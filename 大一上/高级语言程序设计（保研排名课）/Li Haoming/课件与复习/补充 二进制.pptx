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av" ContentType="audio/x-wav"/>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0" r:id="rId1"/>
  </p:sldMasterIdLst>
  <p:notesMasterIdLst>
    <p:notesMasterId r:id="rId33"/>
  </p:notesMasterIdLst>
  <p:sldIdLst>
    <p:sldId id="304" r:id="rId2"/>
    <p:sldId id="302" r:id="rId3"/>
    <p:sldId id="303" r:id="rId4"/>
    <p:sldId id="307" r:id="rId5"/>
    <p:sldId id="308" r:id="rId6"/>
    <p:sldId id="309" r:id="rId7"/>
    <p:sldId id="310" r:id="rId8"/>
    <p:sldId id="261" r:id="rId9"/>
    <p:sldId id="282" r:id="rId10"/>
    <p:sldId id="262" r:id="rId11"/>
    <p:sldId id="263" r:id="rId12"/>
    <p:sldId id="264" r:id="rId13"/>
    <p:sldId id="350" r:id="rId14"/>
    <p:sldId id="352" r:id="rId15"/>
    <p:sldId id="267" r:id="rId16"/>
    <p:sldId id="355" r:id="rId17"/>
    <p:sldId id="356" r:id="rId18"/>
    <p:sldId id="357" r:id="rId19"/>
    <p:sldId id="358" r:id="rId20"/>
    <p:sldId id="291" r:id="rId21"/>
    <p:sldId id="292" r:id="rId22"/>
    <p:sldId id="293" r:id="rId23"/>
    <p:sldId id="294" r:id="rId24"/>
    <p:sldId id="295" r:id="rId25"/>
    <p:sldId id="296" r:id="rId26"/>
    <p:sldId id="297" r:id="rId27"/>
    <p:sldId id="270" r:id="rId28"/>
    <p:sldId id="298" r:id="rId29"/>
    <p:sldId id="299" r:id="rId30"/>
    <p:sldId id="301" r:id="rId31"/>
    <p:sldId id="300" r:id="rId32"/>
  </p:sldIdLst>
  <p:sldSz cx="9144000" cy="6858000" type="screen4x3"/>
  <p:notesSz cx="6858000" cy="9144000"/>
  <p:defaultTex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6FF33"/>
    <a:srgbClr val="FFCC00"/>
    <a:srgbClr val="FF0000"/>
    <a:srgbClr val="800080"/>
    <a:srgbClr val="FF2D82"/>
    <a:srgbClr val="FF0066"/>
    <a:srgbClr val="0000CC"/>
    <a:srgbClr val="0000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inimized" horzBarState="maximized">
    <p:restoredLeft sz="15640" autoAdjust="0"/>
    <p:restoredTop sz="94590" autoAdjust="0"/>
  </p:normalViewPr>
  <p:slideViewPr>
    <p:cSldViewPr>
      <p:cViewPr varScale="1">
        <p:scale>
          <a:sx n="114" d="100"/>
          <a:sy n="114" d="100"/>
        </p:scale>
        <p:origin x="2160" y="9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7890" name="Rectangle 2">
            <a:extLst>
              <a:ext uri="{FF2B5EF4-FFF2-40B4-BE49-F238E27FC236}">
                <a16:creationId xmlns:a16="http://schemas.microsoft.com/office/drawing/2014/main" id="{27D1E84D-583D-4487-A7CC-F5D60D6F6EDA}"/>
              </a:ext>
            </a:extLst>
          </p:cNvPr>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kumimoji="1" sz="1200">
                <a:latin typeface="Verdana" panose="020B0604030504040204" pitchFamily="34" charset="0"/>
              </a:defRPr>
            </a:lvl1pPr>
          </a:lstStyle>
          <a:p>
            <a:endParaRPr lang="en-US" altLang="zh-CN"/>
          </a:p>
        </p:txBody>
      </p:sp>
      <p:sp>
        <p:nvSpPr>
          <p:cNvPr id="37891" name="Rectangle 3">
            <a:extLst>
              <a:ext uri="{FF2B5EF4-FFF2-40B4-BE49-F238E27FC236}">
                <a16:creationId xmlns:a16="http://schemas.microsoft.com/office/drawing/2014/main" id="{78DEF71F-FDDA-46B1-87FD-FF0685D4A7A5}"/>
              </a:ext>
            </a:extLst>
          </p:cNvPr>
          <p:cNvSpPr>
            <a:spLocks noGrp="1" noChangeArrowheads="1"/>
          </p:cNvSpPr>
          <p:nvPr>
            <p:ph type="dt"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kumimoji="1" sz="1200">
                <a:latin typeface="Verdana" panose="020B0604030504040204" pitchFamily="34" charset="0"/>
              </a:defRPr>
            </a:lvl1pPr>
          </a:lstStyle>
          <a:p>
            <a:endParaRPr lang="en-US" altLang="zh-CN"/>
          </a:p>
        </p:txBody>
      </p:sp>
      <p:sp>
        <p:nvSpPr>
          <p:cNvPr id="37892" name="Rectangle 4">
            <a:extLst>
              <a:ext uri="{FF2B5EF4-FFF2-40B4-BE49-F238E27FC236}">
                <a16:creationId xmlns:a16="http://schemas.microsoft.com/office/drawing/2014/main" id="{CCDD8B62-2C64-442B-B453-8BF769B6999C}"/>
              </a:ext>
            </a:extLst>
          </p:cNvPr>
          <p:cNvSpPr>
            <a:spLocks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37893" name="Rectangle 5">
            <a:extLst>
              <a:ext uri="{FF2B5EF4-FFF2-40B4-BE49-F238E27FC236}">
                <a16:creationId xmlns:a16="http://schemas.microsoft.com/office/drawing/2014/main" id="{841CE90C-2B2C-45B8-8EEF-2060D3F2B11B}"/>
              </a:ext>
            </a:extLst>
          </p:cNvPr>
          <p:cNvSpPr>
            <a:spLocks noGrp="1" noChangeArrowheads="1"/>
          </p:cNvSpPr>
          <p:nvPr>
            <p:ph type="body" sz="quarter" idx="3"/>
          </p:nvPr>
        </p:nvSpPr>
        <p:spPr bwMode="auto">
          <a:xfrm>
            <a:off x="914400" y="4343400"/>
            <a:ext cx="5029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7894" name="Rectangle 6">
            <a:extLst>
              <a:ext uri="{FF2B5EF4-FFF2-40B4-BE49-F238E27FC236}">
                <a16:creationId xmlns:a16="http://schemas.microsoft.com/office/drawing/2014/main" id="{0B4CD96B-92D8-44DD-9414-E2FD2AD35478}"/>
              </a:ext>
            </a:extLst>
          </p:cNvPr>
          <p:cNvSpPr>
            <a:spLocks noGrp="1" noChangeArrowheads="1"/>
          </p:cNvSpPr>
          <p:nvPr>
            <p:ph type="ftr" sz="quarter" idx="4"/>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kumimoji="1" sz="1200">
                <a:latin typeface="Verdana" panose="020B0604030504040204" pitchFamily="34" charset="0"/>
              </a:defRPr>
            </a:lvl1pPr>
          </a:lstStyle>
          <a:p>
            <a:endParaRPr lang="en-US" altLang="zh-CN"/>
          </a:p>
        </p:txBody>
      </p:sp>
      <p:sp>
        <p:nvSpPr>
          <p:cNvPr id="37895" name="Rectangle 7">
            <a:extLst>
              <a:ext uri="{FF2B5EF4-FFF2-40B4-BE49-F238E27FC236}">
                <a16:creationId xmlns:a16="http://schemas.microsoft.com/office/drawing/2014/main" id="{04B4F7A9-827B-4976-98E7-D6643C29351A}"/>
              </a:ext>
            </a:extLst>
          </p:cNvPr>
          <p:cNvSpPr>
            <a:spLocks noGrp="1" noChangeArrowheads="1"/>
          </p:cNvSpPr>
          <p:nvPr>
            <p:ph type="sldNum" sz="quarter" idx="5"/>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kumimoji="1" sz="1200">
                <a:latin typeface="Verdana" panose="020B0604030504040204" pitchFamily="34" charset="0"/>
              </a:defRPr>
            </a:lvl1pPr>
          </a:lstStyle>
          <a:p>
            <a:fld id="{664A926C-0CB4-4234-8B8A-46332A8A18B0}" type="slidenum">
              <a:rPr lang="en-US" altLang="zh-CN"/>
              <a:pPr/>
              <a:t>‹#›</a:t>
            </a:fld>
            <a:endParaRPr lang="en-US" altLang="zh-CN"/>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1pPr>
    <a:lvl2pPr marL="457200"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2pPr>
    <a:lvl3pPr marL="914400"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3pPr>
    <a:lvl4pPr marL="1371600"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4pPr>
    <a:lvl5pPr marL="1828800"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9B0511C3-0B9C-4A0F-A131-BF32602F28F7}"/>
              </a:ext>
            </a:extLst>
          </p:cNvPr>
          <p:cNvSpPr>
            <a:spLocks noGrp="1" noChangeArrowheads="1"/>
          </p:cNvSpPr>
          <p:nvPr>
            <p:ph type="sldNum" sz="quarter" idx="5"/>
          </p:nvPr>
        </p:nvSpPr>
        <p:spPr>
          <a:ln/>
        </p:spPr>
        <p:txBody>
          <a:bodyPr/>
          <a:lstStyle/>
          <a:p>
            <a:fld id="{0203D614-3895-42A8-83F6-EC681EF435EB}" type="slidenum">
              <a:rPr lang="en-US" altLang="zh-CN"/>
              <a:pPr/>
              <a:t>1</a:t>
            </a:fld>
            <a:endParaRPr lang="en-US" altLang="zh-CN"/>
          </a:p>
        </p:txBody>
      </p:sp>
      <p:sp>
        <p:nvSpPr>
          <p:cNvPr id="192514" name="Rectangle 2">
            <a:extLst>
              <a:ext uri="{FF2B5EF4-FFF2-40B4-BE49-F238E27FC236}">
                <a16:creationId xmlns:a16="http://schemas.microsoft.com/office/drawing/2014/main" id="{AB0C08D4-1A53-44A2-96EA-F83E0B7AC80D}"/>
              </a:ext>
            </a:extLst>
          </p:cNvPr>
          <p:cNvSpPr>
            <a:spLocks noChangeArrowheads="1" noTextEdit="1"/>
          </p:cNvSpPr>
          <p:nvPr>
            <p:ph type="sldImg"/>
          </p:nvPr>
        </p:nvSpPr>
        <p:spPr>
          <a:ln/>
        </p:spPr>
      </p:sp>
      <p:sp>
        <p:nvSpPr>
          <p:cNvPr id="192515" name="Rectangle 3">
            <a:extLst>
              <a:ext uri="{FF2B5EF4-FFF2-40B4-BE49-F238E27FC236}">
                <a16:creationId xmlns:a16="http://schemas.microsoft.com/office/drawing/2014/main" id="{4AA8C399-0BB6-47D0-8482-42586A16E45B}"/>
              </a:ext>
            </a:extLst>
          </p:cNvPr>
          <p:cNvSpPr>
            <a:spLocks noGrp="1" noChangeArrowheads="1"/>
          </p:cNvSpPr>
          <p:nvPr>
            <p:ph type="body" idx="1"/>
          </p:nvPr>
        </p:nvSpPr>
        <p:spPr/>
        <p:txBody>
          <a:bodyPr/>
          <a:lstStyle/>
          <a:p>
            <a:r>
              <a:rPr lang="zh-CN" altLang="en-US"/>
              <a:t>计算机内部是一个二进制数字世界</a:t>
            </a:r>
            <a:r>
              <a:rPr lang="en-US" altLang="zh-CN"/>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0F56208A-B650-4D28-A3E5-92D92AE6108D}"/>
              </a:ext>
            </a:extLst>
          </p:cNvPr>
          <p:cNvSpPr>
            <a:spLocks noGrp="1" noChangeArrowheads="1"/>
          </p:cNvSpPr>
          <p:nvPr>
            <p:ph type="sldNum" sz="quarter" idx="5"/>
          </p:nvPr>
        </p:nvSpPr>
        <p:spPr>
          <a:ln/>
        </p:spPr>
        <p:txBody>
          <a:bodyPr/>
          <a:lstStyle/>
          <a:p>
            <a:fld id="{C34BB860-AE8D-4D58-8873-F97584A1216F}" type="slidenum">
              <a:rPr lang="en-US" altLang="zh-CN"/>
              <a:pPr/>
              <a:t>3</a:t>
            </a:fld>
            <a:endParaRPr lang="en-US" altLang="zh-CN"/>
          </a:p>
        </p:txBody>
      </p:sp>
      <p:sp>
        <p:nvSpPr>
          <p:cNvPr id="190466" name="Rectangle 2">
            <a:extLst>
              <a:ext uri="{FF2B5EF4-FFF2-40B4-BE49-F238E27FC236}">
                <a16:creationId xmlns:a16="http://schemas.microsoft.com/office/drawing/2014/main" id="{D2C999C5-60AB-41CC-9737-C481099BA0AF}"/>
              </a:ext>
            </a:extLst>
          </p:cNvPr>
          <p:cNvSpPr>
            <a:spLocks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190467" name="Rectangle 3">
            <a:extLst>
              <a:ext uri="{FF2B5EF4-FFF2-40B4-BE49-F238E27FC236}">
                <a16:creationId xmlns:a16="http://schemas.microsoft.com/office/drawing/2014/main" id="{C648185D-95CB-42C5-A7F2-D4744FF95EDD}"/>
              </a:ext>
            </a:extLst>
          </p:cNvPr>
          <p:cNvSpPr>
            <a:spLocks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pPr algn="just"/>
            <a:endParaRPr lang="zh-CN" altLang="zh-CN">
              <a:latin typeface="宋体" panose="02010600030101010101" pitchFamily="2" charset="-122"/>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78DE3E77-D67A-4C93-A933-492D2797FB4D}"/>
              </a:ext>
            </a:extLst>
          </p:cNvPr>
          <p:cNvSpPr>
            <a:spLocks noGrp="1" noChangeArrowheads="1"/>
          </p:cNvSpPr>
          <p:nvPr>
            <p:ph type="sldNum" sz="quarter" idx="5"/>
          </p:nvPr>
        </p:nvSpPr>
        <p:spPr>
          <a:ln/>
        </p:spPr>
        <p:txBody>
          <a:bodyPr/>
          <a:lstStyle/>
          <a:p>
            <a:fld id="{366ED276-7A6E-47D1-B979-741DD7AACD51}" type="slidenum">
              <a:rPr lang="en-US" altLang="zh-CN"/>
              <a:pPr/>
              <a:t>4</a:t>
            </a:fld>
            <a:endParaRPr lang="en-US" altLang="zh-CN"/>
          </a:p>
        </p:txBody>
      </p:sp>
      <p:sp>
        <p:nvSpPr>
          <p:cNvPr id="197634" name="Rectangle 2">
            <a:extLst>
              <a:ext uri="{FF2B5EF4-FFF2-40B4-BE49-F238E27FC236}">
                <a16:creationId xmlns:a16="http://schemas.microsoft.com/office/drawing/2014/main" id="{21364234-3E8B-4358-97C2-F246DE0CA9BB}"/>
              </a:ext>
            </a:extLst>
          </p:cNvPr>
          <p:cNvSpPr>
            <a:spLocks noChangeArrowheads="1" noTextEdit="1"/>
          </p:cNvSpPr>
          <p:nvPr>
            <p:ph type="sldImg"/>
          </p:nvPr>
        </p:nvSpPr>
        <p:spPr>
          <a:ln/>
        </p:spPr>
      </p:sp>
      <p:sp>
        <p:nvSpPr>
          <p:cNvPr id="197635" name="Rectangle 3">
            <a:extLst>
              <a:ext uri="{FF2B5EF4-FFF2-40B4-BE49-F238E27FC236}">
                <a16:creationId xmlns:a16="http://schemas.microsoft.com/office/drawing/2014/main" id="{0FD3C078-788B-4F3E-93BD-1287F65BCA7A}"/>
              </a:ext>
            </a:extLst>
          </p:cNvPr>
          <p:cNvSpPr>
            <a:spLocks noGrp="1" noChangeArrowheads="1"/>
          </p:cNvSpPr>
          <p:nvPr>
            <p:ph type="body" idx="1"/>
          </p:nvPr>
        </p:nvSpPr>
        <p:spPr/>
        <p:txBody>
          <a:bodyPr/>
          <a:lstStyle/>
          <a:p>
            <a:r>
              <a:rPr lang="en-US" altLang="zh-CN"/>
              <a:t>2</a:t>
            </a:r>
            <a:r>
              <a:rPr lang="en-US" altLang="zh-CN" baseline="30000"/>
              <a:t>32</a:t>
            </a:r>
            <a:r>
              <a:rPr lang="en-US" altLang="zh-CN"/>
              <a:t>=4G</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6399B753-6B21-4DA9-A90A-0CB72D4CC92E}"/>
              </a:ext>
            </a:extLst>
          </p:cNvPr>
          <p:cNvSpPr>
            <a:spLocks noGrp="1" noChangeArrowheads="1"/>
          </p:cNvSpPr>
          <p:nvPr>
            <p:ph type="sldNum" sz="quarter" idx="5"/>
          </p:nvPr>
        </p:nvSpPr>
        <p:spPr>
          <a:ln/>
        </p:spPr>
        <p:txBody>
          <a:bodyPr/>
          <a:lstStyle/>
          <a:p>
            <a:fld id="{EEFEE5AC-C9A8-4482-9F39-6593B3F49A59}" type="slidenum">
              <a:rPr lang="en-US" altLang="zh-CN"/>
              <a:pPr/>
              <a:t>5</a:t>
            </a:fld>
            <a:endParaRPr lang="en-US" altLang="zh-CN"/>
          </a:p>
        </p:txBody>
      </p:sp>
      <p:sp>
        <p:nvSpPr>
          <p:cNvPr id="199682" name="Rectangle 2">
            <a:extLst>
              <a:ext uri="{FF2B5EF4-FFF2-40B4-BE49-F238E27FC236}">
                <a16:creationId xmlns:a16="http://schemas.microsoft.com/office/drawing/2014/main" id="{091394AD-FC54-4DC6-A735-1B85AD0CB229}"/>
              </a:ext>
            </a:extLst>
          </p:cNvPr>
          <p:cNvSpPr>
            <a:spLocks noChangeArrowheads="1" noTextEdit="1"/>
          </p:cNvSpPr>
          <p:nvPr>
            <p:ph type="sldImg"/>
          </p:nvPr>
        </p:nvSpPr>
        <p:spPr>
          <a:ln/>
        </p:spPr>
      </p:sp>
      <p:sp>
        <p:nvSpPr>
          <p:cNvPr id="199683" name="Rectangle 3">
            <a:extLst>
              <a:ext uri="{FF2B5EF4-FFF2-40B4-BE49-F238E27FC236}">
                <a16:creationId xmlns:a16="http://schemas.microsoft.com/office/drawing/2014/main" id="{8C8D4AC9-B97B-4C22-A7CD-3568D30C0EAE}"/>
              </a:ext>
            </a:extLst>
          </p:cNvPr>
          <p:cNvSpPr>
            <a:spLocks noGrp="1" noChangeArrowheads="1"/>
          </p:cNvSpPr>
          <p:nvPr>
            <p:ph type="body" idx="1"/>
          </p:nvPr>
        </p:nvSpPr>
        <p:spPr/>
        <p:txBody>
          <a:bodyPr/>
          <a:lstStyle/>
          <a:p>
            <a:r>
              <a:rPr lang="zh-CN" altLang="en-US"/>
              <a:t>虽然计算机采用二进制具有前面我们说的那三个优点，但二进制的可读性很差。</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229C67DE-954F-4982-ACEB-46B518963854}"/>
              </a:ext>
            </a:extLst>
          </p:cNvPr>
          <p:cNvSpPr>
            <a:spLocks noGrp="1" noChangeArrowheads="1"/>
          </p:cNvSpPr>
          <p:nvPr>
            <p:ph type="sldNum" sz="quarter" idx="5"/>
          </p:nvPr>
        </p:nvSpPr>
        <p:spPr>
          <a:ln/>
        </p:spPr>
        <p:txBody>
          <a:bodyPr/>
          <a:lstStyle/>
          <a:p>
            <a:fld id="{7157B420-037E-4C0F-9DB9-CECA27B4915A}" type="slidenum">
              <a:rPr lang="en-US" altLang="zh-CN"/>
              <a:pPr/>
              <a:t>6</a:t>
            </a:fld>
            <a:endParaRPr lang="en-US" altLang="zh-CN"/>
          </a:p>
        </p:txBody>
      </p:sp>
      <p:sp>
        <p:nvSpPr>
          <p:cNvPr id="201730" name="Rectangle 2">
            <a:extLst>
              <a:ext uri="{FF2B5EF4-FFF2-40B4-BE49-F238E27FC236}">
                <a16:creationId xmlns:a16="http://schemas.microsoft.com/office/drawing/2014/main" id="{91CF735A-8D2A-49F7-B94E-95E55F5F9525}"/>
              </a:ext>
            </a:extLst>
          </p:cNvPr>
          <p:cNvSpPr>
            <a:spLocks noChangeArrowheads="1" noTextEdit="1"/>
          </p:cNvSpPr>
          <p:nvPr>
            <p:ph type="sldImg"/>
          </p:nvPr>
        </p:nvSpPr>
        <p:spPr>
          <a:ln/>
        </p:spPr>
      </p:sp>
      <p:sp>
        <p:nvSpPr>
          <p:cNvPr id="201731" name="Rectangle 3">
            <a:extLst>
              <a:ext uri="{FF2B5EF4-FFF2-40B4-BE49-F238E27FC236}">
                <a16:creationId xmlns:a16="http://schemas.microsoft.com/office/drawing/2014/main" id="{FDABB410-9E95-41D1-90A5-3B65355447FE}"/>
              </a:ext>
            </a:extLst>
          </p:cNvPr>
          <p:cNvSpPr>
            <a:spLocks noGrp="1" noChangeArrowheads="1"/>
          </p:cNvSpPr>
          <p:nvPr>
            <p:ph type="body" idx="1"/>
          </p:nvPr>
        </p:nvSpPr>
        <p:spPr/>
        <p:txBody>
          <a:bodyPr/>
          <a:lstStyle/>
          <a:p>
            <a:r>
              <a:rPr lang="zh-CN" altLang="en-US"/>
              <a:t>我们现在和计算机打交道一般都是采用十进制，比如说我们刚才输入</a:t>
            </a:r>
            <a:r>
              <a:rPr lang="en-US" altLang="zh-CN"/>
              <a:t>IP</a:t>
            </a:r>
            <a:r>
              <a:rPr lang="zh-CN" altLang="en-US"/>
              <a:t>地址，而在汇编程序语言和其他程序设计语言，有采用八进制和十六进制，这样方便程序员编写程序，而在计算机底层呢会自动把十进制数转换为二进制，然后提交给</a:t>
            </a:r>
            <a:r>
              <a:rPr lang="en-US" altLang="zh-CN"/>
              <a:t>cpu</a:t>
            </a:r>
            <a:r>
              <a:rPr lang="zh-CN" altLang="en-US"/>
              <a:t>执行，而执行结果也是二进制，计算机底层把二进制转换为十进制后再呈现给用户。</a:t>
            </a:r>
          </a:p>
          <a:p>
            <a:r>
              <a:rPr lang="en-US" altLang="zh-CN"/>
              <a:t>2</a:t>
            </a:r>
            <a:r>
              <a:rPr lang="zh-CN" altLang="en-US"/>
              <a:t>、</a:t>
            </a:r>
            <a:r>
              <a:rPr lang="en-US" altLang="zh-CN"/>
              <a:t>8</a:t>
            </a:r>
            <a:r>
              <a:rPr lang="zh-CN" altLang="en-US"/>
              <a:t>、</a:t>
            </a:r>
            <a:r>
              <a:rPr lang="en-US" altLang="zh-CN"/>
              <a:t>16</a:t>
            </a:r>
            <a:r>
              <a:rPr lang="zh-CN" altLang="en-US"/>
              <a:t>，分别是</a:t>
            </a:r>
            <a:r>
              <a:rPr lang="en-US" altLang="zh-CN"/>
              <a:t>2</a:t>
            </a:r>
            <a:r>
              <a:rPr lang="zh-CN" altLang="en-US"/>
              <a:t>的</a:t>
            </a:r>
            <a:r>
              <a:rPr lang="en-US" altLang="zh-CN"/>
              <a:t>1</a:t>
            </a:r>
            <a:r>
              <a:rPr lang="zh-CN" altLang="en-US"/>
              <a:t>次方，</a:t>
            </a:r>
            <a:r>
              <a:rPr lang="en-US" altLang="zh-CN"/>
              <a:t>3</a:t>
            </a:r>
            <a:r>
              <a:rPr lang="zh-CN" altLang="en-US"/>
              <a:t>次方，</a:t>
            </a:r>
            <a:r>
              <a:rPr lang="en-US" altLang="zh-CN"/>
              <a:t>4</a:t>
            </a:r>
            <a:r>
              <a:rPr lang="zh-CN" altLang="en-US"/>
              <a:t>次方。这一点使得三种进制之间可以非常直接地互相转换。</a:t>
            </a:r>
            <a:r>
              <a:rPr lang="en-US" altLang="zh-CN"/>
              <a:t>8</a:t>
            </a:r>
            <a:r>
              <a:rPr lang="zh-CN" altLang="en-US"/>
              <a:t>进制或</a:t>
            </a:r>
            <a:r>
              <a:rPr lang="en-US" altLang="zh-CN"/>
              <a:t>16</a:t>
            </a:r>
            <a:r>
              <a:rPr lang="zh-CN" altLang="en-US"/>
              <a:t>进制缩短了二进制数，但保持了二进制数的表达特点。在下面的关于进制转换的课程中，你可以发现这一点。</a:t>
            </a:r>
          </a:p>
          <a:p>
            <a:endParaRPr lang="en-US"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11BD775D-8AF6-45D7-8731-8DB12EA2FFC3}"/>
              </a:ext>
            </a:extLst>
          </p:cNvPr>
          <p:cNvSpPr>
            <a:spLocks noGrp="1" noChangeArrowheads="1"/>
          </p:cNvSpPr>
          <p:nvPr>
            <p:ph type="sldNum" sz="quarter" idx="5"/>
          </p:nvPr>
        </p:nvSpPr>
        <p:spPr>
          <a:ln/>
        </p:spPr>
        <p:txBody>
          <a:bodyPr/>
          <a:lstStyle/>
          <a:p>
            <a:fld id="{94284676-A73E-4E69-BB98-E70FA53FA0CB}" type="slidenum">
              <a:rPr lang="en-US" altLang="zh-CN"/>
              <a:pPr/>
              <a:t>7</a:t>
            </a:fld>
            <a:endParaRPr lang="en-US" altLang="zh-CN"/>
          </a:p>
        </p:txBody>
      </p:sp>
      <p:sp>
        <p:nvSpPr>
          <p:cNvPr id="203778" name="Rectangle 2">
            <a:extLst>
              <a:ext uri="{FF2B5EF4-FFF2-40B4-BE49-F238E27FC236}">
                <a16:creationId xmlns:a16="http://schemas.microsoft.com/office/drawing/2014/main" id="{105A799F-0501-4F17-8D3C-C5EBE17129BC}"/>
              </a:ext>
            </a:extLst>
          </p:cNvPr>
          <p:cNvSpPr>
            <a:spLocks noChangeArrowheads="1" noTextEdit="1"/>
          </p:cNvSpPr>
          <p:nvPr>
            <p:ph type="sldImg"/>
          </p:nvPr>
        </p:nvSpPr>
        <p:spPr>
          <a:ln/>
        </p:spPr>
      </p:sp>
      <p:sp>
        <p:nvSpPr>
          <p:cNvPr id="203779" name="Rectangle 3">
            <a:extLst>
              <a:ext uri="{FF2B5EF4-FFF2-40B4-BE49-F238E27FC236}">
                <a16:creationId xmlns:a16="http://schemas.microsoft.com/office/drawing/2014/main" id="{E90EC536-0BC3-48EE-85F2-1DC6766889A9}"/>
              </a:ext>
            </a:extLst>
          </p:cNvPr>
          <p:cNvSpPr>
            <a:spLocks noGrp="1" noChangeArrowheads="1"/>
          </p:cNvSpPr>
          <p:nvPr>
            <p:ph type="body" idx="1"/>
          </p:nvPr>
        </p:nvSpPr>
        <p:spPr/>
        <p:txBody>
          <a:bodyPr/>
          <a:lstStyle/>
          <a:p>
            <a:endParaRPr lang="zh-CN"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135170" name="Line 2">
            <a:extLst>
              <a:ext uri="{FF2B5EF4-FFF2-40B4-BE49-F238E27FC236}">
                <a16:creationId xmlns:a16="http://schemas.microsoft.com/office/drawing/2014/main" id="{EBF0F791-333B-44F7-B7E1-895D75F215E5}"/>
              </a:ext>
            </a:extLst>
          </p:cNvPr>
          <p:cNvSpPr>
            <a:spLocks noChangeShapeType="1"/>
          </p:cNvSpPr>
          <p:nvPr/>
        </p:nvSpPr>
        <p:spPr bwMode="auto">
          <a:xfrm>
            <a:off x="7315200" y="1066800"/>
            <a:ext cx="0" cy="449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5171" name="Rectangle 3">
            <a:extLst>
              <a:ext uri="{FF2B5EF4-FFF2-40B4-BE49-F238E27FC236}">
                <a16:creationId xmlns:a16="http://schemas.microsoft.com/office/drawing/2014/main" id="{140E2691-55E2-4AA7-A754-D893EE7FC2BB}"/>
              </a:ext>
            </a:extLst>
          </p:cNvPr>
          <p:cNvSpPr>
            <a:spLocks noGrp="1" noChangeArrowheads="1"/>
          </p:cNvSpPr>
          <p:nvPr>
            <p:ph type="ctrTitle"/>
          </p:nvPr>
        </p:nvSpPr>
        <p:spPr>
          <a:xfrm>
            <a:off x="315913" y="466725"/>
            <a:ext cx="6781800" cy="2133600"/>
          </a:xfrm>
          <a:noFill/>
          <a:extLst>
            <a:ext uri="{909E8E84-426E-40DD-AFC4-6F175D3DCCD1}">
              <a14:hiddenFill xmlns:a14="http://schemas.microsoft.com/office/drawing/2010/main">
                <a:solidFill>
                  <a:schemeClr val="accent1"/>
                </a:solidFill>
              </a14:hiddenFill>
            </a:ext>
          </a:extLst>
        </p:spPr>
        <p:txBody>
          <a:bodyPr/>
          <a:lstStyle>
            <a:lvl1pPr algn="r">
              <a:defRPr sz="4800"/>
            </a:lvl1pPr>
          </a:lstStyle>
          <a:p>
            <a:pPr lvl="0"/>
            <a:r>
              <a:rPr lang="zh-CN" altLang="en-US" noProof="0"/>
              <a:t>单击此处编辑母版标题样式</a:t>
            </a:r>
          </a:p>
        </p:txBody>
      </p:sp>
      <p:sp>
        <p:nvSpPr>
          <p:cNvPr id="135172" name="Rectangle 4">
            <a:extLst>
              <a:ext uri="{FF2B5EF4-FFF2-40B4-BE49-F238E27FC236}">
                <a16:creationId xmlns:a16="http://schemas.microsoft.com/office/drawing/2014/main" id="{373A900D-5420-4C5A-9292-370C9F378AFA}"/>
              </a:ext>
            </a:extLst>
          </p:cNvPr>
          <p:cNvSpPr>
            <a:spLocks noGrp="1" noChangeArrowheads="1"/>
          </p:cNvSpPr>
          <p:nvPr>
            <p:ph type="subTitle" idx="1"/>
          </p:nvPr>
        </p:nvSpPr>
        <p:spPr>
          <a:xfrm>
            <a:off x="849313" y="3049588"/>
            <a:ext cx="6248400" cy="2362200"/>
          </a:xfrm>
        </p:spPr>
        <p:txBody>
          <a:bodyPr/>
          <a:lstStyle>
            <a:lvl1pPr marL="0" indent="0" algn="r">
              <a:buFont typeface="Wingdings" panose="05000000000000000000" pitchFamily="2" charset="2"/>
              <a:buNone/>
              <a:defRPr sz="3200"/>
            </a:lvl1pPr>
          </a:lstStyle>
          <a:p>
            <a:pPr lvl="0"/>
            <a:r>
              <a:rPr lang="zh-CN" altLang="en-US" noProof="0"/>
              <a:t>单击此处编辑母版副标题样式</a:t>
            </a:r>
          </a:p>
        </p:txBody>
      </p:sp>
      <p:sp>
        <p:nvSpPr>
          <p:cNvPr id="135173" name="Rectangle 5">
            <a:extLst>
              <a:ext uri="{FF2B5EF4-FFF2-40B4-BE49-F238E27FC236}">
                <a16:creationId xmlns:a16="http://schemas.microsoft.com/office/drawing/2014/main" id="{8B9653A0-8BC4-4B94-9B1D-C9D40BA3EF6C}"/>
              </a:ext>
            </a:extLst>
          </p:cNvPr>
          <p:cNvSpPr>
            <a:spLocks noGrp="1" noChangeArrowheads="1"/>
          </p:cNvSpPr>
          <p:nvPr>
            <p:ph type="dt" sz="half" idx="2"/>
          </p:nvPr>
        </p:nvSpPr>
        <p:spPr/>
        <p:txBody>
          <a:bodyPr/>
          <a:lstStyle>
            <a:lvl1pPr>
              <a:defRPr/>
            </a:lvl1pPr>
          </a:lstStyle>
          <a:p>
            <a:endParaRPr lang="en-US" altLang="zh-CN"/>
          </a:p>
        </p:txBody>
      </p:sp>
      <p:sp>
        <p:nvSpPr>
          <p:cNvPr id="135174" name="Rectangle 6">
            <a:extLst>
              <a:ext uri="{FF2B5EF4-FFF2-40B4-BE49-F238E27FC236}">
                <a16:creationId xmlns:a16="http://schemas.microsoft.com/office/drawing/2014/main" id="{16F8141D-D059-40C8-8D98-AC8FF7C3F066}"/>
              </a:ext>
            </a:extLst>
          </p:cNvPr>
          <p:cNvSpPr>
            <a:spLocks noGrp="1" noChangeArrowheads="1"/>
          </p:cNvSpPr>
          <p:nvPr>
            <p:ph type="ftr" sz="quarter" idx="3"/>
          </p:nvPr>
        </p:nvSpPr>
        <p:spPr/>
        <p:txBody>
          <a:bodyPr/>
          <a:lstStyle>
            <a:lvl1pPr>
              <a:defRPr/>
            </a:lvl1pPr>
          </a:lstStyle>
          <a:p>
            <a:endParaRPr lang="en-US" altLang="zh-CN"/>
          </a:p>
        </p:txBody>
      </p:sp>
      <p:sp>
        <p:nvSpPr>
          <p:cNvPr id="135175" name="Rectangle 7">
            <a:extLst>
              <a:ext uri="{FF2B5EF4-FFF2-40B4-BE49-F238E27FC236}">
                <a16:creationId xmlns:a16="http://schemas.microsoft.com/office/drawing/2014/main" id="{2FEB13B5-C7B7-48F2-9177-1C6728F1FD09}"/>
              </a:ext>
            </a:extLst>
          </p:cNvPr>
          <p:cNvSpPr>
            <a:spLocks noGrp="1" noChangeArrowheads="1"/>
          </p:cNvSpPr>
          <p:nvPr>
            <p:ph type="sldNum" sz="quarter" idx="4"/>
          </p:nvPr>
        </p:nvSpPr>
        <p:spPr/>
        <p:txBody>
          <a:bodyPr/>
          <a:lstStyle>
            <a:lvl1pPr>
              <a:defRPr/>
            </a:lvl1pPr>
          </a:lstStyle>
          <a:p>
            <a:fld id="{61997EEE-51FF-43FA-A1F1-03E4039EF087}" type="slidenum">
              <a:rPr lang="en-US" altLang="zh-CN"/>
              <a:pPr/>
              <a:t>‹#›</a:t>
            </a:fld>
            <a:endParaRPr lang="en-US" altLang="zh-CN"/>
          </a:p>
        </p:txBody>
      </p:sp>
      <p:grpSp>
        <p:nvGrpSpPr>
          <p:cNvPr id="135176" name="Group 8">
            <a:extLst>
              <a:ext uri="{FF2B5EF4-FFF2-40B4-BE49-F238E27FC236}">
                <a16:creationId xmlns:a16="http://schemas.microsoft.com/office/drawing/2014/main" id="{4FC8F3F4-04E6-4E15-8694-EC86B48100AA}"/>
              </a:ext>
            </a:extLst>
          </p:cNvPr>
          <p:cNvGrpSpPr>
            <a:grpSpLocks/>
          </p:cNvGrpSpPr>
          <p:nvPr/>
        </p:nvGrpSpPr>
        <p:grpSpPr bwMode="auto">
          <a:xfrm>
            <a:off x="7493000" y="2992438"/>
            <a:ext cx="1338263" cy="2189162"/>
            <a:chOff x="4704" y="1885"/>
            <a:chExt cx="843" cy="1379"/>
          </a:xfrm>
        </p:grpSpPr>
        <p:sp>
          <p:nvSpPr>
            <p:cNvPr id="135177" name="Oval 9">
              <a:extLst>
                <a:ext uri="{FF2B5EF4-FFF2-40B4-BE49-F238E27FC236}">
                  <a16:creationId xmlns:a16="http://schemas.microsoft.com/office/drawing/2014/main" id="{BD6A6540-5C26-4451-ACDE-C1B4081F3928}"/>
                </a:ext>
              </a:extLst>
            </p:cNvPr>
            <p:cNvSpPr>
              <a:spLocks noChangeArrowheads="1"/>
            </p:cNvSpPr>
            <p:nvPr/>
          </p:nvSpPr>
          <p:spPr bwMode="auto">
            <a:xfrm>
              <a:off x="4704" y="1885"/>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5178" name="Oval 10">
              <a:extLst>
                <a:ext uri="{FF2B5EF4-FFF2-40B4-BE49-F238E27FC236}">
                  <a16:creationId xmlns:a16="http://schemas.microsoft.com/office/drawing/2014/main" id="{ADD34CCE-4969-4898-9FF0-CEDB17FE1EE4}"/>
                </a:ext>
              </a:extLst>
            </p:cNvPr>
            <p:cNvSpPr>
              <a:spLocks noChangeArrowheads="1"/>
            </p:cNvSpPr>
            <p:nvPr/>
          </p:nvSpPr>
          <p:spPr bwMode="auto">
            <a:xfrm>
              <a:off x="4883" y="1885"/>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5179" name="Oval 11">
              <a:extLst>
                <a:ext uri="{FF2B5EF4-FFF2-40B4-BE49-F238E27FC236}">
                  <a16:creationId xmlns:a16="http://schemas.microsoft.com/office/drawing/2014/main" id="{913121C3-43F8-47BB-9F1D-144AA66C181C}"/>
                </a:ext>
              </a:extLst>
            </p:cNvPr>
            <p:cNvSpPr>
              <a:spLocks noChangeArrowheads="1"/>
            </p:cNvSpPr>
            <p:nvPr/>
          </p:nvSpPr>
          <p:spPr bwMode="auto">
            <a:xfrm>
              <a:off x="5062" y="1885"/>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5180" name="Oval 12">
              <a:extLst>
                <a:ext uri="{FF2B5EF4-FFF2-40B4-BE49-F238E27FC236}">
                  <a16:creationId xmlns:a16="http://schemas.microsoft.com/office/drawing/2014/main" id="{C51920EE-DC58-49B7-A26A-40DD07B712BE}"/>
                </a:ext>
              </a:extLst>
            </p:cNvPr>
            <p:cNvSpPr>
              <a:spLocks noChangeArrowheads="1"/>
            </p:cNvSpPr>
            <p:nvPr/>
          </p:nvSpPr>
          <p:spPr bwMode="auto">
            <a:xfrm>
              <a:off x="4704" y="2064"/>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5181" name="Oval 13">
              <a:extLst>
                <a:ext uri="{FF2B5EF4-FFF2-40B4-BE49-F238E27FC236}">
                  <a16:creationId xmlns:a16="http://schemas.microsoft.com/office/drawing/2014/main" id="{994DF79A-F8AA-43A3-9CD3-FEE3570C9B80}"/>
                </a:ext>
              </a:extLst>
            </p:cNvPr>
            <p:cNvSpPr>
              <a:spLocks noChangeArrowheads="1"/>
            </p:cNvSpPr>
            <p:nvPr/>
          </p:nvSpPr>
          <p:spPr bwMode="auto">
            <a:xfrm>
              <a:off x="4883" y="2064"/>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5182" name="Oval 14">
              <a:extLst>
                <a:ext uri="{FF2B5EF4-FFF2-40B4-BE49-F238E27FC236}">
                  <a16:creationId xmlns:a16="http://schemas.microsoft.com/office/drawing/2014/main" id="{93179539-5B41-4518-B529-8E2A0E163D28}"/>
                </a:ext>
              </a:extLst>
            </p:cNvPr>
            <p:cNvSpPr>
              <a:spLocks noChangeArrowheads="1"/>
            </p:cNvSpPr>
            <p:nvPr/>
          </p:nvSpPr>
          <p:spPr bwMode="auto">
            <a:xfrm>
              <a:off x="5062" y="2064"/>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5183" name="Oval 15">
              <a:extLst>
                <a:ext uri="{FF2B5EF4-FFF2-40B4-BE49-F238E27FC236}">
                  <a16:creationId xmlns:a16="http://schemas.microsoft.com/office/drawing/2014/main" id="{7247D885-F89A-403D-A360-510ACA9C26D3}"/>
                </a:ext>
              </a:extLst>
            </p:cNvPr>
            <p:cNvSpPr>
              <a:spLocks noChangeArrowheads="1"/>
            </p:cNvSpPr>
            <p:nvPr/>
          </p:nvSpPr>
          <p:spPr bwMode="auto">
            <a:xfrm>
              <a:off x="5241" y="2064"/>
              <a:ext cx="127" cy="127"/>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5184" name="Oval 16">
              <a:extLst>
                <a:ext uri="{FF2B5EF4-FFF2-40B4-BE49-F238E27FC236}">
                  <a16:creationId xmlns:a16="http://schemas.microsoft.com/office/drawing/2014/main" id="{9CAC0ED8-A8B3-4B4C-9A8F-AD0C63EFAC94}"/>
                </a:ext>
              </a:extLst>
            </p:cNvPr>
            <p:cNvSpPr>
              <a:spLocks noChangeArrowheads="1"/>
            </p:cNvSpPr>
            <p:nvPr/>
          </p:nvSpPr>
          <p:spPr bwMode="auto">
            <a:xfrm>
              <a:off x="4704" y="2243"/>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5185" name="Oval 17">
              <a:extLst>
                <a:ext uri="{FF2B5EF4-FFF2-40B4-BE49-F238E27FC236}">
                  <a16:creationId xmlns:a16="http://schemas.microsoft.com/office/drawing/2014/main" id="{B6053A91-5085-40A6-8865-054ADB38E288}"/>
                </a:ext>
              </a:extLst>
            </p:cNvPr>
            <p:cNvSpPr>
              <a:spLocks noChangeArrowheads="1"/>
            </p:cNvSpPr>
            <p:nvPr/>
          </p:nvSpPr>
          <p:spPr bwMode="auto">
            <a:xfrm>
              <a:off x="4883" y="2243"/>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5186" name="Oval 18">
              <a:extLst>
                <a:ext uri="{FF2B5EF4-FFF2-40B4-BE49-F238E27FC236}">
                  <a16:creationId xmlns:a16="http://schemas.microsoft.com/office/drawing/2014/main" id="{0A6E00E5-100E-42F2-B21F-667326D98FA9}"/>
                </a:ext>
              </a:extLst>
            </p:cNvPr>
            <p:cNvSpPr>
              <a:spLocks noChangeArrowheads="1"/>
            </p:cNvSpPr>
            <p:nvPr/>
          </p:nvSpPr>
          <p:spPr bwMode="auto">
            <a:xfrm>
              <a:off x="5062" y="2243"/>
              <a:ext cx="127" cy="127"/>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5187" name="Oval 19">
              <a:extLst>
                <a:ext uri="{FF2B5EF4-FFF2-40B4-BE49-F238E27FC236}">
                  <a16:creationId xmlns:a16="http://schemas.microsoft.com/office/drawing/2014/main" id="{A39F8FF0-549F-4EAB-BD9F-6D588A47BA4F}"/>
                </a:ext>
              </a:extLst>
            </p:cNvPr>
            <p:cNvSpPr>
              <a:spLocks noChangeArrowheads="1"/>
            </p:cNvSpPr>
            <p:nvPr/>
          </p:nvSpPr>
          <p:spPr bwMode="auto">
            <a:xfrm>
              <a:off x="5241" y="2243"/>
              <a:ext cx="127" cy="127"/>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5188" name="Oval 20">
              <a:extLst>
                <a:ext uri="{FF2B5EF4-FFF2-40B4-BE49-F238E27FC236}">
                  <a16:creationId xmlns:a16="http://schemas.microsoft.com/office/drawing/2014/main" id="{8C803FFA-9898-40A8-9402-764E2B47CE67}"/>
                </a:ext>
              </a:extLst>
            </p:cNvPr>
            <p:cNvSpPr>
              <a:spLocks noChangeArrowheads="1"/>
            </p:cNvSpPr>
            <p:nvPr/>
          </p:nvSpPr>
          <p:spPr bwMode="auto">
            <a:xfrm>
              <a:off x="5420" y="2243"/>
              <a:ext cx="127" cy="127"/>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5189" name="Oval 21">
              <a:extLst>
                <a:ext uri="{FF2B5EF4-FFF2-40B4-BE49-F238E27FC236}">
                  <a16:creationId xmlns:a16="http://schemas.microsoft.com/office/drawing/2014/main" id="{912BB051-B244-497E-A7C7-AD3E7F8F733F}"/>
                </a:ext>
              </a:extLst>
            </p:cNvPr>
            <p:cNvSpPr>
              <a:spLocks noChangeArrowheads="1"/>
            </p:cNvSpPr>
            <p:nvPr/>
          </p:nvSpPr>
          <p:spPr bwMode="auto">
            <a:xfrm>
              <a:off x="4704" y="2421"/>
              <a:ext cx="127" cy="128"/>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5190" name="Oval 22">
              <a:extLst>
                <a:ext uri="{FF2B5EF4-FFF2-40B4-BE49-F238E27FC236}">
                  <a16:creationId xmlns:a16="http://schemas.microsoft.com/office/drawing/2014/main" id="{6F26D191-17ED-4990-821F-2D8DFED52EA0}"/>
                </a:ext>
              </a:extLst>
            </p:cNvPr>
            <p:cNvSpPr>
              <a:spLocks noChangeArrowheads="1"/>
            </p:cNvSpPr>
            <p:nvPr/>
          </p:nvSpPr>
          <p:spPr bwMode="auto">
            <a:xfrm>
              <a:off x="4883" y="2421"/>
              <a:ext cx="127" cy="128"/>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5191" name="Oval 23">
              <a:extLst>
                <a:ext uri="{FF2B5EF4-FFF2-40B4-BE49-F238E27FC236}">
                  <a16:creationId xmlns:a16="http://schemas.microsoft.com/office/drawing/2014/main" id="{597F9A51-B36B-476B-9D8C-765659244EA7}"/>
                </a:ext>
              </a:extLst>
            </p:cNvPr>
            <p:cNvSpPr>
              <a:spLocks noChangeArrowheads="1"/>
            </p:cNvSpPr>
            <p:nvPr/>
          </p:nvSpPr>
          <p:spPr bwMode="auto">
            <a:xfrm>
              <a:off x="5062" y="2421"/>
              <a:ext cx="127" cy="128"/>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5192" name="Oval 24">
              <a:extLst>
                <a:ext uri="{FF2B5EF4-FFF2-40B4-BE49-F238E27FC236}">
                  <a16:creationId xmlns:a16="http://schemas.microsoft.com/office/drawing/2014/main" id="{A9DC6819-B49C-413B-9269-3E49A1D13443}"/>
                </a:ext>
              </a:extLst>
            </p:cNvPr>
            <p:cNvSpPr>
              <a:spLocks noChangeArrowheads="1"/>
            </p:cNvSpPr>
            <p:nvPr/>
          </p:nvSpPr>
          <p:spPr bwMode="auto">
            <a:xfrm>
              <a:off x="5241" y="2421"/>
              <a:ext cx="127" cy="128"/>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5193" name="Oval 25">
              <a:extLst>
                <a:ext uri="{FF2B5EF4-FFF2-40B4-BE49-F238E27FC236}">
                  <a16:creationId xmlns:a16="http://schemas.microsoft.com/office/drawing/2014/main" id="{8CBAC407-2646-423A-B988-43F2C7887CCC}"/>
                </a:ext>
              </a:extLst>
            </p:cNvPr>
            <p:cNvSpPr>
              <a:spLocks noChangeArrowheads="1"/>
            </p:cNvSpPr>
            <p:nvPr/>
          </p:nvSpPr>
          <p:spPr bwMode="auto">
            <a:xfrm>
              <a:off x="4704" y="2600"/>
              <a:ext cx="127" cy="128"/>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5194" name="Oval 26">
              <a:extLst>
                <a:ext uri="{FF2B5EF4-FFF2-40B4-BE49-F238E27FC236}">
                  <a16:creationId xmlns:a16="http://schemas.microsoft.com/office/drawing/2014/main" id="{0FF1DC23-F2D6-463A-A9B9-DAB09A9192D2}"/>
                </a:ext>
              </a:extLst>
            </p:cNvPr>
            <p:cNvSpPr>
              <a:spLocks noChangeArrowheads="1"/>
            </p:cNvSpPr>
            <p:nvPr/>
          </p:nvSpPr>
          <p:spPr bwMode="auto">
            <a:xfrm>
              <a:off x="4883" y="2600"/>
              <a:ext cx="127" cy="128"/>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5195" name="Oval 27">
              <a:extLst>
                <a:ext uri="{FF2B5EF4-FFF2-40B4-BE49-F238E27FC236}">
                  <a16:creationId xmlns:a16="http://schemas.microsoft.com/office/drawing/2014/main" id="{74B327D5-AA60-48C0-8B07-8CAA214A5F3F}"/>
                </a:ext>
              </a:extLst>
            </p:cNvPr>
            <p:cNvSpPr>
              <a:spLocks noChangeArrowheads="1"/>
            </p:cNvSpPr>
            <p:nvPr/>
          </p:nvSpPr>
          <p:spPr bwMode="auto">
            <a:xfrm>
              <a:off x="5062" y="2600"/>
              <a:ext cx="127" cy="128"/>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5196" name="Oval 28">
              <a:extLst>
                <a:ext uri="{FF2B5EF4-FFF2-40B4-BE49-F238E27FC236}">
                  <a16:creationId xmlns:a16="http://schemas.microsoft.com/office/drawing/2014/main" id="{EFF83121-299D-46DC-ADCB-B5784E7BFE1C}"/>
                </a:ext>
              </a:extLst>
            </p:cNvPr>
            <p:cNvSpPr>
              <a:spLocks noChangeArrowheads="1"/>
            </p:cNvSpPr>
            <p:nvPr/>
          </p:nvSpPr>
          <p:spPr bwMode="auto">
            <a:xfrm>
              <a:off x="5241" y="2600"/>
              <a:ext cx="127" cy="128"/>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5197" name="Oval 29">
              <a:extLst>
                <a:ext uri="{FF2B5EF4-FFF2-40B4-BE49-F238E27FC236}">
                  <a16:creationId xmlns:a16="http://schemas.microsoft.com/office/drawing/2014/main" id="{1AE3F960-8173-4AEC-B1B8-E74E533B0703}"/>
                </a:ext>
              </a:extLst>
            </p:cNvPr>
            <p:cNvSpPr>
              <a:spLocks noChangeArrowheads="1"/>
            </p:cNvSpPr>
            <p:nvPr/>
          </p:nvSpPr>
          <p:spPr bwMode="auto">
            <a:xfrm>
              <a:off x="5420" y="2600"/>
              <a:ext cx="127" cy="128"/>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5198" name="Oval 30">
              <a:extLst>
                <a:ext uri="{FF2B5EF4-FFF2-40B4-BE49-F238E27FC236}">
                  <a16:creationId xmlns:a16="http://schemas.microsoft.com/office/drawing/2014/main" id="{CAF1C654-DF01-4767-852B-00131ED8F36D}"/>
                </a:ext>
              </a:extLst>
            </p:cNvPr>
            <p:cNvSpPr>
              <a:spLocks noChangeArrowheads="1"/>
            </p:cNvSpPr>
            <p:nvPr/>
          </p:nvSpPr>
          <p:spPr bwMode="auto">
            <a:xfrm>
              <a:off x="4704" y="2779"/>
              <a:ext cx="127" cy="127"/>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5199" name="Oval 31">
              <a:extLst>
                <a:ext uri="{FF2B5EF4-FFF2-40B4-BE49-F238E27FC236}">
                  <a16:creationId xmlns:a16="http://schemas.microsoft.com/office/drawing/2014/main" id="{04BCEBF1-D420-4C52-BF4E-0F0E4DFFD086}"/>
                </a:ext>
              </a:extLst>
            </p:cNvPr>
            <p:cNvSpPr>
              <a:spLocks noChangeArrowheads="1"/>
            </p:cNvSpPr>
            <p:nvPr/>
          </p:nvSpPr>
          <p:spPr bwMode="auto">
            <a:xfrm>
              <a:off x="4883" y="2779"/>
              <a:ext cx="127" cy="127"/>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5200" name="Oval 32">
              <a:extLst>
                <a:ext uri="{FF2B5EF4-FFF2-40B4-BE49-F238E27FC236}">
                  <a16:creationId xmlns:a16="http://schemas.microsoft.com/office/drawing/2014/main" id="{A3444CD5-D17C-4CDA-A9A4-09F5C37AFDA6}"/>
                </a:ext>
              </a:extLst>
            </p:cNvPr>
            <p:cNvSpPr>
              <a:spLocks noChangeArrowheads="1"/>
            </p:cNvSpPr>
            <p:nvPr/>
          </p:nvSpPr>
          <p:spPr bwMode="auto">
            <a:xfrm>
              <a:off x="5062" y="2779"/>
              <a:ext cx="127" cy="127"/>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5201" name="Oval 33">
              <a:extLst>
                <a:ext uri="{FF2B5EF4-FFF2-40B4-BE49-F238E27FC236}">
                  <a16:creationId xmlns:a16="http://schemas.microsoft.com/office/drawing/2014/main" id="{A82BACA2-4452-47B1-83AC-6B6C25FE88F7}"/>
                </a:ext>
              </a:extLst>
            </p:cNvPr>
            <p:cNvSpPr>
              <a:spLocks noChangeArrowheads="1"/>
            </p:cNvSpPr>
            <p:nvPr/>
          </p:nvSpPr>
          <p:spPr bwMode="auto">
            <a:xfrm>
              <a:off x="5241" y="2779"/>
              <a:ext cx="127" cy="127"/>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5202" name="Oval 34">
              <a:extLst>
                <a:ext uri="{FF2B5EF4-FFF2-40B4-BE49-F238E27FC236}">
                  <a16:creationId xmlns:a16="http://schemas.microsoft.com/office/drawing/2014/main" id="{850B136A-53D4-4771-9220-F670C04FE687}"/>
                </a:ext>
              </a:extLst>
            </p:cNvPr>
            <p:cNvSpPr>
              <a:spLocks noChangeArrowheads="1"/>
            </p:cNvSpPr>
            <p:nvPr/>
          </p:nvSpPr>
          <p:spPr bwMode="auto">
            <a:xfrm>
              <a:off x="4704" y="2958"/>
              <a:ext cx="127" cy="127"/>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5203" name="Oval 35">
              <a:extLst>
                <a:ext uri="{FF2B5EF4-FFF2-40B4-BE49-F238E27FC236}">
                  <a16:creationId xmlns:a16="http://schemas.microsoft.com/office/drawing/2014/main" id="{0CC5ACE0-5C55-4096-99B1-C4EF532A6E85}"/>
                </a:ext>
              </a:extLst>
            </p:cNvPr>
            <p:cNvSpPr>
              <a:spLocks noChangeArrowheads="1"/>
            </p:cNvSpPr>
            <p:nvPr/>
          </p:nvSpPr>
          <p:spPr bwMode="auto">
            <a:xfrm>
              <a:off x="4883" y="2958"/>
              <a:ext cx="127" cy="127"/>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5204" name="Oval 36">
              <a:extLst>
                <a:ext uri="{FF2B5EF4-FFF2-40B4-BE49-F238E27FC236}">
                  <a16:creationId xmlns:a16="http://schemas.microsoft.com/office/drawing/2014/main" id="{B06515F8-AE05-414B-AE7A-571EE9F0016C}"/>
                </a:ext>
              </a:extLst>
            </p:cNvPr>
            <p:cNvSpPr>
              <a:spLocks noChangeArrowheads="1"/>
            </p:cNvSpPr>
            <p:nvPr/>
          </p:nvSpPr>
          <p:spPr bwMode="auto">
            <a:xfrm>
              <a:off x="5062" y="2958"/>
              <a:ext cx="127" cy="127"/>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5205" name="Oval 37">
              <a:extLst>
                <a:ext uri="{FF2B5EF4-FFF2-40B4-BE49-F238E27FC236}">
                  <a16:creationId xmlns:a16="http://schemas.microsoft.com/office/drawing/2014/main" id="{0C70B7D6-9932-4527-9DE8-BAD7B0399440}"/>
                </a:ext>
              </a:extLst>
            </p:cNvPr>
            <p:cNvSpPr>
              <a:spLocks noChangeArrowheads="1"/>
            </p:cNvSpPr>
            <p:nvPr/>
          </p:nvSpPr>
          <p:spPr bwMode="auto">
            <a:xfrm>
              <a:off x="5241" y="2958"/>
              <a:ext cx="127" cy="127"/>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5206" name="Oval 38">
              <a:extLst>
                <a:ext uri="{FF2B5EF4-FFF2-40B4-BE49-F238E27FC236}">
                  <a16:creationId xmlns:a16="http://schemas.microsoft.com/office/drawing/2014/main" id="{9BC51E20-5096-4EDD-8A02-684785B0A322}"/>
                </a:ext>
              </a:extLst>
            </p:cNvPr>
            <p:cNvSpPr>
              <a:spLocks noChangeArrowheads="1"/>
            </p:cNvSpPr>
            <p:nvPr/>
          </p:nvSpPr>
          <p:spPr bwMode="auto">
            <a:xfrm>
              <a:off x="4883" y="3137"/>
              <a:ext cx="127" cy="127"/>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5207" name="Oval 39">
              <a:extLst>
                <a:ext uri="{FF2B5EF4-FFF2-40B4-BE49-F238E27FC236}">
                  <a16:creationId xmlns:a16="http://schemas.microsoft.com/office/drawing/2014/main" id="{57366E2F-E564-4E55-B015-B69642F4DCB7}"/>
                </a:ext>
              </a:extLst>
            </p:cNvPr>
            <p:cNvSpPr>
              <a:spLocks noChangeArrowheads="1"/>
            </p:cNvSpPr>
            <p:nvPr/>
          </p:nvSpPr>
          <p:spPr bwMode="auto">
            <a:xfrm>
              <a:off x="5241" y="3137"/>
              <a:ext cx="127" cy="127"/>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35208" name="Line 40">
            <a:extLst>
              <a:ext uri="{FF2B5EF4-FFF2-40B4-BE49-F238E27FC236}">
                <a16:creationId xmlns:a16="http://schemas.microsoft.com/office/drawing/2014/main" id="{3698C84F-E81B-4C8C-B5C6-52E29FFA371B}"/>
              </a:ext>
            </a:extLst>
          </p:cNvPr>
          <p:cNvSpPr>
            <a:spLocks noChangeShapeType="1"/>
          </p:cNvSpPr>
          <p:nvPr/>
        </p:nvSpPr>
        <p:spPr bwMode="auto">
          <a:xfrm>
            <a:off x="304800" y="2819400"/>
            <a:ext cx="8229600" cy="0"/>
          </a:xfrm>
          <a:prstGeom prst="line">
            <a:avLst/>
          </a:prstGeom>
          <a:noFill/>
          <a:ln w="63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cSld>
  <p:clrMapOvr>
    <a:masterClrMapping/>
  </p:clrMapOvr>
  <p:transition spd="slow">
    <p:pull dir="ru"/>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CD74830-44E7-4439-A474-EF08ED6E802E}"/>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DC82244A-EAF9-45EC-B68F-DE4C836836C6}"/>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5D8AFB72-E8E2-4D46-A580-B9892005ECDF}"/>
              </a:ext>
            </a:extLst>
          </p:cNvPr>
          <p:cNvSpPr>
            <a:spLocks noGrp="1"/>
          </p:cNvSpPr>
          <p:nvPr>
            <p:ph type="dt" sz="half" idx="10"/>
          </p:nvPr>
        </p:nvSpPr>
        <p:spPr/>
        <p:txBody>
          <a:bodyPr/>
          <a:lstStyle>
            <a:lvl1pPr>
              <a:defRPr/>
            </a:lvl1pPr>
          </a:lstStyle>
          <a:p>
            <a:endParaRPr lang="en-US" altLang="zh-CN"/>
          </a:p>
        </p:txBody>
      </p:sp>
      <p:sp>
        <p:nvSpPr>
          <p:cNvPr id="5" name="页脚占位符 4">
            <a:extLst>
              <a:ext uri="{FF2B5EF4-FFF2-40B4-BE49-F238E27FC236}">
                <a16:creationId xmlns:a16="http://schemas.microsoft.com/office/drawing/2014/main" id="{92E93DE1-DB3F-4733-BFF4-9231045ED50E}"/>
              </a:ext>
            </a:extLst>
          </p:cNvPr>
          <p:cNvSpPr>
            <a:spLocks noGrp="1"/>
          </p:cNvSpPr>
          <p:nvPr>
            <p:ph type="ftr" sz="quarter" idx="11"/>
          </p:nvPr>
        </p:nvSpPr>
        <p:spPr/>
        <p:txBody>
          <a:bodyPr/>
          <a:lstStyle>
            <a:lvl1pPr>
              <a:defRPr/>
            </a:lvl1pPr>
          </a:lstStyle>
          <a:p>
            <a:endParaRPr lang="en-US" altLang="zh-CN"/>
          </a:p>
        </p:txBody>
      </p:sp>
      <p:sp>
        <p:nvSpPr>
          <p:cNvPr id="6" name="灯片编号占位符 5">
            <a:extLst>
              <a:ext uri="{FF2B5EF4-FFF2-40B4-BE49-F238E27FC236}">
                <a16:creationId xmlns:a16="http://schemas.microsoft.com/office/drawing/2014/main" id="{490C31CC-AB03-4578-B632-D260541F6D5E}"/>
              </a:ext>
            </a:extLst>
          </p:cNvPr>
          <p:cNvSpPr>
            <a:spLocks noGrp="1"/>
          </p:cNvSpPr>
          <p:nvPr>
            <p:ph type="sldNum" sz="quarter" idx="12"/>
          </p:nvPr>
        </p:nvSpPr>
        <p:spPr/>
        <p:txBody>
          <a:bodyPr/>
          <a:lstStyle>
            <a:lvl1pPr>
              <a:defRPr/>
            </a:lvl1pPr>
          </a:lstStyle>
          <a:p>
            <a:fld id="{2B3FA2C0-5B90-414F-89C7-7646B0A15B99}" type="slidenum">
              <a:rPr lang="en-US" altLang="zh-CN"/>
              <a:pPr/>
              <a:t>‹#›</a:t>
            </a:fld>
            <a:endParaRPr lang="en-US" altLang="zh-CN"/>
          </a:p>
        </p:txBody>
      </p:sp>
    </p:spTree>
    <p:extLst>
      <p:ext uri="{BB962C8B-B14F-4D97-AF65-F5344CB8AC3E}">
        <p14:creationId xmlns:p14="http://schemas.microsoft.com/office/powerpoint/2010/main" val="2780048011"/>
      </p:ext>
    </p:extLst>
  </p:cSld>
  <p:clrMapOvr>
    <a:masterClrMapping/>
  </p:clrMapOvr>
  <p:transition spd="slow">
    <p:pull dir="ru"/>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4065628-9DFF-4937-9E5D-D5EA87AC5BF1}"/>
              </a:ext>
            </a:extLst>
          </p:cNvPr>
          <p:cNvSpPr>
            <a:spLocks noGrp="1"/>
          </p:cNvSpPr>
          <p:nvPr>
            <p:ph type="title"/>
          </p:nvPr>
        </p:nvSpPr>
        <p:spPr>
          <a:xfrm>
            <a:off x="623888" y="1709738"/>
            <a:ext cx="7886700" cy="2852737"/>
          </a:xfrm>
        </p:spPr>
        <p:txBody>
          <a:bodyPr/>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C2B28B28-0D0C-453C-83EF-5BBE47371211}"/>
              </a:ext>
            </a:extLst>
          </p:cNvPr>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123C0BD8-FA7D-4EC3-A7AD-CD6430E22BB2}"/>
              </a:ext>
            </a:extLst>
          </p:cNvPr>
          <p:cNvSpPr>
            <a:spLocks noGrp="1"/>
          </p:cNvSpPr>
          <p:nvPr>
            <p:ph type="dt" sz="half" idx="10"/>
          </p:nvPr>
        </p:nvSpPr>
        <p:spPr/>
        <p:txBody>
          <a:bodyPr/>
          <a:lstStyle>
            <a:lvl1pPr>
              <a:defRPr/>
            </a:lvl1pPr>
          </a:lstStyle>
          <a:p>
            <a:endParaRPr lang="en-US" altLang="zh-CN"/>
          </a:p>
        </p:txBody>
      </p:sp>
      <p:sp>
        <p:nvSpPr>
          <p:cNvPr id="5" name="页脚占位符 4">
            <a:extLst>
              <a:ext uri="{FF2B5EF4-FFF2-40B4-BE49-F238E27FC236}">
                <a16:creationId xmlns:a16="http://schemas.microsoft.com/office/drawing/2014/main" id="{1A8D2D5F-DC53-429B-A528-EDAC298516B3}"/>
              </a:ext>
            </a:extLst>
          </p:cNvPr>
          <p:cNvSpPr>
            <a:spLocks noGrp="1"/>
          </p:cNvSpPr>
          <p:nvPr>
            <p:ph type="ftr" sz="quarter" idx="11"/>
          </p:nvPr>
        </p:nvSpPr>
        <p:spPr/>
        <p:txBody>
          <a:bodyPr/>
          <a:lstStyle>
            <a:lvl1pPr>
              <a:defRPr/>
            </a:lvl1pPr>
          </a:lstStyle>
          <a:p>
            <a:endParaRPr lang="en-US" altLang="zh-CN"/>
          </a:p>
        </p:txBody>
      </p:sp>
      <p:sp>
        <p:nvSpPr>
          <p:cNvPr id="6" name="灯片编号占位符 5">
            <a:extLst>
              <a:ext uri="{FF2B5EF4-FFF2-40B4-BE49-F238E27FC236}">
                <a16:creationId xmlns:a16="http://schemas.microsoft.com/office/drawing/2014/main" id="{655FD0C7-AB99-4C66-A763-AFD7026C8F0F}"/>
              </a:ext>
            </a:extLst>
          </p:cNvPr>
          <p:cNvSpPr>
            <a:spLocks noGrp="1"/>
          </p:cNvSpPr>
          <p:nvPr>
            <p:ph type="sldNum" sz="quarter" idx="12"/>
          </p:nvPr>
        </p:nvSpPr>
        <p:spPr/>
        <p:txBody>
          <a:bodyPr/>
          <a:lstStyle>
            <a:lvl1pPr>
              <a:defRPr/>
            </a:lvl1pPr>
          </a:lstStyle>
          <a:p>
            <a:fld id="{B7D750D0-BE7E-4657-A3F3-8C33948FC18B}" type="slidenum">
              <a:rPr lang="en-US" altLang="zh-CN"/>
              <a:pPr/>
              <a:t>‹#›</a:t>
            </a:fld>
            <a:endParaRPr lang="en-US" altLang="zh-CN"/>
          </a:p>
        </p:txBody>
      </p:sp>
    </p:spTree>
    <p:extLst>
      <p:ext uri="{BB962C8B-B14F-4D97-AF65-F5344CB8AC3E}">
        <p14:creationId xmlns:p14="http://schemas.microsoft.com/office/powerpoint/2010/main" val="1651348008"/>
      </p:ext>
    </p:extLst>
  </p:cSld>
  <p:clrMapOvr>
    <a:masterClrMapping/>
  </p:clrMapOvr>
  <p:transition spd="slow">
    <p:pull dir="ru"/>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BD42724-825A-486E-A855-62DA543158BE}"/>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5530F16C-C438-42F1-A42C-38D3E5F1D562}"/>
              </a:ext>
            </a:extLst>
          </p:cNvPr>
          <p:cNvSpPr>
            <a:spLocks noGrp="1"/>
          </p:cNvSpPr>
          <p:nvPr>
            <p:ph sz="half" idx="1"/>
          </p:nvPr>
        </p:nvSpPr>
        <p:spPr>
          <a:xfrm>
            <a:off x="457200" y="1719263"/>
            <a:ext cx="4038600" cy="4411662"/>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1DAA35A0-5B57-4E55-B149-269294C703A7}"/>
              </a:ext>
            </a:extLst>
          </p:cNvPr>
          <p:cNvSpPr>
            <a:spLocks noGrp="1"/>
          </p:cNvSpPr>
          <p:nvPr>
            <p:ph sz="half" idx="2"/>
          </p:nvPr>
        </p:nvSpPr>
        <p:spPr>
          <a:xfrm>
            <a:off x="4648200" y="1719263"/>
            <a:ext cx="4038600" cy="4411662"/>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B86D6C63-C69B-42FF-94DB-4F36E5926796}"/>
              </a:ext>
            </a:extLst>
          </p:cNvPr>
          <p:cNvSpPr>
            <a:spLocks noGrp="1"/>
          </p:cNvSpPr>
          <p:nvPr>
            <p:ph type="dt" sz="half" idx="10"/>
          </p:nvPr>
        </p:nvSpPr>
        <p:spPr/>
        <p:txBody>
          <a:bodyPr/>
          <a:lstStyle>
            <a:lvl1pPr>
              <a:defRPr/>
            </a:lvl1pPr>
          </a:lstStyle>
          <a:p>
            <a:endParaRPr lang="en-US" altLang="zh-CN"/>
          </a:p>
        </p:txBody>
      </p:sp>
      <p:sp>
        <p:nvSpPr>
          <p:cNvPr id="6" name="页脚占位符 5">
            <a:extLst>
              <a:ext uri="{FF2B5EF4-FFF2-40B4-BE49-F238E27FC236}">
                <a16:creationId xmlns:a16="http://schemas.microsoft.com/office/drawing/2014/main" id="{83AD877D-D567-4712-A8FF-CA6456BBC312}"/>
              </a:ext>
            </a:extLst>
          </p:cNvPr>
          <p:cNvSpPr>
            <a:spLocks noGrp="1"/>
          </p:cNvSpPr>
          <p:nvPr>
            <p:ph type="ftr" sz="quarter" idx="11"/>
          </p:nvPr>
        </p:nvSpPr>
        <p:spPr/>
        <p:txBody>
          <a:bodyPr/>
          <a:lstStyle>
            <a:lvl1pPr>
              <a:defRPr/>
            </a:lvl1pPr>
          </a:lstStyle>
          <a:p>
            <a:endParaRPr lang="en-US" altLang="zh-CN"/>
          </a:p>
        </p:txBody>
      </p:sp>
      <p:sp>
        <p:nvSpPr>
          <p:cNvPr id="7" name="灯片编号占位符 6">
            <a:extLst>
              <a:ext uri="{FF2B5EF4-FFF2-40B4-BE49-F238E27FC236}">
                <a16:creationId xmlns:a16="http://schemas.microsoft.com/office/drawing/2014/main" id="{F5677823-078D-4EE3-BA75-F0BA6EF8C673}"/>
              </a:ext>
            </a:extLst>
          </p:cNvPr>
          <p:cNvSpPr>
            <a:spLocks noGrp="1"/>
          </p:cNvSpPr>
          <p:nvPr>
            <p:ph type="sldNum" sz="quarter" idx="12"/>
          </p:nvPr>
        </p:nvSpPr>
        <p:spPr/>
        <p:txBody>
          <a:bodyPr/>
          <a:lstStyle>
            <a:lvl1pPr>
              <a:defRPr/>
            </a:lvl1pPr>
          </a:lstStyle>
          <a:p>
            <a:fld id="{493D19D0-990D-4324-83C8-640492CA2F5B}" type="slidenum">
              <a:rPr lang="en-US" altLang="zh-CN"/>
              <a:pPr/>
              <a:t>‹#›</a:t>
            </a:fld>
            <a:endParaRPr lang="en-US" altLang="zh-CN"/>
          </a:p>
        </p:txBody>
      </p:sp>
    </p:spTree>
    <p:extLst>
      <p:ext uri="{BB962C8B-B14F-4D97-AF65-F5344CB8AC3E}">
        <p14:creationId xmlns:p14="http://schemas.microsoft.com/office/powerpoint/2010/main" val="829285360"/>
      </p:ext>
    </p:extLst>
  </p:cSld>
  <p:clrMapOvr>
    <a:masterClrMapping/>
  </p:clrMapOvr>
  <p:transition spd="slow">
    <p:pull dir="ru"/>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9E9DE89-C143-4A31-83EC-DEF205825DB2}"/>
              </a:ext>
            </a:extLst>
          </p:cNvPr>
          <p:cNvSpPr>
            <a:spLocks noGrp="1"/>
          </p:cNvSpPr>
          <p:nvPr>
            <p:ph type="title"/>
          </p:nvPr>
        </p:nvSpPr>
        <p:spPr>
          <a:xfrm>
            <a:off x="630238" y="365125"/>
            <a:ext cx="78867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161996B9-474B-4FB4-9BAB-16B5685A3842}"/>
              </a:ext>
            </a:extLst>
          </p:cNvPr>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56CB0469-86C4-4911-8195-2CD6EF465DD6}"/>
              </a:ext>
            </a:extLst>
          </p:cNvPr>
          <p:cNvSpPr>
            <a:spLocks noGrp="1"/>
          </p:cNvSpPr>
          <p:nvPr>
            <p:ph sz="half" idx="2"/>
          </p:nvPr>
        </p:nvSpPr>
        <p:spPr>
          <a:xfrm>
            <a:off x="630238" y="2505075"/>
            <a:ext cx="386873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1566108F-BDC9-4FB0-A757-151648E9672B}"/>
              </a:ext>
            </a:extLst>
          </p:cNvPr>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ED9F2FDE-9718-4240-9469-F9E733C7091C}"/>
              </a:ext>
            </a:extLst>
          </p:cNvPr>
          <p:cNvSpPr>
            <a:spLocks noGrp="1"/>
          </p:cNvSpPr>
          <p:nvPr>
            <p:ph sz="quarter" idx="4"/>
          </p:nvPr>
        </p:nvSpPr>
        <p:spPr>
          <a:xfrm>
            <a:off x="4629150" y="2505075"/>
            <a:ext cx="38877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EF37C8CC-26FA-4C79-9220-D8E2779F037D}"/>
              </a:ext>
            </a:extLst>
          </p:cNvPr>
          <p:cNvSpPr>
            <a:spLocks noGrp="1"/>
          </p:cNvSpPr>
          <p:nvPr>
            <p:ph type="dt" sz="half" idx="10"/>
          </p:nvPr>
        </p:nvSpPr>
        <p:spPr/>
        <p:txBody>
          <a:bodyPr/>
          <a:lstStyle>
            <a:lvl1pPr>
              <a:defRPr/>
            </a:lvl1pPr>
          </a:lstStyle>
          <a:p>
            <a:endParaRPr lang="en-US" altLang="zh-CN"/>
          </a:p>
        </p:txBody>
      </p:sp>
      <p:sp>
        <p:nvSpPr>
          <p:cNvPr id="8" name="页脚占位符 7">
            <a:extLst>
              <a:ext uri="{FF2B5EF4-FFF2-40B4-BE49-F238E27FC236}">
                <a16:creationId xmlns:a16="http://schemas.microsoft.com/office/drawing/2014/main" id="{4D30F038-C0DE-4AC3-B736-FEF579945D4D}"/>
              </a:ext>
            </a:extLst>
          </p:cNvPr>
          <p:cNvSpPr>
            <a:spLocks noGrp="1"/>
          </p:cNvSpPr>
          <p:nvPr>
            <p:ph type="ftr" sz="quarter" idx="11"/>
          </p:nvPr>
        </p:nvSpPr>
        <p:spPr/>
        <p:txBody>
          <a:bodyPr/>
          <a:lstStyle>
            <a:lvl1pPr>
              <a:defRPr/>
            </a:lvl1pPr>
          </a:lstStyle>
          <a:p>
            <a:endParaRPr lang="en-US" altLang="zh-CN"/>
          </a:p>
        </p:txBody>
      </p:sp>
      <p:sp>
        <p:nvSpPr>
          <p:cNvPr id="9" name="灯片编号占位符 8">
            <a:extLst>
              <a:ext uri="{FF2B5EF4-FFF2-40B4-BE49-F238E27FC236}">
                <a16:creationId xmlns:a16="http://schemas.microsoft.com/office/drawing/2014/main" id="{E4FDCBD0-14F3-4F52-B9FE-1764CAB0EA7D}"/>
              </a:ext>
            </a:extLst>
          </p:cNvPr>
          <p:cNvSpPr>
            <a:spLocks noGrp="1"/>
          </p:cNvSpPr>
          <p:nvPr>
            <p:ph type="sldNum" sz="quarter" idx="12"/>
          </p:nvPr>
        </p:nvSpPr>
        <p:spPr/>
        <p:txBody>
          <a:bodyPr/>
          <a:lstStyle>
            <a:lvl1pPr>
              <a:defRPr/>
            </a:lvl1pPr>
          </a:lstStyle>
          <a:p>
            <a:fld id="{4AFB3AAB-0AF1-4693-98CA-902DB174C72A}" type="slidenum">
              <a:rPr lang="en-US" altLang="zh-CN"/>
              <a:pPr/>
              <a:t>‹#›</a:t>
            </a:fld>
            <a:endParaRPr lang="en-US" altLang="zh-CN"/>
          </a:p>
        </p:txBody>
      </p:sp>
    </p:spTree>
    <p:extLst>
      <p:ext uri="{BB962C8B-B14F-4D97-AF65-F5344CB8AC3E}">
        <p14:creationId xmlns:p14="http://schemas.microsoft.com/office/powerpoint/2010/main" val="2557094877"/>
      </p:ext>
    </p:extLst>
  </p:cSld>
  <p:clrMapOvr>
    <a:masterClrMapping/>
  </p:clrMapOvr>
  <p:transition spd="slow">
    <p:pull dir="ru"/>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4B0934-3CA6-4CC4-BE0F-327DAFFD7AF2}"/>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27EEA7FF-2926-4E45-AAB8-3C356E39399F}"/>
              </a:ext>
            </a:extLst>
          </p:cNvPr>
          <p:cNvSpPr>
            <a:spLocks noGrp="1"/>
          </p:cNvSpPr>
          <p:nvPr>
            <p:ph type="dt" sz="half" idx="10"/>
          </p:nvPr>
        </p:nvSpPr>
        <p:spPr/>
        <p:txBody>
          <a:bodyPr/>
          <a:lstStyle>
            <a:lvl1pPr>
              <a:defRPr/>
            </a:lvl1pPr>
          </a:lstStyle>
          <a:p>
            <a:endParaRPr lang="en-US" altLang="zh-CN"/>
          </a:p>
        </p:txBody>
      </p:sp>
      <p:sp>
        <p:nvSpPr>
          <p:cNvPr id="4" name="页脚占位符 3">
            <a:extLst>
              <a:ext uri="{FF2B5EF4-FFF2-40B4-BE49-F238E27FC236}">
                <a16:creationId xmlns:a16="http://schemas.microsoft.com/office/drawing/2014/main" id="{0EC423EF-918D-4095-8348-C1A99A463575}"/>
              </a:ext>
            </a:extLst>
          </p:cNvPr>
          <p:cNvSpPr>
            <a:spLocks noGrp="1"/>
          </p:cNvSpPr>
          <p:nvPr>
            <p:ph type="ftr" sz="quarter" idx="11"/>
          </p:nvPr>
        </p:nvSpPr>
        <p:spPr/>
        <p:txBody>
          <a:bodyPr/>
          <a:lstStyle>
            <a:lvl1pPr>
              <a:defRPr/>
            </a:lvl1pPr>
          </a:lstStyle>
          <a:p>
            <a:endParaRPr lang="en-US" altLang="zh-CN"/>
          </a:p>
        </p:txBody>
      </p:sp>
      <p:sp>
        <p:nvSpPr>
          <p:cNvPr id="5" name="灯片编号占位符 4">
            <a:extLst>
              <a:ext uri="{FF2B5EF4-FFF2-40B4-BE49-F238E27FC236}">
                <a16:creationId xmlns:a16="http://schemas.microsoft.com/office/drawing/2014/main" id="{46CDA4BE-C10D-480D-85FA-42F6B5BCD066}"/>
              </a:ext>
            </a:extLst>
          </p:cNvPr>
          <p:cNvSpPr>
            <a:spLocks noGrp="1"/>
          </p:cNvSpPr>
          <p:nvPr>
            <p:ph type="sldNum" sz="quarter" idx="12"/>
          </p:nvPr>
        </p:nvSpPr>
        <p:spPr/>
        <p:txBody>
          <a:bodyPr/>
          <a:lstStyle>
            <a:lvl1pPr>
              <a:defRPr/>
            </a:lvl1pPr>
          </a:lstStyle>
          <a:p>
            <a:fld id="{882B33A3-B98D-4CC9-AC72-EEBC462DD907}" type="slidenum">
              <a:rPr lang="en-US" altLang="zh-CN"/>
              <a:pPr/>
              <a:t>‹#›</a:t>
            </a:fld>
            <a:endParaRPr lang="en-US" altLang="zh-CN"/>
          </a:p>
        </p:txBody>
      </p:sp>
    </p:spTree>
    <p:extLst>
      <p:ext uri="{BB962C8B-B14F-4D97-AF65-F5344CB8AC3E}">
        <p14:creationId xmlns:p14="http://schemas.microsoft.com/office/powerpoint/2010/main" val="2694090334"/>
      </p:ext>
    </p:extLst>
  </p:cSld>
  <p:clrMapOvr>
    <a:masterClrMapping/>
  </p:clrMapOvr>
  <p:transition spd="slow">
    <p:pull dir="ru"/>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F57E17E1-EC79-4C0E-B6C4-9F3437803ED5}"/>
              </a:ext>
            </a:extLst>
          </p:cNvPr>
          <p:cNvSpPr>
            <a:spLocks noGrp="1"/>
          </p:cNvSpPr>
          <p:nvPr>
            <p:ph type="dt" sz="half" idx="10"/>
          </p:nvPr>
        </p:nvSpPr>
        <p:spPr/>
        <p:txBody>
          <a:bodyPr/>
          <a:lstStyle>
            <a:lvl1pPr>
              <a:defRPr/>
            </a:lvl1pPr>
          </a:lstStyle>
          <a:p>
            <a:endParaRPr lang="en-US" altLang="zh-CN"/>
          </a:p>
        </p:txBody>
      </p:sp>
      <p:sp>
        <p:nvSpPr>
          <p:cNvPr id="3" name="页脚占位符 2">
            <a:extLst>
              <a:ext uri="{FF2B5EF4-FFF2-40B4-BE49-F238E27FC236}">
                <a16:creationId xmlns:a16="http://schemas.microsoft.com/office/drawing/2014/main" id="{E0C5D4EE-B0FC-4FAF-B2E4-CCC1CB5BDC6A}"/>
              </a:ext>
            </a:extLst>
          </p:cNvPr>
          <p:cNvSpPr>
            <a:spLocks noGrp="1"/>
          </p:cNvSpPr>
          <p:nvPr>
            <p:ph type="ftr" sz="quarter" idx="11"/>
          </p:nvPr>
        </p:nvSpPr>
        <p:spPr/>
        <p:txBody>
          <a:bodyPr/>
          <a:lstStyle>
            <a:lvl1pPr>
              <a:defRPr/>
            </a:lvl1pPr>
          </a:lstStyle>
          <a:p>
            <a:endParaRPr lang="en-US" altLang="zh-CN"/>
          </a:p>
        </p:txBody>
      </p:sp>
      <p:sp>
        <p:nvSpPr>
          <p:cNvPr id="4" name="灯片编号占位符 3">
            <a:extLst>
              <a:ext uri="{FF2B5EF4-FFF2-40B4-BE49-F238E27FC236}">
                <a16:creationId xmlns:a16="http://schemas.microsoft.com/office/drawing/2014/main" id="{35155C33-C360-443E-B46A-C0F97AD78362}"/>
              </a:ext>
            </a:extLst>
          </p:cNvPr>
          <p:cNvSpPr>
            <a:spLocks noGrp="1"/>
          </p:cNvSpPr>
          <p:nvPr>
            <p:ph type="sldNum" sz="quarter" idx="12"/>
          </p:nvPr>
        </p:nvSpPr>
        <p:spPr/>
        <p:txBody>
          <a:bodyPr/>
          <a:lstStyle>
            <a:lvl1pPr>
              <a:defRPr/>
            </a:lvl1pPr>
          </a:lstStyle>
          <a:p>
            <a:fld id="{93DC2427-60D8-495F-A6B4-E5B90DA0BCB0}" type="slidenum">
              <a:rPr lang="en-US" altLang="zh-CN"/>
              <a:pPr/>
              <a:t>‹#›</a:t>
            </a:fld>
            <a:endParaRPr lang="en-US" altLang="zh-CN"/>
          </a:p>
        </p:txBody>
      </p:sp>
    </p:spTree>
    <p:extLst>
      <p:ext uri="{BB962C8B-B14F-4D97-AF65-F5344CB8AC3E}">
        <p14:creationId xmlns:p14="http://schemas.microsoft.com/office/powerpoint/2010/main" val="180224277"/>
      </p:ext>
    </p:extLst>
  </p:cSld>
  <p:clrMapOvr>
    <a:masterClrMapping/>
  </p:clrMapOvr>
  <p:transition spd="slow">
    <p:pull dir="ru"/>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D9057B2-50B9-4112-81CA-1F82FCFB2381}"/>
              </a:ext>
            </a:extLst>
          </p:cNvPr>
          <p:cNvSpPr>
            <a:spLocks noGrp="1"/>
          </p:cNvSpPr>
          <p:nvPr>
            <p:ph type="title"/>
          </p:nvPr>
        </p:nvSpPr>
        <p:spPr>
          <a:xfrm>
            <a:off x="630238" y="457200"/>
            <a:ext cx="2949575" cy="1600200"/>
          </a:xfrm>
        </p:spPr>
        <p:txBody>
          <a:bodyPr/>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1CD3AB6B-D0AE-42A0-A179-AF999549DC3D}"/>
              </a:ext>
            </a:extLst>
          </p:cNvPr>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B74E5CF3-17D5-4CD5-91EC-2C334C3CD243}"/>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33646B9B-E4A3-4136-A66A-150107FF190F}"/>
              </a:ext>
            </a:extLst>
          </p:cNvPr>
          <p:cNvSpPr>
            <a:spLocks noGrp="1"/>
          </p:cNvSpPr>
          <p:nvPr>
            <p:ph type="dt" sz="half" idx="10"/>
          </p:nvPr>
        </p:nvSpPr>
        <p:spPr/>
        <p:txBody>
          <a:bodyPr/>
          <a:lstStyle>
            <a:lvl1pPr>
              <a:defRPr/>
            </a:lvl1pPr>
          </a:lstStyle>
          <a:p>
            <a:endParaRPr lang="en-US" altLang="zh-CN"/>
          </a:p>
        </p:txBody>
      </p:sp>
      <p:sp>
        <p:nvSpPr>
          <p:cNvPr id="6" name="页脚占位符 5">
            <a:extLst>
              <a:ext uri="{FF2B5EF4-FFF2-40B4-BE49-F238E27FC236}">
                <a16:creationId xmlns:a16="http://schemas.microsoft.com/office/drawing/2014/main" id="{FFB3FAC0-8F34-43C2-8CE7-8DAF7D32D178}"/>
              </a:ext>
            </a:extLst>
          </p:cNvPr>
          <p:cNvSpPr>
            <a:spLocks noGrp="1"/>
          </p:cNvSpPr>
          <p:nvPr>
            <p:ph type="ftr" sz="quarter" idx="11"/>
          </p:nvPr>
        </p:nvSpPr>
        <p:spPr/>
        <p:txBody>
          <a:bodyPr/>
          <a:lstStyle>
            <a:lvl1pPr>
              <a:defRPr/>
            </a:lvl1pPr>
          </a:lstStyle>
          <a:p>
            <a:endParaRPr lang="en-US" altLang="zh-CN"/>
          </a:p>
        </p:txBody>
      </p:sp>
      <p:sp>
        <p:nvSpPr>
          <p:cNvPr id="7" name="灯片编号占位符 6">
            <a:extLst>
              <a:ext uri="{FF2B5EF4-FFF2-40B4-BE49-F238E27FC236}">
                <a16:creationId xmlns:a16="http://schemas.microsoft.com/office/drawing/2014/main" id="{BFD586B5-B06D-4835-B732-AA6356F9669D}"/>
              </a:ext>
            </a:extLst>
          </p:cNvPr>
          <p:cNvSpPr>
            <a:spLocks noGrp="1"/>
          </p:cNvSpPr>
          <p:nvPr>
            <p:ph type="sldNum" sz="quarter" idx="12"/>
          </p:nvPr>
        </p:nvSpPr>
        <p:spPr/>
        <p:txBody>
          <a:bodyPr/>
          <a:lstStyle>
            <a:lvl1pPr>
              <a:defRPr/>
            </a:lvl1pPr>
          </a:lstStyle>
          <a:p>
            <a:fld id="{DD76DAE8-8188-4DE3-B9DF-60334C67296D}" type="slidenum">
              <a:rPr lang="en-US" altLang="zh-CN"/>
              <a:pPr/>
              <a:t>‹#›</a:t>
            </a:fld>
            <a:endParaRPr lang="en-US" altLang="zh-CN"/>
          </a:p>
        </p:txBody>
      </p:sp>
    </p:spTree>
    <p:extLst>
      <p:ext uri="{BB962C8B-B14F-4D97-AF65-F5344CB8AC3E}">
        <p14:creationId xmlns:p14="http://schemas.microsoft.com/office/powerpoint/2010/main" val="2363369779"/>
      </p:ext>
    </p:extLst>
  </p:cSld>
  <p:clrMapOvr>
    <a:masterClrMapping/>
  </p:clrMapOvr>
  <p:transition spd="slow">
    <p:pull dir="ru"/>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FCE6D62-6B12-4246-9C6D-19CDF7C877F7}"/>
              </a:ext>
            </a:extLst>
          </p:cNvPr>
          <p:cNvSpPr>
            <a:spLocks noGrp="1"/>
          </p:cNvSpPr>
          <p:nvPr>
            <p:ph type="title"/>
          </p:nvPr>
        </p:nvSpPr>
        <p:spPr>
          <a:xfrm>
            <a:off x="630238" y="457200"/>
            <a:ext cx="2949575" cy="1600200"/>
          </a:xfrm>
        </p:spPr>
        <p:txBody>
          <a:bodyPr/>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1858022E-A6C8-4398-9850-82C2B4FEC63F}"/>
              </a:ext>
            </a:extLst>
          </p:cNvPr>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12948A5A-46BB-4AC7-92A1-D0E73DDC4BAF}"/>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7002F5E0-B24E-4FDB-ADE2-1EC1D03E079F}"/>
              </a:ext>
            </a:extLst>
          </p:cNvPr>
          <p:cNvSpPr>
            <a:spLocks noGrp="1"/>
          </p:cNvSpPr>
          <p:nvPr>
            <p:ph type="dt" sz="half" idx="10"/>
          </p:nvPr>
        </p:nvSpPr>
        <p:spPr/>
        <p:txBody>
          <a:bodyPr/>
          <a:lstStyle>
            <a:lvl1pPr>
              <a:defRPr/>
            </a:lvl1pPr>
          </a:lstStyle>
          <a:p>
            <a:endParaRPr lang="en-US" altLang="zh-CN"/>
          </a:p>
        </p:txBody>
      </p:sp>
      <p:sp>
        <p:nvSpPr>
          <p:cNvPr id="6" name="页脚占位符 5">
            <a:extLst>
              <a:ext uri="{FF2B5EF4-FFF2-40B4-BE49-F238E27FC236}">
                <a16:creationId xmlns:a16="http://schemas.microsoft.com/office/drawing/2014/main" id="{E5D7450A-29D9-47E2-BE97-C6BE150F6F44}"/>
              </a:ext>
            </a:extLst>
          </p:cNvPr>
          <p:cNvSpPr>
            <a:spLocks noGrp="1"/>
          </p:cNvSpPr>
          <p:nvPr>
            <p:ph type="ftr" sz="quarter" idx="11"/>
          </p:nvPr>
        </p:nvSpPr>
        <p:spPr/>
        <p:txBody>
          <a:bodyPr/>
          <a:lstStyle>
            <a:lvl1pPr>
              <a:defRPr/>
            </a:lvl1pPr>
          </a:lstStyle>
          <a:p>
            <a:endParaRPr lang="en-US" altLang="zh-CN"/>
          </a:p>
        </p:txBody>
      </p:sp>
      <p:sp>
        <p:nvSpPr>
          <p:cNvPr id="7" name="灯片编号占位符 6">
            <a:extLst>
              <a:ext uri="{FF2B5EF4-FFF2-40B4-BE49-F238E27FC236}">
                <a16:creationId xmlns:a16="http://schemas.microsoft.com/office/drawing/2014/main" id="{D2362782-7B68-4384-B908-0352C9DDA4CA}"/>
              </a:ext>
            </a:extLst>
          </p:cNvPr>
          <p:cNvSpPr>
            <a:spLocks noGrp="1"/>
          </p:cNvSpPr>
          <p:nvPr>
            <p:ph type="sldNum" sz="quarter" idx="12"/>
          </p:nvPr>
        </p:nvSpPr>
        <p:spPr/>
        <p:txBody>
          <a:bodyPr/>
          <a:lstStyle>
            <a:lvl1pPr>
              <a:defRPr/>
            </a:lvl1pPr>
          </a:lstStyle>
          <a:p>
            <a:fld id="{CF2167CE-3D55-4271-B67F-2E1F3B77D80D}" type="slidenum">
              <a:rPr lang="en-US" altLang="zh-CN"/>
              <a:pPr/>
              <a:t>‹#›</a:t>
            </a:fld>
            <a:endParaRPr lang="en-US" altLang="zh-CN"/>
          </a:p>
        </p:txBody>
      </p:sp>
    </p:spTree>
    <p:extLst>
      <p:ext uri="{BB962C8B-B14F-4D97-AF65-F5344CB8AC3E}">
        <p14:creationId xmlns:p14="http://schemas.microsoft.com/office/powerpoint/2010/main" val="1101294001"/>
      </p:ext>
    </p:extLst>
  </p:cSld>
  <p:clrMapOvr>
    <a:masterClrMapping/>
  </p:clrMapOvr>
  <p:transition spd="slow">
    <p:pull dir="ru"/>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2565E88-9BF5-496C-9935-321E0F33879E}"/>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4B341B5F-5347-4981-BC3F-25B962C7AAF2}"/>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9217F04E-2FC3-44BC-BE8D-377D3878C466}"/>
              </a:ext>
            </a:extLst>
          </p:cNvPr>
          <p:cNvSpPr>
            <a:spLocks noGrp="1"/>
          </p:cNvSpPr>
          <p:nvPr>
            <p:ph type="dt" sz="half" idx="10"/>
          </p:nvPr>
        </p:nvSpPr>
        <p:spPr/>
        <p:txBody>
          <a:bodyPr/>
          <a:lstStyle>
            <a:lvl1pPr>
              <a:defRPr/>
            </a:lvl1pPr>
          </a:lstStyle>
          <a:p>
            <a:endParaRPr lang="en-US" altLang="zh-CN"/>
          </a:p>
        </p:txBody>
      </p:sp>
      <p:sp>
        <p:nvSpPr>
          <p:cNvPr id="5" name="页脚占位符 4">
            <a:extLst>
              <a:ext uri="{FF2B5EF4-FFF2-40B4-BE49-F238E27FC236}">
                <a16:creationId xmlns:a16="http://schemas.microsoft.com/office/drawing/2014/main" id="{3721A1F5-0DFD-47F8-88FE-DA34251BBABF}"/>
              </a:ext>
            </a:extLst>
          </p:cNvPr>
          <p:cNvSpPr>
            <a:spLocks noGrp="1"/>
          </p:cNvSpPr>
          <p:nvPr>
            <p:ph type="ftr" sz="quarter" idx="11"/>
          </p:nvPr>
        </p:nvSpPr>
        <p:spPr/>
        <p:txBody>
          <a:bodyPr/>
          <a:lstStyle>
            <a:lvl1pPr>
              <a:defRPr/>
            </a:lvl1pPr>
          </a:lstStyle>
          <a:p>
            <a:endParaRPr lang="en-US" altLang="zh-CN"/>
          </a:p>
        </p:txBody>
      </p:sp>
      <p:sp>
        <p:nvSpPr>
          <p:cNvPr id="6" name="灯片编号占位符 5">
            <a:extLst>
              <a:ext uri="{FF2B5EF4-FFF2-40B4-BE49-F238E27FC236}">
                <a16:creationId xmlns:a16="http://schemas.microsoft.com/office/drawing/2014/main" id="{6710D2D9-821E-4224-AA9E-706015398DFE}"/>
              </a:ext>
            </a:extLst>
          </p:cNvPr>
          <p:cNvSpPr>
            <a:spLocks noGrp="1"/>
          </p:cNvSpPr>
          <p:nvPr>
            <p:ph type="sldNum" sz="quarter" idx="12"/>
          </p:nvPr>
        </p:nvSpPr>
        <p:spPr/>
        <p:txBody>
          <a:bodyPr/>
          <a:lstStyle>
            <a:lvl1pPr>
              <a:defRPr/>
            </a:lvl1pPr>
          </a:lstStyle>
          <a:p>
            <a:fld id="{0E1F6A5D-D995-481A-9BD7-BADE77319BC3}" type="slidenum">
              <a:rPr lang="en-US" altLang="zh-CN"/>
              <a:pPr/>
              <a:t>‹#›</a:t>
            </a:fld>
            <a:endParaRPr lang="en-US" altLang="zh-CN"/>
          </a:p>
        </p:txBody>
      </p:sp>
    </p:spTree>
    <p:extLst>
      <p:ext uri="{BB962C8B-B14F-4D97-AF65-F5344CB8AC3E}">
        <p14:creationId xmlns:p14="http://schemas.microsoft.com/office/powerpoint/2010/main" val="1968226763"/>
      </p:ext>
    </p:extLst>
  </p:cSld>
  <p:clrMapOvr>
    <a:masterClrMapping/>
  </p:clrMapOvr>
  <p:transition spd="slow">
    <p:pull dir="ru"/>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D4523498-9BA9-4639-A39A-F6C67A1F76C0}"/>
              </a:ext>
            </a:extLst>
          </p:cNvPr>
          <p:cNvSpPr>
            <a:spLocks noGrp="1"/>
          </p:cNvSpPr>
          <p:nvPr>
            <p:ph type="title" orient="vert"/>
          </p:nvPr>
        </p:nvSpPr>
        <p:spPr>
          <a:xfrm>
            <a:off x="6629400" y="260350"/>
            <a:ext cx="2057400" cy="5870575"/>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6D7BB6B5-339E-4B4C-90D6-A64150DAAE8E}"/>
              </a:ext>
            </a:extLst>
          </p:cNvPr>
          <p:cNvSpPr>
            <a:spLocks noGrp="1"/>
          </p:cNvSpPr>
          <p:nvPr>
            <p:ph type="body" orient="vert" idx="1"/>
          </p:nvPr>
        </p:nvSpPr>
        <p:spPr>
          <a:xfrm>
            <a:off x="457200" y="260350"/>
            <a:ext cx="6019800" cy="5870575"/>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43967303-DA75-4FBF-87BE-8A5870FD46B6}"/>
              </a:ext>
            </a:extLst>
          </p:cNvPr>
          <p:cNvSpPr>
            <a:spLocks noGrp="1"/>
          </p:cNvSpPr>
          <p:nvPr>
            <p:ph type="dt" sz="half" idx="10"/>
          </p:nvPr>
        </p:nvSpPr>
        <p:spPr/>
        <p:txBody>
          <a:bodyPr/>
          <a:lstStyle>
            <a:lvl1pPr>
              <a:defRPr/>
            </a:lvl1pPr>
          </a:lstStyle>
          <a:p>
            <a:endParaRPr lang="en-US" altLang="zh-CN"/>
          </a:p>
        </p:txBody>
      </p:sp>
      <p:sp>
        <p:nvSpPr>
          <p:cNvPr id="5" name="页脚占位符 4">
            <a:extLst>
              <a:ext uri="{FF2B5EF4-FFF2-40B4-BE49-F238E27FC236}">
                <a16:creationId xmlns:a16="http://schemas.microsoft.com/office/drawing/2014/main" id="{EC4ACA5E-73BC-4EEB-B5BA-3CF9FAEEC1D5}"/>
              </a:ext>
            </a:extLst>
          </p:cNvPr>
          <p:cNvSpPr>
            <a:spLocks noGrp="1"/>
          </p:cNvSpPr>
          <p:nvPr>
            <p:ph type="ftr" sz="quarter" idx="11"/>
          </p:nvPr>
        </p:nvSpPr>
        <p:spPr/>
        <p:txBody>
          <a:bodyPr/>
          <a:lstStyle>
            <a:lvl1pPr>
              <a:defRPr/>
            </a:lvl1pPr>
          </a:lstStyle>
          <a:p>
            <a:endParaRPr lang="en-US" altLang="zh-CN"/>
          </a:p>
        </p:txBody>
      </p:sp>
      <p:sp>
        <p:nvSpPr>
          <p:cNvPr id="6" name="灯片编号占位符 5">
            <a:extLst>
              <a:ext uri="{FF2B5EF4-FFF2-40B4-BE49-F238E27FC236}">
                <a16:creationId xmlns:a16="http://schemas.microsoft.com/office/drawing/2014/main" id="{FC30E560-34BA-4CAE-8F66-0215E06FD6B7}"/>
              </a:ext>
            </a:extLst>
          </p:cNvPr>
          <p:cNvSpPr>
            <a:spLocks noGrp="1"/>
          </p:cNvSpPr>
          <p:nvPr>
            <p:ph type="sldNum" sz="quarter" idx="12"/>
          </p:nvPr>
        </p:nvSpPr>
        <p:spPr/>
        <p:txBody>
          <a:bodyPr/>
          <a:lstStyle>
            <a:lvl1pPr>
              <a:defRPr/>
            </a:lvl1pPr>
          </a:lstStyle>
          <a:p>
            <a:fld id="{8B901430-3E7D-48CE-84BB-EAC406CD18B3}" type="slidenum">
              <a:rPr lang="en-US" altLang="zh-CN"/>
              <a:pPr/>
              <a:t>‹#›</a:t>
            </a:fld>
            <a:endParaRPr lang="en-US" altLang="zh-CN"/>
          </a:p>
        </p:txBody>
      </p:sp>
    </p:spTree>
    <p:extLst>
      <p:ext uri="{BB962C8B-B14F-4D97-AF65-F5344CB8AC3E}">
        <p14:creationId xmlns:p14="http://schemas.microsoft.com/office/powerpoint/2010/main" val="2285184326"/>
      </p:ext>
    </p:extLst>
  </p:cSld>
  <p:clrMapOvr>
    <a:masterClrMapping/>
  </p:clrMapOvr>
  <p:transition spd="slow">
    <p:pull dir="ru"/>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B18DF21A-AE56-4273-819A-2C7C6C17B26A}"/>
              </a:ext>
            </a:extLst>
          </p:cNvPr>
          <p:cNvSpPr>
            <a:spLocks noGrp="1"/>
          </p:cNvSpPr>
          <p:nvPr>
            <p:ph/>
          </p:nvPr>
        </p:nvSpPr>
        <p:spPr>
          <a:xfrm>
            <a:off x="457200" y="260350"/>
            <a:ext cx="8229600" cy="5870575"/>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3" name="日期占位符 2">
            <a:extLst>
              <a:ext uri="{FF2B5EF4-FFF2-40B4-BE49-F238E27FC236}">
                <a16:creationId xmlns:a16="http://schemas.microsoft.com/office/drawing/2014/main" id="{F6BD69D2-713D-4A59-B519-FE113866179C}"/>
              </a:ext>
            </a:extLst>
          </p:cNvPr>
          <p:cNvSpPr>
            <a:spLocks noGrp="1"/>
          </p:cNvSpPr>
          <p:nvPr>
            <p:ph type="dt" sz="half" idx="10"/>
          </p:nvPr>
        </p:nvSpPr>
        <p:spPr>
          <a:xfrm>
            <a:off x="457200" y="6248400"/>
            <a:ext cx="2133600" cy="457200"/>
          </a:xfrm>
        </p:spPr>
        <p:txBody>
          <a:bodyPr/>
          <a:lstStyle>
            <a:lvl1pPr>
              <a:defRPr/>
            </a:lvl1pPr>
          </a:lstStyle>
          <a:p>
            <a:endParaRPr lang="en-US" altLang="zh-CN"/>
          </a:p>
        </p:txBody>
      </p:sp>
      <p:sp>
        <p:nvSpPr>
          <p:cNvPr id="4" name="页脚占位符 3">
            <a:extLst>
              <a:ext uri="{FF2B5EF4-FFF2-40B4-BE49-F238E27FC236}">
                <a16:creationId xmlns:a16="http://schemas.microsoft.com/office/drawing/2014/main" id="{92030CE1-CAF8-4EB5-8068-D032D00A41BE}"/>
              </a:ext>
            </a:extLst>
          </p:cNvPr>
          <p:cNvSpPr>
            <a:spLocks noGrp="1"/>
          </p:cNvSpPr>
          <p:nvPr>
            <p:ph type="ftr" sz="quarter" idx="11"/>
          </p:nvPr>
        </p:nvSpPr>
        <p:spPr>
          <a:xfrm>
            <a:off x="3124200" y="6248400"/>
            <a:ext cx="2895600" cy="457200"/>
          </a:xfrm>
        </p:spPr>
        <p:txBody>
          <a:bodyPr/>
          <a:lstStyle>
            <a:lvl1pPr>
              <a:defRPr/>
            </a:lvl1pPr>
          </a:lstStyle>
          <a:p>
            <a:endParaRPr lang="en-US" altLang="zh-CN"/>
          </a:p>
        </p:txBody>
      </p:sp>
      <p:sp>
        <p:nvSpPr>
          <p:cNvPr id="5" name="灯片编号占位符 4">
            <a:extLst>
              <a:ext uri="{FF2B5EF4-FFF2-40B4-BE49-F238E27FC236}">
                <a16:creationId xmlns:a16="http://schemas.microsoft.com/office/drawing/2014/main" id="{61E9DBAA-E83F-424B-A1B0-C57146D1F565}"/>
              </a:ext>
            </a:extLst>
          </p:cNvPr>
          <p:cNvSpPr>
            <a:spLocks noGrp="1"/>
          </p:cNvSpPr>
          <p:nvPr>
            <p:ph type="sldNum" sz="quarter" idx="12"/>
          </p:nvPr>
        </p:nvSpPr>
        <p:spPr>
          <a:xfrm>
            <a:off x="6553200" y="6248400"/>
            <a:ext cx="2133600" cy="457200"/>
          </a:xfrm>
        </p:spPr>
        <p:txBody>
          <a:bodyPr/>
          <a:lstStyle>
            <a:lvl1pPr>
              <a:defRPr/>
            </a:lvl1pPr>
          </a:lstStyle>
          <a:p>
            <a:fld id="{54C2FA03-698C-4C86-80E3-D66EE5880017}" type="slidenum">
              <a:rPr lang="en-US" altLang="zh-CN"/>
              <a:pPr/>
              <a:t>‹#›</a:t>
            </a:fld>
            <a:endParaRPr lang="en-US" altLang="zh-CN"/>
          </a:p>
        </p:txBody>
      </p:sp>
    </p:spTree>
    <p:extLst>
      <p:ext uri="{BB962C8B-B14F-4D97-AF65-F5344CB8AC3E}">
        <p14:creationId xmlns:p14="http://schemas.microsoft.com/office/powerpoint/2010/main" val="898117940"/>
      </p:ext>
    </p:extLst>
  </p:cSld>
  <p:clrMapOvr>
    <a:masterClrMapping/>
  </p:clrMapOvr>
  <p:transition spd="slow">
    <p:pull dir="ru"/>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bl">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457201" y="274638"/>
            <a:ext cx="8229600" cy="1143000"/>
          </a:xfrm>
        </p:spPr>
        <p:txBody>
          <a:bodyPr/>
          <a:lstStyle/>
          <a:p>
            <a:r>
              <a:rPr lang="zh-CN" altLang="en-US"/>
              <a:t>单击此处编辑母版标题样式</a:t>
            </a:r>
          </a:p>
        </p:txBody>
      </p:sp>
      <p:sp>
        <p:nvSpPr>
          <p:cNvPr id="3" name="表格占位符 2"/>
          <p:cNvSpPr>
            <a:spLocks noGrp="1"/>
          </p:cNvSpPr>
          <p:nvPr>
            <p:ph type="tbl" idx="1"/>
          </p:nvPr>
        </p:nvSpPr>
        <p:spPr>
          <a:xfrm>
            <a:off x="762001" y="1447800"/>
            <a:ext cx="7772400" cy="5029200"/>
          </a:xfrm>
        </p:spPr>
        <p:txBody>
          <a:bodyPr/>
          <a:lstStyle/>
          <a:p>
            <a:pPr lvl="0"/>
            <a:endParaRPr lang="zh-CN" altLang="en-US" noProof="0"/>
          </a:p>
        </p:txBody>
      </p:sp>
    </p:spTree>
    <p:extLst>
      <p:ext uri="{BB962C8B-B14F-4D97-AF65-F5344CB8AC3E}">
        <p14:creationId xmlns:p14="http://schemas.microsoft.com/office/powerpoint/2010/main" val="2496813041"/>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4147" name="Rectangle 3">
            <a:extLst>
              <a:ext uri="{FF2B5EF4-FFF2-40B4-BE49-F238E27FC236}">
                <a16:creationId xmlns:a16="http://schemas.microsoft.com/office/drawing/2014/main" id="{ECF1F6BD-ABF6-4F2B-BA3D-C88CCE77E211}"/>
              </a:ext>
            </a:extLst>
          </p:cNvPr>
          <p:cNvSpPr>
            <a:spLocks noGrp="1" noChangeArrowheads="1"/>
          </p:cNvSpPr>
          <p:nvPr>
            <p:ph type="title"/>
          </p:nvPr>
        </p:nvSpPr>
        <p:spPr bwMode="auto">
          <a:xfrm>
            <a:off x="468313" y="260350"/>
            <a:ext cx="7543800" cy="714375"/>
          </a:xfrm>
          <a:prstGeom prst="rect">
            <a:avLst/>
          </a:prstGeom>
          <a:solidFill>
            <a:srgbClr val="3333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lvl="0"/>
            <a:r>
              <a:rPr lang="zh-CN" altLang="en-US"/>
              <a:t>第</a:t>
            </a:r>
            <a:r>
              <a:rPr lang="en-US" altLang="zh-CN"/>
              <a:t>1</a:t>
            </a:r>
            <a:r>
              <a:rPr lang="zh-CN" altLang="en-US"/>
              <a:t>章     信息与计算机</a:t>
            </a:r>
          </a:p>
        </p:txBody>
      </p:sp>
      <p:sp>
        <p:nvSpPr>
          <p:cNvPr id="134148" name="Rectangle 4">
            <a:extLst>
              <a:ext uri="{FF2B5EF4-FFF2-40B4-BE49-F238E27FC236}">
                <a16:creationId xmlns:a16="http://schemas.microsoft.com/office/drawing/2014/main" id="{49334C14-E6BF-4225-B8BA-863AF4367310}"/>
              </a:ext>
            </a:extLst>
          </p:cNvPr>
          <p:cNvSpPr>
            <a:spLocks noGrp="1" noChangeArrowheads="1"/>
          </p:cNvSpPr>
          <p:nvPr>
            <p:ph type="body" idx="1"/>
          </p:nvPr>
        </p:nvSpPr>
        <p:spPr bwMode="auto">
          <a:xfrm>
            <a:off x="457200" y="1719263"/>
            <a:ext cx="8229600" cy="4411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34149" name="Rectangle 5">
            <a:extLst>
              <a:ext uri="{FF2B5EF4-FFF2-40B4-BE49-F238E27FC236}">
                <a16:creationId xmlns:a16="http://schemas.microsoft.com/office/drawing/2014/main" id="{49B11D72-FAAF-4166-A63A-227AD16A8CCD}"/>
              </a:ext>
            </a:extLst>
          </p:cNvPr>
          <p:cNvSpPr>
            <a:spLocks noGrp="1" noChangeArrowheads="1"/>
          </p:cNvSpPr>
          <p:nvPr>
            <p:ph type="dt" sz="half" idx="2"/>
          </p:nvPr>
        </p:nvSpPr>
        <p:spPr bwMode="auto">
          <a:xfrm>
            <a:off x="457200" y="6248400"/>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000"/>
            </a:lvl1pPr>
          </a:lstStyle>
          <a:p>
            <a:endParaRPr lang="en-US" altLang="zh-CN"/>
          </a:p>
        </p:txBody>
      </p:sp>
      <p:sp>
        <p:nvSpPr>
          <p:cNvPr id="134150" name="Rectangle 6">
            <a:extLst>
              <a:ext uri="{FF2B5EF4-FFF2-40B4-BE49-F238E27FC236}">
                <a16:creationId xmlns:a16="http://schemas.microsoft.com/office/drawing/2014/main" id="{DB6B464D-DE4F-4B25-B5DB-D0E756B00610}"/>
              </a:ext>
            </a:extLst>
          </p:cNvPr>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000"/>
            </a:lvl1pPr>
          </a:lstStyle>
          <a:p>
            <a:endParaRPr lang="en-US" altLang="zh-CN"/>
          </a:p>
        </p:txBody>
      </p:sp>
      <p:sp>
        <p:nvSpPr>
          <p:cNvPr id="134151" name="Rectangle 7">
            <a:extLst>
              <a:ext uri="{FF2B5EF4-FFF2-40B4-BE49-F238E27FC236}">
                <a16:creationId xmlns:a16="http://schemas.microsoft.com/office/drawing/2014/main" id="{B2FB58EB-5709-4094-85FF-F1879BA5A968}"/>
              </a:ext>
            </a:extLst>
          </p:cNvPr>
          <p:cNvSpPr>
            <a:spLocks noGrp="1" noChangeArrowheads="1"/>
          </p:cNvSpPr>
          <p:nvPr>
            <p:ph type="sldNum" sz="quarter" idx="4"/>
          </p:nvPr>
        </p:nvSpPr>
        <p:spPr bwMode="auto">
          <a:xfrm>
            <a:off x="6553200" y="6248400"/>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000"/>
            </a:lvl1pPr>
          </a:lstStyle>
          <a:p>
            <a:fld id="{293D6BE8-3573-4A8A-94F7-2373ABC85631}" type="slidenum">
              <a:rPr lang="en-US" altLang="zh-CN"/>
              <a:pPr/>
              <a:t>‹#›</a:t>
            </a:fld>
            <a:endParaRPr lang="en-US" altLang="zh-CN"/>
          </a:p>
        </p:txBody>
      </p:sp>
    </p:spTree>
  </p:cSld>
  <p:clrMap bg1="lt1" tx1="dk1" bg2="lt2" tx2="dk2" accent1="accent1" accent2="accent2" accent3="accent3" accent4="accent4" accent5="accent5" accent6="accent6" hlink="hlink" folHlink="folHlink"/>
  <p:sldLayoutIdLst>
    <p:sldLayoutId id="2147483731" r:id="rId1"/>
    <p:sldLayoutId id="2147483732" r:id="rId2"/>
    <p:sldLayoutId id="2147483733" r:id="rId3"/>
    <p:sldLayoutId id="2147483734" r:id="rId4"/>
    <p:sldLayoutId id="2147483735" r:id="rId5"/>
    <p:sldLayoutId id="2147483736" r:id="rId6"/>
    <p:sldLayoutId id="2147483737" r:id="rId7"/>
    <p:sldLayoutId id="2147483738" r:id="rId8"/>
    <p:sldLayoutId id="2147483739" r:id="rId9"/>
    <p:sldLayoutId id="2147483740" r:id="rId10"/>
    <p:sldLayoutId id="2147483741" r:id="rId11"/>
    <p:sldLayoutId id="2147483742" r:id="rId12"/>
    <p:sldLayoutId id="2147483743" r:id="rId13"/>
  </p:sldLayoutIdLst>
  <p:transition spd="slow">
    <p:pull dir="ru"/>
  </p:transition>
  <p:hf hdr="0" ftr="0" dt="0"/>
  <p:txStyles>
    <p:titleStyle>
      <a:lvl1pPr algn="ctr" rtl="0" fontAlgn="base">
        <a:spcBef>
          <a:spcPct val="0"/>
        </a:spcBef>
        <a:spcAft>
          <a:spcPct val="0"/>
        </a:spcAft>
        <a:defRPr sz="3900" b="1" kern="1200">
          <a:solidFill>
            <a:schemeClr val="bg1"/>
          </a:solidFill>
          <a:latin typeface="+mj-lt"/>
          <a:ea typeface="+mj-ea"/>
          <a:cs typeface="+mj-cs"/>
        </a:defRPr>
      </a:lvl1pPr>
      <a:lvl2pPr algn="ctr" rtl="0" fontAlgn="base">
        <a:spcBef>
          <a:spcPct val="0"/>
        </a:spcBef>
        <a:spcAft>
          <a:spcPct val="0"/>
        </a:spcAft>
        <a:defRPr sz="3900" b="1">
          <a:solidFill>
            <a:schemeClr val="bg1"/>
          </a:solidFill>
          <a:latin typeface="Times New Roman" panose="02020603050405020304" pitchFamily="18" charset="0"/>
          <a:ea typeface="宋体" panose="02010600030101010101" pitchFamily="2" charset="-122"/>
        </a:defRPr>
      </a:lvl2pPr>
      <a:lvl3pPr algn="ctr" rtl="0" fontAlgn="base">
        <a:spcBef>
          <a:spcPct val="0"/>
        </a:spcBef>
        <a:spcAft>
          <a:spcPct val="0"/>
        </a:spcAft>
        <a:defRPr sz="3900" b="1">
          <a:solidFill>
            <a:schemeClr val="bg1"/>
          </a:solidFill>
          <a:latin typeface="Times New Roman" panose="02020603050405020304" pitchFamily="18" charset="0"/>
          <a:ea typeface="宋体" panose="02010600030101010101" pitchFamily="2" charset="-122"/>
        </a:defRPr>
      </a:lvl3pPr>
      <a:lvl4pPr algn="ctr" rtl="0" fontAlgn="base">
        <a:spcBef>
          <a:spcPct val="0"/>
        </a:spcBef>
        <a:spcAft>
          <a:spcPct val="0"/>
        </a:spcAft>
        <a:defRPr sz="3900" b="1">
          <a:solidFill>
            <a:schemeClr val="bg1"/>
          </a:solidFill>
          <a:latin typeface="Times New Roman" panose="02020603050405020304" pitchFamily="18" charset="0"/>
          <a:ea typeface="宋体" panose="02010600030101010101" pitchFamily="2" charset="-122"/>
        </a:defRPr>
      </a:lvl4pPr>
      <a:lvl5pPr algn="ctr" rtl="0" fontAlgn="base">
        <a:spcBef>
          <a:spcPct val="0"/>
        </a:spcBef>
        <a:spcAft>
          <a:spcPct val="0"/>
        </a:spcAft>
        <a:defRPr sz="3900" b="1">
          <a:solidFill>
            <a:schemeClr val="bg1"/>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sz="3900" b="1">
          <a:solidFill>
            <a:schemeClr val="bg1"/>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sz="3900" b="1">
          <a:solidFill>
            <a:schemeClr val="bg1"/>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sz="3900" b="1">
          <a:solidFill>
            <a:schemeClr val="bg1"/>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sz="3900" b="1">
          <a:solidFill>
            <a:schemeClr val="bg1"/>
          </a:solidFill>
          <a:latin typeface="Times New Roman" panose="02020603050405020304" pitchFamily="18" charset="0"/>
          <a:ea typeface="宋体" panose="02010600030101010101" pitchFamily="2" charset="-122"/>
        </a:defRPr>
      </a:lvl9pPr>
    </p:titleStyle>
    <p:bodyStyle>
      <a:lvl1pPr marL="342900" indent="-342900" algn="l" rtl="0" fontAlgn="base">
        <a:spcBef>
          <a:spcPct val="20000"/>
        </a:spcBef>
        <a:spcAft>
          <a:spcPct val="0"/>
        </a:spcAft>
        <a:buClr>
          <a:schemeClr val="tx2"/>
        </a:buClr>
        <a:buSzPct val="70000"/>
        <a:buFont typeface="Wingdings" panose="05000000000000000000" pitchFamily="2" charset="2"/>
        <a:buChar char="l"/>
        <a:defRPr sz="3000" kern="1200">
          <a:solidFill>
            <a:schemeClr val="tx1"/>
          </a:solidFill>
          <a:latin typeface="+mn-lt"/>
          <a:ea typeface="+mn-ea"/>
          <a:cs typeface="+mn-cs"/>
        </a:defRPr>
      </a:lvl1pPr>
      <a:lvl2pPr marL="692150" indent="-347663" algn="l" rtl="0" fontAlgn="base">
        <a:spcBef>
          <a:spcPct val="20000"/>
        </a:spcBef>
        <a:spcAft>
          <a:spcPct val="0"/>
        </a:spcAft>
        <a:buClr>
          <a:schemeClr val="accent2"/>
        </a:buClr>
        <a:buSzPct val="70000"/>
        <a:buFont typeface="Wingdings" panose="05000000000000000000" pitchFamily="2" charset="2"/>
        <a:buChar char="l"/>
        <a:defRPr sz="2600" kern="1200">
          <a:solidFill>
            <a:schemeClr val="tx1"/>
          </a:solidFill>
          <a:latin typeface="+mn-lt"/>
          <a:ea typeface="+mn-ea"/>
          <a:cs typeface="+mn-cs"/>
        </a:defRPr>
      </a:lvl2pPr>
      <a:lvl3pPr marL="987425" indent="-293688" algn="l" rtl="0" fontAlgn="base">
        <a:spcBef>
          <a:spcPct val="20000"/>
        </a:spcBef>
        <a:spcAft>
          <a:spcPct val="0"/>
        </a:spcAft>
        <a:buClr>
          <a:schemeClr val="accent1"/>
        </a:buClr>
        <a:buSzPct val="70000"/>
        <a:buFont typeface="Wingdings" panose="05000000000000000000" pitchFamily="2" charset="2"/>
        <a:buChar char="l"/>
        <a:defRPr sz="2300" kern="1200">
          <a:solidFill>
            <a:schemeClr val="tx1"/>
          </a:solidFill>
          <a:latin typeface="+mn-lt"/>
          <a:ea typeface="+mn-ea"/>
          <a:cs typeface="+mn-cs"/>
        </a:defRPr>
      </a:lvl3pPr>
      <a:lvl4pPr marL="1281113" indent="-292100" algn="l" rtl="0" fontAlgn="base">
        <a:spcBef>
          <a:spcPct val="20000"/>
        </a:spcBef>
        <a:spcAft>
          <a:spcPct val="0"/>
        </a:spcAft>
        <a:buClr>
          <a:schemeClr val="tx2"/>
        </a:buClr>
        <a:buSzPct val="75000"/>
        <a:buFont typeface="Wingdings" panose="05000000000000000000" pitchFamily="2" charset="2"/>
        <a:buChar char="§"/>
        <a:defRPr sz="2000" kern="1200">
          <a:solidFill>
            <a:schemeClr val="tx1"/>
          </a:solidFill>
          <a:latin typeface="+mn-lt"/>
          <a:ea typeface="+mn-ea"/>
          <a:cs typeface="+mn-cs"/>
        </a:defRPr>
      </a:lvl4pPr>
      <a:lvl5pPr marL="1598613" indent="-315913" algn="l" rtl="0" fontAlgn="base">
        <a:spcBef>
          <a:spcPct val="20000"/>
        </a:spcBef>
        <a:spcAft>
          <a:spcPct val="0"/>
        </a:spcAft>
        <a:buClr>
          <a:schemeClr val="folHlink"/>
        </a:buClr>
        <a:buSzPct val="80000"/>
        <a:buFont typeface="Wingdings" panose="05000000000000000000" pitchFamily="2" charset="2"/>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8" Type="http://schemas.openxmlformats.org/officeDocument/2006/relationships/oleObject" Target="../embeddings/oleObject4.bin"/><Relationship Id="rId3" Type="http://schemas.openxmlformats.org/officeDocument/2006/relationships/audio" Target="../media/audio1.wav"/><Relationship Id="rId7" Type="http://schemas.openxmlformats.org/officeDocument/2006/relationships/oleObject" Target="../embeddings/oleObject3.bin"/><Relationship Id="rId2" Type="http://schemas.openxmlformats.org/officeDocument/2006/relationships/notesSlide" Target="../notesSlides/notesSlide2.xml"/><Relationship Id="rId1" Type="http://schemas.openxmlformats.org/officeDocument/2006/relationships/slideLayout" Target="../slideLayouts/slideLayout6.xml"/><Relationship Id="rId6" Type="http://schemas.openxmlformats.org/officeDocument/2006/relationships/oleObject" Target="../embeddings/oleObject2.bin"/><Relationship Id="rId5" Type="http://schemas.openxmlformats.org/officeDocument/2006/relationships/image" Target="../media/image2.png"/><Relationship Id="rId4" Type="http://schemas.openxmlformats.org/officeDocument/2006/relationships/oleObject" Target="../embeddings/oleObject1.bin"/><Relationship Id="rId9"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audio" Target="../media/audio2.wav"/><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hyperlink" Target="&#31532;1&#31456;.PPT#-1,4,  &#20869;&#23481;&#25552;&#35201;" TargetMode="Externa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灯片编号占位符 3">
            <a:extLst>
              <a:ext uri="{FF2B5EF4-FFF2-40B4-BE49-F238E27FC236}">
                <a16:creationId xmlns:a16="http://schemas.microsoft.com/office/drawing/2014/main" id="{B031EF0B-AC15-4739-9F90-6915215BCE08}"/>
              </a:ext>
            </a:extLst>
          </p:cNvPr>
          <p:cNvSpPr>
            <a:spLocks noGrp="1"/>
          </p:cNvSpPr>
          <p:nvPr>
            <p:ph type="sldNum" sz="quarter" idx="12"/>
          </p:nvPr>
        </p:nvSpPr>
        <p:spPr/>
        <p:txBody>
          <a:bodyPr/>
          <a:lstStyle/>
          <a:p>
            <a:fld id="{23C3E9C9-0860-486A-AAED-83546978BBCC}" type="slidenum">
              <a:rPr lang="en-US" altLang="zh-CN"/>
              <a:pPr/>
              <a:t>1</a:t>
            </a:fld>
            <a:endParaRPr lang="en-US" altLang="zh-CN"/>
          </a:p>
        </p:txBody>
      </p:sp>
      <p:sp>
        <p:nvSpPr>
          <p:cNvPr id="191490" name="Rectangle 2">
            <a:extLst>
              <a:ext uri="{FF2B5EF4-FFF2-40B4-BE49-F238E27FC236}">
                <a16:creationId xmlns:a16="http://schemas.microsoft.com/office/drawing/2014/main" id="{05665612-653E-469C-A77F-4092C0B315E1}"/>
              </a:ext>
            </a:extLst>
          </p:cNvPr>
          <p:cNvSpPr>
            <a:spLocks noGrp="1" noChangeArrowheads="1"/>
          </p:cNvSpPr>
          <p:nvPr>
            <p:ph type="title" idx="4294967295"/>
          </p:nvPr>
        </p:nvSpPr>
        <p:spPr>
          <a:xfrm>
            <a:off x="0" y="836613"/>
            <a:ext cx="9144000" cy="593725"/>
          </a:xfrm>
          <a:solidFill>
            <a:srgbClr val="0000FF"/>
          </a:solidFill>
          <a:ln/>
        </p:spPr>
        <p:txBody>
          <a:bodyPr/>
          <a:lstStyle/>
          <a:p>
            <a:r>
              <a:rPr kumimoji="1" lang="zh-CN" altLang="en-US" sz="3500">
                <a:solidFill>
                  <a:srgbClr val="FFFF00"/>
                </a:solidFill>
                <a:ea typeface="楷体_GB2312" pitchFamily="49" charset="-122"/>
              </a:rPr>
              <a:t>数据在计算机中的表示</a:t>
            </a:r>
          </a:p>
        </p:txBody>
      </p:sp>
      <p:sp>
        <p:nvSpPr>
          <p:cNvPr id="191491" name="Text Box 3">
            <a:extLst>
              <a:ext uri="{FF2B5EF4-FFF2-40B4-BE49-F238E27FC236}">
                <a16:creationId xmlns:a16="http://schemas.microsoft.com/office/drawing/2014/main" id="{85ADF888-93FB-4127-BF11-1DB8B779C9DC}"/>
              </a:ext>
            </a:extLst>
          </p:cNvPr>
          <p:cNvSpPr txBox="1">
            <a:spLocks noChangeArrowheads="1"/>
          </p:cNvSpPr>
          <p:nvPr/>
        </p:nvSpPr>
        <p:spPr bwMode="auto">
          <a:xfrm>
            <a:off x="468313" y="1412875"/>
            <a:ext cx="8207375" cy="669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eaLnBrk="0" hangingPunct="0">
              <a:spcBef>
                <a:spcPct val="50000"/>
              </a:spcBef>
            </a:pPr>
            <a:r>
              <a:rPr lang="zh-CN" altLang="en-US" sz="4400" b="1">
                <a:solidFill>
                  <a:srgbClr val="0000FF"/>
                </a:solidFill>
                <a:latin typeface="宋体" panose="02010600030101010101" pitchFamily="2" charset="-122"/>
              </a:rPr>
              <a:t>数字时代</a:t>
            </a:r>
            <a:r>
              <a:rPr lang="en-US" altLang="zh-CN" sz="4400" b="1">
                <a:solidFill>
                  <a:srgbClr val="0000FF"/>
                </a:solidFill>
                <a:latin typeface="宋体" panose="02010600030101010101" pitchFamily="2" charset="-122"/>
              </a:rPr>
              <a:t>,</a:t>
            </a:r>
            <a:r>
              <a:rPr lang="zh-CN" altLang="en-US" sz="4400" b="1">
                <a:solidFill>
                  <a:srgbClr val="0000FF"/>
                </a:solidFill>
                <a:latin typeface="宋体" panose="02010600030101010101" pitchFamily="2" charset="-122"/>
              </a:rPr>
              <a:t>世界充满</a:t>
            </a:r>
            <a:r>
              <a:rPr lang="en-US" altLang="zh-CN" sz="4400" b="1">
                <a:solidFill>
                  <a:srgbClr val="0000FF"/>
                </a:solidFill>
                <a:latin typeface="宋体" panose="02010600030101010101" pitchFamily="2" charset="-122"/>
              </a:rPr>
              <a:t>0</a:t>
            </a:r>
            <a:r>
              <a:rPr lang="zh-CN" altLang="en-US" sz="4400" b="1">
                <a:solidFill>
                  <a:srgbClr val="0000FF"/>
                </a:solidFill>
                <a:latin typeface="宋体" panose="02010600030101010101" pitchFamily="2" charset="-122"/>
              </a:rPr>
              <a:t>与</a:t>
            </a:r>
            <a:r>
              <a:rPr lang="en-US" altLang="zh-CN" sz="4400" b="1">
                <a:solidFill>
                  <a:srgbClr val="0000FF"/>
                </a:solidFill>
                <a:latin typeface="宋体" panose="02010600030101010101" pitchFamily="2" charset="-122"/>
              </a:rPr>
              <a:t>1</a:t>
            </a:r>
          </a:p>
        </p:txBody>
      </p:sp>
      <p:sp>
        <p:nvSpPr>
          <p:cNvPr id="191492" name="Rectangle 4">
            <a:extLst>
              <a:ext uri="{FF2B5EF4-FFF2-40B4-BE49-F238E27FC236}">
                <a16:creationId xmlns:a16="http://schemas.microsoft.com/office/drawing/2014/main" id="{141EF2AE-96BF-4304-B59D-25731C9213AE}"/>
              </a:ext>
            </a:extLst>
          </p:cNvPr>
          <p:cNvSpPr>
            <a:spLocks noChangeArrowheads="1"/>
          </p:cNvSpPr>
          <p:nvPr/>
        </p:nvSpPr>
        <p:spPr bwMode="auto">
          <a:xfrm>
            <a:off x="468313" y="2122488"/>
            <a:ext cx="8153400" cy="281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ea typeface="宋体" panose="02010600030101010101" pitchFamily="2" charset="-122"/>
              </a:defRPr>
            </a:lvl1pPr>
            <a:lvl2pPr marL="692150" indent="-347663">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ea typeface="宋体" panose="02010600030101010101" pitchFamily="2" charset="-122"/>
              </a:defRPr>
            </a:lvl2pPr>
            <a:lvl3pPr marL="987425" indent="-293688">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281113" indent="-2921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1598613" indent="-315913">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055813" indent="-315913"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513013" indent="-315913"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2970213" indent="-315913"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427413" indent="-315913"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buFont typeface="Wingdings" panose="05000000000000000000" pitchFamily="2" charset="2"/>
              <a:buNone/>
            </a:pPr>
            <a:r>
              <a:rPr lang="en-US" altLang="zh-CN" sz="2800" b="1">
                <a:latin typeface="幼圆" panose="02010509060101010101" pitchFamily="49" charset="-122"/>
                <a:ea typeface="幼圆" panose="02010509060101010101" pitchFamily="49" charset="-122"/>
              </a:rPr>
              <a:t>  </a:t>
            </a:r>
            <a:r>
              <a:rPr lang="zh-CN" altLang="en-US" sz="2800" b="1">
                <a:solidFill>
                  <a:srgbClr val="FF0000"/>
                </a:solidFill>
                <a:latin typeface="幼圆" panose="02010509060101010101" pitchFamily="49" charset="-122"/>
                <a:ea typeface="幼圆" panose="02010509060101010101" pitchFamily="49" charset="-122"/>
              </a:rPr>
              <a:t>计算机只认识</a:t>
            </a:r>
            <a:r>
              <a:rPr lang="en-US" altLang="zh-CN" sz="2800" b="1">
                <a:solidFill>
                  <a:srgbClr val="FF0000"/>
                </a:solidFill>
                <a:latin typeface="幼圆" panose="02010509060101010101" pitchFamily="49" charset="-122"/>
                <a:ea typeface="幼圆" panose="02010509060101010101" pitchFamily="49" charset="-122"/>
              </a:rPr>
              <a:t>0</a:t>
            </a:r>
            <a:r>
              <a:rPr lang="zh-CN" altLang="en-US" sz="2800" b="1">
                <a:solidFill>
                  <a:srgbClr val="FF0000"/>
                </a:solidFill>
                <a:latin typeface="幼圆" panose="02010509060101010101" pitchFamily="49" charset="-122"/>
                <a:ea typeface="幼圆" panose="02010509060101010101" pitchFamily="49" charset="-122"/>
              </a:rPr>
              <a:t>与</a:t>
            </a:r>
            <a:r>
              <a:rPr lang="en-US" altLang="zh-CN" sz="2800" b="1">
                <a:solidFill>
                  <a:srgbClr val="FF0000"/>
                </a:solidFill>
                <a:latin typeface="幼圆" panose="02010509060101010101" pitchFamily="49" charset="-122"/>
                <a:ea typeface="幼圆" panose="02010509060101010101" pitchFamily="49" charset="-122"/>
              </a:rPr>
              <a:t>1</a:t>
            </a:r>
            <a:endParaRPr lang="en-US" altLang="zh-CN" sz="2800" b="1">
              <a:solidFill>
                <a:srgbClr val="FF0000"/>
              </a:solidFill>
              <a:latin typeface="幼圆" panose="02010509060101010101" pitchFamily="49" charset="-122"/>
              <a:ea typeface="幼圆" panose="02010509060101010101" pitchFamily="49" charset="-122"/>
              <a:cs typeface="Times New Roman" panose="02020603050405020304" pitchFamily="18" charset="0"/>
            </a:endParaRPr>
          </a:p>
          <a:p>
            <a:pPr lvl="1" algn="just">
              <a:buFont typeface="Wingdings" panose="05000000000000000000" pitchFamily="2" charset="2"/>
              <a:buChar char="Ø"/>
            </a:pPr>
            <a:r>
              <a:rPr lang="zh-CN" altLang="en-US" sz="2800" b="1">
                <a:latin typeface="幼圆" panose="02010509060101010101" pitchFamily="49" charset="-122"/>
                <a:ea typeface="幼圆" panose="02010509060101010101" pitchFamily="49" charset="-122"/>
              </a:rPr>
              <a:t>在计算机中，</a:t>
            </a:r>
            <a:r>
              <a:rPr lang="zh-CN" altLang="en-US" sz="2800" b="1">
                <a:solidFill>
                  <a:srgbClr val="0000CC"/>
                </a:solidFill>
                <a:latin typeface="幼圆" panose="02010509060101010101" pitchFamily="49" charset="-122"/>
                <a:ea typeface="幼圆" panose="02010509060101010101" pitchFamily="49" charset="-122"/>
              </a:rPr>
              <a:t>各种信息数据（包括</a:t>
            </a:r>
            <a:r>
              <a:rPr lang="zh-CN" altLang="en-US" sz="2800" b="1">
                <a:solidFill>
                  <a:srgbClr val="FF0000"/>
                </a:solidFill>
                <a:latin typeface="幼圆" panose="02010509060101010101" pitchFamily="49" charset="-122"/>
                <a:ea typeface="幼圆" panose="02010509060101010101" pitchFamily="49" charset="-122"/>
              </a:rPr>
              <a:t>数值数据、符号、图形、图像、声音和其它媒体数据</a:t>
            </a:r>
            <a:r>
              <a:rPr lang="zh-CN" altLang="en-US" sz="2800" b="1">
                <a:solidFill>
                  <a:srgbClr val="0000CC"/>
                </a:solidFill>
                <a:latin typeface="幼圆" panose="02010509060101010101" pitchFamily="49" charset="-122"/>
                <a:ea typeface="幼圆" panose="02010509060101010101" pitchFamily="49" charset="-122"/>
              </a:rPr>
              <a:t>）的存储和表示都是采用</a:t>
            </a:r>
            <a:r>
              <a:rPr lang="zh-CN" altLang="en-US" sz="2800" b="1">
                <a:solidFill>
                  <a:srgbClr val="FF0000"/>
                </a:solidFill>
                <a:latin typeface="幼圆" panose="02010509060101010101" pitchFamily="49" charset="-122"/>
                <a:ea typeface="幼圆" panose="02010509060101010101" pitchFamily="49" charset="-122"/>
              </a:rPr>
              <a:t>二进制形式</a:t>
            </a:r>
            <a:r>
              <a:rPr lang="zh-CN" altLang="en-US" sz="2800" b="1">
                <a:solidFill>
                  <a:srgbClr val="0000CC"/>
                </a:solidFill>
                <a:latin typeface="幼圆" panose="02010509060101010101" pitchFamily="49" charset="-122"/>
                <a:ea typeface="幼圆" panose="02010509060101010101" pitchFamily="49" charset="-122"/>
              </a:rPr>
              <a:t>进行的，</a:t>
            </a:r>
            <a:r>
              <a:rPr lang="zh-CN" altLang="en-US" sz="2800" b="1">
                <a:latin typeface="幼圆" panose="02010509060101010101" pitchFamily="49" charset="-122"/>
                <a:ea typeface="幼圆" panose="02010509060101010101" pitchFamily="49" charset="-122"/>
              </a:rPr>
              <a:t>其运算和处理也都是以二进制信息的运算和处理为基础的。</a:t>
            </a:r>
          </a:p>
        </p:txBody>
      </p:sp>
      <p:sp>
        <p:nvSpPr>
          <p:cNvPr id="191493" name="Text Box 5">
            <a:extLst>
              <a:ext uri="{FF2B5EF4-FFF2-40B4-BE49-F238E27FC236}">
                <a16:creationId xmlns:a16="http://schemas.microsoft.com/office/drawing/2014/main" id="{FF780FCA-D96F-4A73-BBD9-D550E1E6A9DB}"/>
              </a:ext>
            </a:extLst>
          </p:cNvPr>
          <p:cNvSpPr txBox="1">
            <a:spLocks noChangeArrowheads="1"/>
          </p:cNvSpPr>
          <p:nvPr/>
        </p:nvSpPr>
        <p:spPr bwMode="auto">
          <a:xfrm>
            <a:off x="900113" y="5084763"/>
            <a:ext cx="7775575" cy="854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eaLnBrk="0" hangingPunct="0">
              <a:spcBef>
                <a:spcPct val="50000"/>
              </a:spcBef>
            </a:pPr>
            <a:r>
              <a:rPr lang="zh-CN" altLang="en-US" sz="2800" b="1">
                <a:solidFill>
                  <a:srgbClr val="800080"/>
                </a:solidFill>
                <a:latin typeface="宋体" panose="02010600030101010101" pitchFamily="2" charset="-122"/>
              </a:rPr>
              <a:t>计算机中</a:t>
            </a:r>
            <a:r>
              <a:rPr lang="en-US" altLang="zh-CN" sz="2800" b="1">
                <a:solidFill>
                  <a:srgbClr val="800080"/>
                </a:solidFill>
                <a:latin typeface="宋体" panose="02010600030101010101" pitchFamily="2" charset="-122"/>
              </a:rPr>
              <a:t>,</a:t>
            </a:r>
            <a:r>
              <a:rPr lang="zh-CN" altLang="en-US" sz="2800" b="1">
                <a:solidFill>
                  <a:srgbClr val="800080"/>
                </a:solidFill>
                <a:latin typeface="宋体" panose="02010600030101010101" pitchFamily="2" charset="-122"/>
              </a:rPr>
              <a:t>为什么要使用二进制数</a:t>
            </a:r>
            <a:r>
              <a:rPr lang="en-US" altLang="zh-CN" sz="2800" b="1">
                <a:solidFill>
                  <a:srgbClr val="800080"/>
                </a:solidFill>
                <a:latin typeface="宋体" panose="02010600030101010101" pitchFamily="2" charset="-122"/>
              </a:rPr>
              <a:t>,</a:t>
            </a:r>
            <a:r>
              <a:rPr lang="zh-CN" altLang="en-US" sz="2800" b="1">
                <a:solidFill>
                  <a:srgbClr val="800080"/>
                </a:solidFill>
                <a:latin typeface="宋体" panose="02010600030101010101" pitchFamily="2" charset="-122"/>
              </a:rPr>
              <a:t>而不使用人们已经习惯的十进制数呢</a:t>
            </a:r>
            <a:r>
              <a:rPr lang="en-US" altLang="zh-CN" sz="2800" b="1">
                <a:solidFill>
                  <a:srgbClr val="800080"/>
                </a:solidFill>
                <a:latin typeface="宋体" panose="02010600030101010101" pitchFamily="2" charset="-122"/>
              </a:rPr>
              <a:t>?</a:t>
            </a:r>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91492">
                                            <p:txEl>
                                              <p:pRg st="1" end="1"/>
                                            </p:txEl>
                                          </p:spTgt>
                                        </p:tgtEl>
                                        <p:attrNameLst>
                                          <p:attrName>style.visibility</p:attrName>
                                        </p:attrNameLst>
                                      </p:cBhvr>
                                      <p:to>
                                        <p:strVal val="visible"/>
                                      </p:to>
                                    </p:set>
                                    <p:animEffect transition="in" filter="wipe(up)">
                                      <p:cBhvr>
                                        <p:cTn id="7" dur="500"/>
                                        <p:tgtEl>
                                          <p:spTgt spid="191492">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191493"/>
                                        </p:tgtEl>
                                        <p:attrNameLst>
                                          <p:attrName>style.visibility</p:attrName>
                                        </p:attrNameLst>
                                      </p:cBhvr>
                                      <p:to>
                                        <p:strVal val="visible"/>
                                      </p:to>
                                    </p:set>
                                    <p:anim calcmode="lin" valueType="num">
                                      <p:cBhvr additive="base">
                                        <p:cTn id="12" dur="500" fill="hold"/>
                                        <p:tgtEl>
                                          <p:spTgt spid="191493"/>
                                        </p:tgtEl>
                                        <p:attrNameLst>
                                          <p:attrName>ppt_x</p:attrName>
                                        </p:attrNameLst>
                                      </p:cBhvr>
                                      <p:tavLst>
                                        <p:tav tm="0">
                                          <p:val>
                                            <p:strVal val="#ppt_x"/>
                                          </p:val>
                                        </p:tav>
                                        <p:tav tm="100000">
                                          <p:val>
                                            <p:strVal val="#ppt_x"/>
                                          </p:val>
                                        </p:tav>
                                      </p:tavLst>
                                    </p:anim>
                                    <p:anim calcmode="lin" valueType="num">
                                      <p:cBhvr additive="base">
                                        <p:cTn id="13" dur="500" fill="hold"/>
                                        <p:tgtEl>
                                          <p:spTgt spid="19149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1492" grpId="0" build="p" bldLvl="2" autoUpdateAnimBg="0"/>
      <p:bldP spid="191493" grpId="0"/>
    </p:bldLst>
  </p:timing>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88424" name="AutoShape 8">
            <a:extLst>
              <a:ext uri="{FF2B5EF4-FFF2-40B4-BE49-F238E27FC236}">
                <a16:creationId xmlns:a16="http://schemas.microsoft.com/office/drawing/2014/main" id="{B8304BEB-5E36-414E-B0BB-A383EFFB80D2}"/>
              </a:ext>
            </a:extLst>
          </p:cNvPr>
          <p:cNvSpPr>
            <a:spLocks noChangeArrowheads="1"/>
          </p:cNvSpPr>
          <p:nvPr/>
        </p:nvSpPr>
        <p:spPr bwMode="auto">
          <a:xfrm>
            <a:off x="525463" y="830263"/>
            <a:ext cx="7848600" cy="735012"/>
          </a:xfrm>
          <a:prstGeom prst="bevel">
            <a:avLst>
              <a:gd name="adj" fmla="val 8778"/>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17961" dir="2700000" algn="ctr" rotWithShape="0">
                    <a:schemeClr val="bg1">
                      <a:gamma/>
                      <a:shade val="60000"/>
                      <a:invGamma/>
                    </a:schemeClr>
                  </a:outerShdw>
                </a:effectLst>
              </a14:hiddenEffects>
            </a:ext>
          </a:extLst>
        </p:spPr>
        <p:txBody>
          <a:bodyPr lIns="45720" tIns="72000" rIns="0" bIns="72000">
            <a:spAutoFit/>
          </a:bodyPr>
          <a:lstStyle>
            <a:lvl1pPr marL="271463" indent="-271463">
              <a:defRPr kumimoji="1" sz="2400">
                <a:solidFill>
                  <a:schemeClr val="tx1"/>
                </a:solidFill>
                <a:latin typeface="Times New Roman" panose="02020603050405020304" pitchFamily="18" charset="0"/>
                <a:ea typeface="宋体" panose="02010600030101010101" pitchFamily="2" charset="-122"/>
              </a:defRPr>
            </a:lvl1pPr>
            <a:lvl2pPr marL="271463" indent="-271463">
              <a:defRPr kumimoji="1" sz="2400">
                <a:solidFill>
                  <a:schemeClr val="tx1"/>
                </a:solidFill>
                <a:latin typeface="Times New Roman" panose="02020603050405020304" pitchFamily="18" charset="0"/>
                <a:ea typeface="宋体" panose="02010600030101010101" pitchFamily="2" charset="-122"/>
              </a:defRPr>
            </a:lvl2pPr>
            <a:lvl3pPr marL="271463" indent="-271463">
              <a:defRPr kumimoji="1" sz="2400">
                <a:solidFill>
                  <a:schemeClr val="tx1"/>
                </a:solidFill>
                <a:latin typeface="Times New Roman" panose="02020603050405020304" pitchFamily="18" charset="0"/>
                <a:ea typeface="宋体" panose="02010600030101010101" pitchFamily="2" charset="-122"/>
              </a:defRPr>
            </a:lvl3pPr>
            <a:lvl4pPr marL="271463" indent="-271463">
              <a:defRPr kumimoji="1" sz="2400">
                <a:solidFill>
                  <a:schemeClr val="tx1"/>
                </a:solidFill>
                <a:latin typeface="Times New Roman" panose="02020603050405020304" pitchFamily="18" charset="0"/>
                <a:ea typeface="宋体" panose="02010600030101010101" pitchFamily="2" charset="-122"/>
              </a:defRPr>
            </a:lvl4pPr>
            <a:lvl5pPr marL="271463" indent="-271463">
              <a:defRPr kumimoji="1" sz="2400">
                <a:solidFill>
                  <a:schemeClr val="tx1"/>
                </a:solidFill>
                <a:latin typeface="Times New Roman" panose="02020603050405020304" pitchFamily="18" charset="0"/>
                <a:ea typeface="宋体" panose="02010600030101010101" pitchFamily="2" charset="-122"/>
              </a:defRPr>
            </a:lvl5pPr>
            <a:lvl6pPr marL="728663" indent="-271463"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1185863" indent="-271463"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1643063" indent="-271463"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2100263" indent="-271463"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kumimoji="0" lang="zh-CN" altLang="en-US" sz="3200" b="1">
                <a:solidFill>
                  <a:srgbClr val="FF3300"/>
                </a:solidFill>
                <a:latin typeface="华文新魏" panose="02010800040101010101" pitchFamily="2" charset="-122"/>
                <a:ea typeface="华文新魏" panose="02010800040101010101" pitchFamily="2" charset="-122"/>
              </a:rPr>
              <a:t>计算机采用二进制形式来表示数据和指令</a:t>
            </a:r>
            <a:r>
              <a:rPr kumimoji="0" lang="zh-CN" altLang="en-US" sz="3200" b="1">
                <a:solidFill>
                  <a:srgbClr val="FFFF99"/>
                </a:solidFill>
                <a:latin typeface="华文新魏" panose="02010800040101010101" pitchFamily="2" charset="-122"/>
                <a:ea typeface="华文新魏" panose="02010800040101010101" pitchFamily="2" charset="-122"/>
              </a:rPr>
              <a:t>    </a:t>
            </a:r>
          </a:p>
        </p:txBody>
      </p:sp>
      <p:sp>
        <p:nvSpPr>
          <p:cNvPr id="188425" name="AutoShape 9">
            <a:extLst>
              <a:ext uri="{FF2B5EF4-FFF2-40B4-BE49-F238E27FC236}">
                <a16:creationId xmlns:a16="http://schemas.microsoft.com/office/drawing/2014/main" id="{E8A9B225-2056-4013-B318-8F5029E83B31}"/>
              </a:ext>
            </a:extLst>
          </p:cNvPr>
          <p:cNvSpPr>
            <a:spLocks noChangeArrowheads="1"/>
          </p:cNvSpPr>
          <p:nvPr/>
        </p:nvSpPr>
        <p:spPr bwMode="auto">
          <a:xfrm>
            <a:off x="468313" y="1844675"/>
            <a:ext cx="8134350" cy="1385888"/>
          </a:xfrm>
          <a:prstGeom prst="bevel">
            <a:avLst>
              <a:gd name="adj" fmla="val 2356"/>
            </a:avLst>
          </a:prstGeom>
          <a:solidFill>
            <a:srgbClr val="000099"/>
          </a:solidFill>
          <a:ln w="9525">
            <a:solidFill>
              <a:srgbClr val="000000"/>
            </a:solidFill>
            <a:miter lim="800000"/>
            <a:headEnd/>
            <a:tailEnd/>
          </a:ln>
          <a:effectLst/>
          <a:extLst>
            <a:ext uri="{AF507438-7753-43E0-B8FC-AC1667EBCBE1}">
              <a14:hiddenEffects xmlns:a14="http://schemas.microsoft.com/office/drawing/2010/main">
                <a:effectLst>
                  <a:outerShdw dist="17961" dir="2700000" algn="ctr" rotWithShape="0">
                    <a:srgbClr val="000000">
                      <a:gamma/>
                      <a:shade val="60000"/>
                      <a:invGamma/>
                    </a:srgbClr>
                  </a:outerShdw>
                </a:effectLst>
              </a14:hiddenEffects>
            </a:ext>
          </a:extLst>
        </p:spPr>
        <p:txBody>
          <a:bodyPr lIns="45720" tIns="0" rIns="0" bIns="0">
            <a:spAutoFit/>
          </a:bodyPr>
          <a:lstStyle>
            <a:lvl1pPr marL="271463" indent="-271463">
              <a:defRPr kumimoji="1" sz="2400">
                <a:solidFill>
                  <a:schemeClr val="tx1"/>
                </a:solidFill>
                <a:latin typeface="Times New Roman" panose="02020603050405020304" pitchFamily="18" charset="0"/>
                <a:ea typeface="宋体" panose="02010600030101010101" pitchFamily="2" charset="-122"/>
              </a:defRPr>
            </a:lvl1pPr>
            <a:lvl2pPr marL="898525">
              <a:defRPr kumimoji="1" sz="2400">
                <a:solidFill>
                  <a:schemeClr val="tx1"/>
                </a:solidFill>
                <a:latin typeface="Times New Roman" panose="02020603050405020304" pitchFamily="18" charset="0"/>
                <a:ea typeface="宋体" panose="02010600030101010101" pitchFamily="2" charset="-122"/>
              </a:defRPr>
            </a:lvl2pPr>
            <a:lvl3pPr marL="1077913">
              <a:defRPr kumimoji="1" sz="2400">
                <a:solidFill>
                  <a:schemeClr val="tx1"/>
                </a:solidFill>
                <a:latin typeface="Times New Roman" panose="02020603050405020304" pitchFamily="18" charset="0"/>
                <a:ea typeface="宋体" panose="02010600030101010101" pitchFamily="2" charset="-122"/>
              </a:defRPr>
            </a:lvl3pPr>
            <a:lvl4pPr>
              <a:defRPr kumimoji="1" sz="2400">
                <a:solidFill>
                  <a:schemeClr val="tx1"/>
                </a:solidFill>
                <a:latin typeface="Times New Roman" panose="02020603050405020304" pitchFamily="18" charset="0"/>
                <a:ea typeface="宋体" panose="02010600030101010101" pitchFamily="2" charset="-122"/>
              </a:defRPr>
            </a:lvl4pPr>
            <a:lvl5pPr>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nSpc>
                <a:spcPct val="110000"/>
              </a:lnSpc>
            </a:pPr>
            <a:r>
              <a:rPr kumimoji="0" lang="zh-CN" altLang="en-US" sz="2600" b="1">
                <a:solidFill>
                  <a:schemeClr val="accent1"/>
                </a:solidFill>
                <a:latin typeface="楷体_GB2312" pitchFamily="49" charset="-122"/>
                <a:ea typeface="楷体_GB2312" pitchFamily="49" charset="-122"/>
              </a:rPr>
              <a:t>数据：</a:t>
            </a:r>
            <a:r>
              <a:rPr kumimoji="0" lang="zh-CN" altLang="en-US" sz="2600" b="1">
                <a:solidFill>
                  <a:schemeClr val="bg1"/>
                </a:solidFill>
                <a:latin typeface="华文新魏" panose="02010800040101010101" pitchFamily="2" charset="-122"/>
                <a:ea typeface="华文新魏" panose="02010800040101010101" pitchFamily="2" charset="-122"/>
              </a:rPr>
              <a:t>以器件的两种物理状态，如晶体管的</a:t>
            </a:r>
            <a:r>
              <a:rPr kumimoji="0" lang="zh-CN" altLang="en-US" sz="2600" b="1">
                <a:solidFill>
                  <a:schemeClr val="bg1"/>
                </a:solidFill>
                <a:latin typeface="Arial Black" panose="020B0A04020102020204" pitchFamily="34" charset="0"/>
                <a:ea typeface="华文新魏" panose="02010800040101010101" pitchFamily="2" charset="-122"/>
              </a:rPr>
              <a:t>“</a:t>
            </a:r>
            <a:r>
              <a:rPr kumimoji="0" lang="zh-CN" altLang="en-US" sz="2600" b="1">
                <a:solidFill>
                  <a:schemeClr val="bg1"/>
                </a:solidFill>
                <a:latin typeface="华文新魏" panose="02010800040101010101" pitchFamily="2" charset="-122"/>
                <a:ea typeface="华文新魏" panose="02010800040101010101" pitchFamily="2" charset="-122"/>
              </a:rPr>
              <a:t>通</a:t>
            </a:r>
            <a:r>
              <a:rPr kumimoji="0" lang="zh-CN" altLang="en-US" sz="2600" b="1">
                <a:solidFill>
                  <a:schemeClr val="bg1"/>
                </a:solidFill>
                <a:latin typeface="Arial Black" panose="020B0A04020102020204" pitchFamily="34" charset="0"/>
                <a:ea typeface="华文新魏" panose="02010800040101010101" pitchFamily="2" charset="-122"/>
              </a:rPr>
              <a:t>”</a:t>
            </a:r>
            <a:r>
              <a:rPr kumimoji="0" lang="zh-CN" altLang="en-US" sz="2600" b="1">
                <a:solidFill>
                  <a:schemeClr val="bg1"/>
                </a:solidFill>
                <a:latin typeface="华文新魏" panose="02010800040101010101" pitchFamily="2" charset="-122"/>
                <a:ea typeface="华文新魏" panose="02010800040101010101" pitchFamily="2" charset="-122"/>
              </a:rPr>
              <a:t>和</a:t>
            </a:r>
            <a:r>
              <a:rPr kumimoji="0" lang="zh-CN" altLang="en-US" sz="2600" b="1">
                <a:solidFill>
                  <a:schemeClr val="bg1"/>
                </a:solidFill>
                <a:latin typeface="Arial Black" panose="020B0A04020102020204" pitchFamily="34" charset="0"/>
                <a:ea typeface="华文新魏" panose="02010800040101010101" pitchFamily="2" charset="-122"/>
              </a:rPr>
              <a:t>“</a:t>
            </a:r>
            <a:r>
              <a:rPr kumimoji="0" lang="zh-CN" altLang="en-US" sz="2600" b="1">
                <a:solidFill>
                  <a:schemeClr val="bg1"/>
                </a:solidFill>
                <a:latin typeface="华文新魏" panose="02010800040101010101" pitchFamily="2" charset="-122"/>
                <a:ea typeface="华文新魏" panose="02010800040101010101" pitchFamily="2" charset="-122"/>
              </a:rPr>
              <a:t>断</a:t>
            </a:r>
            <a:r>
              <a:rPr kumimoji="0" lang="zh-CN" altLang="en-US" sz="2600" b="1">
                <a:solidFill>
                  <a:schemeClr val="bg1"/>
                </a:solidFill>
                <a:latin typeface="Arial Black" panose="020B0A04020102020204" pitchFamily="34" charset="0"/>
                <a:ea typeface="华文新魏" panose="02010800040101010101" pitchFamily="2" charset="-122"/>
              </a:rPr>
              <a:t>”</a:t>
            </a:r>
            <a:r>
              <a:rPr kumimoji="0" lang="zh-CN" altLang="en-US" sz="2600" b="1">
                <a:solidFill>
                  <a:schemeClr val="bg1"/>
                </a:solidFill>
                <a:latin typeface="华文新魏" panose="02010800040101010101" pitchFamily="2" charset="-122"/>
                <a:ea typeface="华文新魏" panose="02010800040101010101" pitchFamily="2" charset="-122"/>
              </a:rPr>
              <a:t>等来表示，这种器件只能表示二进制代码。因此，计算机处理的所有数据都要转换成二进制代码。</a:t>
            </a:r>
          </a:p>
        </p:txBody>
      </p:sp>
      <p:grpSp>
        <p:nvGrpSpPr>
          <p:cNvPr id="188426" name="Group 10">
            <a:extLst>
              <a:ext uri="{FF2B5EF4-FFF2-40B4-BE49-F238E27FC236}">
                <a16:creationId xmlns:a16="http://schemas.microsoft.com/office/drawing/2014/main" id="{BA058040-3F21-4AB2-9C79-95F84F1A5BBA}"/>
              </a:ext>
            </a:extLst>
          </p:cNvPr>
          <p:cNvGrpSpPr>
            <a:grpSpLocks/>
          </p:cNvGrpSpPr>
          <p:nvPr/>
        </p:nvGrpSpPr>
        <p:grpSpPr bwMode="auto">
          <a:xfrm rot="-4615">
            <a:off x="3954463" y="3521075"/>
            <a:ext cx="3810000" cy="1277938"/>
            <a:chOff x="3129" y="1480"/>
            <a:chExt cx="2177" cy="771"/>
          </a:xfrm>
        </p:grpSpPr>
        <p:sp>
          <p:nvSpPr>
            <p:cNvPr id="188427" name="Rectangle 11">
              <a:extLst>
                <a:ext uri="{FF2B5EF4-FFF2-40B4-BE49-F238E27FC236}">
                  <a16:creationId xmlns:a16="http://schemas.microsoft.com/office/drawing/2014/main" id="{8E245FC1-367B-4CFA-A2A4-00353305F32B}"/>
                </a:ext>
              </a:extLst>
            </p:cNvPr>
            <p:cNvSpPr>
              <a:spLocks noChangeArrowheads="1"/>
            </p:cNvSpPr>
            <p:nvPr/>
          </p:nvSpPr>
          <p:spPr bwMode="auto">
            <a:xfrm>
              <a:off x="3129" y="1480"/>
              <a:ext cx="2177" cy="771"/>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88428" name="Group 12">
              <a:extLst>
                <a:ext uri="{FF2B5EF4-FFF2-40B4-BE49-F238E27FC236}">
                  <a16:creationId xmlns:a16="http://schemas.microsoft.com/office/drawing/2014/main" id="{ACE14630-D8DD-4F09-8809-FBF8FB832033}"/>
                </a:ext>
              </a:extLst>
            </p:cNvPr>
            <p:cNvGrpSpPr>
              <a:grpSpLocks/>
            </p:cNvGrpSpPr>
            <p:nvPr/>
          </p:nvGrpSpPr>
          <p:grpSpPr bwMode="auto">
            <a:xfrm>
              <a:off x="3221" y="1524"/>
              <a:ext cx="1972" cy="681"/>
              <a:chOff x="3255" y="1434"/>
              <a:chExt cx="1972" cy="681"/>
            </a:xfrm>
          </p:grpSpPr>
          <p:grpSp>
            <p:nvGrpSpPr>
              <p:cNvPr id="188429" name="Group 13">
                <a:extLst>
                  <a:ext uri="{FF2B5EF4-FFF2-40B4-BE49-F238E27FC236}">
                    <a16:creationId xmlns:a16="http://schemas.microsoft.com/office/drawing/2014/main" id="{8E996C43-DC39-4D69-852E-B3123E7CFC21}"/>
                  </a:ext>
                </a:extLst>
              </p:cNvPr>
              <p:cNvGrpSpPr>
                <a:grpSpLocks/>
              </p:cNvGrpSpPr>
              <p:nvPr/>
            </p:nvGrpSpPr>
            <p:grpSpPr bwMode="auto">
              <a:xfrm>
                <a:off x="3255" y="1434"/>
                <a:ext cx="79" cy="680"/>
                <a:chOff x="3481" y="1434"/>
                <a:chExt cx="79" cy="680"/>
              </a:xfrm>
            </p:grpSpPr>
            <p:grpSp>
              <p:nvGrpSpPr>
                <p:cNvPr id="188430" name="Group 14">
                  <a:extLst>
                    <a:ext uri="{FF2B5EF4-FFF2-40B4-BE49-F238E27FC236}">
                      <a16:creationId xmlns:a16="http://schemas.microsoft.com/office/drawing/2014/main" id="{B717A288-6C46-4A2C-A155-D57B4A80240E}"/>
                    </a:ext>
                  </a:extLst>
                </p:cNvPr>
                <p:cNvGrpSpPr>
                  <a:grpSpLocks/>
                </p:cNvGrpSpPr>
                <p:nvPr/>
              </p:nvGrpSpPr>
              <p:grpSpPr bwMode="auto">
                <a:xfrm>
                  <a:off x="3492" y="1434"/>
                  <a:ext cx="68" cy="283"/>
                  <a:chOff x="3492" y="1480"/>
                  <a:chExt cx="68" cy="283"/>
                </a:xfrm>
              </p:grpSpPr>
              <p:sp>
                <p:nvSpPr>
                  <p:cNvPr id="188431" name="Line 15">
                    <a:extLst>
                      <a:ext uri="{FF2B5EF4-FFF2-40B4-BE49-F238E27FC236}">
                        <a16:creationId xmlns:a16="http://schemas.microsoft.com/office/drawing/2014/main" id="{D9F4A638-371F-4B3D-A45A-0A3C18C5CA07}"/>
                      </a:ext>
                    </a:extLst>
                  </p:cNvPr>
                  <p:cNvSpPr>
                    <a:spLocks noChangeShapeType="1"/>
                  </p:cNvSpPr>
                  <p:nvPr/>
                </p:nvSpPr>
                <p:spPr bwMode="auto">
                  <a:xfrm flipH="1">
                    <a:off x="3515" y="1480"/>
                    <a:ext cx="11" cy="226"/>
                  </a:xfrm>
                  <a:prstGeom prst="line">
                    <a:avLst/>
                  </a:prstGeom>
                  <a:noFill/>
                  <a:ln w="28575">
                    <a:solidFill>
                      <a:schemeClr val="tx1"/>
                    </a:solidFill>
                    <a:round/>
                    <a:headEnd/>
                    <a:tailEnd/>
                  </a:ln>
                  <a:effectLst>
                    <a:outerShdw dist="107763" dir="2700000" algn="ctr" rotWithShape="0">
                      <a:schemeClr val="bg2">
                        <a:alpha val="50000"/>
                      </a:schemeClr>
                    </a:outerShdw>
                  </a:effectLst>
                  <a:extLst>
                    <a:ext uri="{909E8E84-426E-40DD-AFC4-6F175D3DCCD1}">
                      <a14:hiddenFill xmlns:a14="http://schemas.microsoft.com/office/drawing/2010/main">
                        <a:noFill/>
                      </a14:hiddenFill>
                    </a:ext>
                  </a:extLst>
                </p:spPr>
                <p:txBody>
                  <a:bodyPr anchor="ctr"/>
                  <a:lstStyle/>
                  <a:p>
                    <a:endParaRPr lang="zh-CN" altLang="en-US"/>
                  </a:p>
                </p:txBody>
              </p:sp>
              <p:sp>
                <p:nvSpPr>
                  <p:cNvPr id="188432" name="Oval 16">
                    <a:extLst>
                      <a:ext uri="{FF2B5EF4-FFF2-40B4-BE49-F238E27FC236}">
                        <a16:creationId xmlns:a16="http://schemas.microsoft.com/office/drawing/2014/main" id="{969C2174-FB24-42C7-99E0-2E74E173B0E4}"/>
                      </a:ext>
                    </a:extLst>
                  </p:cNvPr>
                  <p:cNvSpPr>
                    <a:spLocks noChangeArrowheads="1"/>
                  </p:cNvSpPr>
                  <p:nvPr/>
                </p:nvSpPr>
                <p:spPr bwMode="auto">
                  <a:xfrm>
                    <a:off x="3492" y="1695"/>
                    <a:ext cx="68" cy="68"/>
                  </a:xfrm>
                  <a:prstGeom prst="ellipse">
                    <a:avLst/>
                  </a:prstGeom>
                  <a:solidFill>
                    <a:schemeClr val="accent1"/>
                  </a:solidFill>
                  <a:ln w="9525">
                    <a:solidFill>
                      <a:schemeClr val="tx1"/>
                    </a:solidFill>
                    <a:round/>
                    <a:headEnd/>
                    <a:tailEnd/>
                  </a:ln>
                  <a:effectLst>
                    <a:outerShdw dist="107763" dir="2700000" algn="ctr" rotWithShape="0">
                      <a:schemeClr val="bg2">
                        <a:alpha val="50000"/>
                      </a:schemeClr>
                    </a:outerShdw>
                  </a:effectLst>
                </p:spPr>
                <p:txBody>
                  <a:bodyPr wrap="none" anchor="ctr"/>
                  <a:lstStyle/>
                  <a:p>
                    <a:endParaRPr lang="zh-CN" altLang="en-US"/>
                  </a:p>
                </p:txBody>
              </p:sp>
            </p:grpSp>
            <p:grpSp>
              <p:nvGrpSpPr>
                <p:cNvPr id="188433" name="Group 17">
                  <a:extLst>
                    <a:ext uri="{FF2B5EF4-FFF2-40B4-BE49-F238E27FC236}">
                      <a16:creationId xmlns:a16="http://schemas.microsoft.com/office/drawing/2014/main" id="{266A5819-D2C1-4129-B8FF-A906B5F723F8}"/>
                    </a:ext>
                  </a:extLst>
                </p:cNvPr>
                <p:cNvGrpSpPr>
                  <a:grpSpLocks/>
                </p:cNvGrpSpPr>
                <p:nvPr/>
              </p:nvGrpSpPr>
              <p:grpSpPr bwMode="auto">
                <a:xfrm>
                  <a:off x="3492" y="1842"/>
                  <a:ext cx="68" cy="272"/>
                  <a:chOff x="3492" y="1842"/>
                  <a:chExt cx="68" cy="272"/>
                </a:xfrm>
              </p:grpSpPr>
              <p:sp>
                <p:nvSpPr>
                  <p:cNvPr id="188434" name="Line 18">
                    <a:extLst>
                      <a:ext uri="{FF2B5EF4-FFF2-40B4-BE49-F238E27FC236}">
                        <a16:creationId xmlns:a16="http://schemas.microsoft.com/office/drawing/2014/main" id="{A54FE652-BBCD-4F9A-9C10-7DE7AB5BB8D7}"/>
                      </a:ext>
                    </a:extLst>
                  </p:cNvPr>
                  <p:cNvSpPr>
                    <a:spLocks noChangeShapeType="1"/>
                  </p:cNvSpPr>
                  <p:nvPr/>
                </p:nvSpPr>
                <p:spPr bwMode="auto">
                  <a:xfrm>
                    <a:off x="3526" y="1888"/>
                    <a:ext cx="0" cy="226"/>
                  </a:xfrm>
                  <a:prstGeom prst="line">
                    <a:avLst/>
                  </a:prstGeom>
                  <a:noFill/>
                  <a:ln w="28575">
                    <a:solidFill>
                      <a:schemeClr val="tx1"/>
                    </a:solidFill>
                    <a:round/>
                    <a:headEnd/>
                    <a:tailEnd/>
                  </a:ln>
                  <a:effectLst>
                    <a:outerShdw dist="107763" dir="2700000" algn="ctr" rotWithShape="0">
                      <a:schemeClr val="bg2">
                        <a:alpha val="50000"/>
                      </a:schemeClr>
                    </a:outerShdw>
                  </a:effectLst>
                  <a:extLst>
                    <a:ext uri="{909E8E84-426E-40DD-AFC4-6F175D3DCCD1}">
                      <a14:hiddenFill xmlns:a14="http://schemas.microsoft.com/office/drawing/2010/main">
                        <a:noFill/>
                      </a14:hiddenFill>
                    </a:ext>
                  </a:extLst>
                </p:spPr>
                <p:txBody>
                  <a:bodyPr anchor="ctr"/>
                  <a:lstStyle/>
                  <a:p>
                    <a:endParaRPr lang="zh-CN" altLang="en-US"/>
                  </a:p>
                </p:txBody>
              </p:sp>
              <p:sp>
                <p:nvSpPr>
                  <p:cNvPr id="188435" name="Oval 19">
                    <a:extLst>
                      <a:ext uri="{FF2B5EF4-FFF2-40B4-BE49-F238E27FC236}">
                        <a16:creationId xmlns:a16="http://schemas.microsoft.com/office/drawing/2014/main" id="{7842229A-01CB-4957-B7E7-66A733DBD073}"/>
                      </a:ext>
                    </a:extLst>
                  </p:cNvPr>
                  <p:cNvSpPr>
                    <a:spLocks noChangeArrowheads="1"/>
                  </p:cNvSpPr>
                  <p:nvPr/>
                </p:nvSpPr>
                <p:spPr bwMode="auto">
                  <a:xfrm>
                    <a:off x="3492" y="1842"/>
                    <a:ext cx="68" cy="68"/>
                  </a:xfrm>
                  <a:prstGeom prst="ellipse">
                    <a:avLst/>
                  </a:prstGeom>
                  <a:solidFill>
                    <a:schemeClr val="accent1"/>
                  </a:solidFill>
                  <a:ln w="9525">
                    <a:solidFill>
                      <a:schemeClr val="tx1"/>
                    </a:solidFill>
                    <a:round/>
                    <a:headEnd/>
                    <a:tailEnd/>
                  </a:ln>
                  <a:effectLst>
                    <a:outerShdw dist="107763" dir="2700000" algn="ctr" rotWithShape="0">
                      <a:schemeClr val="bg2">
                        <a:alpha val="50000"/>
                      </a:schemeClr>
                    </a:outerShdw>
                  </a:effectLst>
                </p:spPr>
                <p:txBody>
                  <a:bodyPr wrap="none" anchor="ctr"/>
                  <a:lstStyle/>
                  <a:p>
                    <a:endParaRPr lang="zh-CN" altLang="en-US"/>
                  </a:p>
                </p:txBody>
              </p:sp>
            </p:grpSp>
            <p:sp>
              <p:nvSpPr>
                <p:cNvPr id="188436" name="Line 20">
                  <a:extLst>
                    <a:ext uri="{FF2B5EF4-FFF2-40B4-BE49-F238E27FC236}">
                      <a16:creationId xmlns:a16="http://schemas.microsoft.com/office/drawing/2014/main" id="{53397BBF-FEBD-463C-B4D6-537BFCBB7D41}"/>
                    </a:ext>
                  </a:extLst>
                </p:cNvPr>
                <p:cNvSpPr>
                  <a:spLocks noChangeShapeType="1"/>
                </p:cNvSpPr>
                <p:nvPr/>
              </p:nvSpPr>
              <p:spPr bwMode="auto">
                <a:xfrm>
                  <a:off x="3481" y="1638"/>
                  <a:ext cx="0" cy="272"/>
                </a:xfrm>
                <a:prstGeom prst="line">
                  <a:avLst/>
                </a:prstGeom>
                <a:noFill/>
                <a:ln w="38100">
                  <a:solidFill>
                    <a:schemeClr val="tx1"/>
                  </a:solidFill>
                  <a:round/>
                  <a:headEnd/>
                  <a:tailEnd/>
                </a:ln>
                <a:effectLst>
                  <a:outerShdw dist="107763" dir="2700000" algn="ctr" rotWithShape="0">
                    <a:schemeClr val="bg2">
                      <a:alpha val="50000"/>
                    </a:schemeClr>
                  </a:outerShdw>
                </a:effectLst>
                <a:extLst>
                  <a:ext uri="{909E8E84-426E-40DD-AFC4-6F175D3DCCD1}">
                    <a14:hiddenFill xmlns:a14="http://schemas.microsoft.com/office/drawing/2010/main">
                      <a:noFill/>
                    </a14:hiddenFill>
                  </a:ext>
                </a:extLst>
              </p:spPr>
              <p:txBody>
                <a:bodyPr anchor="ctr"/>
                <a:lstStyle/>
                <a:p>
                  <a:endParaRPr lang="zh-CN" altLang="en-US"/>
                </a:p>
              </p:txBody>
            </p:sp>
          </p:grpSp>
          <p:grpSp>
            <p:nvGrpSpPr>
              <p:cNvPr id="188437" name="Group 21">
                <a:extLst>
                  <a:ext uri="{FF2B5EF4-FFF2-40B4-BE49-F238E27FC236}">
                    <a16:creationId xmlns:a16="http://schemas.microsoft.com/office/drawing/2014/main" id="{0BA32C5C-A842-4E1B-9514-50A0AFAF7EB4}"/>
                  </a:ext>
                </a:extLst>
              </p:cNvPr>
              <p:cNvGrpSpPr>
                <a:grpSpLocks/>
              </p:cNvGrpSpPr>
              <p:nvPr/>
            </p:nvGrpSpPr>
            <p:grpSpPr bwMode="auto">
              <a:xfrm>
                <a:off x="3696" y="1435"/>
                <a:ext cx="170" cy="680"/>
                <a:chOff x="3651" y="1434"/>
                <a:chExt cx="170" cy="680"/>
              </a:xfrm>
            </p:grpSpPr>
            <p:grpSp>
              <p:nvGrpSpPr>
                <p:cNvPr id="188438" name="Group 22">
                  <a:extLst>
                    <a:ext uri="{FF2B5EF4-FFF2-40B4-BE49-F238E27FC236}">
                      <a16:creationId xmlns:a16="http://schemas.microsoft.com/office/drawing/2014/main" id="{F8D0531E-B988-4DEF-8985-7C8E485B9DFC}"/>
                    </a:ext>
                  </a:extLst>
                </p:cNvPr>
                <p:cNvGrpSpPr>
                  <a:grpSpLocks/>
                </p:cNvGrpSpPr>
                <p:nvPr/>
              </p:nvGrpSpPr>
              <p:grpSpPr bwMode="auto">
                <a:xfrm>
                  <a:off x="3753" y="1434"/>
                  <a:ext cx="68" cy="283"/>
                  <a:chOff x="3492" y="1480"/>
                  <a:chExt cx="68" cy="283"/>
                </a:xfrm>
              </p:grpSpPr>
              <p:sp>
                <p:nvSpPr>
                  <p:cNvPr id="188439" name="Line 23">
                    <a:extLst>
                      <a:ext uri="{FF2B5EF4-FFF2-40B4-BE49-F238E27FC236}">
                        <a16:creationId xmlns:a16="http://schemas.microsoft.com/office/drawing/2014/main" id="{431570A5-70F9-451C-A9D1-4BAF8BC0A57A}"/>
                      </a:ext>
                    </a:extLst>
                  </p:cNvPr>
                  <p:cNvSpPr>
                    <a:spLocks noChangeShapeType="1"/>
                  </p:cNvSpPr>
                  <p:nvPr/>
                </p:nvSpPr>
                <p:spPr bwMode="auto">
                  <a:xfrm flipH="1">
                    <a:off x="3515" y="1480"/>
                    <a:ext cx="11" cy="226"/>
                  </a:xfrm>
                  <a:prstGeom prst="line">
                    <a:avLst/>
                  </a:prstGeom>
                  <a:noFill/>
                  <a:ln w="28575">
                    <a:solidFill>
                      <a:schemeClr val="tx1"/>
                    </a:solidFill>
                    <a:round/>
                    <a:headEnd/>
                    <a:tailEnd/>
                  </a:ln>
                  <a:effectLst>
                    <a:outerShdw dist="107763" dir="2700000" algn="ctr" rotWithShape="0">
                      <a:schemeClr val="bg2">
                        <a:alpha val="50000"/>
                      </a:schemeClr>
                    </a:outerShdw>
                  </a:effectLst>
                  <a:extLst>
                    <a:ext uri="{909E8E84-426E-40DD-AFC4-6F175D3DCCD1}">
                      <a14:hiddenFill xmlns:a14="http://schemas.microsoft.com/office/drawing/2010/main">
                        <a:noFill/>
                      </a14:hiddenFill>
                    </a:ext>
                  </a:extLst>
                </p:spPr>
                <p:txBody>
                  <a:bodyPr anchor="ctr"/>
                  <a:lstStyle/>
                  <a:p>
                    <a:endParaRPr lang="zh-CN" altLang="en-US"/>
                  </a:p>
                </p:txBody>
              </p:sp>
              <p:sp>
                <p:nvSpPr>
                  <p:cNvPr id="188440" name="Oval 24">
                    <a:extLst>
                      <a:ext uri="{FF2B5EF4-FFF2-40B4-BE49-F238E27FC236}">
                        <a16:creationId xmlns:a16="http://schemas.microsoft.com/office/drawing/2014/main" id="{8062ACC6-3431-4E45-9159-80AA65872DC3}"/>
                      </a:ext>
                    </a:extLst>
                  </p:cNvPr>
                  <p:cNvSpPr>
                    <a:spLocks noChangeArrowheads="1"/>
                  </p:cNvSpPr>
                  <p:nvPr/>
                </p:nvSpPr>
                <p:spPr bwMode="auto">
                  <a:xfrm>
                    <a:off x="3492" y="1695"/>
                    <a:ext cx="68" cy="68"/>
                  </a:xfrm>
                  <a:prstGeom prst="ellipse">
                    <a:avLst/>
                  </a:prstGeom>
                  <a:solidFill>
                    <a:schemeClr val="accent1"/>
                  </a:solidFill>
                  <a:ln w="9525">
                    <a:solidFill>
                      <a:schemeClr val="tx1"/>
                    </a:solidFill>
                    <a:round/>
                    <a:headEnd/>
                    <a:tailEnd/>
                  </a:ln>
                  <a:effectLst>
                    <a:outerShdw dist="107763" dir="2700000" algn="ctr" rotWithShape="0">
                      <a:schemeClr val="bg2">
                        <a:alpha val="50000"/>
                      </a:schemeClr>
                    </a:outerShdw>
                  </a:effectLst>
                </p:spPr>
                <p:txBody>
                  <a:bodyPr wrap="none" anchor="ctr"/>
                  <a:lstStyle/>
                  <a:p>
                    <a:endParaRPr lang="zh-CN" altLang="en-US"/>
                  </a:p>
                </p:txBody>
              </p:sp>
            </p:grpSp>
            <p:grpSp>
              <p:nvGrpSpPr>
                <p:cNvPr id="188441" name="Group 25">
                  <a:extLst>
                    <a:ext uri="{FF2B5EF4-FFF2-40B4-BE49-F238E27FC236}">
                      <a16:creationId xmlns:a16="http://schemas.microsoft.com/office/drawing/2014/main" id="{7EC4FA4D-2B92-4B00-969F-76379D856CA0}"/>
                    </a:ext>
                  </a:extLst>
                </p:cNvPr>
                <p:cNvGrpSpPr>
                  <a:grpSpLocks/>
                </p:cNvGrpSpPr>
                <p:nvPr/>
              </p:nvGrpSpPr>
              <p:grpSpPr bwMode="auto">
                <a:xfrm>
                  <a:off x="3753" y="1842"/>
                  <a:ext cx="68" cy="272"/>
                  <a:chOff x="3492" y="1842"/>
                  <a:chExt cx="68" cy="272"/>
                </a:xfrm>
              </p:grpSpPr>
              <p:sp>
                <p:nvSpPr>
                  <p:cNvPr id="188442" name="Line 26">
                    <a:extLst>
                      <a:ext uri="{FF2B5EF4-FFF2-40B4-BE49-F238E27FC236}">
                        <a16:creationId xmlns:a16="http://schemas.microsoft.com/office/drawing/2014/main" id="{1F289083-9D2F-416C-A853-761A60879830}"/>
                      </a:ext>
                    </a:extLst>
                  </p:cNvPr>
                  <p:cNvSpPr>
                    <a:spLocks noChangeShapeType="1"/>
                  </p:cNvSpPr>
                  <p:nvPr/>
                </p:nvSpPr>
                <p:spPr bwMode="auto">
                  <a:xfrm>
                    <a:off x="3526" y="1888"/>
                    <a:ext cx="0" cy="226"/>
                  </a:xfrm>
                  <a:prstGeom prst="line">
                    <a:avLst/>
                  </a:prstGeom>
                  <a:noFill/>
                  <a:ln w="28575">
                    <a:solidFill>
                      <a:schemeClr val="tx1"/>
                    </a:solidFill>
                    <a:round/>
                    <a:headEnd/>
                    <a:tailEnd/>
                  </a:ln>
                  <a:effectLst>
                    <a:outerShdw dist="107763" dir="2700000" algn="ctr" rotWithShape="0">
                      <a:schemeClr val="bg2">
                        <a:alpha val="50000"/>
                      </a:schemeClr>
                    </a:outerShdw>
                  </a:effectLst>
                  <a:extLst>
                    <a:ext uri="{909E8E84-426E-40DD-AFC4-6F175D3DCCD1}">
                      <a14:hiddenFill xmlns:a14="http://schemas.microsoft.com/office/drawing/2010/main">
                        <a:noFill/>
                      </a14:hiddenFill>
                    </a:ext>
                  </a:extLst>
                </p:spPr>
                <p:txBody>
                  <a:bodyPr anchor="ctr"/>
                  <a:lstStyle/>
                  <a:p>
                    <a:endParaRPr lang="zh-CN" altLang="en-US"/>
                  </a:p>
                </p:txBody>
              </p:sp>
              <p:sp>
                <p:nvSpPr>
                  <p:cNvPr id="188443" name="Oval 27">
                    <a:extLst>
                      <a:ext uri="{FF2B5EF4-FFF2-40B4-BE49-F238E27FC236}">
                        <a16:creationId xmlns:a16="http://schemas.microsoft.com/office/drawing/2014/main" id="{03AECEC4-DD52-490A-A415-1FC830045EF4}"/>
                      </a:ext>
                    </a:extLst>
                  </p:cNvPr>
                  <p:cNvSpPr>
                    <a:spLocks noChangeArrowheads="1"/>
                  </p:cNvSpPr>
                  <p:nvPr/>
                </p:nvSpPr>
                <p:spPr bwMode="auto">
                  <a:xfrm>
                    <a:off x="3492" y="1842"/>
                    <a:ext cx="68" cy="68"/>
                  </a:xfrm>
                  <a:prstGeom prst="ellipse">
                    <a:avLst/>
                  </a:prstGeom>
                  <a:solidFill>
                    <a:schemeClr val="accent1"/>
                  </a:solidFill>
                  <a:ln w="9525">
                    <a:solidFill>
                      <a:schemeClr val="tx1"/>
                    </a:solidFill>
                    <a:round/>
                    <a:headEnd/>
                    <a:tailEnd/>
                  </a:ln>
                  <a:effectLst>
                    <a:outerShdw dist="107763" dir="2700000" algn="ctr" rotWithShape="0">
                      <a:schemeClr val="bg2">
                        <a:alpha val="50000"/>
                      </a:schemeClr>
                    </a:outerShdw>
                  </a:effectLst>
                </p:spPr>
                <p:txBody>
                  <a:bodyPr wrap="none" anchor="ctr"/>
                  <a:lstStyle/>
                  <a:p>
                    <a:endParaRPr lang="zh-CN" altLang="en-US"/>
                  </a:p>
                </p:txBody>
              </p:sp>
            </p:grpSp>
            <p:sp>
              <p:nvSpPr>
                <p:cNvPr id="188444" name="Line 28">
                  <a:extLst>
                    <a:ext uri="{FF2B5EF4-FFF2-40B4-BE49-F238E27FC236}">
                      <a16:creationId xmlns:a16="http://schemas.microsoft.com/office/drawing/2014/main" id="{BF8AB393-CAF7-426B-BE74-886AAEE134E2}"/>
                    </a:ext>
                  </a:extLst>
                </p:cNvPr>
                <p:cNvSpPr>
                  <a:spLocks noChangeShapeType="1"/>
                </p:cNvSpPr>
                <p:nvPr/>
              </p:nvSpPr>
              <p:spPr bwMode="auto">
                <a:xfrm>
                  <a:off x="3651" y="1661"/>
                  <a:ext cx="91" cy="249"/>
                </a:xfrm>
                <a:prstGeom prst="line">
                  <a:avLst/>
                </a:prstGeom>
                <a:noFill/>
                <a:ln w="38100">
                  <a:solidFill>
                    <a:schemeClr val="tx1"/>
                  </a:solidFill>
                  <a:round/>
                  <a:headEnd/>
                  <a:tailEnd/>
                </a:ln>
                <a:effectLst>
                  <a:outerShdw dist="107763" dir="2700000" algn="ctr" rotWithShape="0">
                    <a:schemeClr val="bg2">
                      <a:alpha val="50000"/>
                    </a:schemeClr>
                  </a:outerShdw>
                </a:effectLst>
                <a:extLst>
                  <a:ext uri="{909E8E84-426E-40DD-AFC4-6F175D3DCCD1}">
                    <a14:hiddenFill xmlns:a14="http://schemas.microsoft.com/office/drawing/2010/main">
                      <a:noFill/>
                    </a14:hiddenFill>
                  </a:ext>
                </a:extLst>
              </p:spPr>
              <p:txBody>
                <a:bodyPr anchor="ctr"/>
                <a:lstStyle/>
                <a:p>
                  <a:endParaRPr lang="zh-CN" altLang="en-US"/>
                </a:p>
              </p:txBody>
            </p:sp>
          </p:grpSp>
          <p:grpSp>
            <p:nvGrpSpPr>
              <p:cNvPr id="188445" name="Group 29">
                <a:extLst>
                  <a:ext uri="{FF2B5EF4-FFF2-40B4-BE49-F238E27FC236}">
                    <a16:creationId xmlns:a16="http://schemas.microsoft.com/office/drawing/2014/main" id="{5EC95C20-CB73-429A-A8DD-6DBCA9916990}"/>
                  </a:ext>
                </a:extLst>
              </p:cNvPr>
              <p:cNvGrpSpPr>
                <a:grpSpLocks/>
              </p:cNvGrpSpPr>
              <p:nvPr/>
            </p:nvGrpSpPr>
            <p:grpSpPr bwMode="auto">
              <a:xfrm>
                <a:off x="4513" y="1434"/>
                <a:ext cx="170" cy="680"/>
                <a:chOff x="3651" y="1434"/>
                <a:chExt cx="170" cy="680"/>
              </a:xfrm>
            </p:grpSpPr>
            <p:grpSp>
              <p:nvGrpSpPr>
                <p:cNvPr id="188446" name="Group 30">
                  <a:extLst>
                    <a:ext uri="{FF2B5EF4-FFF2-40B4-BE49-F238E27FC236}">
                      <a16:creationId xmlns:a16="http://schemas.microsoft.com/office/drawing/2014/main" id="{25EFFFF2-3B52-45C4-BBC2-79C3F9041112}"/>
                    </a:ext>
                  </a:extLst>
                </p:cNvPr>
                <p:cNvGrpSpPr>
                  <a:grpSpLocks/>
                </p:cNvGrpSpPr>
                <p:nvPr/>
              </p:nvGrpSpPr>
              <p:grpSpPr bwMode="auto">
                <a:xfrm>
                  <a:off x="3753" y="1434"/>
                  <a:ext cx="68" cy="283"/>
                  <a:chOff x="3492" y="1480"/>
                  <a:chExt cx="68" cy="283"/>
                </a:xfrm>
              </p:grpSpPr>
              <p:sp>
                <p:nvSpPr>
                  <p:cNvPr id="188447" name="Line 31">
                    <a:extLst>
                      <a:ext uri="{FF2B5EF4-FFF2-40B4-BE49-F238E27FC236}">
                        <a16:creationId xmlns:a16="http://schemas.microsoft.com/office/drawing/2014/main" id="{A5981550-BB1C-4C0E-870A-1CF3A7E6BA3F}"/>
                      </a:ext>
                    </a:extLst>
                  </p:cNvPr>
                  <p:cNvSpPr>
                    <a:spLocks noChangeShapeType="1"/>
                  </p:cNvSpPr>
                  <p:nvPr/>
                </p:nvSpPr>
                <p:spPr bwMode="auto">
                  <a:xfrm flipH="1">
                    <a:off x="3515" y="1480"/>
                    <a:ext cx="11" cy="226"/>
                  </a:xfrm>
                  <a:prstGeom prst="line">
                    <a:avLst/>
                  </a:prstGeom>
                  <a:noFill/>
                  <a:ln w="28575">
                    <a:solidFill>
                      <a:schemeClr val="tx1"/>
                    </a:solidFill>
                    <a:round/>
                    <a:headEnd/>
                    <a:tailEnd/>
                  </a:ln>
                  <a:effectLst>
                    <a:outerShdw dist="107763" dir="2700000" algn="ctr" rotWithShape="0">
                      <a:schemeClr val="bg2">
                        <a:alpha val="50000"/>
                      </a:schemeClr>
                    </a:outerShdw>
                  </a:effectLst>
                  <a:extLst>
                    <a:ext uri="{909E8E84-426E-40DD-AFC4-6F175D3DCCD1}">
                      <a14:hiddenFill xmlns:a14="http://schemas.microsoft.com/office/drawing/2010/main">
                        <a:noFill/>
                      </a14:hiddenFill>
                    </a:ext>
                  </a:extLst>
                </p:spPr>
                <p:txBody>
                  <a:bodyPr anchor="ctr"/>
                  <a:lstStyle/>
                  <a:p>
                    <a:endParaRPr lang="zh-CN" altLang="en-US"/>
                  </a:p>
                </p:txBody>
              </p:sp>
              <p:sp>
                <p:nvSpPr>
                  <p:cNvPr id="188448" name="Oval 32">
                    <a:extLst>
                      <a:ext uri="{FF2B5EF4-FFF2-40B4-BE49-F238E27FC236}">
                        <a16:creationId xmlns:a16="http://schemas.microsoft.com/office/drawing/2014/main" id="{891C6138-FA29-487C-9AC4-AF49FC50C0C7}"/>
                      </a:ext>
                    </a:extLst>
                  </p:cNvPr>
                  <p:cNvSpPr>
                    <a:spLocks noChangeArrowheads="1"/>
                  </p:cNvSpPr>
                  <p:nvPr/>
                </p:nvSpPr>
                <p:spPr bwMode="auto">
                  <a:xfrm>
                    <a:off x="3492" y="1695"/>
                    <a:ext cx="68" cy="68"/>
                  </a:xfrm>
                  <a:prstGeom prst="ellipse">
                    <a:avLst/>
                  </a:prstGeom>
                  <a:solidFill>
                    <a:schemeClr val="accent1"/>
                  </a:solidFill>
                  <a:ln w="9525">
                    <a:solidFill>
                      <a:schemeClr val="tx1"/>
                    </a:solidFill>
                    <a:round/>
                    <a:headEnd/>
                    <a:tailEnd/>
                  </a:ln>
                  <a:effectLst>
                    <a:outerShdw dist="107763" dir="2700000" algn="ctr" rotWithShape="0">
                      <a:schemeClr val="bg2">
                        <a:alpha val="50000"/>
                      </a:schemeClr>
                    </a:outerShdw>
                  </a:effectLst>
                </p:spPr>
                <p:txBody>
                  <a:bodyPr wrap="none" anchor="ctr"/>
                  <a:lstStyle/>
                  <a:p>
                    <a:endParaRPr lang="zh-CN" altLang="en-US"/>
                  </a:p>
                </p:txBody>
              </p:sp>
            </p:grpSp>
            <p:grpSp>
              <p:nvGrpSpPr>
                <p:cNvPr id="188449" name="Group 33">
                  <a:extLst>
                    <a:ext uri="{FF2B5EF4-FFF2-40B4-BE49-F238E27FC236}">
                      <a16:creationId xmlns:a16="http://schemas.microsoft.com/office/drawing/2014/main" id="{093A348C-3DD5-4653-A747-AF63783D875A}"/>
                    </a:ext>
                  </a:extLst>
                </p:cNvPr>
                <p:cNvGrpSpPr>
                  <a:grpSpLocks/>
                </p:cNvGrpSpPr>
                <p:nvPr/>
              </p:nvGrpSpPr>
              <p:grpSpPr bwMode="auto">
                <a:xfrm>
                  <a:off x="3753" y="1842"/>
                  <a:ext cx="68" cy="272"/>
                  <a:chOff x="3492" y="1842"/>
                  <a:chExt cx="68" cy="272"/>
                </a:xfrm>
              </p:grpSpPr>
              <p:sp>
                <p:nvSpPr>
                  <p:cNvPr id="188450" name="Line 34">
                    <a:extLst>
                      <a:ext uri="{FF2B5EF4-FFF2-40B4-BE49-F238E27FC236}">
                        <a16:creationId xmlns:a16="http://schemas.microsoft.com/office/drawing/2014/main" id="{38FB9990-B80D-41F0-A374-374E830CC374}"/>
                      </a:ext>
                    </a:extLst>
                  </p:cNvPr>
                  <p:cNvSpPr>
                    <a:spLocks noChangeShapeType="1"/>
                  </p:cNvSpPr>
                  <p:nvPr/>
                </p:nvSpPr>
                <p:spPr bwMode="auto">
                  <a:xfrm>
                    <a:off x="3526" y="1888"/>
                    <a:ext cx="0" cy="226"/>
                  </a:xfrm>
                  <a:prstGeom prst="line">
                    <a:avLst/>
                  </a:prstGeom>
                  <a:noFill/>
                  <a:ln w="28575">
                    <a:solidFill>
                      <a:schemeClr val="tx1"/>
                    </a:solidFill>
                    <a:round/>
                    <a:headEnd/>
                    <a:tailEnd/>
                  </a:ln>
                  <a:effectLst>
                    <a:outerShdw dist="107763" dir="2700000" algn="ctr" rotWithShape="0">
                      <a:schemeClr val="bg2">
                        <a:alpha val="50000"/>
                      </a:schemeClr>
                    </a:outerShdw>
                  </a:effectLst>
                  <a:extLst>
                    <a:ext uri="{909E8E84-426E-40DD-AFC4-6F175D3DCCD1}">
                      <a14:hiddenFill xmlns:a14="http://schemas.microsoft.com/office/drawing/2010/main">
                        <a:noFill/>
                      </a14:hiddenFill>
                    </a:ext>
                  </a:extLst>
                </p:spPr>
                <p:txBody>
                  <a:bodyPr anchor="ctr"/>
                  <a:lstStyle/>
                  <a:p>
                    <a:endParaRPr lang="zh-CN" altLang="en-US"/>
                  </a:p>
                </p:txBody>
              </p:sp>
              <p:sp>
                <p:nvSpPr>
                  <p:cNvPr id="188451" name="Oval 35">
                    <a:extLst>
                      <a:ext uri="{FF2B5EF4-FFF2-40B4-BE49-F238E27FC236}">
                        <a16:creationId xmlns:a16="http://schemas.microsoft.com/office/drawing/2014/main" id="{986E9742-A3FB-43D0-B497-13607ECA33F7}"/>
                      </a:ext>
                    </a:extLst>
                  </p:cNvPr>
                  <p:cNvSpPr>
                    <a:spLocks noChangeArrowheads="1"/>
                  </p:cNvSpPr>
                  <p:nvPr/>
                </p:nvSpPr>
                <p:spPr bwMode="auto">
                  <a:xfrm>
                    <a:off x="3492" y="1842"/>
                    <a:ext cx="68" cy="68"/>
                  </a:xfrm>
                  <a:prstGeom prst="ellipse">
                    <a:avLst/>
                  </a:prstGeom>
                  <a:solidFill>
                    <a:schemeClr val="accent1"/>
                  </a:solidFill>
                  <a:ln w="9525">
                    <a:solidFill>
                      <a:schemeClr val="tx1"/>
                    </a:solidFill>
                    <a:round/>
                    <a:headEnd/>
                    <a:tailEnd/>
                  </a:ln>
                  <a:effectLst>
                    <a:outerShdw dist="107763" dir="2700000" algn="ctr" rotWithShape="0">
                      <a:schemeClr val="bg2">
                        <a:alpha val="50000"/>
                      </a:schemeClr>
                    </a:outerShdw>
                  </a:effectLst>
                </p:spPr>
                <p:txBody>
                  <a:bodyPr wrap="none" anchor="ctr"/>
                  <a:lstStyle/>
                  <a:p>
                    <a:endParaRPr lang="zh-CN" altLang="en-US"/>
                  </a:p>
                </p:txBody>
              </p:sp>
            </p:grpSp>
            <p:sp>
              <p:nvSpPr>
                <p:cNvPr id="188452" name="Line 36">
                  <a:extLst>
                    <a:ext uri="{FF2B5EF4-FFF2-40B4-BE49-F238E27FC236}">
                      <a16:creationId xmlns:a16="http://schemas.microsoft.com/office/drawing/2014/main" id="{CF8705A3-0B39-4136-8669-124B706E68D8}"/>
                    </a:ext>
                  </a:extLst>
                </p:cNvPr>
                <p:cNvSpPr>
                  <a:spLocks noChangeShapeType="1"/>
                </p:cNvSpPr>
                <p:nvPr/>
              </p:nvSpPr>
              <p:spPr bwMode="auto">
                <a:xfrm>
                  <a:off x="3651" y="1661"/>
                  <a:ext cx="91" cy="249"/>
                </a:xfrm>
                <a:prstGeom prst="line">
                  <a:avLst/>
                </a:prstGeom>
                <a:noFill/>
                <a:ln w="38100">
                  <a:solidFill>
                    <a:schemeClr val="tx1"/>
                  </a:solidFill>
                  <a:round/>
                  <a:headEnd/>
                  <a:tailEnd/>
                </a:ln>
                <a:effectLst>
                  <a:outerShdw dist="107763" dir="2700000" algn="ctr" rotWithShape="0">
                    <a:schemeClr val="bg2">
                      <a:alpha val="50000"/>
                    </a:schemeClr>
                  </a:outerShdw>
                </a:effectLst>
                <a:extLst>
                  <a:ext uri="{909E8E84-426E-40DD-AFC4-6F175D3DCCD1}">
                    <a14:hiddenFill xmlns:a14="http://schemas.microsoft.com/office/drawing/2010/main">
                      <a:noFill/>
                    </a14:hiddenFill>
                  </a:ext>
                </a:extLst>
              </p:spPr>
              <p:txBody>
                <a:bodyPr anchor="ctr"/>
                <a:lstStyle/>
                <a:p>
                  <a:endParaRPr lang="zh-CN" altLang="en-US"/>
                </a:p>
              </p:txBody>
            </p:sp>
          </p:grpSp>
          <p:grpSp>
            <p:nvGrpSpPr>
              <p:cNvPr id="188453" name="Group 37">
                <a:extLst>
                  <a:ext uri="{FF2B5EF4-FFF2-40B4-BE49-F238E27FC236}">
                    <a16:creationId xmlns:a16="http://schemas.microsoft.com/office/drawing/2014/main" id="{8051192E-9297-42FE-A89B-BBE22503C001}"/>
                  </a:ext>
                </a:extLst>
              </p:cNvPr>
              <p:cNvGrpSpPr>
                <a:grpSpLocks/>
              </p:cNvGrpSpPr>
              <p:nvPr/>
            </p:nvGrpSpPr>
            <p:grpSpPr bwMode="auto">
              <a:xfrm>
                <a:off x="4059" y="1434"/>
                <a:ext cx="79" cy="680"/>
                <a:chOff x="3481" y="1434"/>
                <a:chExt cx="79" cy="680"/>
              </a:xfrm>
            </p:grpSpPr>
            <p:grpSp>
              <p:nvGrpSpPr>
                <p:cNvPr id="188454" name="Group 38">
                  <a:extLst>
                    <a:ext uri="{FF2B5EF4-FFF2-40B4-BE49-F238E27FC236}">
                      <a16:creationId xmlns:a16="http://schemas.microsoft.com/office/drawing/2014/main" id="{694FF0C1-5DAE-48B6-9537-E17716E8F72D}"/>
                    </a:ext>
                  </a:extLst>
                </p:cNvPr>
                <p:cNvGrpSpPr>
                  <a:grpSpLocks/>
                </p:cNvGrpSpPr>
                <p:nvPr/>
              </p:nvGrpSpPr>
              <p:grpSpPr bwMode="auto">
                <a:xfrm>
                  <a:off x="3492" y="1434"/>
                  <a:ext cx="68" cy="283"/>
                  <a:chOff x="3492" y="1480"/>
                  <a:chExt cx="68" cy="283"/>
                </a:xfrm>
              </p:grpSpPr>
              <p:sp>
                <p:nvSpPr>
                  <p:cNvPr id="188455" name="Line 39">
                    <a:extLst>
                      <a:ext uri="{FF2B5EF4-FFF2-40B4-BE49-F238E27FC236}">
                        <a16:creationId xmlns:a16="http://schemas.microsoft.com/office/drawing/2014/main" id="{1FB7B686-EE05-4163-A33C-376990BF996A}"/>
                      </a:ext>
                    </a:extLst>
                  </p:cNvPr>
                  <p:cNvSpPr>
                    <a:spLocks noChangeShapeType="1"/>
                  </p:cNvSpPr>
                  <p:nvPr/>
                </p:nvSpPr>
                <p:spPr bwMode="auto">
                  <a:xfrm flipH="1">
                    <a:off x="3515" y="1480"/>
                    <a:ext cx="11" cy="226"/>
                  </a:xfrm>
                  <a:prstGeom prst="line">
                    <a:avLst/>
                  </a:prstGeom>
                  <a:noFill/>
                  <a:ln w="28575">
                    <a:solidFill>
                      <a:schemeClr val="tx1"/>
                    </a:solidFill>
                    <a:round/>
                    <a:headEnd/>
                    <a:tailEnd/>
                  </a:ln>
                  <a:effectLst>
                    <a:outerShdw dist="107763" dir="2700000" algn="ctr" rotWithShape="0">
                      <a:schemeClr val="bg2">
                        <a:alpha val="50000"/>
                      </a:schemeClr>
                    </a:outerShdw>
                  </a:effectLst>
                  <a:extLst>
                    <a:ext uri="{909E8E84-426E-40DD-AFC4-6F175D3DCCD1}">
                      <a14:hiddenFill xmlns:a14="http://schemas.microsoft.com/office/drawing/2010/main">
                        <a:noFill/>
                      </a14:hiddenFill>
                    </a:ext>
                  </a:extLst>
                </p:spPr>
                <p:txBody>
                  <a:bodyPr anchor="ctr"/>
                  <a:lstStyle/>
                  <a:p>
                    <a:endParaRPr lang="zh-CN" altLang="en-US"/>
                  </a:p>
                </p:txBody>
              </p:sp>
              <p:sp>
                <p:nvSpPr>
                  <p:cNvPr id="188456" name="Oval 40">
                    <a:extLst>
                      <a:ext uri="{FF2B5EF4-FFF2-40B4-BE49-F238E27FC236}">
                        <a16:creationId xmlns:a16="http://schemas.microsoft.com/office/drawing/2014/main" id="{A5686FFE-58E5-450A-B96D-3D1CED68C6F0}"/>
                      </a:ext>
                    </a:extLst>
                  </p:cNvPr>
                  <p:cNvSpPr>
                    <a:spLocks noChangeArrowheads="1"/>
                  </p:cNvSpPr>
                  <p:nvPr/>
                </p:nvSpPr>
                <p:spPr bwMode="auto">
                  <a:xfrm>
                    <a:off x="3492" y="1695"/>
                    <a:ext cx="68" cy="68"/>
                  </a:xfrm>
                  <a:prstGeom prst="ellipse">
                    <a:avLst/>
                  </a:prstGeom>
                  <a:solidFill>
                    <a:schemeClr val="accent1"/>
                  </a:solidFill>
                  <a:ln w="9525">
                    <a:solidFill>
                      <a:schemeClr val="tx1"/>
                    </a:solidFill>
                    <a:round/>
                    <a:headEnd/>
                    <a:tailEnd/>
                  </a:ln>
                  <a:effectLst>
                    <a:outerShdw dist="107763" dir="2700000" algn="ctr" rotWithShape="0">
                      <a:schemeClr val="bg2">
                        <a:alpha val="50000"/>
                      </a:schemeClr>
                    </a:outerShdw>
                  </a:effectLst>
                </p:spPr>
                <p:txBody>
                  <a:bodyPr wrap="none" anchor="ctr"/>
                  <a:lstStyle/>
                  <a:p>
                    <a:endParaRPr lang="zh-CN" altLang="en-US"/>
                  </a:p>
                </p:txBody>
              </p:sp>
            </p:grpSp>
            <p:grpSp>
              <p:nvGrpSpPr>
                <p:cNvPr id="188457" name="Group 41">
                  <a:extLst>
                    <a:ext uri="{FF2B5EF4-FFF2-40B4-BE49-F238E27FC236}">
                      <a16:creationId xmlns:a16="http://schemas.microsoft.com/office/drawing/2014/main" id="{C87BA373-F67C-4D29-8A97-D1E02D8C9425}"/>
                    </a:ext>
                  </a:extLst>
                </p:cNvPr>
                <p:cNvGrpSpPr>
                  <a:grpSpLocks/>
                </p:cNvGrpSpPr>
                <p:nvPr/>
              </p:nvGrpSpPr>
              <p:grpSpPr bwMode="auto">
                <a:xfrm>
                  <a:off x="3492" y="1842"/>
                  <a:ext cx="68" cy="272"/>
                  <a:chOff x="3492" y="1842"/>
                  <a:chExt cx="68" cy="272"/>
                </a:xfrm>
              </p:grpSpPr>
              <p:sp>
                <p:nvSpPr>
                  <p:cNvPr id="188458" name="Line 42">
                    <a:extLst>
                      <a:ext uri="{FF2B5EF4-FFF2-40B4-BE49-F238E27FC236}">
                        <a16:creationId xmlns:a16="http://schemas.microsoft.com/office/drawing/2014/main" id="{9EBAB8CC-99CD-48A9-9F19-D4AB64068DD2}"/>
                      </a:ext>
                    </a:extLst>
                  </p:cNvPr>
                  <p:cNvSpPr>
                    <a:spLocks noChangeShapeType="1"/>
                  </p:cNvSpPr>
                  <p:nvPr/>
                </p:nvSpPr>
                <p:spPr bwMode="auto">
                  <a:xfrm>
                    <a:off x="3526" y="1888"/>
                    <a:ext cx="0" cy="226"/>
                  </a:xfrm>
                  <a:prstGeom prst="line">
                    <a:avLst/>
                  </a:prstGeom>
                  <a:noFill/>
                  <a:ln w="28575">
                    <a:solidFill>
                      <a:schemeClr val="tx1"/>
                    </a:solidFill>
                    <a:round/>
                    <a:headEnd/>
                    <a:tailEnd/>
                  </a:ln>
                  <a:effectLst>
                    <a:outerShdw dist="107763" dir="2700000" algn="ctr" rotWithShape="0">
                      <a:schemeClr val="bg2">
                        <a:alpha val="50000"/>
                      </a:schemeClr>
                    </a:outerShdw>
                  </a:effectLst>
                  <a:extLst>
                    <a:ext uri="{909E8E84-426E-40DD-AFC4-6F175D3DCCD1}">
                      <a14:hiddenFill xmlns:a14="http://schemas.microsoft.com/office/drawing/2010/main">
                        <a:noFill/>
                      </a14:hiddenFill>
                    </a:ext>
                  </a:extLst>
                </p:spPr>
                <p:txBody>
                  <a:bodyPr anchor="ctr"/>
                  <a:lstStyle/>
                  <a:p>
                    <a:endParaRPr lang="zh-CN" altLang="en-US"/>
                  </a:p>
                </p:txBody>
              </p:sp>
              <p:sp>
                <p:nvSpPr>
                  <p:cNvPr id="188459" name="Oval 43">
                    <a:extLst>
                      <a:ext uri="{FF2B5EF4-FFF2-40B4-BE49-F238E27FC236}">
                        <a16:creationId xmlns:a16="http://schemas.microsoft.com/office/drawing/2014/main" id="{02D12CF3-37AF-4335-817C-2389C008F3C1}"/>
                      </a:ext>
                    </a:extLst>
                  </p:cNvPr>
                  <p:cNvSpPr>
                    <a:spLocks noChangeArrowheads="1"/>
                  </p:cNvSpPr>
                  <p:nvPr/>
                </p:nvSpPr>
                <p:spPr bwMode="auto">
                  <a:xfrm>
                    <a:off x="3492" y="1842"/>
                    <a:ext cx="68" cy="68"/>
                  </a:xfrm>
                  <a:prstGeom prst="ellipse">
                    <a:avLst/>
                  </a:prstGeom>
                  <a:solidFill>
                    <a:schemeClr val="accent1"/>
                  </a:solidFill>
                  <a:ln w="9525">
                    <a:solidFill>
                      <a:schemeClr val="tx1"/>
                    </a:solidFill>
                    <a:round/>
                    <a:headEnd/>
                    <a:tailEnd/>
                  </a:ln>
                  <a:effectLst>
                    <a:outerShdw dist="107763" dir="2700000" algn="ctr" rotWithShape="0">
                      <a:schemeClr val="bg2">
                        <a:alpha val="50000"/>
                      </a:schemeClr>
                    </a:outerShdw>
                  </a:effectLst>
                </p:spPr>
                <p:txBody>
                  <a:bodyPr wrap="none" anchor="ctr"/>
                  <a:lstStyle/>
                  <a:p>
                    <a:endParaRPr lang="zh-CN" altLang="en-US"/>
                  </a:p>
                </p:txBody>
              </p:sp>
            </p:grpSp>
            <p:sp>
              <p:nvSpPr>
                <p:cNvPr id="188460" name="Line 44">
                  <a:extLst>
                    <a:ext uri="{FF2B5EF4-FFF2-40B4-BE49-F238E27FC236}">
                      <a16:creationId xmlns:a16="http://schemas.microsoft.com/office/drawing/2014/main" id="{D11D8BAE-A641-462F-9E26-DD0FB5485B20}"/>
                    </a:ext>
                  </a:extLst>
                </p:cNvPr>
                <p:cNvSpPr>
                  <a:spLocks noChangeShapeType="1"/>
                </p:cNvSpPr>
                <p:nvPr/>
              </p:nvSpPr>
              <p:spPr bwMode="auto">
                <a:xfrm>
                  <a:off x="3481" y="1638"/>
                  <a:ext cx="0" cy="272"/>
                </a:xfrm>
                <a:prstGeom prst="line">
                  <a:avLst/>
                </a:prstGeom>
                <a:noFill/>
                <a:ln w="38100">
                  <a:solidFill>
                    <a:schemeClr val="tx1"/>
                  </a:solidFill>
                  <a:round/>
                  <a:headEnd/>
                  <a:tailEnd/>
                </a:ln>
                <a:effectLst>
                  <a:outerShdw dist="107763" dir="2700000" algn="ctr" rotWithShape="0">
                    <a:schemeClr val="bg2">
                      <a:alpha val="50000"/>
                    </a:schemeClr>
                  </a:outerShdw>
                </a:effectLst>
                <a:extLst>
                  <a:ext uri="{909E8E84-426E-40DD-AFC4-6F175D3DCCD1}">
                    <a14:hiddenFill xmlns:a14="http://schemas.microsoft.com/office/drawing/2010/main">
                      <a:noFill/>
                    </a14:hiddenFill>
                  </a:ext>
                </a:extLst>
              </p:spPr>
              <p:txBody>
                <a:bodyPr anchor="ctr"/>
                <a:lstStyle/>
                <a:p>
                  <a:endParaRPr lang="zh-CN" altLang="en-US"/>
                </a:p>
              </p:txBody>
            </p:sp>
          </p:grpSp>
          <p:grpSp>
            <p:nvGrpSpPr>
              <p:cNvPr id="188461" name="Group 45">
                <a:extLst>
                  <a:ext uri="{FF2B5EF4-FFF2-40B4-BE49-F238E27FC236}">
                    <a16:creationId xmlns:a16="http://schemas.microsoft.com/office/drawing/2014/main" id="{07F4DBF0-4BD9-475E-91D4-323AD71CBA22}"/>
                  </a:ext>
                </a:extLst>
              </p:cNvPr>
              <p:cNvGrpSpPr>
                <a:grpSpLocks/>
              </p:cNvGrpSpPr>
              <p:nvPr/>
            </p:nvGrpSpPr>
            <p:grpSpPr bwMode="auto">
              <a:xfrm>
                <a:off x="4332" y="1434"/>
                <a:ext cx="79" cy="680"/>
                <a:chOff x="3481" y="1434"/>
                <a:chExt cx="79" cy="680"/>
              </a:xfrm>
            </p:grpSpPr>
            <p:grpSp>
              <p:nvGrpSpPr>
                <p:cNvPr id="188462" name="Group 46">
                  <a:extLst>
                    <a:ext uri="{FF2B5EF4-FFF2-40B4-BE49-F238E27FC236}">
                      <a16:creationId xmlns:a16="http://schemas.microsoft.com/office/drawing/2014/main" id="{F3EDBB20-17C4-4A0E-A30C-732F8CC3CFAA}"/>
                    </a:ext>
                  </a:extLst>
                </p:cNvPr>
                <p:cNvGrpSpPr>
                  <a:grpSpLocks/>
                </p:cNvGrpSpPr>
                <p:nvPr/>
              </p:nvGrpSpPr>
              <p:grpSpPr bwMode="auto">
                <a:xfrm>
                  <a:off x="3492" y="1434"/>
                  <a:ext cx="68" cy="283"/>
                  <a:chOff x="3492" y="1480"/>
                  <a:chExt cx="68" cy="283"/>
                </a:xfrm>
              </p:grpSpPr>
              <p:sp>
                <p:nvSpPr>
                  <p:cNvPr id="188463" name="Line 47">
                    <a:extLst>
                      <a:ext uri="{FF2B5EF4-FFF2-40B4-BE49-F238E27FC236}">
                        <a16:creationId xmlns:a16="http://schemas.microsoft.com/office/drawing/2014/main" id="{29ED5ACA-7421-4435-9897-AA7BE76FB6BD}"/>
                      </a:ext>
                    </a:extLst>
                  </p:cNvPr>
                  <p:cNvSpPr>
                    <a:spLocks noChangeShapeType="1"/>
                  </p:cNvSpPr>
                  <p:nvPr/>
                </p:nvSpPr>
                <p:spPr bwMode="auto">
                  <a:xfrm flipH="1">
                    <a:off x="3515" y="1480"/>
                    <a:ext cx="11" cy="226"/>
                  </a:xfrm>
                  <a:prstGeom prst="line">
                    <a:avLst/>
                  </a:prstGeom>
                  <a:noFill/>
                  <a:ln w="28575">
                    <a:solidFill>
                      <a:schemeClr val="tx1"/>
                    </a:solidFill>
                    <a:round/>
                    <a:headEnd/>
                    <a:tailEnd/>
                  </a:ln>
                  <a:effectLst>
                    <a:outerShdw dist="107763" dir="2700000" algn="ctr" rotWithShape="0">
                      <a:schemeClr val="bg2">
                        <a:alpha val="50000"/>
                      </a:schemeClr>
                    </a:outerShdw>
                  </a:effectLst>
                  <a:extLst>
                    <a:ext uri="{909E8E84-426E-40DD-AFC4-6F175D3DCCD1}">
                      <a14:hiddenFill xmlns:a14="http://schemas.microsoft.com/office/drawing/2010/main">
                        <a:noFill/>
                      </a14:hiddenFill>
                    </a:ext>
                  </a:extLst>
                </p:spPr>
                <p:txBody>
                  <a:bodyPr anchor="ctr"/>
                  <a:lstStyle/>
                  <a:p>
                    <a:endParaRPr lang="zh-CN" altLang="en-US"/>
                  </a:p>
                </p:txBody>
              </p:sp>
              <p:sp>
                <p:nvSpPr>
                  <p:cNvPr id="188464" name="Oval 48">
                    <a:extLst>
                      <a:ext uri="{FF2B5EF4-FFF2-40B4-BE49-F238E27FC236}">
                        <a16:creationId xmlns:a16="http://schemas.microsoft.com/office/drawing/2014/main" id="{365B6ABC-F78B-4FE4-9AD1-9BBC3229B6AA}"/>
                      </a:ext>
                    </a:extLst>
                  </p:cNvPr>
                  <p:cNvSpPr>
                    <a:spLocks noChangeArrowheads="1"/>
                  </p:cNvSpPr>
                  <p:nvPr/>
                </p:nvSpPr>
                <p:spPr bwMode="auto">
                  <a:xfrm>
                    <a:off x="3492" y="1695"/>
                    <a:ext cx="68" cy="68"/>
                  </a:xfrm>
                  <a:prstGeom prst="ellipse">
                    <a:avLst/>
                  </a:prstGeom>
                  <a:solidFill>
                    <a:schemeClr val="accent1"/>
                  </a:solidFill>
                  <a:ln w="9525">
                    <a:solidFill>
                      <a:schemeClr val="tx1"/>
                    </a:solidFill>
                    <a:round/>
                    <a:headEnd/>
                    <a:tailEnd/>
                  </a:ln>
                  <a:effectLst>
                    <a:outerShdw dist="107763" dir="2700000" algn="ctr" rotWithShape="0">
                      <a:schemeClr val="bg2">
                        <a:alpha val="50000"/>
                      </a:schemeClr>
                    </a:outerShdw>
                  </a:effectLst>
                </p:spPr>
                <p:txBody>
                  <a:bodyPr wrap="none" anchor="ctr"/>
                  <a:lstStyle/>
                  <a:p>
                    <a:endParaRPr lang="zh-CN" altLang="en-US"/>
                  </a:p>
                </p:txBody>
              </p:sp>
            </p:grpSp>
            <p:grpSp>
              <p:nvGrpSpPr>
                <p:cNvPr id="188465" name="Group 49">
                  <a:extLst>
                    <a:ext uri="{FF2B5EF4-FFF2-40B4-BE49-F238E27FC236}">
                      <a16:creationId xmlns:a16="http://schemas.microsoft.com/office/drawing/2014/main" id="{8C4C879D-DC3C-4090-84C7-CABDDA59BA2D}"/>
                    </a:ext>
                  </a:extLst>
                </p:cNvPr>
                <p:cNvGrpSpPr>
                  <a:grpSpLocks/>
                </p:cNvGrpSpPr>
                <p:nvPr/>
              </p:nvGrpSpPr>
              <p:grpSpPr bwMode="auto">
                <a:xfrm>
                  <a:off x="3492" y="1842"/>
                  <a:ext cx="68" cy="272"/>
                  <a:chOff x="3492" y="1842"/>
                  <a:chExt cx="68" cy="272"/>
                </a:xfrm>
              </p:grpSpPr>
              <p:sp>
                <p:nvSpPr>
                  <p:cNvPr id="188466" name="Line 50">
                    <a:extLst>
                      <a:ext uri="{FF2B5EF4-FFF2-40B4-BE49-F238E27FC236}">
                        <a16:creationId xmlns:a16="http://schemas.microsoft.com/office/drawing/2014/main" id="{7C13C290-9A4C-4C2D-A544-0D906A7901DA}"/>
                      </a:ext>
                    </a:extLst>
                  </p:cNvPr>
                  <p:cNvSpPr>
                    <a:spLocks noChangeShapeType="1"/>
                  </p:cNvSpPr>
                  <p:nvPr/>
                </p:nvSpPr>
                <p:spPr bwMode="auto">
                  <a:xfrm>
                    <a:off x="3526" y="1888"/>
                    <a:ext cx="0" cy="226"/>
                  </a:xfrm>
                  <a:prstGeom prst="line">
                    <a:avLst/>
                  </a:prstGeom>
                  <a:noFill/>
                  <a:ln w="28575">
                    <a:solidFill>
                      <a:schemeClr val="tx1"/>
                    </a:solidFill>
                    <a:round/>
                    <a:headEnd/>
                    <a:tailEnd/>
                  </a:ln>
                  <a:effectLst>
                    <a:outerShdw dist="107763" dir="2700000" algn="ctr" rotWithShape="0">
                      <a:schemeClr val="bg2">
                        <a:alpha val="50000"/>
                      </a:schemeClr>
                    </a:outerShdw>
                  </a:effectLst>
                  <a:extLst>
                    <a:ext uri="{909E8E84-426E-40DD-AFC4-6F175D3DCCD1}">
                      <a14:hiddenFill xmlns:a14="http://schemas.microsoft.com/office/drawing/2010/main">
                        <a:noFill/>
                      </a14:hiddenFill>
                    </a:ext>
                  </a:extLst>
                </p:spPr>
                <p:txBody>
                  <a:bodyPr anchor="ctr"/>
                  <a:lstStyle/>
                  <a:p>
                    <a:endParaRPr lang="zh-CN" altLang="en-US"/>
                  </a:p>
                </p:txBody>
              </p:sp>
              <p:sp>
                <p:nvSpPr>
                  <p:cNvPr id="188467" name="Oval 51">
                    <a:extLst>
                      <a:ext uri="{FF2B5EF4-FFF2-40B4-BE49-F238E27FC236}">
                        <a16:creationId xmlns:a16="http://schemas.microsoft.com/office/drawing/2014/main" id="{B3B971E9-D18F-4FC5-9579-DA57137F9678}"/>
                      </a:ext>
                    </a:extLst>
                  </p:cNvPr>
                  <p:cNvSpPr>
                    <a:spLocks noChangeArrowheads="1"/>
                  </p:cNvSpPr>
                  <p:nvPr/>
                </p:nvSpPr>
                <p:spPr bwMode="auto">
                  <a:xfrm>
                    <a:off x="3492" y="1842"/>
                    <a:ext cx="68" cy="68"/>
                  </a:xfrm>
                  <a:prstGeom prst="ellipse">
                    <a:avLst/>
                  </a:prstGeom>
                  <a:solidFill>
                    <a:schemeClr val="accent1"/>
                  </a:solidFill>
                  <a:ln w="9525">
                    <a:solidFill>
                      <a:schemeClr val="tx1"/>
                    </a:solidFill>
                    <a:round/>
                    <a:headEnd/>
                    <a:tailEnd/>
                  </a:ln>
                  <a:effectLst>
                    <a:outerShdw dist="107763" dir="2700000" algn="ctr" rotWithShape="0">
                      <a:schemeClr val="bg2">
                        <a:alpha val="50000"/>
                      </a:schemeClr>
                    </a:outerShdw>
                  </a:effectLst>
                </p:spPr>
                <p:txBody>
                  <a:bodyPr wrap="none" anchor="ctr"/>
                  <a:lstStyle/>
                  <a:p>
                    <a:endParaRPr lang="zh-CN" altLang="en-US"/>
                  </a:p>
                </p:txBody>
              </p:sp>
            </p:grpSp>
            <p:sp>
              <p:nvSpPr>
                <p:cNvPr id="188468" name="Line 52">
                  <a:extLst>
                    <a:ext uri="{FF2B5EF4-FFF2-40B4-BE49-F238E27FC236}">
                      <a16:creationId xmlns:a16="http://schemas.microsoft.com/office/drawing/2014/main" id="{F2E9337F-06B1-420B-A85B-385EDAEDB228}"/>
                    </a:ext>
                  </a:extLst>
                </p:cNvPr>
                <p:cNvSpPr>
                  <a:spLocks noChangeShapeType="1"/>
                </p:cNvSpPr>
                <p:nvPr/>
              </p:nvSpPr>
              <p:spPr bwMode="auto">
                <a:xfrm>
                  <a:off x="3481" y="1638"/>
                  <a:ext cx="0" cy="272"/>
                </a:xfrm>
                <a:prstGeom prst="line">
                  <a:avLst/>
                </a:prstGeom>
                <a:noFill/>
                <a:ln w="38100">
                  <a:solidFill>
                    <a:schemeClr val="tx1"/>
                  </a:solidFill>
                  <a:round/>
                  <a:headEnd/>
                  <a:tailEnd/>
                </a:ln>
                <a:effectLst>
                  <a:outerShdw dist="107763" dir="2700000" algn="ctr" rotWithShape="0">
                    <a:schemeClr val="bg2">
                      <a:alpha val="50000"/>
                    </a:schemeClr>
                  </a:outerShdw>
                </a:effectLst>
                <a:extLst>
                  <a:ext uri="{909E8E84-426E-40DD-AFC4-6F175D3DCCD1}">
                    <a14:hiddenFill xmlns:a14="http://schemas.microsoft.com/office/drawing/2010/main">
                      <a:noFill/>
                    </a14:hiddenFill>
                  </a:ext>
                </a:extLst>
              </p:spPr>
              <p:txBody>
                <a:bodyPr anchor="ctr"/>
                <a:lstStyle/>
                <a:p>
                  <a:endParaRPr lang="zh-CN" altLang="en-US"/>
                </a:p>
              </p:txBody>
            </p:sp>
          </p:grpSp>
          <p:grpSp>
            <p:nvGrpSpPr>
              <p:cNvPr id="188469" name="Group 53">
                <a:extLst>
                  <a:ext uri="{FF2B5EF4-FFF2-40B4-BE49-F238E27FC236}">
                    <a16:creationId xmlns:a16="http://schemas.microsoft.com/office/drawing/2014/main" id="{9940D8D8-B350-4E42-83E0-D3CA816B79E1}"/>
                  </a:ext>
                </a:extLst>
              </p:cNvPr>
              <p:cNvGrpSpPr>
                <a:grpSpLocks/>
              </p:cNvGrpSpPr>
              <p:nvPr/>
            </p:nvGrpSpPr>
            <p:grpSpPr bwMode="auto">
              <a:xfrm>
                <a:off x="3527" y="1434"/>
                <a:ext cx="79" cy="680"/>
                <a:chOff x="3481" y="1434"/>
                <a:chExt cx="79" cy="680"/>
              </a:xfrm>
            </p:grpSpPr>
            <p:grpSp>
              <p:nvGrpSpPr>
                <p:cNvPr id="188470" name="Group 54">
                  <a:extLst>
                    <a:ext uri="{FF2B5EF4-FFF2-40B4-BE49-F238E27FC236}">
                      <a16:creationId xmlns:a16="http://schemas.microsoft.com/office/drawing/2014/main" id="{2EBD8AC9-1807-49E9-8470-420C4F45D979}"/>
                    </a:ext>
                  </a:extLst>
                </p:cNvPr>
                <p:cNvGrpSpPr>
                  <a:grpSpLocks/>
                </p:cNvGrpSpPr>
                <p:nvPr/>
              </p:nvGrpSpPr>
              <p:grpSpPr bwMode="auto">
                <a:xfrm>
                  <a:off x="3492" y="1434"/>
                  <a:ext cx="68" cy="283"/>
                  <a:chOff x="3492" y="1480"/>
                  <a:chExt cx="68" cy="283"/>
                </a:xfrm>
              </p:grpSpPr>
              <p:sp>
                <p:nvSpPr>
                  <p:cNvPr id="188471" name="Line 55">
                    <a:extLst>
                      <a:ext uri="{FF2B5EF4-FFF2-40B4-BE49-F238E27FC236}">
                        <a16:creationId xmlns:a16="http://schemas.microsoft.com/office/drawing/2014/main" id="{99E967AB-609A-4D47-9EC4-A866ED7221C8}"/>
                      </a:ext>
                    </a:extLst>
                  </p:cNvPr>
                  <p:cNvSpPr>
                    <a:spLocks noChangeShapeType="1"/>
                  </p:cNvSpPr>
                  <p:nvPr/>
                </p:nvSpPr>
                <p:spPr bwMode="auto">
                  <a:xfrm flipH="1">
                    <a:off x="3515" y="1480"/>
                    <a:ext cx="11" cy="226"/>
                  </a:xfrm>
                  <a:prstGeom prst="line">
                    <a:avLst/>
                  </a:prstGeom>
                  <a:noFill/>
                  <a:ln w="28575">
                    <a:solidFill>
                      <a:schemeClr val="tx1"/>
                    </a:solidFill>
                    <a:round/>
                    <a:headEnd/>
                    <a:tailEnd/>
                  </a:ln>
                  <a:effectLst>
                    <a:outerShdw dist="107763" dir="2700000" algn="ctr" rotWithShape="0">
                      <a:schemeClr val="bg2">
                        <a:alpha val="50000"/>
                      </a:schemeClr>
                    </a:outerShdw>
                  </a:effectLst>
                  <a:extLst>
                    <a:ext uri="{909E8E84-426E-40DD-AFC4-6F175D3DCCD1}">
                      <a14:hiddenFill xmlns:a14="http://schemas.microsoft.com/office/drawing/2010/main">
                        <a:noFill/>
                      </a14:hiddenFill>
                    </a:ext>
                  </a:extLst>
                </p:spPr>
                <p:txBody>
                  <a:bodyPr anchor="ctr"/>
                  <a:lstStyle/>
                  <a:p>
                    <a:endParaRPr lang="zh-CN" altLang="en-US"/>
                  </a:p>
                </p:txBody>
              </p:sp>
              <p:sp>
                <p:nvSpPr>
                  <p:cNvPr id="188472" name="Oval 56">
                    <a:extLst>
                      <a:ext uri="{FF2B5EF4-FFF2-40B4-BE49-F238E27FC236}">
                        <a16:creationId xmlns:a16="http://schemas.microsoft.com/office/drawing/2014/main" id="{4B189934-D7FE-4E3C-BD00-EED8C5EC801A}"/>
                      </a:ext>
                    </a:extLst>
                  </p:cNvPr>
                  <p:cNvSpPr>
                    <a:spLocks noChangeArrowheads="1"/>
                  </p:cNvSpPr>
                  <p:nvPr/>
                </p:nvSpPr>
                <p:spPr bwMode="auto">
                  <a:xfrm>
                    <a:off x="3492" y="1695"/>
                    <a:ext cx="68" cy="68"/>
                  </a:xfrm>
                  <a:prstGeom prst="ellipse">
                    <a:avLst/>
                  </a:prstGeom>
                  <a:solidFill>
                    <a:schemeClr val="accent1"/>
                  </a:solidFill>
                  <a:ln w="9525">
                    <a:solidFill>
                      <a:schemeClr val="tx1"/>
                    </a:solidFill>
                    <a:round/>
                    <a:headEnd/>
                    <a:tailEnd/>
                  </a:ln>
                  <a:effectLst>
                    <a:outerShdw dist="107763" dir="2700000" algn="ctr" rotWithShape="0">
                      <a:schemeClr val="bg2">
                        <a:alpha val="50000"/>
                      </a:schemeClr>
                    </a:outerShdw>
                  </a:effectLst>
                </p:spPr>
                <p:txBody>
                  <a:bodyPr wrap="none" anchor="ctr"/>
                  <a:lstStyle/>
                  <a:p>
                    <a:endParaRPr lang="zh-CN" altLang="en-US"/>
                  </a:p>
                </p:txBody>
              </p:sp>
            </p:grpSp>
            <p:grpSp>
              <p:nvGrpSpPr>
                <p:cNvPr id="188473" name="Group 57">
                  <a:extLst>
                    <a:ext uri="{FF2B5EF4-FFF2-40B4-BE49-F238E27FC236}">
                      <a16:creationId xmlns:a16="http://schemas.microsoft.com/office/drawing/2014/main" id="{6630DECF-C0B2-4DAA-8D0D-3B4616404FDC}"/>
                    </a:ext>
                  </a:extLst>
                </p:cNvPr>
                <p:cNvGrpSpPr>
                  <a:grpSpLocks/>
                </p:cNvGrpSpPr>
                <p:nvPr/>
              </p:nvGrpSpPr>
              <p:grpSpPr bwMode="auto">
                <a:xfrm>
                  <a:off x="3492" y="1842"/>
                  <a:ext cx="68" cy="272"/>
                  <a:chOff x="3492" y="1842"/>
                  <a:chExt cx="68" cy="272"/>
                </a:xfrm>
              </p:grpSpPr>
              <p:sp>
                <p:nvSpPr>
                  <p:cNvPr id="188474" name="Line 58">
                    <a:extLst>
                      <a:ext uri="{FF2B5EF4-FFF2-40B4-BE49-F238E27FC236}">
                        <a16:creationId xmlns:a16="http://schemas.microsoft.com/office/drawing/2014/main" id="{169155E8-13C0-47DA-9213-F0D561AD8DCE}"/>
                      </a:ext>
                    </a:extLst>
                  </p:cNvPr>
                  <p:cNvSpPr>
                    <a:spLocks noChangeShapeType="1"/>
                  </p:cNvSpPr>
                  <p:nvPr/>
                </p:nvSpPr>
                <p:spPr bwMode="auto">
                  <a:xfrm>
                    <a:off x="3526" y="1888"/>
                    <a:ext cx="0" cy="226"/>
                  </a:xfrm>
                  <a:prstGeom prst="line">
                    <a:avLst/>
                  </a:prstGeom>
                  <a:noFill/>
                  <a:ln w="28575">
                    <a:solidFill>
                      <a:schemeClr val="tx1"/>
                    </a:solidFill>
                    <a:round/>
                    <a:headEnd/>
                    <a:tailEnd/>
                  </a:ln>
                  <a:effectLst>
                    <a:outerShdw dist="107763" dir="2700000" algn="ctr" rotWithShape="0">
                      <a:schemeClr val="bg2">
                        <a:alpha val="50000"/>
                      </a:schemeClr>
                    </a:outerShdw>
                  </a:effectLst>
                  <a:extLst>
                    <a:ext uri="{909E8E84-426E-40DD-AFC4-6F175D3DCCD1}">
                      <a14:hiddenFill xmlns:a14="http://schemas.microsoft.com/office/drawing/2010/main">
                        <a:noFill/>
                      </a14:hiddenFill>
                    </a:ext>
                  </a:extLst>
                </p:spPr>
                <p:txBody>
                  <a:bodyPr anchor="ctr"/>
                  <a:lstStyle/>
                  <a:p>
                    <a:endParaRPr lang="zh-CN" altLang="en-US"/>
                  </a:p>
                </p:txBody>
              </p:sp>
              <p:sp>
                <p:nvSpPr>
                  <p:cNvPr id="188475" name="Oval 59">
                    <a:extLst>
                      <a:ext uri="{FF2B5EF4-FFF2-40B4-BE49-F238E27FC236}">
                        <a16:creationId xmlns:a16="http://schemas.microsoft.com/office/drawing/2014/main" id="{20406150-7C00-4F26-8E83-1974C8669537}"/>
                      </a:ext>
                    </a:extLst>
                  </p:cNvPr>
                  <p:cNvSpPr>
                    <a:spLocks noChangeArrowheads="1"/>
                  </p:cNvSpPr>
                  <p:nvPr/>
                </p:nvSpPr>
                <p:spPr bwMode="auto">
                  <a:xfrm>
                    <a:off x="3492" y="1842"/>
                    <a:ext cx="68" cy="68"/>
                  </a:xfrm>
                  <a:prstGeom prst="ellipse">
                    <a:avLst/>
                  </a:prstGeom>
                  <a:solidFill>
                    <a:schemeClr val="accent1"/>
                  </a:solidFill>
                  <a:ln w="9525">
                    <a:solidFill>
                      <a:schemeClr val="tx1"/>
                    </a:solidFill>
                    <a:round/>
                    <a:headEnd/>
                    <a:tailEnd/>
                  </a:ln>
                  <a:effectLst>
                    <a:outerShdw dist="107763" dir="2700000" algn="ctr" rotWithShape="0">
                      <a:schemeClr val="bg2">
                        <a:alpha val="50000"/>
                      </a:schemeClr>
                    </a:outerShdw>
                  </a:effectLst>
                </p:spPr>
                <p:txBody>
                  <a:bodyPr wrap="none" anchor="ctr"/>
                  <a:lstStyle/>
                  <a:p>
                    <a:endParaRPr lang="zh-CN" altLang="en-US"/>
                  </a:p>
                </p:txBody>
              </p:sp>
            </p:grpSp>
            <p:sp>
              <p:nvSpPr>
                <p:cNvPr id="188476" name="Line 60">
                  <a:extLst>
                    <a:ext uri="{FF2B5EF4-FFF2-40B4-BE49-F238E27FC236}">
                      <a16:creationId xmlns:a16="http://schemas.microsoft.com/office/drawing/2014/main" id="{EE48F8E3-C3C3-4E59-9A74-85E3F71C8060}"/>
                    </a:ext>
                  </a:extLst>
                </p:cNvPr>
                <p:cNvSpPr>
                  <a:spLocks noChangeShapeType="1"/>
                </p:cNvSpPr>
                <p:nvPr/>
              </p:nvSpPr>
              <p:spPr bwMode="auto">
                <a:xfrm>
                  <a:off x="3481" y="1638"/>
                  <a:ext cx="0" cy="272"/>
                </a:xfrm>
                <a:prstGeom prst="line">
                  <a:avLst/>
                </a:prstGeom>
                <a:noFill/>
                <a:ln w="38100">
                  <a:solidFill>
                    <a:schemeClr val="tx1"/>
                  </a:solidFill>
                  <a:round/>
                  <a:headEnd/>
                  <a:tailEnd/>
                </a:ln>
                <a:effectLst>
                  <a:outerShdw dist="107763" dir="2700000" algn="ctr" rotWithShape="0">
                    <a:schemeClr val="bg2">
                      <a:alpha val="50000"/>
                    </a:schemeClr>
                  </a:outerShdw>
                </a:effectLst>
                <a:extLst>
                  <a:ext uri="{909E8E84-426E-40DD-AFC4-6F175D3DCCD1}">
                    <a14:hiddenFill xmlns:a14="http://schemas.microsoft.com/office/drawing/2010/main">
                      <a:noFill/>
                    </a14:hiddenFill>
                  </a:ext>
                </a:extLst>
              </p:spPr>
              <p:txBody>
                <a:bodyPr anchor="ctr"/>
                <a:lstStyle/>
                <a:p>
                  <a:endParaRPr lang="zh-CN" altLang="en-US"/>
                </a:p>
              </p:txBody>
            </p:sp>
          </p:grpSp>
          <p:grpSp>
            <p:nvGrpSpPr>
              <p:cNvPr id="188477" name="Group 61">
                <a:extLst>
                  <a:ext uri="{FF2B5EF4-FFF2-40B4-BE49-F238E27FC236}">
                    <a16:creationId xmlns:a16="http://schemas.microsoft.com/office/drawing/2014/main" id="{21715036-6738-4793-B635-74B08025A9B2}"/>
                  </a:ext>
                </a:extLst>
              </p:cNvPr>
              <p:cNvGrpSpPr>
                <a:grpSpLocks/>
              </p:cNvGrpSpPr>
              <p:nvPr/>
            </p:nvGrpSpPr>
            <p:grpSpPr bwMode="auto">
              <a:xfrm>
                <a:off x="5057" y="1434"/>
                <a:ext cx="170" cy="680"/>
                <a:chOff x="3651" y="1434"/>
                <a:chExt cx="170" cy="680"/>
              </a:xfrm>
            </p:grpSpPr>
            <p:grpSp>
              <p:nvGrpSpPr>
                <p:cNvPr id="188478" name="Group 62">
                  <a:extLst>
                    <a:ext uri="{FF2B5EF4-FFF2-40B4-BE49-F238E27FC236}">
                      <a16:creationId xmlns:a16="http://schemas.microsoft.com/office/drawing/2014/main" id="{671C0E2F-C612-4830-B307-80DA3D6CD609}"/>
                    </a:ext>
                  </a:extLst>
                </p:cNvPr>
                <p:cNvGrpSpPr>
                  <a:grpSpLocks/>
                </p:cNvGrpSpPr>
                <p:nvPr/>
              </p:nvGrpSpPr>
              <p:grpSpPr bwMode="auto">
                <a:xfrm>
                  <a:off x="3753" y="1434"/>
                  <a:ext cx="68" cy="283"/>
                  <a:chOff x="3492" y="1480"/>
                  <a:chExt cx="68" cy="283"/>
                </a:xfrm>
              </p:grpSpPr>
              <p:sp>
                <p:nvSpPr>
                  <p:cNvPr id="188479" name="Line 63">
                    <a:extLst>
                      <a:ext uri="{FF2B5EF4-FFF2-40B4-BE49-F238E27FC236}">
                        <a16:creationId xmlns:a16="http://schemas.microsoft.com/office/drawing/2014/main" id="{14D59D3B-273F-4A6E-AA35-7ED4A931665D}"/>
                      </a:ext>
                    </a:extLst>
                  </p:cNvPr>
                  <p:cNvSpPr>
                    <a:spLocks noChangeShapeType="1"/>
                  </p:cNvSpPr>
                  <p:nvPr/>
                </p:nvSpPr>
                <p:spPr bwMode="auto">
                  <a:xfrm flipH="1">
                    <a:off x="3515" y="1480"/>
                    <a:ext cx="11" cy="226"/>
                  </a:xfrm>
                  <a:prstGeom prst="line">
                    <a:avLst/>
                  </a:prstGeom>
                  <a:noFill/>
                  <a:ln w="28575">
                    <a:solidFill>
                      <a:schemeClr val="tx1"/>
                    </a:solidFill>
                    <a:round/>
                    <a:headEnd/>
                    <a:tailEnd/>
                  </a:ln>
                  <a:effectLst>
                    <a:outerShdw dist="107763" dir="2700000" algn="ctr" rotWithShape="0">
                      <a:schemeClr val="bg2">
                        <a:alpha val="50000"/>
                      </a:schemeClr>
                    </a:outerShdw>
                  </a:effectLst>
                  <a:extLst>
                    <a:ext uri="{909E8E84-426E-40DD-AFC4-6F175D3DCCD1}">
                      <a14:hiddenFill xmlns:a14="http://schemas.microsoft.com/office/drawing/2010/main">
                        <a:noFill/>
                      </a14:hiddenFill>
                    </a:ext>
                  </a:extLst>
                </p:spPr>
                <p:txBody>
                  <a:bodyPr anchor="ctr"/>
                  <a:lstStyle/>
                  <a:p>
                    <a:endParaRPr lang="zh-CN" altLang="en-US"/>
                  </a:p>
                </p:txBody>
              </p:sp>
              <p:sp>
                <p:nvSpPr>
                  <p:cNvPr id="188480" name="Oval 64">
                    <a:extLst>
                      <a:ext uri="{FF2B5EF4-FFF2-40B4-BE49-F238E27FC236}">
                        <a16:creationId xmlns:a16="http://schemas.microsoft.com/office/drawing/2014/main" id="{443980D4-5DAB-4DF6-A105-6B56CCDF61AE}"/>
                      </a:ext>
                    </a:extLst>
                  </p:cNvPr>
                  <p:cNvSpPr>
                    <a:spLocks noChangeArrowheads="1"/>
                  </p:cNvSpPr>
                  <p:nvPr/>
                </p:nvSpPr>
                <p:spPr bwMode="auto">
                  <a:xfrm>
                    <a:off x="3492" y="1695"/>
                    <a:ext cx="68" cy="68"/>
                  </a:xfrm>
                  <a:prstGeom prst="ellipse">
                    <a:avLst/>
                  </a:prstGeom>
                  <a:solidFill>
                    <a:schemeClr val="accent1"/>
                  </a:solidFill>
                  <a:ln w="9525">
                    <a:solidFill>
                      <a:schemeClr val="tx1"/>
                    </a:solidFill>
                    <a:round/>
                    <a:headEnd/>
                    <a:tailEnd/>
                  </a:ln>
                  <a:effectLst>
                    <a:outerShdw dist="107763" dir="2700000" algn="ctr" rotWithShape="0">
                      <a:schemeClr val="bg2">
                        <a:alpha val="50000"/>
                      </a:schemeClr>
                    </a:outerShdw>
                  </a:effectLst>
                </p:spPr>
                <p:txBody>
                  <a:bodyPr wrap="none" anchor="ctr"/>
                  <a:lstStyle/>
                  <a:p>
                    <a:endParaRPr lang="zh-CN" altLang="en-US"/>
                  </a:p>
                </p:txBody>
              </p:sp>
            </p:grpSp>
            <p:grpSp>
              <p:nvGrpSpPr>
                <p:cNvPr id="188481" name="Group 65">
                  <a:extLst>
                    <a:ext uri="{FF2B5EF4-FFF2-40B4-BE49-F238E27FC236}">
                      <a16:creationId xmlns:a16="http://schemas.microsoft.com/office/drawing/2014/main" id="{97C355D2-FC01-4C7A-99DD-9CA4943F11A4}"/>
                    </a:ext>
                  </a:extLst>
                </p:cNvPr>
                <p:cNvGrpSpPr>
                  <a:grpSpLocks/>
                </p:cNvGrpSpPr>
                <p:nvPr/>
              </p:nvGrpSpPr>
              <p:grpSpPr bwMode="auto">
                <a:xfrm>
                  <a:off x="3753" y="1842"/>
                  <a:ext cx="68" cy="272"/>
                  <a:chOff x="3492" y="1842"/>
                  <a:chExt cx="68" cy="272"/>
                </a:xfrm>
              </p:grpSpPr>
              <p:sp>
                <p:nvSpPr>
                  <p:cNvPr id="188482" name="Line 66">
                    <a:extLst>
                      <a:ext uri="{FF2B5EF4-FFF2-40B4-BE49-F238E27FC236}">
                        <a16:creationId xmlns:a16="http://schemas.microsoft.com/office/drawing/2014/main" id="{D3C6004C-6259-4F14-AB6C-A685CB954C07}"/>
                      </a:ext>
                    </a:extLst>
                  </p:cNvPr>
                  <p:cNvSpPr>
                    <a:spLocks noChangeShapeType="1"/>
                  </p:cNvSpPr>
                  <p:nvPr/>
                </p:nvSpPr>
                <p:spPr bwMode="auto">
                  <a:xfrm>
                    <a:off x="3526" y="1888"/>
                    <a:ext cx="0" cy="226"/>
                  </a:xfrm>
                  <a:prstGeom prst="line">
                    <a:avLst/>
                  </a:prstGeom>
                  <a:noFill/>
                  <a:ln w="28575">
                    <a:solidFill>
                      <a:schemeClr val="tx1"/>
                    </a:solidFill>
                    <a:round/>
                    <a:headEnd/>
                    <a:tailEnd/>
                  </a:ln>
                  <a:effectLst>
                    <a:outerShdw dist="107763" dir="2700000" algn="ctr" rotWithShape="0">
                      <a:schemeClr val="bg2">
                        <a:alpha val="50000"/>
                      </a:schemeClr>
                    </a:outerShdw>
                  </a:effectLst>
                  <a:extLst>
                    <a:ext uri="{909E8E84-426E-40DD-AFC4-6F175D3DCCD1}">
                      <a14:hiddenFill xmlns:a14="http://schemas.microsoft.com/office/drawing/2010/main">
                        <a:noFill/>
                      </a14:hiddenFill>
                    </a:ext>
                  </a:extLst>
                </p:spPr>
                <p:txBody>
                  <a:bodyPr anchor="ctr"/>
                  <a:lstStyle/>
                  <a:p>
                    <a:endParaRPr lang="zh-CN" altLang="en-US"/>
                  </a:p>
                </p:txBody>
              </p:sp>
              <p:sp>
                <p:nvSpPr>
                  <p:cNvPr id="188483" name="Oval 67">
                    <a:extLst>
                      <a:ext uri="{FF2B5EF4-FFF2-40B4-BE49-F238E27FC236}">
                        <a16:creationId xmlns:a16="http://schemas.microsoft.com/office/drawing/2014/main" id="{F0282B33-D443-40C8-8F28-DF5459F32FF9}"/>
                      </a:ext>
                    </a:extLst>
                  </p:cNvPr>
                  <p:cNvSpPr>
                    <a:spLocks noChangeArrowheads="1"/>
                  </p:cNvSpPr>
                  <p:nvPr/>
                </p:nvSpPr>
                <p:spPr bwMode="auto">
                  <a:xfrm>
                    <a:off x="3492" y="1842"/>
                    <a:ext cx="68" cy="68"/>
                  </a:xfrm>
                  <a:prstGeom prst="ellipse">
                    <a:avLst/>
                  </a:prstGeom>
                  <a:solidFill>
                    <a:schemeClr val="accent1"/>
                  </a:solidFill>
                  <a:ln w="9525">
                    <a:solidFill>
                      <a:schemeClr val="tx1"/>
                    </a:solidFill>
                    <a:round/>
                    <a:headEnd/>
                    <a:tailEnd/>
                  </a:ln>
                  <a:effectLst>
                    <a:outerShdw dist="107763" dir="2700000" algn="ctr" rotWithShape="0">
                      <a:schemeClr val="bg2">
                        <a:alpha val="50000"/>
                      </a:schemeClr>
                    </a:outerShdw>
                  </a:effectLst>
                </p:spPr>
                <p:txBody>
                  <a:bodyPr wrap="none" anchor="ctr"/>
                  <a:lstStyle/>
                  <a:p>
                    <a:endParaRPr lang="zh-CN" altLang="en-US"/>
                  </a:p>
                </p:txBody>
              </p:sp>
            </p:grpSp>
            <p:sp>
              <p:nvSpPr>
                <p:cNvPr id="188484" name="Line 68">
                  <a:extLst>
                    <a:ext uri="{FF2B5EF4-FFF2-40B4-BE49-F238E27FC236}">
                      <a16:creationId xmlns:a16="http://schemas.microsoft.com/office/drawing/2014/main" id="{5CCE4F2E-CF11-4BF3-BFDC-A6568B8FACBE}"/>
                    </a:ext>
                  </a:extLst>
                </p:cNvPr>
                <p:cNvSpPr>
                  <a:spLocks noChangeShapeType="1"/>
                </p:cNvSpPr>
                <p:nvPr/>
              </p:nvSpPr>
              <p:spPr bwMode="auto">
                <a:xfrm>
                  <a:off x="3651" y="1661"/>
                  <a:ext cx="91" cy="249"/>
                </a:xfrm>
                <a:prstGeom prst="line">
                  <a:avLst/>
                </a:prstGeom>
                <a:noFill/>
                <a:ln w="38100">
                  <a:solidFill>
                    <a:schemeClr val="tx1"/>
                  </a:solidFill>
                  <a:round/>
                  <a:headEnd/>
                  <a:tailEnd/>
                </a:ln>
                <a:effectLst>
                  <a:outerShdw dist="107763" dir="2700000" algn="ctr" rotWithShape="0">
                    <a:schemeClr val="bg2">
                      <a:alpha val="50000"/>
                    </a:schemeClr>
                  </a:outerShdw>
                </a:effectLst>
                <a:extLst>
                  <a:ext uri="{909E8E84-426E-40DD-AFC4-6F175D3DCCD1}">
                    <a14:hiddenFill xmlns:a14="http://schemas.microsoft.com/office/drawing/2010/main">
                      <a:noFill/>
                    </a14:hiddenFill>
                  </a:ext>
                </a:extLst>
              </p:spPr>
              <p:txBody>
                <a:bodyPr anchor="ctr"/>
                <a:lstStyle/>
                <a:p>
                  <a:endParaRPr lang="zh-CN" altLang="en-US"/>
                </a:p>
              </p:txBody>
            </p:sp>
          </p:grpSp>
          <p:grpSp>
            <p:nvGrpSpPr>
              <p:cNvPr id="188485" name="Group 69">
                <a:extLst>
                  <a:ext uri="{FF2B5EF4-FFF2-40B4-BE49-F238E27FC236}">
                    <a16:creationId xmlns:a16="http://schemas.microsoft.com/office/drawing/2014/main" id="{7FAD3114-899B-44D6-8107-70392BFC882D}"/>
                  </a:ext>
                </a:extLst>
              </p:cNvPr>
              <p:cNvGrpSpPr>
                <a:grpSpLocks/>
              </p:cNvGrpSpPr>
              <p:nvPr/>
            </p:nvGrpSpPr>
            <p:grpSpPr bwMode="auto">
              <a:xfrm>
                <a:off x="4876" y="1434"/>
                <a:ext cx="79" cy="680"/>
                <a:chOff x="3481" y="1434"/>
                <a:chExt cx="79" cy="680"/>
              </a:xfrm>
            </p:grpSpPr>
            <p:grpSp>
              <p:nvGrpSpPr>
                <p:cNvPr id="188486" name="Group 70">
                  <a:extLst>
                    <a:ext uri="{FF2B5EF4-FFF2-40B4-BE49-F238E27FC236}">
                      <a16:creationId xmlns:a16="http://schemas.microsoft.com/office/drawing/2014/main" id="{57425375-5476-411B-8E84-02C4FCA2B246}"/>
                    </a:ext>
                  </a:extLst>
                </p:cNvPr>
                <p:cNvGrpSpPr>
                  <a:grpSpLocks/>
                </p:cNvGrpSpPr>
                <p:nvPr/>
              </p:nvGrpSpPr>
              <p:grpSpPr bwMode="auto">
                <a:xfrm>
                  <a:off x="3492" y="1434"/>
                  <a:ext cx="68" cy="283"/>
                  <a:chOff x="3492" y="1480"/>
                  <a:chExt cx="68" cy="283"/>
                </a:xfrm>
              </p:grpSpPr>
              <p:sp>
                <p:nvSpPr>
                  <p:cNvPr id="188487" name="Line 71">
                    <a:extLst>
                      <a:ext uri="{FF2B5EF4-FFF2-40B4-BE49-F238E27FC236}">
                        <a16:creationId xmlns:a16="http://schemas.microsoft.com/office/drawing/2014/main" id="{18B177BC-67F1-42E8-B2FE-37DA5850BCEA}"/>
                      </a:ext>
                    </a:extLst>
                  </p:cNvPr>
                  <p:cNvSpPr>
                    <a:spLocks noChangeShapeType="1"/>
                  </p:cNvSpPr>
                  <p:nvPr/>
                </p:nvSpPr>
                <p:spPr bwMode="auto">
                  <a:xfrm flipH="1">
                    <a:off x="3515" y="1480"/>
                    <a:ext cx="11" cy="226"/>
                  </a:xfrm>
                  <a:prstGeom prst="line">
                    <a:avLst/>
                  </a:prstGeom>
                  <a:noFill/>
                  <a:ln w="28575">
                    <a:solidFill>
                      <a:schemeClr val="tx1"/>
                    </a:solidFill>
                    <a:round/>
                    <a:headEnd/>
                    <a:tailEnd/>
                  </a:ln>
                  <a:effectLst>
                    <a:outerShdw dist="107763" dir="2700000" algn="ctr" rotWithShape="0">
                      <a:schemeClr val="bg2">
                        <a:alpha val="50000"/>
                      </a:schemeClr>
                    </a:outerShdw>
                  </a:effectLst>
                  <a:extLst>
                    <a:ext uri="{909E8E84-426E-40DD-AFC4-6F175D3DCCD1}">
                      <a14:hiddenFill xmlns:a14="http://schemas.microsoft.com/office/drawing/2010/main">
                        <a:noFill/>
                      </a14:hiddenFill>
                    </a:ext>
                  </a:extLst>
                </p:spPr>
                <p:txBody>
                  <a:bodyPr anchor="ctr"/>
                  <a:lstStyle/>
                  <a:p>
                    <a:endParaRPr lang="zh-CN" altLang="en-US"/>
                  </a:p>
                </p:txBody>
              </p:sp>
              <p:sp>
                <p:nvSpPr>
                  <p:cNvPr id="188488" name="Oval 72">
                    <a:extLst>
                      <a:ext uri="{FF2B5EF4-FFF2-40B4-BE49-F238E27FC236}">
                        <a16:creationId xmlns:a16="http://schemas.microsoft.com/office/drawing/2014/main" id="{138A203A-F065-4189-AF82-23DC878E1F36}"/>
                      </a:ext>
                    </a:extLst>
                  </p:cNvPr>
                  <p:cNvSpPr>
                    <a:spLocks noChangeArrowheads="1"/>
                  </p:cNvSpPr>
                  <p:nvPr/>
                </p:nvSpPr>
                <p:spPr bwMode="auto">
                  <a:xfrm>
                    <a:off x="3492" y="1695"/>
                    <a:ext cx="68" cy="68"/>
                  </a:xfrm>
                  <a:prstGeom prst="ellipse">
                    <a:avLst/>
                  </a:prstGeom>
                  <a:solidFill>
                    <a:schemeClr val="accent1"/>
                  </a:solidFill>
                  <a:ln w="9525">
                    <a:solidFill>
                      <a:schemeClr val="tx1"/>
                    </a:solidFill>
                    <a:round/>
                    <a:headEnd/>
                    <a:tailEnd/>
                  </a:ln>
                  <a:effectLst>
                    <a:outerShdw dist="107763" dir="2700000" algn="ctr" rotWithShape="0">
                      <a:schemeClr val="bg2">
                        <a:alpha val="50000"/>
                      </a:schemeClr>
                    </a:outerShdw>
                  </a:effectLst>
                </p:spPr>
                <p:txBody>
                  <a:bodyPr wrap="none" anchor="ctr"/>
                  <a:lstStyle/>
                  <a:p>
                    <a:endParaRPr lang="zh-CN" altLang="en-US"/>
                  </a:p>
                </p:txBody>
              </p:sp>
            </p:grpSp>
            <p:grpSp>
              <p:nvGrpSpPr>
                <p:cNvPr id="188489" name="Group 73">
                  <a:extLst>
                    <a:ext uri="{FF2B5EF4-FFF2-40B4-BE49-F238E27FC236}">
                      <a16:creationId xmlns:a16="http://schemas.microsoft.com/office/drawing/2014/main" id="{8C6A13B0-23DE-4DB5-9975-4A5AF0E7993B}"/>
                    </a:ext>
                  </a:extLst>
                </p:cNvPr>
                <p:cNvGrpSpPr>
                  <a:grpSpLocks/>
                </p:cNvGrpSpPr>
                <p:nvPr/>
              </p:nvGrpSpPr>
              <p:grpSpPr bwMode="auto">
                <a:xfrm>
                  <a:off x="3492" y="1842"/>
                  <a:ext cx="68" cy="272"/>
                  <a:chOff x="3492" y="1842"/>
                  <a:chExt cx="68" cy="272"/>
                </a:xfrm>
              </p:grpSpPr>
              <p:sp>
                <p:nvSpPr>
                  <p:cNvPr id="188490" name="Line 74">
                    <a:extLst>
                      <a:ext uri="{FF2B5EF4-FFF2-40B4-BE49-F238E27FC236}">
                        <a16:creationId xmlns:a16="http://schemas.microsoft.com/office/drawing/2014/main" id="{1E0C3251-72FD-449C-A9C8-A8F747421591}"/>
                      </a:ext>
                    </a:extLst>
                  </p:cNvPr>
                  <p:cNvSpPr>
                    <a:spLocks noChangeShapeType="1"/>
                  </p:cNvSpPr>
                  <p:nvPr/>
                </p:nvSpPr>
                <p:spPr bwMode="auto">
                  <a:xfrm>
                    <a:off x="3526" y="1888"/>
                    <a:ext cx="0" cy="226"/>
                  </a:xfrm>
                  <a:prstGeom prst="line">
                    <a:avLst/>
                  </a:prstGeom>
                  <a:noFill/>
                  <a:ln w="28575">
                    <a:solidFill>
                      <a:schemeClr val="tx1"/>
                    </a:solidFill>
                    <a:round/>
                    <a:headEnd/>
                    <a:tailEnd/>
                  </a:ln>
                  <a:effectLst>
                    <a:outerShdw dist="107763" dir="2700000" algn="ctr" rotWithShape="0">
                      <a:schemeClr val="bg2">
                        <a:alpha val="50000"/>
                      </a:schemeClr>
                    </a:outerShdw>
                  </a:effectLst>
                  <a:extLst>
                    <a:ext uri="{909E8E84-426E-40DD-AFC4-6F175D3DCCD1}">
                      <a14:hiddenFill xmlns:a14="http://schemas.microsoft.com/office/drawing/2010/main">
                        <a:noFill/>
                      </a14:hiddenFill>
                    </a:ext>
                  </a:extLst>
                </p:spPr>
                <p:txBody>
                  <a:bodyPr anchor="ctr"/>
                  <a:lstStyle/>
                  <a:p>
                    <a:endParaRPr lang="zh-CN" altLang="en-US"/>
                  </a:p>
                </p:txBody>
              </p:sp>
              <p:sp>
                <p:nvSpPr>
                  <p:cNvPr id="188491" name="Oval 75">
                    <a:extLst>
                      <a:ext uri="{FF2B5EF4-FFF2-40B4-BE49-F238E27FC236}">
                        <a16:creationId xmlns:a16="http://schemas.microsoft.com/office/drawing/2014/main" id="{6AF1AED8-AFF1-4948-82B4-C3F55C1C2178}"/>
                      </a:ext>
                    </a:extLst>
                  </p:cNvPr>
                  <p:cNvSpPr>
                    <a:spLocks noChangeArrowheads="1"/>
                  </p:cNvSpPr>
                  <p:nvPr/>
                </p:nvSpPr>
                <p:spPr bwMode="auto">
                  <a:xfrm>
                    <a:off x="3492" y="1842"/>
                    <a:ext cx="68" cy="68"/>
                  </a:xfrm>
                  <a:prstGeom prst="ellipse">
                    <a:avLst/>
                  </a:prstGeom>
                  <a:solidFill>
                    <a:schemeClr val="accent1"/>
                  </a:solidFill>
                  <a:ln w="9525">
                    <a:solidFill>
                      <a:schemeClr val="tx1"/>
                    </a:solidFill>
                    <a:round/>
                    <a:headEnd/>
                    <a:tailEnd/>
                  </a:ln>
                  <a:effectLst>
                    <a:outerShdw dist="107763" dir="2700000" algn="ctr" rotWithShape="0">
                      <a:schemeClr val="bg2">
                        <a:alpha val="50000"/>
                      </a:schemeClr>
                    </a:outerShdw>
                  </a:effectLst>
                </p:spPr>
                <p:txBody>
                  <a:bodyPr wrap="none" anchor="ctr"/>
                  <a:lstStyle/>
                  <a:p>
                    <a:endParaRPr lang="zh-CN" altLang="en-US"/>
                  </a:p>
                </p:txBody>
              </p:sp>
            </p:grpSp>
            <p:sp>
              <p:nvSpPr>
                <p:cNvPr id="188492" name="Line 76">
                  <a:extLst>
                    <a:ext uri="{FF2B5EF4-FFF2-40B4-BE49-F238E27FC236}">
                      <a16:creationId xmlns:a16="http://schemas.microsoft.com/office/drawing/2014/main" id="{9327068A-1563-4F26-9A4C-666928C2EC6A}"/>
                    </a:ext>
                  </a:extLst>
                </p:cNvPr>
                <p:cNvSpPr>
                  <a:spLocks noChangeShapeType="1"/>
                </p:cNvSpPr>
                <p:nvPr/>
              </p:nvSpPr>
              <p:spPr bwMode="auto">
                <a:xfrm>
                  <a:off x="3481" y="1638"/>
                  <a:ext cx="0" cy="272"/>
                </a:xfrm>
                <a:prstGeom prst="line">
                  <a:avLst/>
                </a:prstGeom>
                <a:noFill/>
                <a:ln w="38100">
                  <a:solidFill>
                    <a:schemeClr val="tx1"/>
                  </a:solidFill>
                  <a:round/>
                  <a:headEnd/>
                  <a:tailEnd/>
                </a:ln>
                <a:effectLst>
                  <a:outerShdw dist="107763" dir="2700000" algn="ctr" rotWithShape="0">
                    <a:schemeClr val="bg2">
                      <a:alpha val="50000"/>
                    </a:schemeClr>
                  </a:outerShdw>
                </a:effectLst>
                <a:extLst>
                  <a:ext uri="{909E8E84-426E-40DD-AFC4-6F175D3DCCD1}">
                    <a14:hiddenFill xmlns:a14="http://schemas.microsoft.com/office/drawing/2010/main">
                      <a:noFill/>
                    </a14:hiddenFill>
                  </a:ext>
                </a:extLst>
              </p:spPr>
              <p:txBody>
                <a:bodyPr anchor="ctr"/>
                <a:lstStyle/>
                <a:p>
                  <a:endParaRPr lang="zh-CN" altLang="en-US"/>
                </a:p>
              </p:txBody>
            </p:sp>
          </p:grpSp>
        </p:grpSp>
      </p:grpSp>
      <p:sp>
        <p:nvSpPr>
          <p:cNvPr id="188493" name="Text Box 77">
            <a:extLst>
              <a:ext uri="{FF2B5EF4-FFF2-40B4-BE49-F238E27FC236}">
                <a16:creationId xmlns:a16="http://schemas.microsoft.com/office/drawing/2014/main" id="{78DD77BC-06DB-4541-A0D0-85CAEC3653E3}"/>
              </a:ext>
            </a:extLst>
          </p:cNvPr>
          <p:cNvSpPr txBox="1">
            <a:spLocks noChangeArrowheads="1"/>
          </p:cNvSpPr>
          <p:nvPr/>
        </p:nvSpPr>
        <p:spPr bwMode="auto">
          <a:xfrm>
            <a:off x="677863" y="3673475"/>
            <a:ext cx="838200" cy="48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600" b="1">
                <a:solidFill>
                  <a:srgbClr val="800080"/>
                </a:solidFill>
                <a:effectLst>
                  <a:outerShdw blurRad="38100" dist="38100" dir="2700000" algn="tl">
                    <a:srgbClr val="C0C0C0"/>
                  </a:outerShdw>
                </a:effectLst>
                <a:latin typeface="宋体" panose="02010600030101010101" pitchFamily="2" charset="-122"/>
              </a:rPr>
              <a:t>218</a:t>
            </a:r>
          </a:p>
        </p:txBody>
      </p:sp>
      <p:sp>
        <p:nvSpPr>
          <p:cNvPr id="188494" name="Text Box 78">
            <a:extLst>
              <a:ext uri="{FF2B5EF4-FFF2-40B4-BE49-F238E27FC236}">
                <a16:creationId xmlns:a16="http://schemas.microsoft.com/office/drawing/2014/main" id="{3D092C93-F35E-443A-90C4-E06E367DAD15}"/>
              </a:ext>
            </a:extLst>
          </p:cNvPr>
          <p:cNvSpPr txBox="1">
            <a:spLocks noChangeArrowheads="1"/>
          </p:cNvSpPr>
          <p:nvPr/>
        </p:nvSpPr>
        <p:spPr bwMode="auto">
          <a:xfrm>
            <a:off x="1820863" y="3673475"/>
            <a:ext cx="1600200" cy="48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600" b="1">
                <a:solidFill>
                  <a:srgbClr val="800080"/>
                </a:solidFill>
                <a:effectLst>
                  <a:outerShdw blurRad="38100" dist="38100" dir="2700000" algn="tl">
                    <a:srgbClr val="C0C0C0"/>
                  </a:outerShdw>
                </a:effectLst>
                <a:latin typeface="宋体" panose="02010600030101010101" pitchFamily="2" charset="-122"/>
              </a:rPr>
              <a:t>11011010</a:t>
            </a:r>
          </a:p>
        </p:txBody>
      </p:sp>
      <p:pic>
        <p:nvPicPr>
          <p:cNvPr id="188495" name="Picture 79">
            <a:extLst>
              <a:ext uri="{FF2B5EF4-FFF2-40B4-BE49-F238E27FC236}">
                <a16:creationId xmlns:a16="http://schemas.microsoft.com/office/drawing/2014/main" id="{A963C44D-BC90-44EC-BBBD-F81CDAFDD59D}"/>
              </a:ext>
            </a:extLst>
          </p:cNvPr>
          <p:cNvPicPr>
            <a:picLocks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a:xfrm>
            <a:off x="387350" y="4711700"/>
            <a:ext cx="2819400" cy="19335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88496" name="Line 80">
            <a:extLst>
              <a:ext uri="{FF2B5EF4-FFF2-40B4-BE49-F238E27FC236}">
                <a16:creationId xmlns:a16="http://schemas.microsoft.com/office/drawing/2014/main" id="{41F19032-C94A-4D6E-8EB7-00BBF6137A44}"/>
              </a:ext>
            </a:extLst>
          </p:cNvPr>
          <p:cNvSpPr>
            <a:spLocks noChangeShapeType="1"/>
          </p:cNvSpPr>
          <p:nvPr/>
        </p:nvSpPr>
        <p:spPr bwMode="auto">
          <a:xfrm>
            <a:off x="3421063" y="3902075"/>
            <a:ext cx="411162" cy="0"/>
          </a:xfrm>
          <a:prstGeom prst="line">
            <a:avLst/>
          </a:prstGeom>
          <a:noFill/>
          <a:ln w="38100">
            <a:solidFill>
              <a:srgbClr val="002368"/>
            </a:solidFill>
            <a:round/>
            <a:headE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sp>
        <p:nvSpPr>
          <p:cNvPr id="188497" name="Line 81">
            <a:extLst>
              <a:ext uri="{FF2B5EF4-FFF2-40B4-BE49-F238E27FC236}">
                <a16:creationId xmlns:a16="http://schemas.microsoft.com/office/drawing/2014/main" id="{F55749D9-E8A3-43D7-8534-251332AAE772}"/>
              </a:ext>
            </a:extLst>
          </p:cNvPr>
          <p:cNvSpPr>
            <a:spLocks noChangeShapeType="1"/>
          </p:cNvSpPr>
          <p:nvPr/>
        </p:nvSpPr>
        <p:spPr bwMode="auto">
          <a:xfrm>
            <a:off x="1439863" y="3902075"/>
            <a:ext cx="411162" cy="0"/>
          </a:xfrm>
          <a:prstGeom prst="line">
            <a:avLst/>
          </a:prstGeom>
          <a:noFill/>
          <a:ln w="38100">
            <a:solidFill>
              <a:srgbClr val="002368"/>
            </a:solidFill>
            <a:round/>
            <a:headE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sp>
        <p:nvSpPr>
          <p:cNvPr id="188498" name="Rectangle 82">
            <a:extLst>
              <a:ext uri="{FF2B5EF4-FFF2-40B4-BE49-F238E27FC236}">
                <a16:creationId xmlns:a16="http://schemas.microsoft.com/office/drawing/2014/main" id="{05034C52-920C-4B12-A37F-9F46A4DC64DD}"/>
              </a:ext>
            </a:extLst>
          </p:cNvPr>
          <p:cNvSpPr>
            <a:spLocks noChangeArrowheads="1"/>
          </p:cNvSpPr>
          <p:nvPr/>
        </p:nvSpPr>
        <p:spPr bwMode="auto">
          <a:xfrm>
            <a:off x="0" y="260350"/>
            <a:ext cx="9144000" cy="593725"/>
          </a:xfrm>
          <a:prstGeom prst="rect">
            <a:avLst/>
          </a:prstGeom>
          <a:solidFill>
            <a:srgbClr val="0000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lgn="ctr">
              <a:defRPr sz="3900" b="1">
                <a:solidFill>
                  <a:schemeClr val="bg1"/>
                </a:solidFill>
                <a:latin typeface="Times New Roman" panose="02020603050405020304" pitchFamily="18" charset="0"/>
                <a:ea typeface="宋体" panose="02010600030101010101" pitchFamily="2" charset="-122"/>
              </a:defRPr>
            </a:lvl1pPr>
            <a:lvl2pPr algn="ctr">
              <a:defRPr sz="3900" b="1">
                <a:solidFill>
                  <a:schemeClr val="bg1"/>
                </a:solidFill>
                <a:latin typeface="Times New Roman" panose="02020603050405020304" pitchFamily="18" charset="0"/>
                <a:ea typeface="宋体" panose="02010600030101010101" pitchFamily="2" charset="-122"/>
              </a:defRPr>
            </a:lvl2pPr>
            <a:lvl3pPr algn="ctr">
              <a:defRPr sz="3900" b="1">
                <a:solidFill>
                  <a:schemeClr val="bg1"/>
                </a:solidFill>
                <a:latin typeface="Times New Roman" panose="02020603050405020304" pitchFamily="18" charset="0"/>
                <a:ea typeface="宋体" panose="02010600030101010101" pitchFamily="2" charset="-122"/>
              </a:defRPr>
            </a:lvl3pPr>
            <a:lvl4pPr algn="ctr">
              <a:defRPr sz="3900" b="1">
                <a:solidFill>
                  <a:schemeClr val="bg1"/>
                </a:solidFill>
                <a:latin typeface="Times New Roman" panose="02020603050405020304" pitchFamily="18" charset="0"/>
                <a:ea typeface="宋体" panose="02010600030101010101" pitchFamily="2" charset="-122"/>
              </a:defRPr>
            </a:lvl4pPr>
            <a:lvl5pPr algn="ctr">
              <a:defRPr sz="3900" b="1">
                <a:solidFill>
                  <a:schemeClr val="bg1"/>
                </a:solidFill>
                <a:latin typeface="Times New Roman" panose="02020603050405020304" pitchFamily="18" charset="0"/>
                <a:ea typeface="宋体" panose="02010600030101010101" pitchFamily="2" charset="-122"/>
              </a:defRPr>
            </a:lvl5pPr>
            <a:lvl6pPr marL="457200" algn="ctr" fontAlgn="base">
              <a:spcBef>
                <a:spcPct val="0"/>
              </a:spcBef>
              <a:spcAft>
                <a:spcPct val="0"/>
              </a:spcAft>
              <a:defRPr sz="3900" b="1">
                <a:solidFill>
                  <a:schemeClr val="bg1"/>
                </a:solidFill>
                <a:latin typeface="Times New Roman" panose="02020603050405020304" pitchFamily="18" charset="0"/>
                <a:ea typeface="宋体" panose="02010600030101010101" pitchFamily="2" charset="-122"/>
              </a:defRPr>
            </a:lvl6pPr>
            <a:lvl7pPr marL="914400" algn="ctr" fontAlgn="base">
              <a:spcBef>
                <a:spcPct val="0"/>
              </a:spcBef>
              <a:spcAft>
                <a:spcPct val="0"/>
              </a:spcAft>
              <a:defRPr sz="3900" b="1">
                <a:solidFill>
                  <a:schemeClr val="bg1"/>
                </a:solidFill>
                <a:latin typeface="Times New Roman" panose="02020603050405020304" pitchFamily="18" charset="0"/>
                <a:ea typeface="宋体" panose="02010600030101010101" pitchFamily="2" charset="-122"/>
              </a:defRPr>
            </a:lvl7pPr>
            <a:lvl8pPr marL="1371600" algn="ctr" fontAlgn="base">
              <a:spcBef>
                <a:spcPct val="0"/>
              </a:spcBef>
              <a:spcAft>
                <a:spcPct val="0"/>
              </a:spcAft>
              <a:defRPr sz="3900" b="1">
                <a:solidFill>
                  <a:schemeClr val="bg1"/>
                </a:solidFill>
                <a:latin typeface="Times New Roman" panose="02020603050405020304" pitchFamily="18" charset="0"/>
                <a:ea typeface="宋体" panose="02010600030101010101" pitchFamily="2" charset="-122"/>
              </a:defRPr>
            </a:lvl8pPr>
            <a:lvl9pPr marL="1828800" algn="ctr" fontAlgn="base">
              <a:spcBef>
                <a:spcPct val="0"/>
              </a:spcBef>
              <a:spcAft>
                <a:spcPct val="0"/>
              </a:spcAft>
              <a:defRPr sz="3900" b="1">
                <a:solidFill>
                  <a:schemeClr val="bg1"/>
                </a:solidFill>
                <a:latin typeface="Times New Roman" panose="02020603050405020304" pitchFamily="18" charset="0"/>
                <a:ea typeface="宋体" panose="02010600030101010101" pitchFamily="2" charset="-122"/>
              </a:defRPr>
            </a:lvl9pPr>
          </a:lstStyle>
          <a:p>
            <a:r>
              <a:rPr kumimoji="1" lang="zh-CN" altLang="en-US" sz="3500">
                <a:solidFill>
                  <a:srgbClr val="FFFF00"/>
                </a:solidFill>
                <a:ea typeface="楷体_GB2312" pitchFamily="49" charset="-122"/>
              </a:rPr>
              <a:t>数据在计算机中的表示</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88424"/>
                                        </p:tgtEl>
                                        <p:attrNameLst>
                                          <p:attrName>style.visibility</p:attrName>
                                        </p:attrNameLst>
                                      </p:cBhvr>
                                      <p:to>
                                        <p:strVal val="visible"/>
                                      </p:to>
                                    </p:set>
                                    <p:animEffect transition="in" filter="wipe(left)">
                                      <p:cBhvr>
                                        <p:cTn id="7" dur="1000"/>
                                        <p:tgtEl>
                                          <p:spTgt spid="18842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88425"/>
                                        </p:tgtEl>
                                        <p:attrNameLst>
                                          <p:attrName>style.visibility</p:attrName>
                                        </p:attrNameLst>
                                      </p:cBhvr>
                                      <p:to>
                                        <p:strVal val="visible"/>
                                      </p:to>
                                    </p:set>
                                    <p:animEffect transition="in" filter="wipe(left)">
                                      <p:cBhvr>
                                        <p:cTn id="12" dur="1000"/>
                                        <p:tgtEl>
                                          <p:spTgt spid="1884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8424" grpId="0" animBg="1"/>
      <p:bldP spid="188425" grpId="0" animBg="1"/>
    </p:bldLst>
  </p:timing>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189442" name="Group 2">
            <a:extLst>
              <a:ext uri="{FF2B5EF4-FFF2-40B4-BE49-F238E27FC236}">
                <a16:creationId xmlns:a16="http://schemas.microsoft.com/office/drawing/2014/main" id="{CBAF6763-5D48-42F3-BD19-A6893786B4F6}"/>
              </a:ext>
            </a:extLst>
          </p:cNvPr>
          <p:cNvGrpSpPr>
            <a:grpSpLocks/>
          </p:cNvGrpSpPr>
          <p:nvPr/>
        </p:nvGrpSpPr>
        <p:grpSpPr bwMode="auto">
          <a:xfrm>
            <a:off x="7680325" y="1697038"/>
            <a:ext cx="439738" cy="682625"/>
            <a:chOff x="5417" y="1248"/>
            <a:chExt cx="277" cy="430"/>
          </a:xfrm>
        </p:grpSpPr>
        <p:grpSp>
          <p:nvGrpSpPr>
            <p:cNvPr id="189443" name="Group 3">
              <a:extLst>
                <a:ext uri="{FF2B5EF4-FFF2-40B4-BE49-F238E27FC236}">
                  <a16:creationId xmlns:a16="http://schemas.microsoft.com/office/drawing/2014/main" id="{ED54CBD7-7B8D-4801-A1AB-20CBDE579335}"/>
                </a:ext>
              </a:extLst>
            </p:cNvPr>
            <p:cNvGrpSpPr>
              <a:grpSpLocks/>
            </p:cNvGrpSpPr>
            <p:nvPr/>
          </p:nvGrpSpPr>
          <p:grpSpPr bwMode="auto">
            <a:xfrm>
              <a:off x="5492" y="1579"/>
              <a:ext cx="126" cy="99"/>
              <a:chOff x="5113" y="1792"/>
              <a:chExt cx="224" cy="177"/>
            </a:xfrm>
          </p:grpSpPr>
          <p:grpSp>
            <p:nvGrpSpPr>
              <p:cNvPr id="189444" name="Group 4">
                <a:extLst>
                  <a:ext uri="{FF2B5EF4-FFF2-40B4-BE49-F238E27FC236}">
                    <a16:creationId xmlns:a16="http://schemas.microsoft.com/office/drawing/2014/main" id="{8D5AA6BB-1304-4255-8FFD-44DF6825D663}"/>
                  </a:ext>
                </a:extLst>
              </p:cNvPr>
              <p:cNvGrpSpPr>
                <a:grpSpLocks/>
              </p:cNvGrpSpPr>
              <p:nvPr/>
            </p:nvGrpSpPr>
            <p:grpSpPr bwMode="auto">
              <a:xfrm>
                <a:off x="5113" y="1792"/>
                <a:ext cx="224" cy="177"/>
                <a:chOff x="5113" y="1792"/>
                <a:chExt cx="224" cy="177"/>
              </a:xfrm>
            </p:grpSpPr>
            <p:grpSp>
              <p:nvGrpSpPr>
                <p:cNvPr id="189445" name="Group 5">
                  <a:extLst>
                    <a:ext uri="{FF2B5EF4-FFF2-40B4-BE49-F238E27FC236}">
                      <a16:creationId xmlns:a16="http://schemas.microsoft.com/office/drawing/2014/main" id="{6C0F1499-E534-46D9-9909-9CAAFA4DC3A1}"/>
                    </a:ext>
                  </a:extLst>
                </p:cNvPr>
                <p:cNvGrpSpPr>
                  <a:grpSpLocks/>
                </p:cNvGrpSpPr>
                <p:nvPr/>
              </p:nvGrpSpPr>
              <p:grpSpPr bwMode="auto">
                <a:xfrm>
                  <a:off x="5169" y="1927"/>
                  <a:ext cx="123" cy="42"/>
                  <a:chOff x="5169" y="1927"/>
                  <a:chExt cx="123" cy="42"/>
                </a:xfrm>
              </p:grpSpPr>
              <p:sp>
                <p:nvSpPr>
                  <p:cNvPr id="189446" name="Freeform 6">
                    <a:extLst>
                      <a:ext uri="{FF2B5EF4-FFF2-40B4-BE49-F238E27FC236}">
                        <a16:creationId xmlns:a16="http://schemas.microsoft.com/office/drawing/2014/main" id="{76FE7793-7410-46CE-AFF5-4B403D8AE1B8}"/>
                      </a:ext>
                    </a:extLst>
                  </p:cNvPr>
                  <p:cNvSpPr>
                    <a:spLocks/>
                  </p:cNvSpPr>
                  <p:nvPr/>
                </p:nvSpPr>
                <p:spPr bwMode="auto">
                  <a:xfrm>
                    <a:off x="5169" y="1927"/>
                    <a:ext cx="123" cy="42"/>
                  </a:xfrm>
                  <a:custGeom>
                    <a:avLst/>
                    <a:gdLst>
                      <a:gd name="T0" fmla="*/ 0 w 123"/>
                      <a:gd name="T1" fmla="*/ 0 h 42"/>
                      <a:gd name="T2" fmla="*/ 24 w 123"/>
                      <a:gd name="T3" fmla="*/ 32 h 42"/>
                      <a:gd name="T4" fmla="*/ 26 w 123"/>
                      <a:gd name="T5" fmla="*/ 34 h 42"/>
                      <a:gd name="T6" fmla="*/ 29 w 123"/>
                      <a:gd name="T7" fmla="*/ 35 h 42"/>
                      <a:gd name="T8" fmla="*/ 33 w 123"/>
                      <a:gd name="T9" fmla="*/ 37 h 42"/>
                      <a:gd name="T10" fmla="*/ 37 w 123"/>
                      <a:gd name="T11" fmla="*/ 38 h 42"/>
                      <a:gd name="T12" fmla="*/ 42 w 123"/>
                      <a:gd name="T13" fmla="*/ 39 h 42"/>
                      <a:gd name="T14" fmla="*/ 46 w 123"/>
                      <a:gd name="T15" fmla="*/ 39 h 42"/>
                      <a:gd name="T16" fmla="*/ 50 w 123"/>
                      <a:gd name="T17" fmla="*/ 40 h 42"/>
                      <a:gd name="T18" fmla="*/ 54 w 123"/>
                      <a:gd name="T19" fmla="*/ 40 h 42"/>
                      <a:gd name="T20" fmla="*/ 59 w 123"/>
                      <a:gd name="T21" fmla="*/ 41 h 42"/>
                      <a:gd name="T22" fmla="*/ 62 w 123"/>
                      <a:gd name="T23" fmla="*/ 41 h 42"/>
                      <a:gd name="T24" fmla="*/ 68 w 123"/>
                      <a:gd name="T25" fmla="*/ 40 h 42"/>
                      <a:gd name="T26" fmla="*/ 72 w 123"/>
                      <a:gd name="T27" fmla="*/ 40 h 42"/>
                      <a:gd name="T28" fmla="*/ 77 w 123"/>
                      <a:gd name="T29" fmla="*/ 39 h 42"/>
                      <a:gd name="T30" fmla="*/ 81 w 123"/>
                      <a:gd name="T31" fmla="*/ 39 h 42"/>
                      <a:gd name="T32" fmla="*/ 85 w 123"/>
                      <a:gd name="T33" fmla="*/ 38 h 42"/>
                      <a:gd name="T34" fmla="*/ 89 w 123"/>
                      <a:gd name="T35" fmla="*/ 37 h 42"/>
                      <a:gd name="T36" fmla="*/ 93 w 123"/>
                      <a:gd name="T37" fmla="*/ 35 h 42"/>
                      <a:gd name="T38" fmla="*/ 95 w 123"/>
                      <a:gd name="T39" fmla="*/ 34 h 42"/>
                      <a:gd name="T40" fmla="*/ 97 w 123"/>
                      <a:gd name="T41" fmla="*/ 33 h 42"/>
                      <a:gd name="T42" fmla="*/ 99 w 123"/>
                      <a:gd name="T43" fmla="*/ 31 h 42"/>
                      <a:gd name="T44" fmla="*/ 122 w 123"/>
                      <a:gd name="T45" fmla="*/ 0 h 42"/>
                      <a:gd name="T46" fmla="*/ 0 w 123"/>
                      <a:gd name="T47" fmla="*/ 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3" h="42">
                        <a:moveTo>
                          <a:pt x="0" y="0"/>
                        </a:moveTo>
                        <a:lnTo>
                          <a:pt x="24" y="32"/>
                        </a:lnTo>
                        <a:lnTo>
                          <a:pt x="26" y="34"/>
                        </a:lnTo>
                        <a:lnTo>
                          <a:pt x="29" y="35"/>
                        </a:lnTo>
                        <a:lnTo>
                          <a:pt x="33" y="37"/>
                        </a:lnTo>
                        <a:lnTo>
                          <a:pt x="37" y="38"/>
                        </a:lnTo>
                        <a:lnTo>
                          <a:pt x="42" y="39"/>
                        </a:lnTo>
                        <a:lnTo>
                          <a:pt x="46" y="39"/>
                        </a:lnTo>
                        <a:lnTo>
                          <a:pt x="50" y="40"/>
                        </a:lnTo>
                        <a:lnTo>
                          <a:pt x="54" y="40"/>
                        </a:lnTo>
                        <a:lnTo>
                          <a:pt x="59" y="41"/>
                        </a:lnTo>
                        <a:lnTo>
                          <a:pt x="62" y="41"/>
                        </a:lnTo>
                        <a:lnTo>
                          <a:pt x="68" y="40"/>
                        </a:lnTo>
                        <a:lnTo>
                          <a:pt x="72" y="40"/>
                        </a:lnTo>
                        <a:lnTo>
                          <a:pt x="77" y="39"/>
                        </a:lnTo>
                        <a:lnTo>
                          <a:pt x="81" y="39"/>
                        </a:lnTo>
                        <a:lnTo>
                          <a:pt x="85" y="38"/>
                        </a:lnTo>
                        <a:lnTo>
                          <a:pt x="89" y="37"/>
                        </a:lnTo>
                        <a:lnTo>
                          <a:pt x="93" y="35"/>
                        </a:lnTo>
                        <a:lnTo>
                          <a:pt x="95" y="34"/>
                        </a:lnTo>
                        <a:lnTo>
                          <a:pt x="97" y="33"/>
                        </a:lnTo>
                        <a:lnTo>
                          <a:pt x="99" y="31"/>
                        </a:lnTo>
                        <a:lnTo>
                          <a:pt x="122" y="0"/>
                        </a:lnTo>
                        <a:lnTo>
                          <a:pt x="0" y="0"/>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9447" name="Freeform 7">
                    <a:extLst>
                      <a:ext uri="{FF2B5EF4-FFF2-40B4-BE49-F238E27FC236}">
                        <a16:creationId xmlns:a16="http://schemas.microsoft.com/office/drawing/2014/main" id="{6567F2B0-6428-4AFB-81C8-A6DDA4154F11}"/>
                      </a:ext>
                    </a:extLst>
                  </p:cNvPr>
                  <p:cNvSpPr>
                    <a:spLocks/>
                  </p:cNvSpPr>
                  <p:nvPr/>
                </p:nvSpPr>
                <p:spPr bwMode="auto">
                  <a:xfrm>
                    <a:off x="5188" y="1927"/>
                    <a:ext cx="56" cy="42"/>
                  </a:xfrm>
                  <a:custGeom>
                    <a:avLst/>
                    <a:gdLst>
                      <a:gd name="T0" fmla="*/ 0 w 56"/>
                      <a:gd name="T1" fmla="*/ 0 h 42"/>
                      <a:gd name="T2" fmla="*/ 15 w 56"/>
                      <a:gd name="T3" fmla="*/ 37 h 42"/>
                      <a:gd name="T4" fmla="*/ 18 w 56"/>
                      <a:gd name="T5" fmla="*/ 38 h 42"/>
                      <a:gd name="T6" fmla="*/ 23 w 56"/>
                      <a:gd name="T7" fmla="*/ 39 h 42"/>
                      <a:gd name="T8" fmla="*/ 27 w 56"/>
                      <a:gd name="T9" fmla="*/ 39 h 42"/>
                      <a:gd name="T10" fmla="*/ 31 w 56"/>
                      <a:gd name="T11" fmla="*/ 40 h 42"/>
                      <a:gd name="T12" fmla="*/ 35 w 56"/>
                      <a:gd name="T13" fmla="*/ 40 h 42"/>
                      <a:gd name="T14" fmla="*/ 40 w 56"/>
                      <a:gd name="T15" fmla="*/ 41 h 42"/>
                      <a:gd name="T16" fmla="*/ 44 w 56"/>
                      <a:gd name="T17" fmla="*/ 41 h 42"/>
                      <a:gd name="T18" fmla="*/ 49 w 56"/>
                      <a:gd name="T19" fmla="*/ 40 h 42"/>
                      <a:gd name="T20" fmla="*/ 55 w 56"/>
                      <a:gd name="T21" fmla="*/ 0 h 42"/>
                      <a:gd name="T22" fmla="*/ 0 w 56"/>
                      <a:gd name="T23" fmla="*/ 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56" h="42">
                        <a:moveTo>
                          <a:pt x="0" y="0"/>
                        </a:moveTo>
                        <a:lnTo>
                          <a:pt x="15" y="37"/>
                        </a:lnTo>
                        <a:lnTo>
                          <a:pt x="18" y="38"/>
                        </a:lnTo>
                        <a:lnTo>
                          <a:pt x="23" y="39"/>
                        </a:lnTo>
                        <a:lnTo>
                          <a:pt x="27" y="39"/>
                        </a:lnTo>
                        <a:lnTo>
                          <a:pt x="31" y="40"/>
                        </a:lnTo>
                        <a:lnTo>
                          <a:pt x="35" y="40"/>
                        </a:lnTo>
                        <a:lnTo>
                          <a:pt x="40" y="41"/>
                        </a:lnTo>
                        <a:lnTo>
                          <a:pt x="44" y="41"/>
                        </a:lnTo>
                        <a:lnTo>
                          <a:pt x="49" y="40"/>
                        </a:lnTo>
                        <a:lnTo>
                          <a:pt x="55" y="0"/>
                        </a:lnTo>
                        <a:lnTo>
                          <a:pt x="0" y="0"/>
                        </a:lnTo>
                      </a:path>
                    </a:pathLst>
                  </a:custGeom>
                  <a:solidFill>
                    <a:srgbClr val="40404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89448" name="Group 8">
                  <a:extLst>
                    <a:ext uri="{FF2B5EF4-FFF2-40B4-BE49-F238E27FC236}">
                      <a16:creationId xmlns:a16="http://schemas.microsoft.com/office/drawing/2014/main" id="{66748C8A-C9AB-450F-94F6-EFCA29BB8633}"/>
                    </a:ext>
                  </a:extLst>
                </p:cNvPr>
                <p:cNvGrpSpPr>
                  <a:grpSpLocks/>
                </p:cNvGrpSpPr>
                <p:nvPr/>
              </p:nvGrpSpPr>
              <p:grpSpPr bwMode="auto">
                <a:xfrm>
                  <a:off x="5113" y="1792"/>
                  <a:ext cx="224" cy="148"/>
                  <a:chOff x="5113" y="1792"/>
                  <a:chExt cx="224" cy="148"/>
                </a:xfrm>
              </p:grpSpPr>
              <p:sp>
                <p:nvSpPr>
                  <p:cNvPr id="189449" name="Freeform 9">
                    <a:extLst>
                      <a:ext uri="{FF2B5EF4-FFF2-40B4-BE49-F238E27FC236}">
                        <a16:creationId xmlns:a16="http://schemas.microsoft.com/office/drawing/2014/main" id="{1B86F82B-9DE5-4E86-9819-7122A668F837}"/>
                      </a:ext>
                    </a:extLst>
                  </p:cNvPr>
                  <p:cNvSpPr>
                    <a:spLocks/>
                  </p:cNvSpPr>
                  <p:nvPr/>
                </p:nvSpPr>
                <p:spPr bwMode="auto">
                  <a:xfrm>
                    <a:off x="5113" y="1792"/>
                    <a:ext cx="224" cy="148"/>
                  </a:xfrm>
                  <a:custGeom>
                    <a:avLst/>
                    <a:gdLst>
                      <a:gd name="T0" fmla="*/ 5 w 224"/>
                      <a:gd name="T1" fmla="*/ 4 h 148"/>
                      <a:gd name="T2" fmla="*/ 6 w 224"/>
                      <a:gd name="T3" fmla="*/ 7 h 148"/>
                      <a:gd name="T4" fmla="*/ 5 w 224"/>
                      <a:gd name="T5" fmla="*/ 15 h 148"/>
                      <a:gd name="T6" fmla="*/ 3 w 224"/>
                      <a:gd name="T7" fmla="*/ 19 h 148"/>
                      <a:gd name="T8" fmla="*/ 1 w 224"/>
                      <a:gd name="T9" fmla="*/ 25 h 148"/>
                      <a:gd name="T10" fmla="*/ 4 w 224"/>
                      <a:gd name="T11" fmla="*/ 30 h 148"/>
                      <a:gd name="T12" fmla="*/ 8 w 224"/>
                      <a:gd name="T13" fmla="*/ 36 h 148"/>
                      <a:gd name="T14" fmla="*/ 7 w 224"/>
                      <a:gd name="T15" fmla="*/ 39 h 148"/>
                      <a:gd name="T16" fmla="*/ 3 w 224"/>
                      <a:gd name="T17" fmla="*/ 44 h 148"/>
                      <a:gd name="T18" fmla="*/ 1 w 224"/>
                      <a:gd name="T19" fmla="*/ 48 h 148"/>
                      <a:gd name="T20" fmla="*/ 4 w 224"/>
                      <a:gd name="T21" fmla="*/ 53 h 148"/>
                      <a:gd name="T22" fmla="*/ 7 w 224"/>
                      <a:gd name="T23" fmla="*/ 56 h 148"/>
                      <a:gd name="T24" fmla="*/ 7 w 224"/>
                      <a:gd name="T25" fmla="*/ 61 h 148"/>
                      <a:gd name="T26" fmla="*/ 3 w 224"/>
                      <a:gd name="T27" fmla="*/ 66 h 148"/>
                      <a:gd name="T28" fmla="*/ 0 w 224"/>
                      <a:gd name="T29" fmla="*/ 71 h 148"/>
                      <a:gd name="T30" fmla="*/ 3 w 224"/>
                      <a:gd name="T31" fmla="*/ 76 h 148"/>
                      <a:gd name="T32" fmla="*/ 8 w 224"/>
                      <a:gd name="T33" fmla="*/ 80 h 148"/>
                      <a:gd name="T34" fmla="*/ 8 w 224"/>
                      <a:gd name="T35" fmla="*/ 88 h 148"/>
                      <a:gd name="T36" fmla="*/ 4 w 224"/>
                      <a:gd name="T37" fmla="*/ 92 h 148"/>
                      <a:gd name="T38" fmla="*/ 5 w 224"/>
                      <a:gd name="T39" fmla="*/ 96 h 148"/>
                      <a:gd name="T40" fmla="*/ 10 w 224"/>
                      <a:gd name="T41" fmla="*/ 102 h 148"/>
                      <a:gd name="T42" fmla="*/ 26 w 224"/>
                      <a:gd name="T43" fmla="*/ 117 h 148"/>
                      <a:gd name="T44" fmla="*/ 40 w 224"/>
                      <a:gd name="T45" fmla="*/ 128 h 148"/>
                      <a:gd name="T46" fmla="*/ 53 w 224"/>
                      <a:gd name="T47" fmla="*/ 135 h 148"/>
                      <a:gd name="T48" fmla="*/ 76 w 224"/>
                      <a:gd name="T49" fmla="*/ 143 h 148"/>
                      <a:gd name="T50" fmla="*/ 98 w 224"/>
                      <a:gd name="T51" fmla="*/ 146 h 148"/>
                      <a:gd name="T52" fmla="*/ 127 w 224"/>
                      <a:gd name="T53" fmla="*/ 146 h 148"/>
                      <a:gd name="T54" fmla="*/ 152 w 224"/>
                      <a:gd name="T55" fmla="*/ 144 h 148"/>
                      <a:gd name="T56" fmla="*/ 170 w 224"/>
                      <a:gd name="T57" fmla="*/ 140 h 148"/>
                      <a:gd name="T58" fmla="*/ 181 w 224"/>
                      <a:gd name="T59" fmla="*/ 134 h 148"/>
                      <a:gd name="T60" fmla="*/ 189 w 224"/>
                      <a:gd name="T61" fmla="*/ 128 h 148"/>
                      <a:gd name="T62" fmla="*/ 213 w 224"/>
                      <a:gd name="T63" fmla="*/ 100 h 148"/>
                      <a:gd name="T64" fmla="*/ 218 w 224"/>
                      <a:gd name="T65" fmla="*/ 91 h 148"/>
                      <a:gd name="T66" fmla="*/ 218 w 224"/>
                      <a:gd name="T67" fmla="*/ 87 h 148"/>
                      <a:gd name="T68" fmla="*/ 215 w 224"/>
                      <a:gd name="T69" fmla="*/ 83 h 148"/>
                      <a:gd name="T70" fmla="*/ 215 w 224"/>
                      <a:gd name="T71" fmla="*/ 77 h 148"/>
                      <a:gd name="T72" fmla="*/ 218 w 224"/>
                      <a:gd name="T73" fmla="*/ 73 h 148"/>
                      <a:gd name="T74" fmla="*/ 221 w 224"/>
                      <a:gd name="T75" fmla="*/ 69 h 148"/>
                      <a:gd name="T76" fmla="*/ 223 w 224"/>
                      <a:gd name="T77" fmla="*/ 64 h 148"/>
                      <a:gd name="T78" fmla="*/ 219 w 224"/>
                      <a:gd name="T79" fmla="*/ 60 h 148"/>
                      <a:gd name="T80" fmla="*/ 216 w 224"/>
                      <a:gd name="T81" fmla="*/ 56 h 148"/>
                      <a:gd name="T82" fmla="*/ 216 w 224"/>
                      <a:gd name="T83" fmla="*/ 52 h 148"/>
                      <a:gd name="T84" fmla="*/ 221 w 224"/>
                      <a:gd name="T85" fmla="*/ 46 h 148"/>
                      <a:gd name="T86" fmla="*/ 221 w 224"/>
                      <a:gd name="T87" fmla="*/ 41 h 148"/>
                      <a:gd name="T88" fmla="*/ 218 w 224"/>
                      <a:gd name="T89" fmla="*/ 36 h 148"/>
                      <a:gd name="T90" fmla="*/ 216 w 224"/>
                      <a:gd name="T91" fmla="*/ 31 h 148"/>
                      <a:gd name="T92" fmla="*/ 218 w 224"/>
                      <a:gd name="T93" fmla="*/ 26 h 148"/>
                      <a:gd name="T94" fmla="*/ 221 w 224"/>
                      <a:gd name="T95" fmla="*/ 23 h 148"/>
                      <a:gd name="T96" fmla="*/ 223 w 224"/>
                      <a:gd name="T97" fmla="*/ 18 h 148"/>
                      <a:gd name="T98" fmla="*/ 220 w 224"/>
                      <a:gd name="T99" fmla="*/ 13 h 148"/>
                      <a:gd name="T100" fmla="*/ 217 w 224"/>
                      <a:gd name="T101" fmla="*/ 8 h 148"/>
                      <a:gd name="T102" fmla="*/ 218 w 224"/>
                      <a:gd name="T103" fmla="*/ 3 h 148"/>
                      <a:gd name="T104" fmla="*/ 6 w 224"/>
                      <a:gd name="T105" fmla="*/ 0 h 1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224" h="148">
                        <a:moveTo>
                          <a:pt x="6" y="0"/>
                        </a:moveTo>
                        <a:lnTo>
                          <a:pt x="5" y="4"/>
                        </a:lnTo>
                        <a:lnTo>
                          <a:pt x="5" y="5"/>
                        </a:lnTo>
                        <a:lnTo>
                          <a:pt x="6" y="7"/>
                        </a:lnTo>
                        <a:lnTo>
                          <a:pt x="6" y="12"/>
                        </a:lnTo>
                        <a:lnTo>
                          <a:pt x="5" y="15"/>
                        </a:lnTo>
                        <a:lnTo>
                          <a:pt x="4" y="17"/>
                        </a:lnTo>
                        <a:lnTo>
                          <a:pt x="3" y="19"/>
                        </a:lnTo>
                        <a:lnTo>
                          <a:pt x="1" y="23"/>
                        </a:lnTo>
                        <a:lnTo>
                          <a:pt x="1" y="25"/>
                        </a:lnTo>
                        <a:lnTo>
                          <a:pt x="3" y="28"/>
                        </a:lnTo>
                        <a:lnTo>
                          <a:pt x="4" y="30"/>
                        </a:lnTo>
                        <a:lnTo>
                          <a:pt x="7" y="33"/>
                        </a:lnTo>
                        <a:lnTo>
                          <a:pt x="8" y="36"/>
                        </a:lnTo>
                        <a:lnTo>
                          <a:pt x="8" y="37"/>
                        </a:lnTo>
                        <a:lnTo>
                          <a:pt x="7" y="39"/>
                        </a:lnTo>
                        <a:lnTo>
                          <a:pt x="5" y="41"/>
                        </a:lnTo>
                        <a:lnTo>
                          <a:pt x="3" y="44"/>
                        </a:lnTo>
                        <a:lnTo>
                          <a:pt x="1" y="46"/>
                        </a:lnTo>
                        <a:lnTo>
                          <a:pt x="1" y="48"/>
                        </a:lnTo>
                        <a:lnTo>
                          <a:pt x="3" y="50"/>
                        </a:lnTo>
                        <a:lnTo>
                          <a:pt x="4" y="53"/>
                        </a:lnTo>
                        <a:lnTo>
                          <a:pt x="6" y="55"/>
                        </a:lnTo>
                        <a:lnTo>
                          <a:pt x="7" y="56"/>
                        </a:lnTo>
                        <a:lnTo>
                          <a:pt x="8" y="58"/>
                        </a:lnTo>
                        <a:lnTo>
                          <a:pt x="7" y="61"/>
                        </a:lnTo>
                        <a:lnTo>
                          <a:pt x="5" y="64"/>
                        </a:lnTo>
                        <a:lnTo>
                          <a:pt x="3" y="66"/>
                        </a:lnTo>
                        <a:lnTo>
                          <a:pt x="0" y="69"/>
                        </a:lnTo>
                        <a:lnTo>
                          <a:pt x="0" y="71"/>
                        </a:lnTo>
                        <a:lnTo>
                          <a:pt x="1" y="73"/>
                        </a:lnTo>
                        <a:lnTo>
                          <a:pt x="3" y="76"/>
                        </a:lnTo>
                        <a:lnTo>
                          <a:pt x="5" y="78"/>
                        </a:lnTo>
                        <a:lnTo>
                          <a:pt x="8" y="80"/>
                        </a:lnTo>
                        <a:lnTo>
                          <a:pt x="9" y="84"/>
                        </a:lnTo>
                        <a:lnTo>
                          <a:pt x="8" y="88"/>
                        </a:lnTo>
                        <a:lnTo>
                          <a:pt x="5" y="91"/>
                        </a:lnTo>
                        <a:lnTo>
                          <a:pt x="4" y="92"/>
                        </a:lnTo>
                        <a:lnTo>
                          <a:pt x="4" y="95"/>
                        </a:lnTo>
                        <a:lnTo>
                          <a:pt x="5" y="96"/>
                        </a:lnTo>
                        <a:lnTo>
                          <a:pt x="7" y="98"/>
                        </a:lnTo>
                        <a:lnTo>
                          <a:pt x="10" y="102"/>
                        </a:lnTo>
                        <a:lnTo>
                          <a:pt x="15" y="108"/>
                        </a:lnTo>
                        <a:lnTo>
                          <a:pt x="26" y="117"/>
                        </a:lnTo>
                        <a:lnTo>
                          <a:pt x="35" y="124"/>
                        </a:lnTo>
                        <a:lnTo>
                          <a:pt x="40" y="128"/>
                        </a:lnTo>
                        <a:lnTo>
                          <a:pt x="46" y="131"/>
                        </a:lnTo>
                        <a:lnTo>
                          <a:pt x="53" y="135"/>
                        </a:lnTo>
                        <a:lnTo>
                          <a:pt x="62" y="139"/>
                        </a:lnTo>
                        <a:lnTo>
                          <a:pt x="76" y="143"/>
                        </a:lnTo>
                        <a:lnTo>
                          <a:pt x="87" y="145"/>
                        </a:lnTo>
                        <a:lnTo>
                          <a:pt x="98" y="146"/>
                        </a:lnTo>
                        <a:lnTo>
                          <a:pt x="112" y="147"/>
                        </a:lnTo>
                        <a:lnTo>
                          <a:pt x="127" y="146"/>
                        </a:lnTo>
                        <a:lnTo>
                          <a:pt x="140" y="146"/>
                        </a:lnTo>
                        <a:lnTo>
                          <a:pt x="152" y="144"/>
                        </a:lnTo>
                        <a:lnTo>
                          <a:pt x="162" y="142"/>
                        </a:lnTo>
                        <a:lnTo>
                          <a:pt x="170" y="140"/>
                        </a:lnTo>
                        <a:lnTo>
                          <a:pt x="176" y="137"/>
                        </a:lnTo>
                        <a:lnTo>
                          <a:pt x="181" y="134"/>
                        </a:lnTo>
                        <a:lnTo>
                          <a:pt x="185" y="132"/>
                        </a:lnTo>
                        <a:lnTo>
                          <a:pt x="189" y="128"/>
                        </a:lnTo>
                        <a:lnTo>
                          <a:pt x="203" y="113"/>
                        </a:lnTo>
                        <a:lnTo>
                          <a:pt x="213" y="100"/>
                        </a:lnTo>
                        <a:lnTo>
                          <a:pt x="217" y="94"/>
                        </a:lnTo>
                        <a:lnTo>
                          <a:pt x="218" y="91"/>
                        </a:lnTo>
                        <a:lnTo>
                          <a:pt x="218" y="89"/>
                        </a:lnTo>
                        <a:lnTo>
                          <a:pt x="218" y="87"/>
                        </a:lnTo>
                        <a:lnTo>
                          <a:pt x="216" y="84"/>
                        </a:lnTo>
                        <a:lnTo>
                          <a:pt x="215" y="83"/>
                        </a:lnTo>
                        <a:lnTo>
                          <a:pt x="214" y="80"/>
                        </a:lnTo>
                        <a:lnTo>
                          <a:pt x="215" y="77"/>
                        </a:lnTo>
                        <a:lnTo>
                          <a:pt x="216" y="76"/>
                        </a:lnTo>
                        <a:lnTo>
                          <a:pt x="218" y="73"/>
                        </a:lnTo>
                        <a:lnTo>
                          <a:pt x="219" y="72"/>
                        </a:lnTo>
                        <a:lnTo>
                          <a:pt x="221" y="69"/>
                        </a:lnTo>
                        <a:lnTo>
                          <a:pt x="223" y="67"/>
                        </a:lnTo>
                        <a:lnTo>
                          <a:pt x="223" y="64"/>
                        </a:lnTo>
                        <a:lnTo>
                          <a:pt x="221" y="62"/>
                        </a:lnTo>
                        <a:lnTo>
                          <a:pt x="219" y="60"/>
                        </a:lnTo>
                        <a:lnTo>
                          <a:pt x="218" y="58"/>
                        </a:lnTo>
                        <a:lnTo>
                          <a:pt x="216" y="56"/>
                        </a:lnTo>
                        <a:lnTo>
                          <a:pt x="215" y="54"/>
                        </a:lnTo>
                        <a:lnTo>
                          <a:pt x="216" y="52"/>
                        </a:lnTo>
                        <a:lnTo>
                          <a:pt x="218" y="49"/>
                        </a:lnTo>
                        <a:lnTo>
                          <a:pt x="221" y="46"/>
                        </a:lnTo>
                        <a:lnTo>
                          <a:pt x="221" y="44"/>
                        </a:lnTo>
                        <a:lnTo>
                          <a:pt x="221" y="41"/>
                        </a:lnTo>
                        <a:lnTo>
                          <a:pt x="220" y="38"/>
                        </a:lnTo>
                        <a:lnTo>
                          <a:pt x="218" y="36"/>
                        </a:lnTo>
                        <a:lnTo>
                          <a:pt x="217" y="34"/>
                        </a:lnTo>
                        <a:lnTo>
                          <a:pt x="216" y="31"/>
                        </a:lnTo>
                        <a:lnTo>
                          <a:pt x="216" y="29"/>
                        </a:lnTo>
                        <a:lnTo>
                          <a:pt x="218" y="26"/>
                        </a:lnTo>
                        <a:lnTo>
                          <a:pt x="219" y="24"/>
                        </a:lnTo>
                        <a:lnTo>
                          <a:pt x="221" y="23"/>
                        </a:lnTo>
                        <a:lnTo>
                          <a:pt x="223" y="20"/>
                        </a:lnTo>
                        <a:lnTo>
                          <a:pt x="223" y="18"/>
                        </a:lnTo>
                        <a:lnTo>
                          <a:pt x="222" y="16"/>
                        </a:lnTo>
                        <a:lnTo>
                          <a:pt x="220" y="13"/>
                        </a:lnTo>
                        <a:lnTo>
                          <a:pt x="218" y="11"/>
                        </a:lnTo>
                        <a:lnTo>
                          <a:pt x="217" y="8"/>
                        </a:lnTo>
                        <a:lnTo>
                          <a:pt x="217" y="5"/>
                        </a:lnTo>
                        <a:lnTo>
                          <a:pt x="218" y="3"/>
                        </a:lnTo>
                        <a:lnTo>
                          <a:pt x="217" y="0"/>
                        </a:lnTo>
                        <a:lnTo>
                          <a:pt x="6" y="0"/>
                        </a:lnTo>
                      </a:path>
                    </a:pathLst>
                  </a:custGeom>
                  <a:solidFill>
                    <a:srgbClr val="FFC08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9450" name="Freeform 10">
                    <a:extLst>
                      <a:ext uri="{FF2B5EF4-FFF2-40B4-BE49-F238E27FC236}">
                        <a16:creationId xmlns:a16="http://schemas.microsoft.com/office/drawing/2014/main" id="{A90DA78A-5620-4CA3-A351-B8663D9EF590}"/>
                      </a:ext>
                    </a:extLst>
                  </p:cNvPr>
                  <p:cNvSpPr>
                    <a:spLocks/>
                  </p:cNvSpPr>
                  <p:nvPr/>
                </p:nvSpPr>
                <p:spPr bwMode="auto">
                  <a:xfrm>
                    <a:off x="5115" y="1812"/>
                    <a:ext cx="28" cy="21"/>
                  </a:xfrm>
                  <a:custGeom>
                    <a:avLst/>
                    <a:gdLst>
                      <a:gd name="T0" fmla="*/ 1 w 28"/>
                      <a:gd name="T1" fmla="*/ 0 h 21"/>
                      <a:gd name="T2" fmla="*/ 3 w 28"/>
                      <a:gd name="T3" fmla="*/ 2 h 21"/>
                      <a:gd name="T4" fmla="*/ 5 w 28"/>
                      <a:gd name="T5" fmla="*/ 5 h 21"/>
                      <a:gd name="T6" fmla="*/ 10 w 28"/>
                      <a:gd name="T7" fmla="*/ 8 h 21"/>
                      <a:gd name="T8" fmla="*/ 15 w 28"/>
                      <a:gd name="T9" fmla="*/ 11 h 21"/>
                      <a:gd name="T10" fmla="*/ 21 w 28"/>
                      <a:gd name="T11" fmla="*/ 13 h 21"/>
                      <a:gd name="T12" fmla="*/ 27 w 28"/>
                      <a:gd name="T13" fmla="*/ 14 h 21"/>
                      <a:gd name="T14" fmla="*/ 24 w 28"/>
                      <a:gd name="T15" fmla="*/ 18 h 21"/>
                      <a:gd name="T16" fmla="*/ 17 w 28"/>
                      <a:gd name="T17" fmla="*/ 17 h 21"/>
                      <a:gd name="T18" fmla="*/ 10 w 28"/>
                      <a:gd name="T19" fmla="*/ 17 h 21"/>
                      <a:gd name="T20" fmla="*/ 5 w 28"/>
                      <a:gd name="T21" fmla="*/ 20 h 21"/>
                      <a:gd name="T22" fmla="*/ 6 w 28"/>
                      <a:gd name="T23" fmla="*/ 18 h 21"/>
                      <a:gd name="T24" fmla="*/ 6 w 28"/>
                      <a:gd name="T25" fmla="*/ 15 h 21"/>
                      <a:gd name="T26" fmla="*/ 4 w 28"/>
                      <a:gd name="T27" fmla="*/ 12 h 21"/>
                      <a:gd name="T28" fmla="*/ 2 w 28"/>
                      <a:gd name="T29" fmla="*/ 10 h 21"/>
                      <a:gd name="T30" fmla="*/ 0 w 28"/>
                      <a:gd name="T31" fmla="*/ 6 h 21"/>
                      <a:gd name="T32" fmla="*/ 0 w 28"/>
                      <a:gd name="T33" fmla="*/ 3 h 21"/>
                      <a:gd name="T34" fmla="*/ 1 w 28"/>
                      <a:gd name="T35" fmla="*/ 0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8" h="21">
                        <a:moveTo>
                          <a:pt x="1" y="0"/>
                        </a:moveTo>
                        <a:lnTo>
                          <a:pt x="3" y="2"/>
                        </a:lnTo>
                        <a:lnTo>
                          <a:pt x="5" y="5"/>
                        </a:lnTo>
                        <a:lnTo>
                          <a:pt x="10" y="8"/>
                        </a:lnTo>
                        <a:lnTo>
                          <a:pt x="15" y="11"/>
                        </a:lnTo>
                        <a:lnTo>
                          <a:pt x="21" y="13"/>
                        </a:lnTo>
                        <a:lnTo>
                          <a:pt x="27" y="14"/>
                        </a:lnTo>
                        <a:lnTo>
                          <a:pt x="24" y="18"/>
                        </a:lnTo>
                        <a:lnTo>
                          <a:pt x="17" y="17"/>
                        </a:lnTo>
                        <a:lnTo>
                          <a:pt x="10" y="17"/>
                        </a:lnTo>
                        <a:lnTo>
                          <a:pt x="5" y="20"/>
                        </a:lnTo>
                        <a:lnTo>
                          <a:pt x="6" y="18"/>
                        </a:lnTo>
                        <a:lnTo>
                          <a:pt x="6" y="15"/>
                        </a:lnTo>
                        <a:lnTo>
                          <a:pt x="4" y="12"/>
                        </a:lnTo>
                        <a:lnTo>
                          <a:pt x="2" y="10"/>
                        </a:lnTo>
                        <a:lnTo>
                          <a:pt x="0" y="6"/>
                        </a:lnTo>
                        <a:lnTo>
                          <a:pt x="0" y="3"/>
                        </a:lnTo>
                        <a:lnTo>
                          <a:pt x="1" y="0"/>
                        </a:lnTo>
                      </a:path>
                    </a:pathLst>
                  </a:custGeom>
                  <a:solidFill>
                    <a:srgbClr val="FFA04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9451" name="Freeform 11">
                    <a:extLst>
                      <a:ext uri="{FF2B5EF4-FFF2-40B4-BE49-F238E27FC236}">
                        <a16:creationId xmlns:a16="http://schemas.microsoft.com/office/drawing/2014/main" id="{686E9975-99CB-4FDC-AD1F-E5C80B91B8B1}"/>
                      </a:ext>
                    </a:extLst>
                  </p:cNvPr>
                  <p:cNvSpPr>
                    <a:spLocks/>
                  </p:cNvSpPr>
                  <p:nvPr/>
                </p:nvSpPr>
                <p:spPr bwMode="auto">
                  <a:xfrm>
                    <a:off x="5115" y="1837"/>
                    <a:ext cx="37" cy="18"/>
                  </a:xfrm>
                  <a:custGeom>
                    <a:avLst/>
                    <a:gdLst>
                      <a:gd name="T0" fmla="*/ 0 w 37"/>
                      <a:gd name="T1" fmla="*/ 1 h 18"/>
                      <a:gd name="T2" fmla="*/ 1 w 37"/>
                      <a:gd name="T3" fmla="*/ 0 h 18"/>
                      <a:gd name="T4" fmla="*/ 2 w 37"/>
                      <a:gd name="T5" fmla="*/ 1 h 18"/>
                      <a:gd name="T6" fmla="*/ 5 w 37"/>
                      <a:gd name="T7" fmla="*/ 3 h 18"/>
                      <a:gd name="T8" fmla="*/ 10 w 37"/>
                      <a:gd name="T9" fmla="*/ 4 h 18"/>
                      <a:gd name="T10" fmla="*/ 15 w 37"/>
                      <a:gd name="T11" fmla="*/ 6 h 18"/>
                      <a:gd name="T12" fmla="*/ 24 w 37"/>
                      <a:gd name="T13" fmla="*/ 7 h 18"/>
                      <a:gd name="T14" fmla="*/ 33 w 37"/>
                      <a:gd name="T15" fmla="*/ 9 h 18"/>
                      <a:gd name="T16" fmla="*/ 36 w 37"/>
                      <a:gd name="T17" fmla="*/ 16 h 18"/>
                      <a:gd name="T18" fmla="*/ 25 w 37"/>
                      <a:gd name="T19" fmla="*/ 14 h 18"/>
                      <a:gd name="T20" fmla="*/ 17 w 37"/>
                      <a:gd name="T21" fmla="*/ 13 h 18"/>
                      <a:gd name="T22" fmla="*/ 10 w 37"/>
                      <a:gd name="T23" fmla="*/ 14 h 18"/>
                      <a:gd name="T24" fmla="*/ 6 w 37"/>
                      <a:gd name="T25" fmla="*/ 17 h 18"/>
                      <a:gd name="T26" fmla="*/ 6 w 37"/>
                      <a:gd name="T27" fmla="*/ 15 h 18"/>
                      <a:gd name="T28" fmla="*/ 6 w 37"/>
                      <a:gd name="T29" fmla="*/ 12 h 18"/>
                      <a:gd name="T30" fmla="*/ 5 w 37"/>
                      <a:gd name="T31" fmla="*/ 10 h 18"/>
                      <a:gd name="T32" fmla="*/ 2 w 37"/>
                      <a:gd name="T33" fmla="*/ 7 h 18"/>
                      <a:gd name="T34" fmla="*/ 0 w 37"/>
                      <a:gd name="T35" fmla="*/ 4 h 18"/>
                      <a:gd name="T36" fmla="*/ 0 w 37"/>
                      <a:gd name="T37" fmla="*/ 1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7" h="18">
                        <a:moveTo>
                          <a:pt x="0" y="1"/>
                        </a:moveTo>
                        <a:lnTo>
                          <a:pt x="1" y="0"/>
                        </a:lnTo>
                        <a:lnTo>
                          <a:pt x="2" y="1"/>
                        </a:lnTo>
                        <a:lnTo>
                          <a:pt x="5" y="3"/>
                        </a:lnTo>
                        <a:lnTo>
                          <a:pt x="10" y="4"/>
                        </a:lnTo>
                        <a:lnTo>
                          <a:pt x="15" y="6"/>
                        </a:lnTo>
                        <a:lnTo>
                          <a:pt x="24" y="7"/>
                        </a:lnTo>
                        <a:lnTo>
                          <a:pt x="33" y="9"/>
                        </a:lnTo>
                        <a:lnTo>
                          <a:pt x="36" y="16"/>
                        </a:lnTo>
                        <a:lnTo>
                          <a:pt x="25" y="14"/>
                        </a:lnTo>
                        <a:lnTo>
                          <a:pt x="17" y="13"/>
                        </a:lnTo>
                        <a:lnTo>
                          <a:pt x="10" y="14"/>
                        </a:lnTo>
                        <a:lnTo>
                          <a:pt x="6" y="17"/>
                        </a:lnTo>
                        <a:lnTo>
                          <a:pt x="6" y="15"/>
                        </a:lnTo>
                        <a:lnTo>
                          <a:pt x="6" y="12"/>
                        </a:lnTo>
                        <a:lnTo>
                          <a:pt x="5" y="10"/>
                        </a:lnTo>
                        <a:lnTo>
                          <a:pt x="2" y="7"/>
                        </a:lnTo>
                        <a:lnTo>
                          <a:pt x="0" y="4"/>
                        </a:lnTo>
                        <a:lnTo>
                          <a:pt x="0" y="1"/>
                        </a:lnTo>
                      </a:path>
                    </a:pathLst>
                  </a:custGeom>
                  <a:solidFill>
                    <a:srgbClr val="FFA04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9452" name="Freeform 12">
                    <a:extLst>
                      <a:ext uri="{FF2B5EF4-FFF2-40B4-BE49-F238E27FC236}">
                        <a16:creationId xmlns:a16="http://schemas.microsoft.com/office/drawing/2014/main" id="{60E95506-5385-4A73-843D-C3A199817C2A}"/>
                      </a:ext>
                    </a:extLst>
                  </p:cNvPr>
                  <p:cNvSpPr>
                    <a:spLocks/>
                  </p:cNvSpPr>
                  <p:nvPr/>
                </p:nvSpPr>
                <p:spPr bwMode="auto">
                  <a:xfrm>
                    <a:off x="5113" y="1858"/>
                    <a:ext cx="44" cy="23"/>
                  </a:xfrm>
                  <a:custGeom>
                    <a:avLst/>
                    <a:gdLst>
                      <a:gd name="T0" fmla="*/ 0 w 44"/>
                      <a:gd name="T1" fmla="*/ 3 h 23"/>
                      <a:gd name="T2" fmla="*/ 2 w 44"/>
                      <a:gd name="T3" fmla="*/ 0 h 23"/>
                      <a:gd name="T4" fmla="*/ 5 w 44"/>
                      <a:gd name="T5" fmla="*/ 3 h 23"/>
                      <a:gd name="T6" fmla="*/ 8 w 44"/>
                      <a:gd name="T7" fmla="*/ 5 h 23"/>
                      <a:gd name="T8" fmla="*/ 11 w 44"/>
                      <a:gd name="T9" fmla="*/ 7 h 23"/>
                      <a:gd name="T10" fmla="*/ 17 w 44"/>
                      <a:gd name="T11" fmla="*/ 9 h 23"/>
                      <a:gd name="T12" fmla="*/ 23 w 44"/>
                      <a:gd name="T13" fmla="*/ 10 h 23"/>
                      <a:gd name="T14" fmla="*/ 30 w 44"/>
                      <a:gd name="T15" fmla="*/ 12 h 23"/>
                      <a:gd name="T16" fmla="*/ 41 w 44"/>
                      <a:gd name="T17" fmla="*/ 15 h 23"/>
                      <a:gd name="T18" fmla="*/ 43 w 44"/>
                      <a:gd name="T19" fmla="*/ 22 h 23"/>
                      <a:gd name="T20" fmla="*/ 32 w 44"/>
                      <a:gd name="T21" fmla="*/ 18 h 23"/>
                      <a:gd name="T22" fmla="*/ 25 w 44"/>
                      <a:gd name="T23" fmla="*/ 16 h 23"/>
                      <a:gd name="T24" fmla="*/ 19 w 44"/>
                      <a:gd name="T25" fmla="*/ 15 h 23"/>
                      <a:gd name="T26" fmla="*/ 14 w 44"/>
                      <a:gd name="T27" fmla="*/ 15 h 23"/>
                      <a:gd name="T28" fmla="*/ 11 w 44"/>
                      <a:gd name="T29" fmla="*/ 16 h 23"/>
                      <a:gd name="T30" fmla="*/ 8 w 44"/>
                      <a:gd name="T31" fmla="*/ 19 h 23"/>
                      <a:gd name="T32" fmla="*/ 8 w 44"/>
                      <a:gd name="T33" fmla="*/ 16 h 23"/>
                      <a:gd name="T34" fmla="*/ 5 w 44"/>
                      <a:gd name="T35" fmla="*/ 12 h 23"/>
                      <a:gd name="T36" fmla="*/ 2 w 44"/>
                      <a:gd name="T37" fmla="*/ 9 h 23"/>
                      <a:gd name="T38" fmla="*/ 0 w 44"/>
                      <a:gd name="T39" fmla="*/ 6 h 23"/>
                      <a:gd name="T40" fmla="*/ 0 w 44"/>
                      <a:gd name="T41" fmla="*/ 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4" h="23">
                        <a:moveTo>
                          <a:pt x="0" y="3"/>
                        </a:moveTo>
                        <a:lnTo>
                          <a:pt x="2" y="0"/>
                        </a:lnTo>
                        <a:lnTo>
                          <a:pt x="5" y="3"/>
                        </a:lnTo>
                        <a:lnTo>
                          <a:pt x="8" y="5"/>
                        </a:lnTo>
                        <a:lnTo>
                          <a:pt x="11" y="7"/>
                        </a:lnTo>
                        <a:lnTo>
                          <a:pt x="17" y="9"/>
                        </a:lnTo>
                        <a:lnTo>
                          <a:pt x="23" y="10"/>
                        </a:lnTo>
                        <a:lnTo>
                          <a:pt x="30" y="12"/>
                        </a:lnTo>
                        <a:lnTo>
                          <a:pt x="41" y="15"/>
                        </a:lnTo>
                        <a:lnTo>
                          <a:pt x="43" y="22"/>
                        </a:lnTo>
                        <a:lnTo>
                          <a:pt x="32" y="18"/>
                        </a:lnTo>
                        <a:lnTo>
                          <a:pt x="25" y="16"/>
                        </a:lnTo>
                        <a:lnTo>
                          <a:pt x="19" y="15"/>
                        </a:lnTo>
                        <a:lnTo>
                          <a:pt x="14" y="15"/>
                        </a:lnTo>
                        <a:lnTo>
                          <a:pt x="11" y="16"/>
                        </a:lnTo>
                        <a:lnTo>
                          <a:pt x="8" y="19"/>
                        </a:lnTo>
                        <a:lnTo>
                          <a:pt x="8" y="16"/>
                        </a:lnTo>
                        <a:lnTo>
                          <a:pt x="5" y="12"/>
                        </a:lnTo>
                        <a:lnTo>
                          <a:pt x="2" y="9"/>
                        </a:lnTo>
                        <a:lnTo>
                          <a:pt x="0" y="6"/>
                        </a:lnTo>
                        <a:lnTo>
                          <a:pt x="0" y="3"/>
                        </a:lnTo>
                      </a:path>
                    </a:pathLst>
                  </a:custGeom>
                  <a:solidFill>
                    <a:srgbClr val="FFA04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9453" name="Freeform 13">
                    <a:extLst>
                      <a:ext uri="{FF2B5EF4-FFF2-40B4-BE49-F238E27FC236}">
                        <a16:creationId xmlns:a16="http://schemas.microsoft.com/office/drawing/2014/main" id="{F0905966-8E14-4B7B-A6CE-86B22B9BE94B}"/>
                      </a:ext>
                    </a:extLst>
                  </p:cNvPr>
                  <p:cNvSpPr>
                    <a:spLocks/>
                  </p:cNvSpPr>
                  <p:nvPr/>
                </p:nvSpPr>
                <p:spPr bwMode="auto">
                  <a:xfrm>
                    <a:off x="5118" y="1882"/>
                    <a:ext cx="52" cy="48"/>
                  </a:xfrm>
                  <a:custGeom>
                    <a:avLst/>
                    <a:gdLst>
                      <a:gd name="T0" fmla="*/ 0 w 52"/>
                      <a:gd name="T1" fmla="*/ 7 h 48"/>
                      <a:gd name="T2" fmla="*/ 0 w 52"/>
                      <a:gd name="T3" fmla="*/ 4 h 48"/>
                      <a:gd name="T4" fmla="*/ 0 w 52"/>
                      <a:gd name="T5" fmla="*/ 2 h 48"/>
                      <a:gd name="T6" fmla="*/ 1 w 52"/>
                      <a:gd name="T7" fmla="*/ 0 h 48"/>
                      <a:gd name="T8" fmla="*/ 5 w 52"/>
                      <a:gd name="T9" fmla="*/ 3 h 48"/>
                      <a:gd name="T10" fmla="*/ 11 w 52"/>
                      <a:gd name="T11" fmla="*/ 6 h 48"/>
                      <a:gd name="T12" fmla="*/ 17 w 52"/>
                      <a:gd name="T13" fmla="*/ 8 h 48"/>
                      <a:gd name="T14" fmla="*/ 26 w 52"/>
                      <a:gd name="T15" fmla="*/ 11 h 48"/>
                      <a:gd name="T16" fmla="*/ 38 w 52"/>
                      <a:gd name="T17" fmla="*/ 13 h 48"/>
                      <a:gd name="T18" fmla="*/ 40 w 52"/>
                      <a:gd name="T19" fmla="*/ 18 h 48"/>
                      <a:gd name="T20" fmla="*/ 34 w 52"/>
                      <a:gd name="T21" fmla="*/ 16 h 48"/>
                      <a:gd name="T22" fmla="*/ 28 w 52"/>
                      <a:gd name="T23" fmla="*/ 16 h 48"/>
                      <a:gd name="T24" fmla="*/ 24 w 52"/>
                      <a:gd name="T25" fmla="*/ 16 h 48"/>
                      <a:gd name="T26" fmla="*/ 23 w 52"/>
                      <a:gd name="T27" fmla="*/ 19 h 48"/>
                      <a:gd name="T28" fmla="*/ 25 w 52"/>
                      <a:gd name="T29" fmla="*/ 22 h 48"/>
                      <a:gd name="T30" fmla="*/ 28 w 52"/>
                      <a:gd name="T31" fmla="*/ 26 h 48"/>
                      <a:gd name="T32" fmla="*/ 33 w 52"/>
                      <a:gd name="T33" fmla="*/ 31 h 48"/>
                      <a:gd name="T34" fmla="*/ 40 w 52"/>
                      <a:gd name="T35" fmla="*/ 36 h 48"/>
                      <a:gd name="T36" fmla="*/ 51 w 52"/>
                      <a:gd name="T37" fmla="*/ 42 h 48"/>
                      <a:gd name="T38" fmla="*/ 51 w 52"/>
                      <a:gd name="T39" fmla="*/ 47 h 48"/>
                      <a:gd name="T40" fmla="*/ 46 w 52"/>
                      <a:gd name="T41" fmla="*/ 44 h 48"/>
                      <a:gd name="T42" fmla="*/ 40 w 52"/>
                      <a:gd name="T43" fmla="*/ 41 h 48"/>
                      <a:gd name="T44" fmla="*/ 32 w 52"/>
                      <a:gd name="T45" fmla="*/ 36 h 48"/>
                      <a:gd name="T46" fmla="*/ 25 w 52"/>
                      <a:gd name="T47" fmla="*/ 30 h 48"/>
                      <a:gd name="T48" fmla="*/ 19 w 52"/>
                      <a:gd name="T49" fmla="*/ 26 h 48"/>
                      <a:gd name="T50" fmla="*/ 14 w 52"/>
                      <a:gd name="T51" fmla="*/ 20 h 48"/>
                      <a:gd name="T52" fmla="*/ 9 w 52"/>
                      <a:gd name="T53" fmla="*/ 15 h 48"/>
                      <a:gd name="T54" fmla="*/ 3 w 52"/>
                      <a:gd name="T55" fmla="*/ 11 h 48"/>
                      <a:gd name="T56" fmla="*/ 0 w 52"/>
                      <a:gd name="T57" fmla="*/ 7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2" h="48">
                        <a:moveTo>
                          <a:pt x="0" y="7"/>
                        </a:moveTo>
                        <a:lnTo>
                          <a:pt x="0" y="4"/>
                        </a:lnTo>
                        <a:lnTo>
                          <a:pt x="0" y="2"/>
                        </a:lnTo>
                        <a:lnTo>
                          <a:pt x="1" y="0"/>
                        </a:lnTo>
                        <a:lnTo>
                          <a:pt x="5" y="3"/>
                        </a:lnTo>
                        <a:lnTo>
                          <a:pt x="11" y="6"/>
                        </a:lnTo>
                        <a:lnTo>
                          <a:pt x="17" y="8"/>
                        </a:lnTo>
                        <a:lnTo>
                          <a:pt x="26" y="11"/>
                        </a:lnTo>
                        <a:lnTo>
                          <a:pt x="38" y="13"/>
                        </a:lnTo>
                        <a:lnTo>
                          <a:pt x="40" y="18"/>
                        </a:lnTo>
                        <a:lnTo>
                          <a:pt x="34" y="16"/>
                        </a:lnTo>
                        <a:lnTo>
                          <a:pt x="28" y="16"/>
                        </a:lnTo>
                        <a:lnTo>
                          <a:pt x="24" y="16"/>
                        </a:lnTo>
                        <a:lnTo>
                          <a:pt x="23" y="19"/>
                        </a:lnTo>
                        <a:lnTo>
                          <a:pt x="25" y="22"/>
                        </a:lnTo>
                        <a:lnTo>
                          <a:pt x="28" y="26"/>
                        </a:lnTo>
                        <a:lnTo>
                          <a:pt x="33" y="31"/>
                        </a:lnTo>
                        <a:lnTo>
                          <a:pt x="40" y="36"/>
                        </a:lnTo>
                        <a:lnTo>
                          <a:pt x="51" y="42"/>
                        </a:lnTo>
                        <a:lnTo>
                          <a:pt x="51" y="47"/>
                        </a:lnTo>
                        <a:lnTo>
                          <a:pt x="46" y="44"/>
                        </a:lnTo>
                        <a:lnTo>
                          <a:pt x="40" y="41"/>
                        </a:lnTo>
                        <a:lnTo>
                          <a:pt x="32" y="36"/>
                        </a:lnTo>
                        <a:lnTo>
                          <a:pt x="25" y="30"/>
                        </a:lnTo>
                        <a:lnTo>
                          <a:pt x="19" y="26"/>
                        </a:lnTo>
                        <a:lnTo>
                          <a:pt x="14" y="20"/>
                        </a:lnTo>
                        <a:lnTo>
                          <a:pt x="9" y="15"/>
                        </a:lnTo>
                        <a:lnTo>
                          <a:pt x="3" y="11"/>
                        </a:lnTo>
                        <a:lnTo>
                          <a:pt x="0" y="7"/>
                        </a:lnTo>
                      </a:path>
                    </a:pathLst>
                  </a:custGeom>
                  <a:solidFill>
                    <a:srgbClr val="FFA04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9454" name="Freeform 14">
                    <a:extLst>
                      <a:ext uri="{FF2B5EF4-FFF2-40B4-BE49-F238E27FC236}">
                        <a16:creationId xmlns:a16="http://schemas.microsoft.com/office/drawing/2014/main" id="{E657D702-63E9-45B9-B6E5-69AA5F0E7AB9}"/>
                      </a:ext>
                    </a:extLst>
                  </p:cNvPr>
                  <p:cNvSpPr>
                    <a:spLocks/>
                  </p:cNvSpPr>
                  <p:nvPr/>
                </p:nvSpPr>
                <p:spPr bwMode="auto">
                  <a:xfrm>
                    <a:off x="5119" y="1797"/>
                    <a:ext cx="22" cy="17"/>
                  </a:xfrm>
                  <a:custGeom>
                    <a:avLst/>
                    <a:gdLst>
                      <a:gd name="T0" fmla="*/ 0 w 22"/>
                      <a:gd name="T1" fmla="*/ 0 h 17"/>
                      <a:gd name="T2" fmla="*/ 2 w 22"/>
                      <a:gd name="T3" fmla="*/ 2 h 17"/>
                      <a:gd name="T4" fmla="*/ 5 w 22"/>
                      <a:gd name="T5" fmla="*/ 4 h 17"/>
                      <a:gd name="T6" fmla="*/ 10 w 22"/>
                      <a:gd name="T7" fmla="*/ 7 h 17"/>
                      <a:gd name="T8" fmla="*/ 14 w 22"/>
                      <a:gd name="T9" fmla="*/ 10 h 17"/>
                      <a:gd name="T10" fmla="*/ 18 w 22"/>
                      <a:gd name="T11" fmla="*/ 12 h 17"/>
                      <a:gd name="T12" fmla="*/ 21 w 22"/>
                      <a:gd name="T13" fmla="*/ 14 h 17"/>
                      <a:gd name="T14" fmla="*/ 15 w 22"/>
                      <a:gd name="T15" fmla="*/ 16 h 17"/>
                      <a:gd name="T16" fmla="*/ 10 w 22"/>
                      <a:gd name="T17" fmla="*/ 14 h 17"/>
                      <a:gd name="T18" fmla="*/ 4 w 22"/>
                      <a:gd name="T19" fmla="*/ 12 h 17"/>
                      <a:gd name="T20" fmla="*/ 0 w 22"/>
                      <a:gd name="T21" fmla="*/ 9 h 17"/>
                      <a:gd name="T22" fmla="*/ 0 w 22"/>
                      <a:gd name="T23" fmla="*/ 7 h 17"/>
                      <a:gd name="T24" fmla="*/ 0 w 22"/>
                      <a:gd name="T25" fmla="*/ 3 h 17"/>
                      <a:gd name="T26" fmla="*/ 0 w 22"/>
                      <a:gd name="T27"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2" h="17">
                        <a:moveTo>
                          <a:pt x="0" y="0"/>
                        </a:moveTo>
                        <a:lnTo>
                          <a:pt x="2" y="2"/>
                        </a:lnTo>
                        <a:lnTo>
                          <a:pt x="5" y="4"/>
                        </a:lnTo>
                        <a:lnTo>
                          <a:pt x="10" y="7"/>
                        </a:lnTo>
                        <a:lnTo>
                          <a:pt x="14" y="10"/>
                        </a:lnTo>
                        <a:lnTo>
                          <a:pt x="18" y="12"/>
                        </a:lnTo>
                        <a:lnTo>
                          <a:pt x="21" y="14"/>
                        </a:lnTo>
                        <a:lnTo>
                          <a:pt x="15" y="16"/>
                        </a:lnTo>
                        <a:lnTo>
                          <a:pt x="10" y="14"/>
                        </a:lnTo>
                        <a:lnTo>
                          <a:pt x="4" y="12"/>
                        </a:lnTo>
                        <a:lnTo>
                          <a:pt x="0" y="9"/>
                        </a:lnTo>
                        <a:lnTo>
                          <a:pt x="0" y="7"/>
                        </a:lnTo>
                        <a:lnTo>
                          <a:pt x="0" y="3"/>
                        </a:lnTo>
                        <a:lnTo>
                          <a:pt x="0" y="0"/>
                        </a:lnTo>
                      </a:path>
                    </a:pathLst>
                  </a:custGeom>
                  <a:solidFill>
                    <a:srgbClr val="FFA04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9455" name="Freeform 15">
                    <a:extLst>
                      <a:ext uri="{FF2B5EF4-FFF2-40B4-BE49-F238E27FC236}">
                        <a16:creationId xmlns:a16="http://schemas.microsoft.com/office/drawing/2014/main" id="{5067FFB9-A534-43BF-8C66-F5D66F2041A1}"/>
                      </a:ext>
                    </a:extLst>
                  </p:cNvPr>
                  <p:cNvSpPr>
                    <a:spLocks/>
                  </p:cNvSpPr>
                  <p:nvPr/>
                </p:nvSpPr>
                <p:spPr bwMode="auto">
                  <a:xfrm>
                    <a:off x="5157" y="1794"/>
                    <a:ext cx="180" cy="142"/>
                  </a:xfrm>
                  <a:custGeom>
                    <a:avLst/>
                    <a:gdLst>
                      <a:gd name="T0" fmla="*/ 85 w 180"/>
                      <a:gd name="T1" fmla="*/ 32 h 142"/>
                      <a:gd name="T2" fmla="*/ 71 w 180"/>
                      <a:gd name="T3" fmla="*/ 36 h 142"/>
                      <a:gd name="T4" fmla="*/ 42 w 180"/>
                      <a:gd name="T5" fmla="*/ 40 h 142"/>
                      <a:gd name="T6" fmla="*/ 0 w 180"/>
                      <a:gd name="T7" fmla="*/ 42 h 142"/>
                      <a:gd name="T8" fmla="*/ 50 w 180"/>
                      <a:gd name="T9" fmla="*/ 49 h 142"/>
                      <a:gd name="T10" fmla="*/ 106 w 180"/>
                      <a:gd name="T11" fmla="*/ 46 h 142"/>
                      <a:gd name="T12" fmla="*/ 145 w 180"/>
                      <a:gd name="T13" fmla="*/ 36 h 142"/>
                      <a:gd name="T14" fmla="*/ 158 w 180"/>
                      <a:gd name="T15" fmla="*/ 34 h 142"/>
                      <a:gd name="T16" fmla="*/ 152 w 180"/>
                      <a:gd name="T17" fmla="*/ 42 h 142"/>
                      <a:gd name="T18" fmla="*/ 124 w 180"/>
                      <a:gd name="T19" fmla="*/ 53 h 142"/>
                      <a:gd name="T20" fmla="*/ 74 w 180"/>
                      <a:gd name="T21" fmla="*/ 63 h 142"/>
                      <a:gd name="T22" fmla="*/ 43 w 180"/>
                      <a:gd name="T23" fmla="*/ 71 h 142"/>
                      <a:gd name="T24" fmla="*/ 100 w 180"/>
                      <a:gd name="T25" fmla="*/ 70 h 142"/>
                      <a:gd name="T26" fmla="*/ 138 w 180"/>
                      <a:gd name="T27" fmla="*/ 63 h 142"/>
                      <a:gd name="T28" fmla="*/ 161 w 180"/>
                      <a:gd name="T29" fmla="*/ 56 h 142"/>
                      <a:gd name="T30" fmla="*/ 161 w 180"/>
                      <a:gd name="T31" fmla="*/ 61 h 142"/>
                      <a:gd name="T32" fmla="*/ 142 w 180"/>
                      <a:gd name="T33" fmla="*/ 72 h 142"/>
                      <a:gd name="T34" fmla="*/ 107 w 180"/>
                      <a:gd name="T35" fmla="*/ 83 h 142"/>
                      <a:gd name="T36" fmla="*/ 58 w 180"/>
                      <a:gd name="T37" fmla="*/ 90 h 142"/>
                      <a:gd name="T38" fmla="*/ 74 w 180"/>
                      <a:gd name="T39" fmla="*/ 95 h 142"/>
                      <a:gd name="T40" fmla="*/ 118 w 180"/>
                      <a:gd name="T41" fmla="*/ 93 h 142"/>
                      <a:gd name="T42" fmla="*/ 153 w 180"/>
                      <a:gd name="T43" fmla="*/ 84 h 142"/>
                      <a:gd name="T44" fmla="*/ 157 w 180"/>
                      <a:gd name="T45" fmla="*/ 88 h 142"/>
                      <a:gd name="T46" fmla="*/ 146 w 180"/>
                      <a:gd name="T47" fmla="*/ 96 h 142"/>
                      <a:gd name="T48" fmla="*/ 119 w 180"/>
                      <a:gd name="T49" fmla="*/ 106 h 142"/>
                      <a:gd name="T50" fmla="*/ 88 w 180"/>
                      <a:gd name="T51" fmla="*/ 110 h 142"/>
                      <a:gd name="T52" fmla="*/ 40 w 180"/>
                      <a:gd name="T53" fmla="*/ 111 h 142"/>
                      <a:gd name="T54" fmla="*/ 73 w 180"/>
                      <a:gd name="T55" fmla="*/ 118 h 142"/>
                      <a:gd name="T56" fmla="*/ 104 w 180"/>
                      <a:gd name="T57" fmla="*/ 118 h 142"/>
                      <a:gd name="T58" fmla="*/ 132 w 180"/>
                      <a:gd name="T59" fmla="*/ 114 h 142"/>
                      <a:gd name="T60" fmla="*/ 143 w 180"/>
                      <a:gd name="T61" fmla="*/ 115 h 142"/>
                      <a:gd name="T62" fmla="*/ 137 w 180"/>
                      <a:gd name="T63" fmla="*/ 122 h 142"/>
                      <a:gd name="T64" fmla="*/ 121 w 180"/>
                      <a:gd name="T65" fmla="*/ 127 h 142"/>
                      <a:gd name="T66" fmla="*/ 62 w 180"/>
                      <a:gd name="T67" fmla="*/ 132 h 142"/>
                      <a:gd name="T68" fmla="*/ 110 w 180"/>
                      <a:gd name="T69" fmla="*/ 135 h 142"/>
                      <a:gd name="T70" fmla="*/ 114 w 180"/>
                      <a:gd name="T71" fmla="*/ 140 h 142"/>
                      <a:gd name="T72" fmla="*/ 132 w 180"/>
                      <a:gd name="T73" fmla="*/ 135 h 142"/>
                      <a:gd name="T74" fmla="*/ 145 w 180"/>
                      <a:gd name="T75" fmla="*/ 126 h 142"/>
                      <a:gd name="T76" fmla="*/ 173 w 180"/>
                      <a:gd name="T77" fmla="*/ 92 h 142"/>
                      <a:gd name="T78" fmla="*/ 174 w 180"/>
                      <a:gd name="T79" fmla="*/ 85 h 142"/>
                      <a:gd name="T80" fmla="*/ 170 w 180"/>
                      <a:gd name="T81" fmla="*/ 79 h 142"/>
                      <a:gd name="T82" fmla="*/ 174 w 180"/>
                      <a:gd name="T83" fmla="*/ 72 h 142"/>
                      <a:gd name="T84" fmla="*/ 179 w 180"/>
                      <a:gd name="T85" fmla="*/ 66 h 142"/>
                      <a:gd name="T86" fmla="*/ 175 w 180"/>
                      <a:gd name="T87" fmla="*/ 58 h 142"/>
                      <a:gd name="T88" fmla="*/ 171 w 180"/>
                      <a:gd name="T89" fmla="*/ 52 h 142"/>
                      <a:gd name="T90" fmla="*/ 177 w 180"/>
                      <a:gd name="T91" fmla="*/ 45 h 142"/>
                      <a:gd name="T92" fmla="*/ 176 w 180"/>
                      <a:gd name="T93" fmla="*/ 36 h 142"/>
                      <a:gd name="T94" fmla="*/ 172 w 180"/>
                      <a:gd name="T95" fmla="*/ 30 h 142"/>
                      <a:gd name="T96" fmla="*/ 175 w 180"/>
                      <a:gd name="T97" fmla="*/ 23 h 142"/>
                      <a:gd name="T98" fmla="*/ 179 w 180"/>
                      <a:gd name="T99" fmla="*/ 16 h 142"/>
                      <a:gd name="T100" fmla="*/ 174 w 180"/>
                      <a:gd name="T101" fmla="*/ 9 h 142"/>
                      <a:gd name="T102" fmla="*/ 155 w 180"/>
                      <a:gd name="T103" fmla="*/ 10 h 142"/>
                      <a:gd name="T104" fmla="*/ 116 w 180"/>
                      <a:gd name="T105" fmla="*/ 21 h 142"/>
                      <a:gd name="T106" fmla="*/ 71 w 180"/>
                      <a:gd name="T107" fmla="*/ 27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80" h="142">
                        <a:moveTo>
                          <a:pt x="71" y="27"/>
                        </a:moveTo>
                        <a:lnTo>
                          <a:pt x="45" y="29"/>
                        </a:lnTo>
                        <a:lnTo>
                          <a:pt x="85" y="32"/>
                        </a:lnTo>
                        <a:lnTo>
                          <a:pt x="82" y="34"/>
                        </a:lnTo>
                        <a:lnTo>
                          <a:pt x="77" y="35"/>
                        </a:lnTo>
                        <a:lnTo>
                          <a:pt x="71" y="36"/>
                        </a:lnTo>
                        <a:lnTo>
                          <a:pt x="63" y="38"/>
                        </a:lnTo>
                        <a:lnTo>
                          <a:pt x="54" y="40"/>
                        </a:lnTo>
                        <a:lnTo>
                          <a:pt x="42" y="40"/>
                        </a:lnTo>
                        <a:lnTo>
                          <a:pt x="29" y="42"/>
                        </a:lnTo>
                        <a:lnTo>
                          <a:pt x="15" y="42"/>
                        </a:lnTo>
                        <a:lnTo>
                          <a:pt x="0" y="42"/>
                        </a:lnTo>
                        <a:lnTo>
                          <a:pt x="23" y="47"/>
                        </a:lnTo>
                        <a:lnTo>
                          <a:pt x="37" y="49"/>
                        </a:lnTo>
                        <a:lnTo>
                          <a:pt x="50" y="49"/>
                        </a:lnTo>
                        <a:lnTo>
                          <a:pt x="65" y="49"/>
                        </a:lnTo>
                        <a:lnTo>
                          <a:pt x="87" y="48"/>
                        </a:lnTo>
                        <a:lnTo>
                          <a:pt x="106" y="46"/>
                        </a:lnTo>
                        <a:lnTo>
                          <a:pt x="121" y="42"/>
                        </a:lnTo>
                        <a:lnTo>
                          <a:pt x="138" y="38"/>
                        </a:lnTo>
                        <a:lnTo>
                          <a:pt x="145" y="36"/>
                        </a:lnTo>
                        <a:lnTo>
                          <a:pt x="152" y="34"/>
                        </a:lnTo>
                        <a:lnTo>
                          <a:pt x="156" y="33"/>
                        </a:lnTo>
                        <a:lnTo>
                          <a:pt x="158" y="34"/>
                        </a:lnTo>
                        <a:lnTo>
                          <a:pt x="158" y="36"/>
                        </a:lnTo>
                        <a:lnTo>
                          <a:pt x="157" y="39"/>
                        </a:lnTo>
                        <a:lnTo>
                          <a:pt x="152" y="42"/>
                        </a:lnTo>
                        <a:lnTo>
                          <a:pt x="145" y="46"/>
                        </a:lnTo>
                        <a:lnTo>
                          <a:pt x="136" y="49"/>
                        </a:lnTo>
                        <a:lnTo>
                          <a:pt x="124" y="53"/>
                        </a:lnTo>
                        <a:lnTo>
                          <a:pt x="109" y="57"/>
                        </a:lnTo>
                        <a:lnTo>
                          <a:pt x="91" y="60"/>
                        </a:lnTo>
                        <a:lnTo>
                          <a:pt x="74" y="63"/>
                        </a:lnTo>
                        <a:lnTo>
                          <a:pt x="55" y="65"/>
                        </a:lnTo>
                        <a:lnTo>
                          <a:pt x="23" y="68"/>
                        </a:lnTo>
                        <a:lnTo>
                          <a:pt x="43" y="71"/>
                        </a:lnTo>
                        <a:lnTo>
                          <a:pt x="59" y="73"/>
                        </a:lnTo>
                        <a:lnTo>
                          <a:pt x="79" y="73"/>
                        </a:lnTo>
                        <a:lnTo>
                          <a:pt x="100" y="70"/>
                        </a:lnTo>
                        <a:lnTo>
                          <a:pt x="116" y="68"/>
                        </a:lnTo>
                        <a:lnTo>
                          <a:pt x="128" y="65"/>
                        </a:lnTo>
                        <a:lnTo>
                          <a:pt x="138" y="63"/>
                        </a:lnTo>
                        <a:lnTo>
                          <a:pt x="149" y="59"/>
                        </a:lnTo>
                        <a:lnTo>
                          <a:pt x="157" y="57"/>
                        </a:lnTo>
                        <a:lnTo>
                          <a:pt x="161" y="56"/>
                        </a:lnTo>
                        <a:lnTo>
                          <a:pt x="163" y="56"/>
                        </a:lnTo>
                        <a:lnTo>
                          <a:pt x="162" y="58"/>
                        </a:lnTo>
                        <a:lnTo>
                          <a:pt x="161" y="61"/>
                        </a:lnTo>
                        <a:lnTo>
                          <a:pt x="158" y="64"/>
                        </a:lnTo>
                        <a:lnTo>
                          <a:pt x="150" y="68"/>
                        </a:lnTo>
                        <a:lnTo>
                          <a:pt x="142" y="72"/>
                        </a:lnTo>
                        <a:lnTo>
                          <a:pt x="133" y="75"/>
                        </a:lnTo>
                        <a:lnTo>
                          <a:pt x="121" y="79"/>
                        </a:lnTo>
                        <a:lnTo>
                          <a:pt x="107" y="83"/>
                        </a:lnTo>
                        <a:lnTo>
                          <a:pt x="86" y="87"/>
                        </a:lnTo>
                        <a:lnTo>
                          <a:pt x="71" y="89"/>
                        </a:lnTo>
                        <a:lnTo>
                          <a:pt x="58" y="90"/>
                        </a:lnTo>
                        <a:lnTo>
                          <a:pt x="37" y="91"/>
                        </a:lnTo>
                        <a:lnTo>
                          <a:pt x="58" y="94"/>
                        </a:lnTo>
                        <a:lnTo>
                          <a:pt x="74" y="95"/>
                        </a:lnTo>
                        <a:lnTo>
                          <a:pt x="88" y="95"/>
                        </a:lnTo>
                        <a:lnTo>
                          <a:pt x="103" y="95"/>
                        </a:lnTo>
                        <a:lnTo>
                          <a:pt x="118" y="93"/>
                        </a:lnTo>
                        <a:lnTo>
                          <a:pt x="129" y="91"/>
                        </a:lnTo>
                        <a:lnTo>
                          <a:pt x="138" y="88"/>
                        </a:lnTo>
                        <a:lnTo>
                          <a:pt x="153" y="84"/>
                        </a:lnTo>
                        <a:lnTo>
                          <a:pt x="155" y="84"/>
                        </a:lnTo>
                        <a:lnTo>
                          <a:pt x="157" y="85"/>
                        </a:lnTo>
                        <a:lnTo>
                          <a:pt x="157" y="88"/>
                        </a:lnTo>
                        <a:lnTo>
                          <a:pt x="155" y="90"/>
                        </a:lnTo>
                        <a:lnTo>
                          <a:pt x="151" y="93"/>
                        </a:lnTo>
                        <a:lnTo>
                          <a:pt x="146" y="96"/>
                        </a:lnTo>
                        <a:lnTo>
                          <a:pt x="137" y="100"/>
                        </a:lnTo>
                        <a:lnTo>
                          <a:pt x="128" y="104"/>
                        </a:lnTo>
                        <a:lnTo>
                          <a:pt x="119" y="106"/>
                        </a:lnTo>
                        <a:lnTo>
                          <a:pt x="109" y="108"/>
                        </a:lnTo>
                        <a:lnTo>
                          <a:pt x="100" y="109"/>
                        </a:lnTo>
                        <a:lnTo>
                          <a:pt x="88" y="110"/>
                        </a:lnTo>
                        <a:lnTo>
                          <a:pt x="74" y="111"/>
                        </a:lnTo>
                        <a:lnTo>
                          <a:pt x="61" y="111"/>
                        </a:lnTo>
                        <a:lnTo>
                          <a:pt x="40" y="111"/>
                        </a:lnTo>
                        <a:lnTo>
                          <a:pt x="51" y="114"/>
                        </a:lnTo>
                        <a:lnTo>
                          <a:pt x="62" y="117"/>
                        </a:lnTo>
                        <a:lnTo>
                          <a:pt x="73" y="118"/>
                        </a:lnTo>
                        <a:lnTo>
                          <a:pt x="83" y="118"/>
                        </a:lnTo>
                        <a:lnTo>
                          <a:pt x="93" y="119"/>
                        </a:lnTo>
                        <a:lnTo>
                          <a:pt x="104" y="118"/>
                        </a:lnTo>
                        <a:lnTo>
                          <a:pt x="112" y="118"/>
                        </a:lnTo>
                        <a:lnTo>
                          <a:pt x="121" y="117"/>
                        </a:lnTo>
                        <a:lnTo>
                          <a:pt x="132" y="114"/>
                        </a:lnTo>
                        <a:lnTo>
                          <a:pt x="140" y="113"/>
                        </a:lnTo>
                        <a:lnTo>
                          <a:pt x="143" y="113"/>
                        </a:lnTo>
                        <a:lnTo>
                          <a:pt x="143" y="115"/>
                        </a:lnTo>
                        <a:lnTo>
                          <a:pt x="143" y="117"/>
                        </a:lnTo>
                        <a:lnTo>
                          <a:pt x="140" y="119"/>
                        </a:lnTo>
                        <a:lnTo>
                          <a:pt x="137" y="122"/>
                        </a:lnTo>
                        <a:lnTo>
                          <a:pt x="133" y="123"/>
                        </a:lnTo>
                        <a:lnTo>
                          <a:pt x="128" y="125"/>
                        </a:lnTo>
                        <a:lnTo>
                          <a:pt x="121" y="127"/>
                        </a:lnTo>
                        <a:lnTo>
                          <a:pt x="105" y="129"/>
                        </a:lnTo>
                        <a:lnTo>
                          <a:pt x="91" y="130"/>
                        </a:lnTo>
                        <a:lnTo>
                          <a:pt x="62" y="132"/>
                        </a:lnTo>
                        <a:lnTo>
                          <a:pt x="99" y="134"/>
                        </a:lnTo>
                        <a:lnTo>
                          <a:pt x="107" y="134"/>
                        </a:lnTo>
                        <a:lnTo>
                          <a:pt x="110" y="135"/>
                        </a:lnTo>
                        <a:lnTo>
                          <a:pt x="112" y="136"/>
                        </a:lnTo>
                        <a:lnTo>
                          <a:pt x="112" y="139"/>
                        </a:lnTo>
                        <a:lnTo>
                          <a:pt x="114" y="140"/>
                        </a:lnTo>
                        <a:lnTo>
                          <a:pt x="118" y="141"/>
                        </a:lnTo>
                        <a:lnTo>
                          <a:pt x="126" y="138"/>
                        </a:lnTo>
                        <a:lnTo>
                          <a:pt x="132" y="135"/>
                        </a:lnTo>
                        <a:lnTo>
                          <a:pt x="137" y="133"/>
                        </a:lnTo>
                        <a:lnTo>
                          <a:pt x="141" y="130"/>
                        </a:lnTo>
                        <a:lnTo>
                          <a:pt x="145" y="126"/>
                        </a:lnTo>
                        <a:lnTo>
                          <a:pt x="159" y="111"/>
                        </a:lnTo>
                        <a:lnTo>
                          <a:pt x="169" y="99"/>
                        </a:lnTo>
                        <a:lnTo>
                          <a:pt x="173" y="92"/>
                        </a:lnTo>
                        <a:lnTo>
                          <a:pt x="174" y="89"/>
                        </a:lnTo>
                        <a:lnTo>
                          <a:pt x="174" y="88"/>
                        </a:lnTo>
                        <a:lnTo>
                          <a:pt x="174" y="85"/>
                        </a:lnTo>
                        <a:lnTo>
                          <a:pt x="172" y="83"/>
                        </a:lnTo>
                        <a:lnTo>
                          <a:pt x="171" y="81"/>
                        </a:lnTo>
                        <a:lnTo>
                          <a:pt x="170" y="79"/>
                        </a:lnTo>
                        <a:lnTo>
                          <a:pt x="171" y="76"/>
                        </a:lnTo>
                        <a:lnTo>
                          <a:pt x="172" y="74"/>
                        </a:lnTo>
                        <a:lnTo>
                          <a:pt x="174" y="72"/>
                        </a:lnTo>
                        <a:lnTo>
                          <a:pt x="175" y="70"/>
                        </a:lnTo>
                        <a:lnTo>
                          <a:pt x="177" y="68"/>
                        </a:lnTo>
                        <a:lnTo>
                          <a:pt x="179" y="66"/>
                        </a:lnTo>
                        <a:lnTo>
                          <a:pt x="179" y="63"/>
                        </a:lnTo>
                        <a:lnTo>
                          <a:pt x="177" y="60"/>
                        </a:lnTo>
                        <a:lnTo>
                          <a:pt x="175" y="58"/>
                        </a:lnTo>
                        <a:lnTo>
                          <a:pt x="174" y="56"/>
                        </a:lnTo>
                        <a:lnTo>
                          <a:pt x="172" y="54"/>
                        </a:lnTo>
                        <a:lnTo>
                          <a:pt x="171" y="52"/>
                        </a:lnTo>
                        <a:lnTo>
                          <a:pt x="172" y="50"/>
                        </a:lnTo>
                        <a:lnTo>
                          <a:pt x="174" y="47"/>
                        </a:lnTo>
                        <a:lnTo>
                          <a:pt x="177" y="45"/>
                        </a:lnTo>
                        <a:lnTo>
                          <a:pt x="177" y="42"/>
                        </a:lnTo>
                        <a:lnTo>
                          <a:pt x="177" y="39"/>
                        </a:lnTo>
                        <a:lnTo>
                          <a:pt x="176" y="36"/>
                        </a:lnTo>
                        <a:lnTo>
                          <a:pt x="174" y="34"/>
                        </a:lnTo>
                        <a:lnTo>
                          <a:pt x="173" y="32"/>
                        </a:lnTo>
                        <a:lnTo>
                          <a:pt x="172" y="30"/>
                        </a:lnTo>
                        <a:lnTo>
                          <a:pt x="172" y="27"/>
                        </a:lnTo>
                        <a:lnTo>
                          <a:pt x="174" y="24"/>
                        </a:lnTo>
                        <a:lnTo>
                          <a:pt x="175" y="23"/>
                        </a:lnTo>
                        <a:lnTo>
                          <a:pt x="177" y="21"/>
                        </a:lnTo>
                        <a:lnTo>
                          <a:pt x="179" y="18"/>
                        </a:lnTo>
                        <a:lnTo>
                          <a:pt x="179" y="16"/>
                        </a:lnTo>
                        <a:lnTo>
                          <a:pt x="178" y="14"/>
                        </a:lnTo>
                        <a:lnTo>
                          <a:pt x="176" y="12"/>
                        </a:lnTo>
                        <a:lnTo>
                          <a:pt x="174" y="9"/>
                        </a:lnTo>
                        <a:lnTo>
                          <a:pt x="173" y="6"/>
                        </a:lnTo>
                        <a:lnTo>
                          <a:pt x="173" y="0"/>
                        </a:lnTo>
                        <a:lnTo>
                          <a:pt x="155" y="10"/>
                        </a:lnTo>
                        <a:lnTo>
                          <a:pt x="143" y="14"/>
                        </a:lnTo>
                        <a:lnTo>
                          <a:pt x="131" y="17"/>
                        </a:lnTo>
                        <a:lnTo>
                          <a:pt x="116" y="21"/>
                        </a:lnTo>
                        <a:lnTo>
                          <a:pt x="102" y="23"/>
                        </a:lnTo>
                        <a:lnTo>
                          <a:pt x="89" y="25"/>
                        </a:lnTo>
                        <a:lnTo>
                          <a:pt x="71" y="27"/>
                        </a:lnTo>
                      </a:path>
                    </a:pathLst>
                  </a:custGeom>
                  <a:solidFill>
                    <a:srgbClr val="FFA04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nvGrpSpPr>
              <p:cNvPr id="189456" name="Group 16">
                <a:extLst>
                  <a:ext uri="{FF2B5EF4-FFF2-40B4-BE49-F238E27FC236}">
                    <a16:creationId xmlns:a16="http://schemas.microsoft.com/office/drawing/2014/main" id="{5C99B199-8675-4B46-B2A4-170860FAA37C}"/>
                  </a:ext>
                </a:extLst>
              </p:cNvPr>
              <p:cNvGrpSpPr>
                <a:grpSpLocks/>
              </p:cNvGrpSpPr>
              <p:nvPr/>
            </p:nvGrpSpPr>
            <p:grpSpPr bwMode="auto">
              <a:xfrm>
                <a:off x="5262" y="1816"/>
                <a:ext cx="54" cy="90"/>
                <a:chOff x="5262" y="1816"/>
                <a:chExt cx="54" cy="90"/>
              </a:xfrm>
            </p:grpSpPr>
            <p:sp>
              <p:nvSpPr>
                <p:cNvPr id="189457" name="Freeform 17">
                  <a:extLst>
                    <a:ext uri="{FF2B5EF4-FFF2-40B4-BE49-F238E27FC236}">
                      <a16:creationId xmlns:a16="http://schemas.microsoft.com/office/drawing/2014/main" id="{D4807FA4-7C02-4F89-90ED-525A157D9F81}"/>
                    </a:ext>
                  </a:extLst>
                </p:cNvPr>
                <p:cNvSpPr>
                  <a:spLocks/>
                </p:cNvSpPr>
                <p:nvPr/>
              </p:nvSpPr>
              <p:spPr bwMode="auto">
                <a:xfrm>
                  <a:off x="5272" y="1840"/>
                  <a:ext cx="42" cy="17"/>
                </a:xfrm>
                <a:custGeom>
                  <a:avLst/>
                  <a:gdLst>
                    <a:gd name="T0" fmla="*/ 41 w 42"/>
                    <a:gd name="T1" fmla="*/ 2 h 17"/>
                    <a:gd name="T2" fmla="*/ 37 w 42"/>
                    <a:gd name="T3" fmla="*/ 0 h 17"/>
                    <a:gd name="T4" fmla="*/ 24 w 42"/>
                    <a:gd name="T5" fmla="*/ 5 h 17"/>
                    <a:gd name="T6" fmla="*/ 12 w 42"/>
                    <a:gd name="T7" fmla="*/ 10 h 17"/>
                    <a:gd name="T8" fmla="*/ 0 w 42"/>
                    <a:gd name="T9" fmla="*/ 13 h 17"/>
                    <a:gd name="T10" fmla="*/ 2 w 42"/>
                    <a:gd name="T11" fmla="*/ 16 h 17"/>
                    <a:gd name="T12" fmla="*/ 10 w 42"/>
                    <a:gd name="T13" fmla="*/ 16 h 17"/>
                    <a:gd name="T14" fmla="*/ 21 w 42"/>
                    <a:gd name="T15" fmla="*/ 14 h 17"/>
                    <a:gd name="T16" fmla="*/ 32 w 42"/>
                    <a:gd name="T17" fmla="*/ 8 h 17"/>
                    <a:gd name="T18" fmla="*/ 41 w 42"/>
                    <a:gd name="T19" fmla="*/ 2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2" h="17">
                      <a:moveTo>
                        <a:pt x="41" y="2"/>
                      </a:moveTo>
                      <a:lnTo>
                        <a:pt x="37" y="0"/>
                      </a:lnTo>
                      <a:lnTo>
                        <a:pt x="24" y="5"/>
                      </a:lnTo>
                      <a:lnTo>
                        <a:pt x="12" y="10"/>
                      </a:lnTo>
                      <a:lnTo>
                        <a:pt x="0" y="13"/>
                      </a:lnTo>
                      <a:lnTo>
                        <a:pt x="2" y="16"/>
                      </a:lnTo>
                      <a:lnTo>
                        <a:pt x="10" y="16"/>
                      </a:lnTo>
                      <a:lnTo>
                        <a:pt x="21" y="14"/>
                      </a:lnTo>
                      <a:lnTo>
                        <a:pt x="32" y="8"/>
                      </a:lnTo>
                      <a:lnTo>
                        <a:pt x="41" y="2"/>
                      </a:lnTo>
                    </a:path>
                  </a:pathLst>
                </a:custGeom>
                <a:solidFill>
                  <a:srgbClr val="FFE0C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9458" name="Freeform 18">
                  <a:extLst>
                    <a:ext uri="{FF2B5EF4-FFF2-40B4-BE49-F238E27FC236}">
                      <a16:creationId xmlns:a16="http://schemas.microsoft.com/office/drawing/2014/main" id="{BBAC3767-E76B-4D32-889F-29ACBA459126}"/>
                    </a:ext>
                  </a:extLst>
                </p:cNvPr>
                <p:cNvSpPr>
                  <a:spLocks/>
                </p:cNvSpPr>
                <p:nvPr/>
              </p:nvSpPr>
              <p:spPr bwMode="auto">
                <a:xfrm>
                  <a:off x="5280" y="1863"/>
                  <a:ext cx="36" cy="17"/>
                </a:xfrm>
                <a:custGeom>
                  <a:avLst/>
                  <a:gdLst>
                    <a:gd name="T0" fmla="*/ 35 w 36"/>
                    <a:gd name="T1" fmla="*/ 2 h 17"/>
                    <a:gd name="T2" fmla="*/ 33 w 36"/>
                    <a:gd name="T3" fmla="*/ 0 h 17"/>
                    <a:gd name="T4" fmla="*/ 21 w 36"/>
                    <a:gd name="T5" fmla="*/ 6 h 17"/>
                    <a:gd name="T6" fmla="*/ 11 w 36"/>
                    <a:gd name="T7" fmla="*/ 10 h 17"/>
                    <a:gd name="T8" fmla="*/ 0 w 36"/>
                    <a:gd name="T9" fmla="*/ 13 h 17"/>
                    <a:gd name="T10" fmla="*/ 2 w 36"/>
                    <a:gd name="T11" fmla="*/ 16 h 17"/>
                    <a:gd name="T12" fmla="*/ 10 w 36"/>
                    <a:gd name="T13" fmla="*/ 16 h 17"/>
                    <a:gd name="T14" fmla="*/ 18 w 36"/>
                    <a:gd name="T15" fmla="*/ 14 h 17"/>
                    <a:gd name="T16" fmla="*/ 26 w 36"/>
                    <a:gd name="T17" fmla="*/ 9 h 17"/>
                    <a:gd name="T18" fmla="*/ 35 w 36"/>
                    <a:gd name="T19" fmla="*/ 2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6" h="17">
                      <a:moveTo>
                        <a:pt x="35" y="2"/>
                      </a:moveTo>
                      <a:lnTo>
                        <a:pt x="33" y="0"/>
                      </a:lnTo>
                      <a:lnTo>
                        <a:pt x="21" y="6"/>
                      </a:lnTo>
                      <a:lnTo>
                        <a:pt x="11" y="10"/>
                      </a:lnTo>
                      <a:lnTo>
                        <a:pt x="0" y="13"/>
                      </a:lnTo>
                      <a:lnTo>
                        <a:pt x="2" y="16"/>
                      </a:lnTo>
                      <a:lnTo>
                        <a:pt x="10" y="16"/>
                      </a:lnTo>
                      <a:lnTo>
                        <a:pt x="18" y="14"/>
                      </a:lnTo>
                      <a:lnTo>
                        <a:pt x="26" y="9"/>
                      </a:lnTo>
                      <a:lnTo>
                        <a:pt x="35" y="2"/>
                      </a:lnTo>
                    </a:path>
                  </a:pathLst>
                </a:custGeom>
                <a:solidFill>
                  <a:srgbClr val="FFE0C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9459" name="Freeform 19">
                  <a:extLst>
                    <a:ext uri="{FF2B5EF4-FFF2-40B4-BE49-F238E27FC236}">
                      <a16:creationId xmlns:a16="http://schemas.microsoft.com/office/drawing/2014/main" id="{6A34DD89-2CC2-40F6-9CDE-AFBD5287C890}"/>
                    </a:ext>
                  </a:extLst>
                </p:cNvPr>
                <p:cNvSpPr>
                  <a:spLocks/>
                </p:cNvSpPr>
                <p:nvPr/>
              </p:nvSpPr>
              <p:spPr bwMode="auto">
                <a:xfrm>
                  <a:off x="5277" y="1889"/>
                  <a:ext cx="38" cy="17"/>
                </a:xfrm>
                <a:custGeom>
                  <a:avLst/>
                  <a:gdLst>
                    <a:gd name="T0" fmla="*/ 37 w 38"/>
                    <a:gd name="T1" fmla="*/ 2 h 17"/>
                    <a:gd name="T2" fmla="*/ 34 w 38"/>
                    <a:gd name="T3" fmla="*/ 0 h 17"/>
                    <a:gd name="T4" fmla="*/ 23 w 38"/>
                    <a:gd name="T5" fmla="*/ 6 h 17"/>
                    <a:gd name="T6" fmla="*/ 12 w 38"/>
                    <a:gd name="T7" fmla="*/ 10 h 17"/>
                    <a:gd name="T8" fmla="*/ 0 w 38"/>
                    <a:gd name="T9" fmla="*/ 13 h 17"/>
                    <a:gd name="T10" fmla="*/ 2 w 38"/>
                    <a:gd name="T11" fmla="*/ 16 h 17"/>
                    <a:gd name="T12" fmla="*/ 10 w 38"/>
                    <a:gd name="T13" fmla="*/ 15 h 17"/>
                    <a:gd name="T14" fmla="*/ 20 w 38"/>
                    <a:gd name="T15" fmla="*/ 13 h 17"/>
                    <a:gd name="T16" fmla="*/ 30 w 38"/>
                    <a:gd name="T17" fmla="*/ 8 h 17"/>
                    <a:gd name="T18" fmla="*/ 37 w 38"/>
                    <a:gd name="T19" fmla="*/ 2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8" h="17">
                      <a:moveTo>
                        <a:pt x="37" y="2"/>
                      </a:moveTo>
                      <a:lnTo>
                        <a:pt x="34" y="0"/>
                      </a:lnTo>
                      <a:lnTo>
                        <a:pt x="23" y="6"/>
                      </a:lnTo>
                      <a:lnTo>
                        <a:pt x="12" y="10"/>
                      </a:lnTo>
                      <a:lnTo>
                        <a:pt x="0" y="13"/>
                      </a:lnTo>
                      <a:lnTo>
                        <a:pt x="2" y="16"/>
                      </a:lnTo>
                      <a:lnTo>
                        <a:pt x="10" y="15"/>
                      </a:lnTo>
                      <a:lnTo>
                        <a:pt x="20" y="13"/>
                      </a:lnTo>
                      <a:lnTo>
                        <a:pt x="30" y="8"/>
                      </a:lnTo>
                      <a:lnTo>
                        <a:pt x="37" y="2"/>
                      </a:lnTo>
                    </a:path>
                  </a:pathLst>
                </a:custGeom>
                <a:solidFill>
                  <a:srgbClr val="FFE0C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9460" name="Freeform 20">
                  <a:extLst>
                    <a:ext uri="{FF2B5EF4-FFF2-40B4-BE49-F238E27FC236}">
                      <a16:creationId xmlns:a16="http://schemas.microsoft.com/office/drawing/2014/main" id="{1EDC1095-EAC7-4DA0-A53B-5239B90EDAE7}"/>
                    </a:ext>
                  </a:extLst>
                </p:cNvPr>
                <p:cNvSpPr>
                  <a:spLocks/>
                </p:cNvSpPr>
                <p:nvPr/>
              </p:nvSpPr>
              <p:spPr bwMode="auto">
                <a:xfrm>
                  <a:off x="5262" y="1816"/>
                  <a:ext cx="43" cy="17"/>
                </a:xfrm>
                <a:custGeom>
                  <a:avLst/>
                  <a:gdLst>
                    <a:gd name="T0" fmla="*/ 42 w 43"/>
                    <a:gd name="T1" fmla="*/ 2 h 17"/>
                    <a:gd name="T2" fmla="*/ 37 w 43"/>
                    <a:gd name="T3" fmla="*/ 0 h 17"/>
                    <a:gd name="T4" fmla="*/ 23 w 43"/>
                    <a:gd name="T5" fmla="*/ 5 h 17"/>
                    <a:gd name="T6" fmla="*/ 12 w 43"/>
                    <a:gd name="T7" fmla="*/ 9 h 17"/>
                    <a:gd name="T8" fmla="*/ 0 w 43"/>
                    <a:gd name="T9" fmla="*/ 12 h 17"/>
                    <a:gd name="T10" fmla="*/ 2 w 43"/>
                    <a:gd name="T11" fmla="*/ 16 h 17"/>
                    <a:gd name="T12" fmla="*/ 10 w 43"/>
                    <a:gd name="T13" fmla="*/ 15 h 17"/>
                    <a:gd name="T14" fmla="*/ 20 w 43"/>
                    <a:gd name="T15" fmla="*/ 13 h 17"/>
                    <a:gd name="T16" fmla="*/ 31 w 43"/>
                    <a:gd name="T17" fmla="*/ 9 h 17"/>
                    <a:gd name="T18" fmla="*/ 42 w 43"/>
                    <a:gd name="T19" fmla="*/ 2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3" h="17">
                      <a:moveTo>
                        <a:pt x="42" y="2"/>
                      </a:moveTo>
                      <a:lnTo>
                        <a:pt x="37" y="0"/>
                      </a:lnTo>
                      <a:lnTo>
                        <a:pt x="23" y="5"/>
                      </a:lnTo>
                      <a:lnTo>
                        <a:pt x="12" y="9"/>
                      </a:lnTo>
                      <a:lnTo>
                        <a:pt x="0" y="12"/>
                      </a:lnTo>
                      <a:lnTo>
                        <a:pt x="2" y="16"/>
                      </a:lnTo>
                      <a:lnTo>
                        <a:pt x="10" y="15"/>
                      </a:lnTo>
                      <a:lnTo>
                        <a:pt x="20" y="13"/>
                      </a:lnTo>
                      <a:lnTo>
                        <a:pt x="31" y="9"/>
                      </a:lnTo>
                      <a:lnTo>
                        <a:pt x="42" y="2"/>
                      </a:lnTo>
                    </a:path>
                  </a:pathLst>
                </a:custGeom>
                <a:solidFill>
                  <a:srgbClr val="FFE0C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sp>
          <p:nvSpPr>
            <p:cNvPr id="189461" name="Freeform 21">
              <a:extLst>
                <a:ext uri="{FF2B5EF4-FFF2-40B4-BE49-F238E27FC236}">
                  <a16:creationId xmlns:a16="http://schemas.microsoft.com/office/drawing/2014/main" id="{518752A1-651F-4381-810D-F20BF3760C5E}"/>
                </a:ext>
              </a:extLst>
            </p:cNvPr>
            <p:cNvSpPr>
              <a:spLocks/>
            </p:cNvSpPr>
            <p:nvPr/>
          </p:nvSpPr>
          <p:spPr bwMode="auto">
            <a:xfrm>
              <a:off x="5417" y="1248"/>
              <a:ext cx="277" cy="333"/>
            </a:xfrm>
            <a:custGeom>
              <a:avLst/>
              <a:gdLst>
                <a:gd name="T0" fmla="*/ 353 w 494"/>
                <a:gd name="T1" fmla="*/ 572 h 594"/>
                <a:gd name="T2" fmla="*/ 357 w 494"/>
                <a:gd name="T3" fmla="*/ 567 h 594"/>
                <a:gd name="T4" fmla="*/ 359 w 494"/>
                <a:gd name="T5" fmla="*/ 563 h 594"/>
                <a:gd name="T6" fmla="*/ 362 w 494"/>
                <a:gd name="T7" fmla="*/ 550 h 594"/>
                <a:gd name="T8" fmla="*/ 381 w 494"/>
                <a:gd name="T9" fmla="*/ 454 h 594"/>
                <a:gd name="T10" fmla="*/ 395 w 494"/>
                <a:gd name="T11" fmla="*/ 420 h 594"/>
                <a:gd name="T12" fmla="*/ 408 w 494"/>
                <a:gd name="T13" fmla="*/ 396 h 594"/>
                <a:gd name="T14" fmla="*/ 433 w 494"/>
                <a:gd name="T15" fmla="*/ 360 h 594"/>
                <a:gd name="T16" fmla="*/ 458 w 494"/>
                <a:gd name="T17" fmla="*/ 324 h 594"/>
                <a:gd name="T18" fmla="*/ 476 w 494"/>
                <a:gd name="T19" fmla="*/ 291 h 594"/>
                <a:gd name="T20" fmla="*/ 487 w 494"/>
                <a:gd name="T21" fmla="*/ 258 h 594"/>
                <a:gd name="T22" fmla="*/ 493 w 494"/>
                <a:gd name="T23" fmla="*/ 216 h 594"/>
                <a:gd name="T24" fmla="*/ 489 w 494"/>
                <a:gd name="T25" fmla="*/ 178 h 594"/>
                <a:gd name="T26" fmla="*/ 478 w 494"/>
                <a:gd name="T27" fmla="*/ 141 h 594"/>
                <a:gd name="T28" fmla="*/ 461 w 494"/>
                <a:gd name="T29" fmla="*/ 107 h 594"/>
                <a:gd name="T30" fmla="*/ 431 w 494"/>
                <a:gd name="T31" fmla="*/ 72 h 594"/>
                <a:gd name="T32" fmla="*/ 399 w 494"/>
                <a:gd name="T33" fmla="*/ 47 h 594"/>
                <a:gd name="T34" fmla="*/ 359 w 494"/>
                <a:gd name="T35" fmla="*/ 24 h 594"/>
                <a:gd name="T36" fmla="*/ 311 w 494"/>
                <a:gd name="T37" fmla="*/ 7 h 594"/>
                <a:gd name="T38" fmla="*/ 272 w 494"/>
                <a:gd name="T39" fmla="*/ 0 h 594"/>
                <a:gd name="T40" fmla="*/ 228 w 494"/>
                <a:gd name="T41" fmla="*/ 0 h 594"/>
                <a:gd name="T42" fmla="*/ 190 w 494"/>
                <a:gd name="T43" fmla="*/ 5 h 594"/>
                <a:gd name="T44" fmla="*/ 153 w 494"/>
                <a:gd name="T45" fmla="*/ 15 h 594"/>
                <a:gd name="T46" fmla="*/ 121 w 494"/>
                <a:gd name="T47" fmla="*/ 29 h 594"/>
                <a:gd name="T48" fmla="*/ 88 w 494"/>
                <a:gd name="T49" fmla="*/ 49 h 594"/>
                <a:gd name="T50" fmla="*/ 59 w 494"/>
                <a:gd name="T51" fmla="*/ 73 h 594"/>
                <a:gd name="T52" fmla="*/ 34 w 494"/>
                <a:gd name="T53" fmla="*/ 100 h 594"/>
                <a:gd name="T54" fmla="*/ 12 w 494"/>
                <a:gd name="T55" fmla="*/ 139 h 594"/>
                <a:gd name="T56" fmla="*/ 1 w 494"/>
                <a:gd name="T57" fmla="*/ 179 h 594"/>
                <a:gd name="T58" fmla="*/ 0 w 494"/>
                <a:gd name="T59" fmla="*/ 214 h 594"/>
                <a:gd name="T60" fmla="*/ 3 w 494"/>
                <a:gd name="T61" fmla="*/ 252 h 594"/>
                <a:gd name="T62" fmla="*/ 14 w 494"/>
                <a:gd name="T63" fmla="*/ 290 h 594"/>
                <a:gd name="T64" fmla="*/ 34 w 494"/>
                <a:gd name="T65" fmla="*/ 326 h 594"/>
                <a:gd name="T66" fmla="*/ 58 w 494"/>
                <a:gd name="T67" fmla="*/ 361 h 594"/>
                <a:gd name="T68" fmla="*/ 90 w 494"/>
                <a:gd name="T69" fmla="*/ 409 h 594"/>
                <a:gd name="T70" fmla="*/ 104 w 494"/>
                <a:gd name="T71" fmla="*/ 436 h 594"/>
                <a:gd name="T72" fmla="*/ 114 w 494"/>
                <a:gd name="T73" fmla="*/ 467 h 594"/>
                <a:gd name="T74" fmla="*/ 121 w 494"/>
                <a:gd name="T75" fmla="*/ 511 h 594"/>
                <a:gd name="T76" fmla="*/ 128 w 494"/>
                <a:gd name="T77" fmla="*/ 549 h 594"/>
                <a:gd name="T78" fmla="*/ 132 w 494"/>
                <a:gd name="T79" fmla="*/ 564 h 594"/>
                <a:gd name="T80" fmla="*/ 134 w 494"/>
                <a:gd name="T81" fmla="*/ 567 h 594"/>
                <a:gd name="T82" fmla="*/ 140 w 494"/>
                <a:gd name="T83" fmla="*/ 573 h 594"/>
                <a:gd name="T84" fmla="*/ 154 w 494"/>
                <a:gd name="T85" fmla="*/ 580 h 594"/>
                <a:gd name="T86" fmla="*/ 171 w 494"/>
                <a:gd name="T87" fmla="*/ 585 h 594"/>
                <a:gd name="T88" fmla="*/ 190 w 494"/>
                <a:gd name="T89" fmla="*/ 589 h 594"/>
                <a:gd name="T90" fmla="*/ 209 w 494"/>
                <a:gd name="T91" fmla="*/ 591 h 594"/>
                <a:gd name="T92" fmla="*/ 228 w 494"/>
                <a:gd name="T93" fmla="*/ 592 h 594"/>
                <a:gd name="T94" fmla="*/ 245 w 494"/>
                <a:gd name="T95" fmla="*/ 593 h 594"/>
                <a:gd name="T96" fmla="*/ 265 w 494"/>
                <a:gd name="T97" fmla="*/ 592 h 594"/>
                <a:gd name="T98" fmla="*/ 284 w 494"/>
                <a:gd name="T99" fmla="*/ 591 h 594"/>
                <a:gd name="T100" fmla="*/ 302 w 494"/>
                <a:gd name="T101" fmla="*/ 588 h 594"/>
                <a:gd name="T102" fmla="*/ 319 w 494"/>
                <a:gd name="T103" fmla="*/ 585 h 594"/>
                <a:gd name="T104" fmla="*/ 335 w 494"/>
                <a:gd name="T105" fmla="*/ 580 h 5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494" h="594">
                  <a:moveTo>
                    <a:pt x="345" y="577"/>
                  </a:moveTo>
                  <a:lnTo>
                    <a:pt x="349" y="574"/>
                  </a:lnTo>
                  <a:lnTo>
                    <a:pt x="353" y="572"/>
                  </a:lnTo>
                  <a:lnTo>
                    <a:pt x="354" y="570"/>
                  </a:lnTo>
                  <a:lnTo>
                    <a:pt x="356" y="568"/>
                  </a:lnTo>
                  <a:lnTo>
                    <a:pt x="357" y="567"/>
                  </a:lnTo>
                  <a:lnTo>
                    <a:pt x="358" y="566"/>
                  </a:lnTo>
                  <a:lnTo>
                    <a:pt x="358" y="565"/>
                  </a:lnTo>
                  <a:lnTo>
                    <a:pt x="359" y="563"/>
                  </a:lnTo>
                  <a:lnTo>
                    <a:pt x="360" y="561"/>
                  </a:lnTo>
                  <a:lnTo>
                    <a:pt x="360" y="559"/>
                  </a:lnTo>
                  <a:lnTo>
                    <a:pt x="362" y="550"/>
                  </a:lnTo>
                  <a:lnTo>
                    <a:pt x="376" y="473"/>
                  </a:lnTo>
                  <a:lnTo>
                    <a:pt x="379" y="462"/>
                  </a:lnTo>
                  <a:lnTo>
                    <a:pt x="381" y="454"/>
                  </a:lnTo>
                  <a:lnTo>
                    <a:pt x="385" y="443"/>
                  </a:lnTo>
                  <a:lnTo>
                    <a:pt x="390" y="431"/>
                  </a:lnTo>
                  <a:lnTo>
                    <a:pt x="395" y="420"/>
                  </a:lnTo>
                  <a:lnTo>
                    <a:pt x="400" y="411"/>
                  </a:lnTo>
                  <a:lnTo>
                    <a:pt x="404" y="403"/>
                  </a:lnTo>
                  <a:lnTo>
                    <a:pt x="408" y="396"/>
                  </a:lnTo>
                  <a:lnTo>
                    <a:pt x="416" y="383"/>
                  </a:lnTo>
                  <a:lnTo>
                    <a:pt x="424" y="371"/>
                  </a:lnTo>
                  <a:lnTo>
                    <a:pt x="433" y="360"/>
                  </a:lnTo>
                  <a:lnTo>
                    <a:pt x="439" y="351"/>
                  </a:lnTo>
                  <a:lnTo>
                    <a:pt x="451" y="335"/>
                  </a:lnTo>
                  <a:lnTo>
                    <a:pt x="458" y="324"/>
                  </a:lnTo>
                  <a:lnTo>
                    <a:pt x="465" y="314"/>
                  </a:lnTo>
                  <a:lnTo>
                    <a:pt x="470" y="304"/>
                  </a:lnTo>
                  <a:lnTo>
                    <a:pt x="476" y="291"/>
                  </a:lnTo>
                  <a:lnTo>
                    <a:pt x="480" y="280"/>
                  </a:lnTo>
                  <a:lnTo>
                    <a:pt x="484" y="268"/>
                  </a:lnTo>
                  <a:lnTo>
                    <a:pt x="487" y="258"/>
                  </a:lnTo>
                  <a:lnTo>
                    <a:pt x="490" y="247"/>
                  </a:lnTo>
                  <a:lnTo>
                    <a:pt x="492" y="232"/>
                  </a:lnTo>
                  <a:lnTo>
                    <a:pt x="493" y="216"/>
                  </a:lnTo>
                  <a:lnTo>
                    <a:pt x="493" y="201"/>
                  </a:lnTo>
                  <a:lnTo>
                    <a:pt x="491" y="189"/>
                  </a:lnTo>
                  <a:lnTo>
                    <a:pt x="489" y="178"/>
                  </a:lnTo>
                  <a:lnTo>
                    <a:pt x="487" y="167"/>
                  </a:lnTo>
                  <a:lnTo>
                    <a:pt x="483" y="154"/>
                  </a:lnTo>
                  <a:lnTo>
                    <a:pt x="478" y="141"/>
                  </a:lnTo>
                  <a:lnTo>
                    <a:pt x="473" y="129"/>
                  </a:lnTo>
                  <a:lnTo>
                    <a:pt x="468" y="117"/>
                  </a:lnTo>
                  <a:lnTo>
                    <a:pt x="461" y="107"/>
                  </a:lnTo>
                  <a:lnTo>
                    <a:pt x="451" y="94"/>
                  </a:lnTo>
                  <a:lnTo>
                    <a:pt x="441" y="82"/>
                  </a:lnTo>
                  <a:lnTo>
                    <a:pt x="431" y="72"/>
                  </a:lnTo>
                  <a:lnTo>
                    <a:pt x="421" y="63"/>
                  </a:lnTo>
                  <a:lnTo>
                    <a:pt x="411" y="55"/>
                  </a:lnTo>
                  <a:lnTo>
                    <a:pt x="399" y="47"/>
                  </a:lnTo>
                  <a:lnTo>
                    <a:pt x="388" y="39"/>
                  </a:lnTo>
                  <a:lnTo>
                    <a:pt x="374" y="32"/>
                  </a:lnTo>
                  <a:lnTo>
                    <a:pt x="359" y="24"/>
                  </a:lnTo>
                  <a:lnTo>
                    <a:pt x="344" y="17"/>
                  </a:lnTo>
                  <a:lnTo>
                    <a:pt x="327" y="12"/>
                  </a:lnTo>
                  <a:lnTo>
                    <a:pt x="311" y="7"/>
                  </a:lnTo>
                  <a:lnTo>
                    <a:pt x="299" y="5"/>
                  </a:lnTo>
                  <a:lnTo>
                    <a:pt x="285" y="2"/>
                  </a:lnTo>
                  <a:lnTo>
                    <a:pt x="272" y="0"/>
                  </a:lnTo>
                  <a:lnTo>
                    <a:pt x="257" y="0"/>
                  </a:lnTo>
                  <a:lnTo>
                    <a:pt x="243" y="0"/>
                  </a:lnTo>
                  <a:lnTo>
                    <a:pt x="228" y="0"/>
                  </a:lnTo>
                  <a:lnTo>
                    <a:pt x="215" y="0"/>
                  </a:lnTo>
                  <a:lnTo>
                    <a:pt x="201" y="3"/>
                  </a:lnTo>
                  <a:lnTo>
                    <a:pt x="190" y="5"/>
                  </a:lnTo>
                  <a:lnTo>
                    <a:pt x="177" y="8"/>
                  </a:lnTo>
                  <a:lnTo>
                    <a:pt x="164" y="11"/>
                  </a:lnTo>
                  <a:lnTo>
                    <a:pt x="153" y="15"/>
                  </a:lnTo>
                  <a:lnTo>
                    <a:pt x="142" y="19"/>
                  </a:lnTo>
                  <a:lnTo>
                    <a:pt x="132" y="24"/>
                  </a:lnTo>
                  <a:lnTo>
                    <a:pt x="121" y="29"/>
                  </a:lnTo>
                  <a:lnTo>
                    <a:pt x="111" y="35"/>
                  </a:lnTo>
                  <a:lnTo>
                    <a:pt x="99" y="42"/>
                  </a:lnTo>
                  <a:lnTo>
                    <a:pt x="88" y="49"/>
                  </a:lnTo>
                  <a:lnTo>
                    <a:pt x="79" y="56"/>
                  </a:lnTo>
                  <a:lnTo>
                    <a:pt x="69" y="64"/>
                  </a:lnTo>
                  <a:lnTo>
                    <a:pt x="59" y="73"/>
                  </a:lnTo>
                  <a:lnTo>
                    <a:pt x="50" y="81"/>
                  </a:lnTo>
                  <a:lnTo>
                    <a:pt x="42" y="89"/>
                  </a:lnTo>
                  <a:lnTo>
                    <a:pt x="34" y="100"/>
                  </a:lnTo>
                  <a:lnTo>
                    <a:pt x="25" y="112"/>
                  </a:lnTo>
                  <a:lnTo>
                    <a:pt x="17" y="126"/>
                  </a:lnTo>
                  <a:lnTo>
                    <a:pt x="12" y="139"/>
                  </a:lnTo>
                  <a:lnTo>
                    <a:pt x="8" y="153"/>
                  </a:lnTo>
                  <a:lnTo>
                    <a:pt x="3" y="166"/>
                  </a:lnTo>
                  <a:lnTo>
                    <a:pt x="1" y="179"/>
                  </a:lnTo>
                  <a:lnTo>
                    <a:pt x="0" y="191"/>
                  </a:lnTo>
                  <a:lnTo>
                    <a:pt x="0" y="203"/>
                  </a:lnTo>
                  <a:lnTo>
                    <a:pt x="0" y="214"/>
                  </a:lnTo>
                  <a:lnTo>
                    <a:pt x="0" y="227"/>
                  </a:lnTo>
                  <a:lnTo>
                    <a:pt x="0" y="238"/>
                  </a:lnTo>
                  <a:lnTo>
                    <a:pt x="3" y="252"/>
                  </a:lnTo>
                  <a:lnTo>
                    <a:pt x="5" y="264"/>
                  </a:lnTo>
                  <a:lnTo>
                    <a:pt x="9" y="277"/>
                  </a:lnTo>
                  <a:lnTo>
                    <a:pt x="14" y="290"/>
                  </a:lnTo>
                  <a:lnTo>
                    <a:pt x="20" y="303"/>
                  </a:lnTo>
                  <a:lnTo>
                    <a:pt x="27" y="314"/>
                  </a:lnTo>
                  <a:lnTo>
                    <a:pt x="34" y="326"/>
                  </a:lnTo>
                  <a:lnTo>
                    <a:pt x="43" y="338"/>
                  </a:lnTo>
                  <a:lnTo>
                    <a:pt x="50" y="349"/>
                  </a:lnTo>
                  <a:lnTo>
                    <a:pt x="58" y="361"/>
                  </a:lnTo>
                  <a:lnTo>
                    <a:pt x="66" y="373"/>
                  </a:lnTo>
                  <a:lnTo>
                    <a:pt x="78" y="390"/>
                  </a:lnTo>
                  <a:lnTo>
                    <a:pt x="90" y="409"/>
                  </a:lnTo>
                  <a:lnTo>
                    <a:pt x="96" y="418"/>
                  </a:lnTo>
                  <a:lnTo>
                    <a:pt x="100" y="426"/>
                  </a:lnTo>
                  <a:lnTo>
                    <a:pt x="104" y="436"/>
                  </a:lnTo>
                  <a:lnTo>
                    <a:pt x="108" y="446"/>
                  </a:lnTo>
                  <a:lnTo>
                    <a:pt x="111" y="456"/>
                  </a:lnTo>
                  <a:lnTo>
                    <a:pt x="114" y="467"/>
                  </a:lnTo>
                  <a:lnTo>
                    <a:pt x="116" y="482"/>
                  </a:lnTo>
                  <a:lnTo>
                    <a:pt x="120" y="498"/>
                  </a:lnTo>
                  <a:lnTo>
                    <a:pt x="121" y="511"/>
                  </a:lnTo>
                  <a:lnTo>
                    <a:pt x="124" y="527"/>
                  </a:lnTo>
                  <a:lnTo>
                    <a:pt x="126" y="539"/>
                  </a:lnTo>
                  <a:lnTo>
                    <a:pt x="128" y="549"/>
                  </a:lnTo>
                  <a:lnTo>
                    <a:pt x="130" y="559"/>
                  </a:lnTo>
                  <a:lnTo>
                    <a:pt x="132" y="561"/>
                  </a:lnTo>
                  <a:lnTo>
                    <a:pt x="132" y="564"/>
                  </a:lnTo>
                  <a:lnTo>
                    <a:pt x="132" y="565"/>
                  </a:lnTo>
                  <a:lnTo>
                    <a:pt x="133" y="566"/>
                  </a:lnTo>
                  <a:lnTo>
                    <a:pt x="134" y="567"/>
                  </a:lnTo>
                  <a:lnTo>
                    <a:pt x="136" y="569"/>
                  </a:lnTo>
                  <a:lnTo>
                    <a:pt x="138" y="571"/>
                  </a:lnTo>
                  <a:lnTo>
                    <a:pt x="140" y="573"/>
                  </a:lnTo>
                  <a:lnTo>
                    <a:pt x="144" y="576"/>
                  </a:lnTo>
                  <a:lnTo>
                    <a:pt x="148" y="577"/>
                  </a:lnTo>
                  <a:lnTo>
                    <a:pt x="154" y="580"/>
                  </a:lnTo>
                  <a:lnTo>
                    <a:pt x="160" y="582"/>
                  </a:lnTo>
                  <a:lnTo>
                    <a:pt x="166" y="584"/>
                  </a:lnTo>
                  <a:lnTo>
                    <a:pt x="171" y="585"/>
                  </a:lnTo>
                  <a:lnTo>
                    <a:pt x="176" y="586"/>
                  </a:lnTo>
                  <a:lnTo>
                    <a:pt x="183" y="587"/>
                  </a:lnTo>
                  <a:lnTo>
                    <a:pt x="190" y="589"/>
                  </a:lnTo>
                  <a:lnTo>
                    <a:pt x="195" y="589"/>
                  </a:lnTo>
                  <a:lnTo>
                    <a:pt x="202" y="590"/>
                  </a:lnTo>
                  <a:lnTo>
                    <a:pt x="209" y="591"/>
                  </a:lnTo>
                  <a:lnTo>
                    <a:pt x="215" y="592"/>
                  </a:lnTo>
                  <a:lnTo>
                    <a:pt x="221" y="592"/>
                  </a:lnTo>
                  <a:lnTo>
                    <a:pt x="228" y="592"/>
                  </a:lnTo>
                  <a:lnTo>
                    <a:pt x="234" y="593"/>
                  </a:lnTo>
                  <a:lnTo>
                    <a:pt x="240" y="593"/>
                  </a:lnTo>
                  <a:lnTo>
                    <a:pt x="245" y="593"/>
                  </a:lnTo>
                  <a:lnTo>
                    <a:pt x="251" y="593"/>
                  </a:lnTo>
                  <a:lnTo>
                    <a:pt x="259" y="593"/>
                  </a:lnTo>
                  <a:lnTo>
                    <a:pt x="265" y="592"/>
                  </a:lnTo>
                  <a:lnTo>
                    <a:pt x="270" y="592"/>
                  </a:lnTo>
                  <a:lnTo>
                    <a:pt x="277" y="592"/>
                  </a:lnTo>
                  <a:lnTo>
                    <a:pt x="284" y="591"/>
                  </a:lnTo>
                  <a:lnTo>
                    <a:pt x="290" y="590"/>
                  </a:lnTo>
                  <a:lnTo>
                    <a:pt x="297" y="589"/>
                  </a:lnTo>
                  <a:lnTo>
                    <a:pt x="302" y="588"/>
                  </a:lnTo>
                  <a:lnTo>
                    <a:pt x="308" y="587"/>
                  </a:lnTo>
                  <a:lnTo>
                    <a:pt x="314" y="586"/>
                  </a:lnTo>
                  <a:lnTo>
                    <a:pt x="319" y="585"/>
                  </a:lnTo>
                  <a:lnTo>
                    <a:pt x="325" y="584"/>
                  </a:lnTo>
                  <a:lnTo>
                    <a:pt x="330" y="582"/>
                  </a:lnTo>
                  <a:lnTo>
                    <a:pt x="335" y="580"/>
                  </a:lnTo>
                  <a:lnTo>
                    <a:pt x="340" y="578"/>
                  </a:lnTo>
                  <a:lnTo>
                    <a:pt x="345" y="577"/>
                  </a:lnTo>
                </a:path>
              </a:pathLst>
            </a:custGeom>
            <a:solidFill>
              <a:srgbClr val="FF9900"/>
            </a:solidFill>
            <a:ln w="12700" cap="rnd" cmpd="sng">
              <a:solidFill>
                <a:srgbClr val="FFFFFF"/>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9462" name="Freeform 22">
              <a:extLst>
                <a:ext uri="{FF2B5EF4-FFF2-40B4-BE49-F238E27FC236}">
                  <a16:creationId xmlns:a16="http://schemas.microsoft.com/office/drawing/2014/main" id="{506548AA-6513-4AB4-8691-FB477B59D696}"/>
                </a:ext>
              </a:extLst>
            </p:cNvPr>
            <p:cNvSpPr>
              <a:spLocks/>
            </p:cNvSpPr>
            <p:nvPr/>
          </p:nvSpPr>
          <p:spPr bwMode="auto">
            <a:xfrm>
              <a:off x="5610" y="1290"/>
              <a:ext cx="48" cy="50"/>
            </a:xfrm>
            <a:custGeom>
              <a:avLst/>
              <a:gdLst>
                <a:gd name="T0" fmla="*/ 0 w 84"/>
                <a:gd name="T1" fmla="*/ 0 h 89"/>
                <a:gd name="T2" fmla="*/ 22 w 84"/>
                <a:gd name="T3" fmla="*/ 9 h 89"/>
                <a:gd name="T4" fmla="*/ 42 w 84"/>
                <a:gd name="T5" fmla="*/ 19 h 89"/>
                <a:gd name="T6" fmla="*/ 57 w 84"/>
                <a:gd name="T7" fmla="*/ 30 h 89"/>
                <a:gd name="T8" fmla="*/ 67 w 84"/>
                <a:gd name="T9" fmla="*/ 41 h 89"/>
                <a:gd name="T10" fmla="*/ 74 w 84"/>
                <a:gd name="T11" fmla="*/ 52 h 89"/>
                <a:gd name="T12" fmla="*/ 79 w 84"/>
                <a:gd name="T13" fmla="*/ 62 h 89"/>
                <a:gd name="T14" fmla="*/ 83 w 84"/>
                <a:gd name="T15" fmla="*/ 73 h 89"/>
                <a:gd name="T16" fmla="*/ 54 w 84"/>
                <a:gd name="T17" fmla="*/ 88 h 89"/>
                <a:gd name="T18" fmla="*/ 50 w 84"/>
                <a:gd name="T19" fmla="*/ 73 h 89"/>
                <a:gd name="T20" fmla="*/ 46 w 84"/>
                <a:gd name="T21" fmla="*/ 58 h 89"/>
                <a:gd name="T22" fmla="*/ 39 w 84"/>
                <a:gd name="T23" fmla="*/ 42 h 89"/>
                <a:gd name="T24" fmla="*/ 30 w 84"/>
                <a:gd name="T25" fmla="*/ 29 h 89"/>
                <a:gd name="T26" fmla="*/ 18 w 84"/>
                <a:gd name="T27" fmla="*/ 15 h 89"/>
                <a:gd name="T28" fmla="*/ 0 w 84"/>
                <a:gd name="T29" fmla="*/ 0 h 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4" h="89">
                  <a:moveTo>
                    <a:pt x="0" y="0"/>
                  </a:moveTo>
                  <a:lnTo>
                    <a:pt x="22" y="9"/>
                  </a:lnTo>
                  <a:lnTo>
                    <a:pt x="42" y="19"/>
                  </a:lnTo>
                  <a:lnTo>
                    <a:pt x="57" y="30"/>
                  </a:lnTo>
                  <a:lnTo>
                    <a:pt x="67" y="41"/>
                  </a:lnTo>
                  <a:lnTo>
                    <a:pt x="74" y="52"/>
                  </a:lnTo>
                  <a:lnTo>
                    <a:pt x="79" y="62"/>
                  </a:lnTo>
                  <a:lnTo>
                    <a:pt x="83" y="73"/>
                  </a:lnTo>
                  <a:lnTo>
                    <a:pt x="54" y="88"/>
                  </a:lnTo>
                  <a:lnTo>
                    <a:pt x="50" y="73"/>
                  </a:lnTo>
                  <a:lnTo>
                    <a:pt x="46" y="58"/>
                  </a:lnTo>
                  <a:lnTo>
                    <a:pt x="39" y="42"/>
                  </a:lnTo>
                  <a:lnTo>
                    <a:pt x="30" y="29"/>
                  </a:lnTo>
                  <a:lnTo>
                    <a:pt x="18" y="15"/>
                  </a:lnTo>
                  <a:lnTo>
                    <a:pt x="0" y="0"/>
                  </a:lnTo>
                </a:path>
              </a:pathLst>
            </a:custGeom>
            <a:solidFill>
              <a:srgbClr val="FFFF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89463" name="Group 23">
            <a:extLst>
              <a:ext uri="{FF2B5EF4-FFF2-40B4-BE49-F238E27FC236}">
                <a16:creationId xmlns:a16="http://schemas.microsoft.com/office/drawing/2014/main" id="{FC74D3B4-8DF9-471F-BDA0-197F26A5C7AB}"/>
              </a:ext>
            </a:extLst>
          </p:cNvPr>
          <p:cNvGrpSpPr>
            <a:grpSpLocks/>
          </p:cNvGrpSpPr>
          <p:nvPr/>
        </p:nvGrpSpPr>
        <p:grpSpPr bwMode="auto">
          <a:xfrm>
            <a:off x="7680325" y="1697038"/>
            <a:ext cx="482600" cy="682625"/>
            <a:chOff x="4979" y="1203"/>
            <a:chExt cx="542" cy="766"/>
          </a:xfrm>
        </p:grpSpPr>
        <p:grpSp>
          <p:nvGrpSpPr>
            <p:cNvPr id="189464" name="Group 24">
              <a:extLst>
                <a:ext uri="{FF2B5EF4-FFF2-40B4-BE49-F238E27FC236}">
                  <a16:creationId xmlns:a16="http://schemas.microsoft.com/office/drawing/2014/main" id="{9E9A6791-56EE-4261-8D9F-8644BA86C154}"/>
                </a:ext>
              </a:extLst>
            </p:cNvPr>
            <p:cNvGrpSpPr>
              <a:grpSpLocks/>
            </p:cNvGrpSpPr>
            <p:nvPr/>
          </p:nvGrpSpPr>
          <p:grpSpPr bwMode="auto">
            <a:xfrm>
              <a:off x="5126" y="1789"/>
              <a:ext cx="247" cy="180"/>
              <a:chOff x="5126" y="1789"/>
              <a:chExt cx="247" cy="180"/>
            </a:xfrm>
          </p:grpSpPr>
          <p:grpSp>
            <p:nvGrpSpPr>
              <p:cNvPr id="189465" name="Group 25">
                <a:extLst>
                  <a:ext uri="{FF2B5EF4-FFF2-40B4-BE49-F238E27FC236}">
                    <a16:creationId xmlns:a16="http://schemas.microsoft.com/office/drawing/2014/main" id="{C296BDCA-78DF-4515-B49E-9FD3F55B6B5A}"/>
                  </a:ext>
                </a:extLst>
              </p:cNvPr>
              <p:cNvGrpSpPr>
                <a:grpSpLocks/>
              </p:cNvGrpSpPr>
              <p:nvPr/>
            </p:nvGrpSpPr>
            <p:grpSpPr bwMode="auto">
              <a:xfrm>
                <a:off x="5126" y="1789"/>
                <a:ext cx="247" cy="180"/>
                <a:chOff x="5126" y="1789"/>
                <a:chExt cx="247" cy="180"/>
              </a:xfrm>
            </p:grpSpPr>
            <p:grpSp>
              <p:nvGrpSpPr>
                <p:cNvPr id="189466" name="Group 26">
                  <a:extLst>
                    <a:ext uri="{FF2B5EF4-FFF2-40B4-BE49-F238E27FC236}">
                      <a16:creationId xmlns:a16="http://schemas.microsoft.com/office/drawing/2014/main" id="{42610A67-6F3C-43E2-AD84-22807FCBBA57}"/>
                    </a:ext>
                  </a:extLst>
                </p:cNvPr>
                <p:cNvGrpSpPr>
                  <a:grpSpLocks/>
                </p:cNvGrpSpPr>
                <p:nvPr/>
              </p:nvGrpSpPr>
              <p:grpSpPr bwMode="auto">
                <a:xfrm>
                  <a:off x="5188" y="1926"/>
                  <a:ext cx="135" cy="43"/>
                  <a:chOff x="5188" y="1926"/>
                  <a:chExt cx="135" cy="43"/>
                </a:xfrm>
              </p:grpSpPr>
              <p:sp>
                <p:nvSpPr>
                  <p:cNvPr id="189467" name="Freeform 27">
                    <a:extLst>
                      <a:ext uri="{FF2B5EF4-FFF2-40B4-BE49-F238E27FC236}">
                        <a16:creationId xmlns:a16="http://schemas.microsoft.com/office/drawing/2014/main" id="{DF0475A5-47DE-47A2-8F57-1DDF31D95FB2}"/>
                      </a:ext>
                    </a:extLst>
                  </p:cNvPr>
                  <p:cNvSpPr>
                    <a:spLocks/>
                  </p:cNvSpPr>
                  <p:nvPr/>
                </p:nvSpPr>
                <p:spPr bwMode="auto">
                  <a:xfrm>
                    <a:off x="5188" y="1926"/>
                    <a:ext cx="135" cy="43"/>
                  </a:xfrm>
                  <a:custGeom>
                    <a:avLst/>
                    <a:gdLst>
                      <a:gd name="T0" fmla="*/ 0 w 135"/>
                      <a:gd name="T1" fmla="*/ 0 h 43"/>
                      <a:gd name="T2" fmla="*/ 27 w 135"/>
                      <a:gd name="T3" fmla="*/ 33 h 43"/>
                      <a:gd name="T4" fmla="*/ 29 w 135"/>
                      <a:gd name="T5" fmla="*/ 35 h 43"/>
                      <a:gd name="T6" fmla="*/ 32 w 135"/>
                      <a:gd name="T7" fmla="*/ 36 h 43"/>
                      <a:gd name="T8" fmla="*/ 36 w 135"/>
                      <a:gd name="T9" fmla="*/ 37 h 43"/>
                      <a:gd name="T10" fmla="*/ 41 w 135"/>
                      <a:gd name="T11" fmla="*/ 39 h 43"/>
                      <a:gd name="T12" fmla="*/ 46 w 135"/>
                      <a:gd name="T13" fmla="*/ 40 h 43"/>
                      <a:gd name="T14" fmla="*/ 50 w 135"/>
                      <a:gd name="T15" fmla="*/ 40 h 43"/>
                      <a:gd name="T16" fmla="*/ 55 w 135"/>
                      <a:gd name="T17" fmla="*/ 41 h 43"/>
                      <a:gd name="T18" fmla="*/ 59 w 135"/>
                      <a:gd name="T19" fmla="*/ 41 h 43"/>
                      <a:gd name="T20" fmla="*/ 65 w 135"/>
                      <a:gd name="T21" fmla="*/ 42 h 43"/>
                      <a:gd name="T22" fmla="*/ 69 w 135"/>
                      <a:gd name="T23" fmla="*/ 42 h 43"/>
                      <a:gd name="T24" fmla="*/ 74 w 135"/>
                      <a:gd name="T25" fmla="*/ 41 h 43"/>
                      <a:gd name="T26" fmla="*/ 79 w 135"/>
                      <a:gd name="T27" fmla="*/ 41 h 43"/>
                      <a:gd name="T28" fmla="*/ 84 w 135"/>
                      <a:gd name="T29" fmla="*/ 40 h 43"/>
                      <a:gd name="T30" fmla="*/ 89 w 135"/>
                      <a:gd name="T31" fmla="*/ 40 h 43"/>
                      <a:gd name="T32" fmla="*/ 93 w 135"/>
                      <a:gd name="T33" fmla="*/ 39 h 43"/>
                      <a:gd name="T34" fmla="*/ 98 w 135"/>
                      <a:gd name="T35" fmla="*/ 38 h 43"/>
                      <a:gd name="T36" fmla="*/ 102 w 135"/>
                      <a:gd name="T37" fmla="*/ 36 h 43"/>
                      <a:gd name="T38" fmla="*/ 105 w 135"/>
                      <a:gd name="T39" fmla="*/ 35 h 43"/>
                      <a:gd name="T40" fmla="*/ 106 w 135"/>
                      <a:gd name="T41" fmla="*/ 33 h 43"/>
                      <a:gd name="T42" fmla="*/ 109 w 135"/>
                      <a:gd name="T43" fmla="*/ 32 h 43"/>
                      <a:gd name="T44" fmla="*/ 134 w 135"/>
                      <a:gd name="T45" fmla="*/ 0 h 43"/>
                      <a:gd name="T46" fmla="*/ 0 w 135"/>
                      <a:gd name="T47" fmla="*/ 0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35" h="43">
                        <a:moveTo>
                          <a:pt x="0" y="0"/>
                        </a:moveTo>
                        <a:lnTo>
                          <a:pt x="27" y="33"/>
                        </a:lnTo>
                        <a:lnTo>
                          <a:pt x="29" y="35"/>
                        </a:lnTo>
                        <a:lnTo>
                          <a:pt x="32" y="36"/>
                        </a:lnTo>
                        <a:lnTo>
                          <a:pt x="36" y="37"/>
                        </a:lnTo>
                        <a:lnTo>
                          <a:pt x="41" y="39"/>
                        </a:lnTo>
                        <a:lnTo>
                          <a:pt x="46" y="40"/>
                        </a:lnTo>
                        <a:lnTo>
                          <a:pt x="50" y="40"/>
                        </a:lnTo>
                        <a:lnTo>
                          <a:pt x="55" y="41"/>
                        </a:lnTo>
                        <a:lnTo>
                          <a:pt x="59" y="41"/>
                        </a:lnTo>
                        <a:lnTo>
                          <a:pt x="65" y="42"/>
                        </a:lnTo>
                        <a:lnTo>
                          <a:pt x="69" y="42"/>
                        </a:lnTo>
                        <a:lnTo>
                          <a:pt x="74" y="41"/>
                        </a:lnTo>
                        <a:lnTo>
                          <a:pt x="79" y="41"/>
                        </a:lnTo>
                        <a:lnTo>
                          <a:pt x="84" y="40"/>
                        </a:lnTo>
                        <a:lnTo>
                          <a:pt x="89" y="40"/>
                        </a:lnTo>
                        <a:lnTo>
                          <a:pt x="93" y="39"/>
                        </a:lnTo>
                        <a:lnTo>
                          <a:pt x="98" y="38"/>
                        </a:lnTo>
                        <a:lnTo>
                          <a:pt x="102" y="36"/>
                        </a:lnTo>
                        <a:lnTo>
                          <a:pt x="105" y="35"/>
                        </a:lnTo>
                        <a:lnTo>
                          <a:pt x="106" y="33"/>
                        </a:lnTo>
                        <a:lnTo>
                          <a:pt x="109" y="32"/>
                        </a:lnTo>
                        <a:lnTo>
                          <a:pt x="134" y="0"/>
                        </a:lnTo>
                        <a:lnTo>
                          <a:pt x="0" y="0"/>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9468" name="Freeform 28">
                    <a:extLst>
                      <a:ext uri="{FF2B5EF4-FFF2-40B4-BE49-F238E27FC236}">
                        <a16:creationId xmlns:a16="http://schemas.microsoft.com/office/drawing/2014/main" id="{6D03A27A-B858-4C06-BD61-133BB89B2715}"/>
                      </a:ext>
                    </a:extLst>
                  </p:cNvPr>
                  <p:cNvSpPr>
                    <a:spLocks/>
                  </p:cNvSpPr>
                  <p:nvPr/>
                </p:nvSpPr>
                <p:spPr bwMode="auto">
                  <a:xfrm>
                    <a:off x="5209" y="1926"/>
                    <a:ext cx="60" cy="43"/>
                  </a:xfrm>
                  <a:custGeom>
                    <a:avLst/>
                    <a:gdLst>
                      <a:gd name="T0" fmla="*/ 0 w 60"/>
                      <a:gd name="T1" fmla="*/ 0 h 43"/>
                      <a:gd name="T2" fmla="*/ 16 w 60"/>
                      <a:gd name="T3" fmla="*/ 37 h 43"/>
                      <a:gd name="T4" fmla="*/ 19 w 60"/>
                      <a:gd name="T5" fmla="*/ 39 h 43"/>
                      <a:gd name="T6" fmla="*/ 25 w 60"/>
                      <a:gd name="T7" fmla="*/ 40 h 43"/>
                      <a:gd name="T8" fmla="*/ 29 w 60"/>
                      <a:gd name="T9" fmla="*/ 40 h 43"/>
                      <a:gd name="T10" fmla="*/ 33 w 60"/>
                      <a:gd name="T11" fmla="*/ 41 h 43"/>
                      <a:gd name="T12" fmla="*/ 38 w 60"/>
                      <a:gd name="T13" fmla="*/ 41 h 43"/>
                      <a:gd name="T14" fmla="*/ 43 w 60"/>
                      <a:gd name="T15" fmla="*/ 42 h 43"/>
                      <a:gd name="T16" fmla="*/ 47 w 60"/>
                      <a:gd name="T17" fmla="*/ 42 h 43"/>
                      <a:gd name="T18" fmla="*/ 53 w 60"/>
                      <a:gd name="T19" fmla="*/ 41 h 43"/>
                      <a:gd name="T20" fmla="*/ 59 w 60"/>
                      <a:gd name="T21" fmla="*/ 0 h 43"/>
                      <a:gd name="T22" fmla="*/ 0 w 60"/>
                      <a:gd name="T23" fmla="*/ 0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0" h="43">
                        <a:moveTo>
                          <a:pt x="0" y="0"/>
                        </a:moveTo>
                        <a:lnTo>
                          <a:pt x="16" y="37"/>
                        </a:lnTo>
                        <a:lnTo>
                          <a:pt x="19" y="39"/>
                        </a:lnTo>
                        <a:lnTo>
                          <a:pt x="25" y="40"/>
                        </a:lnTo>
                        <a:lnTo>
                          <a:pt x="29" y="40"/>
                        </a:lnTo>
                        <a:lnTo>
                          <a:pt x="33" y="41"/>
                        </a:lnTo>
                        <a:lnTo>
                          <a:pt x="38" y="41"/>
                        </a:lnTo>
                        <a:lnTo>
                          <a:pt x="43" y="42"/>
                        </a:lnTo>
                        <a:lnTo>
                          <a:pt x="47" y="42"/>
                        </a:lnTo>
                        <a:lnTo>
                          <a:pt x="53" y="41"/>
                        </a:lnTo>
                        <a:lnTo>
                          <a:pt x="59" y="0"/>
                        </a:lnTo>
                        <a:lnTo>
                          <a:pt x="0" y="0"/>
                        </a:lnTo>
                      </a:path>
                    </a:pathLst>
                  </a:custGeom>
                  <a:solidFill>
                    <a:srgbClr val="40404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89469" name="Group 29">
                  <a:extLst>
                    <a:ext uri="{FF2B5EF4-FFF2-40B4-BE49-F238E27FC236}">
                      <a16:creationId xmlns:a16="http://schemas.microsoft.com/office/drawing/2014/main" id="{91CA99AF-DF20-4E33-8ACF-91796F3197C3}"/>
                    </a:ext>
                  </a:extLst>
                </p:cNvPr>
                <p:cNvGrpSpPr>
                  <a:grpSpLocks/>
                </p:cNvGrpSpPr>
                <p:nvPr/>
              </p:nvGrpSpPr>
              <p:grpSpPr bwMode="auto">
                <a:xfrm>
                  <a:off x="5126" y="1789"/>
                  <a:ext cx="247" cy="150"/>
                  <a:chOff x="5126" y="1789"/>
                  <a:chExt cx="247" cy="150"/>
                </a:xfrm>
              </p:grpSpPr>
              <p:sp>
                <p:nvSpPr>
                  <p:cNvPr id="189470" name="Freeform 30">
                    <a:extLst>
                      <a:ext uri="{FF2B5EF4-FFF2-40B4-BE49-F238E27FC236}">
                        <a16:creationId xmlns:a16="http://schemas.microsoft.com/office/drawing/2014/main" id="{9796B2A3-12C7-428C-982E-C57B3E9B884A}"/>
                      </a:ext>
                    </a:extLst>
                  </p:cNvPr>
                  <p:cNvSpPr>
                    <a:spLocks/>
                  </p:cNvSpPr>
                  <p:nvPr/>
                </p:nvSpPr>
                <p:spPr bwMode="auto">
                  <a:xfrm>
                    <a:off x="5126" y="1789"/>
                    <a:ext cx="247" cy="150"/>
                  </a:xfrm>
                  <a:custGeom>
                    <a:avLst/>
                    <a:gdLst>
                      <a:gd name="T0" fmla="*/ 5 w 247"/>
                      <a:gd name="T1" fmla="*/ 4 h 150"/>
                      <a:gd name="T2" fmla="*/ 6 w 247"/>
                      <a:gd name="T3" fmla="*/ 7 h 150"/>
                      <a:gd name="T4" fmla="*/ 6 w 247"/>
                      <a:gd name="T5" fmla="*/ 15 h 150"/>
                      <a:gd name="T6" fmla="*/ 3 w 247"/>
                      <a:gd name="T7" fmla="*/ 19 h 150"/>
                      <a:gd name="T8" fmla="*/ 1 w 247"/>
                      <a:gd name="T9" fmla="*/ 26 h 150"/>
                      <a:gd name="T10" fmla="*/ 4 w 247"/>
                      <a:gd name="T11" fmla="*/ 31 h 150"/>
                      <a:gd name="T12" fmla="*/ 9 w 247"/>
                      <a:gd name="T13" fmla="*/ 36 h 150"/>
                      <a:gd name="T14" fmla="*/ 8 w 247"/>
                      <a:gd name="T15" fmla="*/ 40 h 150"/>
                      <a:gd name="T16" fmla="*/ 3 w 247"/>
                      <a:gd name="T17" fmla="*/ 44 h 150"/>
                      <a:gd name="T18" fmla="*/ 1 w 247"/>
                      <a:gd name="T19" fmla="*/ 49 h 150"/>
                      <a:gd name="T20" fmla="*/ 5 w 247"/>
                      <a:gd name="T21" fmla="*/ 53 h 150"/>
                      <a:gd name="T22" fmla="*/ 8 w 247"/>
                      <a:gd name="T23" fmla="*/ 57 h 150"/>
                      <a:gd name="T24" fmla="*/ 8 w 247"/>
                      <a:gd name="T25" fmla="*/ 62 h 150"/>
                      <a:gd name="T26" fmla="*/ 3 w 247"/>
                      <a:gd name="T27" fmla="*/ 67 h 150"/>
                      <a:gd name="T28" fmla="*/ 0 w 247"/>
                      <a:gd name="T29" fmla="*/ 72 h 150"/>
                      <a:gd name="T30" fmla="*/ 3 w 247"/>
                      <a:gd name="T31" fmla="*/ 77 h 150"/>
                      <a:gd name="T32" fmla="*/ 9 w 247"/>
                      <a:gd name="T33" fmla="*/ 81 h 150"/>
                      <a:gd name="T34" fmla="*/ 9 w 247"/>
                      <a:gd name="T35" fmla="*/ 89 h 150"/>
                      <a:gd name="T36" fmla="*/ 5 w 247"/>
                      <a:gd name="T37" fmla="*/ 94 h 150"/>
                      <a:gd name="T38" fmla="*/ 5 w 247"/>
                      <a:gd name="T39" fmla="*/ 98 h 150"/>
                      <a:gd name="T40" fmla="*/ 11 w 247"/>
                      <a:gd name="T41" fmla="*/ 103 h 150"/>
                      <a:gd name="T42" fmla="*/ 28 w 247"/>
                      <a:gd name="T43" fmla="*/ 118 h 150"/>
                      <a:gd name="T44" fmla="*/ 44 w 247"/>
                      <a:gd name="T45" fmla="*/ 130 h 150"/>
                      <a:gd name="T46" fmla="*/ 58 w 247"/>
                      <a:gd name="T47" fmla="*/ 137 h 150"/>
                      <a:gd name="T48" fmla="*/ 84 w 247"/>
                      <a:gd name="T49" fmla="*/ 145 h 150"/>
                      <a:gd name="T50" fmla="*/ 108 w 247"/>
                      <a:gd name="T51" fmla="*/ 148 h 150"/>
                      <a:gd name="T52" fmla="*/ 140 w 247"/>
                      <a:gd name="T53" fmla="*/ 148 h 150"/>
                      <a:gd name="T54" fmla="*/ 168 w 247"/>
                      <a:gd name="T55" fmla="*/ 146 h 150"/>
                      <a:gd name="T56" fmla="*/ 187 w 247"/>
                      <a:gd name="T57" fmla="*/ 142 h 150"/>
                      <a:gd name="T58" fmla="*/ 200 w 247"/>
                      <a:gd name="T59" fmla="*/ 136 h 150"/>
                      <a:gd name="T60" fmla="*/ 209 w 247"/>
                      <a:gd name="T61" fmla="*/ 130 h 150"/>
                      <a:gd name="T62" fmla="*/ 235 w 247"/>
                      <a:gd name="T63" fmla="*/ 102 h 150"/>
                      <a:gd name="T64" fmla="*/ 240 w 247"/>
                      <a:gd name="T65" fmla="*/ 92 h 150"/>
                      <a:gd name="T66" fmla="*/ 241 w 247"/>
                      <a:gd name="T67" fmla="*/ 88 h 150"/>
                      <a:gd name="T68" fmla="*/ 237 w 247"/>
                      <a:gd name="T69" fmla="*/ 84 h 150"/>
                      <a:gd name="T70" fmla="*/ 237 w 247"/>
                      <a:gd name="T71" fmla="*/ 78 h 150"/>
                      <a:gd name="T72" fmla="*/ 240 w 247"/>
                      <a:gd name="T73" fmla="*/ 74 h 150"/>
                      <a:gd name="T74" fmla="*/ 244 w 247"/>
                      <a:gd name="T75" fmla="*/ 70 h 150"/>
                      <a:gd name="T76" fmla="*/ 246 w 247"/>
                      <a:gd name="T77" fmla="*/ 65 h 150"/>
                      <a:gd name="T78" fmla="*/ 242 w 247"/>
                      <a:gd name="T79" fmla="*/ 61 h 150"/>
                      <a:gd name="T80" fmla="*/ 238 w 247"/>
                      <a:gd name="T81" fmla="*/ 57 h 150"/>
                      <a:gd name="T82" fmla="*/ 238 w 247"/>
                      <a:gd name="T83" fmla="*/ 52 h 150"/>
                      <a:gd name="T84" fmla="*/ 243 w 247"/>
                      <a:gd name="T85" fmla="*/ 47 h 150"/>
                      <a:gd name="T86" fmla="*/ 244 w 247"/>
                      <a:gd name="T87" fmla="*/ 41 h 150"/>
                      <a:gd name="T88" fmla="*/ 240 w 247"/>
                      <a:gd name="T89" fmla="*/ 36 h 150"/>
                      <a:gd name="T90" fmla="*/ 238 w 247"/>
                      <a:gd name="T91" fmla="*/ 32 h 150"/>
                      <a:gd name="T92" fmla="*/ 241 w 247"/>
                      <a:gd name="T93" fmla="*/ 26 h 150"/>
                      <a:gd name="T94" fmla="*/ 244 w 247"/>
                      <a:gd name="T95" fmla="*/ 23 h 150"/>
                      <a:gd name="T96" fmla="*/ 246 w 247"/>
                      <a:gd name="T97" fmla="*/ 18 h 150"/>
                      <a:gd name="T98" fmla="*/ 243 w 247"/>
                      <a:gd name="T99" fmla="*/ 13 h 150"/>
                      <a:gd name="T100" fmla="*/ 239 w 247"/>
                      <a:gd name="T101" fmla="*/ 8 h 150"/>
                      <a:gd name="T102" fmla="*/ 240 w 247"/>
                      <a:gd name="T103" fmla="*/ 3 h 150"/>
                      <a:gd name="T104" fmla="*/ 7 w 247"/>
                      <a:gd name="T105" fmla="*/ 0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247" h="150">
                        <a:moveTo>
                          <a:pt x="7" y="0"/>
                        </a:moveTo>
                        <a:lnTo>
                          <a:pt x="5" y="4"/>
                        </a:lnTo>
                        <a:lnTo>
                          <a:pt x="6" y="5"/>
                        </a:lnTo>
                        <a:lnTo>
                          <a:pt x="6" y="7"/>
                        </a:lnTo>
                        <a:lnTo>
                          <a:pt x="7" y="12"/>
                        </a:lnTo>
                        <a:lnTo>
                          <a:pt x="6" y="15"/>
                        </a:lnTo>
                        <a:lnTo>
                          <a:pt x="4" y="17"/>
                        </a:lnTo>
                        <a:lnTo>
                          <a:pt x="3" y="19"/>
                        </a:lnTo>
                        <a:lnTo>
                          <a:pt x="1" y="23"/>
                        </a:lnTo>
                        <a:lnTo>
                          <a:pt x="1" y="26"/>
                        </a:lnTo>
                        <a:lnTo>
                          <a:pt x="3" y="28"/>
                        </a:lnTo>
                        <a:lnTo>
                          <a:pt x="4" y="31"/>
                        </a:lnTo>
                        <a:lnTo>
                          <a:pt x="7" y="33"/>
                        </a:lnTo>
                        <a:lnTo>
                          <a:pt x="9" y="36"/>
                        </a:lnTo>
                        <a:lnTo>
                          <a:pt x="9" y="38"/>
                        </a:lnTo>
                        <a:lnTo>
                          <a:pt x="8" y="40"/>
                        </a:lnTo>
                        <a:lnTo>
                          <a:pt x="5" y="42"/>
                        </a:lnTo>
                        <a:lnTo>
                          <a:pt x="3" y="44"/>
                        </a:lnTo>
                        <a:lnTo>
                          <a:pt x="2" y="46"/>
                        </a:lnTo>
                        <a:lnTo>
                          <a:pt x="1" y="49"/>
                        </a:lnTo>
                        <a:lnTo>
                          <a:pt x="3" y="51"/>
                        </a:lnTo>
                        <a:lnTo>
                          <a:pt x="5" y="53"/>
                        </a:lnTo>
                        <a:lnTo>
                          <a:pt x="7" y="55"/>
                        </a:lnTo>
                        <a:lnTo>
                          <a:pt x="8" y="57"/>
                        </a:lnTo>
                        <a:lnTo>
                          <a:pt x="9" y="59"/>
                        </a:lnTo>
                        <a:lnTo>
                          <a:pt x="8" y="62"/>
                        </a:lnTo>
                        <a:lnTo>
                          <a:pt x="5" y="65"/>
                        </a:lnTo>
                        <a:lnTo>
                          <a:pt x="3" y="67"/>
                        </a:lnTo>
                        <a:lnTo>
                          <a:pt x="0" y="70"/>
                        </a:lnTo>
                        <a:lnTo>
                          <a:pt x="0" y="72"/>
                        </a:lnTo>
                        <a:lnTo>
                          <a:pt x="1" y="74"/>
                        </a:lnTo>
                        <a:lnTo>
                          <a:pt x="3" y="77"/>
                        </a:lnTo>
                        <a:lnTo>
                          <a:pt x="6" y="79"/>
                        </a:lnTo>
                        <a:lnTo>
                          <a:pt x="9" y="81"/>
                        </a:lnTo>
                        <a:lnTo>
                          <a:pt x="10" y="85"/>
                        </a:lnTo>
                        <a:lnTo>
                          <a:pt x="9" y="89"/>
                        </a:lnTo>
                        <a:lnTo>
                          <a:pt x="6" y="92"/>
                        </a:lnTo>
                        <a:lnTo>
                          <a:pt x="5" y="94"/>
                        </a:lnTo>
                        <a:lnTo>
                          <a:pt x="5" y="96"/>
                        </a:lnTo>
                        <a:lnTo>
                          <a:pt x="5" y="98"/>
                        </a:lnTo>
                        <a:lnTo>
                          <a:pt x="7" y="100"/>
                        </a:lnTo>
                        <a:lnTo>
                          <a:pt x="11" y="103"/>
                        </a:lnTo>
                        <a:lnTo>
                          <a:pt x="17" y="109"/>
                        </a:lnTo>
                        <a:lnTo>
                          <a:pt x="28" y="118"/>
                        </a:lnTo>
                        <a:lnTo>
                          <a:pt x="38" y="126"/>
                        </a:lnTo>
                        <a:lnTo>
                          <a:pt x="44" y="130"/>
                        </a:lnTo>
                        <a:lnTo>
                          <a:pt x="51" y="133"/>
                        </a:lnTo>
                        <a:lnTo>
                          <a:pt x="58" y="137"/>
                        </a:lnTo>
                        <a:lnTo>
                          <a:pt x="68" y="141"/>
                        </a:lnTo>
                        <a:lnTo>
                          <a:pt x="84" y="145"/>
                        </a:lnTo>
                        <a:lnTo>
                          <a:pt x="96" y="147"/>
                        </a:lnTo>
                        <a:lnTo>
                          <a:pt x="108" y="148"/>
                        </a:lnTo>
                        <a:lnTo>
                          <a:pt x="124" y="149"/>
                        </a:lnTo>
                        <a:lnTo>
                          <a:pt x="140" y="148"/>
                        </a:lnTo>
                        <a:lnTo>
                          <a:pt x="155" y="148"/>
                        </a:lnTo>
                        <a:lnTo>
                          <a:pt x="168" y="146"/>
                        </a:lnTo>
                        <a:lnTo>
                          <a:pt x="179" y="144"/>
                        </a:lnTo>
                        <a:lnTo>
                          <a:pt x="187" y="142"/>
                        </a:lnTo>
                        <a:lnTo>
                          <a:pt x="194" y="139"/>
                        </a:lnTo>
                        <a:lnTo>
                          <a:pt x="200" y="136"/>
                        </a:lnTo>
                        <a:lnTo>
                          <a:pt x="205" y="134"/>
                        </a:lnTo>
                        <a:lnTo>
                          <a:pt x="209" y="130"/>
                        </a:lnTo>
                        <a:lnTo>
                          <a:pt x="224" y="115"/>
                        </a:lnTo>
                        <a:lnTo>
                          <a:pt x="235" y="102"/>
                        </a:lnTo>
                        <a:lnTo>
                          <a:pt x="239" y="95"/>
                        </a:lnTo>
                        <a:lnTo>
                          <a:pt x="240" y="92"/>
                        </a:lnTo>
                        <a:lnTo>
                          <a:pt x="241" y="90"/>
                        </a:lnTo>
                        <a:lnTo>
                          <a:pt x="241" y="88"/>
                        </a:lnTo>
                        <a:lnTo>
                          <a:pt x="239" y="85"/>
                        </a:lnTo>
                        <a:lnTo>
                          <a:pt x="237" y="84"/>
                        </a:lnTo>
                        <a:lnTo>
                          <a:pt x="236" y="81"/>
                        </a:lnTo>
                        <a:lnTo>
                          <a:pt x="237" y="78"/>
                        </a:lnTo>
                        <a:lnTo>
                          <a:pt x="239" y="77"/>
                        </a:lnTo>
                        <a:lnTo>
                          <a:pt x="240" y="74"/>
                        </a:lnTo>
                        <a:lnTo>
                          <a:pt x="242" y="73"/>
                        </a:lnTo>
                        <a:lnTo>
                          <a:pt x="244" y="70"/>
                        </a:lnTo>
                        <a:lnTo>
                          <a:pt x="246" y="68"/>
                        </a:lnTo>
                        <a:lnTo>
                          <a:pt x="246" y="65"/>
                        </a:lnTo>
                        <a:lnTo>
                          <a:pt x="244" y="63"/>
                        </a:lnTo>
                        <a:lnTo>
                          <a:pt x="242" y="61"/>
                        </a:lnTo>
                        <a:lnTo>
                          <a:pt x="240" y="59"/>
                        </a:lnTo>
                        <a:lnTo>
                          <a:pt x="238" y="57"/>
                        </a:lnTo>
                        <a:lnTo>
                          <a:pt x="238" y="54"/>
                        </a:lnTo>
                        <a:lnTo>
                          <a:pt x="238" y="52"/>
                        </a:lnTo>
                        <a:lnTo>
                          <a:pt x="241" y="49"/>
                        </a:lnTo>
                        <a:lnTo>
                          <a:pt x="243" y="47"/>
                        </a:lnTo>
                        <a:lnTo>
                          <a:pt x="244" y="45"/>
                        </a:lnTo>
                        <a:lnTo>
                          <a:pt x="244" y="41"/>
                        </a:lnTo>
                        <a:lnTo>
                          <a:pt x="243" y="38"/>
                        </a:lnTo>
                        <a:lnTo>
                          <a:pt x="240" y="36"/>
                        </a:lnTo>
                        <a:lnTo>
                          <a:pt x="239" y="34"/>
                        </a:lnTo>
                        <a:lnTo>
                          <a:pt x="238" y="32"/>
                        </a:lnTo>
                        <a:lnTo>
                          <a:pt x="239" y="29"/>
                        </a:lnTo>
                        <a:lnTo>
                          <a:pt x="241" y="26"/>
                        </a:lnTo>
                        <a:lnTo>
                          <a:pt x="242" y="25"/>
                        </a:lnTo>
                        <a:lnTo>
                          <a:pt x="244" y="23"/>
                        </a:lnTo>
                        <a:lnTo>
                          <a:pt x="246" y="20"/>
                        </a:lnTo>
                        <a:lnTo>
                          <a:pt x="246" y="18"/>
                        </a:lnTo>
                        <a:lnTo>
                          <a:pt x="245" y="16"/>
                        </a:lnTo>
                        <a:lnTo>
                          <a:pt x="243" y="13"/>
                        </a:lnTo>
                        <a:lnTo>
                          <a:pt x="241" y="11"/>
                        </a:lnTo>
                        <a:lnTo>
                          <a:pt x="239" y="8"/>
                        </a:lnTo>
                        <a:lnTo>
                          <a:pt x="239" y="5"/>
                        </a:lnTo>
                        <a:lnTo>
                          <a:pt x="240" y="3"/>
                        </a:lnTo>
                        <a:lnTo>
                          <a:pt x="239" y="0"/>
                        </a:lnTo>
                        <a:lnTo>
                          <a:pt x="7" y="0"/>
                        </a:lnTo>
                      </a:path>
                    </a:pathLst>
                  </a:custGeom>
                  <a:solidFill>
                    <a:srgbClr val="FFC08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9471" name="Freeform 31">
                    <a:extLst>
                      <a:ext uri="{FF2B5EF4-FFF2-40B4-BE49-F238E27FC236}">
                        <a16:creationId xmlns:a16="http://schemas.microsoft.com/office/drawing/2014/main" id="{BBCACB36-BA34-4FD8-9359-B8E7874D9984}"/>
                      </a:ext>
                    </a:extLst>
                  </p:cNvPr>
                  <p:cNvSpPr>
                    <a:spLocks/>
                  </p:cNvSpPr>
                  <p:nvPr/>
                </p:nvSpPr>
                <p:spPr bwMode="auto">
                  <a:xfrm>
                    <a:off x="5127" y="1809"/>
                    <a:ext cx="33" cy="21"/>
                  </a:xfrm>
                  <a:custGeom>
                    <a:avLst/>
                    <a:gdLst>
                      <a:gd name="T0" fmla="*/ 1 w 33"/>
                      <a:gd name="T1" fmla="*/ 0 h 21"/>
                      <a:gd name="T2" fmla="*/ 3 w 33"/>
                      <a:gd name="T3" fmla="*/ 2 h 21"/>
                      <a:gd name="T4" fmla="*/ 6 w 33"/>
                      <a:gd name="T5" fmla="*/ 5 h 21"/>
                      <a:gd name="T6" fmla="*/ 12 w 33"/>
                      <a:gd name="T7" fmla="*/ 8 h 21"/>
                      <a:gd name="T8" fmla="*/ 18 w 33"/>
                      <a:gd name="T9" fmla="*/ 11 h 21"/>
                      <a:gd name="T10" fmla="*/ 25 w 33"/>
                      <a:gd name="T11" fmla="*/ 13 h 21"/>
                      <a:gd name="T12" fmla="*/ 32 w 33"/>
                      <a:gd name="T13" fmla="*/ 14 h 21"/>
                      <a:gd name="T14" fmla="*/ 29 w 33"/>
                      <a:gd name="T15" fmla="*/ 18 h 21"/>
                      <a:gd name="T16" fmla="*/ 21 w 33"/>
                      <a:gd name="T17" fmla="*/ 17 h 21"/>
                      <a:gd name="T18" fmla="*/ 12 w 33"/>
                      <a:gd name="T19" fmla="*/ 17 h 21"/>
                      <a:gd name="T20" fmla="*/ 6 w 33"/>
                      <a:gd name="T21" fmla="*/ 20 h 21"/>
                      <a:gd name="T22" fmla="*/ 8 w 33"/>
                      <a:gd name="T23" fmla="*/ 18 h 21"/>
                      <a:gd name="T24" fmla="*/ 7 w 33"/>
                      <a:gd name="T25" fmla="*/ 15 h 21"/>
                      <a:gd name="T26" fmla="*/ 5 w 33"/>
                      <a:gd name="T27" fmla="*/ 12 h 21"/>
                      <a:gd name="T28" fmla="*/ 3 w 33"/>
                      <a:gd name="T29" fmla="*/ 10 h 21"/>
                      <a:gd name="T30" fmla="*/ 0 w 33"/>
                      <a:gd name="T31" fmla="*/ 6 h 21"/>
                      <a:gd name="T32" fmla="*/ 0 w 33"/>
                      <a:gd name="T33" fmla="*/ 3 h 21"/>
                      <a:gd name="T34" fmla="*/ 1 w 33"/>
                      <a:gd name="T35" fmla="*/ 0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3" h="21">
                        <a:moveTo>
                          <a:pt x="1" y="0"/>
                        </a:moveTo>
                        <a:lnTo>
                          <a:pt x="3" y="2"/>
                        </a:lnTo>
                        <a:lnTo>
                          <a:pt x="6" y="5"/>
                        </a:lnTo>
                        <a:lnTo>
                          <a:pt x="12" y="8"/>
                        </a:lnTo>
                        <a:lnTo>
                          <a:pt x="18" y="11"/>
                        </a:lnTo>
                        <a:lnTo>
                          <a:pt x="25" y="13"/>
                        </a:lnTo>
                        <a:lnTo>
                          <a:pt x="32" y="14"/>
                        </a:lnTo>
                        <a:lnTo>
                          <a:pt x="29" y="18"/>
                        </a:lnTo>
                        <a:lnTo>
                          <a:pt x="21" y="17"/>
                        </a:lnTo>
                        <a:lnTo>
                          <a:pt x="12" y="17"/>
                        </a:lnTo>
                        <a:lnTo>
                          <a:pt x="6" y="20"/>
                        </a:lnTo>
                        <a:lnTo>
                          <a:pt x="8" y="18"/>
                        </a:lnTo>
                        <a:lnTo>
                          <a:pt x="7" y="15"/>
                        </a:lnTo>
                        <a:lnTo>
                          <a:pt x="5" y="12"/>
                        </a:lnTo>
                        <a:lnTo>
                          <a:pt x="3" y="10"/>
                        </a:lnTo>
                        <a:lnTo>
                          <a:pt x="0" y="6"/>
                        </a:lnTo>
                        <a:lnTo>
                          <a:pt x="0" y="3"/>
                        </a:lnTo>
                        <a:lnTo>
                          <a:pt x="1" y="0"/>
                        </a:lnTo>
                      </a:path>
                    </a:pathLst>
                  </a:custGeom>
                  <a:solidFill>
                    <a:srgbClr val="FFA04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9472" name="Freeform 32">
                    <a:extLst>
                      <a:ext uri="{FF2B5EF4-FFF2-40B4-BE49-F238E27FC236}">
                        <a16:creationId xmlns:a16="http://schemas.microsoft.com/office/drawing/2014/main" id="{6AB8FC7F-EFA1-4CAF-8BFF-75D636ADAD95}"/>
                      </a:ext>
                    </a:extLst>
                  </p:cNvPr>
                  <p:cNvSpPr>
                    <a:spLocks/>
                  </p:cNvSpPr>
                  <p:nvPr/>
                </p:nvSpPr>
                <p:spPr bwMode="auto">
                  <a:xfrm>
                    <a:off x="5129" y="1835"/>
                    <a:ext cx="41" cy="18"/>
                  </a:xfrm>
                  <a:custGeom>
                    <a:avLst/>
                    <a:gdLst>
                      <a:gd name="T0" fmla="*/ 0 w 41"/>
                      <a:gd name="T1" fmla="*/ 1 h 18"/>
                      <a:gd name="T2" fmla="*/ 1 w 41"/>
                      <a:gd name="T3" fmla="*/ 0 h 18"/>
                      <a:gd name="T4" fmla="*/ 2 w 41"/>
                      <a:gd name="T5" fmla="*/ 1 h 18"/>
                      <a:gd name="T6" fmla="*/ 5 w 41"/>
                      <a:gd name="T7" fmla="*/ 3 h 18"/>
                      <a:gd name="T8" fmla="*/ 11 w 41"/>
                      <a:gd name="T9" fmla="*/ 4 h 18"/>
                      <a:gd name="T10" fmla="*/ 17 w 41"/>
                      <a:gd name="T11" fmla="*/ 6 h 18"/>
                      <a:gd name="T12" fmla="*/ 26 w 41"/>
                      <a:gd name="T13" fmla="*/ 7 h 18"/>
                      <a:gd name="T14" fmla="*/ 36 w 41"/>
                      <a:gd name="T15" fmla="*/ 9 h 18"/>
                      <a:gd name="T16" fmla="*/ 40 w 41"/>
                      <a:gd name="T17" fmla="*/ 16 h 18"/>
                      <a:gd name="T18" fmla="*/ 28 w 41"/>
                      <a:gd name="T19" fmla="*/ 14 h 18"/>
                      <a:gd name="T20" fmla="*/ 19 w 41"/>
                      <a:gd name="T21" fmla="*/ 13 h 18"/>
                      <a:gd name="T22" fmla="*/ 12 w 41"/>
                      <a:gd name="T23" fmla="*/ 14 h 18"/>
                      <a:gd name="T24" fmla="*/ 6 w 41"/>
                      <a:gd name="T25" fmla="*/ 17 h 18"/>
                      <a:gd name="T26" fmla="*/ 6 w 41"/>
                      <a:gd name="T27" fmla="*/ 15 h 18"/>
                      <a:gd name="T28" fmla="*/ 6 w 41"/>
                      <a:gd name="T29" fmla="*/ 12 h 18"/>
                      <a:gd name="T30" fmla="*/ 5 w 41"/>
                      <a:gd name="T31" fmla="*/ 10 h 18"/>
                      <a:gd name="T32" fmla="*/ 2 w 41"/>
                      <a:gd name="T33" fmla="*/ 7 h 18"/>
                      <a:gd name="T34" fmla="*/ 0 w 41"/>
                      <a:gd name="T35" fmla="*/ 4 h 18"/>
                      <a:gd name="T36" fmla="*/ 0 w 41"/>
                      <a:gd name="T37" fmla="*/ 1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1" h="18">
                        <a:moveTo>
                          <a:pt x="0" y="1"/>
                        </a:moveTo>
                        <a:lnTo>
                          <a:pt x="1" y="0"/>
                        </a:lnTo>
                        <a:lnTo>
                          <a:pt x="2" y="1"/>
                        </a:lnTo>
                        <a:lnTo>
                          <a:pt x="5" y="3"/>
                        </a:lnTo>
                        <a:lnTo>
                          <a:pt x="11" y="4"/>
                        </a:lnTo>
                        <a:lnTo>
                          <a:pt x="17" y="6"/>
                        </a:lnTo>
                        <a:lnTo>
                          <a:pt x="26" y="7"/>
                        </a:lnTo>
                        <a:lnTo>
                          <a:pt x="36" y="9"/>
                        </a:lnTo>
                        <a:lnTo>
                          <a:pt x="40" y="16"/>
                        </a:lnTo>
                        <a:lnTo>
                          <a:pt x="28" y="14"/>
                        </a:lnTo>
                        <a:lnTo>
                          <a:pt x="19" y="13"/>
                        </a:lnTo>
                        <a:lnTo>
                          <a:pt x="12" y="14"/>
                        </a:lnTo>
                        <a:lnTo>
                          <a:pt x="6" y="17"/>
                        </a:lnTo>
                        <a:lnTo>
                          <a:pt x="6" y="15"/>
                        </a:lnTo>
                        <a:lnTo>
                          <a:pt x="6" y="12"/>
                        </a:lnTo>
                        <a:lnTo>
                          <a:pt x="5" y="10"/>
                        </a:lnTo>
                        <a:lnTo>
                          <a:pt x="2" y="7"/>
                        </a:lnTo>
                        <a:lnTo>
                          <a:pt x="0" y="4"/>
                        </a:lnTo>
                        <a:lnTo>
                          <a:pt x="0" y="1"/>
                        </a:lnTo>
                      </a:path>
                    </a:pathLst>
                  </a:custGeom>
                  <a:solidFill>
                    <a:srgbClr val="FFA04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9473" name="Freeform 33">
                    <a:extLst>
                      <a:ext uri="{FF2B5EF4-FFF2-40B4-BE49-F238E27FC236}">
                        <a16:creationId xmlns:a16="http://schemas.microsoft.com/office/drawing/2014/main" id="{D9DF9F8C-1C0E-452F-A3ED-BE3ACCCCA70E}"/>
                      </a:ext>
                    </a:extLst>
                  </p:cNvPr>
                  <p:cNvSpPr>
                    <a:spLocks/>
                  </p:cNvSpPr>
                  <p:nvPr/>
                </p:nvSpPr>
                <p:spPr bwMode="auto">
                  <a:xfrm>
                    <a:off x="5126" y="1856"/>
                    <a:ext cx="49" cy="23"/>
                  </a:xfrm>
                  <a:custGeom>
                    <a:avLst/>
                    <a:gdLst>
                      <a:gd name="T0" fmla="*/ 0 w 49"/>
                      <a:gd name="T1" fmla="*/ 3 h 23"/>
                      <a:gd name="T2" fmla="*/ 3 w 49"/>
                      <a:gd name="T3" fmla="*/ 0 h 23"/>
                      <a:gd name="T4" fmla="*/ 5 w 49"/>
                      <a:gd name="T5" fmla="*/ 3 h 23"/>
                      <a:gd name="T6" fmla="*/ 9 w 49"/>
                      <a:gd name="T7" fmla="*/ 5 h 23"/>
                      <a:gd name="T8" fmla="*/ 12 w 49"/>
                      <a:gd name="T9" fmla="*/ 7 h 23"/>
                      <a:gd name="T10" fmla="*/ 19 w 49"/>
                      <a:gd name="T11" fmla="*/ 9 h 23"/>
                      <a:gd name="T12" fmla="*/ 26 w 49"/>
                      <a:gd name="T13" fmla="*/ 10 h 23"/>
                      <a:gd name="T14" fmla="*/ 34 w 49"/>
                      <a:gd name="T15" fmla="*/ 12 h 23"/>
                      <a:gd name="T16" fmla="*/ 45 w 49"/>
                      <a:gd name="T17" fmla="*/ 15 h 23"/>
                      <a:gd name="T18" fmla="*/ 48 w 49"/>
                      <a:gd name="T19" fmla="*/ 22 h 23"/>
                      <a:gd name="T20" fmla="*/ 36 w 49"/>
                      <a:gd name="T21" fmla="*/ 18 h 23"/>
                      <a:gd name="T22" fmla="*/ 28 w 49"/>
                      <a:gd name="T23" fmla="*/ 16 h 23"/>
                      <a:gd name="T24" fmla="*/ 21 w 49"/>
                      <a:gd name="T25" fmla="*/ 15 h 23"/>
                      <a:gd name="T26" fmla="*/ 16 w 49"/>
                      <a:gd name="T27" fmla="*/ 15 h 23"/>
                      <a:gd name="T28" fmla="*/ 13 w 49"/>
                      <a:gd name="T29" fmla="*/ 16 h 23"/>
                      <a:gd name="T30" fmla="*/ 10 w 49"/>
                      <a:gd name="T31" fmla="*/ 19 h 23"/>
                      <a:gd name="T32" fmla="*/ 9 w 49"/>
                      <a:gd name="T33" fmla="*/ 16 h 23"/>
                      <a:gd name="T34" fmla="*/ 5 w 49"/>
                      <a:gd name="T35" fmla="*/ 12 h 23"/>
                      <a:gd name="T36" fmla="*/ 3 w 49"/>
                      <a:gd name="T37" fmla="*/ 9 h 23"/>
                      <a:gd name="T38" fmla="*/ 0 w 49"/>
                      <a:gd name="T39" fmla="*/ 6 h 23"/>
                      <a:gd name="T40" fmla="*/ 0 w 49"/>
                      <a:gd name="T41" fmla="*/ 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23">
                        <a:moveTo>
                          <a:pt x="0" y="3"/>
                        </a:moveTo>
                        <a:lnTo>
                          <a:pt x="3" y="0"/>
                        </a:lnTo>
                        <a:lnTo>
                          <a:pt x="5" y="3"/>
                        </a:lnTo>
                        <a:lnTo>
                          <a:pt x="9" y="5"/>
                        </a:lnTo>
                        <a:lnTo>
                          <a:pt x="12" y="7"/>
                        </a:lnTo>
                        <a:lnTo>
                          <a:pt x="19" y="9"/>
                        </a:lnTo>
                        <a:lnTo>
                          <a:pt x="26" y="10"/>
                        </a:lnTo>
                        <a:lnTo>
                          <a:pt x="34" y="12"/>
                        </a:lnTo>
                        <a:lnTo>
                          <a:pt x="45" y="15"/>
                        </a:lnTo>
                        <a:lnTo>
                          <a:pt x="48" y="22"/>
                        </a:lnTo>
                        <a:lnTo>
                          <a:pt x="36" y="18"/>
                        </a:lnTo>
                        <a:lnTo>
                          <a:pt x="28" y="16"/>
                        </a:lnTo>
                        <a:lnTo>
                          <a:pt x="21" y="15"/>
                        </a:lnTo>
                        <a:lnTo>
                          <a:pt x="16" y="15"/>
                        </a:lnTo>
                        <a:lnTo>
                          <a:pt x="13" y="16"/>
                        </a:lnTo>
                        <a:lnTo>
                          <a:pt x="10" y="19"/>
                        </a:lnTo>
                        <a:lnTo>
                          <a:pt x="9" y="16"/>
                        </a:lnTo>
                        <a:lnTo>
                          <a:pt x="5" y="12"/>
                        </a:lnTo>
                        <a:lnTo>
                          <a:pt x="3" y="9"/>
                        </a:lnTo>
                        <a:lnTo>
                          <a:pt x="0" y="6"/>
                        </a:lnTo>
                        <a:lnTo>
                          <a:pt x="0" y="3"/>
                        </a:lnTo>
                      </a:path>
                    </a:pathLst>
                  </a:custGeom>
                  <a:solidFill>
                    <a:srgbClr val="FFA04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9474" name="Freeform 34">
                    <a:extLst>
                      <a:ext uri="{FF2B5EF4-FFF2-40B4-BE49-F238E27FC236}">
                        <a16:creationId xmlns:a16="http://schemas.microsoft.com/office/drawing/2014/main" id="{25FD895A-BEEB-486D-87F3-A430E134A187}"/>
                      </a:ext>
                    </a:extLst>
                  </p:cNvPr>
                  <p:cNvSpPr>
                    <a:spLocks/>
                  </p:cNvSpPr>
                  <p:nvPr/>
                </p:nvSpPr>
                <p:spPr bwMode="auto">
                  <a:xfrm>
                    <a:off x="5132" y="1879"/>
                    <a:ext cx="57" cy="49"/>
                  </a:xfrm>
                  <a:custGeom>
                    <a:avLst/>
                    <a:gdLst>
                      <a:gd name="T0" fmla="*/ 0 w 57"/>
                      <a:gd name="T1" fmla="*/ 7 h 49"/>
                      <a:gd name="T2" fmla="*/ 0 w 57"/>
                      <a:gd name="T3" fmla="*/ 4 h 49"/>
                      <a:gd name="T4" fmla="*/ 0 w 57"/>
                      <a:gd name="T5" fmla="*/ 2 h 49"/>
                      <a:gd name="T6" fmla="*/ 2 w 57"/>
                      <a:gd name="T7" fmla="*/ 0 h 49"/>
                      <a:gd name="T8" fmla="*/ 6 w 57"/>
                      <a:gd name="T9" fmla="*/ 3 h 49"/>
                      <a:gd name="T10" fmla="*/ 12 w 57"/>
                      <a:gd name="T11" fmla="*/ 6 h 49"/>
                      <a:gd name="T12" fmla="*/ 19 w 57"/>
                      <a:gd name="T13" fmla="*/ 9 h 49"/>
                      <a:gd name="T14" fmla="*/ 28 w 57"/>
                      <a:gd name="T15" fmla="*/ 11 h 49"/>
                      <a:gd name="T16" fmla="*/ 42 w 57"/>
                      <a:gd name="T17" fmla="*/ 13 h 49"/>
                      <a:gd name="T18" fmla="*/ 44 w 57"/>
                      <a:gd name="T19" fmla="*/ 19 h 49"/>
                      <a:gd name="T20" fmla="*/ 37 w 57"/>
                      <a:gd name="T21" fmla="*/ 17 h 49"/>
                      <a:gd name="T22" fmla="*/ 31 w 57"/>
                      <a:gd name="T23" fmla="*/ 16 h 49"/>
                      <a:gd name="T24" fmla="*/ 27 w 57"/>
                      <a:gd name="T25" fmla="*/ 17 h 49"/>
                      <a:gd name="T26" fmla="*/ 26 w 57"/>
                      <a:gd name="T27" fmla="*/ 19 h 49"/>
                      <a:gd name="T28" fmla="*/ 28 w 57"/>
                      <a:gd name="T29" fmla="*/ 23 h 49"/>
                      <a:gd name="T30" fmla="*/ 31 w 57"/>
                      <a:gd name="T31" fmla="*/ 26 h 49"/>
                      <a:gd name="T32" fmla="*/ 36 w 57"/>
                      <a:gd name="T33" fmla="*/ 31 h 49"/>
                      <a:gd name="T34" fmla="*/ 44 w 57"/>
                      <a:gd name="T35" fmla="*/ 37 h 49"/>
                      <a:gd name="T36" fmla="*/ 56 w 57"/>
                      <a:gd name="T37" fmla="*/ 43 h 49"/>
                      <a:gd name="T38" fmla="*/ 56 w 57"/>
                      <a:gd name="T39" fmla="*/ 48 h 49"/>
                      <a:gd name="T40" fmla="*/ 51 w 57"/>
                      <a:gd name="T41" fmla="*/ 45 h 49"/>
                      <a:gd name="T42" fmla="*/ 44 w 57"/>
                      <a:gd name="T43" fmla="*/ 42 h 49"/>
                      <a:gd name="T44" fmla="*/ 35 w 57"/>
                      <a:gd name="T45" fmla="*/ 37 h 49"/>
                      <a:gd name="T46" fmla="*/ 28 w 57"/>
                      <a:gd name="T47" fmla="*/ 31 h 49"/>
                      <a:gd name="T48" fmla="*/ 21 w 57"/>
                      <a:gd name="T49" fmla="*/ 26 h 49"/>
                      <a:gd name="T50" fmla="*/ 15 w 57"/>
                      <a:gd name="T51" fmla="*/ 21 h 49"/>
                      <a:gd name="T52" fmla="*/ 9 w 57"/>
                      <a:gd name="T53" fmla="*/ 16 h 49"/>
                      <a:gd name="T54" fmla="*/ 3 w 57"/>
                      <a:gd name="T55" fmla="*/ 12 h 49"/>
                      <a:gd name="T56" fmla="*/ 0 w 57"/>
                      <a:gd name="T57" fmla="*/ 7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7" h="49">
                        <a:moveTo>
                          <a:pt x="0" y="7"/>
                        </a:moveTo>
                        <a:lnTo>
                          <a:pt x="0" y="4"/>
                        </a:lnTo>
                        <a:lnTo>
                          <a:pt x="0" y="2"/>
                        </a:lnTo>
                        <a:lnTo>
                          <a:pt x="2" y="0"/>
                        </a:lnTo>
                        <a:lnTo>
                          <a:pt x="6" y="3"/>
                        </a:lnTo>
                        <a:lnTo>
                          <a:pt x="12" y="6"/>
                        </a:lnTo>
                        <a:lnTo>
                          <a:pt x="19" y="9"/>
                        </a:lnTo>
                        <a:lnTo>
                          <a:pt x="28" y="11"/>
                        </a:lnTo>
                        <a:lnTo>
                          <a:pt x="42" y="13"/>
                        </a:lnTo>
                        <a:lnTo>
                          <a:pt x="44" y="19"/>
                        </a:lnTo>
                        <a:lnTo>
                          <a:pt x="37" y="17"/>
                        </a:lnTo>
                        <a:lnTo>
                          <a:pt x="31" y="16"/>
                        </a:lnTo>
                        <a:lnTo>
                          <a:pt x="27" y="17"/>
                        </a:lnTo>
                        <a:lnTo>
                          <a:pt x="26" y="19"/>
                        </a:lnTo>
                        <a:lnTo>
                          <a:pt x="28" y="23"/>
                        </a:lnTo>
                        <a:lnTo>
                          <a:pt x="31" y="26"/>
                        </a:lnTo>
                        <a:lnTo>
                          <a:pt x="36" y="31"/>
                        </a:lnTo>
                        <a:lnTo>
                          <a:pt x="44" y="37"/>
                        </a:lnTo>
                        <a:lnTo>
                          <a:pt x="56" y="43"/>
                        </a:lnTo>
                        <a:lnTo>
                          <a:pt x="56" y="48"/>
                        </a:lnTo>
                        <a:lnTo>
                          <a:pt x="51" y="45"/>
                        </a:lnTo>
                        <a:lnTo>
                          <a:pt x="44" y="42"/>
                        </a:lnTo>
                        <a:lnTo>
                          <a:pt x="35" y="37"/>
                        </a:lnTo>
                        <a:lnTo>
                          <a:pt x="28" y="31"/>
                        </a:lnTo>
                        <a:lnTo>
                          <a:pt x="21" y="26"/>
                        </a:lnTo>
                        <a:lnTo>
                          <a:pt x="15" y="21"/>
                        </a:lnTo>
                        <a:lnTo>
                          <a:pt x="9" y="16"/>
                        </a:lnTo>
                        <a:lnTo>
                          <a:pt x="3" y="12"/>
                        </a:lnTo>
                        <a:lnTo>
                          <a:pt x="0" y="7"/>
                        </a:lnTo>
                      </a:path>
                    </a:pathLst>
                  </a:custGeom>
                  <a:solidFill>
                    <a:srgbClr val="FFA04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9475" name="Freeform 35">
                    <a:extLst>
                      <a:ext uri="{FF2B5EF4-FFF2-40B4-BE49-F238E27FC236}">
                        <a16:creationId xmlns:a16="http://schemas.microsoft.com/office/drawing/2014/main" id="{9EA5A3CB-E992-4744-A28F-2B8DC2D700C9}"/>
                      </a:ext>
                    </a:extLst>
                  </p:cNvPr>
                  <p:cNvSpPr>
                    <a:spLocks/>
                  </p:cNvSpPr>
                  <p:nvPr/>
                </p:nvSpPr>
                <p:spPr bwMode="auto">
                  <a:xfrm>
                    <a:off x="5133" y="1794"/>
                    <a:ext cx="24" cy="18"/>
                  </a:xfrm>
                  <a:custGeom>
                    <a:avLst/>
                    <a:gdLst>
                      <a:gd name="T0" fmla="*/ 0 w 24"/>
                      <a:gd name="T1" fmla="*/ 0 h 18"/>
                      <a:gd name="T2" fmla="*/ 2 w 24"/>
                      <a:gd name="T3" fmla="*/ 2 h 18"/>
                      <a:gd name="T4" fmla="*/ 6 w 24"/>
                      <a:gd name="T5" fmla="*/ 5 h 18"/>
                      <a:gd name="T6" fmla="*/ 11 w 24"/>
                      <a:gd name="T7" fmla="*/ 7 h 18"/>
                      <a:gd name="T8" fmla="*/ 15 w 24"/>
                      <a:gd name="T9" fmla="*/ 11 h 18"/>
                      <a:gd name="T10" fmla="*/ 20 w 24"/>
                      <a:gd name="T11" fmla="*/ 13 h 18"/>
                      <a:gd name="T12" fmla="*/ 23 w 24"/>
                      <a:gd name="T13" fmla="*/ 15 h 18"/>
                      <a:gd name="T14" fmla="*/ 17 w 24"/>
                      <a:gd name="T15" fmla="*/ 17 h 18"/>
                      <a:gd name="T16" fmla="*/ 11 w 24"/>
                      <a:gd name="T17" fmla="*/ 15 h 18"/>
                      <a:gd name="T18" fmla="*/ 4 w 24"/>
                      <a:gd name="T19" fmla="*/ 13 h 18"/>
                      <a:gd name="T20" fmla="*/ 0 w 24"/>
                      <a:gd name="T21" fmla="*/ 10 h 18"/>
                      <a:gd name="T22" fmla="*/ 0 w 24"/>
                      <a:gd name="T23" fmla="*/ 7 h 18"/>
                      <a:gd name="T24" fmla="*/ 0 w 24"/>
                      <a:gd name="T25" fmla="*/ 3 h 18"/>
                      <a:gd name="T26" fmla="*/ 0 w 24"/>
                      <a:gd name="T27"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4" h="18">
                        <a:moveTo>
                          <a:pt x="0" y="0"/>
                        </a:moveTo>
                        <a:lnTo>
                          <a:pt x="2" y="2"/>
                        </a:lnTo>
                        <a:lnTo>
                          <a:pt x="6" y="5"/>
                        </a:lnTo>
                        <a:lnTo>
                          <a:pt x="11" y="7"/>
                        </a:lnTo>
                        <a:lnTo>
                          <a:pt x="15" y="11"/>
                        </a:lnTo>
                        <a:lnTo>
                          <a:pt x="20" y="13"/>
                        </a:lnTo>
                        <a:lnTo>
                          <a:pt x="23" y="15"/>
                        </a:lnTo>
                        <a:lnTo>
                          <a:pt x="17" y="17"/>
                        </a:lnTo>
                        <a:lnTo>
                          <a:pt x="11" y="15"/>
                        </a:lnTo>
                        <a:lnTo>
                          <a:pt x="4" y="13"/>
                        </a:lnTo>
                        <a:lnTo>
                          <a:pt x="0" y="10"/>
                        </a:lnTo>
                        <a:lnTo>
                          <a:pt x="0" y="7"/>
                        </a:lnTo>
                        <a:lnTo>
                          <a:pt x="0" y="3"/>
                        </a:lnTo>
                        <a:lnTo>
                          <a:pt x="0" y="0"/>
                        </a:lnTo>
                      </a:path>
                    </a:pathLst>
                  </a:custGeom>
                  <a:solidFill>
                    <a:srgbClr val="FFA04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9476" name="Freeform 36">
                    <a:extLst>
                      <a:ext uri="{FF2B5EF4-FFF2-40B4-BE49-F238E27FC236}">
                        <a16:creationId xmlns:a16="http://schemas.microsoft.com/office/drawing/2014/main" id="{BC08A24F-BFE9-42C6-BABA-C74C91EE2F7F}"/>
                      </a:ext>
                    </a:extLst>
                  </p:cNvPr>
                  <p:cNvSpPr>
                    <a:spLocks/>
                  </p:cNvSpPr>
                  <p:nvPr/>
                </p:nvSpPr>
                <p:spPr bwMode="auto">
                  <a:xfrm>
                    <a:off x="5175" y="1790"/>
                    <a:ext cx="198" cy="145"/>
                  </a:xfrm>
                  <a:custGeom>
                    <a:avLst/>
                    <a:gdLst>
                      <a:gd name="T0" fmla="*/ 93 w 198"/>
                      <a:gd name="T1" fmla="*/ 33 h 145"/>
                      <a:gd name="T2" fmla="*/ 78 w 198"/>
                      <a:gd name="T3" fmla="*/ 37 h 145"/>
                      <a:gd name="T4" fmla="*/ 47 w 198"/>
                      <a:gd name="T5" fmla="*/ 41 h 145"/>
                      <a:gd name="T6" fmla="*/ 0 w 198"/>
                      <a:gd name="T7" fmla="*/ 43 h 145"/>
                      <a:gd name="T8" fmla="*/ 55 w 198"/>
                      <a:gd name="T9" fmla="*/ 50 h 145"/>
                      <a:gd name="T10" fmla="*/ 116 w 198"/>
                      <a:gd name="T11" fmla="*/ 47 h 145"/>
                      <a:gd name="T12" fmla="*/ 160 w 198"/>
                      <a:gd name="T13" fmla="*/ 37 h 145"/>
                      <a:gd name="T14" fmla="*/ 174 w 198"/>
                      <a:gd name="T15" fmla="*/ 35 h 145"/>
                      <a:gd name="T16" fmla="*/ 168 w 198"/>
                      <a:gd name="T17" fmla="*/ 43 h 145"/>
                      <a:gd name="T18" fmla="*/ 137 w 198"/>
                      <a:gd name="T19" fmla="*/ 55 h 145"/>
                      <a:gd name="T20" fmla="*/ 81 w 198"/>
                      <a:gd name="T21" fmla="*/ 64 h 145"/>
                      <a:gd name="T22" fmla="*/ 47 w 198"/>
                      <a:gd name="T23" fmla="*/ 73 h 145"/>
                      <a:gd name="T24" fmla="*/ 110 w 198"/>
                      <a:gd name="T25" fmla="*/ 72 h 145"/>
                      <a:gd name="T26" fmla="*/ 152 w 198"/>
                      <a:gd name="T27" fmla="*/ 64 h 145"/>
                      <a:gd name="T28" fmla="*/ 177 w 198"/>
                      <a:gd name="T29" fmla="*/ 57 h 145"/>
                      <a:gd name="T30" fmla="*/ 177 w 198"/>
                      <a:gd name="T31" fmla="*/ 62 h 145"/>
                      <a:gd name="T32" fmla="*/ 156 w 198"/>
                      <a:gd name="T33" fmla="*/ 73 h 145"/>
                      <a:gd name="T34" fmla="*/ 118 w 198"/>
                      <a:gd name="T35" fmla="*/ 85 h 145"/>
                      <a:gd name="T36" fmla="*/ 64 w 198"/>
                      <a:gd name="T37" fmla="*/ 92 h 145"/>
                      <a:gd name="T38" fmla="*/ 82 w 198"/>
                      <a:gd name="T39" fmla="*/ 97 h 145"/>
                      <a:gd name="T40" fmla="*/ 129 w 198"/>
                      <a:gd name="T41" fmla="*/ 95 h 145"/>
                      <a:gd name="T42" fmla="*/ 169 w 198"/>
                      <a:gd name="T43" fmla="*/ 86 h 145"/>
                      <a:gd name="T44" fmla="*/ 172 w 198"/>
                      <a:gd name="T45" fmla="*/ 89 h 145"/>
                      <a:gd name="T46" fmla="*/ 161 w 198"/>
                      <a:gd name="T47" fmla="*/ 98 h 145"/>
                      <a:gd name="T48" fmla="*/ 131 w 198"/>
                      <a:gd name="T49" fmla="*/ 108 h 145"/>
                      <a:gd name="T50" fmla="*/ 97 w 198"/>
                      <a:gd name="T51" fmla="*/ 113 h 145"/>
                      <a:gd name="T52" fmla="*/ 44 w 198"/>
                      <a:gd name="T53" fmla="*/ 113 h 145"/>
                      <a:gd name="T54" fmla="*/ 81 w 198"/>
                      <a:gd name="T55" fmla="*/ 120 h 145"/>
                      <a:gd name="T56" fmla="*/ 114 w 198"/>
                      <a:gd name="T57" fmla="*/ 121 h 145"/>
                      <a:gd name="T58" fmla="*/ 145 w 198"/>
                      <a:gd name="T59" fmla="*/ 117 h 145"/>
                      <a:gd name="T60" fmla="*/ 158 w 198"/>
                      <a:gd name="T61" fmla="*/ 117 h 145"/>
                      <a:gd name="T62" fmla="*/ 150 w 198"/>
                      <a:gd name="T63" fmla="*/ 124 h 145"/>
                      <a:gd name="T64" fmla="*/ 133 w 198"/>
                      <a:gd name="T65" fmla="*/ 129 h 145"/>
                      <a:gd name="T66" fmla="*/ 68 w 198"/>
                      <a:gd name="T67" fmla="*/ 135 h 145"/>
                      <a:gd name="T68" fmla="*/ 122 w 198"/>
                      <a:gd name="T69" fmla="*/ 138 h 145"/>
                      <a:gd name="T70" fmla="*/ 125 w 198"/>
                      <a:gd name="T71" fmla="*/ 143 h 145"/>
                      <a:gd name="T72" fmla="*/ 145 w 198"/>
                      <a:gd name="T73" fmla="*/ 138 h 145"/>
                      <a:gd name="T74" fmla="*/ 160 w 198"/>
                      <a:gd name="T75" fmla="*/ 129 h 145"/>
                      <a:gd name="T76" fmla="*/ 190 w 198"/>
                      <a:gd name="T77" fmla="*/ 94 h 145"/>
                      <a:gd name="T78" fmla="*/ 192 w 198"/>
                      <a:gd name="T79" fmla="*/ 87 h 145"/>
                      <a:gd name="T80" fmla="*/ 187 w 198"/>
                      <a:gd name="T81" fmla="*/ 80 h 145"/>
                      <a:gd name="T82" fmla="*/ 191 w 198"/>
                      <a:gd name="T83" fmla="*/ 73 h 145"/>
                      <a:gd name="T84" fmla="*/ 197 w 198"/>
                      <a:gd name="T85" fmla="*/ 67 h 145"/>
                      <a:gd name="T86" fmla="*/ 193 w 198"/>
                      <a:gd name="T87" fmla="*/ 59 h 145"/>
                      <a:gd name="T88" fmla="*/ 189 w 198"/>
                      <a:gd name="T89" fmla="*/ 53 h 145"/>
                      <a:gd name="T90" fmla="*/ 194 w 198"/>
                      <a:gd name="T91" fmla="*/ 46 h 145"/>
                      <a:gd name="T92" fmla="*/ 194 w 198"/>
                      <a:gd name="T93" fmla="*/ 37 h 145"/>
                      <a:gd name="T94" fmla="*/ 189 w 198"/>
                      <a:gd name="T95" fmla="*/ 30 h 145"/>
                      <a:gd name="T96" fmla="*/ 193 w 198"/>
                      <a:gd name="T97" fmla="*/ 23 h 145"/>
                      <a:gd name="T98" fmla="*/ 197 w 198"/>
                      <a:gd name="T99" fmla="*/ 16 h 145"/>
                      <a:gd name="T100" fmla="*/ 192 w 198"/>
                      <a:gd name="T101" fmla="*/ 10 h 145"/>
                      <a:gd name="T102" fmla="*/ 170 w 198"/>
                      <a:gd name="T103" fmla="*/ 10 h 145"/>
                      <a:gd name="T104" fmla="*/ 127 w 198"/>
                      <a:gd name="T105" fmla="*/ 22 h 145"/>
                      <a:gd name="T106" fmla="*/ 79 w 198"/>
                      <a:gd name="T107" fmla="*/ 28 h 1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98" h="145">
                        <a:moveTo>
                          <a:pt x="79" y="28"/>
                        </a:moveTo>
                        <a:lnTo>
                          <a:pt x="50" y="29"/>
                        </a:lnTo>
                        <a:lnTo>
                          <a:pt x="93" y="33"/>
                        </a:lnTo>
                        <a:lnTo>
                          <a:pt x="91" y="34"/>
                        </a:lnTo>
                        <a:lnTo>
                          <a:pt x="85" y="36"/>
                        </a:lnTo>
                        <a:lnTo>
                          <a:pt x="78" y="37"/>
                        </a:lnTo>
                        <a:lnTo>
                          <a:pt x="69" y="39"/>
                        </a:lnTo>
                        <a:lnTo>
                          <a:pt x="59" y="41"/>
                        </a:lnTo>
                        <a:lnTo>
                          <a:pt x="47" y="41"/>
                        </a:lnTo>
                        <a:lnTo>
                          <a:pt x="32" y="43"/>
                        </a:lnTo>
                        <a:lnTo>
                          <a:pt x="16" y="43"/>
                        </a:lnTo>
                        <a:lnTo>
                          <a:pt x="0" y="43"/>
                        </a:lnTo>
                        <a:lnTo>
                          <a:pt x="25" y="48"/>
                        </a:lnTo>
                        <a:lnTo>
                          <a:pt x="41" y="50"/>
                        </a:lnTo>
                        <a:lnTo>
                          <a:pt x="55" y="50"/>
                        </a:lnTo>
                        <a:lnTo>
                          <a:pt x="72" y="50"/>
                        </a:lnTo>
                        <a:lnTo>
                          <a:pt x="96" y="49"/>
                        </a:lnTo>
                        <a:lnTo>
                          <a:pt x="116" y="47"/>
                        </a:lnTo>
                        <a:lnTo>
                          <a:pt x="134" y="43"/>
                        </a:lnTo>
                        <a:lnTo>
                          <a:pt x="152" y="39"/>
                        </a:lnTo>
                        <a:lnTo>
                          <a:pt x="160" y="37"/>
                        </a:lnTo>
                        <a:lnTo>
                          <a:pt x="168" y="35"/>
                        </a:lnTo>
                        <a:lnTo>
                          <a:pt x="172" y="34"/>
                        </a:lnTo>
                        <a:lnTo>
                          <a:pt x="174" y="35"/>
                        </a:lnTo>
                        <a:lnTo>
                          <a:pt x="174" y="37"/>
                        </a:lnTo>
                        <a:lnTo>
                          <a:pt x="172" y="40"/>
                        </a:lnTo>
                        <a:lnTo>
                          <a:pt x="168" y="43"/>
                        </a:lnTo>
                        <a:lnTo>
                          <a:pt x="160" y="47"/>
                        </a:lnTo>
                        <a:lnTo>
                          <a:pt x="150" y="50"/>
                        </a:lnTo>
                        <a:lnTo>
                          <a:pt x="137" y="55"/>
                        </a:lnTo>
                        <a:lnTo>
                          <a:pt x="120" y="58"/>
                        </a:lnTo>
                        <a:lnTo>
                          <a:pt x="101" y="62"/>
                        </a:lnTo>
                        <a:lnTo>
                          <a:pt x="81" y="64"/>
                        </a:lnTo>
                        <a:lnTo>
                          <a:pt x="61" y="66"/>
                        </a:lnTo>
                        <a:lnTo>
                          <a:pt x="25" y="69"/>
                        </a:lnTo>
                        <a:lnTo>
                          <a:pt x="47" y="73"/>
                        </a:lnTo>
                        <a:lnTo>
                          <a:pt x="65" y="75"/>
                        </a:lnTo>
                        <a:lnTo>
                          <a:pt x="87" y="74"/>
                        </a:lnTo>
                        <a:lnTo>
                          <a:pt x="110" y="72"/>
                        </a:lnTo>
                        <a:lnTo>
                          <a:pt x="127" y="69"/>
                        </a:lnTo>
                        <a:lnTo>
                          <a:pt x="141" y="66"/>
                        </a:lnTo>
                        <a:lnTo>
                          <a:pt x="152" y="64"/>
                        </a:lnTo>
                        <a:lnTo>
                          <a:pt x="164" y="61"/>
                        </a:lnTo>
                        <a:lnTo>
                          <a:pt x="173" y="58"/>
                        </a:lnTo>
                        <a:lnTo>
                          <a:pt x="177" y="57"/>
                        </a:lnTo>
                        <a:lnTo>
                          <a:pt x="179" y="57"/>
                        </a:lnTo>
                        <a:lnTo>
                          <a:pt x="179" y="59"/>
                        </a:lnTo>
                        <a:lnTo>
                          <a:pt x="177" y="62"/>
                        </a:lnTo>
                        <a:lnTo>
                          <a:pt x="174" y="65"/>
                        </a:lnTo>
                        <a:lnTo>
                          <a:pt x="166" y="70"/>
                        </a:lnTo>
                        <a:lnTo>
                          <a:pt x="156" y="73"/>
                        </a:lnTo>
                        <a:lnTo>
                          <a:pt x="147" y="77"/>
                        </a:lnTo>
                        <a:lnTo>
                          <a:pt x="133" y="81"/>
                        </a:lnTo>
                        <a:lnTo>
                          <a:pt x="118" y="85"/>
                        </a:lnTo>
                        <a:lnTo>
                          <a:pt x="95" y="88"/>
                        </a:lnTo>
                        <a:lnTo>
                          <a:pt x="79" y="91"/>
                        </a:lnTo>
                        <a:lnTo>
                          <a:pt x="64" y="92"/>
                        </a:lnTo>
                        <a:lnTo>
                          <a:pt x="41" y="93"/>
                        </a:lnTo>
                        <a:lnTo>
                          <a:pt x="64" y="96"/>
                        </a:lnTo>
                        <a:lnTo>
                          <a:pt x="82" y="97"/>
                        </a:lnTo>
                        <a:lnTo>
                          <a:pt x="97" y="97"/>
                        </a:lnTo>
                        <a:lnTo>
                          <a:pt x="113" y="97"/>
                        </a:lnTo>
                        <a:lnTo>
                          <a:pt x="129" y="95"/>
                        </a:lnTo>
                        <a:lnTo>
                          <a:pt x="142" y="93"/>
                        </a:lnTo>
                        <a:lnTo>
                          <a:pt x="152" y="90"/>
                        </a:lnTo>
                        <a:lnTo>
                          <a:pt x="169" y="86"/>
                        </a:lnTo>
                        <a:lnTo>
                          <a:pt x="171" y="86"/>
                        </a:lnTo>
                        <a:lnTo>
                          <a:pt x="173" y="86"/>
                        </a:lnTo>
                        <a:lnTo>
                          <a:pt x="172" y="89"/>
                        </a:lnTo>
                        <a:lnTo>
                          <a:pt x="170" y="92"/>
                        </a:lnTo>
                        <a:lnTo>
                          <a:pt x="166" y="95"/>
                        </a:lnTo>
                        <a:lnTo>
                          <a:pt x="161" y="98"/>
                        </a:lnTo>
                        <a:lnTo>
                          <a:pt x="151" y="102"/>
                        </a:lnTo>
                        <a:lnTo>
                          <a:pt x="141" y="106"/>
                        </a:lnTo>
                        <a:lnTo>
                          <a:pt x="131" y="108"/>
                        </a:lnTo>
                        <a:lnTo>
                          <a:pt x="120" y="110"/>
                        </a:lnTo>
                        <a:lnTo>
                          <a:pt x="110" y="112"/>
                        </a:lnTo>
                        <a:lnTo>
                          <a:pt x="97" y="113"/>
                        </a:lnTo>
                        <a:lnTo>
                          <a:pt x="82" y="113"/>
                        </a:lnTo>
                        <a:lnTo>
                          <a:pt x="67" y="113"/>
                        </a:lnTo>
                        <a:lnTo>
                          <a:pt x="44" y="113"/>
                        </a:lnTo>
                        <a:lnTo>
                          <a:pt x="56" y="117"/>
                        </a:lnTo>
                        <a:lnTo>
                          <a:pt x="68" y="119"/>
                        </a:lnTo>
                        <a:lnTo>
                          <a:pt x="81" y="120"/>
                        </a:lnTo>
                        <a:lnTo>
                          <a:pt x="92" y="121"/>
                        </a:lnTo>
                        <a:lnTo>
                          <a:pt x="103" y="121"/>
                        </a:lnTo>
                        <a:lnTo>
                          <a:pt x="114" y="121"/>
                        </a:lnTo>
                        <a:lnTo>
                          <a:pt x="124" y="120"/>
                        </a:lnTo>
                        <a:lnTo>
                          <a:pt x="133" y="119"/>
                        </a:lnTo>
                        <a:lnTo>
                          <a:pt x="145" y="117"/>
                        </a:lnTo>
                        <a:lnTo>
                          <a:pt x="154" y="115"/>
                        </a:lnTo>
                        <a:lnTo>
                          <a:pt x="158" y="115"/>
                        </a:lnTo>
                        <a:lnTo>
                          <a:pt x="158" y="117"/>
                        </a:lnTo>
                        <a:lnTo>
                          <a:pt x="157" y="119"/>
                        </a:lnTo>
                        <a:lnTo>
                          <a:pt x="154" y="122"/>
                        </a:lnTo>
                        <a:lnTo>
                          <a:pt x="150" y="124"/>
                        </a:lnTo>
                        <a:lnTo>
                          <a:pt x="146" y="126"/>
                        </a:lnTo>
                        <a:lnTo>
                          <a:pt x="141" y="128"/>
                        </a:lnTo>
                        <a:lnTo>
                          <a:pt x="133" y="129"/>
                        </a:lnTo>
                        <a:lnTo>
                          <a:pt x="116" y="131"/>
                        </a:lnTo>
                        <a:lnTo>
                          <a:pt x="100" y="133"/>
                        </a:lnTo>
                        <a:lnTo>
                          <a:pt x="68" y="135"/>
                        </a:lnTo>
                        <a:lnTo>
                          <a:pt x="109" y="136"/>
                        </a:lnTo>
                        <a:lnTo>
                          <a:pt x="118" y="136"/>
                        </a:lnTo>
                        <a:lnTo>
                          <a:pt x="122" y="138"/>
                        </a:lnTo>
                        <a:lnTo>
                          <a:pt x="123" y="139"/>
                        </a:lnTo>
                        <a:lnTo>
                          <a:pt x="123" y="142"/>
                        </a:lnTo>
                        <a:lnTo>
                          <a:pt x="125" y="143"/>
                        </a:lnTo>
                        <a:lnTo>
                          <a:pt x="130" y="144"/>
                        </a:lnTo>
                        <a:lnTo>
                          <a:pt x="138" y="141"/>
                        </a:lnTo>
                        <a:lnTo>
                          <a:pt x="145" y="138"/>
                        </a:lnTo>
                        <a:lnTo>
                          <a:pt x="151" y="135"/>
                        </a:lnTo>
                        <a:lnTo>
                          <a:pt x="156" y="133"/>
                        </a:lnTo>
                        <a:lnTo>
                          <a:pt x="160" y="129"/>
                        </a:lnTo>
                        <a:lnTo>
                          <a:pt x="175" y="114"/>
                        </a:lnTo>
                        <a:lnTo>
                          <a:pt x="186" y="101"/>
                        </a:lnTo>
                        <a:lnTo>
                          <a:pt x="190" y="94"/>
                        </a:lnTo>
                        <a:lnTo>
                          <a:pt x="191" y="91"/>
                        </a:lnTo>
                        <a:lnTo>
                          <a:pt x="192" y="89"/>
                        </a:lnTo>
                        <a:lnTo>
                          <a:pt x="192" y="87"/>
                        </a:lnTo>
                        <a:lnTo>
                          <a:pt x="190" y="84"/>
                        </a:lnTo>
                        <a:lnTo>
                          <a:pt x="188" y="83"/>
                        </a:lnTo>
                        <a:lnTo>
                          <a:pt x="187" y="80"/>
                        </a:lnTo>
                        <a:lnTo>
                          <a:pt x="188" y="77"/>
                        </a:lnTo>
                        <a:lnTo>
                          <a:pt x="190" y="76"/>
                        </a:lnTo>
                        <a:lnTo>
                          <a:pt x="191" y="73"/>
                        </a:lnTo>
                        <a:lnTo>
                          <a:pt x="193" y="71"/>
                        </a:lnTo>
                        <a:lnTo>
                          <a:pt x="195" y="69"/>
                        </a:lnTo>
                        <a:lnTo>
                          <a:pt x="197" y="67"/>
                        </a:lnTo>
                        <a:lnTo>
                          <a:pt x="197" y="64"/>
                        </a:lnTo>
                        <a:lnTo>
                          <a:pt x="195" y="62"/>
                        </a:lnTo>
                        <a:lnTo>
                          <a:pt x="193" y="59"/>
                        </a:lnTo>
                        <a:lnTo>
                          <a:pt x="191" y="58"/>
                        </a:lnTo>
                        <a:lnTo>
                          <a:pt x="189" y="55"/>
                        </a:lnTo>
                        <a:lnTo>
                          <a:pt x="189" y="53"/>
                        </a:lnTo>
                        <a:lnTo>
                          <a:pt x="189" y="51"/>
                        </a:lnTo>
                        <a:lnTo>
                          <a:pt x="192" y="48"/>
                        </a:lnTo>
                        <a:lnTo>
                          <a:pt x="194" y="46"/>
                        </a:lnTo>
                        <a:lnTo>
                          <a:pt x="195" y="43"/>
                        </a:lnTo>
                        <a:lnTo>
                          <a:pt x="195" y="40"/>
                        </a:lnTo>
                        <a:lnTo>
                          <a:pt x="194" y="37"/>
                        </a:lnTo>
                        <a:lnTo>
                          <a:pt x="191" y="35"/>
                        </a:lnTo>
                        <a:lnTo>
                          <a:pt x="190" y="33"/>
                        </a:lnTo>
                        <a:lnTo>
                          <a:pt x="189" y="30"/>
                        </a:lnTo>
                        <a:lnTo>
                          <a:pt x="190" y="28"/>
                        </a:lnTo>
                        <a:lnTo>
                          <a:pt x="192" y="25"/>
                        </a:lnTo>
                        <a:lnTo>
                          <a:pt x="193" y="23"/>
                        </a:lnTo>
                        <a:lnTo>
                          <a:pt x="195" y="22"/>
                        </a:lnTo>
                        <a:lnTo>
                          <a:pt x="197" y="19"/>
                        </a:lnTo>
                        <a:lnTo>
                          <a:pt x="197" y="16"/>
                        </a:lnTo>
                        <a:lnTo>
                          <a:pt x="196" y="15"/>
                        </a:lnTo>
                        <a:lnTo>
                          <a:pt x="194" y="12"/>
                        </a:lnTo>
                        <a:lnTo>
                          <a:pt x="192" y="10"/>
                        </a:lnTo>
                        <a:lnTo>
                          <a:pt x="190" y="7"/>
                        </a:lnTo>
                        <a:lnTo>
                          <a:pt x="190" y="0"/>
                        </a:lnTo>
                        <a:lnTo>
                          <a:pt x="170" y="10"/>
                        </a:lnTo>
                        <a:lnTo>
                          <a:pt x="158" y="14"/>
                        </a:lnTo>
                        <a:lnTo>
                          <a:pt x="144" y="18"/>
                        </a:lnTo>
                        <a:lnTo>
                          <a:pt x="127" y="22"/>
                        </a:lnTo>
                        <a:lnTo>
                          <a:pt x="113" y="24"/>
                        </a:lnTo>
                        <a:lnTo>
                          <a:pt x="98" y="26"/>
                        </a:lnTo>
                        <a:lnTo>
                          <a:pt x="79" y="28"/>
                        </a:lnTo>
                      </a:path>
                    </a:pathLst>
                  </a:custGeom>
                  <a:solidFill>
                    <a:srgbClr val="FFA04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nvGrpSpPr>
              <p:cNvPr id="189477" name="Group 37">
                <a:extLst>
                  <a:ext uri="{FF2B5EF4-FFF2-40B4-BE49-F238E27FC236}">
                    <a16:creationId xmlns:a16="http://schemas.microsoft.com/office/drawing/2014/main" id="{AFFCFB47-F555-45B2-A206-F50020A6EA63}"/>
                  </a:ext>
                </a:extLst>
              </p:cNvPr>
              <p:cNvGrpSpPr>
                <a:grpSpLocks/>
              </p:cNvGrpSpPr>
              <p:nvPr/>
            </p:nvGrpSpPr>
            <p:grpSpPr bwMode="auto">
              <a:xfrm>
                <a:off x="5289" y="1813"/>
                <a:ext cx="59" cy="93"/>
                <a:chOff x="5289" y="1813"/>
                <a:chExt cx="59" cy="93"/>
              </a:xfrm>
            </p:grpSpPr>
            <p:sp>
              <p:nvSpPr>
                <p:cNvPr id="189478" name="Freeform 38">
                  <a:extLst>
                    <a:ext uri="{FF2B5EF4-FFF2-40B4-BE49-F238E27FC236}">
                      <a16:creationId xmlns:a16="http://schemas.microsoft.com/office/drawing/2014/main" id="{009D8D0D-4B41-4C8F-AF4E-307146EA515F}"/>
                    </a:ext>
                  </a:extLst>
                </p:cNvPr>
                <p:cNvSpPr>
                  <a:spLocks/>
                </p:cNvSpPr>
                <p:nvPr/>
              </p:nvSpPr>
              <p:spPr bwMode="auto">
                <a:xfrm>
                  <a:off x="5301" y="1837"/>
                  <a:ext cx="46" cy="18"/>
                </a:xfrm>
                <a:custGeom>
                  <a:avLst/>
                  <a:gdLst>
                    <a:gd name="T0" fmla="*/ 45 w 46"/>
                    <a:gd name="T1" fmla="*/ 3 h 18"/>
                    <a:gd name="T2" fmla="*/ 40 w 46"/>
                    <a:gd name="T3" fmla="*/ 0 h 18"/>
                    <a:gd name="T4" fmla="*/ 27 w 46"/>
                    <a:gd name="T5" fmla="*/ 6 h 18"/>
                    <a:gd name="T6" fmla="*/ 13 w 46"/>
                    <a:gd name="T7" fmla="*/ 11 h 18"/>
                    <a:gd name="T8" fmla="*/ 0 w 46"/>
                    <a:gd name="T9" fmla="*/ 14 h 18"/>
                    <a:gd name="T10" fmla="*/ 2 w 46"/>
                    <a:gd name="T11" fmla="*/ 17 h 18"/>
                    <a:gd name="T12" fmla="*/ 11 w 46"/>
                    <a:gd name="T13" fmla="*/ 17 h 18"/>
                    <a:gd name="T14" fmla="*/ 24 w 46"/>
                    <a:gd name="T15" fmla="*/ 15 h 18"/>
                    <a:gd name="T16" fmla="*/ 35 w 46"/>
                    <a:gd name="T17" fmla="*/ 9 h 18"/>
                    <a:gd name="T18" fmla="*/ 45 w 46"/>
                    <a:gd name="T19" fmla="*/ 3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6" h="18">
                      <a:moveTo>
                        <a:pt x="45" y="3"/>
                      </a:moveTo>
                      <a:lnTo>
                        <a:pt x="40" y="0"/>
                      </a:lnTo>
                      <a:lnTo>
                        <a:pt x="27" y="6"/>
                      </a:lnTo>
                      <a:lnTo>
                        <a:pt x="13" y="11"/>
                      </a:lnTo>
                      <a:lnTo>
                        <a:pt x="0" y="14"/>
                      </a:lnTo>
                      <a:lnTo>
                        <a:pt x="2" y="17"/>
                      </a:lnTo>
                      <a:lnTo>
                        <a:pt x="11" y="17"/>
                      </a:lnTo>
                      <a:lnTo>
                        <a:pt x="24" y="15"/>
                      </a:lnTo>
                      <a:lnTo>
                        <a:pt x="35" y="9"/>
                      </a:lnTo>
                      <a:lnTo>
                        <a:pt x="45" y="3"/>
                      </a:lnTo>
                    </a:path>
                  </a:pathLst>
                </a:custGeom>
                <a:solidFill>
                  <a:srgbClr val="FFE0C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9479" name="Freeform 39">
                  <a:extLst>
                    <a:ext uri="{FF2B5EF4-FFF2-40B4-BE49-F238E27FC236}">
                      <a16:creationId xmlns:a16="http://schemas.microsoft.com/office/drawing/2014/main" id="{B0041F70-779E-4BE7-92F4-9F60A78E942B}"/>
                    </a:ext>
                  </a:extLst>
                </p:cNvPr>
                <p:cNvSpPr>
                  <a:spLocks/>
                </p:cNvSpPr>
                <p:nvPr/>
              </p:nvSpPr>
              <p:spPr bwMode="auto">
                <a:xfrm>
                  <a:off x="5308" y="1860"/>
                  <a:ext cx="40" cy="18"/>
                </a:xfrm>
                <a:custGeom>
                  <a:avLst/>
                  <a:gdLst>
                    <a:gd name="T0" fmla="*/ 39 w 40"/>
                    <a:gd name="T1" fmla="*/ 3 h 18"/>
                    <a:gd name="T2" fmla="*/ 37 w 40"/>
                    <a:gd name="T3" fmla="*/ 0 h 18"/>
                    <a:gd name="T4" fmla="*/ 23 w 40"/>
                    <a:gd name="T5" fmla="*/ 7 h 18"/>
                    <a:gd name="T6" fmla="*/ 13 w 40"/>
                    <a:gd name="T7" fmla="*/ 10 h 18"/>
                    <a:gd name="T8" fmla="*/ 0 w 40"/>
                    <a:gd name="T9" fmla="*/ 14 h 18"/>
                    <a:gd name="T10" fmla="*/ 2 w 40"/>
                    <a:gd name="T11" fmla="*/ 17 h 18"/>
                    <a:gd name="T12" fmla="*/ 11 w 40"/>
                    <a:gd name="T13" fmla="*/ 17 h 18"/>
                    <a:gd name="T14" fmla="*/ 20 w 40"/>
                    <a:gd name="T15" fmla="*/ 14 h 18"/>
                    <a:gd name="T16" fmla="*/ 30 w 40"/>
                    <a:gd name="T17" fmla="*/ 9 h 18"/>
                    <a:gd name="T18" fmla="*/ 39 w 40"/>
                    <a:gd name="T19" fmla="*/ 3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0" h="18">
                      <a:moveTo>
                        <a:pt x="39" y="3"/>
                      </a:moveTo>
                      <a:lnTo>
                        <a:pt x="37" y="0"/>
                      </a:lnTo>
                      <a:lnTo>
                        <a:pt x="23" y="7"/>
                      </a:lnTo>
                      <a:lnTo>
                        <a:pt x="13" y="10"/>
                      </a:lnTo>
                      <a:lnTo>
                        <a:pt x="0" y="14"/>
                      </a:lnTo>
                      <a:lnTo>
                        <a:pt x="2" y="17"/>
                      </a:lnTo>
                      <a:lnTo>
                        <a:pt x="11" y="17"/>
                      </a:lnTo>
                      <a:lnTo>
                        <a:pt x="20" y="14"/>
                      </a:lnTo>
                      <a:lnTo>
                        <a:pt x="30" y="9"/>
                      </a:lnTo>
                      <a:lnTo>
                        <a:pt x="39" y="3"/>
                      </a:lnTo>
                    </a:path>
                  </a:pathLst>
                </a:custGeom>
                <a:solidFill>
                  <a:srgbClr val="FFE0C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9480" name="Freeform 40">
                  <a:extLst>
                    <a:ext uri="{FF2B5EF4-FFF2-40B4-BE49-F238E27FC236}">
                      <a16:creationId xmlns:a16="http://schemas.microsoft.com/office/drawing/2014/main" id="{0F91BD46-24B7-4609-9D37-E7DAC8D56A5F}"/>
                    </a:ext>
                  </a:extLst>
                </p:cNvPr>
                <p:cNvSpPr>
                  <a:spLocks/>
                </p:cNvSpPr>
                <p:nvPr/>
              </p:nvSpPr>
              <p:spPr bwMode="auto">
                <a:xfrm>
                  <a:off x="5306" y="1888"/>
                  <a:ext cx="41" cy="18"/>
                </a:xfrm>
                <a:custGeom>
                  <a:avLst/>
                  <a:gdLst>
                    <a:gd name="T0" fmla="*/ 40 w 41"/>
                    <a:gd name="T1" fmla="*/ 2 h 18"/>
                    <a:gd name="T2" fmla="*/ 37 w 41"/>
                    <a:gd name="T3" fmla="*/ 0 h 18"/>
                    <a:gd name="T4" fmla="*/ 24 w 41"/>
                    <a:gd name="T5" fmla="*/ 6 h 18"/>
                    <a:gd name="T6" fmla="*/ 13 w 41"/>
                    <a:gd name="T7" fmla="*/ 10 h 18"/>
                    <a:gd name="T8" fmla="*/ 0 w 41"/>
                    <a:gd name="T9" fmla="*/ 13 h 18"/>
                    <a:gd name="T10" fmla="*/ 2 w 41"/>
                    <a:gd name="T11" fmla="*/ 17 h 18"/>
                    <a:gd name="T12" fmla="*/ 11 w 41"/>
                    <a:gd name="T13" fmla="*/ 16 h 18"/>
                    <a:gd name="T14" fmla="*/ 21 w 41"/>
                    <a:gd name="T15" fmla="*/ 14 h 18"/>
                    <a:gd name="T16" fmla="*/ 32 w 41"/>
                    <a:gd name="T17" fmla="*/ 9 h 18"/>
                    <a:gd name="T18" fmla="*/ 40 w 41"/>
                    <a:gd name="T19" fmla="*/ 2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1" h="18">
                      <a:moveTo>
                        <a:pt x="40" y="2"/>
                      </a:moveTo>
                      <a:lnTo>
                        <a:pt x="37" y="0"/>
                      </a:lnTo>
                      <a:lnTo>
                        <a:pt x="24" y="6"/>
                      </a:lnTo>
                      <a:lnTo>
                        <a:pt x="13" y="10"/>
                      </a:lnTo>
                      <a:lnTo>
                        <a:pt x="0" y="13"/>
                      </a:lnTo>
                      <a:lnTo>
                        <a:pt x="2" y="17"/>
                      </a:lnTo>
                      <a:lnTo>
                        <a:pt x="11" y="16"/>
                      </a:lnTo>
                      <a:lnTo>
                        <a:pt x="21" y="14"/>
                      </a:lnTo>
                      <a:lnTo>
                        <a:pt x="32" y="9"/>
                      </a:lnTo>
                      <a:lnTo>
                        <a:pt x="40" y="2"/>
                      </a:lnTo>
                    </a:path>
                  </a:pathLst>
                </a:custGeom>
                <a:solidFill>
                  <a:srgbClr val="FFE0C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9481" name="Freeform 41">
                  <a:extLst>
                    <a:ext uri="{FF2B5EF4-FFF2-40B4-BE49-F238E27FC236}">
                      <a16:creationId xmlns:a16="http://schemas.microsoft.com/office/drawing/2014/main" id="{603FEB85-481E-4887-A083-FCF918D5A3AB}"/>
                    </a:ext>
                  </a:extLst>
                </p:cNvPr>
                <p:cNvSpPr>
                  <a:spLocks/>
                </p:cNvSpPr>
                <p:nvPr/>
              </p:nvSpPr>
              <p:spPr bwMode="auto">
                <a:xfrm>
                  <a:off x="5289" y="1813"/>
                  <a:ext cx="47" cy="18"/>
                </a:xfrm>
                <a:custGeom>
                  <a:avLst/>
                  <a:gdLst>
                    <a:gd name="T0" fmla="*/ 46 w 47"/>
                    <a:gd name="T1" fmla="*/ 3 h 18"/>
                    <a:gd name="T2" fmla="*/ 41 w 47"/>
                    <a:gd name="T3" fmla="*/ 0 h 18"/>
                    <a:gd name="T4" fmla="*/ 25 w 47"/>
                    <a:gd name="T5" fmla="*/ 6 h 18"/>
                    <a:gd name="T6" fmla="*/ 13 w 47"/>
                    <a:gd name="T7" fmla="*/ 10 h 18"/>
                    <a:gd name="T8" fmla="*/ 0 w 47"/>
                    <a:gd name="T9" fmla="*/ 13 h 18"/>
                    <a:gd name="T10" fmla="*/ 3 w 47"/>
                    <a:gd name="T11" fmla="*/ 17 h 18"/>
                    <a:gd name="T12" fmla="*/ 11 w 47"/>
                    <a:gd name="T13" fmla="*/ 16 h 18"/>
                    <a:gd name="T14" fmla="*/ 21 w 47"/>
                    <a:gd name="T15" fmla="*/ 14 h 18"/>
                    <a:gd name="T16" fmla="*/ 33 w 47"/>
                    <a:gd name="T17" fmla="*/ 9 h 18"/>
                    <a:gd name="T18" fmla="*/ 46 w 47"/>
                    <a:gd name="T19" fmla="*/ 3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7" h="18">
                      <a:moveTo>
                        <a:pt x="46" y="3"/>
                      </a:moveTo>
                      <a:lnTo>
                        <a:pt x="41" y="0"/>
                      </a:lnTo>
                      <a:lnTo>
                        <a:pt x="25" y="6"/>
                      </a:lnTo>
                      <a:lnTo>
                        <a:pt x="13" y="10"/>
                      </a:lnTo>
                      <a:lnTo>
                        <a:pt x="0" y="13"/>
                      </a:lnTo>
                      <a:lnTo>
                        <a:pt x="3" y="17"/>
                      </a:lnTo>
                      <a:lnTo>
                        <a:pt x="11" y="16"/>
                      </a:lnTo>
                      <a:lnTo>
                        <a:pt x="21" y="14"/>
                      </a:lnTo>
                      <a:lnTo>
                        <a:pt x="33" y="9"/>
                      </a:lnTo>
                      <a:lnTo>
                        <a:pt x="46" y="3"/>
                      </a:lnTo>
                    </a:path>
                  </a:pathLst>
                </a:custGeom>
                <a:solidFill>
                  <a:srgbClr val="FFE0C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nvGrpSpPr>
            <p:cNvPr id="189482" name="Group 42">
              <a:extLst>
                <a:ext uri="{FF2B5EF4-FFF2-40B4-BE49-F238E27FC236}">
                  <a16:creationId xmlns:a16="http://schemas.microsoft.com/office/drawing/2014/main" id="{58CB804A-55E6-4630-B766-F83FBD44FBEC}"/>
                </a:ext>
              </a:extLst>
            </p:cNvPr>
            <p:cNvGrpSpPr>
              <a:grpSpLocks/>
            </p:cNvGrpSpPr>
            <p:nvPr/>
          </p:nvGrpSpPr>
          <p:grpSpPr bwMode="auto">
            <a:xfrm>
              <a:off x="4979" y="1203"/>
              <a:ext cx="542" cy="607"/>
              <a:chOff x="4979" y="1203"/>
              <a:chExt cx="542" cy="607"/>
            </a:xfrm>
          </p:grpSpPr>
          <p:sp>
            <p:nvSpPr>
              <p:cNvPr id="189483" name="Freeform 43">
                <a:extLst>
                  <a:ext uri="{FF2B5EF4-FFF2-40B4-BE49-F238E27FC236}">
                    <a16:creationId xmlns:a16="http://schemas.microsoft.com/office/drawing/2014/main" id="{D699B593-DA35-443D-B6AF-F7B5E57AA539}"/>
                  </a:ext>
                </a:extLst>
              </p:cNvPr>
              <p:cNvSpPr>
                <a:spLocks/>
              </p:cNvSpPr>
              <p:nvPr/>
            </p:nvSpPr>
            <p:spPr bwMode="auto">
              <a:xfrm>
                <a:off x="4979" y="1203"/>
                <a:ext cx="542" cy="607"/>
              </a:xfrm>
              <a:custGeom>
                <a:avLst/>
                <a:gdLst>
                  <a:gd name="T0" fmla="*/ 387 w 542"/>
                  <a:gd name="T1" fmla="*/ 584 h 607"/>
                  <a:gd name="T2" fmla="*/ 392 w 542"/>
                  <a:gd name="T3" fmla="*/ 580 h 607"/>
                  <a:gd name="T4" fmla="*/ 394 w 542"/>
                  <a:gd name="T5" fmla="*/ 576 h 607"/>
                  <a:gd name="T6" fmla="*/ 397 w 542"/>
                  <a:gd name="T7" fmla="*/ 562 h 607"/>
                  <a:gd name="T8" fmla="*/ 418 w 542"/>
                  <a:gd name="T9" fmla="*/ 464 h 607"/>
                  <a:gd name="T10" fmla="*/ 434 w 542"/>
                  <a:gd name="T11" fmla="*/ 429 h 607"/>
                  <a:gd name="T12" fmla="*/ 448 w 542"/>
                  <a:gd name="T13" fmla="*/ 405 h 607"/>
                  <a:gd name="T14" fmla="*/ 475 w 542"/>
                  <a:gd name="T15" fmla="*/ 367 h 607"/>
                  <a:gd name="T16" fmla="*/ 503 w 542"/>
                  <a:gd name="T17" fmla="*/ 331 h 607"/>
                  <a:gd name="T18" fmla="*/ 523 w 542"/>
                  <a:gd name="T19" fmla="*/ 297 h 607"/>
                  <a:gd name="T20" fmla="*/ 534 w 542"/>
                  <a:gd name="T21" fmla="*/ 263 h 607"/>
                  <a:gd name="T22" fmla="*/ 541 w 542"/>
                  <a:gd name="T23" fmla="*/ 221 h 607"/>
                  <a:gd name="T24" fmla="*/ 537 w 542"/>
                  <a:gd name="T25" fmla="*/ 181 h 607"/>
                  <a:gd name="T26" fmla="*/ 525 w 542"/>
                  <a:gd name="T27" fmla="*/ 144 h 607"/>
                  <a:gd name="T28" fmla="*/ 506 w 542"/>
                  <a:gd name="T29" fmla="*/ 109 h 607"/>
                  <a:gd name="T30" fmla="*/ 473 w 542"/>
                  <a:gd name="T31" fmla="*/ 73 h 607"/>
                  <a:gd name="T32" fmla="*/ 438 w 542"/>
                  <a:gd name="T33" fmla="*/ 48 h 607"/>
                  <a:gd name="T34" fmla="*/ 394 w 542"/>
                  <a:gd name="T35" fmla="*/ 24 h 607"/>
                  <a:gd name="T36" fmla="*/ 342 w 542"/>
                  <a:gd name="T37" fmla="*/ 8 h 607"/>
                  <a:gd name="T38" fmla="*/ 298 w 542"/>
                  <a:gd name="T39" fmla="*/ 1 h 607"/>
                  <a:gd name="T40" fmla="*/ 250 w 542"/>
                  <a:gd name="T41" fmla="*/ 0 h 607"/>
                  <a:gd name="T42" fmla="*/ 209 w 542"/>
                  <a:gd name="T43" fmla="*/ 5 h 607"/>
                  <a:gd name="T44" fmla="*/ 168 w 542"/>
                  <a:gd name="T45" fmla="*/ 16 h 607"/>
                  <a:gd name="T46" fmla="*/ 133 w 542"/>
                  <a:gd name="T47" fmla="*/ 30 h 607"/>
                  <a:gd name="T48" fmla="*/ 97 w 542"/>
                  <a:gd name="T49" fmla="*/ 50 h 607"/>
                  <a:gd name="T50" fmla="*/ 64 w 542"/>
                  <a:gd name="T51" fmla="*/ 74 h 607"/>
                  <a:gd name="T52" fmla="*/ 37 w 542"/>
                  <a:gd name="T53" fmla="*/ 102 h 607"/>
                  <a:gd name="T54" fmla="*/ 13 w 542"/>
                  <a:gd name="T55" fmla="*/ 142 h 607"/>
                  <a:gd name="T56" fmla="*/ 1 w 542"/>
                  <a:gd name="T57" fmla="*/ 182 h 607"/>
                  <a:gd name="T58" fmla="*/ 0 w 542"/>
                  <a:gd name="T59" fmla="*/ 219 h 607"/>
                  <a:gd name="T60" fmla="*/ 3 w 542"/>
                  <a:gd name="T61" fmla="*/ 258 h 607"/>
                  <a:gd name="T62" fmla="*/ 16 w 542"/>
                  <a:gd name="T63" fmla="*/ 297 h 607"/>
                  <a:gd name="T64" fmla="*/ 38 w 542"/>
                  <a:gd name="T65" fmla="*/ 333 h 607"/>
                  <a:gd name="T66" fmla="*/ 63 w 542"/>
                  <a:gd name="T67" fmla="*/ 368 h 607"/>
                  <a:gd name="T68" fmla="*/ 99 w 542"/>
                  <a:gd name="T69" fmla="*/ 418 h 607"/>
                  <a:gd name="T70" fmla="*/ 114 w 542"/>
                  <a:gd name="T71" fmla="*/ 445 h 607"/>
                  <a:gd name="T72" fmla="*/ 125 w 542"/>
                  <a:gd name="T73" fmla="*/ 477 h 607"/>
                  <a:gd name="T74" fmla="*/ 133 w 542"/>
                  <a:gd name="T75" fmla="*/ 522 h 607"/>
                  <a:gd name="T76" fmla="*/ 140 w 542"/>
                  <a:gd name="T77" fmla="*/ 561 h 607"/>
                  <a:gd name="T78" fmla="*/ 145 w 542"/>
                  <a:gd name="T79" fmla="*/ 576 h 607"/>
                  <a:gd name="T80" fmla="*/ 147 w 542"/>
                  <a:gd name="T81" fmla="*/ 580 h 607"/>
                  <a:gd name="T82" fmla="*/ 154 w 542"/>
                  <a:gd name="T83" fmla="*/ 585 h 607"/>
                  <a:gd name="T84" fmla="*/ 169 w 542"/>
                  <a:gd name="T85" fmla="*/ 593 h 607"/>
                  <a:gd name="T86" fmla="*/ 188 w 542"/>
                  <a:gd name="T87" fmla="*/ 597 h 607"/>
                  <a:gd name="T88" fmla="*/ 208 w 542"/>
                  <a:gd name="T89" fmla="*/ 602 h 607"/>
                  <a:gd name="T90" fmla="*/ 229 w 542"/>
                  <a:gd name="T91" fmla="*/ 604 h 607"/>
                  <a:gd name="T92" fmla="*/ 250 w 542"/>
                  <a:gd name="T93" fmla="*/ 605 h 607"/>
                  <a:gd name="T94" fmla="*/ 269 w 542"/>
                  <a:gd name="T95" fmla="*/ 606 h 607"/>
                  <a:gd name="T96" fmla="*/ 290 w 542"/>
                  <a:gd name="T97" fmla="*/ 605 h 607"/>
                  <a:gd name="T98" fmla="*/ 312 w 542"/>
                  <a:gd name="T99" fmla="*/ 604 h 607"/>
                  <a:gd name="T100" fmla="*/ 332 w 542"/>
                  <a:gd name="T101" fmla="*/ 601 h 607"/>
                  <a:gd name="T102" fmla="*/ 350 w 542"/>
                  <a:gd name="T103" fmla="*/ 598 h 607"/>
                  <a:gd name="T104" fmla="*/ 368 w 542"/>
                  <a:gd name="T105" fmla="*/ 593 h 6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542" h="607">
                    <a:moveTo>
                      <a:pt x="379" y="589"/>
                    </a:moveTo>
                    <a:lnTo>
                      <a:pt x="383" y="587"/>
                    </a:lnTo>
                    <a:lnTo>
                      <a:pt x="387" y="584"/>
                    </a:lnTo>
                    <a:lnTo>
                      <a:pt x="389" y="583"/>
                    </a:lnTo>
                    <a:lnTo>
                      <a:pt x="390" y="581"/>
                    </a:lnTo>
                    <a:lnTo>
                      <a:pt x="392" y="580"/>
                    </a:lnTo>
                    <a:lnTo>
                      <a:pt x="392" y="578"/>
                    </a:lnTo>
                    <a:lnTo>
                      <a:pt x="393" y="577"/>
                    </a:lnTo>
                    <a:lnTo>
                      <a:pt x="394" y="576"/>
                    </a:lnTo>
                    <a:lnTo>
                      <a:pt x="395" y="574"/>
                    </a:lnTo>
                    <a:lnTo>
                      <a:pt x="395" y="571"/>
                    </a:lnTo>
                    <a:lnTo>
                      <a:pt x="397" y="562"/>
                    </a:lnTo>
                    <a:lnTo>
                      <a:pt x="413" y="483"/>
                    </a:lnTo>
                    <a:lnTo>
                      <a:pt x="416" y="472"/>
                    </a:lnTo>
                    <a:lnTo>
                      <a:pt x="418" y="464"/>
                    </a:lnTo>
                    <a:lnTo>
                      <a:pt x="422" y="453"/>
                    </a:lnTo>
                    <a:lnTo>
                      <a:pt x="428" y="440"/>
                    </a:lnTo>
                    <a:lnTo>
                      <a:pt x="434" y="429"/>
                    </a:lnTo>
                    <a:lnTo>
                      <a:pt x="439" y="420"/>
                    </a:lnTo>
                    <a:lnTo>
                      <a:pt x="443" y="412"/>
                    </a:lnTo>
                    <a:lnTo>
                      <a:pt x="448" y="405"/>
                    </a:lnTo>
                    <a:lnTo>
                      <a:pt x="457" y="391"/>
                    </a:lnTo>
                    <a:lnTo>
                      <a:pt x="466" y="379"/>
                    </a:lnTo>
                    <a:lnTo>
                      <a:pt x="475" y="367"/>
                    </a:lnTo>
                    <a:lnTo>
                      <a:pt x="482" y="359"/>
                    </a:lnTo>
                    <a:lnTo>
                      <a:pt x="495" y="342"/>
                    </a:lnTo>
                    <a:lnTo>
                      <a:pt x="503" y="331"/>
                    </a:lnTo>
                    <a:lnTo>
                      <a:pt x="510" y="321"/>
                    </a:lnTo>
                    <a:lnTo>
                      <a:pt x="516" y="310"/>
                    </a:lnTo>
                    <a:lnTo>
                      <a:pt x="523" y="297"/>
                    </a:lnTo>
                    <a:lnTo>
                      <a:pt x="527" y="286"/>
                    </a:lnTo>
                    <a:lnTo>
                      <a:pt x="531" y="274"/>
                    </a:lnTo>
                    <a:lnTo>
                      <a:pt x="534" y="263"/>
                    </a:lnTo>
                    <a:lnTo>
                      <a:pt x="537" y="252"/>
                    </a:lnTo>
                    <a:lnTo>
                      <a:pt x="540" y="237"/>
                    </a:lnTo>
                    <a:lnTo>
                      <a:pt x="541" y="221"/>
                    </a:lnTo>
                    <a:lnTo>
                      <a:pt x="541" y="205"/>
                    </a:lnTo>
                    <a:lnTo>
                      <a:pt x="539" y="193"/>
                    </a:lnTo>
                    <a:lnTo>
                      <a:pt x="537" y="181"/>
                    </a:lnTo>
                    <a:lnTo>
                      <a:pt x="534" y="171"/>
                    </a:lnTo>
                    <a:lnTo>
                      <a:pt x="530" y="157"/>
                    </a:lnTo>
                    <a:lnTo>
                      <a:pt x="525" y="144"/>
                    </a:lnTo>
                    <a:lnTo>
                      <a:pt x="519" y="131"/>
                    </a:lnTo>
                    <a:lnTo>
                      <a:pt x="513" y="120"/>
                    </a:lnTo>
                    <a:lnTo>
                      <a:pt x="506" y="109"/>
                    </a:lnTo>
                    <a:lnTo>
                      <a:pt x="495" y="96"/>
                    </a:lnTo>
                    <a:lnTo>
                      <a:pt x="484" y="83"/>
                    </a:lnTo>
                    <a:lnTo>
                      <a:pt x="473" y="73"/>
                    </a:lnTo>
                    <a:lnTo>
                      <a:pt x="462" y="64"/>
                    </a:lnTo>
                    <a:lnTo>
                      <a:pt x="451" y="56"/>
                    </a:lnTo>
                    <a:lnTo>
                      <a:pt x="438" y="48"/>
                    </a:lnTo>
                    <a:lnTo>
                      <a:pt x="426" y="40"/>
                    </a:lnTo>
                    <a:lnTo>
                      <a:pt x="411" y="33"/>
                    </a:lnTo>
                    <a:lnTo>
                      <a:pt x="394" y="24"/>
                    </a:lnTo>
                    <a:lnTo>
                      <a:pt x="378" y="18"/>
                    </a:lnTo>
                    <a:lnTo>
                      <a:pt x="359" y="12"/>
                    </a:lnTo>
                    <a:lnTo>
                      <a:pt x="342" y="8"/>
                    </a:lnTo>
                    <a:lnTo>
                      <a:pt x="328" y="5"/>
                    </a:lnTo>
                    <a:lnTo>
                      <a:pt x="312" y="2"/>
                    </a:lnTo>
                    <a:lnTo>
                      <a:pt x="298" y="1"/>
                    </a:lnTo>
                    <a:lnTo>
                      <a:pt x="282" y="0"/>
                    </a:lnTo>
                    <a:lnTo>
                      <a:pt x="267" y="0"/>
                    </a:lnTo>
                    <a:lnTo>
                      <a:pt x="250" y="0"/>
                    </a:lnTo>
                    <a:lnTo>
                      <a:pt x="236" y="1"/>
                    </a:lnTo>
                    <a:lnTo>
                      <a:pt x="221" y="3"/>
                    </a:lnTo>
                    <a:lnTo>
                      <a:pt x="209" y="5"/>
                    </a:lnTo>
                    <a:lnTo>
                      <a:pt x="194" y="9"/>
                    </a:lnTo>
                    <a:lnTo>
                      <a:pt x="181" y="12"/>
                    </a:lnTo>
                    <a:lnTo>
                      <a:pt x="168" y="16"/>
                    </a:lnTo>
                    <a:lnTo>
                      <a:pt x="156" y="20"/>
                    </a:lnTo>
                    <a:lnTo>
                      <a:pt x="145" y="25"/>
                    </a:lnTo>
                    <a:lnTo>
                      <a:pt x="133" y="30"/>
                    </a:lnTo>
                    <a:lnTo>
                      <a:pt x="122" y="36"/>
                    </a:lnTo>
                    <a:lnTo>
                      <a:pt x="108" y="43"/>
                    </a:lnTo>
                    <a:lnTo>
                      <a:pt x="97" y="50"/>
                    </a:lnTo>
                    <a:lnTo>
                      <a:pt x="87" y="57"/>
                    </a:lnTo>
                    <a:lnTo>
                      <a:pt x="75" y="65"/>
                    </a:lnTo>
                    <a:lnTo>
                      <a:pt x="64" y="74"/>
                    </a:lnTo>
                    <a:lnTo>
                      <a:pt x="54" y="83"/>
                    </a:lnTo>
                    <a:lnTo>
                      <a:pt x="46" y="91"/>
                    </a:lnTo>
                    <a:lnTo>
                      <a:pt x="37" y="102"/>
                    </a:lnTo>
                    <a:lnTo>
                      <a:pt x="28" y="115"/>
                    </a:lnTo>
                    <a:lnTo>
                      <a:pt x="19" y="129"/>
                    </a:lnTo>
                    <a:lnTo>
                      <a:pt x="13" y="142"/>
                    </a:lnTo>
                    <a:lnTo>
                      <a:pt x="9" y="156"/>
                    </a:lnTo>
                    <a:lnTo>
                      <a:pt x="4" y="170"/>
                    </a:lnTo>
                    <a:lnTo>
                      <a:pt x="1" y="182"/>
                    </a:lnTo>
                    <a:lnTo>
                      <a:pt x="0" y="195"/>
                    </a:lnTo>
                    <a:lnTo>
                      <a:pt x="0" y="208"/>
                    </a:lnTo>
                    <a:lnTo>
                      <a:pt x="0" y="219"/>
                    </a:lnTo>
                    <a:lnTo>
                      <a:pt x="0" y="232"/>
                    </a:lnTo>
                    <a:lnTo>
                      <a:pt x="0" y="243"/>
                    </a:lnTo>
                    <a:lnTo>
                      <a:pt x="3" y="258"/>
                    </a:lnTo>
                    <a:lnTo>
                      <a:pt x="6" y="270"/>
                    </a:lnTo>
                    <a:lnTo>
                      <a:pt x="10" y="283"/>
                    </a:lnTo>
                    <a:lnTo>
                      <a:pt x="16" y="297"/>
                    </a:lnTo>
                    <a:lnTo>
                      <a:pt x="22" y="310"/>
                    </a:lnTo>
                    <a:lnTo>
                      <a:pt x="30" y="321"/>
                    </a:lnTo>
                    <a:lnTo>
                      <a:pt x="38" y="333"/>
                    </a:lnTo>
                    <a:lnTo>
                      <a:pt x="47" y="345"/>
                    </a:lnTo>
                    <a:lnTo>
                      <a:pt x="55" y="357"/>
                    </a:lnTo>
                    <a:lnTo>
                      <a:pt x="63" y="368"/>
                    </a:lnTo>
                    <a:lnTo>
                      <a:pt x="72" y="381"/>
                    </a:lnTo>
                    <a:lnTo>
                      <a:pt x="86" y="399"/>
                    </a:lnTo>
                    <a:lnTo>
                      <a:pt x="99" y="418"/>
                    </a:lnTo>
                    <a:lnTo>
                      <a:pt x="106" y="427"/>
                    </a:lnTo>
                    <a:lnTo>
                      <a:pt x="110" y="435"/>
                    </a:lnTo>
                    <a:lnTo>
                      <a:pt x="114" y="445"/>
                    </a:lnTo>
                    <a:lnTo>
                      <a:pt x="118" y="456"/>
                    </a:lnTo>
                    <a:lnTo>
                      <a:pt x="122" y="466"/>
                    </a:lnTo>
                    <a:lnTo>
                      <a:pt x="125" y="477"/>
                    </a:lnTo>
                    <a:lnTo>
                      <a:pt x="127" y="492"/>
                    </a:lnTo>
                    <a:lnTo>
                      <a:pt x="131" y="509"/>
                    </a:lnTo>
                    <a:lnTo>
                      <a:pt x="133" y="522"/>
                    </a:lnTo>
                    <a:lnTo>
                      <a:pt x="136" y="538"/>
                    </a:lnTo>
                    <a:lnTo>
                      <a:pt x="138" y="550"/>
                    </a:lnTo>
                    <a:lnTo>
                      <a:pt x="140" y="561"/>
                    </a:lnTo>
                    <a:lnTo>
                      <a:pt x="143" y="571"/>
                    </a:lnTo>
                    <a:lnTo>
                      <a:pt x="145" y="574"/>
                    </a:lnTo>
                    <a:lnTo>
                      <a:pt x="145" y="576"/>
                    </a:lnTo>
                    <a:lnTo>
                      <a:pt x="145" y="577"/>
                    </a:lnTo>
                    <a:lnTo>
                      <a:pt x="146" y="578"/>
                    </a:lnTo>
                    <a:lnTo>
                      <a:pt x="147" y="580"/>
                    </a:lnTo>
                    <a:lnTo>
                      <a:pt x="149" y="582"/>
                    </a:lnTo>
                    <a:lnTo>
                      <a:pt x="151" y="584"/>
                    </a:lnTo>
                    <a:lnTo>
                      <a:pt x="154" y="585"/>
                    </a:lnTo>
                    <a:lnTo>
                      <a:pt x="158" y="588"/>
                    </a:lnTo>
                    <a:lnTo>
                      <a:pt x="163" y="590"/>
                    </a:lnTo>
                    <a:lnTo>
                      <a:pt x="169" y="593"/>
                    </a:lnTo>
                    <a:lnTo>
                      <a:pt x="175" y="595"/>
                    </a:lnTo>
                    <a:lnTo>
                      <a:pt x="182" y="596"/>
                    </a:lnTo>
                    <a:lnTo>
                      <a:pt x="188" y="597"/>
                    </a:lnTo>
                    <a:lnTo>
                      <a:pt x="193" y="599"/>
                    </a:lnTo>
                    <a:lnTo>
                      <a:pt x="201" y="600"/>
                    </a:lnTo>
                    <a:lnTo>
                      <a:pt x="208" y="602"/>
                    </a:lnTo>
                    <a:lnTo>
                      <a:pt x="214" y="602"/>
                    </a:lnTo>
                    <a:lnTo>
                      <a:pt x="221" y="603"/>
                    </a:lnTo>
                    <a:lnTo>
                      <a:pt x="229" y="604"/>
                    </a:lnTo>
                    <a:lnTo>
                      <a:pt x="236" y="604"/>
                    </a:lnTo>
                    <a:lnTo>
                      <a:pt x="242" y="605"/>
                    </a:lnTo>
                    <a:lnTo>
                      <a:pt x="250" y="605"/>
                    </a:lnTo>
                    <a:lnTo>
                      <a:pt x="256" y="606"/>
                    </a:lnTo>
                    <a:lnTo>
                      <a:pt x="263" y="606"/>
                    </a:lnTo>
                    <a:lnTo>
                      <a:pt x="269" y="606"/>
                    </a:lnTo>
                    <a:lnTo>
                      <a:pt x="276" y="606"/>
                    </a:lnTo>
                    <a:lnTo>
                      <a:pt x="284" y="606"/>
                    </a:lnTo>
                    <a:lnTo>
                      <a:pt x="290" y="605"/>
                    </a:lnTo>
                    <a:lnTo>
                      <a:pt x="296" y="605"/>
                    </a:lnTo>
                    <a:lnTo>
                      <a:pt x="304" y="604"/>
                    </a:lnTo>
                    <a:lnTo>
                      <a:pt x="312" y="604"/>
                    </a:lnTo>
                    <a:lnTo>
                      <a:pt x="318" y="603"/>
                    </a:lnTo>
                    <a:lnTo>
                      <a:pt x="326" y="602"/>
                    </a:lnTo>
                    <a:lnTo>
                      <a:pt x="332" y="601"/>
                    </a:lnTo>
                    <a:lnTo>
                      <a:pt x="338" y="600"/>
                    </a:lnTo>
                    <a:lnTo>
                      <a:pt x="345" y="599"/>
                    </a:lnTo>
                    <a:lnTo>
                      <a:pt x="350" y="598"/>
                    </a:lnTo>
                    <a:lnTo>
                      <a:pt x="357" y="596"/>
                    </a:lnTo>
                    <a:lnTo>
                      <a:pt x="362" y="595"/>
                    </a:lnTo>
                    <a:lnTo>
                      <a:pt x="368" y="593"/>
                    </a:lnTo>
                    <a:lnTo>
                      <a:pt x="374" y="591"/>
                    </a:lnTo>
                    <a:lnTo>
                      <a:pt x="379" y="589"/>
                    </a:lnTo>
                  </a:path>
                </a:pathLst>
              </a:custGeom>
              <a:solidFill>
                <a:schemeClr val="bg2"/>
              </a:solidFill>
              <a:ln w="12700" cap="rnd" cmpd="sng">
                <a:solidFill>
                  <a:srgbClr val="FFFFFF"/>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9484" name="Freeform 44">
                <a:extLst>
                  <a:ext uri="{FF2B5EF4-FFF2-40B4-BE49-F238E27FC236}">
                    <a16:creationId xmlns:a16="http://schemas.microsoft.com/office/drawing/2014/main" id="{AE3686F6-9B68-4658-998E-F503E7B4FA1B}"/>
                  </a:ext>
                </a:extLst>
              </p:cNvPr>
              <p:cNvSpPr>
                <a:spLocks/>
              </p:cNvSpPr>
              <p:nvPr/>
            </p:nvSpPr>
            <p:spPr bwMode="auto">
              <a:xfrm>
                <a:off x="5338" y="1296"/>
                <a:ext cx="91" cy="90"/>
              </a:xfrm>
              <a:custGeom>
                <a:avLst/>
                <a:gdLst>
                  <a:gd name="T0" fmla="*/ 0 w 91"/>
                  <a:gd name="T1" fmla="*/ 0 h 90"/>
                  <a:gd name="T2" fmla="*/ 24 w 91"/>
                  <a:gd name="T3" fmla="*/ 9 h 90"/>
                  <a:gd name="T4" fmla="*/ 45 w 91"/>
                  <a:gd name="T5" fmla="*/ 20 h 90"/>
                  <a:gd name="T6" fmla="*/ 62 w 91"/>
                  <a:gd name="T7" fmla="*/ 30 h 90"/>
                  <a:gd name="T8" fmla="*/ 73 w 91"/>
                  <a:gd name="T9" fmla="*/ 41 h 90"/>
                  <a:gd name="T10" fmla="*/ 81 w 91"/>
                  <a:gd name="T11" fmla="*/ 53 h 90"/>
                  <a:gd name="T12" fmla="*/ 86 w 91"/>
                  <a:gd name="T13" fmla="*/ 63 h 90"/>
                  <a:gd name="T14" fmla="*/ 90 w 91"/>
                  <a:gd name="T15" fmla="*/ 73 h 90"/>
                  <a:gd name="T16" fmla="*/ 58 w 91"/>
                  <a:gd name="T17" fmla="*/ 89 h 90"/>
                  <a:gd name="T18" fmla="*/ 55 w 91"/>
                  <a:gd name="T19" fmla="*/ 74 h 90"/>
                  <a:gd name="T20" fmla="*/ 50 w 91"/>
                  <a:gd name="T21" fmla="*/ 59 h 90"/>
                  <a:gd name="T22" fmla="*/ 42 w 91"/>
                  <a:gd name="T23" fmla="*/ 43 h 90"/>
                  <a:gd name="T24" fmla="*/ 33 w 91"/>
                  <a:gd name="T25" fmla="*/ 29 h 90"/>
                  <a:gd name="T26" fmla="*/ 19 w 91"/>
                  <a:gd name="T27" fmla="*/ 16 h 90"/>
                  <a:gd name="T28" fmla="*/ 0 w 91"/>
                  <a:gd name="T29" fmla="*/ 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91" h="90">
                    <a:moveTo>
                      <a:pt x="0" y="0"/>
                    </a:moveTo>
                    <a:lnTo>
                      <a:pt x="24" y="9"/>
                    </a:lnTo>
                    <a:lnTo>
                      <a:pt x="45" y="20"/>
                    </a:lnTo>
                    <a:lnTo>
                      <a:pt x="62" y="30"/>
                    </a:lnTo>
                    <a:lnTo>
                      <a:pt x="73" y="41"/>
                    </a:lnTo>
                    <a:lnTo>
                      <a:pt x="81" y="53"/>
                    </a:lnTo>
                    <a:lnTo>
                      <a:pt x="86" y="63"/>
                    </a:lnTo>
                    <a:lnTo>
                      <a:pt x="90" y="73"/>
                    </a:lnTo>
                    <a:lnTo>
                      <a:pt x="58" y="89"/>
                    </a:lnTo>
                    <a:lnTo>
                      <a:pt x="55" y="74"/>
                    </a:lnTo>
                    <a:lnTo>
                      <a:pt x="50" y="59"/>
                    </a:lnTo>
                    <a:lnTo>
                      <a:pt x="42" y="43"/>
                    </a:lnTo>
                    <a:lnTo>
                      <a:pt x="33" y="29"/>
                    </a:lnTo>
                    <a:lnTo>
                      <a:pt x="19" y="16"/>
                    </a:lnTo>
                    <a:lnTo>
                      <a:pt x="0" y="0"/>
                    </a:lnTo>
                  </a:path>
                </a:pathLst>
              </a:custGeom>
              <a:solidFill>
                <a:srgbClr val="FFFF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nvGrpSpPr>
          <p:cNvPr id="189485" name="Group 45">
            <a:extLst>
              <a:ext uri="{FF2B5EF4-FFF2-40B4-BE49-F238E27FC236}">
                <a16:creationId xmlns:a16="http://schemas.microsoft.com/office/drawing/2014/main" id="{09B0B2AF-7CB4-4613-AF12-A3534B1F3897}"/>
              </a:ext>
            </a:extLst>
          </p:cNvPr>
          <p:cNvGrpSpPr>
            <a:grpSpLocks/>
          </p:cNvGrpSpPr>
          <p:nvPr/>
        </p:nvGrpSpPr>
        <p:grpSpPr bwMode="auto">
          <a:xfrm>
            <a:off x="5878513" y="1697038"/>
            <a:ext cx="439737" cy="682625"/>
            <a:chOff x="4147" y="1248"/>
            <a:chExt cx="277" cy="430"/>
          </a:xfrm>
        </p:grpSpPr>
        <p:grpSp>
          <p:nvGrpSpPr>
            <p:cNvPr id="189486" name="Group 46">
              <a:extLst>
                <a:ext uri="{FF2B5EF4-FFF2-40B4-BE49-F238E27FC236}">
                  <a16:creationId xmlns:a16="http://schemas.microsoft.com/office/drawing/2014/main" id="{5F08D288-501E-4E0C-A889-E8BF60FA03DF}"/>
                </a:ext>
              </a:extLst>
            </p:cNvPr>
            <p:cNvGrpSpPr>
              <a:grpSpLocks/>
            </p:cNvGrpSpPr>
            <p:nvPr/>
          </p:nvGrpSpPr>
          <p:grpSpPr bwMode="auto">
            <a:xfrm>
              <a:off x="4222" y="1579"/>
              <a:ext cx="126" cy="99"/>
              <a:chOff x="3795" y="1792"/>
              <a:chExt cx="224" cy="177"/>
            </a:xfrm>
          </p:grpSpPr>
          <p:grpSp>
            <p:nvGrpSpPr>
              <p:cNvPr id="189487" name="Group 47">
                <a:extLst>
                  <a:ext uri="{FF2B5EF4-FFF2-40B4-BE49-F238E27FC236}">
                    <a16:creationId xmlns:a16="http://schemas.microsoft.com/office/drawing/2014/main" id="{26EB7003-A96C-4D31-88A8-1AF80D315A0F}"/>
                  </a:ext>
                </a:extLst>
              </p:cNvPr>
              <p:cNvGrpSpPr>
                <a:grpSpLocks/>
              </p:cNvGrpSpPr>
              <p:nvPr/>
            </p:nvGrpSpPr>
            <p:grpSpPr bwMode="auto">
              <a:xfrm>
                <a:off x="3795" y="1792"/>
                <a:ext cx="224" cy="177"/>
                <a:chOff x="3795" y="1792"/>
                <a:chExt cx="224" cy="177"/>
              </a:xfrm>
            </p:grpSpPr>
            <p:grpSp>
              <p:nvGrpSpPr>
                <p:cNvPr id="189488" name="Group 48">
                  <a:extLst>
                    <a:ext uri="{FF2B5EF4-FFF2-40B4-BE49-F238E27FC236}">
                      <a16:creationId xmlns:a16="http://schemas.microsoft.com/office/drawing/2014/main" id="{328AC212-4454-466D-9FBD-8CE71B95A224}"/>
                    </a:ext>
                  </a:extLst>
                </p:cNvPr>
                <p:cNvGrpSpPr>
                  <a:grpSpLocks/>
                </p:cNvGrpSpPr>
                <p:nvPr/>
              </p:nvGrpSpPr>
              <p:grpSpPr bwMode="auto">
                <a:xfrm>
                  <a:off x="3851" y="1927"/>
                  <a:ext cx="123" cy="42"/>
                  <a:chOff x="3851" y="1927"/>
                  <a:chExt cx="123" cy="42"/>
                </a:xfrm>
              </p:grpSpPr>
              <p:sp>
                <p:nvSpPr>
                  <p:cNvPr id="189489" name="Freeform 49">
                    <a:extLst>
                      <a:ext uri="{FF2B5EF4-FFF2-40B4-BE49-F238E27FC236}">
                        <a16:creationId xmlns:a16="http://schemas.microsoft.com/office/drawing/2014/main" id="{AF49B539-0DE7-4F6A-9877-1AAD8206DBF2}"/>
                      </a:ext>
                    </a:extLst>
                  </p:cNvPr>
                  <p:cNvSpPr>
                    <a:spLocks/>
                  </p:cNvSpPr>
                  <p:nvPr/>
                </p:nvSpPr>
                <p:spPr bwMode="auto">
                  <a:xfrm>
                    <a:off x="3851" y="1927"/>
                    <a:ext cx="123" cy="42"/>
                  </a:xfrm>
                  <a:custGeom>
                    <a:avLst/>
                    <a:gdLst>
                      <a:gd name="T0" fmla="*/ 0 w 123"/>
                      <a:gd name="T1" fmla="*/ 0 h 42"/>
                      <a:gd name="T2" fmla="*/ 24 w 123"/>
                      <a:gd name="T3" fmla="*/ 32 h 42"/>
                      <a:gd name="T4" fmla="*/ 26 w 123"/>
                      <a:gd name="T5" fmla="*/ 34 h 42"/>
                      <a:gd name="T6" fmla="*/ 29 w 123"/>
                      <a:gd name="T7" fmla="*/ 35 h 42"/>
                      <a:gd name="T8" fmla="*/ 33 w 123"/>
                      <a:gd name="T9" fmla="*/ 37 h 42"/>
                      <a:gd name="T10" fmla="*/ 37 w 123"/>
                      <a:gd name="T11" fmla="*/ 38 h 42"/>
                      <a:gd name="T12" fmla="*/ 42 w 123"/>
                      <a:gd name="T13" fmla="*/ 39 h 42"/>
                      <a:gd name="T14" fmla="*/ 46 w 123"/>
                      <a:gd name="T15" fmla="*/ 39 h 42"/>
                      <a:gd name="T16" fmla="*/ 50 w 123"/>
                      <a:gd name="T17" fmla="*/ 40 h 42"/>
                      <a:gd name="T18" fmla="*/ 54 w 123"/>
                      <a:gd name="T19" fmla="*/ 40 h 42"/>
                      <a:gd name="T20" fmla="*/ 59 w 123"/>
                      <a:gd name="T21" fmla="*/ 41 h 42"/>
                      <a:gd name="T22" fmla="*/ 62 w 123"/>
                      <a:gd name="T23" fmla="*/ 41 h 42"/>
                      <a:gd name="T24" fmla="*/ 68 w 123"/>
                      <a:gd name="T25" fmla="*/ 40 h 42"/>
                      <a:gd name="T26" fmla="*/ 72 w 123"/>
                      <a:gd name="T27" fmla="*/ 40 h 42"/>
                      <a:gd name="T28" fmla="*/ 77 w 123"/>
                      <a:gd name="T29" fmla="*/ 39 h 42"/>
                      <a:gd name="T30" fmla="*/ 81 w 123"/>
                      <a:gd name="T31" fmla="*/ 39 h 42"/>
                      <a:gd name="T32" fmla="*/ 85 w 123"/>
                      <a:gd name="T33" fmla="*/ 38 h 42"/>
                      <a:gd name="T34" fmla="*/ 89 w 123"/>
                      <a:gd name="T35" fmla="*/ 37 h 42"/>
                      <a:gd name="T36" fmla="*/ 93 w 123"/>
                      <a:gd name="T37" fmla="*/ 35 h 42"/>
                      <a:gd name="T38" fmla="*/ 95 w 123"/>
                      <a:gd name="T39" fmla="*/ 34 h 42"/>
                      <a:gd name="T40" fmla="*/ 97 w 123"/>
                      <a:gd name="T41" fmla="*/ 33 h 42"/>
                      <a:gd name="T42" fmla="*/ 99 w 123"/>
                      <a:gd name="T43" fmla="*/ 31 h 42"/>
                      <a:gd name="T44" fmla="*/ 122 w 123"/>
                      <a:gd name="T45" fmla="*/ 0 h 42"/>
                      <a:gd name="T46" fmla="*/ 0 w 123"/>
                      <a:gd name="T47" fmla="*/ 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3" h="42">
                        <a:moveTo>
                          <a:pt x="0" y="0"/>
                        </a:moveTo>
                        <a:lnTo>
                          <a:pt x="24" y="32"/>
                        </a:lnTo>
                        <a:lnTo>
                          <a:pt x="26" y="34"/>
                        </a:lnTo>
                        <a:lnTo>
                          <a:pt x="29" y="35"/>
                        </a:lnTo>
                        <a:lnTo>
                          <a:pt x="33" y="37"/>
                        </a:lnTo>
                        <a:lnTo>
                          <a:pt x="37" y="38"/>
                        </a:lnTo>
                        <a:lnTo>
                          <a:pt x="42" y="39"/>
                        </a:lnTo>
                        <a:lnTo>
                          <a:pt x="46" y="39"/>
                        </a:lnTo>
                        <a:lnTo>
                          <a:pt x="50" y="40"/>
                        </a:lnTo>
                        <a:lnTo>
                          <a:pt x="54" y="40"/>
                        </a:lnTo>
                        <a:lnTo>
                          <a:pt x="59" y="41"/>
                        </a:lnTo>
                        <a:lnTo>
                          <a:pt x="62" y="41"/>
                        </a:lnTo>
                        <a:lnTo>
                          <a:pt x="68" y="40"/>
                        </a:lnTo>
                        <a:lnTo>
                          <a:pt x="72" y="40"/>
                        </a:lnTo>
                        <a:lnTo>
                          <a:pt x="77" y="39"/>
                        </a:lnTo>
                        <a:lnTo>
                          <a:pt x="81" y="39"/>
                        </a:lnTo>
                        <a:lnTo>
                          <a:pt x="85" y="38"/>
                        </a:lnTo>
                        <a:lnTo>
                          <a:pt x="89" y="37"/>
                        </a:lnTo>
                        <a:lnTo>
                          <a:pt x="93" y="35"/>
                        </a:lnTo>
                        <a:lnTo>
                          <a:pt x="95" y="34"/>
                        </a:lnTo>
                        <a:lnTo>
                          <a:pt x="97" y="33"/>
                        </a:lnTo>
                        <a:lnTo>
                          <a:pt x="99" y="31"/>
                        </a:lnTo>
                        <a:lnTo>
                          <a:pt x="122" y="0"/>
                        </a:lnTo>
                        <a:lnTo>
                          <a:pt x="0" y="0"/>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9490" name="Freeform 50">
                    <a:extLst>
                      <a:ext uri="{FF2B5EF4-FFF2-40B4-BE49-F238E27FC236}">
                        <a16:creationId xmlns:a16="http://schemas.microsoft.com/office/drawing/2014/main" id="{615410AF-3733-44D1-B2AB-D353C16BFE7F}"/>
                      </a:ext>
                    </a:extLst>
                  </p:cNvPr>
                  <p:cNvSpPr>
                    <a:spLocks/>
                  </p:cNvSpPr>
                  <p:nvPr/>
                </p:nvSpPr>
                <p:spPr bwMode="auto">
                  <a:xfrm>
                    <a:off x="3870" y="1927"/>
                    <a:ext cx="56" cy="42"/>
                  </a:xfrm>
                  <a:custGeom>
                    <a:avLst/>
                    <a:gdLst>
                      <a:gd name="T0" fmla="*/ 0 w 56"/>
                      <a:gd name="T1" fmla="*/ 0 h 42"/>
                      <a:gd name="T2" fmla="*/ 15 w 56"/>
                      <a:gd name="T3" fmla="*/ 37 h 42"/>
                      <a:gd name="T4" fmla="*/ 18 w 56"/>
                      <a:gd name="T5" fmla="*/ 38 h 42"/>
                      <a:gd name="T6" fmla="*/ 23 w 56"/>
                      <a:gd name="T7" fmla="*/ 39 h 42"/>
                      <a:gd name="T8" fmla="*/ 27 w 56"/>
                      <a:gd name="T9" fmla="*/ 39 h 42"/>
                      <a:gd name="T10" fmla="*/ 31 w 56"/>
                      <a:gd name="T11" fmla="*/ 40 h 42"/>
                      <a:gd name="T12" fmla="*/ 35 w 56"/>
                      <a:gd name="T13" fmla="*/ 40 h 42"/>
                      <a:gd name="T14" fmla="*/ 40 w 56"/>
                      <a:gd name="T15" fmla="*/ 41 h 42"/>
                      <a:gd name="T16" fmla="*/ 44 w 56"/>
                      <a:gd name="T17" fmla="*/ 41 h 42"/>
                      <a:gd name="T18" fmla="*/ 49 w 56"/>
                      <a:gd name="T19" fmla="*/ 40 h 42"/>
                      <a:gd name="T20" fmla="*/ 55 w 56"/>
                      <a:gd name="T21" fmla="*/ 0 h 42"/>
                      <a:gd name="T22" fmla="*/ 0 w 56"/>
                      <a:gd name="T23" fmla="*/ 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56" h="42">
                        <a:moveTo>
                          <a:pt x="0" y="0"/>
                        </a:moveTo>
                        <a:lnTo>
                          <a:pt x="15" y="37"/>
                        </a:lnTo>
                        <a:lnTo>
                          <a:pt x="18" y="38"/>
                        </a:lnTo>
                        <a:lnTo>
                          <a:pt x="23" y="39"/>
                        </a:lnTo>
                        <a:lnTo>
                          <a:pt x="27" y="39"/>
                        </a:lnTo>
                        <a:lnTo>
                          <a:pt x="31" y="40"/>
                        </a:lnTo>
                        <a:lnTo>
                          <a:pt x="35" y="40"/>
                        </a:lnTo>
                        <a:lnTo>
                          <a:pt x="40" y="41"/>
                        </a:lnTo>
                        <a:lnTo>
                          <a:pt x="44" y="41"/>
                        </a:lnTo>
                        <a:lnTo>
                          <a:pt x="49" y="40"/>
                        </a:lnTo>
                        <a:lnTo>
                          <a:pt x="55" y="0"/>
                        </a:lnTo>
                        <a:lnTo>
                          <a:pt x="0" y="0"/>
                        </a:lnTo>
                      </a:path>
                    </a:pathLst>
                  </a:custGeom>
                  <a:solidFill>
                    <a:srgbClr val="40404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89491" name="Group 51">
                  <a:extLst>
                    <a:ext uri="{FF2B5EF4-FFF2-40B4-BE49-F238E27FC236}">
                      <a16:creationId xmlns:a16="http://schemas.microsoft.com/office/drawing/2014/main" id="{710E2B86-0490-4467-8E5F-04EFC2B3B2BD}"/>
                    </a:ext>
                  </a:extLst>
                </p:cNvPr>
                <p:cNvGrpSpPr>
                  <a:grpSpLocks/>
                </p:cNvGrpSpPr>
                <p:nvPr/>
              </p:nvGrpSpPr>
              <p:grpSpPr bwMode="auto">
                <a:xfrm>
                  <a:off x="3795" y="1792"/>
                  <a:ext cx="224" cy="148"/>
                  <a:chOff x="3795" y="1792"/>
                  <a:chExt cx="224" cy="148"/>
                </a:xfrm>
              </p:grpSpPr>
              <p:sp>
                <p:nvSpPr>
                  <p:cNvPr id="189492" name="Freeform 52">
                    <a:extLst>
                      <a:ext uri="{FF2B5EF4-FFF2-40B4-BE49-F238E27FC236}">
                        <a16:creationId xmlns:a16="http://schemas.microsoft.com/office/drawing/2014/main" id="{238399CB-F39A-4FCE-8927-18C0D24268C8}"/>
                      </a:ext>
                    </a:extLst>
                  </p:cNvPr>
                  <p:cNvSpPr>
                    <a:spLocks/>
                  </p:cNvSpPr>
                  <p:nvPr/>
                </p:nvSpPr>
                <p:spPr bwMode="auto">
                  <a:xfrm>
                    <a:off x="3795" y="1792"/>
                    <a:ext cx="224" cy="148"/>
                  </a:xfrm>
                  <a:custGeom>
                    <a:avLst/>
                    <a:gdLst>
                      <a:gd name="T0" fmla="*/ 5 w 224"/>
                      <a:gd name="T1" fmla="*/ 4 h 148"/>
                      <a:gd name="T2" fmla="*/ 6 w 224"/>
                      <a:gd name="T3" fmla="*/ 7 h 148"/>
                      <a:gd name="T4" fmla="*/ 5 w 224"/>
                      <a:gd name="T5" fmla="*/ 15 h 148"/>
                      <a:gd name="T6" fmla="*/ 3 w 224"/>
                      <a:gd name="T7" fmla="*/ 19 h 148"/>
                      <a:gd name="T8" fmla="*/ 1 w 224"/>
                      <a:gd name="T9" fmla="*/ 25 h 148"/>
                      <a:gd name="T10" fmla="*/ 4 w 224"/>
                      <a:gd name="T11" fmla="*/ 30 h 148"/>
                      <a:gd name="T12" fmla="*/ 8 w 224"/>
                      <a:gd name="T13" fmla="*/ 36 h 148"/>
                      <a:gd name="T14" fmla="*/ 7 w 224"/>
                      <a:gd name="T15" fmla="*/ 39 h 148"/>
                      <a:gd name="T16" fmla="*/ 3 w 224"/>
                      <a:gd name="T17" fmla="*/ 44 h 148"/>
                      <a:gd name="T18" fmla="*/ 1 w 224"/>
                      <a:gd name="T19" fmla="*/ 48 h 148"/>
                      <a:gd name="T20" fmla="*/ 4 w 224"/>
                      <a:gd name="T21" fmla="*/ 53 h 148"/>
                      <a:gd name="T22" fmla="*/ 7 w 224"/>
                      <a:gd name="T23" fmla="*/ 56 h 148"/>
                      <a:gd name="T24" fmla="*/ 7 w 224"/>
                      <a:gd name="T25" fmla="*/ 61 h 148"/>
                      <a:gd name="T26" fmla="*/ 3 w 224"/>
                      <a:gd name="T27" fmla="*/ 66 h 148"/>
                      <a:gd name="T28" fmla="*/ 0 w 224"/>
                      <a:gd name="T29" fmla="*/ 71 h 148"/>
                      <a:gd name="T30" fmla="*/ 3 w 224"/>
                      <a:gd name="T31" fmla="*/ 76 h 148"/>
                      <a:gd name="T32" fmla="*/ 8 w 224"/>
                      <a:gd name="T33" fmla="*/ 80 h 148"/>
                      <a:gd name="T34" fmla="*/ 8 w 224"/>
                      <a:gd name="T35" fmla="*/ 88 h 148"/>
                      <a:gd name="T36" fmla="*/ 4 w 224"/>
                      <a:gd name="T37" fmla="*/ 92 h 148"/>
                      <a:gd name="T38" fmla="*/ 5 w 224"/>
                      <a:gd name="T39" fmla="*/ 96 h 148"/>
                      <a:gd name="T40" fmla="*/ 10 w 224"/>
                      <a:gd name="T41" fmla="*/ 102 h 148"/>
                      <a:gd name="T42" fmla="*/ 26 w 224"/>
                      <a:gd name="T43" fmla="*/ 117 h 148"/>
                      <a:gd name="T44" fmla="*/ 40 w 224"/>
                      <a:gd name="T45" fmla="*/ 128 h 148"/>
                      <a:gd name="T46" fmla="*/ 53 w 224"/>
                      <a:gd name="T47" fmla="*/ 135 h 148"/>
                      <a:gd name="T48" fmla="*/ 76 w 224"/>
                      <a:gd name="T49" fmla="*/ 143 h 148"/>
                      <a:gd name="T50" fmla="*/ 98 w 224"/>
                      <a:gd name="T51" fmla="*/ 146 h 148"/>
                      <a:gd name="T52" fmla="*/ 127 w 224"/>
                      <a:gd name="T53" fmla="*/ 146 h 148"/>
                      <a:gd name="T54" fmla="*/ 152 w 224"/>
                      <a:gd name="T55" fmla="*/ 144 h 148"/>
                      <a:gd name="T56" fmla="*/ 170 w 224"/>
                      <a:gd name="T57" fmla="*/ 140 h 148"/>
                      <a:gd name="T58" fmla="*/ 181 w 224"/>
                      <a:gd name="T59" fmla="*/ 134 h 148"/>
                      <a:gd name="T60" fmla="*/ 189 w 224"/>
                      <a:gd name="T61" fmla="*/ 128 h 148"/>
                      <a:gd name="T62" fmla="*/ 213 w 224"/>
                      <a:gd name="T63" fmla="*/ 100 h 148"/>
                      <a:gd name="T64" fmla="*/ 218 w 224"/>
                      <a:gd name="T65" fmla="*/ 91 h 148"/>
                      <a:gd name="T66" fmla="*/ 218 w 224"/>
                      <a:gd name="T67" fmla="*/ 87 h 148"/>
                      <a:gd name="T68" fmla="*/ 215 w 224"/>
                      <a:gd name="T69" fmla="*/ 83 h 148"/>
                      <a:gd name="T70" fmla="*/ 215 w 224"/>
                      <a:gd name="T71" fmla="*/ 77 h 148"/>
                      <a:gd name="T72" fmla="*/ 218 w 224"/>
                      <a:gd name="T73" fmla="*/ 73 h 148"/>
                      <a:gd name="T74" fmla="*/ 221 w 224"/>
                      <a:gd name="T75" fmla="*/ 69 h 148"/>
                      <a:gd name="T76" fmla="*/ 223 w 224"/>
                      <a:gd name="T77" fmla="*/ 64 h 148"/>
                      <a:gd name="T78" fmla="*/ 219 w 224"/>
                      <a:gd name="T79" fmla="*/ 60 h 148"/>
                      <a:gd name="T80" fmla="*/ 216 w 224"/>
                      <a:gd name="T81" fmla="*/ 56 h 148"/>
                      <a:gd name="T82" fmla="*/ 216 w 224"/>
                      <a:gd name="T83" fmla="*/ 52 h 148"/>
                      <a:gd name="T84" fmla="*/ 221 w 224"/>
                      <a:gd name="T85" fmla="*/ 46 h 148"/>
                      <a:gd name="T86" fmla="*/ 221 w 224"/>
                      <a:gd name="T87" fmla="*/ 41 h 148"/>
                      <a:gd name="T88" fmla="*/ 218 w 224"/>
                      <a:gd name="T89" fmla="*/ 36 h 148"/>
                      <a:gd name="T90" fmla="*/ 216 w 224"/>
                      <a:gd name="T91" fmla="*/ 31 h 148"/>
                      <a:gd name="T92" fmla="*/ 218 w 224"/>
                      <a:gd name="T93" fmla="*/ 26 h 148"/>
                      <a:gd name="T94" fmla="*/ 221 w 224"/>
                      <a:gd name="T95" fmla="*/ 23 h 148"/>
                      <a:gd name="T96" fmla="*/ 223 w 224"/>
                      <a:gd name="T97" fmla="*/ 18 h 148"/>
                      <a:gd name="T98" fmla="*/ 220 w 224"/>
                      <a:gd name="T99" fmla="*/ 13 h 148"/>
                      <a:gd name="T100" fmla="*/ 217 w 224"/>
                      <a:gd name="T101" fmla="*/ 8 h 148"/>
                      <a:gd name="T102" fmla="*/ 218 w 224"/>
                      <a:gd name="T103" fmla="*/ 3 h 148"/>
                      <a:gd name="T104" fmla="*/ 6 w 224"/>
                      <a:gd name="T105" fmla="*/ 0 h 1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224" h="148">
                        <a:moveTo>
                          <a:pt x="6" y="0"/>
                        </a:moveTo>
                        <a:lnTo>
                          <a:pt x="5" y="4"/>
                        </a:lnTo>
                        <a:lnTo>
                          <a:pt x="5" y="5"/>
                        </a:lnTo>
                        <a:lnTo>
                          <a:pt x="6" y="7"/>
                        </a:lnTo>
                        <a:lnTo>
                          <a:pt x="6" y="12"/>
                        </a:lnTo>
                        <a:lnTo>
                          <a:pt x="5" y="15"/>
                        </a:lnTo>
                        <a:lnTo>
                          <a:pt x="4" y="17"/>
                        </a:lnTo>
                        <a:lnTo>
                          <a:pt x="3" y="19"/>
                        </a:lnTo>
                        <a:lnTo>
                          <a:pt x="1" y="23"/>
                        </a:lnTo>
                        <a:lnTo>
                          <a:pt x="1" y="25"/>
                        </a:lnTo>
                        <a:lnTo>
                          <a:pt x="3" y="28"/>
                        </a:lnTo>
                        <a:lnTo>
                          <a:pt x="4" y="30"/>
                        </a:lnTo>
                        <a:lnTo>
                          <a:pt x="7" y="33"/>
                        </a:lnTo>
                        <a:lnTo>
                          <a:pt x="8" y="36"/>
                        </a:lnTo>
                        <a:lnTo>
                          <a:pt x="8" y="37"/>
                        </a:lnTo>
                        <a:lnTo>
                          <a:pt x="7" y="39"/>
                        </a:lnTo>
                        <a:lnTo>
                          <a:pt x="5" y="41"/>
                        </a:lnTo>
                        <a:lnTo>
                          <a:pt x="3" y="44"/>
                        </a:lnTo>
                        <a:lnTo>
                          <a:pt x="1" y="46"/>
                        </a:lnTo>
                        <a:lnTo>
                          <a:pt x="1" y="48"/>
                        </a:lnTo>
                        <a:lnTo>
                          <a:pt x="3" y="50"/>
                        </a:lnTo>
                        <a:lnTo>
                          <a:pt x="4" y="53"/>
                        </a:lnTo>
                        <a:lnTo>
                          <a:pt x="6" y="55"/>
                        </a:lnTo>
                        <a:lnTo>
                          <a:pt x="7" y="56"/>
                        </a:lnTo>
                        <a:lnTo>
                          <a:pt x="8" y="58"/>
                        </a:lnTo>
                        <a:lnTo>
                          <a:pt x="7" y="61"/>
                        </a:lnTo>
                        <a:lnTo>
                          <a:pt x="5" y="64"/>
                        </a:lnTo>
                        <a:lnTo>
                          <a:pt x="3" y="66"/>
                        </a:lnTo>
                        <a:lnTo>
                          <a:pt x="0" y="69"/>
                        </a:lnTo>
                        <a:lnTo>
                          <a:pt x="0" y="71"/>
                        </a:lnTo>
                        <a:lnTo>
                          <a:pt x="1" y="73"/>
                        </a:lnTo>
                        <a:lnTo>
                          <a:pt x="3" y="76"/>
                        </a:lnTo>
                        <a:lnTo>
                          <a:pt x="5" y="78"/>
                        </a:lnTo>
                        <a:lnTo>
                          <a:pt x="8" y="80"/>
                        </a:lnTo>
                        <a:lnTo>
                          <a:pt x="9" y="84"/>
                        </a:lnTo>
                        <a:lnTo>
                          <a:pt x="8" y="88"/>
                        </a:lnTo>
                        <a:lnTo>
                          <a:pt x="5" y="91"/>
                        </a:lnTo>
                        <a:lnTo>
                          <a:pt x="4" y="92"/>
                        </a:lnTo>
                        <a:lnTo>
                          <a:pt x="4" y="95"/>
                        </a:lnTo>
                        <a:lnTo>
                          <a:pt x="5" y="96"/>
                        </a:lnTo>
                        <a:lnTo>
                          <a:pt x="7" y="98"/>
                        </a:lnTo>
                        <a:lnTo>
                          <a:pt x="10" y="102"/>
                        </a:lnTo>
                        <a:lnTo>
                          <a:pt x="15" y="108"/>
                        </a:lnTo>
                        <a:lnTo>
                          <a:pt x="26" y="117"/>
                        </a:lnTo>
                        <a:lnTo>
                          <a:pt x="35" y="124"/>
                        </a:lnTo>
                        <a:lnTo>
                          <a:pt x="40" y="128"/>
                        </a:lnTo>
                        <a:lnTo>
                          <a:pt x="46" y="131"/>
                        </a:lnTo>
                        <a:lnTo>
                          <a:pt x="53" y="135"/>
                        </a:lnTo>
                        <a:lnTo>
                          <a:pt x="62" y="139"/>
                        </a:lnTo>
                        <a:lnTo>
                          <a:pt x="76" y="143"/>
                        </a:lnTo>
                        <a:lnTo>
                          <a:pt x="87" y="145"/>
                        </a:lnTo>
                        <a:lnTo>
                          <a:pt x="98" y="146"/>
                        </a:lnTo>
                        <a:lnTo>
                          <a:pt x="112" y="147"/>
                        </a:lnTo>
                        <a:lnTo>
                          <a:pt x="127" y="146"/>
                        </a:lnTo>
                        <a:lnTo>
                          <a:pt x="140" y="146"/>
                        </a:lnTo>
                        <a:lnTo>
                          <a:pt x="152" y="144"/>
                        </a:lnTo>
                        <a:lnTo>
                          <a:pt x="162" y="142"/>
                        </a:lnTo>
                        <a:lnTo>
                          <a:pt x="170" y="140"/>
                        </a:lnTo>
                        <a:lnTo>
                          <a:pt x="176" y="137"/>
                        </a:lnTo>
                        <a:lnTo>
                          <a:pt x="181" y="134"/>
                        </a:lnTo>
                        <a:lnTo>
                          <a:pt x="185" y="132"/>
                        </a:lnTo>
                        <a:lnTo>
                          <a:pt x="189" y="128"/>
                        </a:lnTo>
                        <a:lnTo>
                          <a:pt x="203" y="113"/>
                        </a:lnTo>
                        <a:lnTo>
                          <a:pt x="213" y="100"/>
                        </a:lnTo>
                        <a:lnTo>
                          <a:pt x="217" y="94"/>
                        </a:lnTo>
                        <a:lnTo>
                          <a:pt x="218" y="91"/>
                        </a:lnTo>
                        <a:lnTo>
                          <a:pt x="218" y="89"/>
                        </a:lnTo>
                        <a:lnTo>
                          <a:pt x="218" y="87"/>
                        </a:lnTo>
                        <a:lnTo>
                          <a:pt x="216" y="84"/>
                        </a:lnTo>
                        <a:lnTo>
                          <a:pt x="215" y="83"/>
                        </a:lnTo>
                        <a:lnTo>
                          <a:pt x="214" y="80"/>
                        </a:lnTo>
                        <a:lnTo>
                          <a:pt x="215" y="77"/>
                        </a:lnTo>
                        <a:lnTo>
                          <a:pt x="216" y="76"/>
                        </a:lnTo>
                        <a:lnTo>
                          <a:pt x="218" y="73"/>
                        </a:lnTo>
                        <a:lnTo>
                          <a:pt x="219" y="72"/>
                        </a:lnTo>
                        <a:lnTo>
                          <a:pt x="221" y="69"/>
                        </a:lnTo>
                        <a:lnTo>
                          <a:pt x="223" y="67"/>
                        </a:lnTo>
                        <a:lnTo>
                          <a:pt x="223" y="64"/>
                        </a:lnTo>
                        <a:lnTo>
                          <a:pt x="221" y="62"/>
                        </a:lnTo>
                        <a:lnTo>
                          <a:pt x="219" y="60"/>
                        </a:lnTo>
                        <a:lnTo>
                          <a:pt x="218" y="58"/>
                        </a:lnTo>
                        <a:lnTo>
                          <a:pt x="216" y="56"/>
                        </a:lnTo>
                        <a:lnTo>
                          <a:pt x="215" y="54"/>
                        </a:lnTo>
                        <a:lnTo>
                          <a:pt x="216" y="52"/>
                        </a:lnTo>
                        <a:lnTo>
                          <a:pt x="218" y="49"/>
                        </a:lnTo>
                        <a:lnTo>
                          <a:pt x="221" y="46"/>
                        </a:lnTo>
                        <a:lnTo>
                          <a:pt x="221" y="44"/>
                        </a:lnTo>
                        <a:lnTo>
                          <a:pt x="221" y="41"/>
                        </a:lnTo>
                        <a:lnTo>
                          <a:pt x="220" y="38"/>
                        </a:lnTo>
                        <a:lnTo>
                          <a:pt x="218" y="36"/>
                        </a:lnTo>
                        <a:lnTo>
                          <a:pt x="217" y="34"/>
                        </a:lnTo>
                        <a:lnTo>
                          <a:pt x="216" y="31"/>
                        </a:lnTo>
                        <a:lnTo>
                          <a:pt x="216" y="29"/>
                        </a:lnTo>
                        <a:lnTo>
                          <a:pt x="218" y="26"/>
                        </a:lnTo>
                        <a:lnTo>
                          <a:pt x="219" y="24"/>
                        </a:lnTo>
                        <a:lnTo>
                          <a:pt x="221" y="23"/>
                        </a:lnTo>
                        <a:lnTo>
                          <a:pt x="223" y="20"/>
                        </a:lnTo>
                        <a:lnTo>
                          <a:pt x="223" y="18"/>
                        </a:lnTo>
                        <a:lnTo>
                          <a:pt x="222" y="16"/>
                        </a:lnTo>
                        <a:lnTo>
                          <a:pt x="220" y="13"/>
                        </a:lnTo>
                        <a:lnTo>
                          <a:pt x="218" y="11"/>
                        </a:lnTo>
                        <a:lnTo>
                          <a:pt x="217" y="8"/>
                        </a:lnTo>
                        <a:lnTo>
                          <a:pt x="217" y="5"/>
                        </a:lnTo>
                        <a:lnTo>
                          <a:pt x="218" y="3"/>
                        </a:lnTo>
                        <a:lnTo>
                          <a:pt x="217" y="0"/>
                        </a:lnTo>
                        <a:lnTo>
                          <a:pt x="6" y="0"/>
                        </a:lnTo>
                      </a:path>
                    </a:pathLst>
                  </a:custGeom>
                  <a:solidFill>
                    <a:srgbClr val="FFC08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9493" name="Freeform 53">
                    <a:extLst>
                      <a:ext uri="{FF2B5EF4-FFF2-40B4-BE49-F238E27FC236}">
                        <a16:creationId xmlns:a16="http://schemas.microsoft.com/office/drawing/2014/main" id="{904ED618-FCDB-401F-A67A-CA2BE1FBB472}"/>
                      </a:ext>
                    </a:extLst>
                  </p:cNvPr>
                  <p:cNvSpPr>
                    <a:spLocks/>
                  </p:cNvSpPr>
                  <p:nvPr/>
                </p:nvSpPr>
                <p:spPr bwMode="auto">
                  <a:xfrm>
                    <a:off x="3797" y="1812"/>
                    <a:ext cx="28" cy="21"/>
                  </a:xfrm>
                  <a:custGeom>
                    <a:avLst/>
                    <a:gdLst>
                      <a:gd name="T0" fmla="*/ 1 w 28"/>
                      <a:gd name="T1" fmla="*/ 0 h 21"/>
                      <a:gd name="T2" fmla="*/ 3 w 28"/>
                      <a:gd name="T3" fmla="*/ 2 h 21"/>
                      <a:gd name="T4" fmla="*/ 5 w 28"/>
                      <a:gd name="T5" fmla="*/ 5 h 21"/>
                      <a:gd name="T6" fmla="*/ 10 w 28"/>
                      <a:gd name="T7" fmla="*/ 8 h 21"/>
                      <a:gd name="T8" fmla="*/ 15 w 28"/>
                      <a:gd name="T9" fmla="*/ 11 h 21"/>
                      <a:gd name="T10" fmla="*/ 21 w 28"/>
                      <a:gd name="T11" fmla="*/ 13 h 21"/>
                      <a:gd name="T12" fmla="*/ 27 w 28"/>
                      <a:gd name="T13" fmla="*/ 14 h 21"/>
                      <a:gd name="T14" fmla="*/ 24 w 28"/>
                      <a:gd name="T15" fmla="*/ 18 h 21"/>
                      <a:gd name="T16" fmla="*/ 17 w 28"/>
                      <a:gd name="T17" fmla="*/ 17 h 21"/>
                      <a:gd name="T18" fmla="*/ 10 w 28"/>
                      <a:gd name="T19" fmla="*/ 17 h 21"/>
                      <a:gd name="T20" fmla="*/ 5 w 28"/>
                      <a:gd name="T21" fmla="*/ 20 h 21"/>
                      <a:gd name="T22" fmla="*/ 6 w 28"/>
                      <a:gd name="T23" fmla="*/ 18 h 21"/>
                      <a:gd name="T24" fmla="*/ 6 w 28"/>
                      <a:gd name="T25" fmla="*/ 15 h 21"/>
                      <a:gd name="T26" fmla="*/ 4 w 28"/>
                      <a:gd name="T27" fmla="*/ 12 h 21"/>
                      <a:gd name="T28" fmla="*/ 2 w 28"/>
                      <a:gd name="T29" fmla="*/ 10 h 21"/>
                      <a:gd name="T30" fmla="*/ 0 w 28"/>
                      <a:gd name="T31" fmla="*/ 6 h 21"/>
                      <a:gd name="T32" fmla="*/ 0 w 28"/>
                      <a:gd name="T33" fmla="*/ 3 h 21"/>
                      <a:gd name="T34" fmla="*/ 1 w 28"/>
                      <a:gd name="T35" fmla="*/ 0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8" h="21">
                        <a:moveTo>
                          <a:pt x="1" y="0"/>
                        </a:moveTo>
                        <a:lnTo>
                          <a:pt x="3" y="2"/>
                        </a:lnTo>
                        <a:lnTo>
                          <a:pt x="5" y="5"/>
                        </a:lnTo>
                        <a:lnTo>
                          <a:pt x="10" y="8"/>
                        </a:lnTo>
                        <a:lnTo>
                          <a:pt x="15" y="11"/>
                        </a:lnTo>
                        <a:lnTo>
                          <a:pt x="21" y="13"/>
                        </a:lnTo>
                        <a:lnTo>
                          <a:pt x="27" y="14"/>
                        </a:lnTo>
                        <a:lnTo>
                          <a:pt x="24" y="18"/>
                        </a:lnTo>
                        <a:lnTo>
                          <a:pt x="17" y="17"/>
                        </a:lnTo>
                        <a:lnTo>
                          <a:pt x="10" y="17"/>
                        </a:lnTo>
                        <a:lnTo>
                          <a:pt x="5" y="20"/>
                        </a:lnTo>
                        <a:lnTo>
                          <a:pt x="6" y="18"/>
                        </a:lnTo>
                        <a:lnTo>
                          <a:pt x="6" y="15"/>
                        </a:lnTo>
                        <a:lnTo>
                          <a:pt x="4" y="12"/>
                        </a:lnTo>
                        <a:lnTo>
                          <a:pt x="2" y="10"/>
                        </a:lnTo>
                        <a:lnTo>
                          <a:pt x="0" y="6"/>
                        </a:lnTo>
                        <a:lnTo>
                          <a:pt x="0" y="3"/>
                        </a:lnTo>
                        <a:lnTo>
                          <a:pt x="1" y="0"/>
                        </a:lnTo>
                      </a:path>
                    </a:pathLst>
                  </a:custGeom>
                  <a:solidFill>
                    <a:srgbClr val="FFA04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9494" name="Freeform 54">
                    <a:extLst>
                      <a:ext uri="{FF2B5EF4-FFF2-40B4-BE49-F238E27FC236}">
                        <a16:creationId xmlns:a16="http://schemas.microsoft.com/office/drawing/2014/main" id="{053C4FED-537B-448C-8DA5-63B7812B1912}"/>
                      </a:ext>
                    </a:extLst>
                  </p:cNvPr>
                  <p:cNvSpPr>
                    <a:spLocks/>
                  </p:cNvSpPr>
                  <p:nvPr/>
                </p:nvSpPr>
                <p:spPr bwMode="auto">
                  <a:xfrm>
                    <a:off x="3797" y="1837"/>
                    <a:ext cx="37" cy="18"/>
                  </a:xfrm>
                  <a:custGeom>
                    <a:avLst/>
                    <a:gdLst>
                      <a:gd name="T0" fmla="*/ 0 w 37"/>
                      <a:gd name="T1" fmla="*/ 1 h 18"/>
                      <a:gd name="T2" fmla="*/ 1 w 37"/>
                      <a:gd name="T3" fmla="*/ 0 h 18"/>
                      <a:gd name="T4" fmla="*/ 2 w 37"/>
                      <a:gd name="T5" fmla="*/ 1 h 18"/>
                      <a:gd name="T6" fmla="*/ 5 w 37"/>
                      <a:gd name="T7" fmla="*/ 3 h 18"/>
                      <a:gd name="T8" fmla="*/ 10 w 37"/>
                      <a:gd name="T9" fmla="*/ 4 h 18"/>
                      <a:gd name="T10" fmla="*/ 15 w 37"/>
                      <a:gd name="T11" fmla="*/ 6 h 18"/>
                      <a:gd name="T12" fmla="*/ 24 w 37"/>
                      <a:gd name="T13" fmla="*/ 7 h 18"/>
                      <a:gd name="T14" fmla="*/ 33 w 37"/>
                      <a:gd name="T15" fmla="*/ 9 h 18"/>
                      <a:gd name="T16" fmla="*/ 36 w 37"/>
                      <a:gd name="T17" fmla="*/ 16 h 18"/>
                      <a:gd name="T18" fmla="*/ 25 w 37"/>
                      <a:gd name="T19" fmla="*/ 14 h 18"/>
                      <a:gd name="T20" fmla="*/ 17 w 37"/>
                      <a:gd name="T21" fmla="*/ 13 h 18"/>
                      <a:gd name="T22" fmla="*/ 10 w 37"/>
                      <a:gd name="T23" fmla="*/ 14 h 18"/>
                      <a:gd name="T24" fmla="*/ 6 w 37"/>
                      <a:gd name="T25" fmla="*/ 17 h 18"/>
                      <a:gd name="T26" fmla="*/ 6 w 37"/>
                      <a:gd name="T27" fmla="*/ 15 h 18"/>
                      <a:gd name="T28" fmla="*/ 6 w 37"/>
                      <a:gd name="T29" fmla="*/ 12 h 18"/>
                      <a:gd name="T30" fmla="*/ 5 w 37"/>
                      <a:gd name="T31" fmla="*/ 10 h 18"/>
                      <a:gd name="T32" fmla="*/ 2 w 37"/>
                      <a:gd name="T33" fmla="*/ 7 h 18"/>
                      <a:gd name="T34" fmla="*/ 0 w 37"/>
                      <a:gd name="T35" fmla="*/ 4 h 18"/>
                      <a:gd name="T36" fmla="*/ 0 w 37"/>
                      <a:gd name="T37" fmla="*/ 1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7" h="18">
                        <a:moveTo>
                          <a:pt x="0" y="1"/>
                        </a:moveTo>
                        <a:lnTo>
                          <a:pt x="1" y="0"/>
                        </a:lnTo>
                        <a:lnTo>
                          <a:pt x="2" y="1"/>
                        </a:lnTo>
                        <a:lnTo>
                          <a:pt x="5" y="3"/>
                        </a:lnTo>
                        <a:lnTo>
                          <a:pt x="10" y="4"/>
                        </a:lnTo>
                        <a:lnTo>
                          <a:pt x="15" y="6"/>
                        </a:lnTo>
                        <a:lnTo>
                          <a:pt x="24" y="7"/>
                        </a:lnTo>
                        <a:lnTo>
                          <a:pt x="33" y="9"/>
                        </a:lnTo>
                        <a:lnTo>
                          <a:pt x="36" y="16"/>
                        </a:lnTo>
                        <a:lnTo>
                          <a:pt x="25" y="14"/>
                        </a:lnTo>
                        <a:lnTo>
                          <a:pt x="17" y="13"/>
                        </a:lnTo>
                        <a:lnTo>
                          <a:pt x="10" y="14"/>
                        </a:lnTo>
                        <a:lnTo>
                          <a:pt x="6" y="17"/>
                        </a:lnTo>
                        <a:lnTo>
                          <a:pt x="6" y="15"/>
                        </a:lnTo>
                        <a:lnTo>
                          <a:pt x="6" y="12"/>
                        </a:lnTo>
                        <a:lnTo>
                          <a:pt x="5" y="10"/>
                        </a:lnTo>
                        <a:lnTo>
                          <a:pt x="2" y="7"/>
                        </a:lnTo>
                        <a:lnTo>
                          <a:pt x="0" y="4"/>
                        </a:lnTo>
                        <a:lnTo>
                          <a:pt x="0" y="1"/>
                        </a:lnTo>
                      </a:path>
                    </a:pathLst>
                  </a:custGeom>
                  <a:solidFill>
                    <a:srgbClr val="FFA04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9495" name="Freeform 55">
                    <a:extLst>
                      <a:ext uri="{FF2B5EF4-FFF2-40B4-BE49-F238E27FC236}">
                        <a16:creationId xmlns:a16="http://schemas.microsoft.com/office/drawing/2014/main" id="{FBECC9AE-ECBB-46EB-AA2E-C4255F0F3B6D}"/>
                      </a:ext>
                    </a:extLst>
                  </p:cNvPr>
                  <p:cNvSpPr>
                    <a:spLocks/>
                  </p:cNvSpPr>
                  <p:nvPr/>
                </p:nvSpPr>
                <p:spPr bwMode="auto">
                  <a:xfrm>
                    <a:off x="3795" y="1858"/>
                    <a:ext cx="44" cy="23"/>
                  </a:xfrm>
                  <a:custGeom>
                    <a:avLst/>
                    <a:gdLst>
                      <a:gd name="T0" fmla="*/ 0 w 44"/>
                      <a:gd name="T1" fmla="*/ 3 h 23"/>
                      <a:gd name="T2" fmla="*/ 2 w 44"/>
                      <a:gd name="T3" fmla="*/ 0 h 23"/>
                      <a:gd name="T4" fmla="*/ 5 w 44"/>
                      <a:gd name="T5" fmla="*/ 3 h 23"/>
                      <a:gd name="T6" fmla="*/ 8 w 44"/>
                      <a:gd name="T7" fmla="*/ 5 h 23"/>
                      <a:gd name="T8" fmla="*/ 11 w 44"/>
                      <a:gd name="T9" fmla="*/ 7 h 23"/>
                      <a:gd name="T10" fmla="*/ 17 w 44"/>
                      <a:gd name="T11" fmla="*/ 9 h 23"/>
                      <a:gd name="T12" fmla="*/ 23 w 44"/>
                      <a:gd name="T13" fmla="*/ 10 h 23"/>
                      <a:gd name="T14" fmla="*/ 30 w 44"/>
                      <a:gd name="T15" fmla="*/ 12 h 23"/>
                      <a:gd name="T16" fmla="*/ 41 w 44"/>
                      <a:gd name="T17" fmla="*/ 15 h 23"/>
                      <a:gd name="T18" fmla="*/ 43 w 44"/>
                      <a:gd name="T19" fmla="*/ 22 h 23"/>
                      <a:gd name="T20" fmla="*/ 32 w 44"/>
                      <a:gd name="T21" fmla="*/ 18 h 23"/>
                      <a:gd name="T22" fmla="*/ 25 w 44"/>
                      <a:gd name="T23" fmla="*/ 16 h 23"/>
                      <a:gd name="T24" fmla="*/ 19 w 44"/>
                      <a:gd name="T25" fmla="*/ 15 h 23"/>
                      <a:gd name="T26" fmla="*/ 14 w 44"/>
                      <a:gd name="T27" fmla="*/ 15 h 23"/>
                      <a:gd name="T28" fmla="*/ 11 w 44"/>
                      <a:gd name="T29" fmla="*/ 16 h 23"/>
                      <a:gd name="T30" fmla="*/ 8 w 44"/>
                      <a:gd name="T31" fmla="*/ 19 h 23"/>
                      <a:gd name="T32" fmla="*/ 8 w 44"/>
                      <a:gd name="T33" fmla="*/ 16 h 23"/>
                      <a:gd name="T34" fmla="*/ 5 w 44"/>
                      <a:gd name="T35" fmla="*/ 12 h 23"/>
                      <a:gd name="T36" fmla="*/ 2 w 44"/>
                      <a:gd name="T37" fmla="*/ 9 h 23"/>
                      <a:gd name="T38" fmla="*/ 0 w 44"/>
                      <a:gd name="T39" fmla="*/ 6 h 23"/>
                      <a:gd name="T40" fmla="*/ 0 w 44"/>
                      <a:gd name="T41" fmla="*/ 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4" h="23">
                        <a:moveTo>
                          <a:pt x="0" y="3"/>
                        </a:moveTo>
                        <a:lnTo>
                          <a:pt x="2" y="0"/>
                        </a:lnTo>
                        <a:lnTo>
                          <a:pt x="5" y="3"/>
                        </a:lnTo>
                        <a:lnTo>
                          <a:pt x="8" y="5"/>
                        </a:lnTo>
                        <a:lnTo>
                          <a:pt x="11" y="7"/>
                        </a:lnTo>
                        <a:lnTo>
                          <a:pt x="17" y="9"/>
                        </a:lnTo>
                        <a:lnTo>
                          <a:pt x="23" y="10"/>
                        </a:lnTo>
                        <a:lnTo>
                          <a:pt x="30" y="12"/>
                        </a:lnTo>
                        <a:lnTo>
                          <a:pt x="41" y="15"/>
                        </a:lnTo>
                        <a:lnTo>
                          <a:pt x="43" y="22"/>
                        </a:lnTo>
                        <a:lnTo>
                          <a:pt x="32" y="18"/>
                        </a:lnTo>
                        <a:lnTo>
                          <a:pt x="25" y="16"/>
                        </a:lnTo>
                        <a:lnTo>
                          <a:pt x="19" y="15"/>
                        </a:lnTo>
                        <a:lnTo>
                          <a:pt x="14" y="15"/>
                        </a:lnTo>
                        <a:lnTo>
                          <a:pt x="11" y="16"/>
                        </a:lnTo>
                        <a:lnTo>
                          <a:pt x="8" y="19"/>
                        </a:lnTo>
                        <a:lnTo>
                          <a:pt x="8" y="16"/>
                        </a:lnTo>
                        <a:lnTo>
                          <a:pt x="5" y="12"/>
                        </a:lnTo>
                        <a:lnTo>
                          <a:pt x="2" y="9"/>
                        </a:lnTo>
                        <a:lnTo>
                          <a:pt x="0" y="6"/>
                        </a:lnTo>
                        <a:lnTo>
                          <a:pt x="0" y="3"/>
                        </a:lnTo>
                      </a:path>
                    </a:pathLst>
                  </a:custGeom>
                  <a:solidFill>
                    <a:srgbClr val="FFA04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9496" name="Freeform 56">
                    <a:extLst>
                      <a:ext uri="{FF2B5EF4-FFF2-40B4-BE49-F238E27FC236}">
                        <a16:creationId xmlns:a16="http://schemas.microsoft.com/office/drawing/2014/main" id="{EAA61BE0-CA3C-4B9D-9452-AE49E13DB9CB}"/>
                      </a:ext>
                    </a:extLst>
                  </p:cNvPr>
                  <p:cNvSpPr>
                    <a:spLocks/>
                  </p:cNvSpPr>
                  <p:nvPr/>
                </p:nvSpPr>
                <p:spPr bwMode="auto">
                  <a:xfrm>
                    <a:off x="3800" y="1882"/>
                    <a:ext cx="52" cy="48"/>
                  </a:xfrm>
                  <a:custGeom>
                    <a:avLst/>
                    <a:gdLst>
                      <a:gd name="T0" fmla="*/ 0 w 52"/>
                      <a:gd name="T1" fmla="*/ 7 h 48"/>
                      <a:gd name="T2" fmla="*/ 0 w 52"/>
                      <a:gd name="T3" fmla="*/ 4 h 48"/>
                      <a:gd name="T4" fmla="*/ 0 w 52"/>
                      <a:gd name="T5" fmla="*/ 2 h 48"/>
                      <a:gd name="T6" fmla="*/ 1 w 52"/>
                      <a:gd name="T7" fmla="*/ 0 h 48"/>
                      <a:gd name="T8" fmla="*/ 5 w 52"/>
                      <a:gd name="T9" fmla="*/ 3 h 48"/>
                      <a:gd name="T10" fmla="*/ 11 w 52"/>
                      <a:gd name="T11" fmla="*/ 6 h 48"/>
                      <a:gd name="T12" fmla="*/ 17 w 52"/>
                      <a:gd name="T13" fmla="*/ 8 h 48"/>
                      <a:gd name="T14" fmla="*/ 26 w 52"/>
                      <a:gd name="T15" fmla="*/ 11 h 48"/>
                      <a:gd name="T16" fmla="*/ 38 w 52"/>
                      <a:gd name="T17" fmla="*/ 13 h 48"/>
                      <a:gd name="T18" fmla="*/ 40 w 52"/>
                      <a:gd name="T19" fmla="*/ 18 h 48"/>
                      <a:gd name="T20" fmla="*/ 34 w 52"/>
                      <a:gd name="T21" fmla="*/ 16 h 48"/>
                      <a:gd name="T22" fmla="*/ 28 w 52"/>
                      <a:gd name="T23" fmla="*/ 16 h 48"/>
                      <a:gd name="T24" fmla="*/ 24 w 52"/>
                      <a:gd name="T25" fmla="*/ 16 h 48"/>
                      <a:gd name="T26" fmla="*/ 23 w 52"/>
                      <a:gd name="T27" fmla="*/ 19 h 48"/>
                      <a:gd name="T28" fmla="*/ 25 w 52"/>
                      <a:gd name="T29" fmla="*/ 22 h 48"/>
                      <a:gd name="T30" fmla="*/ 28 w 52"/>
                      <a:gd name="T31" fmla="*/ 26 h 48"/>
                      <a:gd name="T32" fmla="*/ 33 w 52"/>
                      <a:gd name="T33" fmla="*/ 31 h 48"/>
                      <a:gd name="T34" fmla="*/ 40 w 52"/>
                      <a:gd name="T35" fmla="*/ 36 h 48"/>
                      <a:gd name="T36" fmla="*/ 51 w 52"/>
                      <a:gd name="T37" fmla="*/ 42 h 48"/>
                      <a:gd name="T38" fmla="*/ 51 w 52"/>
                      <a:gd name="T39" fmla="*/ 47 h 48"/>
                      <a:gd name="T40" fmla="*/ 46 w 52"/>
                      <a:gd name="T41" fmla="*/ 44 h 48"/>
                      <a:gd name="T42" fmla="*/ 40 w 52"/>
                      <a:gd name="T43" fmla="*/ 41 h 48"/>
                      <a:gd name="T44" fmla="*/ 32 w 52"/>
                      <a:gd name="T45" fmla="*/ 36 h 48"/>
                      <a:gd name="T46" fmla="*/ 25 w 52"/>
                      <a:gd name="T47" fmla="*/ 30 h 48"/>
                      <a:gd name="T48" fmla="*/ 19 w 52"/>
                      <a:gd name="T49" fmla="*/ 26 h 48"/>
                      <a:gd name="T50" fmla="*/ 14 w 52"/>
                      <a:gd name="T51" fmla="*/ 20 h 48"/>
                      <a:gd name="T52" fmla="*/ 9 w 52"/>
                      <a:gd name="T53" fmla="*/ 15 h 48"/>
                      <a:gd name="T54" fmla="*/ 3 w 52"/>
                      <a:gd name="T55" fmla="*/ 11 h 48"/>
                      <a:gd name="T56" fmla="*/ 0 w 52"/>
                      <a:gd name="T57" fmla="*/ 7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2" h="48">
                        <a:moveTo>
                          <a:pt x="0" y="7"/>
                        </a:moveTo>
                        <a:lnTo>
                          <a:pt x="0" y="4"/>
                        </a:lnTo>
                        <a:lnTo>
                          <a:pt x="0" y="2"/>
                        </a:lnTo>
                        <a:lnTo>
                          <a:pt x="1" y="0"/>
                        </a:lnTo>
                        <a:lnTo>
                          <a:pt x="5" y="3"/>
                        </a:lnTo>
                        <a:lnTo>
                          <a:pt x="11" y="6"/>
                        </a:lnTo>
                        <a:lnTo>
                          <a:pt x="17" y="8"/>
                        </a:lnTo>
                        <a:lnTo>
                          <a:pt x="26" y="11"/>
                        </a:lnTo>
                        <a:lnTo>
                          <a:pt x="38" y="13"/>
                        </a:lnTo>
                        <a:lnTo>
                          <a:pt x="40" y="18"/>
                        </a:lnTo>
                        <a:lnTo>
                          <a:pt x="34" y="16"/>
                        </a:lnTo>
                        <a:lnTo>
                          <a:pt x="28" y="16"/>
                        </a:lnTo>
                        <a:lnTo>
                          <a:pt x="24" y="16"/>
                        </a:lnTo>
                        <a:lnTo>
                          <a:pt x="23" y="19"/>
                        </a:lnTo>
                        <a:lnTo>
                          <a:pt x="25" y="22"/>
                        </a:lnTo>
                        <a:lnTo>
                          <a:pt x="28" y="26"/>
                        </a:lnTo>
                        <a:lnTo>
                          <a:pt x="33" y="31"/>
                        </a:lnTo>
                        <a:lnTo>
                          <a:pt x="40" y="36"/>
                        </a:lnTo>
                        <a:lnTo>
                          <a:pt x="51" y="42"/>
                        </a:lnTo>
                        <a:lnTo>
                          <a:pt x="51" y="47"/>
                        </a:lnTo>
                        <a:lnTo>
                          <a:pt x="46" y="44"/>
                        </a:lnTo>
                        <a:lnTo>
                          <a:pt x="40" y="41"/>
                        </a:lnTo>
                        <a:lnTo>
                          <a:pt x="32" y="36"/>
                        </a:lnTo>
                        <a:lnTo>
                          <a:pt x="25" y="30"/>
                        </a:lnTo>
                        <a:lnTo>
                          <a:pt x="19" y="26"/>
                        </a:lnTo>
                        <a:lnTo>
                          <a:pt x="14" y="20"/>
                        </a:lnTo>
                        <a:lnTo>
                          <a:pt x="9" y="15"/>
                        </a:lnTo>
                        <a:lnTo>
                          <a:pt x="3" y="11"/>
                        </a:lnTo>
                        <a:lnTo>
                          <a:pt x="0" y="7"/>
                        </a:lnTo>
                      </a:path>
                    </a:pathLst>
                  </a:custGeom>
                  <a:solidFill>
                    <a:srgbClr val="FFA04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9497" name="Freeform 57">
                    <a:extLst>
                      <a:ext uri="{FF2B5EF4-FFF2-40B4-BE49-F238E27FC236}">
                        <a16:creationId xmlns:a16="http://schemas.microsoft.com/office/drawing/2014/main" id="{87C6F268-30EA-4A1B-BFC6-C869858D9615}"/>
                      </a:ext>
                    </a:extLst>
                  </p:cNvPr>
                  <p:cNvSpPr>
                    <a:spLocks/>
                  </p:cNvSpPr>
                  <p:nvPr/>
                </p:nvSpPr>
                <p:spPr bwMode="auto">
                  <a:xfrm>
                    <a:off x="3801" y="1797"/>
                    <a:ext cx="22" cy="17"/>
                  </a:xfrm>
                  <a:custGeom>
                    <a:avLst/>
                    <a:gdLst>
                      <a:gd name="T0" fmla="*/ 0 w 22"/>
                      <a:gd name="T1" fmla="*/ 0 h 17"/>
                      <a:gd name="T2" fmla="*/ 2 w 22"/>
                      <a:gd name="T3" fmla="*/ 2 h 17"/>
                      <a:gd name="T4" fmla="*/ 5 w 22"/>
                      <a:gd name="T5" fmla="*/ 4 h 17"/>
                      <a:gd name="T6" fmla="*/ 10 w 22"/>
                      <a:gd name="T7" fmla="*/ 7 h 17"/>
                      <a:gd name="T8" fmla="*/ 14 w 22"/>
                      <a:gd name="T9" fmla="*/ 10 h 17"/>
                      <a:gd name="T10" fmla="*/ 18 w 22"/>
                      <a:gd name="T11" fmla="*/ 12 h 17"/>
                      <a:gd name="T12" fmla="*/ 21 w 22"/>
                      <a:gd name="T13" fmla="*/ 14 h 17"/>
                      <a:gd name="T14" fmla="*/ 15 w 22"/>
                      <a:gd name="T15" fmla="*/ 16 h 17"/>
                      <a:gd name="T16" fmla="*/ 10 w 22"/>
                      <a:gd name="T17" fmla="*/ 14 h 17"/>
                      <a:gd name="T18" fmla="*/ 4 w 22"/>
                      <a:gd name="T19" fmla="*/ 12 h 17"/>
                      <a:gd name="T20" fmla="*/ 0 w 22"/>
                      <a:gd name="T21" fmla="*/ 9 h 17"/>
                      <a:gd name="T22" fmla="*/ 0 w 22"/>
                      <a:gd name="T23" fmla="*/ 7 h 17"/>
                      <a:gd name="T24" fmla="*/ 0 w 22"/>
                      <a:gd name="T25" fmla="*/ 3 h 17"/>
                      <a:gd name="T26" fmla="*/ 0 w 22"/>
                      <a:gd name="T27"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2" h="17">
                        <a:moveTo>
                          <a:pt x="0" y="0"/>
                        </a:moveTo>
                        <a:lnTo>
                          <a:pt x="2" y="2"/>
                        </a:lnTo>
                        <a:lnTo>
                          <a:pt x="5" y="4"/>
                        </a:lnTo>
                        <a:lnTo>
                          <a:pt x="10" y="7"/>
                        </a:lnTo>
                        <a:lnTo>
                          <a:pt x="14" y="10"/>
                        </a:lnTo>
                        <a:lnTo>
                          <a:pt x="18" y="12"/>
                        </a:lnTo>
                        <a:lnTo>
                          <a:pt x="21" y="14"/>
                        </a:lnTo>
                        <a:lnTo>
                          <a:pt x="15" y="16"/>
                        </a:lnTo>
                        <a:lnTo>
                          <a:pt x="10" y="14"/>
                        </a:lnTo>
                        <a:lnTo>
                          <a:pt x="4" y="12"/>
                        </a:lnTo>
                        <a:lnTo>
                          <a:pt x="0" y="9"/>
                        </a:lnTo>
                        <a:lnTo>
                          <a:pt x="0" y="7"/>
                        </a:lnTo>
                        <a:lnTo>
                          <a:pt x="0" y="3"/>
                        </a:lnTo>
                        <a:lnTo>
                          <a:pt x="0" y="0"/>
                        </a:lnTo>
                      </a:path>
                    </a:pathLst>
                  </a:custGeom>
                  <a:solidFill>
                    <a:srgbClr val="FFA04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9498" name="Freeform 58">
                    <a:extLst>
                      <a:ext uri="{FF2B5EF4-FFF2-40B4-BE49-F238E27FC236}">
                        <a16:creationId xmlns:a16="http://schemas.microsoft.com/office/drawing/2014/main" id="{F022BA28-A2BF-415B-AAD8-E7F6CA524DC0}"/>
                      </a:ext>
                    </a:extLst>
                  </p:cNvPr>
                  <p:cNvSpPr>
                    <a:spLocks/>
                  </p:cNvSpPr>
                  <p:nvPr/>
                </p:nvSpPr>
                <p:spPr bwMode="auto">
                  <a:xfrm>
                    <a:off x="3839" y="1794"/>
                    <a:ext cx="180" cy="142"/>
                  </a:xfrm>
                  <a:custGeom>
                    <a:avLst/>
                    <a:gdLst>
                      <a:gd name="T0" fmla="*/ 85 w 180"/>
                      <a:gd name="T1" fmla="*/ 32 h 142"/>
                      <a:gd name="T2" fmla="*/ 71 w 180"/>
                      <a:gd name="T3" fmla="*/ 36 h 142"/>
                      <a:gd name="T4" fmla="*/ 42 w 180"/>
                      <a:gd name="T5" fmla="*/ 40 h 142"/>
                      <a:gd name="T6" fmla="*/ 0 w 180"/>
                      <a:gd name="T7" fmla="*/ 42 h 142"/>
                      <a:gd name="T8" fmla="*/ 50 w 180"/>
                      <a:gd name="T9" fmla="*/ 49 h 142"/>
                      <a:gd name="T10" fmla="*/ 106 w 180"/>
                      <a:gd name="T11" fmla="*/ 46 h 142"/>
                      <a:gd name="T12" fmla="*/ 145 w 180"/>
                      <a:gd name="T13" fmla="*/ 36 h 142"/>
                      <a:gd name="T14" fmla="*/ 158 w 180"/>
                      <a:gd name="T15" fmla="*/ 34 h 142"/>
                      <a:gd name="T16" fmla="*/ 152 w 180"/>
                      <a:gd name="T17" fmla="*/ 42 h 142"/>
                      <a:gd name="T18" fmla="*/ 124 w 180"/>
                      <a:gd name="T19" fmla="*/ 53 h 142"/>
                      <a:gd name="T20" fmla="*/ 74 w 180"/>
                      <a:gd name="T21" fmla="*/ 63 h 142"/>
                      <a:gd name="T22" fmla="*/ 43 w 180"/>
                      <a:gd name="T23" fmla="*/ 71 h 142"/>
                      <a:gd name="T24" fmla="*/ 100 w 180"/>
                      <a:gd name="T25" fmla="*/ 70 h 142"/>
                      <a:gd name="T26" fmla="*/ 138 w 180"/>
                      <a:gd name="T27" fmla="*/ 63 h 142"/>
                      <a:gd name="T28" fmla="*/ 161 w 180"/>
                      <a:gd name="T29" fmla="*/ 56 h 142"/>
                      <a:gd name="T30" fmla="*/ 161 w 180"/>
                      <a:gd name="T31" fmla="*/ 61 h 142"/>
                      <a:gd name="T32" fmla="*/ 142 w 180"/>
                      <a:gd name="T33" fmla="*/ 72 h 142"/>
                      <a:gd name="T34" fmla="*/ 107 w 180"/>
                      <a:gd name="T35" fmla="*/ 83 h 142"/>
                      <a:gd name="T36" fmla="*/ 58 w 180"/>
                      <a:gd name="T37" fmla="*/ 90 h 142"/>
                      <a:gd name="T38" fmla="*/ 74 w 180"/>
                      <a:gd name="T39" fmla="*/ 95 h 142"/>
                      <a:gd name="T40" fmla="*/ 118 w 180"/>
                      <a:gd name="T41" fmla="*/ 93 h 142"/>
                      <a:gd name="T42" fmla="*/ 153 w 180"/>
                      <a:gd name="T43" fmla="*/ 84 h 142"/>
                      <a:gd name="T44" fmla="*/ 157 w 180"/>
                      <a:gd name="T45" fmla="*/ 88 h 142"/>
                      <a:gd name="T46" fmla="*/ 146 w 180"/>
                      <a:gd name="T47" fmla="*/ 96 h 142"/>
                      <a:gd name="T48" fmla="*/ 119 w 180"/>
                      <a:gd name="T49" fmla="*/ 106 h 142"/>
                      <a:gd name="T50" fmla="*/ 88 w 180"/>
                      <a:gd name="T51" fmla="*/ 110 h 142"/>
                      <a:gd name="T52" fmla="*/ 40 w 180"/>
                      <a:gd name="T53" fmla="*/ 111 h 142"/>
                      <a:gd name="T54" fmla="*/ 73 w 180"/>
                      <a:gd name="T55" fmla="*/ 118 h 142"/>
                      <a:gd name="T56" fmla="*/ 104 w 180"/>
                      <a:gd name="T57" fmla="*/ 118 h 142"/>
                      <a:gd name="T58" fmla="*/ 132 w 180"/>
                      <a:gd name="T59" fmla="*/ 114 h 142"/>
                      <a:gd name="T60" fmla="*/ 143 w 180"/>
                      <a:gd name="T61" fmla="*/ 115 h 142"/>
                      <a:gd name="T62" fmla="*/ 137 w 180"/>
                      <a:gd name="T63" fmla="*/ 122 h 142"/>
                      <a:gd name="T64" fmla="*/ 121 w 180"/>
                      <a:gd name="T65" fmla="*/ 127 h 142"/>
                      <a:gd name="T66" fmla="*/ 62 w 180"/>
                      <a:gd name="T67" fmla="*/ 132 h 142"/>
                      <a:gd name="T68" fmla="*/ 110 w 180"/>
                      <a:gd name="T69" fmla="*/ 135 h 142"/>
                      <a:gd name="T70" fmla="*/ 114 w 180"/>
                      <a:gd name="T71" fmla="*/ 140 h 142"/>
                      <a:gd name="T72" fmla="*/ 132 w 180"/>
                      <a:gd name="T73" fmla="*/ 135 h 142"/>
                      <a:gd name="T74" fmla="*/ 145 w 180"/>
                      <a:gd name="T75" fmla="*/ 126 h 142"/>
                      <a:gd name="T76" fmla="*/ 173 w 180"/>
                      <a:gd name="T77" fmla="*/ 92 h 142"/>
                      <a:gd name="T78" fmla="*/ 174 w 180"/>
                      <a:gd name="T79" fmla="*/ 85 h 142"/>
                      <a:gd name="T80" fmla="*/ 170 w 180"/>
                      <a:gd name="T81" fmla="*/ 79 h 142"/>
                      <a:gd name="T82" fmla="*/ 174 w 180"/>
                      <a:gd name="T83" fmla="*/ 72 h 142"/>
                      <a:gd name="T84" fmla="*/ 179 w 180"/>
                      <a:gd name="T85" fmla="*/ 66 h 142"/>
                      <a:gd name="T86" fmla="*/ 175 w 180"/>
                      <a:gd name="T87" fmla="*/ 58 h 142"/>
                      <a:gd name="T88" fmla="*/ 171 w 180"/>
                      <a:gd name="T89" fmla="*/ 52 h 142"/>
                      <a:gd name="T90" fmla="*/ 177 w 180"/>
                      <a:gd name="T91" fmla="*/ 45 h 142"/>
                      <a:gd name="T92" fmla="*/ 176 w 180"/>
                      <a:gd name="T93" fmla="*/ 36 h 142"/>
                      <a:gd name="T94" fmla="*/ 172 w 180"/>
                      <a:gd name="T95" fmla="*/ 30 h 142"/>
                      <a:gd name="T96" fmla="*/ 175 w 180"/>
                      <a:gd name="T97" fmla="*/ 23 h 142"/>
                      <a:gd name="T98" fmla="*/ 179 w 180"/>
                      <a:gd name="T99" fmla="*/ 16 h 142"/>
                      <a:gd name="T100" fmla="*/ 174 w 180"/>
                      <a:gd name="T101" fmla="*/ 9 h 142"/>
                      <a:gd name="T102" fmla="*/ 155 w 180"/>
                      <a:gd name="T103" fmla="*/ 10 h 142"/>
                      <a:gd name="T104" fmla="*/ 116 w 180"/>
                      <a:gd name="T105" fmla="*/ 21 h 142"/>
                      <a:gd name="T106" fmla="*/ 71 w 180"/>
                      <a:gd name="T107" fmla="*/ 27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80" h="142">
                        <a:moveTo>
                          <a:pt x="71" y="27"/>
                        </a:moveTo>
                        <a:lnTo>
                          <a:pt x="45" y="29"/>
                        </a:lnTo>
                        <a:lnTo>
                          <a:pt x="85" y="32"/>
                        </a:lnTo>
                        <a:lnTo>
                          <a:pt x="82" y="34"/>
                        </a:lnTo>
                        <a:lnTo>
                          <a:pt x="77" y="35"/>
                        </a:lnTo>
                        <a:lnTo>
                          <a:pt x="71" y="36"/>
                        </a:lnTo>
                        <a:lnTo>
                          <a:pt x="63" y="38"/>
                        </a:lnTo>
                        <a:lnTo>
                          <a:pt x="54" y="40"/>
                        </a:lnTo>
                        <a:lnTo>
                          <a:pt x="42" y="40"/>
                        </a:lnTo>
                        <a:lnTo>
                          <a:pt x="29" y="42"/>
                        </a:lnTo>
                        <a:lnTo>
                          <a:pt x="15" y="42"/>
                        </a:lnTo>
                        <a:lnTo>
                          <a:pt x="0" y="42"/>
                        </a:lnTo>
                        <a:lnTo>
                          <a:pt x="23" y="47"/>
                        </a:lnTo>
                        <a:lnTo>
                          <a:pt x="37" y="49"/>
                        </a:lnTo>
                        <a:lnTo>
                          <a:pt x="50" y="49"/>
                        </a:lnTo>
                        <a:lnTo>
                          <a:pt x="65" y="49"/>
                        </a:lnTo>
                        <a:lnTo>
                          <a:pt x="87" y="48"/>
                        </a:lnTo>
                        <a:lnTo>
                          <a:pt x="106" y="46"/>
                        </a:lnTo>
                        <a:lnTo>
                          <a:pt x="121" y="42"/>
                        </a:lnTo>
                        <a:lnTo>
                          <a:pt x="138" y="38"/>
                        </a:lnTo>
                        <a:lnTo>
                          <a:pt x="145" y="36"/>
                        </a:lnTo>
                        <a:lnTo>
                          <a:pt x="152" y="34"/>
                        </a:lnTo>
                        <a:lnTo>
                          <a:pt x="156" y="33"/>
                        </a:lnTo>
                        <a:lnTo>
                          <a:pt x="158" y="34"/>
                        </a:lnTo>
                        <a:lnTo>
                          <a:pt x="158" y="36"/>
                        </a:lnTo>
                        <a:lnTo>
                          <a:pt x="157" y="39"/>
                        </a:lnTo>
                        <a:lnTo>
                          <a:pt x="152" y="42"/>
                        </a:lnTo>
                        <a:lnTo>
                          <a:pt x="145" y="46"/>
                        </a:lnTo>
                        <a:lnTo>
                          <a:pt x="136" y="49"/>
                        </a:lnTo>
                        <a:lnTo>
                          <a:pt x="124" y="53"/>
                        </a:lnTo>
                        <a:lnTo>
                          <a:pt x="109" y="57"/>
                        </a:lnTo>
                        <a:lnTo>
                          <a:pt x="91" y="60"/>
                        </a:lnTo>
                        <a:lnTo>
                          <a:pt x="74" y="63"/>
                        </a:lnTo>
                        <a:lnTo>
                          <a:pt x="55" y="65"/>
                        </a:lnTo>
                        <a:lnTo>
                          <a:pt x="23" y="68"/>
                        </a:lnTo>
                        <a:lnTo>
                          <a:pt x="43" y="71"/>
                        </a:lnTo>
                        <a:lnTo>
                          <a:pt x="59" y="73"/>
                        </a:lnTo>
                        <a:lnTo>
                          <a:pt x="79" y="73"/>
                        </a:lnTo>
                        <a:lnTo>
                          <a:pt x="100" y="70"/>
                        </a:lnTo>
                        <a:lnTo>
                          <a:pt x="116" y="68"/>
                        </a:lnTo>
                        <a:lnTo>
                          <a:pt x="128" y="65"/>
                        </a:lnTo>
                        <a:lnTo>
                          <a:pt x="138" y="63"/>
                        </a:lnTo>
                        <a:lnTo>
                          <a:pt x="149" y="59"/>
                        </a:lnTo>
                        <a:lnTo>
                          <a:pt x="157" y="57"/>
                        </a:lnTo>
                        <a:lnTo>
                          <a:pt x="161" y="56"/>
                        </a:lnTo>
                        <a:lnTo>
                          <a:pt x="163" y="56"/>
                        </a:lnTo>
                        <a:lnTo>
                          <a:pt x="162" y="58"/>
                        </a:lnTo>
                        <a:lnTo>
                          <a:pt x="161" y="61"/>
                        </a:lnTo>
                        <a:lnTo>
                          <a:pt x="158" y="64"/>
                        </a:lnTo>
                        <a:lnTo>
                          <a:pt x="150" y="68"/>
                        </a:lnTo>
                        <a:lnTo>
                          <a:pt x="142" y="72"/>
                        </a:lnTo>
                        <a:lnTo>
                          <a:pt x="133" y="75"/>
                        </a:lnTo>
                        <a:lnTo>
                          <a:pt x="121" y="79"/>
                        </a:lnTo>
                        <a:lnTo>
                          <a:pt x="107" y="83"/>
                        </a:lnTo>
                        <a:lnTo>
                          <a:pt x="86" y="87"/>
                        </a:lnTo>
                        <a:lnTo>
                          <a:pt x="71" y="89"/>
                        </a:lnTo>
                        <a:lnTo>
                          <a:pt x="58" y="90"/>
                        </a:lnTo>
                        <a:lnTo>
                          <a:pt x="37" y="91"/>
                        </a:lnTo>
                        <a:lnTo>
                          <a:pt x="58" y="94"/>
                        </a:lnTo>
                        <a:lnTo>
                          <a:pt x="74" y="95"/>
                        </a:lnTo>
                        <a:lnTo>
                          <a:pt x="88" y="95"/>
                        </a:lnTo>
                        <a:lnTo>
                          <a:pt x="103" y="95"/>
                        </a:lnTo>
                        <a:lnTo>
                          <a:pt x="118" y="93"/>
                        </a:lnTo>
                        <a:lnTo>
                          <a:pt x="129" y="91"/>
                        </a:lnTo>
                        <a:lnTo>
                          <a:pt x="138" y="88"/>
                        </a:lnTo>
                        <a:lnTo>
                          <a:pt x="153" y="84"/>
                        </a:lnTo>
                        <a:lnTo>
                          <a:pt x="155" y="84"/>
                        </a:lnTo>
                        <a:lnTo>
                          <a:pt x="157" y="85"/>
                        </a:lnTo>
                        <a:lnTo>
                          <a:pt x="157" y="88"/>
                        </a:lnTo>
                        <a:lnTo>
                          <a:pt x="155" y="90"/>
                        </a:lnTo>
                        <a:lnTo>
                          <a:pt x="151" y="93"/>
                        </a:lnTo>
                        <a:lnTo>
                          <a:pt x="146" y="96"/>
                        </a:lnTo>
                        <a:lnTo>
                          <a:pt x="137" y="100"/>
                        </a:lnTo>
                        <a:lnTo>
                          <a:pt x="128" y="104"/>
                        </a:lnTo>
                        <a:lnTo>
                          <a:pt x="119" y="106"/>
                        </a:lnTo>
                        <a:lnTo>
                          <a:pt x="109" y="108"/>
                        </a:lnTo>
                        <a:lnTo>
                          <a:pt x="100" y="109"/>
                        </a:lnTo>
                        <a:lnTo>
                          <a:pt x="88" y="110"/>
                        </a:lnTo>
                        <a:lnTo>
                          <a:pt x="74" y="111"/>
                        </a:lnTo>
                        <a:lnTo>
                          <a:pt x="61" y="111"/>
                        </a:lnTo>
                        <a:lnTo>
                          <a:pt x="40" y="111"/>
                        </a:lnTo>
                        <a:lnTo>
                          <a:pt x="51" y="114"/>
                        </a:lnTo>
                        <a:lnTo>
                          <a:pt x="62" y="117"/>
                        </a:lnTo>
                        <a:lnTo>
                          <a:pt x="73" y="118"/>
                        </a:lnTo>
                        <a:lnTo>
                          <a:pt x="83" y="118"/>
                        </a:lnTo>
                        <a:lnTo>
                          <a:pt x="93" y="119"/>
                        </a:lnTo>
                        <a:lnTo>
                          <a:pt x="104" y="118"/>
                        </a:lnTo>
                        <a:lnTo>
                          <a:pt x="112" y="118"/>
                        </a:lnTo>
                        <a:lnTo>
                          <a:pt x="121" y="117"/>
                        </a:lnTo>
                        <a:lnTo>
                          <a:pt x="132" y="114"/>
                        </a:lnTo>
                        <a:lnTo>
                          <a:pt x="140" y="113"/>
                        </a:lnTo>
                        <a:lnTo>
                          <a:pt x="143" y="113"/>
                        </a:lnTo>
                        <a:lnTo>
                          <a:pt x="143" y="115"/>
                        </a:lnTo>
                        <a:lnTo>
                          <a:pt x="143" y="117"/>
                        </a:lnTo>
                        <a:lnTo>
                          <a:pt x="140" y="119"/>
                        </a:lnTo>
                        <a:lnTo>
                          <a:pt x="137" y="122"/>
                        </a:lnTo>
                        <a:lnTo>
                          <a:pt x="133" y="123"/>
                        </a:lnTo>
                        <a:lnTo>
                          <a:pt x="128" y="125"/>
                        </a:lnTo>
                        <a:lnTo>
                          <a:pt x="121" y="127"/>
                        </a:lnTo>
                        <a:lnTo>
                          <a:pt x="105" y="129"/>
                        </a:lnTo>
                        <a:lnTo>
                          <a:pt x="91" y="130"/>
                        </a:lnTo>
                        <a:lnTo>
                          <a:pt x="62" y="132"/>
                        </a:lnTo>
                        <a:lnTo>
                          <a:pt x="99" y="134"/>
                        </a:lnTo>
                        <a:lnTo>
                          <a:pt x="107" y="134"/>
                        </a:lnTo>
                        <a:lnTo>
                          <a:pt x="110" y="135"/>
                        </a:lnTo>
                        <a:lnTo>
                          <a:pt x="112" y="136"/>
                        </a:lnTo>
                        <a:lnTo>
                          <a:pt x="112" y="139"/>
                        </a:lnTo>
                        <a:lnTo>
                          <a:pt x="114" y="140"/>
                        </a:lnTo>
                        <a:lnTo>
                          <a:pt x="118" y="141"/>
                        </a:lnTo>
                        <a:lnTo>
                          <a:pt x="126" y="138"/>
                        </a:lnTo>
                        <a:lnTo>
                          <a:pt x="132" y="135"/>
                        </a:lnTo>
                        <a:lnTo>
                          <a:pt x="137" y="133"/>
                        </a:lnTo>
                        <a:lnTo>
                          <a:pt x="141" y="130"/>
                        </a:lnTo>
                        <a:lnTo>
                          <a:pt x="145" y="126"/>
                        </a:lnTo>
                        <a:lnTo>
                          <a:pt x="159" y="111"/>
                        </a:lnTo>
                        <a:lnTo>
                          <a:pt x="169" y="99"/>
                        </a:lnTo>
                        <a:lnTo>
                          <a:pt x="173" y="92"/>
                        </a:lnTo>
                        <a:lnTo>
                          <a:pt x="174" y="89"/>
                        </a:lnTo>
                        <a:lnTo>
                          <a:pt x="174" y="88"/>
                        </a:lnTo>
                        <a:lnTo>
                          <a:pt x="174" y="85"/>
                        </a:lnTo>
                        <a:lnTo>
                          <a:pt x="172" y="83"/>
                        </a:lnTo>
                        <a:lnTo>
                          <a:pt x="171" y="81"/>
                        </a:lnTo>
                        <a:lnTo>
                          <a:pt x="170" y="79"/>
                        </a:lnTo>
                        <a:lnTo>
                          <a:pt x="171" y="76"/>
                        </a:lnTo>
                        <a:lnTo>
                          <a:pt x="172" y="74"/>
                        </a:lnTo>
                        <a:lnTo>
                          <a:pt x="174" y="72"/>
                        </a:lnTo>
                        <a:lnTo>
                          <a:pt x="175" y="70"/>
                        </a:lnTo>
                        <a:lnTo>
                          <a:pt x="177" y="68"/>
                        </a:lnTo>
                        <a:lnTo>
                          <a:pt x="179" y="66"/>
                        </a:lnTo>
                        <a:lnTo>
                          <a:pt x="179" y="63"/>
                        </a:lnTo>
                        <a:lnTo>
                          <a:pt x="177" y="60"/>
                        </a:lnTo>
                        <a:lnTo>
                          <a:pt x="175" y="58"/>
                        </a:lnTo>
                        <a:lnTo>
                          <a:pt x="174" y="56"/>
                        </a:lnTo>
                        <a:lnTo>
                          <a:pt x="172" y="54"/>
                        </a:lnTo>
                        <a:lnTo>
                          <a:pt x="171" y="52"/>
                        </a:lnTo>
                        <a:lnTo>
                          <a:pt x="172" y="50"/>
                        </a:lnTo>
                        <a:lnTo>
                          <a:pt x="174" y="47"/>
                        </a:lnTo>
                        <a:lnTo>
                          <a:pt x="177" y="45"/>
                        </a:lnTo>
                        <a:lnTo>
                          <a:pt x="177" y="42"/>
                        </a:lnTo>
                        <a:lnTo>
                          <a:pt x="177" y="39"/>
                        </a:lnTo>
                        <a:lnTo>
                          <a:pt x="176" y="36"/>
                        </a:lnTo>
                        <a:lnTo>
                          <a:pt x="174" y="34"/>
                        </a:lnTo>
                        <a:lnTo>
                          <a:pt x="173" y="32"/>
                        </a:lnTo>
                        <a:lnTo>
                          <a:pt x="172" y="30"/>
                        </a:lnTo>
                        <a:lnTo>
                          <a:pt x="172" y="27"/>
                        </a:lnTo>
                        <a:lnTo>
                          <a:pt x="174" y="24"/>
                        </a:lnTo>
                        <a:lnTo>
                          <a:pt x="175" y="23"/>
                        </a:lnTo>
                        <a:lnTo>
                          <a:pt x="177" y="21"/>
                        </a:lnTo>
                        <a:lnTo>
                          <a:pt x="179" y="18"/>
                        </a:lnTo>
                        <a:lnTo>
                          <a:pt x="179" y="16"/>
                        </a:lnTo>
                        <a:lnTo>
                          <a:pt x="178" y="14"/>
                        </a:lnTo>
                        <a:lnTo>
                          <a:pt x="176" y="12"/>
                        </a:lnTo>
                        <a:lnTo>
                          <a:pt x="174" y="9"/>
                        </a:lnTo>
                        <a:lnTo>
                          <a:pt x="173" y="6"/>
                        </a:lnTo>
                        <a:lnTo>
                          <a:pt x="173" y="0"/>
                        </a:lnTo>
                        <a:lnTo>
                          <a:pt x="155" y="10"/>
                        </a:lnTo>
                        <a:lnTo>
                          <a:pt x="143" y="14"/>
                        </a:lnTo>
                        <a:lnTo>
                          <a:pt x="131" y="17"/>
                        </a:lnTo>
                        <a:lnTo>
                          <a:pt x="116" y="21"/>
                        </a:lnTo>
                        <a:lnTo>
                          <a:pt x="102" y="23"/>
                        </a:lnTo>
                        <a:lnTo>
                          <a:pt x="89" y="25"/>
                        </a:lnTo>
                        <a:lnTo>
                          <a:pt x="71" y="27"/>
                        </a:lnTo>
                      </a:path>
                    </a:pathLst>
                  </a:custGeom>
                  <a:solidFill>
                    <a:srgbClr val="FFA04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nvGrpSpPr>
              <p:cNvPr id="189499" name="Group 59">
                <a:extLst>
                  <a:ext uri="{FF2B5EF4-FFF2-40B4-BE49-F238E27FC236}">
                    <a16:creationId xmlns:a16="http://schemas.microsoft.com/office/drawing/2014/main" id="{C46B4346-1D4F-40E6-993C-708AFA1C51BD}"/>
                  </a:ext>
                </a:extLst>
              </p:cNvPr>
              <p:cNvGrpSpPr>
                <a:grpSpLocks/>
              </p:cNvGrpSpPr>
              <p:nvPr/>
            </p:nvGrpSpPr>
            <p:grpSpPr bwMode="auto">
              <a:xfrm>
                <a:off x="3944" y="1816"/>
                <a:ext cx="54" cy="90"/>
                <a:chOff x="3944" y="1816"/>
                <a:chExt cx="54" cy="90"/>
              </a:xfrm>
            </p:grpSpPr>
            <p:sp>
              <p:nvSpPr>
                <p:cNvPr id="189500" name="Freeform 60">
                  <a:extLst>
                    <a:ext uri="{FF2B5EF4-FFF2-40B4-BE49-F238E27FC236}">
                      <a16:creationId xmlns:a16="http://schemas.microsoft.com/office/drawing/2014/main" id="{3153E420-8A3E-4095-8F6B-B6F11794AC38}"/>
                    </a:ext>
                  </a:extLst>
                </p:cNvPr>
                <p:cNvSpPr>
                  <a:spLocks/>
                </p:cNvSpPr>
                <p:nvPr/>
              </p:nvSpPr>
              <p:spPr bwMode="auto">
                <a:xfrm>
                  <a:off x="3954" y="1840"/>
                  <a:ext cx="42" cy="17"/>
                </a:xfrm>
                <a:custGeom>
                  <a:avLst/>
                  <a:gdLst>
                    <a:gd name="T0" fmla="*/ 41 w 42"/>
                    <a:gd name="T1" fmla="*/ 2 h 17"/>
                    <a:gd name="T2" fmla="*/ 37 w 42"/>
                    <a:gd name="T3" fmla="*/ 0 h 17"/>
                    <a:gd name="T4" fmla="*/ 24 w 42"/>
                    <a:gd name="T5" fmla="*/ 5 h 17"/>
                    <a:gd name="T6" fmla="*/ 12 w 42"/>
                    <a:gd name="T7" fmla="*/ 10 h 17"/>
                    <a:gd name="T8" fmla="*/ 0 w 42"/>
                    <a:gd name="T9" fmla="*/ 13 h 17"/>
                    <a:gd name="T10" fmla="*/ 2 w 42"/>
                    <a:gd name="T11" fmla="*/ 16 h 17"/>
                    <a:gd name="T12" fmla="*/ 10 w 42"/>
                    <a:gd name="T13" fmla="*/ 16 h 17"/>
                    <a:gd name="T14" fmla="*/ 21 w 42"/>
                    <a:gd name="T15" fmla="*/ 14 h 17"/>
                    <a:gd name="T16" fmla="*/ 32 w 42"/>
                    <a:gd name="T17" fmla="*/ 8 h 17"/>
                    <a:gd name="T18" fmla="*/ 41 w 42"/>
                    <a:gd name="T19" fmla="*/ 2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2" h="17">
                      <a:moveTo>
                        <a:pt x="41" y="2"/>
                      </a:moveTo>
                      <a:lnTo>
                        <a:pt x="37" y="0"/>
                      </a:lnTo>
                      <a:lnTo>
                        <a:pt x="24" y="5"/>
                      </a:lnTo>
                      <a:lnTo>
                        <a:pt x="12" y="10"/>
                      </a:lnTo>
                      <a:lnTo>
                        <a:pt x="0" y="13"/>
                      </a:lnTo>
                      <a:lnTo>
                        <a:pt x="2" y="16"/>
                      </a:lnTo>
                      <a:lnTo>
                        <a:pt x="10" y="16"/>
                      </a:lnTo>
                      <a:lnTo>
                        <a:pt x="21" y="14"/>
                      </a:lnTo>
                      <a:lnTo>
                        <a:pt x="32" y="8"/>
                      </a:lnTo>
                      <a:lnTo>
                        <a:pt x="41" y="2"/>
                      </a:lnTo>
                    </a:path>
                  </a:pathLst>
                </a:custGeom>
                <a:solidFill>
                  <a:srgbClr val="FFE0C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9501" name="Freeform 61">
                  <a:extLst>
                    <a:ext uri="{FF2B5EF4-FFF2-40B4-BE49-F238E27FC236}">
                      <a16:creationId xmlns:a16="http://schemas.microsoft.com/office/drawing/2014/main" id="{E554F4C6-59FF-41C2-974F-C4510BE949FE}"/>
                    </a:ext>
                  </a:extLst>
                </p:cNvPr>
                <p:cNvSpPr>
                  <a:spLocks/>
                </p:cNvSpPr>
                <p:nvPr/>
              </p:nvSpPr>
              <p:spPr bwMode="auto">
                <a:xfrm>
                  <a:off x="3962" y="1863"/>
                  <a:ext cx="36" cy="17"/>
                </a:xfrm>
                <a:custGeom>
                  <a:avLst/>
                  <a:gdLst>
                    <a:gd name="T0" fmla="*/ 35 w 36"/>
                    <a:gd name="T1" fmla="*/ 2 h 17"/>
                    <a:gd name="T2" fmla="*/ 33 w 36"/>
                    <a:gd name="T3" fmla="*/ 0 h 17"/>
                    <a:gd name="T4" fmla="*/ 21 w 36"/>
                    <a:gd name="T5" fmla="*/ 6 h 17"/>
                    <a:gd name="T6" fmla="*/ 11 w 36"/>
                    <a:gd name="T7" fmla="*/ 10 h 17"/>
                    <a:gd name="T8" fmla="*/ 0 w 36"/>
                    <a:gd name="T9" fmla="*/ 13 h 17"/>
                    <a:gd name="T10" fmla="*/ 2 w 36"/>
                    <a:gd name="T11" fmla="*/ 16 h 17"/>
                    <a:gd name="T12" fmla="*/ 10 w 36"/>
                    <a:gd name="T13" fmla="*/ 16 h 17"/>
                    <a:gd name="T14" fmla="*/ 18 w 36"/>
                    <a:gd name="T15" fmla="*/ 14 h 17"/>
                    <a:gd name="T16" fmla="*/ 26 w 36"/>
                    <a:gd name="T17" fmla="*/ 9 h 17"/>
                    <a:gd name="T18" fmla="*/ 35 w 36"/>
                    <a:gd name="T19" fmla="*/ 2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6" h="17">
                      <a:moveTo>
                        <a:pt x="35" y="2"/>
                      </a:moveTo>
                      <a:lnTo>
                        <a:pt x="33" y="0"/>
                      </a:lnTo>
                      <a:lnTo>
                        <a:pt x="21" y="6"/>
                      </a:lnTo>
                      <a:lnTo>
                        <a:pt x="11" y="10"/>
                      </a:lnTo>
                      <a:lnTo>
                        <a:pt x="0" y="13"/>
                      </a:lnTo>
                      <a:lnTo>
                        <a:pt x="2" y="16"/>
                      </a:lnTo>
                      <a:lnTo>
                        <a:pt x="10" y="16"/>
                      </a:lnTo>
                      <a:lnTo>
                        <a:pt x="18" y="14"/>
                      </a:lnTo>
                      <a:lnTo>
                        <a:pt x="26" y="9"/>
                      </a:lnTo>
                      <a:lnTo>
                        <a:pt x="35" y="2"/>
                      </a:lnTo>
                    </a:path>
                  </a:pathLst>
                </a:custGeom>
                <a:solidFill>
                  <a:srgbClr val="FFE0C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9502" name="Freeform 62">
                  <a:extLst>
                    <a:ext uri="{FF2B5EF4-FFF2-40B4-BE49-F238E27FC236}">
                      <a16:creationId xmlns:a16="http://schemas.microsoft.com/office/drawing/2014/main" id="{B2D4D0B1-BA78-49ED-90D4-93571D4EBF03}"/>
                    </a:ext>
                  </a:extLst>
                </p:cNvPr>
                <p:cNvSpPr>
                  <a:spLocks/>
                </p:cNvSpPr>
                <p:nvPr/>
              </p:nvSpPr>
              <p:spPr bwMode="auto">
                <a:xfrm>
                  <a:off x="3959" y="1889"/>
                  <a:ext cx="38" cy="17"/>
                </a:xfrm>
                <a:custGeom>
                  <a:avLst/>
                  <a:gdLst>
                    <a:gd name="T0" fmla="*/ 37 w 38"/>
                    <a:gd name="T1" fmla="*/ 2 h 17"/>
                    <a:gd name="T2" fmla="*/ 34 w 38"/>
                    <a:gd name="T3" fmla="*/ 0 h 17"/>
                    <a:gd name="T4" fmla="*/ 23 w 38"/>
                    <a:gd name="T5" fmla="*/ 6 h 17"/>
                    <a:gd name="T6" fmla="*/ 12 w 38"/>
                    <a:gd name="T7" fmla="*/ 10 h 17"/>
                    <a:gd name="T8" fmla="*/ 0 w 38"/>
                    <a:gd name="T9" fmla="*/ 13 h 17"/>
                    <a:gd name="T10" fmla="*/ 2 w 38"/>
                    <a:gd name="T11" fmla="*/ 16 h 17"/>
                    <a:gd name="T12" fmla="*/ 10 w 38"/>
                    <a:gd name="T13" fmla="*/ 15 h 17"/>
                    <a:gd name="T14" fmla="*/ 20 w 38"/>
                    <a:gd name="T15" fmla="*/ 13 h 17"/>
                    <a:gd name="T16" fmla="*/ 30 w 38"/>
                    <a:gd name="T17" fmla="*/ 8 h 17"/>
                    <a:gd name="T18" fmla="*/ 37 w 38"/>
                    <a:gd name="T19" fmla="*/ 2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8" h="17">
                      <a:moveTo>
                        <a:pt x="37" y="2"/>
                      </a:moveTo>
                      <a:lnTo>
                        <a:pt x="34" y="0"/>
                      </a:lnTo>
                      <a:lnTo>
                        <a:pt x="23" y="6"/>
                      </a:lnTo>
                      <a:lnTo>
                        <a:pt x="12" y="10"/>
                      </a:lnTo>
                      <a:lnTo>
                        <a:pt x="0" y="13"/>
                      </a:lnTo>
                      <a:lnTo>
                        <a:pt x="2" y="16"/>
                      </a:lnTo>
                      <a:lnTo>
                        <a:pt x="10" y="15"/>
                      </a:lnTo>
                      <a:lnTo>
                        <a:pt x="20" y="13"/>
                      </a:lnTo>
                      <a:lnTo>
                        <a:pt x="30" y="8"/>
                      </a:lnTo>
                      <a:lnTo>
                        <a:pt x="37" y="2"/>
                      </a:lnTo>
                    </a:path>
                  </a:pathLst>
                </a:custGeom>
                <a:solidFill>
                  <a:srgbClr val="FFE0C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9503" name="Freeform 63">
                  <a:extLst>
                    <a:ext uri="{FF2B5EF4-FFF2-40B4-BE49-F238E27FC236}">
                      <a16:creationId xmlns:a16="http://schemas.microsoft.com/office/drawing/2014/main" id="{23FC9FC4-828E-4DF2-9E0B-F189B84950B8}"/>
                    </a:ext>
                  </a:extLst>
                </p:cNvPr>
                <p:cNvSpPr>
                  <a:spLocks/>
                </p:cNvSpPr>
                <p:nvPr/>
              </p:nvSpPr>
              <p:spPr bwMode="auto">
                <a:xfrm>
                  <a:off x="3944" y="1816"/>
                  <a:ext cx="43" cy="17"/>
                </a:xfrm>
                <a:custGeom>
                  <a:avLst/>
                  <a:gdLst>
                    <a:gd name="T0" fmla="*/ 42 w 43"/>
                    <a:gd name="T1" fmla="*/ 2 h 17"/>
                    <a:gd name="T2" fmla="*/ 37 w 43"/>
                    <a:gd name="T3" fmla="*/ 0 h 17"/>
                    <a:gd name="T4" fmla="*/ 23 w 43"/>
                    <a:gd name="T5" fmla="*/ 5 h 17"/>
                    <a:gd name="T6" fmla="*/ 12 w 43"/>
                    <a:gd name="T7" fmla="*/ 9 h 17"/>
                    <a:gd name="T8" fmla="*/ 0 w 43"/>
                    <a:gd name="T9" fmla="*/ 12 h 17"/>
                    <a:gd name="T10" fmla="*/ 2 w 43"/>
                    <a:gd name="T11" fmla="*/ 16 h 17"/>
                    <a:gd name="T12" fmla="*/ 10 w 43"/>
                    <a:gd name="T13" fmla="*/ 15 h 17"/>
                    <a:gd name="T14" fmla="*/ 20 w 43"/>
                    <a:gd name="T15" fmla="*/ 13 h 17"/>
                    <a:gd name="T16" fmla="*/ 31 w 43"/>
                    <a:gd name="T17" fmla="*/ 9 h 17"/>
                    <a:gd name="T18" fmla="*/ 42 w 43"/>
                    <a:gd name="T19" fmla="*/ 2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3" h="17">
                      <a:moveTo>
                        <a:pt x="42" y="2"/>
                      </a:moveTo>
                      <a:lnTo>
                        <a:pt x="37" y="0"/>
                      </a:lnTo>
                      <a:lnTo>
                        <a:pt x="23" y="5"/>
                      </a:lnTo>
                      <a:lnTo>
                        <a:pt x="12" y="9"/>
                      </a:lnTo>
                      <a:lnTo>
                        <a:pt x="0" y="12"/>
                      </a:lnTo>
                      <a:lnTo>
                        <a:pt x="2" y="16"/>
                      </a:lnTo>
                      <a:lnTo>
                        <a:pt x="10" y="15"/>
                      </a:lnTo>
                      <a:lnTo>
                        <a:pt x="20" y="13"/>
                      </a:lnTo>
                      <a:lnTo>
                        <a:pt x="31" y="9"/>
                      </a:lnTo>
                      <a:lnTo>
                        <a:pt x="42" y="2"/>
                      </a:lnTo>
                    </a:path>
                  </a:pathLst>
                </a:custGeom>
                <a:solidFill>
                  <a:srgbClr val="FFE0C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sp>
          <p:nvSpPr>
            <p:cNvPr id="189504" name="Freeform 64">
              <a:extLst>
                <a:ext uri="{FF2B5EF4-FFF2-40B4-BE49-F238E27FC236}">
                  <a16:creationId xmlns:a16="http://schemas.microsoft.com/office/drawing/2014/main" id="{0057EEE0-4E0A-4C2F-BC3B-CD8F7C728F20}"/>
                </a:ext>
              </a:extLst>
            </p:cNvPr>
            <p:cNvSpPr>
              <a:spLocks/>
            </p:cNvSpPr>
            <p:nvPr/>
          </p:nvSpPr>
          <p:spPr bwMode="auto">
            <a:xfrm>
              <a:off x="4147" y="1248"/>
              <a:ext cx="277" cy="333"/>
            </a:xfrm>
            <a:custGeom>
              <a:avLst/>
              <a:gdLst>
                <a:gd name="T0" fmla="*/ 353 w 494"/>
                <a:gd name="T1" fmla="*/ 572 h 594"/>
                <a:gd name="T2" fmla="*/ 357 w 494"/>
                <a:gd name="T3" fmla="*/ 567 h 594"/>
                <a:gd name="T4" fmla="*/ 359 w 494"/>
                <a:gd name="T5" fmla="*/ 563 h 594"/>
                <a:gd name="T6" fmla="*/ 362 w 494"/>
                <a:gd name="T7" fmla="*/ 550 h 594"/>
                <a:gd name="T8" fmla="*/ 381 w 494"/>
                <a:gd name="T9" fmla="*/ 454 h 594"/>
                <a:gd name="T10" fmla="*/ 395 w 494"/>
                <a:gd name="T11" fmla="*/ 420 h 594"/>
                <a:gd name="T12" fmla="*/ 408 w 494"/>
                <a:gd name="T13" fmla="*/ 396 h 594"/>
                <a:gd name="T14" fmla="*/ 433 w 494"/>
                <a:gd name="T15" fmla="*/ 360 h 594"/>
                <a:gd name="T16" fmla="*/ 458 w 494"/>
                <a:gd name="T17" fmla="*/ 324 h 594"/>
                <a:gd name="T18" fmla="*/ 476 w 494"/>
                <a:gd name="T19" fmla="*/ 291 h 594"/>
                <a:gd name="T20" fmla="*/ 487 w 494"/>
                <a:gd name="T21" fmla="*/ 258 h 594"/>
                <a:gd name="T22" fmla="*/ 493 w 494"/>
                <a:gd name="T23" fmla="*/ 216 h 594"/>
                <a:gd name="T24" fmla="*/ 489 w 494"/>
                <a:gd name="T25" fmla="*/ 178 h 594"/>
                <a:gd name="T26" fmla="*/ 478 w 494"/>
                <a:gd name="T27" fmla="*/ 141 h 594"/>
                <a:gd name="T28" fmla="*/ 461 w 494"/>
                <a:gd name="T29" fmla="*/ 107 h 594"/>
                <a:gd name="T30" fmla="*/ 431 w 494"/>
                <a:gd name="T31" fmla="*/ 72 h 594"/>
                <a:gd name="T32" fmla="*/ 399 w 494"/>
                <a:gd name="T33" fmla="*/ 47 h 594"/>
                <a:gd name="T34" fmla="*/ 359 w 494"/>
                <a:gd name="T35" fmla="*/ 24 h 594"/>
                <a:gd name="T36" fmla="*/ 311 w 494"/>
                <a:gd name="T37" fmla="*/ 7 h 594"/>
                <a:gd name="T38" fmla="*/ 272 w 494"/>
                <a:gd name="T39" fmla="*/ 0 h 594"/>
                <a:gd name="T40" fmla="*/ 228 w 494"/>
                <a:gd name="T41" fmla="*/ 0 h 594"/>
                <a:gd name="T42" fmla="*/ 190 w 494"/>
                <a:gd name="T43" fmla="*/ 5 h 594"/>
                <a:gd name="T44" fmla="*/ 153 w 494"/>
                <a:gd name="T45" fmla="*/ 15 h 594"/>
                <a:gd name="T46" fmla="*/ 121 w 494"/>
                <a:gd name="T47" fmla="*/ 29 h 594"/>
                <a:gd name="T48" fmla="*/ 88 w 494"/>
                <a:gd name="T49" fmla="*/ 49 h 594"/>
                <a:gd name="T50" fmla="*/ 59 w 494"/>
                <a:gd name="T51" fmla="*/ 73 h 594"/>
                <a:gd name="T52" fmla="*/ 34 w 494"/>
                <a:gd name="T53" fmla="*/ 100 h 594"/>
                <a:gd name="T54" fmla="*/ 12 w 494"/>
                <a:gd name="T55" fmla="*/ 139 h 594"/>
                <a:gd name="T56" fmla="*/ 1 w 494"/>
                <a:gd name="T57" fmla="*/ 179 h 594"/>
                <a:gd name="T58" fmla="*/ 0 w 494"/>
                <a:gd name="T59" fmla="*/ 214 h 594"/>
                <a:gd name="T60" fmla="*/ 3 w 494"/>
                <a:gd name="T61" fmla="*/ 252 h 594"/>
                <a:gd name="T62" fmla="*/ 14 w 494"/>
                <a:gd name="T63" fmla="*/ 290 h 594"/>
                <a:gd name="T64" fmla="*/ 34 w 494"/>
                <a:gd name="T65" fmla="*/ 326 h 594"/>
                <a:gd name="T66" fmla="*/ 58 w 494"/>
                <a:gd name="T67" fmla="*/ 361 h 594"/>
                <a:gd name="T68" fmla="*/ 90 w 494"/>
                <a:gd name="T69" fmla="*/ 409 h 594"/>
                <a:gd name="T70" fmla="*/ 104 w 494"/>
                <a:gd name="T71" fmla="*/ 436 h 594"/>
                <a:gd name="T72" fmla="*/ 114 w 494"/>
                <a:gd name="T73" fmla="*/ 467 h 594"/>
                <a:gd name="T74" fmla="*/ 121 w 494"/>
                <a:gd name="T75" fmla="*/ 511 h 594"/>
                <a:gd name="T76" fmla="*/ 128 w 494"/>
                <a:gd name="T77" fmla="*/ 549 h 594"/>
                <a:gd name="T78" fmla="*/ 132 w 494"/>
                <a:gd name="T79" fmla="*/ 564 h 594"/>
                <a:gd name="T80" fmla="*/ 134 w 494"/>
                <a:gd name="T81" fmla="*/ 567 h 594"/>
                <a:gd name="T82" fmla="*/ 140 w 494"/>
                <a:gd name="T83" fmla="*/ 573 h 594"/>
                <a:gd name="T84" fmla="*/ 154 w 494"/>
                <a:gd name="T85" fmla="*/ 580 h 594"/>
                <a:gd name="T86" fmla="*/ 171 w 494"/>
                <a:gd name="T87" fmla="*/ 585 h 594"/>
                <a:gd name="T88" fmla="*/ 190 w 494"/>
                <a:gd name="T89" fmla="*/ 589 h 594"/>
                <a:gd name="T90" fmla="*/ 209 w 494"/>
                <a:gd name="T91" fmla="*/ 591 h 594"/>
                <a:gd name="T92" fmla="*/ 228 w 494"/>
                <a:gd name="T93" fmla="*/ 592 h 594"/>
                <a:gd name="T94" fmla="*/ 245 w 494"/>
                <a:gd name="T95" fmla="*/ 593 h 594"/>
                <a:gd name="T96" fmla="*/ 265 w 494"/>
                <a:gd name="T97" fmla="*/ 592 h 594"/>
                <a:gd name="T98" fmla="*/ 284 w 494"/>
                <a:gd name="T99" fmla="*/ 591 h 594"/>
                <a:gd name="T100" fmla="*/ 302 w 494"/>
                <a:gd name="T101" fmla="*/ 588 h 594"/>
                <a:gd name="T102" fmla="*/ 319 w 494"/>
                <a:gd name="T103" fmla="*/ 585 h 594"/>
                <a:gd name="T104" fmla="*/ 335 w 494"/>
                <a:gd name="T105" fmla="*/ 580 h 5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494" h="594">
                  <a:moveTo>
                    <a:pt x="345" y="577"/>
                  </a:moveTo>
                  <a:lnTo>
                    <a:pt x="349" y="574"/>
                  </a:lnTo>
                  <a:lnTo>
                    <a:pt x="353" y="572"/>
                  </a:lnTo>
                  <a:lnTo>
                    <a:pt x="354" y="570"/>
                  </a:lnTo>
                  <a:lnTo>
                    <a:pt x="356" y="568"/>
                  </a:lnTo>
                  <a:lnTo>
                    <a:pt x="357" y="567"/>
                  </a:lnTo>
                  <a:lnTo>
                    <a:pt x="358" y="566"/>
                  </a:lnTo>
                  <a:lnTo>
                    <a:pt x="358" y="565"/>
                  </a:lnTo>
                  <a:lnTo>
                    <a:pt x="359" y="563"/>
                  </a:lnTo>
                  <a:lnTo>
                    <a:pt x="360" y="561"/>
                  </a:lnTo>
                  <a:lnTo>
                    <a:pt x="360" y="559"/>
                  </a:lnTo>
                  <a:lnTo>
                    <a:pt x="362" y="550"/>
                  </a:lnTo>
                  <a:lnTo>
                    <a:pt x="376" y="473"/>
                  </a:lnTo>
                  <a:lnTo>
                    <a:pt x="379" y="462"/>
                  </a:lnTo>
                  <a:lnTo>
                    <a:pt x="381" y="454"/>
                  </a:lnTo>
                  <a:lnTo>
                    <a:pt x="385" y="443"/>
                  </a:lnTo>
                  <a:lnTo>
                    <a:pt x="390" y="431"/>
                  </a:lnTo>
                  <a:lnTo>
                    <a:pt x="395" y="420"/>
                  </a:lnTo>
                  <a:lnTo>
                    <a:pt x="400" y="411"/>
                  </a:lnTo>
                  <a:lnTo>
                    <a:pt x="404" y="403"/>
                  </a:lnTo>
                  <a:lnTo>
                    <a:pt x="408" y="396"/>
                  </a:lnTo>
                  <a:lnTo>
                    <a:pt x="416" y="383"/>
                  </a:lnTo>
                  <a:lnTo>
                    <a:pt x="424" y="371"/>
                  </a:lnTo>
                  <a:lnTo>
                    <a:pt x="433" y="360"/>
                  </a:lnTo>
                  <a:lnTo>
                    <a:pt x="439" y="351"/>
                  </a:lnTo>
                  <a:lnTo>
                    <a:pt x="451" y="335"/>
                  </a:lnTo>
                  <a:lnTo>
                    <a:pt x="458" y="324"/>
                  </a:lnTo>
                  <a:lnTo>
                    <a:pt x="465" y="314"/>
                  </a:lnTo>
                  <a:lnTo>
                    <a:pt x="470" y="304"/>
                  </a:lnTo>
                  <a:lnTo>
                    <a:pt x="476" y="291"/>
                  </a:lnTo>
                  <a:lnTo>
                    <a:pt x="480" y="280"/>
                  </a:lnTo>
                  <a:lnTo>
                    <a:pt x="484" y="268"/>
                  </a:lnTo>
                  <a:lnTo>
                    <a:pt x="487" y="258"/>
                  </a:lnTo>
                  <a:lnTo>
                    <a:pt x="490" y="247"/>
                  </a:lnTo>
                  <a:lnTo>
                    <a:pt x="492" y="232"/>
                  </a:lnTo>
                  <a:lnTo>
                    <a:pt x="493" y="216"/>
                  </a:lnTo>
                  <a:lnTo>
                    <a:pt x="493" y="201"/>
                  </a:lnTo>
                  <a:lnTo>
                    <a:pt x="491" y="189"/>
                  </a:lnTo>
                  <a:lnTo>
                    <a:pt x="489" y="178"/>
                  </a:lnTo>
                  <a:lnTo>
                    <a:pt x="487" y="167"/>
                  </a:lnTo>
                  <a:lnTo>
                    <a:pt x="483" y="154"/>
                  </a:lnTo>
                  <a:lnTo>
                    <a:pt x="478" y="141"/>
                  </a:lnTo>
                  <a:lnTo>
                    <a:pt x="473" y="129"/>
                  </a:lnTo>
                  <a:lnTo>
                    <a:pt x="468" y="117"/>
                  </a:lnTo>
                  <a:lnTo>
                    <a:pt x="461" y="107"/>
                  </a:lnTo>
                  <a:lnTo>
                    <a:pt x="451" y="94"/>
                  </a:lnTo>
                  <a:lnTo>
                    <a:pt x="441" y="82"/>
                  </a:lnTo>
                  <a:lnTo>
                    <a:pt x="431" y="72"/>
                  </a:lnTo>
                  <a:lnTo>
                    <a:pt x="421" y="63"/>
                  </a:lnTo>
                  <a:lnTo>
                    <a:pt x="411" y="55"/>
                  </a:lnTo>
                  <a:lnTo>
                    <a:pt x="399" y="47"/>
                  </a:lnTo>
                  <a:lnTo>
                    <a:pt x="388" y="39"/>
                  </a:lnTo>
                  <a:lnTo>
                    <a:pt x="374" y="32"/>
                  </a:lnTo>
                  <a:lnTo>
                    <a:pt x="359" y="24"/>
                  </a:lnTo>
                  <a:lnTo>
                    <a:pt x="344" y="17"/>
                  </a:lnTo>
                  <a:lnTo>
                    <a:pt x="327" y="12"/>
                  </a:lnTo>
                  <a:lnTo>
                    <a:pt x="311" y="7"/>
                  </a:lnTo>
                  <a:lnTo>
                    <a:pt x="299" y="5"/>
                  </a:lnTo>
                  <a:lnTo>
                    <a:pt x="285" y="2"/>
                  </a:lnTo>
                  <a:lnTo>
                    <a:pt x="272" y="0"/>
                  </a:lnTo>
                  <a:lnTo>
                    <a:pt x="257" y="0"/>
                  </a:lnTo>
                  <a:lnTo>
                    <a:pt x="243" y="0"/>
                  </a:lnTo>
                  <a:lnTo>
                    <a:pt x="228" y="0"/>
                  </a:lnTo>
                  <a:lnTo>
                    <a:pt x="215" y="0"/>
                  </a:lnTo>
                  <a:lnTo>
                    <a:pt x="201" y="3"/>
                  </a:lnTo>
                  <a:lnTo>
                    <a:pt x="190" y="5"/>
                  </a:lnTo>
                  <a:lnTo>
                    <a:pt x="177" y="8"/>
                  </a:lnTo>
                  <a:lnTo>
                    <a:pt x="164" y="11"/>
                  </a:lnTo>
                  <a:lnTo>
                    <a:pt x="153" y="15"/>
                  </a:lnTo>
                  <a:lnTo>
                    <a:pt x="142" y="19"/>
                  </a:lnTo>
                  <a:lnTo>
                    <a:pt x="132" y="24"/>
                  </a:lnTo>
                  <a:lnTo>
                    <a:pt x="121" y="29"/>
                  </a:lnTo>
                  <a:lnTo>
                    <a:pt x="111" y="35"/>
                  </a:lnTo>
                  <a:lnTo>
                    <a:pt x="99" y="42"/>
                  </a:lnTo>
                  <a:lnTo>
                    <a:pt x="88" y="49"/>
                  </a:lnTo>
                  <a:lnTo>
                    <a:pt x="79" y="56"/>
                  </a:lnTo>
                  <a:lnTo>
                    <a:pt x="69" y="64"/>
                  </a:lnTo>
                  <a:lnTo>
                    <a:pt x="59" y="73"/>
                  </a:lnTo>
                  <a:lnTo>
                    <a:pt x="50" y="81"/>
                  </a:lnTo>
                  <a:lnTo>
                    <a:pt x="42" y="89"/>
                  </a:lnTo>
                  <a:lnTo>
                    <a:pt x="34" y="100"/>
                  </a:lnTo>
                  <a:lnTo>
                    <a:pt x="25" y="112"/>
                  </a:lnTo>
                  <a:lnTo>
                    <a:pt x="17" y="126"/>
                  </a:lnTo>
                  <a:lnTo>
                    <a:pt x="12" y="139"/>
                  </a:lnTo>
                  <a:lnTo>
                    <a:pt x="8" y="153"/>
                  </a:lnTo>
                  <a:lnTo>
                    <a:pt x="3" y="166"/>
                  </a:lnTo>
                  <a:lnTo>
                    <a:pt x="1" y="179"/>
                  </a:lnTo>
                  <a:lnTo>
                    <a:pt x="0" y="191"/>
                  </a:lnTo>
                  <a:lnTo>
                    <a:pt x="0" y="203"/>
                  </a:lnTo>
                  <a:lnTo>
                    <a:pt x="0" y="214"/>
                  </a:lnTo>
                  <a:lnTo>
                    <a:pt x="0" y="227"/>
                  </a:lnTo>
                  <a:lnTo>
                    <a:pt x="0" y="238"/>
                  </a:lnTo>
                  <a:lnTo>
                    <a:pt x="3" y="252"/>
                  </a:lnTo>
                  <a:lnTo>
                    <a:pt x="5" y="264"/>
                  </a:lnTo>
                  <a:lnTo>
                    <a:pt x="9" y="277"/>
                  </a:lnTo>
                  <a:lnTo>
                    <a:pt x="14" y="290"/>
                  </a:lnTo>
                  <a:lnTo>
                    <a:pt x="20" y="303"/>
                  </a:lnTo>
                  <a:lnTo>
                    <a:pt x="27" y="314"/>
                  </a:lnTo>
                  <a:lnTo>
                    <a:pt x="34" y="326"/>
                  </a:lnTo>
                  <a:lnTo>
                    <a:pt x="43" y="338"/>
                  </a:lnTo>
                  <a:lnTo>
                    <a:pt x="50" y="349"/>
                  </a:lnTo>
                  <a:lnTo>
                    <a:pt x="58" y="361"/>
                  </a:lnTo>
                  <a:lnTo>
                    <a:pt x="66" y="373"/>
                  </a:lnTo>
                  <a:lnTo>
                    <a:pt x="78" y="390"/>
                  </a:lnTo>
                  <a:lnTo>
                    <a:pt x="90" y="409"/>
                  </a:lnTo>
                  <a:lnTo>
                    <a:pt x="96" y="418"/>
                  </a:lnTo>
                  <a:lnTo>
                    <a:pt x="100" y="426"/>
                  </a:lnTo>
                  <a:lnTo>
                    <a:pt x="104" y="436"/>
                  </a:lnTo>
                  <a:lnTo>
                    <a:pt x="108" y="446"/>
                  </a:lnTo>
                  <a:lnTo>
                    <a:pt x="111" y="456"/>
                  </a:lnTo>
                  <a:lnTo>
                    <a:pt x="114" y="467"/>
                  </a:lnTo>
                  <a:lnTo>
                    <a:pt x="116" y="482"/>
                  </a:lnTo>
                  <a:lnTo>
                    <a:pt x="120" y="498"/>
                  </a:lnTo>
                  <a:lnTo>
                    <a:pt x="121" y="511"/>
                  </a:lnTo>
                  <a:lnTo>
                    <a:pt x="124" y="527"/>
                  </a:lnTo>
                  <a:lnTo>
                    <a:pt x="126" y="539"/>
                  </a:lnTo>
                  <a:lnTo>
                    <a:pt x="128" y="549"/>
                  </a:lnTo>
                  <a:lnTo>
                    <a:pt x="130" y="559"/>
                  </a:lnTo>
                  <a:lnTo>
                    <a:pt x="132" y="561"/>
                  </a:lnTo>
                  <a:lnTo>
                    <a:pt x="132" y="564"/>
                  </a:lnTo>
                  <a:lnTo>
                    <a:pt x="132" y="565"/>
                  </a:lnTo>
                  <a:lnTo>
                    <a:pt x="133" y="566"/>
                  </a:lnTo>
                  <a:lnTo>
                    <a:pt x="134" y="567"/>
                  </a:lnTo>
                  <a:lnTo>
                    <a:pt x="136" y="569"/>
                  </a:lnTo>
                  <a:lnTo>
                    <a:pt x="138" y="571"/>
                  </a:lnTo>
                  <a:lnTo>
                    <a:pt x="140" y="573"/>
                  </a:lnTo>
                  <a:lnTo>
                    <a:pt x="144" y="576"/>
                  </a:lnTo>
                  <a:lnTo>
                    <a:pt x="148" y="577"/>
                  </a:lnTo>
                  <a:lnTo>
                    <a:pt x="154" y="580"/>
                  </a:lnTo>
                  <a:lnTo>
                    <a:pt x="160" y="582"/>
                  </a:lnTo>
                  <a:lnTo>
                    <a:pt x="166" y="584"/>
                  </a:lnTo>
                  <a:lnTo>
                    <a:pt x="171" y="585"/>
                  </a:lnTo>
                  <a:lnTo>
                    <a:pt x="176" y="586"/>
                  </a:lnTo>
                  <a:lnTo>
                    <a:pt x="183" y="587"/>
                  </a:lnTo>
                  <a:lnTo>
                    <a:pt x="190" y="589"/>
                  </a:lnTo>
                  <a:lnTo>
                    <a:pt x="195" y="589"/>
                  </a:lnTo>
                  <a:lnTo>
                    <a:pt x="202" y="590"/>
                  </a:lnTo>
                  <a:lnTo>
                    <a:pt x="209" y="591"/>
                  </a:lnTo>
                  <a:lnTo>
                    <a:pt x="215" y="592"/>
                  </a:lnTo>
                  <a:lnTo>
                    <a:pt x="221" y="592"/>
                  </a:lnTo>
                  <a:lnTo>
                    <a:pt x="228" y="592"/>
                  </a:lnTo>
                  <a:lnTo>
                    <a:pt x="234" y="593"/>
                  </a:lnTo>
                  <a:lnTo>
                    <a:pt x="240" y="593"/>
                  </a:lnTo>
                  <a:lnTo>
                    <a:pt x="245" y="593"/>
                  </a:lnTo>
                  <a:lnTo>
                    <a:pt x="251" y="593"/>
                  </a:lnTo>
                  <a:lnTo>
                    <a:pt x="259" y="593"/>
                  </a:lnTo>
                  <a:lnTo>
                    <a:pt x="265" y="592"/>
                  </a:lnTo>
                  <a:lnTo>
                    <a:pt x="270" y="592"/>
                  </a:lnTo>
                  <a:lnTo>
                    <a:pt x="277" y="592"/>
                  </a:lnTo>
                  <a:lnTo>
                    <a:pt x="284" y="591"/>
                  </a:lnTo>
                  <a:lnTo>
                    <a:pt x="290" y="590"/>
                  </a:lnTo>
                  <a:lnTo>
                    <a:pt x="297" y="589"/>
                  </a:lnTo>
                  <a:lnTo>
                    <a:pt x="302" y="588"/>
                  </a:lnTo>
                  <a:lnTo>
                    <a:pt x="308" y="587"/>
                  </a:lnTo>
                  <a:lnTo>
                    <a:pt x="314" y="586"/>
                  </a:lnTo>
                  <a:lnTo>
                    <a:pt x="319" y="585"/>
                  </a:lnTo>
                  <a:lnTo>
                    <a:pt x="325" y="584"/>
                  </a:lnTo>
                  <a:lnTo>
                    <a:pt x="330" y="582"/>
                  </a:lnTo>
                  <a:lnTo>
                    <a:pt x="335" y="580"/>
                  </a:lnTo>
                  <a:lnTo>
                    <a:pt x="340" y="578"/>
                  </a:lnTo>
                  <a:lnTo>
                    <a:pt x="345" y="577"/>
                  </a:lnTo>
                </a:path>
              </a:pathLst>
            </a:custGeom>
            <a:solidFill>
              <a:srgbClr val="FF9900"/>
            </a:solidFill>
            <a:ln w="12700" cap="rnd" cmpd="sng">
              <a:solidFill>
                <a:srgbClr val="FFFFFF"/>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9505" name="Freeform 65">
              <a:extLst>
                <a:ext uri="{FF2B5EF4-FFF2-40B4-BE49-F238E27FC236}">
                  <a16:creationId xmlns:a16="http://schemas.microsoft.com/office/drawing/2014/main" id="{32E56DAF-5859-4E5F-8483-CA6D05E1D8D6}"/>
                </a:ext>
              </a:extLst>
            </p:cNvPr>
            <p:cNvSpPr>
              <a:spLocks/>
            </p:cNvSpPr>
            <p:nvPr/>
          </p:nvSpPr>
          <p:spPr bwMode="auto">
            <a:xfrm>
              <a:off x="4340" y="1290"/>
              <a:ext cx="48" cy="50"/>
            </a:xfrm>
            <a:custGeom>
              <a:avLst/>
              <a:gdLst>
                <a:gd name="T0" fmla="*/ 0 w 84"/>
                <a:gd name="T1" fmla="*/ 0 h 89"/>
                <a:gd name="T2" fmla="*/ 22 w 84"/>
                <a:gd name="T3" fmla="*/ 9 h 89"/>
                <a:gd name="T4" fmla="*/ 42 w 84"/>
                <a:gd name="T5" fmla="*/ 19 h 89"/>
                <a:gd name="T6" fmla="*/ 57 w 84"/>
                <a:gd name="T7" fmla="*/ 30 h 89"/>
                <a:gd name="T8" fmla="*/ 67 w 84"/>
                <a:gd name="T9" fmla="*/ 41 h 89"/>
                <a:gd name="T10" fmla="*/ 74 w 84"/>
                <a:gd name="T11" fmla="*/ 52 h 89"/>
                <a:gd name="T12" fmla="*/ 79 w 84"/>
                <a:gd name="T13" fmla="*/ 62 h 89"/>
                <a:gd name="T14" fmla="*/ 83 w 84"/>
                <a:gd name="T15" fmla="*/ 73 h 89"/>
                <a:gd name="T16" fmla="*/ 54 w 84"/>
                <a:gd name="T17" fmla="*/ 88 h 89"/>
                <a:gd name="T18" fmla="*/ 50 w 84"/>
                <a:gd name="T19" fmla="*/ 73 h 89"/>
                <a:gd name="T20" fmla="*/ 46 w 84"/>
                <a:gd name="T21" fmla="*/ 58 h 89"/>
                <a:gd name="T22" fmla="*/ 39 w 84"/>
                <a:gd name="T23" fmla="*/ 42 h 89"/>
                <a:gd name="T24" fmla="*/ 30 w 84"/>
                <a:gd name="T25" fmla="*/ 29 h 89"/>
                <a:gd name="T26" fmla="*/ 18 w 84"/>
                <a:gd name="T27" fmla="*/ 15 h 89"/>
                <a:gd name="T28" fmla="*/ 0 w 84"/>
                <a:gd name="T29" fmla="*/ 0 h 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4" h="89">
                  <a:moveTo>
                    <a:pt x="0" y="0"/>
                  </a:moveTo>
                  <a:lnTo>
                    <a:pt x="22" y="9"/>
                  </a:lnTo>
                  <a:lnTo>
                    <a:pt x="42" y="19"/>
                  </a:lnTo>
                  <a:lnTo>
                    <a:pt x="57" y="30"/>
                  </a:lnTo>
                  <a:lnTo>
                    <a:pt x="67" y="41"/>
                  </a:lnTo>
                  <a:lnTo>
                    <a:pt x="74" y="52"/>
                  </a:lnTo>
                  <a:lnTo>
                    <a:pt x="79" y="62"/>
                  </a:lnTo>
                  <a:lnTo>
                    <a:pt x="83" y="73"/>
                  </a:lnTo>
                  <a:lnTo>
                    <a:pt x="54" y="88"/>
                  </a:lnTo>
                  <a:lnTo>
                    <a:pt x="50" y="73"/>
                  </a:lnTo>
                  <a:lnTo>
                    <a:pt x="46" y="58"/>
                  </a:lnTo>
                  <a:lnTo>
                    <a:pt x="39" y="42"/>
                  </a:lnTo>
                  <a:lnTo>
                    <a:pt x="30" y="29"/>
                  </a:lnTo>
                  <a:lnTo>
                    <a:pt x="18" y="15"/>
                  </a:lnTo>
                  <a:lnTo>
                    <a:pt x="0" y="0"/>
                  </a:lnTo>
                </a:path>
              </a:pathLst>
            </a:custGeom>
            <a:solidFill>
              <a:srgbClr val="FFFF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89506" name="Group 66">
            <a:extLst>
              <a:ext uri="{FF2B5EF4-FFF2-40B4-BE49-F238E27FC236}">
                <a16:creationId xmlns:a16="http://schemas.microsoft.com/office/drawing/2014/main" id="{424E2362-45F1-4F6B-A722-11261182D0AB}"/>
              </a:ext>
            </a:extLst>
          </p:cNvPr>
          <p:cNvGrpSpPr>
            <a:grpSpLocks/>
          </p:cNvGrpSpPr>
          <p:nvPr/>
        </p:nvGrpSpPr>
        <p:grpSpPr bwMode="auto">
          <a:xfrm>
            <a:off x="5837238" y="1697038"/>
            <a:ext cx="482600" cy="682625"/>
            <a:chOff x="3635" y="1203"/>
            <a:chExt cx="542" cy="766"/>
          </a:xfrm>
        </p:grpSpPr>
        <p:grpSp>
          <p:nvGrpSpPr>
            <p:cNvPr id="189507" name="Group 67">
              <a:extLst>
                <a:ext uri="{FF2B5EF4-FFF2-40B4-BE49-F238E27FC236}">
                  <a16:creationId xmlns:a16="http://schemas.microsoft.com/office/drawing/2014/main" id="{00749132-FC5E-4DF8-98D4-BD96AB9D36C8}"/>
                </a:ext>
              </a:extLst>
            </p:cNvPr>
            <p:cNvGrpSpPr>
              <a:grpSpLocks/>
            </p:cNvGrpSpPr>
            <p:nvPr/>
          </p:nvGrpSpPr>
          <p:grpSpPr bwMode="auto">
            <a:xfrm>
              <a:off x="3782" y="1789"/>
              <a:ext cx="247" cy="180"/>
              <a:chOff x="3782" y="1789"/>
              <a:chExt cx="247" cy="180"/>
            </a:xfrm>
          </p:grpSpPr>
          <p:grpSp>
            <p:nvGrpSpPr>
              <p:cNvPr id="189508" name="Group 68">
                <a:extLst>
                  <a:ext uri="{FF2B5EF4-FFF2-40B4-BE49-F238E27FC236}">
                    <a16:creationId xmlns:a16="http://schemas.microsoft.com/office/drawing/2014/main" id="{8A7C3BF4-75EA-488D-98C1-FE2F1D23036E}"/>
                  </a:ext>
                </a:extLst>
              </p:cNvPr>
              <p:cNvGrpSpPr>
                <a:grpSpLocks/>
              </p:cNvGrpSpPr>
              <p:nvPr/>
            </p:nvGrpSpPr>
            <p:grpSpPr bwMode="auto">
              <a:xfrm>
                <a:off x="3782" y="1789"/>
                <a:ext cx="247" cy="180"/>
                <a:chOff x="3782" y="1789"/>
                <a:chExt cx="247" cy="180"/>
              </a:xfrm>
            </p:grpSpPr>
            <p:grpSp>
              <p:nvGrpSpPr>
                <p:cNvPr id="189509" name="Group 69">
                  <a:extLst>
                    <a:ext uri="{FF2B5EF4-FFF2-40B4-BE49-F238E27FC236}">
                      <a16:creationId xmlns:a16="http://schemas.microsoft.com/office/drawing/2014/main" id="{B8F8677B-E816-4AF1-B395-3C8DC876FD61}"/>
                    </a:ext>
                  </a:extLst>
                </p:cNvPr>
                <p:cNvGrpSpPr>
                  <a:grpSpLocks/>
                </p:cNvGrpSpPr>
                <p:nvPr/>
              </p:nvGrpSpPr>
              <p:grpSpPr bwMode="auto">
                <a:xfrm>
                  <a:off x="3844" y="1926"/>
                  <a:ext cx="135" cy="43"/>
                  <a:chOff x="3844" y="1926"/>
                  <a:chExt cx="135" cy="43"/>
                </a:xfrm>
              </p:grpSpPr>
              <p:sp>
                <p:nvSpPr>
                  <p:cNvPr id="189510" name="Freeform 70">
                    <a:extLst>
                      <a:ext uri="{FF2B5EF4-FFF2-40B4-BE49-F238E27FC236}">
                        <a16:creationId xmlns:a16="http://schemas.microsoft.com/office/drawing/2014/main" id="{061C393B-C9CF-4F93-95B9-A91A8DF02535}"/>
                      </a:ext>
                    </a:extLst>
                  </p:cNvPr>
                  <p:cNvSpPr>
                    <a:spLocks/>
                  </p:cNvSpPr>
                  <p:nvPr/>
                </p:nvSpPr>
                <p:spPr bwMode="auto">
                  <a:xfrm>
                    <a:off x="3844" y="1926"/>
                    <a:ext cx="135" cy="43"/>
                  </a:xfrm>
                  <a:custGeom>
                    <a:avLst/>
                    <a:gdLst>
                      <a:gd name="T0" fmla="*/ 0 w 135"/>
                      <a:gd name="T1" fmla="*/ 0 h 43"/>
                      <a:gd name="T2" fmla="*/ 27 w 135"/>
                      <a:gd name="T3" fmla="*/ 33 h 43"/>
                      <a:gd name="T4" fmla="*/ 29 w 135"/>
                      <a:gd name="T5" fmla="*/ 35 h 43"/>
                      <a:gd name="T6" fmla="*/ 32 w 135"/>
                      <a:gd name="T7" fmla="*/ 36 h 43"/>
                      <a:gd name="T8" fmla="*/ 36 w 135"/>
                      <a:gd name="T9" fmla="*/ 37 h 43"/>
                      <a:gd name="T10" fmla="*/ 41 w 135"/>
                      <a:gd name="T11" fmla="*/ 39 h 43"/>
                      <a:gd name="T12" fmla="*/ 46 w 135"/>
                      <a:gd name="T13" fmla="*/ 40 h 43"/>
                      <a:gd name="T14" fmla="*/ 50 w 135"/>
                      <a:gd name="T15" fmla="*/ 40 h 43"/>
                      <a:gd name="T16" fmla="*/ 55 w 135"/>
                      <a:gd name="T17" fmla="*/ 41 h 43"/>
                      <a:gd name="T18" fmla="*/ 59 w 135"/>
                      <a:gd name="T19" fmla="*/ 41 h 43"/>
                      <a:gd name="T20" fmla="*/ 65 w 135"/>
                      <a:gd name="T21" fmla="*/ 42 h 43"/>
                      <a:gd name="T22" fmla="*/ 69 w 135"/>
                      <a:gd name="T23" fmla="*/ 42 h 43"/>
                      <a:gd name="T24" fmla="*/ 74 w 135"/>
                      <a:gd name="T25" fmla="*/ 41 h 43"/>
                      <a:gd name="T26" fmla="*/ 79 w 135"/>
                      <a:gd name="T27" fmla="*/ 41 h 43"/>
                      <a:gd name="T28" fmla="*/ 84 w 135"/>
                      <a:gd name="T29" fmla="*/ 40 h 43"/>
                      <a:gd name="T30" fmla="*/ 89 w 135"/>
                      <a:gd name="T31" fmla="*/ 40 h 43"/>
                      <a:gd name="T32" fmla="*/ 93 w 135"/>
                      <a:gd name="T33" fmla="*/ 39 h 43"/>
                      <a:gd name="T34" fmla="*/ 98 w 135"/>
                      <a:gd name="T35" fmla="*/ 38 h 43"/>
                      <a:gd name="T36" fmla="*/ 102 w 135"/>
                      <a:gd name="T37" fmla="*/ 36 h 43"/>
                      <a:gd name="T38" fmla="*/ 105 w 135"/>
                      <a:gd name="T39" fmla="*/ 35 h 43"/>
                      <a:gd name="T40" fmla="*/ 106 w 135"/>
                      <a:gd name="T41" fmla="*/ 33 h 43"/>
                      <a:gd name="T42" fmla="*/ 109 w 135"/>
                      <a:gd name="T43" fmla="*/ 32 h 43"/>
                      <a:gd name="T44" fmla="*/ 134 w 135"/>
                      <a:gd name="T45" fmla="*/ 0 h 43"/>
                      <a:gd name="T46" fmla="*/ 0 w 135"/>
                      <a:gd name="T47" fmla="*/ 0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35" h="43">
                        <a:moveTo>
                          <a:pt x="0" y="0"/>
                        </a:moveTo>
                        <a:lnTo>
                          <a:pt x="27" y="33"/>
                        </a:lnTo>
                        <a:lnTo>
                          <a:pt x="29" y="35"/>
                        </a:lnTo>
                        <a:lnTo>
                          <a:pt x="32" y="36"/>
                        </a:lnTo>
                        <a:lnTo>
                          <a:pt x="36" y="37"/>
                        </a:lnTo>
                        <a:lnTo>
                          <a:pt x="41" y="39"/>
                        </a:lnTo>
                        <a:lnTo>
                          <a:pt x="46" y="40"/>
                        </a:lnTo>
                        <a:lnTo>
                          <a:pt x="50" y="40"/>
                        </a:lnTo>
                        <a:lnTo>
                          <a:pt x="55" y="41"/>
                        </a:lnTo>
                        <a:lnTo>
                          <a:pt x="59" y="41"/>
                        </a:lnTo>
                        <a:lnTo>
                          <a:pt x="65" y="42"/>
                        </a:lnTo>
                        <a:lnTo>
                          <a:pt x="69" y="42"/>
                        </a:lnTo>
                        <a:lnTo>
                          <a:pt x="74" y="41"/>
                        </a:lnTo>
                        <a:lnTo>
                          <a:pt x="79" y="41"/>
                        </a:lnTo>
                        <a:lnTo>
                          <a:pt x="84" y="40"/>
                        </a:lnTo>
                        <a:lnTo>
                          <a:pt x="89" y="40"/>
                        </a:lnTo>
                        <a:lnTo>
                          <a:pt x="93" y="39"/>
                        </a:lnTo>
                        <a:lnTo>
                          <a:pt x="98" y="38"/>
                        </a:lnTo>
                        <a:lnTo>
                          <a:pt x="102" y="36"/>
                        </a:lnTo>
                        <a:lnTo>
                          <a:pt x="105" y="35"/>
                        </a:lnTo>
                        <a:lnTo>
                          <a:pt x="106" y="33"/>
                        </a:lnTo>
                        <a:lnTo>
                          <a:pt x="109" y="32"/>
                        </a:lnTo>
                        <a:lnTo>
                          <a:pt x="134" y="0"/>
                        </a:lnTo>
                        <a:lnTo>
                          <a:pt x="0" y="0"/>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9511" name="Freeform 71">
                    <a:extLst>
                      <a:ext uri="{FF2B5EF4-FFF2-40B4-BE49-F238E27FC236}">
                        <a16:creationId xmlns:a16="http://schemas.microsoft.com/office/drawing/2014/main" id="{ADA61C5A-C25D-4DE8-8451-8FC6591FE488}"/>
                      </a:ext>
                    </a:extLst>
                  </p:cNvPr>
                  <p:cNvSpPr>
                    <a:spLocks/>
                  </p:cNvSpPr>
                  <p:nvPr/>
                </p:nvSpPr>
                <p:spPr bwMode="auto">
                  <a:xfrm>
                    <a:off x="3865" y="1926"/>
                    <a:ext cx="60" cy="43"/>
                  </a:xfrm>
                  <a:custGeom>
                    <a:avLst/>
                    <a:gdLst>
                      <a:gd name="T0" fmla="*/ 0 w 60"/>
                      <a:gd name="T1" fmla="*/ 0 h 43"/>
                      <a:gd name="T2" fmla="*/ 16 w 60"/>
                      <a:gd name="T3" fmla="*/ 37 h 43"/>
                      <a:gd name="T4" fmla="*/ 19 w 60"/>
                      <a:gd name="T5" fmla="*/ 39 h 43"/>
                      <a:gd name="T6" fmla="*/ 25 w 60"/>
                      <a:gd name="T7" fmla="*/ 40 h 43"/>
                      <a:gd name="T8" fmla="*/ 29 w 60"/>
                      <a:gd name="T9" fmla="*/ 40 h 43"/>
                      <a:gd name="T10" fmla="*/ 33 w 60"/>
                      <a:gd name="T11" fmla="*/ 41 h 43"/>
                      <a:gd name="T12" fmla="*/ 38 w 60"/>
                      <a:gd name="T13" fmla="*/ 41 h 43"/>
                      <a:gd name="T14" fmla="*/ 43 w 60"/>
                      <a:gd name="T15" fmla="*/ 42 h 43"/>
                      <a:gd name="T16" fmla="*/ 47 w 60"/>
                      <a:gd name="T17" fmla="*/ 42 h 43"/>
                      <a:gd name="T18" fmla="*/ 53 w 60"/>
                      <a:gd name="T19" fmla="*/ 41 h 43"/>
                      <a:gd name="T20" fmla="*/ 59 w 60"/>
                      <a:gd name="T21" fmla="*/ 0 h 43"/>
                      <a:gd name="T22" fmla="*/ 0 w 60"/>
                      <a:gd name="T23" fmla="*/ 0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0" h="43">
                        <a:moveTo>
                          <a:pt x="0" y="0"/>
                        </a:moveTo>
                        <a:lnTo>
                          <a:pt x="16" y="37"/>
                        </a:lnTo>
                        <a:lnTo>
                          <a:pt x="19" y="39"/>
                        </a:lnTo>
                        <a:lnTo>
                          <a:pt x="25" y="40"/>
                        </a:lnTo>
                        <a:lnTo>
                          <a:pt x="29" y="40"/>
                        </a:lnTo>
                        <a:lnTo>
                          <a:pt x="33" y="41"/>
                        </a:lnTo>
                        <a:lnTo>
                          <a:pt x="38" y="41"/>
                        </a:lnTo>
                        <a:lnTo>
                          <a:pt x="43" y="42"/>
                        </a:lnTo>
                        <a:lnTo>
                          <a:pt x="47" y="42"/>
                        </a:lnTo>
                        <a:lnTo>
                          <a:pt x="53" y="41"/>
                        </a:lnTo>
                        <a:lnTo>
                          <a:pt x="59" y="0"/>
                        </a:lnTo>
                        <a:lnTo>
                          <a:pt x="0" y="0"/>
                        </a:lnTo>
                      </a:path>
                    </a:pathLst>
                  </a:custGeom>
                  <a:solidFill>
                    <a:srgbClr val="40404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89512" name="Group 72">
                  <a:extLst>
                    <a:ext uri="{FF2B5EF4-FFF2-40B4-BE49-F238E27FC236}">
                      <a16:creationId xmlns:a16="http://schemas.microsoft.com/office/drawing/2014/main" id="{67AA7B0E-6DD8-4517-A813-7E86DF503095}"/>
                    </a:ext>
                  </a:extLst>
                </p:cNvPr>
                <p:cNvGrpSpPr>
                  <a:grpSpLocks/>
                </p:cNvGrpSpPr>
                <p:nvPr/>
              </p:nvGrpSpPr>
              <p:grpSpPr bwMode="auto">
                <a:xfrm>
                  <a:off x="3782" y="1789"/>
                  <a:ext cx="247" cy="150"/>
                  <a:chOff x="3782" y="1789"/>
                  <a:chExt cx="247" cy="150"/>
                </a:xfrm>
              </p:grpSpPr>
              <p:sp>
                <p:nvSpPr>
                  <p:cNvPr id="189513" name="Freeform 73">
                    <a:extLst>
                      <a:ext uri="{FF2B5EF4-FFF2-40B4-BE49-F238E27FC236}">
                        <a16:creationId xmlns:a16="http://schemas.microsoft.com/office/drawing/2014/main" id="{7CBF4C6A-4A9B-478D-BFD7-DFCC2ED4856A}"/>
                      </a:ext>
                    </a:extLst>
                  </p:cNvPr>
                  <p:cNvSpPr>
                    <a:spLocks/>
                  </p:cNvSpPr>
                  <p:nvPr/>
                </p:nvSpPr>
                <p:spPr bwMode="auto">
                  <a:xfrm>
                    <a:off x="3782" y="1789"/>
                    <a:ext cx="247" cy="150"/>
                  </a:xfrm>
                  <a:custGeom>
                    <a:avLst/>
                    <a:gdLst>
                      <a:gd name="T0" fmla="*/ 5 w 247"/>
                      <a:gd name="T1" fmla="*/ 4 h 150"/>
                      <a:gd name="T2" fmla="*/ 6 w 247"/>
                      <a:gd name="T3" fmla="*/ 7 h 150"/>
                      <a:gd name="T4" fmla="*/ 6 w 247"/>
                      <a:gd name="T5" fmla="*/ 15 h 150"/>
                      <a:gd name="T6" fmla="*/ 3 w 247"/>
                      <a:gd name="T7" fmla="*/ 19 h 150"/>
                      <a:gd name="T8" fmla="*/ 1 w 247"/>
                      <a:gd name="T9" fmla="*/ 26 h 150"/>
                      <a:gd name="T10" fmla="*/ 4 w 247"/>
                      <a:gd name="T11" fmla="*/ 31 h 150"/>
                      <a:gd name="T12" fmla="*/ 9 w 247"/>
                      <a:gd name="T13" fmla="*/ 36 h 150"/>
                      <a:gd name="T14" fmla="*/ 8 w 247"/>
                      <a:gd name="T15" fmla="*/ 40 h 150"/>
                      <a:gd name="T16" fmla="*/ 3 w 247"/>
                      <a:gd name="T17" fmla="*/ 44 h 150"/>
                      <a:gd name="T18" fmla="*/ 1 w 247"/>
                      <a:gd name="T19" fmla="*/ 49 h 150"/>
                      <a:gd name="T20" fmla="*/ 5 w 247"/>
                      <a:gd name="T21" fmla="*/ 53 h 150"/>
                      <a:gd name="T22" fmla="*/ 8 w 247"/>
                      <a:gd name="T23" fmla="*/ 57 h 150"/>
                      <a:gd name="T24" fmla="*/ 8 w 247"/>
                      <a:gd name="T25" fmla="*/ 62 h 150"/>
                      <a:gd name="T26" fmla="*/ 3 w 247"/>
                      <a:gd name="T27" fmla="*/ 67 h 150"/>
                      <a:gd name="T28" fmla="*/ 0 w 247"/>
                      <a:gd name="T29" fmla="*/ 72 h 150"/>
                      <a:gd name="T30" fmla="*/ 3 w 247"/>
                      <a:gd name="T31" fmla="*/ 77 h 150"/>
                      <a:gd name="T32" fmla="*/ 9 w 247"/>
                      <a:gd name="T33" fmla="*/ 81 h 150"/>
                      <a:gd name="T34" fmla="*/ 9 w 247"/>
                      <a:gd name="T35" fmla="*/ 89 h 150"/>
                      <a:gd name="T36" fmla="*/ 5 w 247"/>
                      <a:gd name="T37" fmla="*/ 94 h 150"/>
                      <a:gd name="T38" fmla="*/ 5 w 247"/>
                      <a:gd name="T39" fmla="*/ 98 h 150"/>
                      <a:gd name="T40" fmla="*/ 11 w 247"/>
                      <a:gd name="T41" fmla="*/ 103 h 150"/>
                      <a:gd name="T42" fmla="*/ 28 w 247"/>
                      <a:gd name="T43" fmla="*/ 118 h 150"/>
                      <a:gd name="T44" fmla="*/ 44 w 247"/>
                      <a:gd name="T45" fmla="*/ 130 h 150"/>
                      <a:gd name="T46" fmla="*/ 58 w 247"/>
                      <a:gd name="T47" fmla="*/ 137 h 150"/>
                      <a:gd name="T48" fmla="*/ 84 w 247"/>
                      <a:gd name="T49" fmla="*/ 145 h 150"/>
                      <a:gd name="T50" fmla="*/ 108 w 247"/>
                      <a:gd name="T51" fmla="*/ 148 h 150"/>
                      <a:gd name="T52" fmla="*/ 140 w 247"/>
                      <a:gd name="T53" fmla="*/ 148 h 150"/>
                      <a:gd name="T54" fmla="*/ 168 w 247"/>
                      <a:gd name="T55" fmla="*/ 146 h 150"/>
                      <a:gd name="T56" fmla="*/ 187 w 247"/>
                      <a:gd name="T57" fmla="*/ 142 h 150"/>
                      <a:gd name="T58" fmla="*/ 200 w 247"/>
                      <a:gd name="T59" fmla="*/ 136 h 150"/>
                      <a:gd name="T60" fmla="*/ 209 w 247"/>
                      <a:gd name="T61" fmla="*/ 130 h 150"/>
                      <a:gd name="T62" fmla="*/ 235 w 247"/>
                      <a:gd name="T63" fmla="*/ 102 h 150"/>
                      <a:gd name="T64" fmla="*/ 240 w 247"/>
                      <a:gd name="T65" fmla="*/ 92 h 150"/>
                      <a:gd name="T66" fmla="*/ 241 w 247"/>
                      <a:gd name="T67" fmla="*/ 88 h 150"/>
                      <a:gd name="T68" fmla="*/ 237 w 247"/>
                      <a:gd name="T69" fmla="*/ 84 h 150"/>
                      <a:gd name="T70" fmla="*/ 237 w 247"/>
                      <a:gd name="T71" fmla="*/ 78 h 150"/>
                      <a:gd name="T72" fmla="*/ 240 w 247"/>
                      <a:gd name="T73" fmla="*/ 74 h 150"/>
                      <a:gd name="T74" fmla="*/ 244 w 247"/>
                      <a:gd name="T75" fmla="*/ 70 h 150"/>
                      <a:gd name="T76" fmla="*/ 246 w 247"/>
                      <a:gd name="T77" fmla="*/ 65 h 150"/>
                      <a:gd name="T78" fmla="*/ 242 w 247"/>
                      <a:gd name="T79" fmla="*/ 61 h 150"/>
                      <a:gd name="T80" fmla="*/ 238 w 247"/>
                      <a:gd name="T81" fmla="*/ 57 h 150"/>
                      <a:gd name="T82" fmla="*/ 238 w 247"/>
                      <a:gd name="T83" fmla="*/ 52 h 150"/>
                      <a:gd name="T84" fmla="*/ 243 w 247"/>
                      <a:gd name="T85" fmla="*/ 47 h 150"/>
                      <a:gd name="T86" fmla="*/ 244 w 247"/>
                      <a:gd name="T87" fmla="*/ 41 h 150"/>
                      <a:gd name="T88" fmla="*/ 240 w 247"/>
                      <a:gd name="T89" fmla="*/ 36 h 150"/>
                      <a:gd name="T90" fmla="*/ 238 w 247"/>
                      <a:gd name="T91" fmla="*/ 32 h 150"/>
                      <a:gd name="T92" fmla="*/ 241 w 247"/>
                      <a:gd name="T93" fmla="*/ 26 h 150"/>
                      <a:gd name="T94" fmla="*/ 244 w 247"/>
                      <a:gd name="T95" fmla="*/ 23 h 150"/>
                      <a:gd name="T96" fmla="*/ 246 w 247"/>
                      <a:gd name="T97" fmla="*/ 18 h 150"/>
                      <a:gd name="T98" fmla="*/ 243 w 247"/>
                      <a:gd name="T99" fmla="*/ 13 h 150"/>
                      <a:gd name="T100" fmla="*/ 239 w 247"/>
                      <a:gd name="T101" fmla="*/ 8 h 150"/>
                      <a:gd name="T102" fmla="*/ 240 w 247"/>
                      <a:gd name="T103" fmla="*/ 3 h 150"/>
                      <a:gd name="T104" fmla="*/ 7 w 247"/>
                      <a:gd name="T105" fmla="*/ 0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247" h="150">
                        <a:moveTo>
                          <a:pt x="7" y="0"/>
                        </a:moveTo>
                        <a:lnTo>
                          <a:pt x="5" y="4"/>
                        </a:lnTo>
                        <a:lnTo>
                          <a:pt x="6" y="5"/>
                        </a:lnTo>
                        <a:lnTo>
                          <a:pt x="6" y="7"/>
                        </a:lnTo>
                        <a:lnTo>
                          <a:pt x="7" y="12"/>
                        </a:lnTo>
                        <a:lnTo>
                          <a:pt x="6" y="15"/>
                        </a:lnTo>
                        <a:lnTo>
                          <a:pt x="4" y="17"/>
                        </a:lnTo>
                        <a:lnTo>
                          <a:pt x="3" y="19"/>
                        </a:lnTo>
                        <a:lnTo>
                          <a:pt x="1" y="23"/>
                        </a:lnTo>
                        <a:lnTo>
                          <a:pt x="1" y="26"/>
                        </a:lnTo>
                        <a:lnTo>
                          <a:pt x="3" y="28"/>
                        </a:lnTo>
                        <a:lnTo>
                          <a:pt x="4" y="31"/>
                        </a:lnTo>
                        <a:lnTo>
                          <a:pt x="7" y="33"/>
                        </a:lnTo>
                        <a:lnTo>
                          <a:pt x="9" y="36"/>
                        </a:lnTo>
                        <a:lnTo>
                          <a:pt x="9" y="38"/>
                        </a:lnTo>
                        <a:lnTo>
                          <a:pt x="8" y="40"/>
                        </a:lnTo>
                        <a:lnTo>
                          <a:pt x="5" y="42"/>
                        </a:lnTo>
                        <a:lnTo>
                          <a:pt x="3" y="44"/>
                        </a:lnTo>
                        <a:lnTo>
                          <a:pt x="2" y="46"/>
                        </a:lnTo>
                        <a:lnTo>
                          <a:pt x="1" y="49"/>
                        </a:lnTo>
                        <a:lnTo>
                          <a:pt x="3" y="51"/>
                        </a:lnTo>
                        <a:lnTo>
                          <a:pt x="5" y="53"/>
                        </a:lnTo>
                        <a:lnTo>
                          <a:pt x="7" y="55"/>
                        </a:lnTo>
                        <a:lnTo>
                          <a:pt x="8" y="57"/>
                        </a:lnTo>
                        <a:lnTo>
                          <a:pt x="9" y="59"/>
                        </a:lnTo>
                        <a:lnTo>
                          <a:pt x="8" y="62"/>
                        </a:lnTo>
                        <a:lnTo>
                          <a:pt x="5" y="65"/>
                        </a:lnTo>
                        <a:lnTo>
                          <a:pt x="3" y="67"/>
                        </a:lnTo>
                        <a:lnTo>
                          <a:pt x="0" y="70"/>
                        </a:lnTo>
                        <a:lnTo>
                          <a:pt x="0" y="72"/>
                        </a:lnTo>
                        <a:lnTo>
                          <a:pt x="1" y="74"/>
                        </a:lnTo>
                        <a:lnTo>
                          <a:pt x="3" y="77"/>
                        </a:lnTo>
                        <a:lnTo>
                          <a:pt x="6" y="79"/>
                        </a:lnTo>
                        <a:lnTo>
                          <a:pt x="9" y="81"/>
                        </a:lnTo>
                        <a:lnTo>
                          <a:pt x="10" y="85"/>
                        </a:lnTo>
                        <a:lnTo>
                          <a:pt x="9" y="89"/>
                        </a:lnTo>
                        <a:lnTo>
                          <a:pt x="6" y="92"/>
                        </a:lnTo>
                        <a:lnTo>
                          <a:pt x="5" y="94"/>
                        </a:lnTo>
                        <a:lnTo>
                          <a:pt x="5" y="96"/>
                        </a:lnTo>
                        <a:lnTo>
                          <a:pt x="5" y="98"/>
                        </a:lnTo>
                        <a:lnTo>
                          <a:pt x="7" y="100"/>
                        </a:lnTo>
                        <a:lnTo>
                          <a:pt x="11" y="103"/>
                        </a:lnTo>
                        <a:lnTo>
                          <a:pt x="17" y="109"/>
                        </a:lnTo>
                        <a:lnTo>
                          <a:pt x="28" y="118"/>
                        </a:lnTo>
                        <a:lnTo>
                          <a:pt x="38" y="126"/>
                        </a:lnTo>
                        <a:lnTo>
                          <a:pt x="44" y="130"/>
                        </a:lnTo>
                        <a:lnTo>
                          <a:pt x="51" y="133"/>
                        </a:lnTo>
                        <a:lnTo>
                          <a:pt x="58" y="137"/>
                        </a:lnTo>
                        <a:lnTo>
                          <a:pt x="68" y="141"/>
                        </a:lnTo>
                        <a:lnTo>
                          <a:pt x="84" y="145"/>
                        </a:lnTo>
                        <a:lnTo>
                          <a:pt x="96" y="147"/>
                        </a:lnTo>
                        <a:lnTo>
                          <a:pt x="108" y="148"/>
                        </a:lnTo>
                        <a:lnTo>
                          <a:pt x="124" y="149"/>
                        </a:lnTo>
                        <a:lnTo>
                          <a:pt x="140" y="148"/>
                        </a:lnTo>
                        <a:lnTo>
                          <a:pt x="155" y="148"/>
                        </a:lnTo>
                        <a:lnTo>
                          <a:pt x="168" y="146"/>
                        </a:lnTo>
                        <a:lnTo>
                          <a:pt x="179" y="144"/>
                        </a:lnTo>
                        <a:lnTo>
                          <a:pt x="187" y="142"/>
                        </a:lnTo>
                        <a:lnTo>
                          <a:pt x="194" y="139"/>
                        </a:lnTo>
                        <a:lnTo>
                          <a:pt x="200" y="136"/>
                        </a:lnTo>
                        <a:lnTo>
                          <a:pt x="205" y="134"/>
                        </a:lnTo>
                        <a:lnTo>
                          <a:pt x="209" y="130"/>
                        </a:lnTo>
                        <a:lnTo>
                          <a:pt x="224" y="115"/>
                        </a:lnTo>
                        <a:lnTo>
                          <a:pt x="235" y="102"/>
                        </a:lnTo>
                        <a:lnTo>
                          <a:pt x="239" y="95"/>
                        </a:lnTo>
                        <a:lnTo>
                          <a:pt x="240" y="92"/>
                        </a:lnTo>
                        <a:lnTo>
                          <a:pt x="241" y="90"/>
                        </a:lnTo>
                        <a:lnTo>
                          <a:pt x="241" y="88"/>
                        </a:lnTo>
                        <a:lnTo>
                          <a:pt x="239" y="85"/>
                        </a:lnTo>
                        <a:lnTo>
                          <a:pt x="237" y="84"/>
                        </a:lnTo>
                        <a:lnTo>
                          <a:pt x="236" y="81"/>
                        </a:lnTo>
                        <a:lnTo>
                          <a:pt x="237" y="78"/>
                        </a:lnTo>
                        <a:lnTo>
                          <a:pt x="239" y="77"/>
                        </a:lnTo>
                        <a:lnTo>
                          <a:pt x="240" y="74"/>
                        </a:lnTo>
                        <a:lnTo>
                          <a:pt x="242" y="73"/>
                        </a:lnTo>
                        <a:lnTo>
                          <a:pt x="244" y="70"/>
                        </a:lnTo>
                        <a:lnTo>
                          <a:pt x="246" y="68"/>
                        </a:lnTo>
                        <a:lnTo>
                          <a:pt x="246" y="65"/>
                        </a:lnTo>
                        <a:lnTo>
                          <a:pt x="244" y="63"/>
                        </a:lnTo>
                        <a:lnTo>
                          <a:pt x="242" y="61"/>
                        </a:lnTo>
                        <a:lnTo>
                          <a:pt x="240" y="59"/>
                        </a:lnTo>
                        <a:lnTo>
                          <a:pt x="238" y="57"/>
                        </a:lnTo>
                        <a:lnTo>
                          <a:pt x="238" y="54"/>
                        </a:lnTo>
                        <a:lnTo>
                          <a:pt x="238" y="52"/>
                        </a:lnTo>
                        <a:lnTo>
                          <a:pt x="241" y="49"/>
                        </a:lnTo>
                        <a:lnTo>
                          <a:pt x="243" y="47"/>
                        </a:lnTo>
                        <a:lnTo>
                          <a:pt x="244" y="45"/>
                        </a:lnTo>
                        <a:lnTo>
                          <a:pt x="244" y="41"/>
                        </a:lnTo>
                        <a:lnTo>
                          <a:pt x="243" y="38"/>
                        </a:lnTo>
                        <a:lnTo>
                          <a:pt x="240" y="36"/>
                        </a:lnTo>
                        <a:lnTo>
                          <a:pt x="239" y="34"/>
                        </a:lnTo>
                        <a:lnTo>
                          <a:pt x="238" y="32"/>
                        </a:lnTo>
                        <a:lnTo>
                          <a:pt x="239" y="29"/>
                        </a:lnTo>
                        <a:lnTo>
                          <a:pt x="241" y="26"/>
                        </a:lnTo>
                        <a:lnTo>
                          <a:pt x="242" y="25"/>
                        </a:lnTo>
                        <a:lnTo>
                          <a:pt x="244" y="23"/>
                        </a:lnTo>
                        <a:lnTo>
                          <a:pt x="246" y="20"/>
                        </a:lnTo>
                        <a:lnTo>
                          <a:pt x="246" y="18"/>
                        </a:lnTo>
                        <a:lnTo>
                          <a:pt x="245" y="16"/>
                        </a:lnTo>
                        <a:lnTo>
                          <a:pt x="243" y="13"/>
                        </a:lnTo>
                        <a:lnTo>
                          <a:pt x="241" y="11"/>
                        </a:lnTo>
                        <a:lnTo>
                          <a:pt x="239" y="8"/>
                        </a:lnTo>
                        <a:lnTo>
                          <a:pt x="239" y="5"/>
                        </a:lnTo>
                        <a:lnTo>
                          <a:pt x="240" y="3"/>
                        </a:lnTo>
                        <a:lnTo>
                          <a:pt x="239" y="0"/>
                        </a:lnTo>
                        <a:lnTo>
                          <a:pt x="7" y="0"/>
                        </a:lnTo>
                      </a:path>
                    </a:pathLst>
                  </a:custGeom>
                  <a:solidFill>
                    <a:srgbClr val="FFC08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9514" name="Freeform 74">
                    <a:extLst>
                      <a:ext uri="{FF2B5EF4-FFF2-40B4-BE49-F238E27FC236}">
                        <a16:creationId xmlns:a16="http://schemas.microsoft.com/office/drawing/2014/main" id="{5FD6219F-FDFA-4F2C-8793-A7723F5250F4}"/>
                      </a:ext>
                    </a:extLst>
                  </p:cNvPr>
                  <p:cNvSpPr>
                    <a:spLocks/>
                  </p:cNvSpPr>
                  <p:nvPr/>
                </p:nvSpPr>
                <p:spPr bwMode="auto">
                  <a:xfrm>
                    <a:off x="3783" y="1809"/>
                    <a:ext cx="33" cy="21"/>
                  </a:xfrm>
                  <a:custGeom>
                    <a:avLst/>
                    <a:gdLst>
                      <a:gd name="T0" fmla="*/ 1 w 33"/>
                      <a:gd name="T1" fmla="*/ 0 h 21"/>
                      <a:gd name="T2" fmla="*/ 3 w 33"/>
                      <a:gd name="T3" fmla="*/ 2 h 21"/>
                      <a:gd name="T4" fmla="*/ 6 w 33"/>
                      <a:gd name="T5" fmla="*/ 5 h 21"/>
                      <a:gd name="T6" fmla="*/ 12 w 33"/>
                      <a:gd name="T7" fmla="*/ 8 h 21"/>
                      <a:gd name="T8" fmla="*/ 18 w 33"/>
                      <a:gd name="T9" fmla="*/ 11 h 21"/>
                      <a:gd name="T10" fmla="*/ 25 w 33"/>
                      <a:gd name="T11" fmla="*/ 13 h 21"/>
                      <a:gd name="T12" fmla="*/ 32 w 33"/>
                      <a:gd name="T13" fmla="*/ 14 h 21"/>
                      <a:gd name="T14" fmla="*/ 29 w 33"/>
                      <a:gd name="T15" fmla="*/ 18 h 21"/>
                      <a:gd name="T16" fmla="*/ 21 w 33"/>
                      <a:gd name="T17" fmla="*/ 17 h 21"/>
                      <a:gd name="T18" fmla="*/ 12 w 33"/>
                      <a:gd name="T19" fmla="*/ 17 h 21"/>
                      <a:gd name="T20" fmla="*/ 6 w 33"/>
                      <a:gd name="T21" fmla="*/ 20 h 21"/>
                      <a:gd name="T22" fmla="*/ 8 w 33"/>
                      <a:gd name="T23" fmla="*/ 18 h 21"/>
                      <a:gd name="T24" fmla="*/ 7 w 33"/>
                      <a:gd name="T25" fmla="*/ 15 h 21"/>
                      <a:gd name="T26" fmla="*/ 5 w 33"/>
                      <a:gd name="T27" fmla="*/ 12 h 21"/>
                      <a:gd name="T28" fmla="*/ 3 w 33"/>
                      <a:gd name="T29" fmla="*/ 10 h 21"/>
                      <a:gd name="T30" fmla="*/ 0 w 33"/>
                      <a:gd name="T31" fmla="*/ 6 h 21"/>
                      <a:gd name="T32" fmla="*/ 0 w 33"/>
                      <a:gd name="T33" fmla="*/ 3 h 21"/>
                      <a:gd name="T34" fmla="*/ 1 w 33"/>
                      <a:gd name="T35" fmla="*/ 0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3" h="21">
                        <a:moveTo>
                          <a:pt x="1" y="0"/>
                        </a:moveTo>
                        <a:lnTo>
                          <a:pt x="3" y="2"/>
                        </a:lnTo>
                        <a:lnTo>
                          <a:pt x="6" y="5"/>
                        </a:lnTo>
                        <a:lnTo>
                          <a:pt x="12" y="8"/>
                        </a:lnTo>
                        <a:lnTo>
                          <a:pt x="18" y="11"/>
                        </a:lnTo>
                        <a:lnTo>
                          <a:pt x="25" y="13"/>
                        </a:lnTo>
                        <a:lnTo>
                          <a:pt x="32" y="14"/>
                        </a:lnTo>
                        <a:lnTo>
                          <a:pt x="29" y="18"/>
                        </a:lnTo>
                        <a:lnTo>
                          <a:pt x="21" y="17"/>
                        </a:lnTo>
                        <a:lnTo>
                          <a:pt x="12" y="17"/>
                        </a:lnTo>
                        <a:lnTo>
                          <a:pt x="6" y="20"/>
                        </a:lnTo>
                        <a:lnTo>
                          <a:pt x="8" y="18"/>
                        </a:lnTo>
                        <a:lnTo>
                          <a:pt x="7" y="15"/>
                        </a:lnTo>
                        <a:lnTo>
                          <a:pt x="5" y="12"/>
                        </a:lnTo>
                        <a:lnTo>
                          <a:pt x="3" y="10"/>
                        </a:lnTo>
                        <a:lnTo>
                          <a:pt x="0" y="6"/>
                        </a:lnTo>
                        <a:lnTo>
                          <a:pt x="0" y="3"/>
                        </a:lnTo>
                        <a:lnTo>
                          <a:pt x="1" y="0"/>
                        </a:lnTo>
                      </a:path>
                    </a:pathLst>
                  </a:custGeom>
                  <a:solidFill>
                    <a:srgbClr val="FFA04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9515" name="Freeform 75">
                    <a:extLst>
                      <a:ext uri="{FF2B5EF4-FFF2-40B4-BE49-F238E27FC236}">
                        <a16:creationId xmlns:a16="http://schemas.microsoft.com/office/drawing/2014/main" id="{F7054A5A-94DB-4AEE-988A-B46E82C4570D}"/>
                      </a:ext>
                    </a:extLst>
                  </p:cNvPr>
                  <p:cNvSpPr>
                    <a:spLocks/>
                  </p:cNvSpPr>
                  <p:nvPr/>
                </p:nvSpPr>
                <p:spPr bwMode="auto">
                  <a:xfrm>
                    <a:off x="3785" y="1835"/>
                    <a:ext cx="41" cy="18"/>
                  </a:xfrm>
                  <a:custGeom>
                    <a:avLst/>
                    <a:gdLst>
                      <a:gd name="T0" fmla="*/ 0 w 41"/>
                      <a:gd name="T1" fmla="*/ 1 h 18"/>
                      <a:gd name="T2" fmla="*/ 1 w 41"/>
                      <a:gd name="T3" fmla="*/ 0 h 18"/>
                      <a:gd name="T4" fmla="*/ 2 w 41"/>
                      <a:gd name="T5" fmla="*/ 1 h 18"/>
                      <a:gd name="T6" fmla="*/ 5 w 41"/>
                      <a:gd name="T7" fmla="*/ 3 h 18"/>
                      <a:gd name="T8" fmla="*/ 11 w 41"/>
                      <a:gd name="T9" fmla="*/ 4 h 18"/>
                      <a:gd name="T10" fmla="*/ 17 w 41"/>
                      <a:gd name="T11" fmla="*/ 6 h 18"/>
                      <a:gd name="T12" fmla="*/ 26 w 41"/>
                      <a:gd name="T13" fmla="*/ 7 h 18"/>
                      <a:gd name="T14" fmla="*/ 36 w 41"/>
                      <a:gd name="T15" fmla="*/ 9 h 18"/>
                      <a:gd name="T16" fmla="*/ 40 w 41"/>
                      <a:gd name="T17" fmla="*/ 16 h 18"/>
                      <a:gd name="T18" fmla="*/ 28 w 41"/>
                      <a:gd name="T19" fmla="*/ 14 h 18"/>
                      <a:gd name="T20" fmla="*/ 19 w 41"/>
                      <a:gd name="T21" fmla="*/ 13 h 18"/>
                      <a:gd name="T22" fmla="*/ 12 w 41"/>
                      <a:gd name="T23" fmla="*/ 14 h 18"/>
                      <a:gd name="T24" fmla="*/ 6 w 41"/>
                      <a:gd name="T25" fmla="*/ 17 h 18"/>
                      <a:gd name="T26" fmla="*/ 6 w 41"/>
                      <a:gd name="T27" fmla="*/ 15 h 18"/>
                      <a:gd name="T28" fmla="*/ 6 w 41"/>
                      <a:gd name="T29" fmla="*/ 12 h 18"/>
                      <a:gd name="T30" fmla="*/ 5 w 41"/>
                      <a:gd name="T31" fmla="*/ 10 h 18"/>
                      <a:gd name="T32" fmla="*/ 2 w 41"/>
                      <a:gd name="T33" fmla="*/ 7 h 18"/>
                      <a:gd name="T34" fmla="*/ 0 w 41"/>
                      <a:gd name="T35" fmla="*/ 4 h 18"/>
                      <a:gd name="T36" fmla="*/ 0 w 41"/>
                      <a:gd name="T37" fmla="*/ 1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1" h="18">
                        <a:moveTo>
                          <a:pt x="0" y="1"/>
                        </a:moveTo>
                        <a:lnTo>
                          <a:pt x="1" y="0"/>
                        </a:lnTo>
                        <a:lnTo>
                          <a:pt x="2" y="1"/>
                        </a:lnTo>
                        <a:lnTo>
                          <a:pt x="5" y="3"/>
                        </a:lnTo>
                        <a:lnTo>
                          <a:pt x="11" y="4"/>
                        </a:lnTo>
                        <a:lnTo>
                          <a:pt x="17" y="6"/>
                        </a:lnTo>
                        <a:lnTo>
                          <a:pt x="26" y="7"/>
                        </a:lnTo>
                        <a:lnTo>
                          <a:pt x="36" y="9"/>
                        </a:lnTo>
                        <a:lnTo>
                          <a:pt x="40" y="16"/>
                        </a:lnTo>
                        <a:lnTo>
                          <a:pt x="28" y="14"/>
                        </a:lnTo>
                        <a:lnTo>
                          <a:pt x="19" y="13"/>
                        </a:lnTo>
                        <a:lnTo>
                          <a:pt x="12" y="14"/>
                        </a:lnTo>
                        <a:lnTo>
                          <a:pt x="6" y="17"/>
                        </a:lnTo>
                        <a:lnTo>
                          <a:pt x="6" y="15"/>
                        </a:lnTo>
                        <a:lnTo>
                          <a:pt x="6" y="12"/>
                        </a:lnTo>
                        <a:lnTo>
                          <a:pt x="5" y="10"/>
                        </a:lnTo>
                        <a:lnTo>
                          <a:pt x="2" y="7"/>
                        </a:lnTo>
                        <a:lnTo>
                          <a:pt x="0" y="4"/>
                        </a:lnTo>
                        <a:lnTo>
                          <a:pt x="0" y="1"/>
                        </a:lnTo>
                      </a:path>
                    </a:pathLst>
                  </a:custGeom>
                  <a:solidFill>
                    <a:srgbClr val="FFA04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9516" name="Freeform 76">
                    <a:extLst>
                      <a:ext uri="{FF2B5EF4-FFF2-40B4-BE49-F238E27FC236}">
                        <a16:creationId xmlns:a16="http://schemas.microsoft.com/office/drawing/2014/main" id="{43C20A7C-9344-446C-A346-E3FD381BC929}"/>
                      </a:ext>
                    </a:extLst>
                  </p:cNvPr>
                  <p:cNvSpPr>
                    <a:spLocks/>
                  </p:cNvSpPr>
                  <p:nvPr/>
                </p:nvSpPr>
                <p:spPr bwMode="auto">
                  <a:xfrm>
                    <a:off x="3782" y="1856"/>
                    <a:ext cx="49" cy="23"/>
                  </a:xfrm>
                  <a:custGeom>
                    <a:avLst/>
                    <a:gdLst>
                      <a:gd name="T0" fmla="*/ 0 w 49"/>
                      <a:gd name="T1" fmla="*/ 3 h 23"/>
                      <a:gd name="T2" fmla="*/ 3 w 49"/>
                      <a:gd name="T3" fmla="*/ 0 h 23"/>
                      <a:gd name="T4" fmla="*/ 5 w 49"/>
                      <a:gd name="T5" fmla="*/ 3 h 23"/>
                      <a:gd name="T6" fmla="*/ 9 w 49"/>
                      <a:gd name="T7" fmla="*/ 5 h 23"/>
                      <a:gd name="T8" fmla="*/ 12 w 49"/>
                      <a:gd name="T9" fmla="*/ 7 h 23"/>
                      <a:gd name="T10" fmla="*/ 19 w 49"/>
                      <a:gd name="T11" fmla="*/ 9 h 23"/>
                      <a:gd name="T12" fmla="*/ 26 w 49"/>
                      <a:gd name="T13" fmla="*/ 10 h 23"/>
                      <a:gd name="T14" fmla="*/ 34 w 49"/>
                      <a:gd name="T15" fmla="*/ 12 h 23"/>
                      <a:gd name="T16" fmla="*/ 45 w 49"/>
                      <a:gd name="T17" fmla="*/ 15 h 23"/>
                      <a:gd name="T18" fmla="*/ 48 w 49"/>
                      <a:gd name="T19" fmla="*/ 22 h 23"/>
                      <a:gd name="T20" fmla="*/ 36 w 49"/>
                      <a:gd name="T21" fmla="*/ 18 h 23"/>
                      <a:gd name="T22" fmla="*/ 28 w 49"/>
                      <a:gd name="T23" fmla="*/ 16 h 23"/>
                      <a:gd name="T24" fmla="*/ 21 w 49"/>
                      <a:gd name="T25" fmla="*/ 15 h 23"/>
                      <a:gd name="T26" fmla="*/ 16 w 49"/>
                      <a:gd name="T27" fmla="*/ 15 h 23"/>
                      <a:gd name="T28" fmla="*/ 13 w 49"/>
                      <a:gd name="T29" fmla="*/ 16 h 23"/>
                      <a:gd name="T30" fmla="*/ 10 w 49"/>
                      <a:gd name="T31" fmla="*/ 19 h 23"/>
                      <a:gd name="T32" fmla="*/ 9 w 49"/>
                      <a:gd name="T33" fmla="*/ 16 h 23"/>
                      <a:gd name="T34" fmla="*/ 5 w 49"/>
                      <a:gd name="T35" fmla="*/ 12 h 23"/>
                      <a:gd name="T36" fmla="*/ 3 w 49"/>
                      <a:gd name="T37" fmla="*/ 9 h 23"/>
                      <a:gd name="T38" fmla="*/ 0 w 49"/>
                      <a:gd name="T39" fmla="*/ 6 h 23"/>
                      <a:gd name="T40" fmla="*/ 0 w 49"/>
                      <a:gd name="T41" fmla="*/ 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23">
                        <a:moveTo>
                          <a:pt x="0" y="3"/>
                        </a:moveTo>
                        <a:lnTo>
                          <a:pt x="3" y="0"/>
                        </a:lnTo>
                        <a:lnTo>
                          <a:pt x="5" y="3"/>
                        </a:lnTo>
                        <a:lnTo>
                          <a:pt x="9" y="5"/>
                        </a:lnTo>
                        <a:lnTo>
                          <a:pt x="12" y="7"/>
                        </a:lnTo>
                        <a:lnTo>
                          <a:pt x="19" y="9"/>
                        </a:lnTo>
                        <a:lnTo>
                          <a:pt x="26" y="10"/>
                        </a:lnTo>
                        <a:lnTo>
                          <a:pt x="34" y="12"/>
                        </a:lnTo>
                        <a:lnTo>
                          <a:pt x="45" y="15"/>
                        </a:lnTo>
                        <a:lnTo>
                          <a:pt x="48" y="22"/>
                        </a:lnTo>
                        <a:lnTo>
                          <a:pt x="36" y="18"/>
                        </a:lnTo>
                        <a:lnTo>
                          <a:pt x="28" y="16"/>
                        </a:lnTo>
                        <a:lnTo>
                          <a:pt x="21" y="15"/>
                        </a:lnTo>
                        <a:lnTo>
                          <a:pt x="16" y="15"/>
                        </a:lnTo>
                        <a:lnTo>
                          <a:pt x="13" y="16"/>
                        </a:lnTo>
                        <a:lnTo>
                          <a:pt x="10" y="19"/>
                        </a:lnTo>
                        <a:lnTo>
                          <a:pt x="9" y="16"/>
                        </a:lnTo>
                        <a:lnTo>
                          <a:pt x="5" y="12"/>
                        </a:lnTo>
                        <a:lnTo>
                          <a:pt x="3" y="9"/>
                        </a:lnTo>
                        <a:lnTo>
                          <a:pt x="0" y="6"/>
                        </a:lnTo>
                        <a:lnTo>
                          <a:pt x="0" y="3"/>
                        </a:lnTo>
                      </a:path>
                    </a:pathLst>
                  </a:custGeom>
                  <a:solidFill>
                    <a:srgbClr val="FFA04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9517" name="Freeform 77">
                    <a:extLst>
                      <a:ext uri="{FF2B5EF4-FFF2-40B4-BE49-F238E27FC236}">
                        <a16:creationId xmlns:a16="http://schemas.microsoft.com/office/drawing/2014/main" id="{BB394104-1BFA-48E0-9BE5-C9212BE2C50F}"/>
                      </a:ext>
                    </a:extLst>
                  </p:cNvPr>
                  <p:cNvSpPr>
                    <a:spLocks/>
                  </p:cNvSpPr>
                  <p:nvPr/>
                </p:nvSpPr>
                <p:spPr bwMode="auto">
                  <a:xfrm>
                    <a:off x="3788" y="1879"/>
                    <a:ext cx="57" cy="49"/>
                  </a:xfrm>
                  <a:custGeom>
                    <a:avLst/>
                    <a:gdLst>
                      <a:gd name="T0" fmla="*/ 0 w 57"/>
                      <a:gd name="T1" fmla="*/ 7 h 49"/>
                      <a:gd name="T2" fmla="*/ 0 w 57"/>
                      <a:gd name="T3" fmla="*/ 4 h 49"/>
                      <a:gd name="T4" fmla="*/ 0 w 57"/>
                      <a:gd name="T5" fmla="*/ 2 h 49"/>
                      <a:gd name="T6" fmla="*/ 2 w 57"/>
                      <a:gd name="T7" fmla="*/ 0 h 49"/>
                      <a:gd name="T8" fmla="*/ 6 w 57"/>
                      <a:gd name="T9" fmla="*/ 3 h 49"/>
                      <a:gd name="T10" fmla="*/ 12 w 57"/>
                      <a:gd name="T11" fmla="*/ 6 h 49"/>
                      <a:gd name="T12" fmla="*/ 19 w 57"/>
                      <a:gd name="T13" fmla="*/ 9 h 49"/>
                      <a:gd name="T14" fmla="*/ 28 w 57"/>
                      <a:gd name="T15" fmla="*/ 11 h 49"/>
                      <a:gd name="T16" fmla="*/ 42 w 57"/>
                      <a:gd name="T17" fmla="*/ 13 h 49"/>
                      <a:gd name="T18" fmla="*/ 44 w 57"/>
                      <a:gd name="T19" fmla="*/ 19 h 49"/>
                      <a:gd name="T20" fmla="*/ 37 w 57"/>
                      <a:gd name="T21" fmla="*/ 17 h 49"/>
                      <a:gd name="T22" fmla="*/ 31 w 57"/>
                      <a:gd name="T23" fmla="*/ 16 h 49"/>
                      <a:gd name="T24" fmla="*/ 27 w 57"/>
                      <a:gd name="T25" fmla="*/ 17 h 49"/>
                      <a:gd name="T26" fmla="*/ 26 w 57"/>
                      <a:gd name="T27" fmla="*/ 19 h 49"/>
                      <a:gd name="T28" fmla="*/ 28 w 57"/>
                      <a:gd name="T29" fmla="*/ 23 h 49"/>
                      <a:gd name="T30" fmla="*/ 31 w 57"/>
                      <a:gd name="T31" fmla="*/ 26 h 49"/>
                      <a:gd name="T32" fmla="*/ 36 w 57"/>
                      <a:gd name="T33" fmla="*/ 31 h 49"/>
                      <a:gd name="T34" fmla="*/ 44 w 57"/>
                      <a:gd name="T35" fmla="*/ 37 h 49"/>
                      <a:gd name="T36" fmla="*/ 56 w 57"/>
                      <a:gd name="T37" fmla="*/ 43 h 49"/>
                      <a:gd name="T38" fmla="*/ 56 w 57"/>
                      <a:gd name="T39" fmla="*/ 48 h 49"/>
                      <a:gd name="T40" fmla="*/ 51 w 57"/>
                      <a:gd name="T41" fmla="*/ 45 h 49"/>
                      <a:gd name="T42" fmla="*/ 44 w 57"/>
                      <a:gd name="T43" fmla="*/ 42 h 49"/>
                      <a:gd name="T44" fmla="*/ 35 w 57"/>
                      <a:gd name="T45" fmla="*/ 37 h 49"/>
                      <a:gd name="T46" fmla="*/ 28 w 57"/>
                      <a:gd name="T47" fmla="*/ 31 h 49"/>
                      <a:gd name="T48" fmla="*/ 21 w 57"/>
                      <a:gd name="T49" fmla="*/ 26 h 49"/>
                      <a:gd name="T50" fmla="*/ 15 w 57"/>
                      <a:gd name="T51" fmla="*/ 21 h 49"/>
                      <a:gd name="T52" fmla="*/ 9 w 57"/>
                      <a:gd name="T53" fmla="*/ 16 h 49"/>
                      <a:gd name="T54" fmla="*/ 3 w 57"/>
                      <a:gd name="T55" fmla="*/ 12 h 49"/>
                      <a:gd name="T56" fmla="*/ 0 w 57"/>
                      <a:gd name="T57" fmla="*/ 7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7" h="49">
                        <a:moveTo>
                          <a:pt x="0" y="7"/>
                        </a:moveTo>
                        <a:lnTo>
                          <a:pt x="0" y="4"/>
                        </a:lnTo>
                        <a:lnTo>
                          <a:pt x="0" y="2"/>
                        </a:lnTo>
                        <a:lnTo>
                          <a:pt x="2" y="0"/>
                        </a:lnTo>
                        <a:lnTo>
                          <a:pt x="6" y="3"/>
                        </a:lnTo>
                        <a:lnTo>
                          <a:pt x="12" y="6"/>
                        </a:lnTo>
                        <a:lnTo>
                          <a:pt x="19" y="9"/>
                        </a:lnTo>
                        <a:lnTo>
                          <a:pt x="28" y="11"/>
                        </a:lnTo>
                        <a:lnTo>
                          <a:pt x="42" y="13"/>
                        </a:lnTo>
                        <a:lnTo>
                          <a:pt x="44" y="19"/>
                        </a:lnTo>
                        <a:lnTo>
                          <a:pt x="37" y="17"/>
                        </a:lnTo>
                        <a:lnTo>
                          <a:pt x="31" y="16"/>
                        </a:lnTo>
                        <a:lnTo>
                          <a:pt x="27" y="17"/>
                        </a:lnTo>
                        <a:lnTo>
                          <a:pt x="26" y="19"/>
                        </a:lnTo>
                        <a:lnTo>
                          <a:pt x="28" y="23"/>
                        </a:lnTo>
                        <a:lnTo>
                          <a:pt x="31" y="26"/>
                        </a:lnTo>
                        <a:lnTo>
                          <a:pt x="36" y="31"/>
                        </a:lnTo>
                        <a:lnTo>
                          <a:pt x="44" y="37"/>
                        </a:lnTo>
                        <a:lnTo>
                          <a:pt x="56" y="43"/>
                        </a:lnTo>
                        <a:lnTo>
                          <a:pt x="56" y="48"/>
                        </a:lnTo>
                        <a:lnTo>
                          <a:pt x="51" y="45"/>
                        </a:lnTo>
                        <a:lnTo>
                          <a:pt x="44" y="42"/>
                        </a:lnTo>
                        <a:lnTo>
                          <a:pt x="35" y="37"/>
                        </a:lnTo>
                        <a:lnTo>
                          <a:pt x="28" y="31"/>
                        </a:lnTo>
                        <a:lnTo>
                          <a:pt x="21" y="26"/>
                        </a:lnTo>
                        <a:lnTo>
                          <a:pt x="15" y="21"/>
                        </a:lnTo>
                        <a:lnTo>
                          <a:pt x="9" y="16"/>
                        </a:lnTo>
                        <a:lnTo>
                          <a:pt x="3" y="12"/>
                        </a:lnTo>
                        <a:lnTo>
                          <a:pt x="0" y="7"/>
                        </a:lnTo>
                      </a:path>
                    </a:pathLst>
                  </a:custGeom>
                  <a:solidFill>
                    <a:srgbClr val="FFA04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9518" name="Freeform 78">
                    <a:extLst>
                      <a:ext uri="{FF2B5EF4-FFF2-40B4-BE49-F238E27FC236}">
                        <a16:creationId xmlns:a16="http://schemas.microsoft.com/office/drawing/2014/main" id="{4B66FF33-0A68-42BD-8D9E-37375D5C513C}"/>
                      </a:ext>
                    </a:extLst>
                  </p:cNvPr>
                  <p:cNvSpPr>
                    <a:spLocks/>
                  </p:cNvSpPr>
                  <p:nvPr/>
                </p:nvSpPr>
                <p:spPr bwMode="auto">
                  <a:xfrm>
                    <a:off x="3789" y="1794"/>
                    <a:ext cx="24" cy="18"/>
                  </a:xfrm>
                  <a:custGeom>
                    <a:avLst/>
                    <a:gdLst>
                      <a:gd name="T0" fmla="*/ 0 w 24"/>
                      <a:gd name="T1" fmla="*/ 0 h 18"/>
                      <a:gd name="T2" fmla="*/ 2 w 24"/>
                      <a:gd name="T3" fmla="*/ 2 h 18"/>
                      <a:gd name="T4" fmla="*/ 6 w 24"/>
                      <a:gd name="T5" fmla="*/ 5 h 18"/>
                      <a:gd name="T6" fmla="*/ 11 w 24"/>
                      <a:gd name="T7" fmla="*/ 7 h 18"/>
                      <a:gd name="T8" fmla="*/ 15 w 24"/>
                      <a:gd name="T9" fmla="*/ 11 h 18"/>
                      <a:gd name="T10" fmla="*/ 20 w 24"/>
                      <a:gd name="T11" fmla="*/ 13 h 18"/>
                      <a:gd name="T12" fmla="*/ 23 w 24"/>
                      <a:gd name="T13" fmla="*/ 15 h 18"/>
                      <a:gd name="T14" fmla="*/ 17 w 24"/>
                      <a:gd name="T15" fmla="*/ 17 h 18"/>
                      <a:gd name="T16" fmla="*/ 11 w 24"/>
                      <a:gd name="T17" fmla="*/ 15 h 18"/>
                      <a:gd name="T18" fmla="*/ 4 w 24"/>
                      <a:gd name="T19" fmla="*/ 13 h 18"/>
                      <a:gd name="T20" fmla="*/ 0 w 24"/>
                      <a:gd name="T21" fmla="*/ 10 h 18"/>
                      <a:gd name="T22" fmla="*/ 0 w 24"/>
                      <a:gd name="T23" fmla="*/ 7 h 18"/>
                      <a:gd name="T24" fmla="*/ 0 w 24"/>
                      <a:gd name="T25" fmla="*/ 3 h 18"/>
                      <a:gd name="T26" fmla="*/ 0 w 24"/>
                      <a:gd name="T27"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4" h="18">
                        <a:moveTo>
                          <a:pt x="0" y="0"/>
                        </a:moveTo>
                        <a:lnTo>
                          <a:pt x="2" y="2"/>
                        </a:lnTo>
                        <a:lnTo>
                          <a:pt x="6" y="5"/>
                        </a:lnTo>
                        <a:lnTo>
                          <a:pt x="11" y="7"/>
                        </a:lnTo>
                        <a:lnTo>
                          <a:pt x="15" y="11"/>
                        </a:lnTo>
                        <a:lnTo>
                          <a:pt x="20" y="13"/>
                        </a:lnTo>
                        <a:lnTo>
                          <a:pt x="23" y="15"/>
                        </a:lnTo>
                        <a:lnTo>
                          <a:pt x="17" y="17"/>
                        </a:lnTo>
                        <a:lnTo>
                          <a:pt x="11" y="15"/>
                        </a:lnTo>
                        <a:lnTo>
                          <a:pt x="4" y="13"/>
                        </a:lnTo>
                        <a:lnTo>
                          <a:pt x="0" y="10"/>
                        </a:lnTo>
                        <a:lnTo>
                          <a:pt x="0" y="7"/>
                        </a:lnTo>
                        <a:lnTo>
                          <a:pt x="0" y="3"/>
                        </a:lnTo>
                        <a:lnTo>
                          <a:pt x="0" y="0"/>
                        </a:lnTo>
                      </a:path>
                    </a:pathLst>
                  </a:custGeom>
                  <a:solidFill>
                    <a:srgbClr val="FFA04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9519" name="Freeform 79">
                    <a:extLst>
                      <a:ext uri="{FF2B5EF4-FFF2-40B4-BE49-F238E27FC236}">
                        <a16:creationId xmlns:a16="http://schemas.microsoft.com/office/drawing/2014/main" id="{DEB9D013-72E8-484A-9437-B17F5E4F84BC}"/>
                      </a:ext>
                    </a:extLst>
                  </p:cNvPr>
                  <p:cNvSpPr>
                    <a:spLocks/>
                  </p:cNvSpPr>
                  <p:nvPr/>
                </p:nvSpPr>
                <p:spPr bwMode="auto">
                  <a:xfrm>
                    <a:off x="3831" y="1790"/>
                    <a:ext cx="198" cy="145"/>
                  </a:xfrm>
                  <a:custGeom>
                    <a:avLst/>
                    <a:gdLst>
                      <a:gd name="T0" fmla="*/ 93 w 198"/>
                      <a:gd name="T1" fmla="*/ 33 h 145"/>
                      <a:gd name="T2" fmla="*/ 78 w 198"/>
                      <a:gd name="T3" fmla="*/ 37 h 145"/>
                      <a:gd name="T4" fmla="*/ 47 w 198"/>
                      <a:gd name="T5" fmla="*/ 41 h 145"/>
                      <a:gd name="T6" fmla="*/ 0 w 198"/>
                      <a:gd name="T7" fmla="*/ 43 h 145"/>
                      <a:gd name="T8" fmla="*/ 55 w 198"/>
                      <a:gd name="T9" fmla="*/ 50 h 145"/>
                      <a:gd name="T10" fmla="*/ 116 w 198"/>
                      <a:gd name="T11" fmla="*/ 47 h 145"/>
                      <a:gd name="T12" fmla="*/ 160 w 198"/>
                      <a:gd name="T13" fmla="*/ 37 h 145"/>
                      <a:gd name="T14" fmla="*/ 174 w 198"/>
                      <a:gd name="T15" fmla="*/ 35 h 145"/>
                      <a:gd name="T16" fmla="*/ 168 w 198"/>
                      <a:gd name="T17" fmla="*/ 43 h 145"/>
                      <a:gd name="T18" fmla="*/ 137 w 198"/>
                      <a:gd name="T19" fmla="*/ 55 h 145"/>
                      <a:gd name="T20" fmla="*/ 81 w 198"/>
                      <a:gd name="T21" fmla="*/ 64 h 145"/>
                      <a:gd name="T22" fmla="*/ 47 w 198"/>
                      <a:gd name="T23" fmla="*/ 73 h 145"/>
                      <a:gd name="T24" fmla="*/ 110 w 198"/>
                      <a:gd name="T25" fmla="*/ 72 h 145"/>
                      <a:gd name="T26" fmla="*/ 152 w 198"/>
                      <a:gd name="T27" fmla="*/ 64 h 145"/>
                      <a:gd name="T28" fmla="*/ 177 w 198"/>
                      <a:gd name="T29" fmla="*/ 57 h 145"/>
                      <a:gd name="T30" fmla="*/ 177 w 198"/>
                      <a:gd name="T31" fmla="*/ 62 h 145"/>
                      <a:gd name="T32" fmla="*/ 156 w 198"/>
                      <a:gd name="T33" fmla="*/ 73 h 145"/>
                      <a:gd name="T34" fmla="*/ 118 w 198"/>
                      <a:gd name="T35" fmla="*/ 85 h 145"/>
                      <a:gd name="T36" fmla="*/ 64 w 198"/>
                      <a:gd name="T37" fmla="*/ 92 h 145"/>
                      <a:gd name="T38" fmla="*/ 82 w 198"/>
                      <a:gd name="T39" fmla="*/ 97 h 145"/>
                      <a:gd name="T40" fmla="*/ 129 w 198"/>
                      <a:gd name="T41" fmla="*/ 95 h 145"/>
                      <a:gd name="T42" fmla="*/ 169 w 198"/>
                      <a:gd name="T43" fmla="*/ 86 h 145"/>
                      <a:gd name="T44" fmla="*/ 172 w 198"/>
                      <a:gd name="T45" fmla="*/ 89 h 145"/>
                      <a:gd name="T46" fmla="*/ 161 w 198"/>
                      <a:gd name="T47" fmla="*/ 98 h 145"/>
                      <a:gd name="T48" fmla="*/ 131 w 198"/>
                      <a:gd name="T49" fmla="*/ 108 h 145"/>
                      <a:gd name="T50" fmla="*/ 97 w 198"/>
                      <a:gd name="T51" fmla="*/ 113 h 145"/>
                      <a:gd name="T52" fmla="*/ 44 w 198"/>
                      <a:gd name="T53" fmla="*/ 113 h 145"/>
                      <a:gd name="T54" fmla="*/ 81 w 198"/>
                      <a:gd name="T55" fmla="*/ 120 h 145"/>
                      <a:gd name="T56" fmla="*/ 114 w 198"/>
                      <a:gd name="T57" fmla="*/ 121 h 145"/>
                      <a:gd name="T58" fmla="*/ 145 w 198"/>
                      <a:gd name="T59" fmla="*/ 117 h 145"/>
                      <a:gd name="T60" fmla="*/ 158 w 198"/>
                      <a:gd name="T61" fmla="*/ 117 h 145"/>
                      <a:gd name="T62" fmla="*/ 150 w 198"/>
                      <a:gd name="T63" fmla="*/ 124 h 145"/>
                      <a:gd name="T64" fmla="*/ 133 w 198"/>
                      <a:gd name="T65" fmla="*/ 129 h 145"/>
                      <a:gd name="T66" fmla="*/ 68 w 198"/>
                      <a:gd name="T67" fmla="*/ 135 h 145"/>
                      <a:gd name="T68" fmla="*/ 122 w 198"/>
                      <a:gd name="T69" fmla="*/ 138 h 145"/>
                      <a:gd name="T70" fmla="*/ 125 w 198"/>
                      <a:gd name="T71" fmla="*/ 143 h 145"/>
                      <a:gd name="T72" fmla="*/ 145 w 198"/>
                      <a:gd name="T73" fmla="*/ 138 h 145"/>
                      <a:gd name="T74" fmla="*/ 160 w 198"/>
                      <a:gd name="T75" fmla="*/ 129 h 145"/>
                      <a:gd name="T76" fmla="*/ 190 w 198"/>
                      <a:gd name="T77" fmla="*/ 94 h 145"/>
                      <a:gd name="T78" fmla="*/ 192 w 198"/>
                      <a:gd name="T79" fmla="*/ 87 h 145"/>
                      <a:gd name="T80" fmla="*/ 187 w 198"/>
                      <a:gd name="T81" fmla="*/ 80 h 145"/>
                      <a:gd name="T82" fmla="*/ 191 w 198"/>
                      <a:gd name="T83" fmla="*/ 73 h 145"/>
                      <a:gd name="T84" fmla="*/ 197 w 198"/>
                      <a:gd name="T85" fmla="*/ 67 h 145"/>
                      <a:gd name="T86" fmla="*/ 193 w 198"/>
                      <a:gd name="T87" fmla="*/ 59 h 145"/>
                      <a:gd name="T88" fmla="*/ 189 w 198"/>
                      <a:gd name="T89" fmla="*/ 53 h 145"/>
                      <a:gd name="T90" fmla="*/ 194 w 198"/>
                      <a:gd name="T91" fmla="*/ 46 h 145"/>
                      <a:gd name="T92" fmla="*/ 194 w 198"/>
                      <a:gd name="T93" fmla="*/ 37 h 145"/>
                      <a:gd name="T94" fmla="*/ 189 w 198"/>
                      <a:gd name="T95" fmla="*/ 30 h 145"/>
                      <a:gd name="T96" fmla="*/ 193 w 198"/>
                      <a:gd name="T97" fmla="*/ 23 h 145"/>
                      <a:gd name="T98" fmla="*/ 197 w 198"/>
                      <a:gd name="T99" fmla="*/ 16 h 145"/>
                      <a:gd name="T100" fmla="*/ 192 w 198"/>
                      <a:gd name="T101" fmla="*/ 10 h 145"/>
                      <a:gd name="T102" fmla="*/ 170 w 198"/>
                      <a:gd name="T103" fmla="*/ 10 h 145"/>
                      <a:gd name="T104" fmla="*/ 127 w 198"/>
                      <a:gd name="T105" fmla="*/ 22 h 145"/>
                      <a:gd name="T106" fmla="*/ 79 w 198"/>
                      <a:gd name="T107" fmla="*/ 28 h 1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98" h="145">
                        <a:moveTo>
                          <a:pt x="79" y="28"/>
                        </a:moveTo>
                        <a:lnTo>
                          <a:pt x="50" y="29"/>
                        </a:lnTo>
                        <a:lnTo>
                          <a:pt x="93" y="33"/>
                        </a:lnTo>
                        <a:lnTo>
                          <a:pt x="91" y="34"/>
                        </a:lnTo>
                        <a:lnTo>
                          <a:pt x="85" y="36"/>
                        </a:lnTo>
                        <a:lnTo>
                          <a:pt x="78" y="37"/>
                        </a:lnTo>
                        <a:lnTo>
                          <a:pt x="69" y="39"/>
                        </a:lnTo>
                        <a:lnTo>
                          <a:pt x="59" y="41"/>
                        </a:lnTo>
                        <a:lnTo>
                          <a:pt x="47" y="41"/>
                        </a:lnTo>
                        <a:lnTo>
                          <a:pt x="32" y="43"/>
                        </a:lnTo>
                        <a:lnTo>
                          <a:pt x="16" y="43"/>
                        </a:lnTo>
                        <a:lnTo>
                          <a:pt x="0" y="43"/>
                        </a:lnTo>
                        <a:lnTo>
                          <a:pt x="25" y="48"/>
                        </a:lnTo>
                        <a:lnTo>
                          <a:pt x="41" y="50"/>
                        </a:lnTo>
                        <a:lnTo>
                          <a:pt x="55" y="50"/>
                        </a:lnTo>
                        <a:lnTo>
                          <a:pt x="72" y="50"/>
                        </a:lnTo>
                        <a:lnTo>
                          <a:pt x="96" y="49"/>
                        </a:lnTo>
                        <a:lnTo>
                          <a:pt x="116" y="47"/>
                        </a:lnTo>
                        <a:lnTo>
                          <a:pt x="134" y="43"/>
                        </a:lnTo>
                        <a:lnTo>
                          <a:pt x="152" y="39"/>
                        </a:lnTo>
                        <a:lnTo>
                          <a:pt x="160" y="37"/>
                        </a:lnTo>
                        <a:lnTo>
                          <a:pt x="168" y="35"/>
                        </a:lnTo>
                        <a:lnTo>
                          <a:pt x="172" y="34"/>
                        </a:lnTo>
                        <a:lnTo>
                          <a:pt x="174" y="35"/>
                        </a:lnTo>
                        <a:lnTo>
                          <a:pt x="174" y="37"/>
                        </a:lnTo>
                        <a:lnTo>
                          <a:pt x="172" y="40"/>
                        </a:lnTo>
                        <a:lnTo>
                          <a:pt x="168" y="43"/>
                        </a:lnTo>
                        <a:lnTo>
                          <a:pt x="160" y="47"/>
                        </a:lnTo>
                        <a:lnTo>
                          <a:pt x="150" y="50"/>
                        </a:lnTo>
                        <a:lnTo>
                          <a:pt x="137" y="55"/>
                        </a:lnTo>
                        <a:lnTo>
                          <a:pt x="120" y="58"/>
                        </a:lnTo>
                        <a:lnTo>
                          <a:pt x="101" y="62"/>
                        </a:lnTo>
                        <a:lnTo>
                          <a:pt x="81" y="64"/>
                        </a:lnTo>
                        <a:lnTo>
                          <a:pt x="61" y="66"/>
                        </a:lnTo>
                        <a:lnTo>
                          <a:pt x="25" y="69"/>
                        </a:lnTo>
                        <a:lnTo>
                          <a:pt x="47" y="73"/>
                        </a:lnTo>
                        <a:lnTo>
                          <a:pt x="65" y="75"/>
                        </a:lnTo>
                        <a:lnTo>
                          <a:pt x="87" y="74"/>
                        </a:lnTo>
                        <a:lnTo>
                          <a:pt x="110" y="72"/>
                        </a:lnTo>
                        <a:lnTo>
                          <a:pt x="127" y="69"/>
                        </a:lnTo>
                        <a:lnTo>
                          <a:pt x="141" y="66"/>
                        </a:lnTo>
                        <a:lnTo>
                          <a:pt x="152" y="64"/>
                        </a:lnTo>
                        <a:lnTo>
                          <a:pt x="164" y="61"/>
                        </a:lnTo>
                        <a:lnTo>
                          <a:pt x="173" y="58"/>
                        </a:lnTo>
                        <a:lnTo>
                          <a:pt x="177" y="57"/>
                        </a:lnTo>
                        <a:lnTo>
                          <a:pt x="179" y="57"/>
                        </a:lnTo>
                        <a:lnTo>
                          <a:pt x="179" y="59"/>
                        </a:lnTo>
                        <a:lnTo>
                          <a:pt x="177" y="62"/>
                        </a:lnTo>
                        <a:lnTo>
                          <a:pt x="174" y="65"/>
                        </a:lnTo>
                        <a:lnTo>
                          <a:pt x="166" y="70"/>
                        </a:lnTo>
                        <a:lnTo>
                          <a:pt x="156" y="73"/>
                        </a:lnTo>
                        <a:lnTo>
                          <a:pt x="147" y="77"/>
                        </a:lnTo>
                        <a:lnTo>
                          <a:pt x="133" y="81"/>
                        </a:lnTo>
                        <a:lnTo>
                          <a:pt x="118" y="85"/>
                        </a:lnTo>
                        <a:lnTo>
                          <a:pt x="95" y="88"/>
                        </a:lnTo>
                        <a:lnTo>
                          <a:pt x="79" y="91"/>
                        </a:lnTo>
                        <a:lnTo>
                          <a:pt x="64" y="92"/>
                        </a:lnTo>
                        <a:lnTo>
                          <a:pt x="41" y="93"/>
                        </a:lnTo>
                        <a:lnTo>
                          <a:pt x="64" y="96"/>
                        </a:lnTo>
                        <a:lnTo>
                          <a:pt x="82" y="97"/>
                        </a:lnTo>
                        <a:lnTo>
                          <a:pt x="97" y="97"/>
                        </a:lnTo>
                        <a:lnTo>
                          <a:pt x="113" y="97"/>
                        </a:lnTo>
                        <a:lnTo>
                          <a:pt x="129" y="95"/>
                        </a:lnTo>
                        <a:lnTo>
                          <a:pt x="142" y="93"/>
                        </a:lnTo>
                        <a:lnTo>
                          <a:pt x="152" y="90"/>
                        </a:lnTo>
                        <a:lnTo>
                          <a:pt x="169" y="86"/>
                        </a:lnTo>
                        <a:lnTo>
                          <a:pt x="171" y="86"/>
                        </a:lnTo>
                        <a:lnTo>
                          <a:pt x="173" y="86"/>
                        </a:lnTo>
                        <a:lnTo>
                          <a:pt x="172" y="89"/>
                        </a:lnTo>
                        <a:lnTo>
                          <a:pt x="170" y="92"/>
                        </a:lnTo>
                        <a:lnTo>
                          <a:pt x="166" y="95"/>
                        </a:lnTo>
                        <a:lnTo>
                          <a:pt x="161" y="98"/>
                        </a:lnTo>
                        <a:lnTo>
                          <a:pt x="151" y="102"/>
                        </a:lnTo>
                        <a:lnTo>
                          <a:pt x="141" y="106"/>
                        </a:lnTo>
                        <a:lnTo>
                          <a:pt x="131" y="108"/>
                        </a:lnTo>
                        <a:lnTo>
                          <a:pt x="120" y="110"/>
                        </a:lnTo>
                        <a:lnTo>
                          <a:pt x="110" y="112"/>
                        </a:lnTo>
                        <a:lnTo>
                          <a:pt x="97" y="113"/>
                        </a:lnTo>
                        <a:lnTo>
                          <a:pt x="82" y="113"/>
                        </a:lnTo>
                        <a:lnTo>
                          <a:pt x="67" y="113"/>
                        </a:lnTo>
                        <a:lnTo>
                          <a:pt x="44" y="113"/>
                        </a:lnTo>
                        <a:lnTo>
                          <a:pt x="56" y="117"/>
                        </a:lnTo>
                        <a:lnTo>
                          <a:pt x="68" y="119"/>
                        </a:lnTo>
                        <a:lnTo>
                          <a:pt x="81" y="120"/>
                        </a:lnTo>
                        <a:lnTo>
                          <a:pt x="92" y="121"/>
                        </a:lnTo>
                        <a:lnTo>
                          <a:pt x="103" y="121"/>
                        </a:lnTo>
                        <a:lnTo>
                          <a:pt x="114" y="121"/>
                        </a:lnTo>
                        <a:lnTo>
                          <a:pt x="124" y="120"/>
                        </a:lnTo>
                        <a:lnTo>
                          <a:pt x="133" y="119"/>
                        </a:lnTo>
                        <a:lnTo>
                          <a:pt x="145" y="117"/>
                        </a:lnTo>
                        <a:lnTo>
                          <a:pt x="154" y="115"/>
                        </a:lnTo>
                        <a:lnTo>
                          <a:pt x="158" y="115"/>
                        </a:lnTo>
                        <a:lnTo>
                          <a:pt x="158" y="117"/>
                        </a:lnTo>
                        <a:lnTo>
                          <a:pt x="157" y="119"/>
                        </a:lnTo>
                        <a:lnTo>
                          <a:pt x="154" y="122"/>
                        </a:lnTo>
                        <a:lnTo>
                          <a:pt x="150" y="124"/>
                        </a:lnTo>
                        <a:lnTo>
                          <a:pt x="146" y="126"/>
                        </a:lnTo>
                        <a:lnTo>
                          <a:pt x="141" y="128"/>
                        </a:lnTo>
                        <a:lnTo>
                          <a:pt x="133" y="129"/>
                        </a:lnTo>
                        <a:lnTo>
                          <a:pt x="116" y="131"/>
                        </a:lnTo>
                        <a:lnTo>
                          <a:pt x="100" y="133"/>
                        </a:lnTo>
                        <a:lnTo>
                          <a:pt x="68" y="135"/>
                        </a:lnTo>
                        <a:lnTo>
                          <a:pt x="109" y="136"/>
                        </a:lnTo>
                        <a:lnTo>
                          <a:pt x="118" y="136"/>
                        </a:lnTo>
                        <a:lnTo>
                          <a:pt x="122" y="138"/>
                        </a:lnTo>
                        <a:lnTo>
                          <a:pt x="123" y="139"/>
                        </a:lnTo>
                        <a:lnTo>
                          <a:pt x="123" y="142"/>
                        </a:lnTo>
                        <a:lnTo>
                          <a:pt x="125" y="143"/>
                        </a:lnTo>
                        <a:lnTo>
                          <a:pt x="130" y="144"/>
                        </a:lnTo>
                        <a:lnTo>
                          <a:pt x="138" y="141"/>
                        </a:lnTo>
                        <a:lnTo>
                          <a:pt x="145" y="138"/>
                        </a:lnTo>
                        <a:lnTo>
                          <a:pt x="151" y="135"/>
                        </a:lnTo>
                        <a:lnTo>
                          <a:pt x="156" y="133"/>
                        </a:lnTo>
                        <a:lnTo>
                          <a:pt x="160" y="129"/>
                        </a:lnTo>
                        <a:lnTo>
                          <a:pt x="175" y="114"/>
                        </a:lnTo>
                        <a:lnTo>
                          <a:pt x="186" y="101"/>
                        </a:lnTo>
                        <a:lnTo>
                          <a:pt x="190" y="94"/>
                        </a:lnTo>
                        <a:lnTo>
                          <a:pt x="191" y="91"/>
                        </a:lnTo>
                        <a:lnTo>
                          <a:pt x="192" y="89"/>
                        </a:lnTo>
                        <a:lnTo>
                          <a:pt x="192" y="87"/>
                        </a:lnTo>
                        <a:lnTo>
                          <a:pt x="190" y="84"/>
                        </a:lnTo>
                        <a:lnTo>
                          <a:pt x="188" y="83"/>
                        </a:lnTo>
                        <a:lnTo>
                          <a:pt x="187" y="80"/>
                        </a:lnTo>
                        <a:lnTo>
                          <a:pt x="188" y="77"/>
                        </a:lnTo>
                        <a:lnTo>
                          <a:pt x="190" y="76"/>
                        </a:lnTo>
                        <a:lnTo>
                          <a:pt x="191" y="73"/>
                        </a:lnTo>
                        <a:lnTo>
                          <a:pt x="193" y="71"/>
                        </a:lnTo>
                        <a:lnTo>
                          <a:pt x="195" y="69"/>
                        </a:lnTo>
                        <a:lnTo>
                          <a:pt x="197" y="67"/>
                        </a:lnTo>
                        <a:lnTo>
                          <a:pt x="197" y="64"/>
                        </a:lnTo>
                        <a:lnTo>
                          <a:pt x="195" y="62"/>
                        </a:lnTo>
                        <a:lnTo>
                          <a:pt x="193" y="59"/>
                        </a:lnTo>
                        <a:lnTo>
                          <a:pt x="191" y="58"/>
                        </a:lnTo>
                        <a:lnTo>
                          <a:pt x="189" y="55"/>
                        </a:lnTo>
                        <a:lnTo>
                          <a:pt x="189" y="53"/>
                        </a:lnTo>
                        <a:lnTo>
                          <a:pt x="189" y="51"/>
                        </a:lnTo>
                        <a:lnTo>
                          <a:pt x="192" y="48"/>
                        </a:lnTo>
                        <a:lnTo>
                          <a:pt x="194" y="46"/>
                        </a:lnTo>
                        <a:lnTo>
                          <a:pt x="195" y="43"/>
                        </a:lnTo>
                        <a:lnTo>
                          <a:pt x="195" y="40"/>
                        </a:lnTo>
                        <a:lnTo>
                          <a:pt x="194" y="37"/>
                        </a:lnTo>
                        <a:lnTo>
                          <a:pt x="191" y="35"/>
                        </a:lnTo>
                        <a:lnTo>
                          <a:pt x="190" y="33"/>
                        </a:lnTo>
                        <a:lnTo>
                          <a:pt x="189" y="30"/>
                        </a:lnTo>
                        <a:lnTo>
                          <a:pt x="190" y="28"/>
                        </a:lnTo>
                        <a:lnTo>
                          <a:pt x="192" y="25"/>
                        </a:lnTo>
                        <a:lnTo>
                          <a:pt x="193" y="23"/>
                        </a:lnTo>
                        <a:lnTo>
                          <a:pt x="195" y="22"/>
                        </a:lnTo>
                        <a:lnTo>
                          <a:pt x="197" y="19"/>
                        </a:lnTo>
                        <a:lnTo>
                          <a:pt x="197" y="16"/>
                        </a:lnTo>
                        <a:lnTo>
                          <a:pt x="196" y="15"/>
                        </a:lnTo>
                        <a:lnTo>
                          <a:pt x="194" y="12"/>
                        </a:lnTo>
                        <a:lnTo>
                          <a:pt x="192" y="10"/>
                        </a:lnTo>
                        <a:lnTo>
                          <a:pt x="190" y="7"/>
                        </a:lnTo>
                        <a:lnTo>
                          <a:pt x="190" y="0"/>
                        </a:lnTo>
                        <a:lnTo>
                          <a:pt x="170" y="10"/>
                        </a:lnTo>
                        <a:lnTo>
                          <a:pt x="158" y="14"/>
                        </a:lnTo>
                        <a:lnTo>
                          <a:pt x="144" y="18"/>
                        </a:lnTo>
                        <a:lnTo>
                          <a:pt x="127" y="22"/>
                        </a:lnTo>
                        <a:lnTo>
                          <a:pt x="113" y="24"/>
                        </a:lnTo>
                        <a:lnTo>
                          <a:pt x="98" y="26"/>
                        </a:lnTo>
                        <a:lnTo>
                          <a:pt x="79" y="28"/>
                        </a:lnTo>
                      </a:path>
                    </a:pathLst>
                  </a:custGeom>
                  <a:solidFill>
                    <a:srgbClr val="FFA04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nvGrpSpPr>
              <p:cNvPr id="189520" name="Group 80">
                <a:extLst>
                  <a:ext uri="{FF2B5EF4-FFF2-40B4-BE49-F238E27FC236}">
                    <a16:creationId xmlns:a16="http://schemas.microsoft.com/office/drawing/2014/main" id="{62E14B0D-ECE2-467F-979A-945B07057DF7}"/>
                  </a:ext>
                </a:extLst>
              </p:cNvPr>
              <p:cNvGrpSpPr>
                <a:grpSpLocks/>
              </p:cNvGrpSpPr>
              <p:nvPr/>
            </p:nvGrpSpPr>
            <p:grpSpPr bwMode="auto">
              <a:xfrm>
                <a:off x="3945" y="1813"/>
                <a:ext cx="59" cy="93"/>
                <a:chOff x="3945" y="1813"/>
                <a:chExt cx="59" cy="93"/>
              </a:xfrm>
            </p:grpSpPr>
            <p:sp>
              <p:nvSpPr>
                <p:cNvPr id="189521" name="Freeform 81">
                  <a:extLst>
                    <a:ext uri="{FF2B5EF4-FFF2-40B4-BE49-F238E27FC236}">
                      <a16:creationId xmlns:a16="http://schemas.microsoft.com/office/drawing/2014/main" id="{9CE0137A-D019-449D-B50E-8CC62E81EBE9}"/>
                    </a:ext>
                  </a:extLst>
                </p:cNvPr>
                <p:cNvSpPr>
                  <a:spLocks/>
                </p:cNvSpPr>
                <p:nvPr/>
              </p:nvSpPr>
              <p:spPr bwMode="auto">
                <a:xfrm>
                  <a:off x="3957" y="1837"/>
                  <a:ext cx="46" cy="18"/>
                </a:xfrm>
                <a:custGeom>
                  <a:avLst/>
                  <a:gdLst>
                    <a:gd name="T0" fmla="*/ 45 w 46"/>
                    <a:gd name="T1" fmla="*/ 3 h 18"/>
                    <a:gd name="T2" fmla="*/ 40 w 46"/>
                    <a:gd name="T3" fmla="*/ 0 h 18"/>
                    <a:gd name="T4" fmla="*/ 27 w 46"/>
                    <a:gd name="T5" fmla="*/ 6 h 18"/>
                    <a:gd name="T6" fmla="*/ 13 w 46"/>
                    <a:gd name="T7" fmla="*/ 11 h 18"/>
                    <a:gd name="T8" fmla="*/ 0 w 46"/>
                    <a:gd name="T9" fmla="*/ 14 h 18"/>
                    <a:gd name="T10" fmla="*/ 2 w 46"/>
                    <a:gd name="T11" fmla="*/ 17 h 18"/>
                    <a:gd name="T12" fmla="*/ 11 w 46"/>
                    <a:gd name="T13" fmla="*/ 17 h 18"/>
                    <a:gd name="T14" fmla="*/ 24 w 46"/>
                    <a:gd name="T15" fmla="*/ 15 h 18"/>
                    <a:gd name="T16" fmla="*/ 35 w 46"/>
                    <a:gd name="T17" fmla="*/ 9 h 18"/>
                    <a:gd name="T18" fmla="*/ 45 w 46"/>
                    <a:gd name="T19" fmla="*/ 3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6" h="18">
                      <a:moveTo>
                        <a:pt x="45" y="3"/>
                      </a:moveTo>
                      <a:lnTo>
                        <a:pt x="40" y="0"/>
                      </a:lnTo>
                      <a:lnTo>
                        <a:pt x="27" y="6"/>
                      </a:lnTo>
                      <a:lnTo>
                        <a:pt x="13" y="11"/>
                      </a:lnTo>
                      <a:lnTo>
                        <a:pt x="0" y="14"/>
                      </a:lnTo>
                      <a:lnTo>
                        <a:pt x="2" y="17"/>
                      </a:lnTo>
                      <a:lnTo>
                        <a:pt x="11" y="17"/>
                      </a:lnTo>
                      <a:lnTo>
                        <a:pt x="24" y="15"/>
                      </a:lnTo>
                      <a:lnTo>
                        <a:pt x="35" y="9"/>
                      </a:lnTo>
                      <a:lnTo>
                        <a:pt x="45" y="3"/>
                      </a:lnTo>
                    </a:path>
                  </a:pathLst>
                </a:custGeom>
                <a:solidFill>
                  <a:srgbClr val="FFE0C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9522" name="Freeform 82">
                  <a:extLst>
                    <a:ext uri="{FF2B5EF4-FFF2-40B4-BE49-F238E27FC236}">
                      <a16:creationId xmlns:a16="http://schemas.microsoft.com/office/drawing/2014/main" id="{88A0CE4B-061A-415E-8ED4-187708BA2067}"/>
                    </a:ext>
                  </a:extLst>
                </p:cNvPr>
                <p:cNvSpPr>
                  <a:spLocks/>
                </p:cNvSpPr>
                <p:nvPr/>
              </p:nvSpPr>
              <p:spPr bwMode="auto">
                <a:xfrm>
                  <a:off x="3964" y="1860"/>
                  <a:ext cx="40" cy="18"/>
                </a:xfrm>
                <a:custGeom>
                  <a:avLst/>
                  <a:gdLst>
                    <a:gd name="T0" fmla="*/ 39 w 40"/>
                    <a:gd name="T1" fmla="*/ 3 h 18"/>
                    <a:gd name="T2" fmla="*/ 37 w 40"/>
                    <a:gd name="T3" fmla="*/ 0 h 18"/>
                    <a:gd name="T4" fmla="*/ 23 w 40"/>
                    <a:gd name="T5" fmla="*/ 7 h 18"/>
                    <a:gd name="T6" fmla="*/ 13 w 40"/>
                    <a:gd name="T7" fmla="*/ 10 h 18"/>
                    <a:gd name="T8" fmla="*/ 0 w 40"/>
                    <a:gd name="T9" fmla="*/ 14 h 18"/>
                    <a:gd name="T10" fmla="*/ 2 w 40"/>
                    <a:gd name="T11" fmla="*/ 17 h 18"/>
                    <a:gd name="T12" fmla="*/ 11 w 40"/>
                    <a:gd name="T13" fmla="*/ 17 h 18"/>
                    <a:gd name="T14" fmla="*/ 20 w 40"/>
                    <a:gd name="T15" fmla="*/ 14 h 18"/>
                    <a:gd name="T16" fmla="*/ 30 w 40"/>
                    <a:gd name="T17" fmla="*/ 9 h 18"/>
                    <a:gd name="T18" fmla="*/ 39 w 40"/>
                    <a:gd name="T19" fmla="*/ 3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0" h="18">
                      <a:moveTo>
                        <a:pt x="39" y="3"/>
                      </a:moveTo>
                      <a:lnTo>
                        <a:pt x="37" y="0"/>
                      </a:lnTo>
                      <a:lnTo>
                        <a:pt x="23" y="7"/>
                      </a:lnTo>
                      <a:lnTo>
                        <a:pt x="13" y="10"/>
                      </a:lnTo>
                      <a:lnTo>
                        <a:pt x="0" y="14"/>
                      </a:lnTo>
                      <a:lnTo>
                        <a:pt x="2" y="17"/>
                      </a:lnTo>
                      <a:lnTo>
                        <a:pt x="11" y="17"/>
                      </a:lnTo>
                      <a:lnTo>
                        <a:pt x="20" y="14"/>
                      </a:lnTo>
                      <a:lnTo>
                        <a:pt x="30" y="9"/>
                      </a:lnTo>
                      <a:lnTo>
                        <a:pt x="39" y="3"/>
                      </a:lnTo>
                    </a:path>
                  </a:pathLst>
                </a:custGeom>
                <a:solidFill>
                  <a:srgbClr val="FFE0C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9523" name="Freeform 83">
                  <a:extLst>
                    <a:ext uri="{FF2B5EF4-FFF2-40B4-BE49-F238E27FC236}">
                      <a16:creationId xmlns:a16="http://schemas.microsoft.com/office/drawing/2014/main" id="{6DDF41CE-F6EE-45BC-87E6-0F22D4943E9F}"/>
                    </a:ext>
                  </a:extLst>
                </p:cNvPr>
                <p:cNvSpPr>
                  <a:spLocks/>
                </p:cNvSpPr>
                <p:nvPr/>
              </p:nvSpPr>
              <p:spPr bwMode="auto">
                <a:xfrm>
                  <a:off x="3962" y="1888"/>
                  <a:ext cx="41" cy="18"/>
                </a:xfrm>
                <a:custGeom>
                  <a:avLst/>
                  <a:gdLst>
                    <a:gd name="T0" fmla="*/ 40 w 41"/>
                    <a:gd name="T1" fmla="*/ 2 h 18"/>
                    <a:gd name="T2" fmla="*/ 37 w 41"/>
                    <a:gd name="T3" fmla="*/ 0 h 18"/>
                    <a:gd name="T4" fmla="*/ 24 w 41"/>
                    <a:gd name="T5" fmla="*/ 6 h 18"/>
                    <a:gd name="T6" fmla="*/ 13 w 41"/>
                    <a:gd name="T7" fmla="*/ 10 h 18"/>
                    <a:gd name="T8" fmla="*/ 0 w 41"/>
                    <a:gd name="T9" fmla="*/ 13 h 18"/>
                    <a:gd name="T10" fmla="*/ 2 w 41"/>
                    <a:gd name="T11" fmla="*/ 17 h 18"/>
                    <a:gd name="T12" fmla="*/ 11 w 41"/>
                    <a:gd name="T13" fmla="*/ 16 h 18"/>
                    <a:gd name="T14" fmla="*/ 21 w 41"/>
                    <a:gd name="T15" fmla="*/ 14 h 18"/>
                    <a:gd name="T16" fmla="*/ 32 w 41"/>
                    <a:gd name="T17" fmla="*/ 9 h 18"/>
                    <a:gd name="T18" fmla="*/ 40 w 41"/>
                    <a:gd name="T19" fmla="*/ 2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1" h="18">
                      <a:moveTo>
                        <a:pt x="40" y="2"/>
                      </a:moveTo>
                      <a:lnTo>
                        <a:pt x="37" y="0"/>
                      </a:lnTo>
                      <a:lnTo>
                        <a:pt x="24" y="6"/>
                      </a:lnTo>
                      <a:lnTo>
                        <a:pt x="13" y="10"/>
                      </a:lnTo>
                      <a:lnTo>
                        <a:pt x="0" y="13"/>
                      </a:lnTo>
                      <a:lnTo>
                        <a:pt x="2" y="17"/>
                      </a:lnTo>
                      <a:lnTo>
                        <a:pt x="11" y="16"/>
                      </a:lnTo>
                      <a:lnTo>
                        <a:pt x="21" y="14"/>
                      </a:lnTo>
                      <a:lnTo>
                        <a:pt x="32" y="9"/>
                      </a:lnTo>
                      <a:lnTo>
                        <a:pt x="40" y="2"/>
                      </a:lnTo>
                    </a:path>
                  </a:pathLst>
                </a:custGeom>
                <a:solidFill>
                  <a:srgbClr val="FFE0C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9524" name="Freeform 84">
                  <a:extLst>
                    <a:ext uri="{FF2B5EF4-FFF2-40B4-BE49-F238E27FC236}">
                      <a16:creationId xmlns:a16="http://schemas.microsoft.com/office/drawing/2014/main" id="{86C8529F-B879-4D1E-A2C6-D53ADC01D8D6}"/>
                    </a:ext>
                  </a:extLst>
                </p:cNvPr>
                <p:cNvSpPr>
                  <a:spLocks/>
                </p:cNvSpPr>
                <p:nvPr/>
              </p:nvSpPr>
              <p:spPr bwMode="auto">
                <a:xfrm>
                  <a:off x="3945" y="1813"/>
                  <a:ext cx="47" cy="18"/>
                </a:xfrm>
                <a:custGeom>
                  <a:avLst/>
                  <a:gdLst>
                    <a:gd name="T0" fmla="*/ 46 w 47"/>
                    <a:gd name="T1" fmla="*/ 3 h 18"/>
                    <a:gd name="T2" fmla="*/ 41 w 47"/>
                    <a:gd name="T3" fmla="*/ 0 h 18"/>
                    <a:gd name="T4" fmla="*/ 25 w 47"/>
                    <a:gd name="T5" fmla="*/ 6 h 18"/>
                    <a:gd name="T6" fmla="*/ 13 w 47"/>
                    <a:gd name="T7" fmla="*/ 10 h 18"/>
                    <a:gd name="T8" fmla="*/ 0 w 47"/>
                    <a:gd name="T9" fmla="*/ 13 h 18"/>
                    <a:gd name="T10" fmla="*/ 3 w 47"/>
                    <a:gd name="T11" fmla="*/ 17 h 18"/>
                    <a:gd name="T12" fmla="*/ 11 w 47"/>
                    <a:gd name="T13" fmla="*/ 16 h 18"/>
                    <a:gd name="T14" fmla="*/ 21 w 47"/>
                    <a:gd name="T15" fmla="*/ 14 h 18"/>
                    <a:gd name="T16" fmla="*/ 33 w 47"/>
                    <a:gd name="T17" fmla="*/ 9 h 18"/>
                    <a:gd name="T18" fmla="*/ 46 w 47"/>
                    <a:gd name="T19" fmla="*/ 3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7" h="18">
                      <a:moveTo>
                        <a:pt x="46" y="3"/>
                      </a:moveTo>
                      <a:lnTo>
                        <a:pt x="41" y="0"/>
                      </a:lnTo>
                      <a:lnTo>
                        <a:pt x="25" y="6"/>
                      </a:lnTo>
                      <a:lnTo>
                        <a:pt x="13" y="10"/>
                      </a:lnTo>
                      <a:lnTo>
                        <a:pt x="0" y="13"/>
                      </a:lnTo>
                      <a:lnTo>
                        <a:pt x="3" y="17"/>
                      </a:lnTo>
                      <a:lnTo>
                        <a:pt x="11" y="16"/>
                      </a:lnTo>
                      <a:lnTo>
                        <a:pt x="21" y="14"/>
                      </a:lnTo>
                      <a:lnTo>
                        <a:pt x="33" y="9"/>
                      </a:lnTo>
                      <a:lnTo>
                        <a:pt x="46" y="3"/>
                      </a:lnTo>
                    </a:path>
                  </a:pathLst>
                </a:custGeom>
                <a:solidFill>
                  <a:srgbClr val="FFE0C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nvGrpSpPr>
            <p:cNvPr id="189525" name="Group 85">
              <a:extLst>
                <a:ext uri="{FF2B5EF4-FFF2-40B4-BE49-F238E27FC236}">
                  <a16:creationId xmlns:a16="http://schemas.microsoft.com/office/drawing/2014/main" id="{E66F3425-1C45-49EE-B5DC-E87D2A64A4CC}"/>
                </a:ext>
              </a:extLst>
            </p:cNvPr>
            <p:cNvGrpSpPr>
              <a:grpSpLocks/>
            </p:cNvGrpSpPr>
            <p:nvPr/>
          </p:nvGrpSpPr>
          <p:grpSpPr bwMode="auto">
            <a:xfrm>
              <a:off x="3635" y="1203"/>
              <a:ext cx="542" cy="607"/>
              <a:chOff x="3635" y="1203"/>
              <a:chExt cx="542" cy="607"/>
            </a:xfrm>
          </p:grpSpPr>
          <p:sp>
            <p:nvSpPr>
              <p:cNvPr id="189526" name="Freeform 86">
                <a:extLst>
                  <a:ext uri="{FF2B5EF4-FFF2-40B4-BE49-F238E27FC236}">
                    <a16:creationId xmlns:a16="http://schemas.microsoft.com/office/drawing/2014/main" id="{9E711165-FB0A-431F-89B6-C13EB7CA7C24}"/>
                  </a:ext>
                </a:extLst>
              </p:cNvPr>
              <p:cNvSpPr>
                <a:spLocks/>
              </p:cNvSpPr>
              <p:nvPr/>
            </p:nvSpPr>
            <p:spPr bwMode="auto">
              <a:xfrm>
                <a:off x="3635" y="1203"/>
                <a:ext cx="542" cy="607"/>
              </a:xfrm>
              <a:custGeom>
                <a:avLst/>
                <a:gdLst>
                  <a:gd name="T0" fmla="*/ 387 w 542"/>
                  <a:gd name="T1" fmla="*/ 584 h 607"/>
                  <a:gd name="T2" fmla="*/ 392 w 542"/>
                  <a:gd name="T3" fmla="*/ 580 h 607"/>
                  <a:gd name="T4" fmla="*/ 394 w 542"/>
                  <a:gd name="T5" fmla="*/ 576 h 607"/>
                  <a:gd name="T6" fmla="*/ 397 w 542"/>
                  <a:gd name="T7" fmla="*/ 562 h 607"/>
                  <a:gd name="T8" fmla="*/ 418 w 542"/>
                  <a:gd name="T9" fmla="*/ 464 h 607"/>
                  <a:gd name="T10" fmla="*/ 434 w 542"/>
                  <a:gd name="T11" fmla="*/ 429 h 607"/>
                  <a:gd name="T12" fmla="*/ 448 w 542"/>
                  <a:gd name="T13" fmla="*/ 405 h 607"/>
                  <a:gd name="T14" fmla="*/ 475 w 542"/>
                  <a:gd name="T15" fmla="*/ 367 h 607"/>
                  <a:gd name="T16" fmla="*/ 503 w 542"/>
                  <a:gd name="T17" fmla="*/ 331 h 607"/>
                  <a:gd name="T18" fmla="*/ 523 w 542"/>
                  <a:gd name="T19" fmla="*/ 297 h 607"/>
                  <a:gd name="T20" fmla="*/ 534 w 542"/>
                  <a:gd name="T21" fmla="*/ 263 h 607"/>
                  <a:gd name="T22" fmla="*/ 541 w 542"/>
                  <a:gd name="T23" fmla="*/ 221 h 607"/>
                  <a:gd name="T24" fmla="*/ 537 w 542"/>
                  <a:gd name="T25" fmla="*/ 181 h 607"/>
                  <a:gd name="T26" fmla="*/ 525 w 542"/>
                  <a:gd name="T27" fmla="*/ 144 h 607"/>
                  <a:gd name="T28" fmla="*/ 506 w 542"/>
                  <a:gd name="T29" fmla="*/ 109 h 607"/>
                  <a:gd name="T30" fmla="*/ 473 w 542"/>
                  <a:gd name="T31" fmla="*/ 73 h 607"/>
                  <a:gd name="T32" fmla="*/ 438 w 542"/>
                  <a:gd name="T33" fmla="*/ 48 h 607"/>
                  <a:gd name="T34" fmla="*/ 394 w 542"/>
                  <a:gd name="T35" fmla="*/ 24 h 607"/>
                  <a:gd name="T36" fmla="*/ 342 w 542"/>
                  <a:gd name="T37" fmla="*/ 8 h 607"/>
                  <a:gd name="T38" fmla="*/ 298 w 542"/>
                  <a:gd name="T39" fmla="*/ 1 h 607"/>
                  <a:gd name="T40" fmla="*/ 250 w 542"/>
                  <a:gd name="T41" fmla="*/ 0 h 607"/>
                  <a:gd name="T42" fmla="*/ 209 w 542"/>
                  <a:gd name="T43" fmla="*/ 5 h 607"/>
                  <a:gd name="T44" fmla="*/ 168 w 542"/>
                  <a:gd name="T45" fmla="*/ 16 h 607"/>
                  <a:gd name="T46" fmla="*/ 133 w 542"/>
                  <a:gd name="T47" fmla="*/ 30 h 607"/>
                  <a:gd name="T48" fmla="*/ 97 w 542"/>
                  <a:gd name="T49" fmla="*/ 50 h 607"/>
                  <a:gd name="T50" fmla="*/ 64 w 542"/>
                  <a:gd name="T51" fmla="*/ 74 h 607"/>
                  <a:gd name="T52" fmla="*/ 37 w 542"/>
                  <a:gd name="T53" fmla="*/ 102 h 607"/>
                  <a:gd name="T54" fmla="*/ 13 w 542"/>
                  <a:gd name="T55" fmla="*/ 142 h 607"/>
                  <a:gd name="T56" fmla="*/ 1 w 542"/>
                  <a:gd name="T57" fmla="*/ 182 h 607"/>
                  <a:gd name="T58" fmla="*/ 0 w 542"/>
                  <a:gd name="T59" fmla="*/ 219 h 607"/>
                  <a:gd name="T60" fmla="*/ 3 w 542"/>
                  <a:gd name="T61" fmla="*/ 258 h 607"/>
                  <a:gd name="T62" fmla="*/ 16 w 542"/>
                  <a:gd name="T63" fmla="*/ 297 h 607"/>
                  <a:gd name="T64" fmla="*/ 38 w 542"/>
                  <a:gd name="T65" fmla="*/ 333 h 607"/>
                  <a:gd name="T66" fmla="*/ 63 w 542"/>
                  <a:gd name="T67" fmla="*/ 368 h 607"/>
                  <a:gd name="T68" fmla="*/ 99 w 542"/>
                  <a:gd name="T69" fmla="*/ 418 h 607"/>
                  <a:gd name="T70" fmla="*/ 114 w 542"/>
                  <a:gd name="T71" fmla="*/ 445 h 607"/>
                  <a:gd name="T72" fmla="*/ 125 w 542"/>
                  <a:gd name="T73" fmla="*/ 477 h 607"/>
                  <a:gd name="T74" fmla="*/ 133 w 542"/>
                  <a:gd name="T75" fmla="*/ 522 h 607"/>
                  <a:gd name="T76" fmla="*/ 140 w 542"/>
                  <a:gd name="T77" fmla="*/ 561 h 607"/>
                  <a:gd name="T78" fmla="*/ 145 w 542"/>
                  <a:gd name="T79" fmla="*/ 576 h 607"/>
                  <a:gd name="T80" fmla="*/ 147 w 542"/>
                  <a:gd name="T81" fmla="*/ 580 h 607"/>
                  <a:gd name="T82" fmla="*/ 154 w 542"/>
                  <a:gd name="T83" fmla="*/ 585 h 607"/>
                  <a:gd name="T84" fmla="*/ 169 w 542"/>
                  <a:gd name="T85" fmla="*/ 593 h 607"/>
                  <a:gd name="T86" fmla="*/ 188 w 542"/>
                  <a:gd name="T87" fmla="*/ 597 h 607"/>
                  <a:gd name="T88" fmla="*/ 208 w 542"/>
                  <a:gd name="T89" fmla="*/ 602 h 607"/>
                  <a:gd name="T90" fmla="*/ 229 w 542"/>
                  <a:gd name="T91" fmla="*/ 604 h 607"/>
                  <a:gd name="T92" fmla="*/ 250 w 542"/>
                  <a:gd name="T93" fmla="*/ 605 h 607"/>
                  <a:gd name="T94" fmla="*/ 269 w 542"/>
                  <a:gd name="T95" fmla="*/ 606 h 607"/>
                  <a:gd name="T96" fmla="*/ 290 w 542"/>
                  <a:gd name="T97" fmla="*/ 605 h 607"/>
                  <a:gd name="T98" fmla="*/ 312 w 542"/>
                  <a:gd name="T99" fmla="*/ 604 h 607"/>
                  <a:gd name="T100" fmla="*/ 332 w 542"/>
                  <a:gd name="T101" fmla="*/ 601 h 607"/>
                  <a:gd name="T102" fmla="*/ 350 w 542"/>
                  <a:gd name="T103" fmla="*/ 598 h 607"/>
                  <a:gd name="T104" fmla="*/ 368 w 542"/>
                  <a:gd name="T105" fmla="*/ 593 h 6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542" h="607">
                    <a:moveTo>
                      <a:pt x="379" y="589"/>
                    </a:moveTo>
                    <a:lnTo>
                      <a:pt x="383" y="587"/>
                    </a:lnTo>
                    <a:lnTo>
                      <a:pt x="387" y="584"/>
                    </a:lnTo>
                    <a:lnTo>
                      <a:pt x="389" y="583"/>
                    </a:lnTo>
                    <a:lnTo>
                      <a:pt x="390" y="581"/>
                    </a:lnTo>
                    <a:lnTo>
                      <a:pt x="392" y="580"/>
                    </a:lnTo>
                    <a:lnTo>
                      <a:pt x="392" y="578"/>
                    </a:lnTo>
                    <a:lnTo>
                      <a:pt x="393" y="577"/>
                    </a:lnTo>
                    <a:lnTo>
                      <a:pt x="394" y="576"/>
                    </a:lnTo>
                    <a:lnTo>
                      <a:pt x="395" y="574"/>
                    </a:lnTo>
                    <a:lnTo>
                      <a:pt x="395" y="571"/>
                    </a:lnTo>
                    <a:lnTo>
                      <a:pt x="397" y="562"/>
                    </a:lnTo>
                    <a:lnTo>
                      <a:pt x="413" y="483"/>
                    </a:lnTo>
                    <a:lnTo>
                      <a:pt x="416" y="472"/>
                    </a:lnTo>
                    <a:lnTo>
                      <a:pt x="418" y="464"/>
                    </a:lnTo>
                    <a:lnTo>
                      <a:pt x="422" y="453"/>
                    </a:lnTo>
                    <a:lnTo>
                      <a:pt x="428" y="440"/>
                    </a:lnTo>
                    <a:lnTo>
                      <a:pt x="434" y="429"/>
                    </a:lnTo>
                    <a:lnTo>
                      <a:pt x="439" y="420"/>
                    </a:lnTo>
                    <a:lnTo>
                      <a:pt x="443" y="412"/>
                    </a:lnTo>
                    <a:lnTo>
                      <a:pt x="448" y="405"/>
                    </a:lnTo>
                    <a:lnTo>
                      <a:pt x="457" y="391"/>
                    </a:lnTo>
                    <a:lnTo>
                      <a:pt x="466" y="379"/>
                    </a:lnTo>
                    <a:lnTo>
                      <a:pt x="475" y="367"/>
                    </a:lnTo>
                    <a:lnTo>
                      <a:pt x="482" y="359"/>
                    </a:lnTo>
                    <a:lnTo>
                      <a:pt x="495" y="342"/>
                    </a:lnTo>
                    <a:lnTo>
                      <a:pt x="503" y="331"/>
                    </a:lnTo>
                    <a:lnTo>
                      <a:pt x="510" y="321"/>
                    </a:lnTo>
                    <a:lnTo>
                      <a:pt x="516" y="310"/>
                    </a:lnTo>
                    <a:lnTo>
                      <a:pt x="523" y="297"/>
                    </a:lnTo>
                    <a:lnTo>
                      <a:pt x="527" y="286"/>
                    </a:lnTo>
                    <a:lnTo>
                      <a:pt x="531" y="274"/>
                    </a:lnTo>
                    <a:lnTo>
                      <a:pt x="534" y="263"/>
                    </a:lnTo>
                    <a:lnTo>
                      <a:pt x="537" y="252"/>
                    </a:lnTo>
                    <a:lnTo>
                      <a:pt x="540" y="237"/>
                    </a:lnTo>
                    <a:lnTo>
                      <a:pt x="541" y="221"/>
                    </a:lnTo>
                    <a:lnTo>
                      <a:pt x="541" y="205"/>
                    </a:lnTo>
                    <a:lnTo>
                      <a:pt x="539" y="193"/>
                    </a:lnTo>
                    <a:lnTo>
                      <a:pt x="537" y="181"/>
                    </a:lnTo>
                    <a:lnTo>
                      <a:pt x="534" y="171"/>
                    </a:lnTo>
                    <a:lnTo>
                      <a:pt x="530" y="157"/>
                    </a:lnTo>
                    <a:lnTo>
                      <a:pt x="525" y="144"/>
                    </a:lnTo>
                    <a:lnTo>
                      <a:pt x="519" y="131"/>
                    </a:lnTo>
                    <a:lnTo>
                      <a:pt x="513" y="120"/>
                    </a:lnTo>
                    <a:lnTo>
                      <a:pt x="506" y="109"/>
                    </a:lnTo>
                    <a:lnTo>
                      <a:pt x="495" y="96"/>
                    </a:lnTo>
                    <a:lnTo>
                      <a:pt x="484" y="83"/>
                    </a:lnTo>
                    <a:lnTo>
                      <a:pt x="473" y="73"/>
                    </a:lnTo>
                    <a:lnTo>
                      <a:pt x="462" y="64"/>
                    </a:lnTo>
                    <a:lnTo>
                      <a:pt x="451" y="56"/>
                    </a:lnTo>
                    <a:lnTo>
                      <a:pt x="438" y="48"/>
                    </a:lnTo>
                    <a:lnTo>
                      <a:pt x="426" y="40"/>
                    </a:lnTo>
                    <a:lnTo>
                      <a:pt x="411" y="33"/>
                    </a:lnTo>
                    <a:lnTo>
                      <a:pt x="394" y="24"/>
                    </a:lnTo>
                    <a:lnTo>
                      <a:pt x="378" y="18"/>
                    </a:lnTo>
                    <a:lnTo>
                      <a:pt x="359" y="12"/>
                    </a:lnTo>
                    <a:lnTo>
                      <a:pt x="342" y="8"/>
                    </a:lnTo>
                    <a:lnTo>
                      <a:pt x="328" y="5"/>
                    </a:lnTo>
                    <a:lnTo>
                      <a:pt x="312" y="2"/>
                    </a:lnTo>
                    <a:lnTo>
                      <a:pt x="298" y="1"/>
                    </a:lnTo>
                    <a:lnTo>
                      <a:pt x="282" y="0"/>
                    </a:lnTo>
                    <a:lnTo>
                      <a:pt x="267" y="0"/>
                    </a:lnTo>
                    <a:lnTo>
                      <a:pt x="250" y="0"/>
                    </a:lnTo>
                    <a:lnTo>
                      <a:pt x="236" y="1"/>
                    </a:lnTo>
                    <a:lnTo>
                      <a:pt x="221" y="3"/>
                    </a:lnTo>
                    <a:lnTo>
                      <a:pt x="209" y="5"/>
                    </a:lnTo>
                    <a:lnTo>
                      <a:pt x="194" y="9"/>
                    </a:lnTo>
                    <a:lnTo>
                      <a:pt x="181" y="12"/>
                    </a:lnTo>
                    <a:lnTo>
                      <a:pt x="168" y="16"/>
                    </a:lnTo>
                    <a:lnTo>
                      <a:pt x="156" y="20"/>
                    </a:lnTo>
                    <a:lnTo>
                      <a:pt x="145" y="25"/>
                    </a:lnTo>
                    <a:lnTo>
                      <a:pt x="133" y="30"/>
                    </a:lnTo>
                    <a:lnTo>
                      <a:pt x="122" y="36"/>
                    </a:lnTo>
                    <a:lnTo>
                      <a:pt x="108" y="43"/>
                    </a:lnTo>
                    <a:lnTo>
                      <a:pt x="97" y="50"/>
                    </a:lnTo>
                    <a:lnTo>
                      <a:pt x="87" y="57"/>
                    </a:lnTo>
                    <a:lnTo>
                      <a:pt x="75" y="65"/>
                    </a:lnTo>
                    <a:lnTo>
                      <a:pt x="64" y="74"/>
                    </a:lnTo>
                    <a:lnTo>
                      <a:pt x="54" y="83"/>
                    </a:lnTo>
                    <a:lnTo>
                      <a:pt x="46" y="91"/>
                    </a:lnTo>
                    <a:lnTo>
                      <a:pt x="37" y="102"/>
                    </a:lnTo>
                    <a:lnTo>
                      <a:pt x="28" y="115"/>
                    </a:lnTo>
                    <a:lnTo>
                      <a:pt x="19" y="129"/>
                    </a:lnTo>
                    <a:lnTo>
                      <a:pt x="13" y="142"/>
                    </a:lnTo>
                    <a:lnTo>
                      <a:pt x="9" y="156"/>
                    </a:lnTo>
                    <a:lnTo>
                      <a:pt x="4" y="170"/>
                    </a:lnTo>
                    <a:lnTo>
                      <a:pt x="1" y="182"/>
                    </a:lnTo>
                    <a:lnTo>
                      <a:pt x="0" y="195"/>
                    </a:lnTo>
                    <a:lnTo>
                      <a:pt x="0" y="208"/>
                    </a:lnTo>
                    <a:lnTo>
                      <a:pt x="0" y="219"/>
                    </a:lnTo>
                    <a:lnTo>
                      <a:pt x="0" y="232"/>
                    </a:lnTo>
                    <a:lnTo>
                      <a:pt x="0" y="243"/>
                    </a:lnTo>
                    <a:lnTo>
                      <a:pt x="3" y="258"/>
                    </a:lnTo>
                    <a:lnTo>
                      <a:pt x="6" y="270"/>
                    </a:lnTo>
                    <a:lnTo>
                      <a:pt x="10" y="283"/>
                    </a:lnTo>
                    <a:lnTo>
                      <a:pt x="16" y="297"/>
                    </a:lnTo>
                    <a:lnTo>
                      <a:pt x="22" y="310"/>
                    </a:lnTo>
                    <a:lnTo>
                      <a:pt x="30" y="321"/>
                    </a:lnTo>
                    <a:lnTo>
                      <a:pt x="38" y="333"/>
                    </a:lnTo>
                    <a:lnTo>
                      <a:pt x="47" y="345"/>
                    </a:lnTo>
                    <a:lnTo>
                      <a:pt x="55" y="357"/>
                    </a:lnTo>
                    <a:lnTo>
                      <a:pt x="63" y="368"/>
                    </a:lnTo>
                    <a:lnTo>
                      <a:pt x="72" y="381"/>
                    </a:lnTo>
                    <a:lnTo>
                      <a:pt x="86" y="399"/>
                    </a:lnTo>
                    <a:lnTo>
                      <a:pt x="99" y="418"/>
                    </a:lnTo>
                    <a:lnTo>
                      <a:pt x="106" y="427"/>
                    </a:lnTo>
                    <a:lnTo>
                      <a:pt x="110" y="435"/>
                    </a:lnTo>
                    <a:lnTo>
                      <a:pt x="114" y="445"/>
                    </a:lnTo>
                    <a:lnTo>
                      <a:pt x="118" y="456"/>
                    </a:lnTo>
                    <a:lnTo>
                      <a:pt x="122" y="466"/>
                    </a:lnTo>
                    <a:lnTo>
                      <a:pt x="125" y="477"/>
                    </a:lnTo>
                    <a:lnTo>
                      <a:pt x="127" y="492"/>
                    </a:lnTo>
                    <a:lnTo>
                      <a:pt x="131" y="509"/>
                    </a:lnTo>
                    <a:lnTo>
                      <a:pt x="133" y="522"/>
                    </a:lnTo>
                    <a:lnTo>
                      <a:pt x="136" y="538"/>
                    </a:lnTo>
                    <a:lnTo>
                      <a:pt x="138" y="550"/>
                    </a:lnTo>
                    <a:lnTo>
                      <a:pt x="140" y="561"/>
                    </a:lnTo>
                    <a:lnTo>
                      <a:pt x="143" y="571"/>
                    </a:lnTo>
                    <a:lnTo>
                      <a:pt x="145" y="574"/>
                    </a:lnTo>
                    <a:lnTo>
                      <a:pt x="145" y="576"/>
                    </a:lnTo>
                    <a:lnTo>
                      <a:pt x="145" y="577"/>
                    </a:lnTo>
                    <a:lnTo>
                      <a:pt x="146" y="578"/>
                    </a:lnTo>
                    <a:lnTo>
                      <a:pt x="147" y="580"/>
                    </a:lnTo>
                    <a:lnTo>
                      <a:pt x="149" y="582"/>
                    </a:lnTo>
                    <a:lnTo>
                      <a:pt x="151" y="584"/>
                    </a:lnTo>
                    <a:lnTo>
                      <a:pt x="154" y="585"/>
                    </a:lnTo>
                    <a:lnTo>
                      <a:pt x="158" y="588"/>
                    </a:lnTo>
                    <a:lnTo>
                      <a:pt x="163" y="590"/>
                    </a:lnTo>
                    <a:lnTo>
                      <a:pt x="169" y="593"/>
                    </a:lnTo>
                    <a:lnTo>
                      <a:pt x="175" y="595"/>
                    </a:lnTo>
                    <a:lnTo>
                      <a:pt x="182" y="596"/>
                    </a:lnTo>
                    <a:lnTo>
                      <a:pt x="188" y="597"/>
                    </a:lnTo>
                    <a:lnTo>
                      <a:pt x="193" y="599"/>
                    </a:lnTo>
                    <a:lnTo>
                      <a:pt x="201" y="600"/>
                    </a:lnTo>
                    <a:lnTo>
                      <a:pt x="208" y="602"/>
                    </a:lnTo>
                    <a:lnTo>
                      <a:pt x="214" y="602"/>
                    </a:lnTo>
                    <a:lnTo>
                      <a:pt x="221" y="603"/>
                    </a:lnTo>
                    <a:lnTo>
                      <a:pt x="229" y="604"/>
                    </a:lnTo>
                    <a:lnTo>
                      <a:pt x="236" y="604"/>
                    </a:lnTo>
                    <a:lnTo>
                      <a:pt x="242" y="605"/>
                    </a:lnTo>
                    <a:lnTo>
                      <a:pt x="250" y="605"/>
                    </a:lnTo>
                    <a:lnTo>
                      <a:pt x="256" y="606"/>
                    </a:lnTo>
                    <a:lnTo>
                      <a:pt x="263" y="606"/>
                    </a:lnTo>
                    <a:lnTo>
                      <a:pt x="269" y="606"/>
                    </a:lnTo>
                    <a:lnTo>
                      <a:pt x="276" y="606"/>
                    </a:lnTo>
                    <a:lnTo>
                      <a:pt x="284" y="606"/>
                    </a:lnTo>
                    <a:lnTo>
                      <a:pt x="290" y="605"/>
                    </a:lnTo>
                    <a:lnTo>
                      <a:pt x="296" y="605"/>
                    </a:lnTo>
                    <a:lnTo>
                      <a:pt x="304" y="604"/>
                    </a:lnTo>
                    <a:lnTo>
                      <a:pt x="312" y="604"/>
                    </a:lnTo>
                    <a:lnTo>
                      <a:pt x="318" y="603"/>
                    </a:lnTo>
                    <a:lnTo>
                      <a:pt x="326" y="602"/>
                    </a:lnTo>
                    <a:lnTo>
                      <a:pt x="332" y="601"/>
                    </a:lnTo>
                    <a:lnTo>
                      <a:pt x="338" y="600"/>
                    </a:lnTo>
                    <a:lnTo>
                      <a:pt x="345" y="599"/>
                    </a:lnTo>
                    <a:lnTo>
                      <a:pt x="350" y="598"/>
                    </a:lnTo>
                    <a:lnTo>
                      <a:pt x="357" y="596"/>
                    </a:lnTo>
                    <a:lnTo>
                      <a:pt x="362" y="595"/>
                    </a:lnTo>
                    <a:lnTo>
                      <a:pt x="368" y="593"/>
                    </a:lnTo>
                    <a:lnTo>
                      <a:pt x="374" y="591"/>
                    </a:lnTo>
                    <a:lnTo>
                      <a:pt x="379" y="589"/>
                    </a:lnTo>
                  </a:path>
                </a:pathLst>
              </a:custGeom>
              <a:solidFill>
                <a:schemeClr val="bg2"/>
              </a:solidFill>
              <a:ln w="12700" cap="rnd" cmpd="sng">
                <a:solidFill>
                  <a:srgbClr val="FFFFFF"/>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9527" name="Freeform 87">
                <a:extLst>
                  <a:ext uri="{FF2B5EF4-FFF2-40B4-BE49-F238E27FC236}">
                    <a16:creationId xmlns:a16="http://schemas.microsoft.com/office/drawing/2014/main" id="{22BB324E-9694-4FDE-9D24-17AA8697C55B}"/>
                  </a:ext>
                </a:extLst>
              </p:cNvPr>
              <p:cNvSpPr>
                <a:spLocks/>
              </p:cNvSpPr>
              <p:nvPr/>
            </p:nvSpPr>
            <p:spPr bwMode="auto">
              <a:xfrm>
                <a:off x="3994" y="1296"/>
                <a:ext cx="91" cy="90"/>
              </a:xfrm>
              <a:custGeom>
                <a:avLst/>
                <a:gdLst>
                  <a:gd name="T0" fmla="*/ 0 w 91"/>
                  <a:gd name="T1" fmla="*/ 0 h 90"/>
                  <a:gd name="T2" fmla="*/ 24 w 91"/>
                  <a:gd name="T3" fmla="*/ 9 h 90"/>
                  <a:gd name="T4" fmla="*/ 45 w 91"/>
                  <a:gd name="T5" fmla="*/ 20 h 90"/>
                  <a:gd name="T6" fmla="*/ 62 w 91"/>
                  <a:gd name="T7" fmla="*/ 30 h 90"/>
                  <a:gd name="T8" fmla="*/ 73 w 91"/>
                  <a:gd name="T9" fmla="*/ 41 h 90"/>
                  <a:gd name="T10" fmla="*/ 81 w 91"/>
                  <a:gd name="T11" fmla="*/ 53 h 90"/>
                  <a:gd name="T12" fmla="*/ 86 w 91"/>
                  <a:gd name="T13" fmla="*/ 63 h 90"/>
                  <a:gd name="T14" fmla="*/ 90 w 91"/>
                  <a:gd name="T15" fmla="*/ 73 h 90"/>
                  <a:gd name="T16" fmla="*/ 58 w 91"/>
                  <a:gd name="T17" fmla="*/ 89 h 90"/>
                  <a:gd name="T18" fmla="*/ 55 w 91"/>
                  <a:gd name="T19" fmla="*/ 74 h 90"/>
                  <a:gd name="T20" fmla="*/ 50 w 91"/>
                  <a:gd name="T21" fmla="*/ 59 h 90"/>
                  <a:gd name="T22" fmla="*/ 42 w 91"/>
                  <a:gd name="T23" fmla="*/ 43 h 90"/>
                  <a:gd name="T24" fmla="*/ 33 w 91"/>
                  <a:gd name="T25" fmla="*/ 29 h 90"/>
                  <a:gd name="T26" fmla="*/ 19 w 91"/>
                  <a:gd name="T27" fmla="*/ 16 h 90"/>
                  <a:gd name="T28" fmla="*/ 0 w 91"/>
                  <a:gd name="T29" fmla="*/ 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91" h="90">
                    <a:moveTo>
                      <a:pt x="0" y="0"/>
                    </a:moveTo>
                    <a:lnTo>
                      <a:pt x="24" y="9"/>
                    </a:lnTo>
                    <a:lnTo>
                      <a:pt x="45" y="20"/>
                    </a:lnTo>
                    <a:lnTo>
                      <a:pt x="62" y="30"/>
                    </a:lnTo>
                    <a:lnTo>
                      <a:pt x="73" y="41"/>
                    </a:lnTo>
                    <a:lnTo>
                      <a:pt x="81" y="53"/>
                    </a:lnTo>
                    <a:lnTo>
                      <a:pt x="86" y="63"/>
                    </a:lnTo>
                    <a:lnTo>
                      <a:pt x="90" y="73"/>
                    </a:lnTo>
                    <a:lnTo>
                      <a:pt x="58" y="89"/>
                    </a:lnTo>
                    <a:lnTo>
                      <a:pt x="55" y="74"/>
                    </a:lnTo>
                    <a:lnTo>
                      <a:pt x="50" y="59"/>
                    </a:lnTo>
                    <a:lnTo>
                      <a:pt x="42" y="43"/>
                    </a:lnTo>
                    <a:lnTo>
                      <a:pt x="33" y="29"/>
                    </a:lnTo>
                    <a:lnTo>
                      <a:pt x="19" y="16"/>
                    </a:lnTo>
                    <a:lnTo>
                      <a:pt x="0" y="0"/>
                    </a:lnTo>
                  </a:path>
                </a:pathLst>
              </a:custGeom>
              <a:solidFill>
                <a:srgbClr val="FFFF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nvGrpSpPr>
          <p:cNvPr id="189528" name="Group 88">
            <a:extLst>
              <a:ext uri="{FF2B5EF4-FFF2-40B4-BE49-F238E27FC236}">
                <a16:creationId xmlns:a16="http://schemas.microsoft.com/office/drawing/2014/main" id="{5822D3DC-4704-4FE8-94F8-A7F3830BFF82}"/>
              </a:ext>
            </a:extLst>
          </p:cNvPr>
          <p:cNvGrpSpPr>
            <a:grpSpLocks/>
          </p:cNvGrpSpPr>
          <p:nvPr/>
        </p:nvGrpSpPr>
        <p:grpSpPr bwMode="auto">
          <a:xfrm>
            <a:off x="3973513" y="1697038"/>
            <a:ext cx="439737" cy="682625"/>
            <a:chOff x="2851" y="1248"/>
            <a:chExt cx="277" cy="430"/>
          </a:xfrm>
        </p:grpSpPr>
        <p:grpSp>
          <p:nvGrpSpPr>
            <p:cNvPr id="189529" name="Group 89">
              <a:extLst>
                <a:ext uri="{FF2B5EF4-FFF2-40B4-BE49-F238E27FC236}">
                  <a16:creationId xmlns:a16="http://schemas.microsoft.com/office/drawing/2014/main" id="{0F01E3B6-0DA8-413D-A62A-4D933BB768EA}"/>
                </a:ext>
              </a:extLst>
            </p:cNvPr>
            <p:cNvGrpSpPr>
              <a:grpSpLocks/>
            </p:cNvGrpSpPr>
            <p:nvPr/>
          </p:nvGrpSpPr>
          <p:grpSpPr bwMode="auto">
            <a:xfrm>
              <a:off x="2926" y="1579"/>
              <a:ext cx="126" cy="99"/>
              <a:chOff x="2403" y="1792"/>
              <a:chExt cx="224" cy="177"/>
            </a:xfrm>
          </p:grpSpPr>
          <p:grpSp>
            <p:nvGrpSpPr>
              <p:cNvPr id="189530" name="Group 90">
                <a:extLst>
                  <a:ext uri="{FF2B5EF4-FFF2-40B4-BE49-F238E27FC236}">
                    <a16:creationId xmlns:a16="http://schemas.microsoft.com/office/drawing/2014/main" id="{646C2C30-45EF-4AFA-A648-ABB0071C4CC6}"/>
                  </a:ext>
                </a:extLst>
              </p:cNvPr>
              <p:cNvGrpSpPr>
                <a:grpSpLocks/>
              </p:cNvGrpSpPr>
              <p:nvPr/>
            </p:nvGrpSpPr>
            <p:grpSpPr bwMode="auto">
              <a:xfrm>
                <a:off x="2403" y="1792"/>
                <a:ext cx="224" cy="177"/>
                <a:chOff x="2403" y="1792"/>
                <a:chExt cx="224" cy="177"/>
              </a:xfrm>
            </p:grpSpPr>
            <p:grpSp>
              <p:nvGrpSpPr>
                <p:cNvPr id="189531" name="Group 91">
                  <a:extLst>
                    <a:ext uri="{FF2B5EF4-FFF2-40B4-BE49-F238E27FC236}">
                      <a16:creationId xmlns:a16="http://schemas.microsoft.com/office/drawing/2014/main" id="{5FBA9ABE-ADB8-49BD-B0E3-0801C3505C2E}"/>
                    </a:ext>
                  </a:extLst>
                </p:cNvPr>
                <p:cNvGrpSpPr>
                  <a:grpSpLocks/>
                </p:cNvGrpSpPr>
                <p:nvPr/>
              </p:nvGrpSpPr>
              <p:grpSpPr bwMode="auto">
                <a:xfrm>
                  <a:off x="2459" y="1927"/>
                  <a:ext cx="123" cy="42"/>
                  <a:chOff x="2459" y="1927"/>
                  <a:chExt cx="123" cy="42"/>
                </a:xfrm>
              </p:grpSpPr>
              <p:sp>
                <p:nvSpPr>
                  <p:cNvPr id="189532" name="Freeform 92">
                    <a:extLst>
                      <a:ext uri="{FF2B5EF4-FFF2-40B4-BE49-F238E27FC236}">
                        <a16:creationId xmlns:a16="http://schemas.microsoft.com/office/drawing/2014/main" id="{D391A97A-CB61-4773-8D32-D68872965524}"/>
                      </a:ext>
                    </a:extLst>
                  </p:cNvPr>
                  <p:cNvSpPr>
                    <a:spLocks/>
                  </p:cNvSpPr>
                  <p:nvPr/>
                </p:nvSpPr>
                <p:spPr bwMode="auto">
                  <a:xfrm>
                    <a:off x="2459" y="1927"/>
                    <a:ext cx="123" cy="42"/>
                  </a:xfrm>
                  <a:custGeom>
                    <a:avLst/>
                    <a:gdLst>
                      <a:gd name="T0" fmla="*/ 0 w 123"/>
                      <a:gd name="T1" fmla="*/ 0 h 42"/>
                      <a:gd name="T2" fmla="*/ 24 w 123"/>
                      <a:gd name="T3" fmla="*/ 32 h 42"/>
                      <a:gd name="T4" fmla="*/ 26 w 123"/>
                      <a:gd name="T5" fmla="*/ 34 h 42"/>
                      <a:gd name="T6" fmla="*/ 29 w 123"/>
                      <a:gd name="T7" fmla="*/ 35 h 42"/>
                      <a:gd name="T8" fmla="*/ 33 w 123"/>
                      <a:gd name="T9" fmla="*/ 37 h 42"/>
                      <a:gd name="T10" fmla="*/ 37 w 123"/>
                      <a:gd name="T11" fmla="*/ 38 h 42"/>
                      <a:gd name="T12" fmla="*/ 42 w 123"/>
                      <a:gd name="T13" fmla="*/ 39 h 42"/>
                      <a:gd name="T14" fmla="*/ 46 w 123"/>
                      <a:gd name="T15" fmla="*/ 39 h 42"/>
                      <a:gd name="T16" fmla="*/ 50 w 123"/>
                      <a:gd name="T17" fmla="*/ 40 h 42"/>
                      <a:gd name="T18" fmla="*/ 54 w 123"/>
                      <a:gd name="T19" fmla="*/ 40 h 42"/>
                      <a:gd name="T20" fmla="*/ 59 w 123"/>
                      <a:gd name="T21" fmla="*/ 41 h 42"/>
                      <a:gd name="T22" fmla="*/ 62 w 123"/>
                      <a:gd name="T23" fmla="*/ 41 h 42"/>
                      <a:gd name="T24" fmla="*/ 68 w 123"/>
                      <a:gd name="T25" fmla="*/ 40 h 42"/>
                      <a:gd name="T26" fmla="*/ 72 w 123"/>
                      <a:gd name="T27" fmla="*/ 40 h 42"/>
                      <a:gd name="T28" fmla="*/ 77 w 123"/>
                      <a:gd name="T29" fmla="*/ 39 h 42"/>
                      <a:gd name="T30" fmla="*/ 81 w 123"/>
                      <a:gd name="T31" fmla="*/ 39 h 42"/>
                      <a:gd name="T32" fmla="*/ 85 w 123"/>
                      <a:gd name="T33" fmla="*/ 38 h 42"/>
                      <a:gd name="T34" fmla="*/ 89 w 123"/>
                      <a:gd name="T35" fmla="*/ 37 h 42"/>
                      <a:gd name="T36" fmla="*/ 93 w 123"/>
                      <a:gd name="T37" fmla="*/ 35 h 42"/>
                      <a:gd name="T38" fmla="*/ 95 w 123"/>
                      <a:gd name="T39" fmla="*/ 34 h 42"/>
                      <a:gd name="T40" fmla="*/ 97 w 123"/>
                      <a:gd name="T41" fmla="*/ 33 h 42"/>
                      <a:gd name="T42" fmla="*/ 99 w 123"/>
                      <a:gd name="T43" fmla="*/ 31 h 42"/>
                      <a:gd name="T44" fmla="*/ 122 w 123"/>
                      <a:gd name="T45" fmla="*/ 0 h 42"/>
                      <a:gd name="T46" fmla="*/ 0 w 123"/>
                      <a:gd name="T47" fmla="*/ 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3" h="42">
                        <a:moveTo>
                          <a:pt x="0" y="0"/>
                        </a:moveTo>
                        <a:lnTo>
                          <a:pt x="24" y="32"/>
                        </a:lnTo>
                        <a:lnTo>
                          <a:pt x="26" y="34"/>
                        </a:lnTo>
                        <a:lnTo>
                          <a:pt x="29" y="35"/>
                        </a:lnTo>
                        <a:lnTo>
                          <a:pt x="33" y="37"/>
                        </a:lnTo>
                        <a:lnTo>
                          <a:pt x="37" y="38"/>
                        </a:lnTo>
                        <a:lnTo>
                          <a:pt x="42" y="39"/>
                        </a:lnTo>
                        <a:lnTo>
                          <a:pt x="46" y="39"/>
                        </a:lnTo>
                        <a:lnTo>
                          <a:pt x="50" y="40"/>
                        </a:lnTo>
                        <a:lnTo>
                          <a:pt x="54" y="40"/>
                        </a:lnTo>
                        <a:lnTo>
                          <a:pt x="59" y="41"/>
                        </a:lnTo>
                        <a:lnTo>
                          <a:pt x="62" y="41"/>
                        </a:lnTo>
                        <a:lnTo>
                          <a:pt x="68" y="40"/>
                        </a:lnTo>
                        <a:lnTo>
                          <a:pt x="72" y="40"/>
                        </a:lnTo>
                        <a:lnTo>
                          <a:pt x="77" y="39"/>
                        </a:lnTo>
                        <a:lnTo>
                          <a:pt x="81" y="39"/>
                        </a:lnTo>
                        <a:lnTo>
                          <a:pt x="85" y="38"/>
                        </a:lnTo>
                        <a:lnTo>
                          <a:pt x="89" y="37"/>
                        </a:lnTo>
                        <a:lnTo>
                          <a:pt x="93" y="35"/>
                        </a:lnTo>
                        <a:lnTo>
                          <a:pt x="95" y="34"/>
                        </a:lnTo>
                        <a:lnTo>
                          <a:pt x="97" y="33"/>
                        </a:lnTo>
                        <a:lnTo>
                          <a:pt x="99" y="31"/>
                        </a:lnTo>
                        <a:lnTo>
                          <a:pt x="122" y="0"/>
                        </a:lnTo>
                        <a:lnTo>
                          <a:pt x="0" y="0"/>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9533" name="Freeform 93">
                    <a:extLst>
                      <a:ext uri="{FF2B5EF4-FFF2-40B4-BE49-F238E27FC236}">
                        <a16:creationId xmlns:a16="http://schemas.microsoft.com/office/drawing/2014/main" id="{B60E3093-87C6-4891-98DD-80CE41CD881C}"/>
                      </a:ext>
                    </a:extLst>
                  </p:cNvPr>
                  <p:cNvSpPr>
                    <a:spLocks/>
                  </p:cNvSpPr>
                  <p:nvPr/>
                </p:nvSpPr>
                <p:spPr bwMode="auto">
                  <a:xfrm>
                    <a:off x="2478" y="1927"/>
                    <a:ext cx="56" cy="42"/>
                  </a:xfrm>
                  <a:custGeom>
                    <a:avLst/>
                    <a:gdLst>
                      <a:gd name="T0" fmla="*/ 0 w 56"/>
                      <a:gd name="T1" fmla="*/ 0 h 42"/>
                      <a:gd name="T2" fmla="*/ 15 w 56"/>
                      <a:gd name="T3" fmla="*/ 37 h 42"/>
                      <a:gd name="T4" fmla="*/ 18 w 56"/>
                      <a:gd name="T5" fmla="*/ 38 h 42"/>
                      <a:gd name="T6" fmla="*/ 23 w 56"/>
                      <a:gd name="T7" fmla="*/ 39 h 42"/>
                      <a:gd name="T8" fmla="*/ 27 w 56"/>
                      <a:gd name="T9" fmla="*/ 39 h 42"/>
                      <a:gd name="T10" fmla="*/ 31 w 56"/>
                      <a:gd name="T11" fmla="*/ 40 h 42"/>
                      <a:gd name="T12" fmla="*/ 35 w 56"/>
                      <a:gd name="T13" fmla="*/ 40 h 42"/>
                      <a:gd name="T14" fmla="*/ 40 w 56"/>
                      <a:gd name="T15" fmla="*/ 41 h 42"/>
                      <a:gd name="T16" fmla="*/ 44 w 56"/>
                      <a:gd name="T17" fmla="*/ 41 h 42"/>
                      <a:gd name="T18" fmla="*/ 49 w 56"/>
                      <a:gd name="T19" fmla="*/ 40 h 42"/>
                      <a:gd name="T20" fmla="*/ 55 w 56"/>
                      <a:gd name="T21" fmla="*/ 0 h 42"/>
                      <a:gd name="T22" fmla="*/ 0 w 56"/>
                      <a:gd name="T23" fmla="*/ 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56" h="42">
                        <a:moveTo>
                          <a:pt x="0" y="0"/>
                        </a:moveTo>
                        <a:lnTo>
                          <a:pt x="15" y="37"/>
                        </a:lnTo>
                        <a:lnTo>
                          <a:pt x="18" y="38"/>
                        </a:lnTo>
                        <a:lnTo>
                          <a:pt x="23" y="39"/>
                        </a:lnTo>
                        <a:lnTo>
                          <a:pt x="27" y="39"/>
                        </a:lnTo>
                        <a:lnTo>
                          <a:pt x="31" y="40"/>
                        </a:lnTo>
                        <a:lnTo>
                          <a:pt x="35" y="40"/>
                        </a:lnTo>
                        <a:lnTo>
                          <a:pt x="40" y="41"/>
                        </a:lnTo>
                        <a:lnTo>
                          <a:pt x="44" y="41"/>
                        </a:lnTo>
                        <a:lnTo>
                          <a:pt x="49" y="40"/>
                        </a:lnTo>
                        <a:lnTo>
                          <a:pt x="55" y="0"/>
                        </a:lnTo>
                        <a:lnTo>
                          <a:pt x="0" y="0"/>
                        </a:lnTo>
                      </a:path>
                    </a:pathLst>
                  </a:custGeom>
                  <a:solidFill>
                    <a:srgbClr val="40404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89534" name="Group 94">
                  <a:extLst>
                    <a:ext uri="{FF2B5EF4-FFF2-40B4-BE49-F238E27FC236}">
                      <a16:creationId xmlns:a16="http://schemas.microsoft.com/office/drawing/2014/main" id="{1FCBC698-2D4B-4B52-A1AF-C8C681B9DDDB}"/>
                    </a:ext>
                  </a:extLst>
                </p:cNvPr>
                <p:cNvGrpSpPr>
                  <a:grpSpLocks/>
                </p:cNvGrpSpPr>
                <p:nvPr/>
              </p:nvGrpSpPr>
              <p:grpSpPr bwMode="auto">
                <a:xfrm>
                  <a:off x="2403" y="1792"/>
                  <a:ext cx="224" cy="148"/>
                  <a:chOff x="2403" y="1792"/>
                  <a:chExt cx="224" cy="148"/>
                </a:xfrm>
              </p:grpSpPr>
              <p:sp>
                <p:nvSpPr>
                  <p:cNvPr id="189535" name="Freeform 95">
                    <a:extLst>
                      <a:ext uri="{FF2B5EF4-FFF2-40B4-BE49-F238E27FC236}">
                        <a16:creationId xmlns:a16="http://schemas.microsoft.com/office/drawing/2014/main" id="{BE507A37-C88F-4B15-AB38-744BF7A31E0D}"/>
                      </a:ext>
                    </a:extLst>
                  </p:cNvPr>
                  <p:cNvSpPr>
                    <a:spLocks/>
                  </p:cNvSpPr>
                  <p:nvPr/>
                </p:nvSpPr>
                <p:spPr bwMode="auto">
                  <a:xfrm>
                    <a:off x="2403" y="1792"/>
                    <a:ext cx="224" cy="148"/>
                  </a:xfrm>
                  <a:custGeom>
                    <a:avLst/>
                    <a:gdLst>
                      <a:gd name="T0" fmla="*/ 5 w 224"/>
                      <a:gd name="T1" fmla="*/ 4 h 148"/>
                      <a:gd name="T2" fmla="*/ 6 w 224"/>
                      <a:gd name="T3" fmla="*/ 7 h 148"/>
                      <a:gd name="T4" fmla="*/ 5 w 224"/>
                      <a:gd name="T5" fmla="*/ 15 h 148"/>
                      <a:gd name="T6" fmla="*/ 3 w 224"/>
                      <a:gd name="T7" fmla="*/ 19 h 148"/>
                      <a:gd name="T8" fmla="*/ 1 w 224"/>
                      <a:gd name="T9" fmla="*/ 25 h 148"/>
                      <a:gd name="T10" fmla="*/ 4 w 224"/>
                      <a:gd name="T11" fmla="*/ 30 h 148"/>
                      <a:gd name="T12" fmla="*/ 8 w 224"/>
                      <a:gd name="T13" fmla="*/ 36 h 148"/>
                      <a:gd name="T14" fmla="*/ 7 w 224"/>
                      <a:gd name="T15" fmla="*/ 39 h 148"/>
                      <a:gd name="T16" fmla="*/ 3 w 224"/>
                      <a:gd name="T17" fmla="*/ 44 h 148"/>
                      <a:gd name="T18" fmla="*/ 1 w 224"/>
                      <a:gd name="T19" fmla="*/ 48 h 148"/>
                      <a:gd name="T20" fmla="*/ 4 w 224"/>
                      <a:gd name="T21" fmla="*/ 53 h 148"/>
                      <a:gd name="T22" fmla="*/ 7 w 224"/>
                      <a:gd name="T23" fmla="*/ 56 h 148"/>
                      <a:gd name="T24" fmla="*/ 7 w 224"/>
                      <a:gd name="T25" fmla="*/ 61 h 148"/>
                      <a:gd name="T26" fmla="*/ 3 w 224"/>
                      <a:gd name="T27" fmla="*/ 66 h 148"/>
                      <a:gd name="T28" fmla="*/ 0 w 224"/>
                      <a:gd name="T29" fmla="*/ 71 h 148"/>
                      <a:gd name="T30" fmla="*/ 3 w 224"/>
                      <a:gd name="T31" fmla="*/ 76 h 148"/>
                      <a:gd name="T32" fmla="*/ 8 w 224"/>
                      <a:gd name="T33" fmla="*/ 80 h 148"/>
                      <a:gd name="T34" fmla="*/ 8 w 224"/>
                      <a:gd name="T35" fmla="*/ 88 h 148"/>
                      <a:gd name="T36" fmla="*/ 4 w 224"/>
                      <a:gd name="T37" fmla="*/ 92 h 148"/>
                      <a:gd name="T38" fmla="*/ 5 w 224"/>
                      <a:gd name="T39" fmla="*/ 96 h 148"/>
                      <a:gd name="T40" fmla="*/ 10 w 224"/>
                      <a:gd name="T41" fmla="*/ 102 h 148"/>
                      <a:gd name="T42" fmla="*/ 26 w 224"/>
                      <a:gd name="T43" fmla="*/ 117 h 148"/>
                      <a:gd name="T44" fmla="*/ 40 w 224"/>
                      <a:gd name="T45" fmla="*/ 128 h 148"/>
                      <a:gd name="T46" fmla="*/ 53 w 224"/>
                      <a:gd name="T47" fmla="*/ 135 h 148"/>
                      <a:gd name="T48" fmla="*/ 76 w 224"/>
                      <a:gd name="T49" fmla="*/ 143 h 148"/>
                      <a:gd name="T50" fmla="*/ 98 w 224"/>
                      <a:gd name="T51" fmla="*/ 146 h 148"/>
                      <a:gd name="T52" fmla="*/ 127 w 224"/>
                      <a:gd name="T53" fmla="*/ 146 h 148"/>
                      <a:gd name="T54" fmla="*/ 152 w 224"/>
                      <a:gd name="T55" fmla="*/ 144 h 148"/>
                      <a:gd name="T56" fmla="*/ 170 w 224"/>
                      <a:gd name="T57" fmla="*/ 140 h 148"/>
                      <a:gd name="T58" fmla="*/ 181 w 224"/>
                      <a:gd name="T59" fmla="*/ 134 h 148"/>
                      <a:gd name="T60" fmla="*/ 189 w 224"/>
                      <a:gd name="T61" fmla="*/ 128 h 148"/>
                      <a:gd name="T62" fmla="*/ 213 w 224"/>
                      <a:gd name="T63" fmla="*/ 100 h 148"/>
                      <a:gd name="T64" fmla="*/ 218 w 224"/>
                      <a:gd name="T65" fmla="*/ 91 h 148"/>
                      <a:gd name="T66" fmla="*/ 218 w 224"/>
                      <a:gd name="T67" fmla="*/ 87 h 148"/>
                      <a:gd name="T68" fmla="*/ 215 w 224"/>
                      <a:gd name="T69" fmla="*/ 83 h 148"/>
                      <a:gd name="T70" fmla="*/ 215 w 224"/>
                      <a:gd name="T71" fmla="*/ 77 h 148"/>
                      <a:gd name="T72" fmla="*/ 218 w 224"/>
                      <a:gd name="T73" fmla="*/ 73 h 148"/>
                      <a:gd name="T74" fmla="*/ 221 w 224"/>
                      <a:gd name="T75" fmla="*/ 69 h 148"/>
                      <a:gd name="T76" fmla="*/ 223 w 224"/>
                      <a:gd name="T77" fmla="*/ 64 h 148"/>
                      <a:gd name="T78" fmla="*/ 219 w 224"/>
                      <a:gd name="T79" fmla="*/ 60 h 148"/>
                      <a:gd name="T80" fmla="*/ 216 w 224"/>
                      <a:gd name="T81" fmla="*/ 56 h 148"/>
                      <a:gd name="T82" fmla="*/ 216 w 224"/>
                      <a:gd name="T83" fmla="*/ 52 h 148"/>
                      <a:gd name="T84" fmla="*/ 221 w 224"/>
                      <a:gd name="T85" fmla="*/ 46 h 148"/>
                      <a:gd name="T86" fmla="*/ 221 w 224"/>
                      <a:gd name="T87" fmla="*/ 41 h 148"/>
                      <a:gd name="T88" fmla="*/ 218 w 224"/>
                      <a:gd name="T89" fmla="*/ 36 h 148"/>
                      <a:gd name="T90" fmla="*/ 216 w 224"/>
                      <a:gd name="T91" fmla="*/ 31 h 148"/>
                      <a:gd name="T92" fmla="*/ 218 w 224"/>
                      <a:gd name="T93" fmla="*/ 26 h 148"/>
                      <a:gd name="T94" fmla="*/ 221 w 224"/>
                      <a:gd name="T95" fmla="*/ 23 h 148"/>
                      <a:gd name="T96" fmla="*/ 223 w 224"/>
                      <a:gd name="T97" fmla="*/ 18 h 148"/>
                      <a:gd name="T98" fmla="*/ 220 w 224"/>
                      <a:gd name="T99" fmla="*/ 13 h 148"/>
                      <a:gd name="T100" fmla="*/ 217 w 224"/>
                      <a:gd name="T101" fmla="*/ 8 h 148"/>
                      <a:gd name="T102" fmla="*/ 218 w 224"/>
                      <a:gd name="T103" fmla="*/ 3 h 148"/>
                      <a:gd name="T104" fmla="*/ 6 w 224"/>
                      <a:gd name="T105" fmla="*/ 0 h 1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224" h="148">
                        <a:moveTo>
                          <a:pt x="6" y="0"/>
                        </a:moveTo>
                        <a:lnTo>
                          <a:pt x="5" y="4"/>
                        </a:lnTo>
                        <a:lnTo>
                          <a:pt x="5" y="5"/>
                        </a:lnTo>
                        <a:lnTo>
                          <a:pt x="6" y="7"/>
                        </a:lnTo>
                        <a:lnTo>
                          <a:pt x="6" y="12"/>
                        </a:lnTo>
                        <a:lnTo>
                          <a:pt x="5" y="15"/>
                        </a:lnTo>
                        <a:lnTo>
                          <a:pt x="4" y="17"/>
                        </a:lnTo>
                        <a:lnTo>
                          <a:pt x="3" y="19"/>
                        </a:lnTo>
                        <a:lnTo>
                          <a:pt x="1" y="23"/>
                        </a:lnTo>
                        <a:lnTo>
                          <a:pt x="1" y="25"/>
                        </a:lnTo>
                        <a:lnTo>
                          <a:pt x="3" y="28"/>
                        </a:lnTo>
                        <a:lnTo>
                          <a:pt x="4" y="30"/>
                        </a:lnTo>
                        <a:lnTo>
                          <a:pt x="7" y="33"/>
                        </a:lnTo>
                        <a:lnTo>
                          <a:pt x="8" y="36"/>
                        </a:lnTo>
                        <a:lnTo>
                          <a:pt x="8" y="37"/>
                        </a:lnTo>
                        <a:lnTo>
                          <a:pt x="7" y="39"/>
                        </a:lnTo>
                        <a:lnTo>
                          <a:pt x="5" y="41"/>
                        </a:lnTo>
                        <a:lnTo>
                          <a:pt x="3" y="44"/>
                        </a:lnTo>
                        <a:lnTo>
                          <a:pt x="1" y="46"/>
                        </a:lnTo>
                        <a:lnTo>
                          <a:pt x="1" y="48"/>
                        </a:lnTo>
                        <a:lnTo>
                          <a:pt x="3" y="50"/>
                        </a:lnTo>
                        <a:lnTo>
                          <a:pt x="4" y="53"/>
                        </a:lnTo>
                        <a:lnTo>
                          <a:pt x="6" y="55"/>
                        </a:lnTo>
                        <a:lnTo>
                          <a:pt x="7" y="56"/>
                        </a:lnTo>
                        <a:lnTo>
                          <a:pt x="8" y="58"/>
                        </a:lnTo>
                        <a:lnTo>
                          <a:pt x="7" y="61"/>
                        </a:lnTo>
                        <a:lnTo>
                          <a:pt x="5" y="64"/>
                        </a:lnTo>
                        <a:lnTo>
                          <a:pt x="3" y="66"/>
                        </a:lnTo>
                        <a:lnTo>
                          <a:pt x="0" y="69"/>
                        </a:lnTo>
                        <a:lnTo>
                          <a:pt x="0" y="71"/>
                        </a:lnTo>
                        <a:lnTo>
                          <a:pt x="1" y="73"/>
                        </a:lnTo>
                        <a:lnTo>
                          <a:pt x="3" y="76"/>
                        </a:lnTo>
                        <a:lnTo>
                          <a:pt x="5" y="78"/>
                        </a:lnTo>
                        <a:lnTo>
                          <a:pt x="8" y="80"/>
                        </a:lnTo>
                        <a:lnTo>
                          <a:pt x="9" y="84"/>
                        </a:lnTo>
                        <a:lnTo>
                          <a:pt x="8" y="88"/>
                        </a:lnTo>
                        <a:lnTo>
                          <a:pt x="5" y="91"/>
                        </a:lnTo>
                        <a:lnTo>
                          <a:pt x="4" y="92"/>
                        </a:lnTo>
                        <a:lnTo>
                          <a:pt x="4" y="95"/>
                        </a:lnTo>
                        <a:lnTo>
                          <a:pt x="5" y="96"/>
                        </a:lnTo>
                        <a:lnTo>
                          <a:pt x="7" y="98"/>
                        </a:lnTo>
                        <a:lnTo>
                          <a:pt x="10" y="102"/>
                        </a:lnTo>
                        <a:lnTo>
                          <a:pt x="15" y="108"/>
                        </a:lnTo>
                        <a:lnTo>
                          <a:pt x="26" y="117"/>
                        </a:lnTo>
                        <a:lnTo>
                          <a:pt x="35" y="124"/>
                        </a:lnTo>
                        <a:lnTo>
                          <a:pt x="40" y="128"/>
                        </a:lnTo>
                        <a:lnTo>
                          <a:pt x="46" y="131"/>
                        </a:lnTo>
                        <a:lnTo>
                          <a:pt x="53" y="135"/>
                        </a:lnTo>
                        <a:lnTo>
                          <a:pt x="62" y="139"/>
                        </a:lnTo>
                        <a:lnTo>
                          <a:pt x="76" y="143"/>
                        </a:lnTo>
                        <a:lnTo>
                          <a:pt x="87" y="145"/>
                        </a:lnTo>
                        <a:lnTo>
                          <a:pt x="98" y="146"/>
                        </a:lnTo>
                        <a:lnTo>
                          <a:pt x="112" y="147"/>
                        </a:lnTo>
                        <a:lnTo>
                          <a:pt x="127" y="146"/>
                        </a:lnTo>
                        <a:lnTo>
                          <a:pt x="140" y="146"/>
                        </a:lnTo>
                        <a:lnTo>
                          <a:pt x="152" y="144"/>
                        </a:lnTo>
                        <a:lnTo>
                          <a:pt x="162" y="142"/>
                        </a:lnTo>
                        <a:lnTo>
                          <a:pt x="170" y="140"/>
                        </a:lnTo>
                        <a:lnTo>
                          <a:pt x="176" y="137"/>
                        </a:lnTo>
                        <a:lnTo>
                          <a:pt x="181" y="134"/>
                        </a:lnTo>
                        <a:lnTo>
                          <a:pt x="185" y="132"/>
                        </a:lnTo>
                        <a:lnTo>
                          <a:pt x="189" y="128"/>
                        </a:lnTo>
                        <a:lnTo>
                          <a:pt x="203" y="113"/>
                        </a:lnTo>
                        <a:lnTo>
                          <a:pt x="213" y="100"/>
                        </a:lnTo>
                        <a:lnTo>
                          <a:pt x="217" y="94"/>
                        </a:lnTo>
                        <a:lnTo>
                          <a:pt x="218" y="91"/>
                        </a:lnTo>
                        <a:lnTo>
                          <a:pt x="218" y="89"/>
                        </a:lnTo>
                        <a:lnTo>
                          <a:pt x="218" y="87"/>
                        </a:lnTo>
                        <a:lnTo>
                          <a:pt x="216" y="84"/>
                        </a:lnTo>
                        <a:lnTo>
                          <a:pt x="215" y="83"/>
                        </a:lnTo>
                        <a:lnTo>
                          <a:pt x="214" y="80"/>
                        </a:lnTo>
                        <a:lnTo>
                          <a:pt x="215" y="77"/>
                        </a:lnTo>
                        <a:lnTo>
                          <a:pt x="216" y="76"/>
                        </a:lnTo>
                        <a:lnTo>
                          <a:pt x="218" y="73"/>
                        </a:lnTo>
                        <a:lnTo>
                          <a:pt x="219" y="72"/>
                        </a:lnTo>
                        <a:lnTo>
                          <a:pt x="221" y="69"/>
                        </a:lnTo>
                        <a:lnTo>
                          <a:pt x="223" y="67"/>
                        </a:lnTo>
                        <a:lnTo>
                          <a:pt x="223" y="64"/>
                        </a:lnTo>
                        <a:lnTo>
                          <a:pt x="221" y="62"/>
                        </a:lnTo>
                        <a:lnTo>
                          <a:pt x="219" y="60"/>
                        </a:lnTo>
                        <a:lnTo>
                          <a:pt x="218" y="58"/>
                        </a:lnTo>
                        <a:lnTo>
                          <a:pt x="216" y="56"/>
                        </a:lnTo>
                        <a:lnTo>
                          <a:pt x="215" y="54"/>
                        </a:lnTo>
                        <a:lnTo>
                          <a:pt x="216" y="52"/>
                        </a:lnTo>
                        <a:lnTo>
                          <a:pt x="218" y="49"/>
                        </a:lnTo>
                        <a:lnTo>
                          <a:pt x="221" y="46"/>
                        </a:lnTo>
                        <a:lnTo>
                          <a:pt x="221" y="44"/>
                        </a:lnTo>
                        <a:lnTo>
                          <a:pt x="221" y="41"/>
                        </a:lnTo>
                        <a:lnTo>
                          <a:pt x="220" y="38"/>
                        </a:lnTo>
                        <a:lnTo>
                          <a:pt x="218" y="36"/>
                        </a:lnTo>
                        <a:lnTo>
                          <a:pt x="217" y="34"/>
                        </a:lnTo>
                        <a:lnTo>
                          <a:pt x="216" y="31"/>
                        </a:lnTo>
                        <a:lnTo>
                          <a:pt x="216" y="29"/>
                        </a:lnTo>
                        <a:lnTo>
                          <a:pt x="218" y="26"/>
                        </a:lnTo>
                        <a:lnTo>
                          <a:pt x="219" y="24"/>
                        </a:lnTo>
                        <a:lnTo>
                          <a:pt x="221" y="23"/>
                        </a:lnTo>
                        <a:lnTo>
                          <a:pt x="223" y="20"/>
                        </a:lnTo>
                        <a:lnTo>
                          <a:pt x="223" y="18"/>
                        </a:lnTo>
                        <a:lnTo>
                          <a:pt x="222" y="16"/>
                        </a:lnTo>
                        <a:lnTo>
                          <a:pt x="220" y="13"/>
                        </a:lnTo>
                        <a:lnTo>
                          <a:pt x="218" y="11"/>
                        </a:lnTo>
                        <a:lnTo>
                          <a:pt x="217" y="8"/>
                        </a:lnTo>
                        <a:lnTo>
                          <a:pt x="217" y="5"/>
                        </a:lnTo>
                        <a:lnTo>
                          <a:pt x="218" y="3"/>
                        </a:lnTo>
                        <a:lnTo>
                          <a:pt x="217" y="0"/>
                        </a:lnTo>
                        <a:lnTo>
                          <a:pt x="6" y="0"/>
                        </a:lnTo>
                      </a:path>
                    </a:pathLst>
                  </a:custGeom>
                  <a:solidFill>
                    <a:srgbClr val="FFC08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9536" name="Freeform 96">
                    <a:extLst>
                      <a:ext uri="{FF2B5EF4-FFF2-40B4-BE49-F238E27FC236}">
                        <a16:creationId xmlns:a16="http://schemas.microsoft.com/office/drawing/2014/main" id="{34F0AD54-ADED-4356-849C-F1970175F8D5}"/>
                      </a:ext>
                    </a:extLst>
                  </p:cNvPr>
                  <p:cNvSpPr>
                    <a:spLocks/>
                  </p:cNvSpPr>
                  <p:nvPr/>
                </p:nvSpPr>
                <p:spPr bwMode="auto">
                  <a:xfrm>
                    <a:off x="2405" y="1812"/>
                    <a:ext cx="28" cy="21"/>
                  </a:xfrm>
                  <a:custGeom>
                    <a:avLst/>
                    <a:gdLst>
                      <a:gd name="T0" fmla="*/ 1 w 28"/>
                      <a:gd name="T1" fmla="*/ 0 h 21"/>
                      <a:gd name="T2" fmla="*/ 3 w 28"/>
                      <a:gd name="T3" fmla="*/ 2 h 21"/>
                      <a:gd name="T4" fmla="*/ 5 w 28"/>
                      <a:gd name="T5" fmla="*/ 5 h 21"/>
                      <a:gd name="T6" fmla="*/ 10 w 28"/>
                      <a:gd name="T7" fmla="*/ 8 h 21"/>
                      <a:gd name="T8" fmla="*/ 15 w 28"/>
                      <a:gd name="T9" fmla="*/ 11 h 21"/>
                      <a:gd name="T10" fmla="*/ 21 w 28"/>
                      <a:gd name="T11" fmla="*/ 13 h 21"/>
                      <a:gd name="T12" fmla="*/ 27 w 28"/>
                      <a:gd name="T13" fmla="*/ 14 h 21"/>
                      <a:gd name="T14" fmla="*/ 24 w 28"/>
                      <a:gd name="T15" fmla="*/ 18 h 21"/>
                      <a:gd name="T16" fmla="*/ 17 w 28"/>
                      <a:gd name="T17" fmla="*/ 17 h 21"/>
                      <a:gd name="T18" fmla="*/ 10 w 28"/>
                      <a:gd name="T19" fmla="*/ 17 h 21"/>
                      <a:gd name="T20" fmla="*/ 5 w 28"/>
                      <a:gd name="T21" fmla="*/ 20 h 21"/>
                      <a:gd name="T22" fmla="*/ 6 w 28"/>
                      <a:gd name="T23" fmla="*/ 18 h 21"/>
                      <a:gd name="T24" fmla="*/ 6 w 28"/>
                      <a:gd name="T25" fmla="*/ 15 h 21"/>
                      <a:gd name="T26" fmla="*/ 4 w 28"/>
                      <a:gd name="T27" fmla="*/ 12 h 21"/>
                      <a:gd name="T28" fmla="*/ 2 w 28"/>
                      <a:gd name="T29" fmla="*/ 10 h 21"/>
                      <a:gd name="T30" fmla="*/ 0 w 28"/>
                      <a:gd name="T31" fmla="*/ 6 h 21"/>
                      <a:gd name="T32" fmla="*/ 0 w 28"/>
                      <a:gd name="T33" fmla="*/ 3 h 21"/>
                      <a:gd name="T34" fmla="*/ 1 w 28"/>
                      <a:gd name="T35" fmla="*/ 0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8" h="21">
                        <a:moveTo>
                          <a:pt x="1" y="0"/>
                        </a:moveTo>
                        <a:lnTo>
                          <a:pt x="3" y="2"/>
                        </a:lnTo>
                        <a:lnTo>
                          <a:pt x="5" y="5"/>
                        </a:lnTo>
                        <a:lnTo>
                          <a:pt x="10" y="8"/>
                        </a:lnTo>
                        <a:lnTo>
                          <a:pt x="15" y="11"/>
                        </a:lnTo>
                        <a:lnTo>
                          <a:pt x="21" y="13"/>
                        </a:lnTo>
                        <a:lnTo>
                          <a:pt x="27" y="14"/>
                        </a:lnTo>
                        <a:lnTo>
                          <a:pt x="24" y="18"/>
                        </a:lnTo>
                        <a:lnTo>
                          <a:pt x="17" y="17"/>
                        </a:lnTo>
                        <a:lnTo>
                          <a:pt x="10" y="17"/>
                        </a:lnTo>
                        <a:lnTo>
                          <a:pt x="5" y="20"/>
                        </a:lnTo>
                        <a:lnTo>
                          <a:pt x="6" y="18"/>
                        </a:lnTo>
                        <a:lnTo>
                          <a:pt x="6" y="15"/>
                        </a:lnTo>
                        <a:lnTo>
                          <a:pt x="4" y="12"/>
                        </a:lnTo>
                        <a:lnTo>
                          <a:pt x="2" y="10"/>
                        </a:lnTo>
                        <a:lnTo>
                          <a:pt x="0" y="6"/>
                        </a:lnTo>
                        <a:lnTo>
                          <a:pt x="0" y="3"/>
                        </a:lnTo>
                        <a:lnTo>
                          <a:pt x="1" y="0"/>
                        </a:lnTo>
                      </a:path>
                    </a:pathLst>
                  </a:custGeom>
                  <a:solidFill>
                    <a:srgbClr val="FFA04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9537" name="Freeform 97">
                    <a:extLst>
                      <a:ext uri="{FF2B5EF4-FFF2-40B4-BE49-F238E27FC236}">
                        <a16:creationId xmlns:a16="http://schemas.microsoft.com/office/drawing/2014/main" id="{3B2594CF-E566-4A0A-B559-3D132E7C6E83}"/>
                      </a:ext>
                    </a:extLst>
                  </p:cNvPr>
                  <p:cNvSpPr>
                    <a:spLocks/>
                  </p:cNvSpPr>
                  <p:nvPr/>
                </p:nvSpPr>
                <p:spPr bwMode="auto">
                  <a:xfrm>
                    <a:off x="2405" y="1837"/>
                    <a:ext cx="37" cy="18"/>
                  </a:xfrm>
                  <a:custGeom>
                    <a:avLst/>
                    <a:gdLst>
                      <a:gd name="T0" fmla="*/ 0 w 37"/>
                      <a:gd name="T1" fmla="*/ 1 h 18"/>
                      <a:gd name="T2" fmla="*/ 1 w 37"/>
                      <a:gd name="T3" fmla="*/ 0 h 18"/>
                      <a:gd name="T4" fmla="*/ 2 w 37"/>
                      <a:gd name="T5" fmla="*/ 1 h 18"/>
                      <a:gd name="T6" fmla="*/ 5 w 37"/>
                      <a:gd name="T7" fmla="*/ 3 h 18"/>
                      <a:gd name="T8" fmla="*/ 10 w 37"/>
                      <a:gd name="T9" fmla="*/ 4 h 18"/>
                      <a:gd name="T10" fmla="*/ 15 w 37"/>
                      <a:gd name="T11" fmla="*/ 6 h 18"/>
                      <a:gd name="T12" fmla="*/ 24 w 37"/>
                      <a:gd name="T13" fmla="*/ 7 h 18"/>
                      <a:gd name="T14" fmla="*/ 33 w 37"/>
                      <a:gd name="T15" fmla="*/ 9 h 18"/>
                      <a:gd name="T16" fmla="*/ 36 w 37"/>
                      <a:gd name="T17" fmla="*/ 16 h 18"/>
                      <a:gd name="T18" fmla="*/ 25 w 37"/>
                      <a:gd name="T19" fmla="*/ 14 h 18"/>
                      <a:gd name="T20" fmla="*/ 17 w 37"/>
                      <a:gd name="T21" fmla="*/ 13 h 18"/>
                      <a:gd name="T22" fmla="*/ 10 w 37"/>
                      <a:gd name="T23" fmla="*/ 14 h 18"/>
                      <a:gd name="T24" fmla="*/ 6 w 37"/>
                      <a:gd name="T25" fmla="*/ 17 h 18"/>
                      <a:gd name="T26" fmla="*/ 6 w 37"/>
                      <a:gd name="T27" fmla="*/ 15 h 18"/>
                      <a:gd name="T28" fmla="*/ 6 w 37"/>
                      <a:gd name="T29" fmla="*/ 12 h 18"/>
                      <a:gd name="T30" fmla="*/ 5 w 37"/>
                      <a:gd name="T31" fmla="*/ 10 h 18"/>
                      <a:gd name="T32" fmla="*/ 2 w 37"/>
                      <a:gd name="T33" fmla="*/ 7 h 18"/>
                      <a:gd name="T34" fmla="*/ 0 w 37"/>
                      <a:gd name="T35" fmla="*/ 4 h 18"/>
                      <a:gd name="T36" fmla="*/ 0 w 37"/>
                      <a:gd name="T37" fmla="*/ 1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7" h="18">
                        <a:moveTo>
                          <a:pt x="0" y="1"/>
                        </a:moveTo>
                        <a:lnTo>
                          <a:pt x="1" y="0"/>
                        </a:lnTo>
                        <a:lnTo>
                          <a:pt x="2" y="1"/>
                        </a:lnTo>
                        <a:lnTo>
                          <a:pt x="5" y="3"/>
                        </a:lnTo>
                        <a:lnTo>
                          <a:pt x="10" y="4"/>
                        </a:lnTo>
                        <a:lnTo>
                          <a:pt x="15" y="6"/>
                        </a:lnTo>
                        <a:lnTo>
                          <a:pt x="24" y="7"/>
                        </a:lnTo>
                        <a:lnTo>
                          <a:pt x="33" y="9"/>
                        </a:lnTo>
                        <a:lnTo>
                          <a:pt x="36" y="16"/>
                        </a:lnTo>
                        <a:lnTo>
                          <a:pt x="25" y="14"/>
                        </a:lnTo>
                        <a:lnTo>
                          <a:pt x="17" y="13"/>
                        </a:lnTo>
                        <a:lnTo>
                          <a:pt x="10" y="14"/>
                        </a:lnTo>
                        <a:lnTo>
                          <a:pt x="6" y="17"/>
                        </a:lnTo>
                        <a:lnTo>
                          <a:pt x="6" y="15"/>
                        </a:lnTo>
                        <a:lnTo>
                          <a:pt x="6" y="12"/>
                        </a:lnTo>
                        <a:lnTo>
                          <a:pt x="5" y="10"/>
                        </a:lnTo>
                        <a:lnTo>
                          <a:pt x="2" y="7"/>
                        </a:lnTo>
                        <a:lnTo>
                          <a:pt x="0" y="4"/>
                        </a:lnTo>
                        <a:lnTo>
                          <a:pt x="0" y="1"/>
                        </a:lnTo>
                      </a:path>
                    </a:pathLst>
                  </a:custGeom>
                  <a:solidFill>
                    <a:srgbClr val="FFA04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9538" name="Freeform 98">
                    <a:extLst>
                      <a:ext uri="{FF2B5EF4-FFF2-40B4-BE49-F238E27FC236}">
                        <a16:creationId xmlns:a16="http://schemas.microsoft.com/office/drawing/2014/main" id="{DA8F8E89-378D-4502-ACDF-81F93AD7E1DD}"/>
                      </a:ext>
                    </a:extLst>
                  </p:cNvPr>
                  <p:cNvSpPr>
                    <a:spLocks/>
                  </p:cNvSpPr>
                  <p:nvPr/>
                </p:nvSpPr>
                <p:spPr bwMode="auto">
                  <a:xfrm>
                    <a:off x="2403" y="1858"/>
                    <a:ext cx="44" cy="23"/>
                  </a:xfrm>
                  <a:custGeom>
                    <a:avLst/>
                    <a:gdLst>
                      <a:gd name="T0" fmla="*/ 0 w 44"/>
                      <a:gd name="T1" fmla="*/ 3 h 23"/>
                      <a:gd name="T2" fmla="*/ 2 w 44"/>
                      <a:gd name="T3" fmla="*/ 0 h 23"/>
                      <a:gd name="T4" fmla="*/ 5 w 44"/>
                      <a:gd name="T5" fmla="*/ 3 h 23"/>
                      <a:gd name="T6" fmla="*/ 8 w 44"/>
                      <a:gd name="T7" fmla="*/ 5 h 23"/>
                      <a:gd name="T8" fmla="*/ 11 w 44"/>
                      <a:gd name="T9" fmla="*/ 7 h 23"/>
                      <a:gd name="T10" fmla="*/ 17 w 44"/>
                      <a:gd name="T11" fmla="*/ 9 h 23"/>
                      <a:gd name="T12" fmla="*/ 23 w 44"/>
                      <a:gd name="T13" fmla="*/ 10 h 23"/>
                      <a:gd name="T14" fmla="*/ 30 w 44"/>
                      <a:gd name="T15" fmla="*/ 12 h 23"/>
                      <a:gd name="T16" fmla="*/ 41 w 44"/>
                      <a:gd name="T17" fmla="*/ 15 h 23"/>
                      <a:gd name="T18" fmla="*/ 43 w 44"/>
                      <a:gd name="T19" fmla="*/ 22 h 23"/>
                      <a:gd name="T20" fmla="*/ 32 w 44"/>
                      <a:gd name="T21" fmla="*/ 18 h 23"/>
                      <a:gd name="T22" fmla="*/ 25 w 44"/>
                      <a:gd name="T23" fmla="*/ 16 h 23"/>
                      <a:gd name="T24" fmla="*/ 19 w 44"/>
                      <a:gd name="T25" fmla="*/ 15 h 23"/>
                      <a:gd name="T26" fmla="*/ 14 w 44"/>
                      <a:gd name="T27" fmla="*/ 15 h 23"/>
                      <a:gd name="T28" fmla="*/ 11 w 44"/>
                      <a:gd name="T29" fmla="*/ 16 h 23"/>
                      <a:gd name="T30" fmla="*/ 8 w 44"/>
                      <a:gd name="T31" fmla="*/ 19 h 23"/>
                      <a:gd name="T32" fmla="*/ 8 w 44"/>
                      <a:gd name="T33" fmla="*/ 16 h 23"/>
                      <a:gd name="T34" fmla="*/ 5 w 44"/>
                      <a:gd name="T35" fmla="*/ 12 h 23"/>
                      <a:gd name="T36" fmla="*/ 2 w 44"/>
                      <a:gd name="T37" fmla="*/ 9 h 23"/>
                      <a:gd name="T38" fmla="*/ 0 w 44"/>
                      <a:gd name="T39" fmla="*/ 6 h 23"/>
                      <a:gd name="T40" fmla="*/ 0 w 44"/>
                      <a:gd name="T41" fmla="*/ 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4" h="23">
                        <a:moveTo>
                          <a:pt x="0" y="3"/>
                        </a:moveTo>
                        <a:lnTo>
                          <a:pt x="2" y="0"/>
                        </a:lnTo>
                        <a:lnTo>
                          <a:pt x="5" y="3"/>
                        </a:lnTo>
                        <a:lnTo>
                          <a:pt x="8" y="5"/>
                        </a:lnTo>
                        <a:lnTo>
                          <a:pt x="11" y="7"/>
                        </a:lnTo>
                        <a:lnTo>
                          <a:pt x="17" y="9"/>
                        </a:lnTo>
                        <a:lnTo>
                          <a:pt x="23" y="10"/>
                        </a:lnTo>
                        <a:lnTo>
                          <a:pt x="30" y="12"/>
                        </a:lnTo>
                        <a:lnTo>
                          <a:pt x="41" y="15"/>
                        </a:lnTo>
                        <a:lnTo>
                          <a:pt x="43" y="22"/>
                        </a:lnTo>
                        <a:lnTo>
                          <a:pt x="32" y="18"/>
                        </a:lnTo>
                        <a:lnTo>
                          <a:pt x="25" y="16"/>
                        </a:lnTo>
                        <a:lnTo>
                          <a:pt x="19" y="15"/>
                        </a:lnTo>
                        <a:lnTo>
                          <a:pt x="14" y="15"/>
                        </a:lnTo>
                        <a:lnTo>
                          <a:pt x="11" y="16"/>
                        </a:lnTo>
                        <a:lnTo>
                          <a:pt x="8" y="19"/>
                        </a:lnTo>
                        <a:lnTo>
                          <a:pt x="8" y="16"/>
                        </a:lnTo>
                        <a:lnTo>
                          <a:pt x="5" y="12"/>
                        </a:lnTo>
                        <a:lnTo>
                          <a:pt x="2" y="9"/>
                        </a:lnTo>
                        <a:lnTo>
                          <a:pt x="0" y="6"/>
                        </a:lnTo>
                        <a:lnTo>
                          <a:pt x="0" y="3"/>
                        </a:lnTo>
                      </a:path>
                    </a:pathLst>
                  </a:custGeom>
                  <a:solidFill>
                    <a:srgbClr val="FFA04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9539" name="Freeform 99">
                    <a:extLst>
                      <a:ext uri="{FF2B5EF4-FFF2-40B4-BE49-F238E27FC236}">
                        <a16:creationId xmlns:a16="http://schemas.microsoft.com/office/drawing/2014/main" id="{EBD4B660-4421-4A63-BA86-EB7097F4A7D3}"/>
                      </a:ext>
                    </a:extLst>
                  </p:cNvPr>
                  <p:cNvSpPr>
                    <a:spLocks/>
                  </p:cNvSpPr>
                  <p:nvPr/>
                </p:nvSpPr>
                <p:spPr bwMode="auto">
                  <a:xfrm>
                    <a:off x="2408" y="1882"/>
                    <a:ext cx="52" cy="48"/>
                  </a:xfrm>
                  <a:custGeom>
                    <a:avLst/>
                    <a:gdLst>
                      <a:gd name="T0" fmla="*/ 0 w 52"/>
                      <a:gd name="T1" fmla="*/ 7 h 48"/>
                      <a:gd name="T2" fmla="*/ 0 w 52"/>
                      <a:gd name="T3" fmla="*/ 4 h 48"/>
                      <a:gd name="T4" fmla="*/ 0 w 52"/>
                      <a:gd name="T5" fmla="*/ 2 h 48"/>
                      <a:gd name="T6" fmla="*/ 1 w 52"/>
                      <a:gd name="T7" fmla="*/ 0 h 48"/>
                      <a:gd name="T8" fmla="*/ 5 w 52"/>
                      <a:gd name="T9" fmla="*/ 3 h 48"/>
                      <a:gd name="T10" fmla="*/ 11 w 52"/>
                      <a:gd name="T11" fmla="*/ 6 h 48"/>
                      <a:gd name="T12" fmla="*/ 17 w 52"/>
                      <a:gd name="T13" fmla="*/ 8 h 48"/>
                      <a:gd name="T14" fmla="*/ 26 w 52"/>
                      <a:gd name="T15" fmla="*/ 11 h 48"/>
                      <a:gd name="T16" fmla="*/ 38 w 52"/>
                      <a:gd name="T17" fmla="*/ 13 h 48"/>
                      <a:gd name="T18" fmla="*/ 40 w 52"/>
                      <a:gd name="T19" fmla="*/ 18 h 48"/>
                      <a:gd name="T20" fmla="*/ 34 w 52"/>
                      <a:gd name="T21" fmla="*/ 16 h 48"/>
                      <a:gd name="T22" fmla="*/ 28 w 52"/>
                      <a:gd name="T23" fmla="*/ 16 h 48"/>
                      <a:gd name="T24" fmla="*/ 24 w 52"/>
                      <a:gd name="T25" fmla="*/ 16 h 48"/>
                      <a:gd name="T26" fmla="*/ 23 w 52"/>
                      <a:gd name="T27" fmla="*/ 19 h 48"/>
                      <a:gd name="T28" fmla="*/ 25 w 52"/>
                      <a:gd name="T29" fmla="*/ 22 h 48"/>
                      <a:gd name="T30" fmla="*/ 28 w 52"/>
                      <a:gd name="T31" fmla="*/ 26 h 48"/>
                      <a:gd name="T32" fmla="*/ 33 w 52"/>
                      <a:gd name="T33" fmla="*/ 31 h 48"/>
                      <a:gd name="T34" fmla="*/ 40 w 52"/>
                      <a:gd name="T35" fmla="*/ 36 h 48"/>
                      <a:gd name="T36" fmla="*/ 51 w 52"/>
                      <a:gd name="T37" fmla="*/ 42 h 48"/>
                      <a:gd name="T38" fmla="*/ 51 w 52"/>
                      <a:gd name="T39" fmla="*/ 47 h 48"/>
                      <a:gd name="T40" fmla="*/ 46 w 52"/>
                      <a:gd name="T41" fmla="*/ 44 h 48"/>
                      <a:gd name="T42" fmla="*/ 40 w 52"/>
                      <a:gd name="T43" fmla="*/ 41 h 48"/>
                      <a:gd name="T44" fmla="*/ 32 w 52"/>
                      <a:gd name="T45" fmla="*/ 36 h 48"/>
                      <a:gd name="T46" fmla="*/ 25 w 52"/>
                      <a:gd name="T47" fmla="*/ 30 h 48"/>
                      <a:gd name="T48" fmla="*/ 19 w 52"/>
                      <a:gd name="T49" fmla="*/ 26 h 48"/>
                      <a:gd name="T50" fmla="*/ 14 w 52"/>
                      <a:gd name="T51" fmla="*/ 20 h 48"/>
                      <a:gd name="T52" fmla="*/ 9 w 52"/>
                      <a:gd name="T53" fmla="*/ 15 h 48"/>
                      <a:gd name="T54" fmla="*/ 3 w 52"/>
                      <a:gd name="T55" fmla="*/ 11 h 48"/>
                      <a:gd name="T56" fmla="*/ 0 w 52"/>
                      <a:gd name="T57" fmla="*/ 7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2" h="48">
                        <a:moveTo>
                          <a:pt x="0" y="7"/>
                        </a:moveTo>
                        <a:lnTo>
                          <a:pt x="0" y="4"/>
                        </a:lnTo>
                        <a:lnTo>
                          <a:pt x="0" y="2"/>
                        </a:lnTo>
                        <a:lnTo>
                          <a:pt x="1" y="0"/>
                        </a:lnTo>
                        <a:lnTo>
                          <a:pt x="5" y="3"/>
                        </a:lnTo>
                        <a:lnTo>
                          <a:pt x="11" y="6"/>
                        </a:lnTo>
                        <a:lnTo>
                          <a:pt x="17" y="8"/>
                        </a:lnTo>
                        <a:lnTo>
                          <a:pt x="26" y="11"/>
                        </a:lnTo>
                        <a:lnTo>
                          <a:pt x="38" y="13"/>
                        </a:lnTo>
                        <a:lnTo>
                          <a:pt x="40" y="18"/>
                        </a:lnTo>
                        <a:lnTo>
                          <a:pt x="34" y="16"/>
                        </a:lnTo>
                        <a:lnTo>
                          <a:pt x="28" y="16"/>
                        </a:lnTo>
                        <a:lnTo>
                          <a:pt x="24" y="16"/>
                        </a:lnTo>
                        <a:lnTo>
                          <a:pt x="23" y="19"/>
                        </a:lnTo>
                        <a:lnTo>
                          <a:pt x="25" y="22"/>
                        </a:lnTo>
                        <a:lnTo>
                          <a:pt x="28" y="26"/>
                        </a:lnTo>
                        <a:lnTo>
                          <a:pt x="33" y="31"/>
                        </a:lnTo>
                        <a:lnTo>
                          <a:pt x="40" y="36"/>
                        </a:lnTo>
                        <a:lnTo>
                          <a:pt x="51" y="42"/>
                        </a:lnTo>
                        <a:lnTo>
                          <a:pt x="51" y="47"/>
                        </a:lnTo>
                        <a:lnTo>
                          <a:pt x="46" y="44"/>
                        </a:lnTo>
                        <a:lnTo>
                          <a:pt x="40" y="41"/>
                        </a:lnTo>
                        <a:lnTo>
                          <a:pt x="32" y="36"/>
                        </a:lnTo>
                        <a:lnTo>
                          <a:pt x="25" y="30"/>
                        </a:lnTo>
                        <a:lnTo>
                          <a:pt x="19" y="26"/>
                        </a:lnTo>
                        <a:lnTo>
                          <a:pt x="14" y="20"/>
                        </a:lnTo>
                        <a:lnTo>
                          <a:pt x="9" y="15"/>
                        </a:lnTo>
                        <a:lnTo>
                          <a:pt x="3" y="11"/>
                        </a:lnTo>
                        <a:lnTo>
                          <a:pt x="0" y="7"/>
                        </a:lnTo>
                      </a:path>
                    </a:pathLst>
                  </a:custGeom>
                  <a:solidFill>
                    <a:srgbClr val="FFA04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9540" name="Freeform 100">
                    <a:extLst>
                      <a:ext uri="{FF2B5EF4-FFF2-40B4-BE49-F238E27FC236}">
                        <a16:creationId xmlns:a16="http://schemas.microsoft.com/office/drawing/2014/main" id="{F21172A8-FD02-4ED8-9702-00AAD931EAA3}"/>
                      </a:ext>
                    </a:extLst>
                  </p:cNvPr>
                  <p:cNvSpPr>
                    <a:spLocks/>
                  </p:cNvSpPr>
                  <p:nvPr/>
                </p:nvSpPr>
                <p:spPr bwMode="auto">
                  <a:xfrm>
                    <a:off x="2409" y="1797"/>
                    <a:ext cx="22" cy="17"/>
                  </a:xfrm>
                  <a:custGeom>
                    <a:avLst/>
                    <a:gdLst>
                      <a:gd name="T0" fmla="*/ 0 w 22"/>
                      <a:gd name="T1" fmla="*/ 0 h 17"/>
                      <a:gd name="T2" fmla="*/ 2 w 22"/>
                      <a:gd name="T3" fmla="*/ 2 h 17"/>
                      <a:gd name="T4" fmla="*/ 5 w 22"/>
                      <a:gd name="T5" fmla="*/ 4 h 17"/>
                      <a:gd name="T6" fmla="*/ 10 w 22"/>
                      <a:gd name="T7" fmla="*/ 7 h 17"/>
                      <a:gd name="T8" fmla="*/ 14 w 22"/>
                      <a:gd name="T9" fmla="*/ 10 h 17"/>
                      <a:gd name="T10" fmla="*/ 18 w 22"/>
                      <a:gd name="T11" fmla="*/ 12 h 17"/>
                      <a:gd name="T12" fmla="*/ 21 w 22"/>
                      <a:gd name="T13" fmla="*/ 14 h 17"/>
                      <a:gd name="T14" fmla="*/ 15 w 22"/>
                      <a:gd name="T15" fmla="*/ 16 h 17"/>
                      <a:gd name="T16" fmla="*/ 10 w 22"/>
                      <a:gd name="T17" fmla="*/ 14 h 17"/>
                      <a:gd name="T18" fmla="*/ 4 w 22"/>
                      <a:gd name="T19" fmla="*/ 12 h 17"/>
                      <a:gd name="T20" fmla="*/ 0 w 22"/>
                      <a:gd name="T21" fmla="*/ 9 h 17"/>
                      <a:gd name="T22" fmla="*/ 0 w 22"/>
                      <a:gd name="T23" fmla="*/ 7 h 17"/>
                      <a:gd name="T24" fmla="*/ 0 w 22"/>
                      <a:gd name="T25" fmla="*/ 3 h 17"/>
                      <a:gd name="T26" fmla="*/ 0 w 22"/>
                      <a:gd name="T27"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2" h="17">
                        <a:moveTo>
                          <a:pt x="0" y="0"/>
                        </a:moveTo>
                        <a:lnTo>
                          <a:pt x="2" y="2"/>
                        </a:lnTo>
                        <a:lnTo>
                          <a:pt x="5" y="4"/>
                        </a:lnTo>
                        <a:lnTo>
                          <a:pt x="10" y="7"/>
                        </a:lnTo>
                        <a:lnTo>
                          <a:pt x="14" y="10"/>
                        </a:lnTo>
                        <a:lnTo>
                          <a:pt x="18" y="12"/>
                        </a:lnTo>
                        <a:lnTo>
                          <a:pt x="21" y="14"/>
                        </a:lnTo>
                        <a:lnTo>
                          <a:pt x="15" y="16"/>
                        </a:lnTo>
                        <a:lnTo>
                          <a:pt x="10" y="14"/>
                        </a:lnTo>
                        <a:lnTo>
                          <a:pt x="4" y="12"/>
                        </a:lnTo>
                        <a:lnTo>
                          <a:pt x="0" y="9"/>
                        </a:lnTo>
                        <a:lnTo>
                          <a:pt x="0" y="7"/>
                        </a:lnTo>
                        <a:lnTo>
                          <a:pt x="0" y="3"/>
                        </a:lnTo>
                        <a:lnTo>
                          <a:pt x="0" y="0"/>
                        </a:lnTo>
                      </a:path>
                    </a:pathLst>
                  </a:custGeom>
                  <a:solidFill>
                    <a:srgbClr val="FFA04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9541" name="Freeform 101">
                    <a:extLst>
                      <a:ext uri="{FF2B5EF4-FFF2-40B4-BE49-F238E27FC236}">
                        <a16:creationId xmlns:a16="http://schemas.microsoft.com/office/drawing/2014/main" id="{063B7365-6107-4668-AD3A-D3BABBAB5C42}"/>
                      </a:ext>
                    </a:extLst>
                  </p:cNvPr>
                  <p:cNvSpPr>
                    <a:spLocks/>
                  </p:cNvSpPr>
                  <p:nvPr/>
                </p:nvSpPr>
                <p:spPr bwMode="auto">
                  <a:xfrm>
                    <a:off x="2447" y="1794"/>
                    <a:ext cx="180" cy="142"/>
                  </a:xfrm>
                  <a:custGeom>
                    <a:avLst/>
                    <a:gdLst>
                      <a:gd name="T0" fmla="*/ 85 w 180"/>
                      <a:gd name="T1" fmla="*/ 32 h 142"/>
                      <a:gd name="T2" fmla="*/ 71 w 180"/>
                      <a:gd name="T3" fmla="*/ 36 h 142"/>
                      <a:gd name="T4" fmla="*/ 42 w 180"/>
                      <a:gd name="T5" fmla="*/ 40 h 142"/>
                      <a:gd name="T6" fmla="*/ 0 w 180"/>
                      <a:gd name="T7" fmla="*/ 42 h 142"/>
                      <a:gd name="T8" fmla="*/ 50 w 180"/>
                      <a:gd name="T9" fmla="*/ 49 h 142"/>
                      <a:gd name="T10" fmla="*/ 106 w 180"/>
                      <a:gd name="T11" fmla="*/ 46 h 142"/>
                      <a:gd name="T12" fmla="*/ 145 w 180"/>
                      <a:gd name="T13" fmla="*/ 36 h 142"/>
                      <a:gd name="T14" fmla="*/ 158 w 180"/>
                      <a:gd name="T15" fmla="*/ 34 h 142"/>
                      <a:gd name="T16" fmla="*/ 152 w 180"/>
                      <a:gd name="T17" fmla="*/ 42 h 142"/>
                      <a:gd name="T18" fmla="*/ 124 w 180"/>
                      <a:gd name="T19" fmla="*/ 53 h 142"/>
                      <a:gd name="T20" fmla="*/ 74 w 180"/>
                      <a:gd name="T21" fmla="*/ 63 h 142"/>
                      <a:gd name="T22" fmla="*/ 43 w 180"/>
                      <a:gd name="T23" fmla="*/ 71 h 142"/>
                      <a:gd name="T24" fmla="*/ 100 w 180"/>
                      <a:gd name="T25" fmla="*/ 70 h 142"/>
                      <a:gd name="T26" fmla="*/ 138 w 180"/>
                      <a:gd name="T27" fmla="*/ 63 h 142"/>
                      <a:gd name="T28" fmla="*/ 161 w 180"/>
                      <a:gd name="T29" fmla="*/ 56 h 142"/>
                      <a:gd name="T30" fmla="*/ 161 w 180"/>
                      <a:gd name="T31" fmla="*/ 61 h 142"/>
                      <a:gd name="T32" fmla="*/ 142 w 180"/>
                      <a:gd name="T33" fmla="*/ 72 h 142"/>
                      <a:gd name="T34" fmla="*/ 107 w 180"/>
                      <a:gd name="T35" fmla="*/ 83 h 142"/>
                      <a:gd name="T36" fmla="*/ 58 w 180"/>
                      <a:gd name="T37" fmla="*/ 90 h 142"/>
                      <a:gd name="T38" fmla="*/ 74 w 180"/>
                      <a:gd name="T39" fmla="*/ 95 h 142"/>
                      <a:gd name="T40" fmla="*/ 118 w 180"/>
                      <a:gd name="T41" fmla="*/ 93 h 142"/>
                      <a:gd name="T42" fmla="*/ 153 w 180"/>
                      <a:gd name="T43" fmla="*/ 84 h 142"/>
                      <a:gd name="T44" fmla="*/ 157 w 180"/>
                      <a:gd name="T45" fmla="*/ 88 h 142"/>
                      <a:gd name="T46" fmla="*/ 146 w 180"/>
                      <a:gd name="T47" fmla="*/ 96 h 142"/>
                      <a:gd name="T48" fmla="*/ 119 w 180"/>
                      <a:gd name="T49" fmla="*/ 106 h 142"/>
                      <a:gd name="T50" fmla="*/ 88 w 180"/>
                      <a:gd name="T51" fmla="*/ 110 h 142"/>
                      <a:gd name="T52" fmla="*/ 40 w 180"/>
                      <a:gd name="T53" fmla="*/ 111 h 142"/>
                      <a:gd name="T54" fmla="*/ 73 w 180"/>
                      <a:gd name="T55" fmla="*/ 118 h 142"/>
                      <a:gd name="T56" fmla="*/ 104 w 180"/>
                      <a:gd name="T57" fmla="*/ 118 h 142"/>
                      <a:gd name="T58" fmla="*/ 132 w 180"/>
                      <a:gd name="T59" fmla="*/ 114 h 142"/>
                      <a:gd name="T60" fmla="*/ 143 w 180"/>
                      <a:gd name="T61" fmla="*/ 115 h 142"/>
                      <a:gd name="T62" fmla="*/ 137 w 180"/>
                      <a:gd name="T63" fmla="*/ 122 h 142"/>
                      <a:gd name="T64" fmla="*/ 121 w 180"/>
                      <a:gd name="T65" fmla="*/ 127 h 142"/>
                      <a:gd name="T66" fmla="*/ 62 w 180"/>
                      <a:gd name="T67" fmla="*/ 132 h 142"/>
                      <a:gd name="T68" fmla="*/ 110 w 180"/>
                      <a:gd name="T69" fmla="*/ 135 h 142"/>
                      <a:gd name="T70" fmla="*/ 114 w 180"/>
                      <a:gd name="T71" fmla="*/ 140 h 142"/>
                      <a:gd name="T72" fmla="*/ 132 w 180"/>
                      <a:gd name="T73" fmla="*/ 135 h 142"/>
                      <a:gd name="T74" fmla="*/ 145 w 180"/>
                      <a:gd name="T75" fmla="*/ 126 h 142"/>
                      <a:gd name="T76" fmla="*/ 173 w 180"/>
                      <a:gd name="T77" fmla="*/ 92 h 142"/>
                      <a:gd name="T78" fmla="*/ 174 w 180"/>
                      <a:gd name="T79" fmla="*/ 85 h 142"/>
                      <a:gd name="T80" fmla="*/ 170 w 180"/>
                      <a:gd name="T81" fmla="*/ 79 h 142"/>
                      <a:gd name="T82" fmla="*/ 174 w 180"/>
                      <a:gd name="T83" fmla="*/ 72 h 142"/>
                      <a:gd name="T84" fmla="*/ 179 w 180"/>
                      <a:gd name="T85" fmla="*/ 66 h 142"/>
                      <a:gd name="T86" fmla="*/ 175 w 180"/>
                      <a:gd name="T87" fmla="*/ 58 h 142"/>
                      <a:gd name="T88" fmla="*/ 171 w 180"/>
                      <a:gd name="T89" fmla="*/ 52 h 142"/>
                      <a:gd name="T90" fmla="*/ 177 w 180"/>
                      <a:gd name="T91" fmla="*/ 45 h 142"/>
                      <a:gd name="T92" fmla="*/ 176 w 180"/>
                      <a:gd name="T93" fmla="*/ 36 h 142"/>
                      <a:gd name="T94" fmla="*/ 172 w 180"/>
                      <a:gd name="T95" fmla="*/ 30 h 142"/>
                      <a:gd name="T96" fmla="*/ 175 w 180"/>
                      <a:gd name="T97" fmla="*/ 23 h 142"/>
                      <a:gd name="T98" fmla="*/ 179 w 180"/>
                      <a:gd name="T99" fmla="*/ 16 h 142"/>
                      <a:gd name="T100" fmla="*/ 174 w 180"/>
                      <a:gd name="T101" fmla="*/ 9 h 142"/>
                      <a:gd name="T102" fmla="*/ 155 w 180"/>
                      <a:gd name="T103" fmla="*/ 10 h 142"/>
                      <a:gd name="T104" fmla="*/ 116 w 180"/>
                      <a:gd name="T105" fmla="*/ 21 h 142"/>
                      <a:gd name="T106" fmla="*/ 71 w 180"/>
                      <a:gd name="T107" fmla="*/ 27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80" h="142">
                        <a:moveTo>
                          <a:pt x="71" y="27"/>
                        </a:moveTo>
                        <a:lnTo>
                          <a:pt x="45" y="29"/>
                        </a:lnTo>
                        <a:lnTo>
                          <a:pt x="85" y="32"/>
                        </a:lnTo>
                        <a:lnTo>
                          <a:pt x="82" y="34"/>
                        </a:lnTo>
                        <a:lnTo>
                          <a:pt x="77" y="35"/>
                        </a:lnTo>
                        <a:lnTo>
                          <a:pt x="71" y="36"/>
                        </a:lnTo>
                        <a:lnTo>
                          <a:pt x="63" y="38"/>
                        </a:lnTo>
                        <a:lnTo>
                          <a:pt x="54" y="40"/>
                        </a:lnTo>
                        <a:lnTo>
                          <a:pt x="42" y="40"/>
                        </a:lnTo>
                        <a:lnTo>
                          <a:pt x="29" y="42"/>
                        </a:lnTo>
                        <a:lnTo>
                          <a:pt x="15" y="42"/>
                        </a:lnTo>
                        <a:lnTo>
                          <a:pt x="0" y="42"/>
                        </a:lnTo>
                        <a:lnTo>
                          <a:pt x="23" y="47"/>
                        </a:lnTo>
                        <a:lnTo>
                          <a:pt x="37" y="49"/>
                        </a:lnTo>
                        <a:lnTo>
                          <a:pt x="50" y="49"/>
                        </a:lnTo>
                        <a:lnTo>
                          <a:pt x="65" y="49"/>
                        </a:lnTo>
                        <a:lnTo>
                          <a:pt x="87" y="48"/>
                        </a:lnTo>
                        <a:lnTo>
                          <a:pt x="106" y="46"/>
                        </a:lnTo>
                        <a:lnTo>
                          <a:pt x="121" y="42"/>
                        </a:lnTo>
                        <a:lnTo>
                          <a:pt x="138" y="38"/>
                        </a:lnTo>
                        <a:lnTo>
                          <a:pt x="145" y="36"/>
                        </a:lnTo>
                        <a:lnTo>
                          <a:pt x="152" y="34"/>
                        </a:lnTo>
                        <a:lnTo>
                          <a:pt x="156" y="33"/>
                        </a:lnTo>
                        <a:lnTo>
                          <a:pt x="158" y="34"/>
                        </a:lnTo>
                        <a:lnTo>
                          <a:pt x="158" y="36"/>
                        </a:lnTo>
                        <a:lnTo>
                          <a:pt x="157" y="39"/>
                        </a:lnTo>
                        <a:lnTo>
                          <a:pt x="152" y="42"/>
                        </a:lnTo>
                        <a:lnTo>
                          <a:pt x="145" y="46"/>
                        </a:lnTo>
                        <a:lnTo>
                          <a:pt x="136" y="49"/>
                        </a:lnTo>
                        <a:lnTo>
                          <a:pt x="124" y="53"/>
                        </a:lnTo>
                        <a:lnTo>
                          <a:pt x="109" y="57"/>
                        </a:lnTo>
                        <a:lnTo>
                          <a:pt x="91" y="60"/>
                        </a:lnTo>
                        <a:lnTo>
                          <a:pt x="74" y="63"/>
                        </a:lnTo>
                        <a:lnTo>
                          <a:pt x="55" y="65"/>
                        </a:lnTo>
                        <a:lnTo>
                          <a:pt x="23" y="68"/>
                        </a:lnTo>
                        <a:lnTo>
                          <a:pt x="43" y="71"/>
                        </a:lnTo>
                        <a:lnTo>
                          <a:pt x="59" y="73"/>
                        </a:lnTo>
                        <a:lnTo>
                          <a:pt x="79" y="73"/>
                        </a:lnTo>
                        <a:lnTo>
                          <a:pt x="100" y="70"/>
                        </a:lnTo>
                        <a:lnTo>
                          <a:pt x="116" y="68"/>
                        </a:lnTo>
                        <a:lnTo>
                          <a:pt x="128" y="65"/>
                        </a:lnTo>
                        <a:lnTo>
                          <a:pt x="138" y="63"/>
                        </a:lnTo>
                        <a:lnTo>
                          <a:pt x="149" y="59"/>
                        </a:lnTo>
                        <a:lnTo>
                          <a:pt x="157" y="57"/>
                        </a:lnTo>
                        <a:lnTo>
                          <a:pt x="161" y="56"/>
                        </a:lnTo>
                        <a:lnTo>
                          <a:pt x="163" y="56"/>
                        </a:lnTo>
                        <a:lnTo>
                          <a:pt x="162" y="58"/>
                        </a:lnTo>
                        <a:lnTo>
                          <a:pt x="161" y="61"/>
                        </a:lnTo>
                        <a:lnTo>
                          <a:pt x="158" y="64"/>
                        </a:lnTo>
                        <a:lnTo>
                          <a:pt x="150" y="68"/>
                        </a:lnTo>
                        <a:lnTo>
                          <a:pt x="142" y="72"/>
                        </a:lnTo>
                        <a:lnTo>
                          <a:pt x="133" y="75"/>
                        </a:lnTo>
                        <a:lnTo>
                          <a:pt x="121" y="79"/>
                        </a:lnTo>
                        <a:lnTo>
                          <a:pt x="107" y="83"/>
                        </a:lnTo>
                        <a:lnTo>
                          <a:pt x="86" y="87"/>
                        </a:lnTo>
                        <a:lnTo>
                          <a:pt x="71" y="89"/>
                        </a:lnTo>
                        <a:lnTo>
                          <a:pt x="58" y="90"/>
                        </a:lnTo>
                        <a:lnTo>
                          <a:pt x="37" y="91"/>
                        </a:lnTo>
                        <a:lnTo>
                          <a:pt x="58" y="94"/>
                        </a:lnTo>
                        <a:lnTo>
                          <a:pt x="74" y="95"/>
                        </a:lnTo>
                        <a:lnTo>
                          <a:pt x="88" y="95"/>
                        </a:lnTo>
                        <a:lnTo>
                          <a:pt x="103" y="95"/>
                        </a:lnTo>
                        <a:lnTo>
                          <a:pt x="118" y="93"/>
                        </a:lnTo>
                        <a:lnTo>
                          <a:pt x="129" y="91"/>
                        </a:lnTo>
                        <a:lnTo>
                          <a:pt x="138" y="88"/>
                        </a:lnTo>
                        <a:lnTo>
                          <a:pt x="153" y="84"/>
                        </a:lnTo>
                        <a:lnTo>
                          <a:pt x="155" y="84"/>
                        </a:lnTo>
                        <a:lnTo>
                          <a:pt x="157" y="85"/>
                        </a:lnTo>
                        <a:lnTo>
                          <a:pt x="157" y="88"/>
                        </a:lnTo>
                        <a:lnTo>
                          <a:pt x="155" y="90"/>
                        </a:lnTo>
                        <a:lnTo>
                          <a:pt x="151" y="93"/>
                        </a:lnTo>
                        <a:lnTo>
                          <a:pt x="146" y="96"/>
                        </a:lnTo>
                        <a:lnTo>
                          <a:pt x="137" y="100"/>
                        </a:lnTo>
                        <a:lnTo>
                          <a:pt x="128" y="104"/>
                        </a:lnTo>
                        <a:lnTo>
                          <a:pt x="119" y="106"/>
                        </a:lnTo>
                        <a:lnTo>
                          <a:pt x="109" y="108"/>
                        </a:lnTo>
                        <a:lnTo>
                          <a:pt x="100" y="109"/>
                        </a:lnTo>
                        <a:lnTo>
                          <a:pt x="88" y="110"/>
                        </a:lnTo>
                        <a:lnTo>
                          <a:pt x="74" y="111"/>
                        </a:lnTo>
                        <a:lnTo>
                          <a:pt x="61" y="111"/>
                        </a:lnTo>
                        <a:lnTo>
                          <a:pt x="40" y="111"/>
                        </a:lnTo>
                        <a:lnTo>
                          <a:pt x="51" y="114"/>
                        </a:lnTo>
                        <a:lnTo>
                          <a:pt x="62" y="117"/>
                        </a:lnTo>
                        <a:lnTo>
                          <a:pt x="73" y="118"/>
                        </a:lnTo>
                        <a:lnTo>
                          <a:pt x="83" y="118"/>
                        </a:lnTo>
                        <a:lnTo>
                          <a:pt x="93" y="119"/>
                        </a:lnTo>
                        <a:lnTo>
                          <a:pt x="104" y="118"/>
                        </a:lnTo>
                        <a:lnTo>
                          <a:pt x="112" y="118"/>
                        </a:lnTo>
                        <a:lnTo>
                          <a:pt x="121" y="117"/>
                        </a:lnTo>
                        <a:lnTo>
                          <a:pt x="132" y="114"/>
                        </a:lnTo>
                        <a:lnTo>
                          <a:pt x="140" y="113"/>
                        </a:lnTo>
                        <a:lnTo>
                          <a:pt x="143" y="113"/>
                        </a:lnTo>
                        <a:lnTo>
                          <a:pt x="143" y="115"/>
                        </a:lnTo>
                        <a:lnTo>
                          <a:pt x="143" y="117"/>
                        </a:lnTo>
                        <a:lnTo>
                          <a:pt x="140" y="119"/>
                        </a:lnTo>
                        <a:lnTo>
                          <a:pt x="137" y="122"/>
                        </a:lnTo>
                        <a:lnTo>
                          <a:pt x="133" y="123"/>
                        </a:lnTo>
                        <a:lnTo>
                          <a:pt x="128" y="125"/>
                        </a:lnTo>
                        <a:lnTo>
                          <a:pt x="121" y="127"/>
                        </a:lnTo>
                        <a:lnTo>
                          <a:pt x="105" y="129"/>
                        </a:lnTo>
                        <a:lnTo>
                          <a:pt x="91" y="130"/>
                        </a:lnTo>
                        <a:lnTo>
                          <a:pt x="62" y="132"/>
                        </a:lnTo>
                        <a:lnTo>
                          <a:pt x="99" y="134"/>
                        </a:lnTo>
                        <a:lnTo>
                          <a:pt x="107" y="134"/>
                        </a:lnTo>
                        <a:lnTo>
                          <a:pt x="110" y="135"/>
                        </a:lnTo>
                        <a:lnTo>
                          <a:pt x="112" y="136"/>
                        </a:lnTo>
                        <a:lnTo>
                          <a:pt x="112" y="139"/>
                        </a:lnTo>
                        <a:lnTo>
                          <a:pt x="114" y="140"/>
                        </a:lnTo>
                        <a:lnTo>
                          <a:pt x="118" y="141"/>
                        </a:lnTo>
                        <a:lnTo>
                          <a:pt x="126" y="138"/>
                        </a:lnTo>
                        <a:lnTo>
                          <a:pt x="132" y="135"/>
                        </a:lnTo>
                        <a:lnTo>
                          <a:pt x="137" y="133"/>
                        </a:lnTo>
                        <a:lnTo>
                          <a:pt x="141" y="130"/>
                        </a:lnTo>
                        <a:lnTo>
                          <a:pt x="145" y="126"/>
                        </a:lnTo>
                        <a:lnTo>
                          <a:pt x="159" y="111"/>
                        </a:lnTo>
                        <a:lnTo>
                          <a:pt x="169" y="99"/>
                        </a:lnTo>
                        <a:lnTo>
                          <a:pt x="173" y="92"/>
                        </a:lnTo>
                        <a:lnTo>
                          <a:pt x="174" y="89"/>
                        </a:lnTo>
                        <a:lnTo>
                          <a:pt x="174" y="88"/>
                        </a:lnTo>
                        <a:lnTo>
                          <a:pt x="174" y="85"/>
                        </a:lnTo>
                        <a:lnTo>
                          <a:pt x="172" y="83"/>
                        </a:lnTo>
                        <a:lnTo>
                          <a:pt x="171" y="81"/>
                        </a:lnTo>
                        <a:lnTo>
                          <a:pt x="170" y="79"/>
                        </a:lnTo>
                        <a:lnTo>
                          <a:pt x="171" y="76"/>
                        </a:lnTo>
                        <a:lnTo>
                          <a:pt x="172" y="74"/>
                        </a:lnTo>
                        <a:lnTo>
                          <a:pt x="174" y="72"/>
                        </a:lnTo>
                        <a:lnTo>
                          <a:pt x="175" y="70"/>
                        </a:lnTo>
                        <a:lnTo>
                          <a:pt x="177" y="68"/>
                        </a:lnTo>
                        <a:lnTo>
                          <a:pt x="179" y="66"/>
                        </a:lnTo>
                        <a:lnTo>
                          <a:pt x="179" y="63"/>
                        </a:lnTo>
                        <a:lnTo>
                          <a:pt x="177" y="60"/>
                        </a:lnTo>
                        <a:lnTo>
                          <a:pt x="175" y="58"/>
                        </a:lnTo>
                        <a:lnTo>
                          <a:pt x="174" y="56"/>
                        </a:lnTo>
                        <a:lnTo>
                          <a:pt x="172" y="54"/>
                        </a:lnTo>
                        <a:lnTo>
                          <a:pt x="171" y="52"/>
                        </a:lnTo>
                        <a:lnTo>
                          <a:pt x="172" y="50"/>
                        </a:lnTo>
                        <a:lnTo>
                          <a:pt x="174" y="47"/>
                        </a:lnTo>
                        <a:lnTo>
                          <a:pt x="177" y="45"/>
                        </a:lnTo>
                        <a:lnTo>
                          <a:pt x="177" y="42"/>
                        </a:lnTo>
                        <a:lnTo>
                          <a:pt x="177" y="39"/>
                        </a:lnTo>
                        <a:lnTo>
                          <a:pt x="176" y="36"/>
                        </a:lnTo>
                        <a:lnTo>
                          <a:pt x="174" y="34"/>
                        </a:lnTo>
                        <a:lnTo>
                          <a:pt x="173" y="32"/>
                        </a:lnTo>
                        <a:lnTo>
                          <a:pt x="172" y="30"/>
                        </a:lnTo>
                        <a:lnTo>
                          <a:pt x="172" y="27"/>
                        </a:lnTo>
                        <a:lnTo>
                          <a:pt x="174" y="24"/>
                        </a:lnTo>
                        <a:lnTo>
                          <a:pt x="175" y="23"/>
                        </a:lnTo>
                        <a:lnTo>
                          <a:pt x="177" y="21"/>
                        </a:lnTo>
                        <a:lnTo>
                          <a:pt x="179" y="18"/>
                        </a:lnTo>
                        <a:lnTo>
                          <a:pt x="179" y="16"/>
                        </a:lnTo>
                        <a:lnTo>
                          <a:pt x="178" y="14"/>
                        </a:lnTo>
                        <a:lnTo>
                          <a:pt x="176" y="12"/>
                        </a:lnTo>
                        <a:lnTo>
                          <a:pt x="174" y="9"/>
                        </a:lnTo>
                        <a:lnTo>
                          <a:pt x="173" y="6"/>
                        </a:lnTo>
                        <a:lnTo>
                          <a:pt x="173" y="0"/>
                        </a:lnTo>
                        <a:lnTo>
                          <a:pt x="155" y="10"/>
                        </a:lnTo>
                        <a:lnTo>
                          <a:pt x="143" y="14"/>
                        </a:lnTo>
                        <a:lnTo>
                          <a:pt x="131" y="17"/>
                        </a:lnTo>
                        <a:lnTo>
                          <a:pt x="116" y="21"/>
                        </a:lnTo>
                        <a:lnTo>
                          <a:pt x="102" y="23"/>
                        </a:lnTo>
                        <a:lnTo>
                          <a:pt x="89" y="25"/>
                        </a:lnTo>
                        <a:lnTo>
                          <a:pt x="71" y="27"/>
                        </a:lnTo>
                      </a:path>
                    </a:pathLst>
                  </a:custGeom>
                  <a:solidFill>
                    <a:srgbClr val="FFA04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nvGrpSpPr>
              <p:cNvPr id="189542" name="Group 102">
                <a:extLst>
                  <a:ext uri="{FF2B5EF4-FFF2-40B4-BE49-F238E27FC236}">
                    <a16:creationId xmlns:a16="http://schemas.microsoft.com/office/drawing/2014/main" id="{C8C7F8D6-674A-40E5-AC59-9082448F4B78}"/>
                  </a:ext>
                </a:extLst>
              </p:cNvPr>
              <p:cNvGrpSpPr>
                <a:grpSpLocks/>
              </p:cNvGrpSpPr>
              <p:nvPr/>
            </p:nvGrpSpPr>
            <p:grpSpPr bwMode="auto">
              <a:xfrm>
                <a:off x="2552" y="1816"/>
                <a:ext cx="54" cy="90"/>
                <a:chOff x="2552" y="1816"/>
                <a:chExt cx="54" cy="90"/>
              </a:xfrm>
            </p:grpSpPr>
            <p:sp>
              <p:nvSpPr>
                <p:cNvPr id="189543" name="Freeform 103">
                  <a:extLst>
                    <a:ext uri="{FF2B5EF4-FFF2-40B4-BE49-F238E27FC236}">
                      <a16:creationId xmlns:a16="http://schemas.microsoft.com/office/drawing/2014/main" id="{3B079457-B04B-4780-8EAE-D5BF9F4AA33E}"/>
                    </a:ext>
                  </a:extLst>
                </p:cNvPr>
                <p:cNvSpPr>
                  <a:spLocks/>
                </p:cNvSpPr>
                <p:nvPr/>
              </p:nvSpPr>
              <p:spPr bwMode="auto">
                <a:xfrm>
                  <a:off x="2562" y="1840"/>
                  <a:ext cx="42" cy="17"/>
                </a:xfrm>
                <a:custGeom>
                  <a:avLst/>
                  <a:gdLst>
                    <a:gd name="T0" fmla="*/ 41 w 42"/>
                    <a:gd name="T1" fmla="*/ 2 h 17"/>
                    <a:gd name="T2" fmla="*/ 37 w 42"/>
                    <a:gd name="T3" fmla="*/ 0 h 17"/>
                    <a:gd name="T4" fmla="*/ 24 w 42"/>
                    <a:gd name="T5" fmla="*/ 5 h 17"/>
                    <a:gd name="T6" fmla="*/ 12 w 42"/>
                    <a:gd name="T7" fmla="*/ 10 h 17"/>
                    <a:gd name="T8" fmla="*/ 0 w 42"/>
                    <a:gd name="T9" fmla="*/ 13 h 17"/>
                    <a:gd name="T10" fmla="*/ 2 w 42"/>
                    <a:gd name="T11" fmla="*/ 16 h 17"/>
                    <a:gd name="T12" fmla="*/ 10 w 42"/>
                    <a:gd name="T13" fmla="*/ 16 h 17"/>
                    <a:gd name="T14" fmla="*/ 21 w 42"/>
                    <a:gd name="T15" fmla="*/ 14 h 17"/>
                    <a:gd name="T16" fmla="*/ 32 w 42"/>
                    <a:gd name="T17" fmla="*/ 8 h 17"/>
                    <a:gd name="T18" fmla="*/ 41 w 42"/>
                    <a:gd name="T19" fmla="*/ 2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2" h="17">
                      <a:moveTo>
                        <a:pt x="41" y="2"/>
                      </a:moveTo>
                      <a:lnTo>
                        <a:pt x="37" y="0"/>
                      </a:lnTo>
                      <a:lnTo>
                        <a:pt x="24" y="5"/>
                      </a:lnTo>
                      <a:lnTo>
                        <a:pt x="12" y="10"/>
                      </a:lnTo>
                      <a:lnTo>
                        <a:pt x="0" y="13"/>
                      </a:lnTo>
                      <a:lnTo>
                        <a:pt x="2" y="16"/>
                      </a:lnTo>
                      <a:lnTo>
                        <a:pt x="10" y="16"/>
                      </a:lnTo>
                      <a:lnTo>
                        <a:pt x="21" y="14"/>
                      </a:lnTo>
                      <a:lnTo>
                        <a:pt x="32" y="8"/>
                      </a:lnTo>
                      <a:lnTo>
                        <a:pt x="41" y="2"/>
                      </a:lnTo>
                    </a:path>
                  </a:pathLst>
                </a:custGeom>
                <a:solidFill>
                  <a:srgbClr val="FFE0C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9544" name="Freeform 104">
                  <a:extLst>
                    <a:ext uri="{FF2B5EF4-FFF2-40B4-BE49-F238E27FC236}">
                      <a16:creationId xmlns:a16="http://schemas.microsoft.com/office/drawing/2014/main" id="{7BB1BD46-7F60-419F-AD2B-50B1F362DC6D}"/>
                    </a:ext>
                  </a:extLst>
                </p:cNvPr>
                <p:cNvSpPr>
                  <a:spLocks/>
                </p:cNvSpPr>
                <p:nvPr/>
              </p:nvSpPr>
              <p:spPr bwMode="auto">
                <a:xfrm>
                  <a:off x="2570" y="1863"/>
                  <a:ext cx="36" cy="17"/>
                </a:xfrm>
                <a:custGeom>
                  <a:avLst/>
                  <a:gdLst>
                    <a:gd name="T0" fmla="*/ 35 w 36"/>
                    <a:gd name="T1" fmla="*/ 2 h 17"/>
                    <a:gd name="T2" fmla="*/ 33 w 36"/>
                    <a:gd name="T3" fmla="*/ 0 h 17"/>
                    <a:gd name="T4" fmla="*/ 21 w 36"/>
                    <a:gd name="T5" fmla="*/ 6 h 17"/>
                    <a:gd name="T6" fmla="*/ 11 w 36"/>
                    <a:gd name="T7" fmla="*/ 10 h 17"/>
                    <a:gd name="T8" fmla="*/ 0 w 36"/>
                    <a:gd name="T9" fmla="*/ 13 h 17"/>
                    <a:gd name="T10" fmla="*/ 2 w 36"/>
                    <a:gd name="T11" fmla="*/ 16 h 17"/>
                    <a:gd name="T12" fmla="*/ 10 w 36"/>
                    <a:gd name="T13" fmla="*/ 16 h 17"/>
                    <a:gd name="T14" fmla="*/ 18 w 36"/>
                    <a:gd name="T15" fmla="*/ 14 h 17"/>
                    <a:gd name="T16" fmla="*/ 26 w 36"/>
                    <a:gd name="T17" fmla="*/ 9 h 17"/>
                    <a:gd name="T18" fmla="*/ 35 w 36"/>
                    <a:gd name="T19" fmla="*/ 2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6" h="17">
                      <a:moveTo>
                        <a:pt x="35" y="2"/>
                      </a:moveTo>
                      <a:lnTo>
                        <a:pt x="33" y="0"/>
                      </a:lnTo>
                      <a:lnTo>
                        <a:pt x="21" y="6"/>
                      </a:lnTo>
                      <a:lnTo>
                        <a:pt x="11" y="10"/>
                      </a:lnTo>
                      <a:lnTo>
                        <a:pt x="0" y="13"/>
                      </a:lnTo>
                      <a:lnTo>
                        <a:pt x="2" y="16"/>
                      </a:lnTo>
                      <a:lnTo>
                        <a:pt x="10" y="16"/>
                      </a:lnTo>
                      <a:lnTo>
                        <a:pt x="18" y="14"/>
                      </a:lnTo>
                      <a:lnTo>
                        <a:pt x="26" y="9"/>
                      </a:lnTo>
                      <a:lnTo>
                        <a:pt x="35" y="2"/>
                      </a:lnTo>
                    </a:path>
                  </a:pathLst>
                </a:custGeom>
                <a:solidFill>
                  <a:srgbClr val="FFE0C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9545" name="Freeform 105">
                  <a:extLst>
                    <a:ext uri="{FF2B5EF4-FFF2-40B4-BE49-F238E27FC236}">
                      <a16:creationId xmlns:a16="http://schemas.microsoft.com/office/drawing/2014/main" id="{5308D700-CC8D-477A-8F62-CC95E08D6FF7}"/>
                    </a:ext>
                  </a:extLst>
                </p:cNvPr>
                <p:cNvSpPr>
                  <a:spLocks/>
                </p:cNvSpPr>
                <p:nvPr/>
              </p:nvSpPr>
              <p:spPr bwMode="auto">
                <a:xfrm>
                  <a:off x="2567" y="1889"/>
                  <a:ext cx="38" cy="17"/>
                </a:xfrm>
                <a:custGeom>
                  <a:avLst/>
                  <a:gdLst>
                    <a:gd name="T0" fmla="*/ 37 w 38"/>
                    <a:gd name="T1" fmla="*/ 2 h 17"/>
                    <a:gd name="T2" fmla="*/ 34 w 38"/>
                    <a:gd name="T3" fmla="*/ 0 h 17"/>
                    <a:gd name="T4" fmla="*/ 23 w 38"/>
                    <a:gd name="T5" fmla="*/ 6 h 17"/>
                    <a:gd name="T6" fmla="*/ 12 w 38"/>
                    <a:gd name="T7" fmla="*/ 10 h 17"/>
                    <a:gd name="T8" fmla="*/ 0 w 38"/>
                    <a:gd name="T9" fmla="*/ 13 h 17"/>
                    <a:gd name="T10" fmla="*/ 2 w 38"/>
                    <a:gd name="T11" fmla="*/ 16 h 17"/>
                    <a:gd name="T12" fmla="*/ 10 w 38"/>
                    <a:gd name="T13" fmla="*/ 15 h 17"/>
                    <a:gd name="T14" fmla="*/ 20 w 38"/>
                    <a:gd name="T15" fmla="*/ 13 h 17"/>
                    <a:gd name="T16" fmla="*/ 30 w 38"/>
                    <a:gd name="T17" fmla="*/ 8 h 17"/>
                    <a:gd name="T18" fmla="*/ 37 w 38"/>
                    <a:gd name="T19" fmla="*/ 2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8" h="17">
                      <a:moveTo>
                        <a:pt x="37" y="2"/>
                      </a:moveTo>
                      <a:lnTo>
                        <a:pt x="34" y="0"/>
                      </a:lnTo>
                      <a:lnTo>
                        <a:pt x="23" y="6"/>
                      </a:lnTo>
                      <a:lnTo>
                        <a:pt x="12" y="10"/>
                      </a:lnTo>
                      <a:lnTo>
                        <a:pt x="0" y="13"/>
                      </a:lnTo>
                      <a:lnTo>
                        <a:pt x="2" y="16"/>
                      </a:lnTo>
                      <a:lnTo>
                        <a:pt x="10" y="15"/>
                      </a:lnTo>
                      <a:lnTo>
                        <a:pt x="20" y="13"/>
                      </a:lnTo>
                      <a:lnTo>
                        <a:pt x="30" y="8"/>
                      </a:lnTo>
                      <a:lnTo>
                        <a:pt x="37" y="2"/>
                      </a:lnTo>
                    </a:path>
                  </a:pathLst>
                </a:custGeom>
                <a:solidFill>
                  <a:srgbClr val="FFE0C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9546" name="Freeform 106">
                  <a:extLst>
                    <a:ext uri="{FF2B5EF4-FFF2-40B4-BE49-F238E27FC236}">
                      <a16:creationId xmlns:a16="http://schemas.microsoft.com/office/drawing/2014/main" id="{07D7E1BA-316E-4495-8C0B-777781E3F85F}"/>
                    </a:ext>
                  </a:extLst>
                </p:cNvPr>
                <p:cNvSpPr>
                  <a:spLocks/>
                </p:cNvSpPr>
                <p:nvPr/>
              </p:nvSpPr>
              <p:spPr bwMode="auto">
                <a:xfrm>
                  <a:off x="2552" y="1816"/>
                  <a:ext cx="43" cy="17"/>
                </a:xfrm>
                <a:custGeom>
                  <a:avLst/>
                  <a:gdLst>
                    <a:gd name="T0" fmla="*/ 42 w 43"/>
                    <a:gd name="T1" fmla="*/ 2 h 17"/>
                    <a:gd name="T2" fmla="*/ 37 w 43"/>
                    <a:gd name="T3" fmla="*/ 0 h 17"/>
                    <a:gd name="T4" fmla="*/ 23 w 43"/>
                    <a:gd name="T5" fmla="*/ 5 h 17"/>
                    <a:gd name="T6" fmla="*/ 12 w 43"/>
                    <a:gd name="T7" fmla="*/ 9 h 17"/>
                    <a:gd name="T8" fmla="*/ 0 w 43"/>
                    <a:gd name="T9" fmla="*/ 12 h 17"/>
                    <a:gd name="T10" fmla="*/ 2 w 43"/>
                    <a:gd name="T11" fmla="*/ 16 h 17"/>
                    <a:gd name="T12" fmla="*/ 10 w 43"/>
                    <a:gd name="T13" fmla="*/ 15 h 17"/>
                    <a:gd name="T14" fmla="*/ 20 w 43"/>
                    <a:gd name="T15" fmla="*/ 13 h 17"/>
                    <a:gd name="T16" fmla="*/ 31 w 43"/>
                    <a:gd name="T17" fmla="*/ 9 h 17"/>
                    <a:gd name="T18" fmla="*/ 42 w 43"/>
                    <a:gd name="T19" fmla="*/ 2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3" h="17">
                      <a:moveTo>
                        <a:pt x="42" y="2"/>
                      </a:moveTo>
                      <a:lnTo>
                        <a:pt x="37" y="0"/>
                      </a:lnTo>
                      <a:lnTo>
                        <a:pt x="23" y="5"/>
                      </a:lnTo>
                      <a:lnTo>
                        <a:pt x="12" y="9"/>
                      </a:lnTo>
                      <a:lnTo>
                        <a:pt x="0" y="12"/>
                      </a:lnTo>
                      <a:lnTo>
                        <a:pt x="2" y="16"/>
                      </a:lnTo>
                      <a:lnTo>
                        <a:pt x="10" y="15"/>
                      </a:lnTo>
                      <a:lnTo>
                        <a:pt x="20" y="13"/>
                      </a:lnTo>
                      <a:lnTo>
                        <a:pt x="31" y="9"/>
                      </a:lnTo>
                      <a:lnTo>
                        <a:pt x="42" y="2"/>
                      </a:lnTo>
                    </a:path>
                  </a:pathLst>
                </a:custGeom>
                <a:solidFill>
                  <a:srgbClr val="FFE0C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sp>
          <p:nvSpPr>
            <p:cNvPr id="189547" name="Freeform 107">
              <a:extLst>
                <a:ext uri="{FF2B5EF4-FFF2-40B4-BE49-F238E27FC236}">
                  <a16:creationId xmlns:a16="http://schemas.microsoft.com/office/drawing/2014/main" id="{53E72D2F-EB9D-42E6-A01B-7FA167A4A77E}"/>
                </a:ext>
              </a:extLst>
            </p:cNvPr>
            <p:cNvSpPr>
              <a:spLocks/>
            </p:cNvSpPr>
            <p:nvPr/>
          </p:nvSpPr>
          <p:spPr bwMode="auto">
            <a:xfrm>
              <a:off x="2851" y="1248"/>
              <a:ext cx="277" cy="333"/>
            </a:xfrm>
            <a:custGeom>
              <a:avLst/>
              <a:gdLst>
                <a:gd name="T0" fmla="*/ 353 w 494"/>
                <a:gd name="T1" fmla="*/ 572 h 594"/>
                <a:gd name="T2" fmla="*/ 357 w 494"/>
                <a:gd name="T3" fmla="*/ 567 h 594"/>
                <a:gd name="T4" fmla="*/ 359 w 494"/>
                <a:gd name="T5" fmla="*/ 563 h 594"/>
                <a:gd name="T6" fmla="*/ 362 w 494"/>
                <a:gd name="T7" fmla="*/ 550 h 594"/>
                <a:gd name="T8" fmla="*/ 381 w 494"/>
                <a:gd name="T9" fmla="*/ 454 h 594"/>
                <a:gd name="T10" fmla="*/ 395 w 494"/>
                <a:gd name="T11" fmla="*/ 420 h 594"/>
                <a:gd name="T12" fmla="*/ 408 w 494"/>
                <a:gd name="T13" fmla="*/ 396 h 594"/>
                <a:gd name="T14" fmla="*/ 433 w 494"/>
                <a:gd name="T15" fmla="*/ 360 h 594"/>
                <a:gd name="T16" fmla="*/ 458 w 494"/>
                <a:gd name="T17" fmla="*/ 324 h 594"/>
                <a:gd name="T18" fmla="*/ 476 w 494"/>
                <a:gd name="T19" fmla="*/ 291 h 594"/>
                <a:gd name="T20" fmla="*/ 487 w 494"/>
                <a:gd name="T21" fmla="*/ 258 h 594"/>
                <a:gd name="T22" fmla="*/ 493 w 494"/>
                <a:gd name="T23" fmla="*/ 216 h 594"/>
                <a:gd name="T24" fmla="*/ 489 w 494"/>
                <a:gd name="T25" fmla="*/ 178 h 594"/>
                <a:gd name="T26" fmla="*/ 478 w 494"/>
                <a:gd name="T27" fmla="*/ 141 h 594"/>
                <a:gd name="T28" fmla="*/ 461 w 494"/>
                <a:gd name="T29" fmla="*/ 107 h 594"/>
                <a:gd name="T30" fmla="*/ 431 w 494"/>
                <a:gd name="T31" fmla="*/ 72 h 594"/>
                <a:gd name="T32" fmla="*/ 399 w 494"/>
                <a:gd name="T33" fmla="*/ 47 h 594"/>
                <a:gd name="T34" fmla="*/ 359 w 494"/>
                <a:gd name="T35" fmla="*/ 24 h 594"/>
                <a:gd name="T36" fmla="*/ 311 w 494"/>
                <a:gd name="T37" fmla="*/ 7 h 594"/>
                <a:gd name="T38" fmla="*/ 272 w 494"/>
                <a:gd name="T39" fmla="*/ 0 h 594"/>
                <a:gd name="T40" fmla="*/ 228 w 494"/>
                <a:gd name="T41" fmla="*/ 0 h 594"/>
                <a:gd name="T42" fmla="*/ 190 w 494"/>
                <a:gd name="T43" fmla="*/ 5 h 594"/>
                <a:gd name="T44" fmla="*/ 153 w 494"/>
                <a:gd name="T45" fmla="*/ 15 h 594"/>
                <a:gd name="T46" fmla="*/ 121 w 494"/>
                <a:gd name="T47" fmla="*/ 29 h 594"/>
                <a:gd name="T48" fmla="*/ 88 w 494"/>
                <a:gd name="T49" fmla="*/ 49 h 594"/>
                <a:gd name="T50" fmla="*/ 59 w 494"/>
                <a:gd name="T51" fmla="*/ 73 h 594"/>
                <a:gd name="T52" fmla="*/ 34 w 494"/>
                <a:gd name="T53" fmla="*/ 100 h 594"/>
                <a:gd name="T54" fmla="*/ 12 w 494"/>
                <a:gd name="T55" fmla="*/ 139 h 594"/>
                <a:gd name="T56" fmla="*/ 1 w 494"/>
                <a:gd name="T57" fmla="*/ 179 h 594"/>
                <a:gd name="T58" fmla="*/ 0 w 494"/>
                <a:gd name="T59" fmla="*/ 214 h 594"/>
                <a:gd name="T60" fmla="*/ 3 w 494"/>
                <a:gd name="T61" fmla="*/ 252 h 594"/>
                <a:gd name="T62" fmla="*/ 14 w 494"/>
                <a:gd name="T63" fmla="*/ 290 h 594"/>
                <a:gd name="T64" fmla="*/ 34 w 494"/>
                <a:gd name="T65" fmla="*/ 326 h 594"/>
                <a:gd name="T66" fmla="*/ 58 w 494"/>
                <a:gd name="T67" fmla="*/ 361 h 594"/>
                <a:gd name="T68" fmla="*/ 90 w 494"/>
                <a:gd name="T69" fmla="*/ 409 h 594"/>
                <a:gd name="T70" fmla="*/ 104 w 494"/>
                <a:gd name="T71" fmla="*/ 436 h 594"/>
                <a:gd name="T72" fmla="*/ 114 w 494"/>
                <a:gd name="T73" fmla="*/ 467 h 594"/>
                <a:gd name="T74" fmla="*/ 121 w 494"/>
                <a:gd name="T75" fmla="*/ 511 h 594"/>
                <a:gd name="T76" fmla="*/ 128 w 494"/>
                <a:gd name="T77" fmla="*/ 549 h 594"/>
                <a:gd name="T78" fmla="*/ 132 w 494"/>
                <a:gd name="T79" fmla="*/ 564 h 594"/>
                <a:gd name="T80" fmla="*/ 134 w 494"/>
                <a:gd name="T81" fmla="*/ 567 h 594"/>
                <a:gd name="T82" fmla="*/ 140 w 494"/>
                <a:gd name="T83" fmla="*/ 573 h 594"/>
                <a:gd name="T84" fmla="*/ 154 w 494"/>
                <a:gd name="T85" fmla="*/ 580 h 594"/>
                <a:gd name="T86" fmla="*/ 171 w 494"/>
                <a:gd name="T87" fmla="*/ 585 h 594"/>
                <a:gd name="T88" fmla="*/ 190 w 494"/>
                <a:gd name="T89" fmla="*/ 589 h 594"/>
                <a:gd name="T90" fmla="*/ 209 w 494"/>
                <a:gd name="T91" fmla="*/ 591 h 594"/>
                <a:gd name="T92" fmla="*/ 228 w 494"/>
                <a:gd name="T93" fmla="*/ 592 h 594"/>
                <a:gd name="T94" fmla="*/ 245 w 494"/>
                <a:gd name="T95" fmla="*/ 593 h 594"/>
                <a:gd name="T96" fmla="*/ 265 w 494"/>
                <a:gd name="T97" fmla="*/ 592 h 594"/>
                <a:gd name="T98" fmla="*/ 284 w 494"/>
                <a:gd name="T99" fmla="*/ 591 h 594"/>
                <a:gd name="T100" fmla="*/ 302 w 494"/>
                <a:gd name="T101" fmla="*/ 588 h 594"/>
                <a:gd name="T102" fmla="*/ 319 w 494"/>
                <a:gd name="T103" fmla="*/ 585 h 594"/>
                <a:gd name="T104" fmla="*/ 335 w 494"/>
                <a:gd name="T105" fmla="*/ 580 h 5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494" h="594">
                  <a:moveTo>
                    <a:pt x="345" y="577"/>
                  </a:moveTo>
                  <a:lnTo>
                    <a:pt x="349" y="574"/>
                  </a:lnTo>
                  <a:lnTo>
                    <a:pt x="353" y="572"/>
                  </a:lnTo>
                  <a:lnTo>
                    <a:pt x="354" y="570"/>
                  </a:lnTo>
                  <a:lnTo>
                    <a:pt x="356" y="568"/>
                  </a:lnTo>
                  <a:lnTo>
                    <a:pt x="357" y="567"/>
                  </a:lnTo>
                  <a:lnTo>
                    <a:pt x="358" y="566"/>
                  </a:lnTo>
                  <a:lnTo>
                    <a:pt x="358" y="565"/>
                  </a:lnTo>
                  <a:lnTo>
                    <a:pt x="359" y="563"/>
                  </a:lnTo>
                  <a:lnTo>
                    <a:pt x="360" y="561"/>
                  </a:lnTo>
                  <a:lnTo>
                    <a:pt x="360" y="559"/>
                  </a:lnTo>
                  <a:lnTo>
                    <a:pt x="362" y="550"/>
                  </a:lnTo>
                  <a:lnTo>
                    <a:pt x="376" y="473"/>
                  </a:lnTo>
                  <a:lnTo>
                    <a:pt x="379" y="462"/>
                  </a:lnTo>
                  <a:lnTo>
                    <a:pt x="381" y="454"/>
                  </a:lnTo>
                  <a:lnTo>
                    <a:pt x="385" y="443"/>
                  </a:lnTo>
                  <a:lnTo>
                    <a:pt x="390" y="431"/>
                  </a:lnTo>
                  <a:lnTo>
                    <a:pt x="395" y="420"/>
                  </a:lnTo>
                  <a:lnTo>
                    <a:pt x="400" y="411"/>
                  </a:lnTo>
                  <a:lnTo>
                    <a:pt x="404" y="403"/>
                  </a:lnTo>
                  <a:lnTo>
                    <a:pt x="408" y="396"/>
                  </a:lnTo>
                  <a:lnTo>
                    <a:pt x="416" y="383"/>
                  </a:lnTo>
                  <a:lnTo>
                    <a:pt x="424" y="371"/>
                  </a:lnTo>
                  <a:lnTo>
                    <a:pt x="433" y="360"/>
                  </a:lnTo>
                  <a:lnTo>
                    <a:pt x="439" y="351"/>
                  </a:lnTo>
                  <a:lnTo>
                    <a:pt x="451" y="335"/>
                  </a:lnTo>
                  <a:lnTo>
                    <a:pt x="458" y="324"/>
                  </a:lnTo>
                  <a:lnTo>
                    <a:pt x="465" y="314"/>
                  </a:lnTo>
                  <a:lnTo>
                    <a:pt x="470" y="304"/>
                  </a:lnTo>
                  <a:lnTo>
                    <a:pt x="476" y="291"/>
                  </a:lnTo>
                  <a:lnTo>
                    <a:pt x="480" y="280"/>
                  </a:lnTo>
                  <a:lnTo>
                    <a:pt x="484" y="268"/>
                  </a:lnTo>
                  <a:lnTo>
                    <a:pt x="487" y="258"/>
                  </a:lnTo>
                  <a:lnTo>
                    <a:pt x="490" y="247"/>
                  </a:lnTo>
                  <a:lnTo>
                    <a:pt x="492" y="232"/>
                  </a:lnTo>
                  <a:lnTo>
                    <a:pt x="493" y="216"/>
                  </a:lnTo>
                  <a:lnTo>
                    <a:pt x="493" y="201"/>
                  </a:lnTo>
                  <a:lnTo>
                    <a:pt x="491" y="189"/>
                  </a:lnTo>
                  <a:lnTo>
                    <a:pt x="489" y="178"/>
                  </a:lnTo>
                  <a:lnTo>
                    <a:pt x="487" y="167"/>
                  </a:lnTo>
                  <a:lnTo>
                    <a:pt x="483" y="154"/>
                  </a:lnTo>
                  <a:lnTo>
                    <a:pt x="478" y="141"/>
                  </a:lnTo>
                  <a:lnTo>
                    <a:pt x="473" y="129"/>
                  </a:lnTo>
                  <a:lnTo>
                    <a:pt x="468" y="117"/>
                  </a:lnTo>
                  <a:lnTo>
                    <a:pt x="461" y="107"/>
                  </a:lnTo>
                  <a:lnTo>
                    <a:pt x="451" y="94"/>
                  </a:lnTo>
                  <a:lnTo>
                    <a:pt x="441" y="82"/>
                  </a:lnTo>
                  <a:lnTo>
                    <a:pt x="431" y="72"/>
                  </a:lnTo>
                  <a:lnTo>
                    <a:pt x="421" y="63"/>
                  </a:lnTo>
                  <a:lnTo>
                    <a:pt x="411" y="55"/>
                  </a:lnTo>
                  <a:lnTo>
                    <a:pt x="399" y="47"/>
                  </a:lnTo>
                  <a:lnTo>
                    <a:pt x="388" y="39"/>
                  </a:lnTo>
                  <a:lnTo>
                    <a:pt x="374" y="32"/>
                  </a:lnTo>
                  <a:lnTo>
                    <a:pt x="359" y="24"/>
                  </a:lnTo>
                  <a:lnTo>
                    <a:pt x="344" y="17"/>
                  </a:lnTo>
                  <a:lnTo>
                    <a:pt x="327" y="12"/>
                  </a:lnTo>
                  <a:lnTo>
                    <a:pt x="311" y="7"/>
                  </a:lnTo>
                  <a:lnTo>
                    <a:pt x="299" y="5"/>
                  </a:lnTo>
                  <a:lnTo>
                    <a:pt x="285" y="2"/>
                  </a:lnTo>
                  <a:lnTo>
                    <a:pt x="272" y="0"/>
                  </a:lnTo>
                  <a:lnTo>
                    <a:pt x="257" y="0"/>
                  </a:lnTo>
                  <a:lnTo>
                    <a:pt x="243" y="0"/>
                  </a:lnTo>
                  <a:lnTo>
                    <a:pt x="228" y="0"/>
                  </a:lnTo>
                  <a:lnTo>
                    <a:pt x="215" y="0"/>
                  </a:lnTo>
                  <a:lnTo>
                    <a:pt x="201" y="3"/>
                  </a:lnTo>
                  <a:lnTo>
                    <a:pt x="190" y="5"/>
                  </a:lnTo>
                  <a:lnTo>
                    <a:pt x="177" y="8"/>
                  </a:lnTo>
                  <a:lnTo>
                    <a:pt x="164" y="11"/>
                  </a:lnTo>
                  <a:lnTo>
                    <a:pt x="153" y="15"/>
                  </a:lnTo>
                  <a:lnTo>
                    <a:pt x="142" y="19"/>
                  </a:lnTo>
                  <a:lnTo>
                    <a:pt x="132" y="24"/>
                  </a:lnTo>
                  <a:lnTo>
                    <a:pt x="121" y="29"/>
                  </a:lnTo>
                  <a:lnTo>
                    <a:pt x="111" y="35"/>
                  </a:lnTo>
                  <a:lnTo>
                    <a:pt x="99" y="42"/>
                  </a:lnTo>
                  <a:lnTo>
                    <a:pt x="88" y="49"/>
                  </a:lnTo>
                  <a:lnTo>
                    <a:pt x="79" y="56"/>
                  </a:lnTo>
                  <a:lnTo>
                    <a:pt x="69" y="64"/>
                  </a:lnTo>
                  <a:lnTo>
                    <a:pt x="59" y="73"/>
                  </a:lnTo>
                  <a:lnTo>
                    <a:pt x="50" y="81"/>
                  </a:lnTo>
                  <a:lnTo>
                    <a:pt x="42" y="89"/>
                  </a:lnTo>
                  <a:lnTo>
                    <a:pt x="34" y="100"/>
                  </a:lnTo>
                  <a:lnTo>
                    <a:pt x="25" y="112"/>
                  </a:lnTo>
                  <a:lnTo>
                    <a:pt x="17" y="126"/>
                  </a:lnTo>
                  <a:lnTo>
                    <a:pt x="12" y="139"/>
                  </a:lnTo>
                  <a:lnTo>
                    <a:pt x="8" y="153"/>
                  </a:lnTo>
                  <a:lnTo>
                    <a:pt x="3" y="166"/>
                  </a:lnTo>
                  <a:lnTo>
                    <a:pt x="1" y="179"/>
                  </a:lnTo>
                  <a:lnTo>
                    <a:pt x="0" y="191"/>
                  </a:lnTo>
                  <a:lnTo>
                    <a:pt x="0" y="203"/>
                  </a:lnTo>
                  <a:lnTo>
                    <a:pt x="0" y="214"/>
                  </a:lnTo>
                  <a:lnTo>
                    <a:pt x="0" y="227"/>
                  </a:lnTo>
                  <a:lnTo>
                    <a:pt x="0" y="238"/>
                  </a:lnTo>
                  <a:lnTo>
                    <a:pt x="3" y="252"/>
                  </a:lnTo>
                  <a:lnTo>
                    <a:pt x="5" y="264"/>
                  </a:lnTo>
                  <a:lnTo>
                    <a:pt x="9" y="277"/>
                  </a:lnTo>
                  <a:lnTo>
                    <a:pt x="14" y="290"/>
                  </a:lnTo>
                  <a:lnTo>
                    <a:pt x="20" y="303"/>
                  </a:lnTo>
                  <a:lnTo>
                    <a:pt x="27" y="314"/>
                  </a:lnTo>
                  <a:lnTo>
                    <a:pt x="34" y="326"/>
                  </a:lnTo>
                  <a:lnTo>
                    <a:pt x="43" y="338"/>
                  </a:lnTo>
                  <a:lnTo>
                    <a:pt x="50" y="349"/>
                  </a:lnTo>
                  <a:lnTo>
                    <a:pt x="58" y="361"/>
                  </a:lnTo>
                  <a:lnTo>
                    <a:pt x="66" y="373"/>
                  </a:lnTo>
                  <a:lnTo>
                    <a:pt x="78" y="390"/>
                  </a:lnTo>
                  <a:lnTo>
                    <a:pt x="90" y="409"/>
                  </a:lnTo>
                  <a:lnTo>
                    <a:pt x="96" y="418"/>
                  </a:lnTo>
                  <a:lnTo>
                    <a:pt x="100" y="426"/>
                  </a:lnTo>
                  <a:lnTo>
                    <a:pt x="104" y="436"/>
                  </a:lnTo>
                  <a:lnTo>
                    <a:pt x="108" y="446"/>
                  </a:lnTo>
                  <a:lnTo>
                    <a:pt x="111" y="456"/>
                  </a:lnTo>
                  <a:lnTo>
                    <a:pt x="114" y="467"/>
                  </a:lnTo>
                  <a:lnTo>
                    <a:pt x="116" y="482"/>
                  </a:lnTo>
                  <a:lnTo>
                    <a:pt x="120" y="498"/>
                  </a:lnTo>
                  <a:lnTo>
                    <a:pt x="121" y="511"/>
                  </a:lnTo>
                  <a:lnTo>
                    <a:pt x="124" y="527"/>
                  </a:lnTo>
                  <a:lnTo>
                    <a:pt x="126" y="539"/>
                  </a:lnTo>
                  <a:lnTo>
                    <a:pt x="128" y="549"/>
                  </a:lnTo>
                  <a:lnTo>
                    <a:pt x="130" y="559"/>
                  </a:lnTo>
                  <a:lnTo>
                    <a:pt x="132" y="561"/>
                  </a:lnTo>
                  <a:lnTo>
                    <a:pt x="132" y="564"/>
                  </a:lnTo>
                  <a:lnTo>
                    <a:pt x="132" y="565"/>
                  </a:lnTo>
                  <a:lnTo>
                    <a:pt x="133" y="566"/>
                  </a:lnTo>
                  <a:lnTo>
                    <a:pt x="134" y="567"/>
                  </a:lnTo>
                  <a:lnTo>
                    <a:pt x="136" y="569"/>
                  </a:lnTo>
                  <a:lnTo>
                    <a:pt x="138" y="571"/>
                  </a:lnTo>
                  <a:lnTo>
                    <a:pt x="140" y="573"/>
                  </a:lnTo>
                  <a:lnTo>
                    <a:pt x="144" y="576"/>
                  </a:lnTo>
                  <a:lnTo>
                    <a:pt x="148" y="577"/>
                  </a:lnTo>
                  <a:lnTo>
                    <a:pt x="154" y="580"/>
                  </a:lnTo>
                  <a:lnTo>
                    <a:pt x="160" y="582"/>
                  </a:lnTo>
                  <a:lnTo>
                    <a:pt x="166" y="584"/>
                  </a:lnTo>
                  <a:lnTo>
                    <a:pt x="171" y="585"/>
                  </a:lnTo>
                  <a:lnTo>
                    <a:pt x="176" y="586"/>
                  </a:lnTo>
                  <a:lnTo>
                    <a:pt x="183" y="587"/>
                  </a:lnTo>
                  <a:lnTo>
                    <a:pt x="190" y="589"/>
                  </a:lnTo>
                  <a:lnTo>
                    <a:pt x="195" y="589"/>
                  </a:lnTo>
                  <a:lnTo>
                    <a:pt x="202" y="590"/>
                  </a:lnTo>
                  <a:lnTo>
                    <a:pt x="209" y="591"/>
                  </a:lnTo>
                  <a:lnTo>
                    <a:pt x="215" y="592"/>
                  </a:lnTo>
                  <a:lnTo>
                    <a:pt x="221" y="592"/>
                  </a:lnTo>
                  <a:lnTo>
                    <a:pt x="228" y="592"/>
                  </a:lnTo>
                  <a:lnTo>
                    <a:pt x="234" y="593"/>
                  </a:lnTo>
                  <a:lnTo>
                    <a:pt x="240" y="593"/>
                  </a:lnTo>
                  <a:lnTo>
                    <a:pt x="245" y="593"/>
                  </a:lnTo>
                  <a:lnTo>
                    <a:pt x="251" y="593"/>
                  </a:lnTo>
                  <a:lnTo>
                    <a:pt x="259" y="593"/>
                  </a:lnTo>
                  <a:lnTo>
                    <a:pt x="265" y="592"/>
                  </a:lnTo>
                  <a:lnTo>
                    <a:pt x="270" y="592"/>
                  </a:lnTo>
                  <a:lnTo>
                    <a:pt x="277" y="592"/>
                  </a:lnTo>
                  <a:lnTo>
                    <a:pt x="284" y="591"/>
                  </a:lnTo>
                  <a:lnTo>
                    <a:pt x="290" y="590"/>
                  </a:lnTo>
                  <a:lnTo>
                    <a:pt x="297" y="589"/>
                  </a:lnTo>
                  <a:lnTo>
                    <a:pt x="302" y="588"/>
                  </a:lnTo>
                  <a:lnTo>
                    <a:pt x="308" y="587"/>
                  </a:lnTo>
                  <a:lnTo>
                    <a:pt x="314" y="586"/>
                  </a:lnTo>
                  <a:lnTo>
                    <a:pt x="319" y="585"/>
                  </a:lnTo>
                  <a:lnTo>
                    <a:pt x="325" y="584"/>
                  </a:lnTo>
                  <a:lnTo>
                    <a:pt x="330" y="582"/>
                  </a:lnTo>
                  <a:lnTo>
                    <a:pt x="335" y="580"/>
                  </a:lnTo>
                  <a:lnTo>
                    <a:pt x="340" y="578"/>
                  </a:lnTo>
                  <a:lnTo>
                    <a:pt x="345" y="577"/>
                  </a:lnTo>
                </a:path>
              </a:pathLst>
            </a:custGeom>
            <a:solidFill>
              <a:srgbClr val="FF9900"/>
            </a:solidFill>
            <a:ln w="12700" cap="rnd" cmpd="sng">
              <a:solidFill>
                <a:srgbClr val="FFFFFF"/>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9548" name="Freeform 108">
              <a:extLst>
                <a:ext uri="{FF2B5EF4-FFF2-40B4-BE49-F238E27FC236}">
                  <a16:creationId xmlns:a16="http://schemas.microsoft.com/office/drawing/2014/main" id="{C02C02AA-CF2D-44D7-ACFB-58EF539828A2}"/>
                </a:ext>
              </a:extLst>
            </p:cNvPr>
            <p:cNvSpPr>
              <a:spLocks/>
            </p:cNvSpPr>
            <p:nvPr/>
          </p:nvSpPr>
          <p:spPr bwMode="auto">
            <a:xfrm>
              <a:off x="3044" y="1290"/>
              <a:ext cx="48" cy="50"/>
            </a:xfrm>
            <a:custGeom>
              <a:avLst/>
              <a:gdLst>
                <a:gd name="T0" fmla="*/ 0 w 84"/>
                <a:gd name="T1" fmla="*/ 0 h 89"/>
                <a:gd name="T2" fmla="*/ 22 w 84"/>
                <a:gd name="T3" fmla="*/ 9 h 89"/>
                <a:gd name="T4" fmla="*/ 42 w 84"/>
                <a:gd name="T5" fmla="*/ 19 h 89"/>
                <a:gd name="T6" fmla="*/ 57 w 84"/>
                <a:gd name="T7" fmla="*/ 30 h 89"/>
                <a:gd name="T8" fmla="*/ 67 w 84"/>
                <a:gd name="T9" fmla="*/ 41 h 89"/>
                <a:gd name="T10" fmla="*/ 74 w 84"/>
                <a:gd name="T11" fmla="*/ 52 h 89"/>
                <a:gd name="T12" fmla="*/ 79 w 84"/>
                <a:gd name="T13" fmla="*/ 62 h 89"/>
                <a:gd name="T14" fmla="*/ 83 w 84"/>
                <a:gd name="T15" fmla="*/ 73 h 89"/>
                <a:gd name="T16" fmla="*/ 54 w 84"/>
                <a:gd name="T17" fmla="*/ 88 h 89"/>
                <a:gd name="T18" fmla="*/ 50 w 84"/>
                <a:gd name="T19" fmla="*/ 73 h 89"/>
                <a:gd name="T20" fmla="*/ 46 w 84"/>
                <a:gd name="T21" fmla="*/ 58 h 89"/>
                <a:gd name="T22" fmla="*/ 39 w 84"/>
                <a:gd name="T23" fmla="*/ 42 h 89"/>
                <a:gd name="T24" fmla="*/ 30 w 84"/>
                <a:gd name="T25" fmla="*/ 29 h 89"/>
                <a:gd name="T26" fmla="*/ 18 w 84"/>
                <a:gd name="T27" fmla="*/ 15 h 89"/>
                <a:gd name="T28" fmla="*/ 0 w 84"/>
                <a:gd name="T29" fmla="*/ 0 h 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4" h="89">
                  <a:moveTo>
                    <a:pt x="0" y="0"/>
                  </a:moveTo>
                  <a:lnTo>
                    <a:pt x="22" y="9"/>
                  </a:lnTo>
                  <a:lnTo>
                    <a:pt x="42" y="19"/>
                  </a:lnTo>
                  <a:lnTo>
                    <a:pt x="57" y="30"/>
                  </a:lnTo>
                  <a:lnTo>
                    <a:pt x="67" y="41"/>
                  </a:lnTo>
                  <a:lnTo>
                    <a:pt x="74" y="52"/>
                  </a:lnTo>
                  <a:lnTo>
                    <a:pt x="79" y="62"/>
                  </a:lnTo>
                  <a:lnTo>
                    <a:pt x="83" y="73"/>
                  </a:lnTo>
                  <a:lnTo>
                    <a:pt x="54" y="88"/>
                  </a:lnTo>
                  <a:lnTo>
                    <a:pt x="50" y="73"/>
                  </a:lnTo>
                  <a:lnTo>
                    <a:pt x="46" y="58"/>
                  </a:lnTo>
                  <a:lnTo>
                    <a:pt x="39" y="42"/>
                  </a:lnTo>
                  <a:lnTo>
                    <a:pt x="30" y="29"/>
                  </a:lnTo>
                  <a:lnTo>
                    <a:pt x="18" y="15"/>
                  </a:lnTo>
                  <a:lnTo>
                    <a:pt x="0" y="0"/>
                  </a:lnTo>
                </a:path>
              </a:pathLst>
            </a:custGeom>
            <a:solidFill>
              <a:srgbClr val="FFFF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89549" name="Rectangle 109">
            <a:extLst>
              <a:ext uri="{FF2B5EF4-FFF2-40B4-BE49-F238E27FC236}">
                <a16:creationId xmlns:a16="http://schemas.microsoft.com/office/drawing/2014/main" id="{546CFB0B-9A0E-4C37-92A3-B83E9AA61D69}"/>
              </a:ext>
            </a:extLst>
          </p:cNvPr>
          <p:cNvSpPr>
            <a:spLocks noGrp="1" noChangeArrowheads="1"/>
          </p:cNvSpPr>
          <p:nvPr>
            <p:ph type="title"/>
          </p:nvPr>
        </p:nvSpPr>
        <p:spPr>
          <a:xfrm>
            <a:off x="0" y="381000"/>
            <a:ext cx="9144000" cy="1143000"/>
          </a:xfrm>
        </p:spPr>
        <p:txBody>
          <a:bodyPr/>
          <a:lstStyle/>
          <a:p>
            <a:r>
              <a:rPr lang="en-US" altLang="zh-CN"/>
              <a:t>  </a:t>
            </a:r>
            <a:r>
              <a:rPr lang="zh-CN" altLang="en-US"/>
              <a:t>二进制概念</a:t>
            </a:r>
          </a:p>
        </p:txBody>
      </p:sp>
      <p:grpSp>
        <p:nvGrpSpPr>
          <p:cNvPr id="189550" name="Group 110">
            <a:extLst>
              <a:ext uri="{FF2B5EF4-FFF2-40B4-BE49-F238E27FC236}">
                <a16:creationId xmlns:a16="http://schemas.microsoft.com/office/drawing/2014/main" id="{80A469F1-E348-478C-8C12-55F8648044E2}"/>
              </a:ext>
            </a:extLst>
          </p:cNvPr>
          <p:cNvGrpSpPr>
            <a:grpSpLocks/>
          </p:cNvGrpSpPr>
          <p:nvPr/>
        </p:nvGrpSpPr>
        <p:grpSpPr bwMode="auto">
          <a:xfrm>
            <a:off x="898525" y="1697038"/>
            <a:ext cx="439738" cy="682625"/>
            <a:chOff x="1049" y="1248"/>
            <a:chExt cx="277" cy="430"/>
          </a:xfrm>
        </p:grpSpPr>
        <p:grpSp>
          <p:nvGrpSpPr>
            <p:cNvPr id="189551" name="Group 111">
              <a:extLst>
                <a:ext uri="{FF2B5EF4-FFF2-40B4-BE49-F238E27FC236}">
                  <a16:creationId xmlns:a16="http://schemas.microsoft.com/office/drawing/2014/main" id="{BFCB3FC8-0A0D-47AC-84EF-20AD08A2F15C}"/>
                </a:ext>
              </a:extLst>
            </p:cNvPr>
            <p:cNvGrpSpPr>
              <a:grpSpLocks/>
            </p:cNvGrpSpPr>
            <p:nvPr/>
          </p:nvGrpSpPr>
          <p:grpSpPr bwMode="auto">
            <a:xfrm>
              <a:off x="1124" y="1579"/>
              <a:ext cx="126" cy="99"/>
              <a:chOff x="457" y="1792"/>
              <a:chExt cx="224" cy="177"/>
            </a:xfrm>
          </p:grpSpPr>
          <p:grpSp>
            <p:nvGrpSpPr>
              <p:cNvPr id="189552" name="Group 112">
                <a:extLst>
                  <a:ext uri="{FF2B5EF4-FFF2-40B4-BE49-F238E27FC236}">
                    <a16:creationId xmlns:a16="http://schemas.microsoft.com/office/drawing/2014/main" id="{BF59AFC3-CA72-4955-BBD6-83D138DB6C9B}"/>
                  </a:ext>
                </a:extLst>
              </p:cNvPr>
              <p:cNvGrpSpPr>
                <a:grpSpLocks/>
              </p:cNvGrpSpPr>
              <p:nvPr/>
            </p:nvGrpSpPr>
            <p:grpSpPr bwMode="auto">
              <a:xfrm>
                <a:off x="457" y="1792"/>
                <a:ext cx="224" cy="177"/>
                <a:chOff x="457" y="1792"/>
                <a:chExt cx="224" cy="177"/>
              </a:xfrm>
            </p:grpSpPr>
            <p:grpSp>
              <p:nvGrpSpPr>
                <p:cNvPr id="189553" name="Group 113">
                  <a:extLst>
                    <a:ext uri="{FF2B5EF4-FFF2-40B4-BE49-F238E27FC236}">
                      <a16:creationId xmlns:a16="http://schemas.microsoft.com/office/drawing/2014/main" id="{3C01AD56-6A51-4232-8530-1EBB02355F6C}"/>
                    </a:ext>
                  </a:extLst>
                </p:cNvPr>
                <p:cNvGrpSpPr>
                  <a:grpSpLocks/>
                </p:cNvGrpSpPr>
                <p:nvPr/>
              </p:nvGrpSpPr>
              <p:grpSpPr bwMode="auto">
                <a:xfrm>
                  <a:off x="513" y="1927"/>
                  <a:ext cx="123" cy="42"/>
                  <a:chOff x="513" y="1927"/>
                  <a:chExt cx="123" cy="42"/>
                </a:xfrm>
              </p:grpSpPr>
              <p:sp>
                <p:nvSpPr>
                  <p:cNvPr id="189554" name="Freeform 114">
                    <a:extLst>
                      <a:ext uri="{FF2B5EF4-FFF2-40B4-BE49-F238E27FC236}">
                        <a16:creationId xmlns:a16="http://schemas.microsoft.com/office/drawing/2014/main" id="{284AC826-F9E2-4C67-BF2C-430D973F2242}"/>
                      </a:ext>
                    </a:extLst>
                  </p:cNvPr>
                  <p:cNvSpPr>
                    <a:spLocks/>
                  </p:cNvSpPr>
                  <p:nvPr/>
                </p:nvSpPr>
                <p:spPr bwMode="auto">
                  <a:xfrm>
                    <a:off x="513" y="1927"/>
                    <a:ext cx="123" cy="42"/>
                  </a:xfrm>
                  <a:custGeom>
                    <a:avLst/>
                    <a:gdLst>
                      <a:gd name="T0" fmla="*/ 0 w 123"/>
                      <a:gd name="T1" fmla="*/ 0 h 42"/>
                      <a:gd name="T2" fmla="*/ 24 w 123"/>
                      <a:gd name="T3" fmla="*/ 32 h 42"/>
                      <a:gd name="T4" fmla="*/ 26 w 123"/>
                      <a:gd name="T5" fmla="*/ 34 h 42"/>
                      <a:gd name="T6" fmla="*/ 29 w 123"/>
                      <a:gd name="T7" fmla="*/ 35 h 42"/>
                      <a:gd name="T8" fmla="*/ 33 w 123"/>
                      <a:gd name="T9" fmla="*/ 37 h 42"/>
                      <a:gd name="T10" fmla="*/ 37 w 123"/>
                      <a:gd name="T11" fmla="*/ 38 h 42"/>
                      <a:gd name="T12" fmla="*/ 42 w 123"/>
                      <a:gd name="T13" fmla="*/ 39 h 42"/>
                      <a:gd name="T14" fmla="*/ 46 w 123"/>
                      <a:gd name="T15" fmla="*/ 39 h 42"/>
                      <a:gd name="T16" fmla="*/ 50 w 123"/>
                      <a:gd name="T17" fmla="*/ 40 h 42"/>
                      <a:gd name="T18" fmla="*/ 54 w 123"/>
                      <a:gd name="T19" fmla="*/ 40 h 42"/>
                      <a:gd name="T20" fmla="*/ 59 w 123"/>
                      <a:gd name="T21" fmla="*/ 41 h 42"/>
                      <a:gd name="T22" fmla="*/ 62 w 123"/>
                      <a:gd name="T23" fmla="*/ 41 h 42"/>
                      <a:gd name="T24" fmla="*/ 68 w 123"/>
                      <a:gd name="T25" fmla="*/ 40 h 42"/>
                      <a:gd name="T26" fmla="*/ 72 w 123"/>
                      <a:gd name="T27" fmla="*/ 40 h 42"/>
                      <a:gd name="T28" fmla="*/ 77 w 123"/>
                      <a:gd name="T29" fmla="*/ 39 h 42"/>
                      <a:gd name="T30" fmla="*/ 81 w 123"/>
                      <a:gd name="T31" fmla="*/ 39 h 42"/>
                      <a:gd name="T32" fmla="*/ 85 w 123"/>
                      <a:gd name="T33" fmla="*/ 38 h 42"/>
                      <a:gd name="T34" fmla="*/ 89 w 123"/>
                      <a:gd name="T35" fmla="*/ 37 h 42"/>
                      <a:gd name="T36" fmla="*/ 93 w 123"/>
                      <a:gd name="T37" fmla="*/ 35 h 42"/>
                      <a:gd name="T38" fmla="*/ 95 w 123"/>
                      <a:gd name="T39" fmla="*/ 34 h 42"/>
                      <a:gd name="T40" fmla="*/ 97 w 123"/>
                      <a:gd name="T41" fmla="*/ 33 h 42"/>
                      <a:gd name="T42" fmla="*/ 99 w 123"/>
                      <a:gd name="T43" fmla="*/ 31 h 42"/>
                      <a:gd name="T44" fmla="*/ 122 w 123"/>
                      <a:gd name="T45" fmla="*/ 0 h 42"/>
                      <a:gd name="T46" fmla="*/ 0 w 123"/>
                      <a:gd name="T47" fmla="*/ 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3" h="42">
                        <a:moveTo>
                          <a:pt x="0" y="0"/>
                        </a:moveTo>
                        <a:lnTo>
                          <a:pt x="24" y="32"/>
                        </a:lnTo>
                        <a:lnTo>
                          <a:pt x="26" y="34"/>
                        </a:lnTo>
                        <a:lnTo>
                          <a:pt x="29" y="35"/>
                        </a:lnTo>
                        <a:lnTo>
                          <a:pt x="33" y="37"/>
                        </a:lnTo>
                        <a:lnTo>
                          <a:pt x="37" y="38"/>
                        </a:lnTo>
                        <a:lnTo>
                          <a:pt x="42" y="39"/>
                        </a:lnTo>
                        <a:lnTo>
                          <a:pt x="46" y="39"/>
                        </a:lnTo>
                        <a:lnTo>
                          <a:pt x="50" y="40"/>
                        </a:lnTo>
                        <a:lnTo>
                          <a:pt x="54" y="40"/>
                        </a:lnTo>
                        <a:lnTo>
                          <a:pt x="59" y="41"/>
                        </a:lnTo>
                        <a:lnTo>
                          <a:pt x="62" y="41"/>
                        </a:lnTo>
                        <a:lnTo>
                          <a:pt x="68" y="40"/>
                        </a:lnTo>
                        <a:lnTo>
                          <a:pt x="72" y="40"/>
                        </a:lnTo>
                        <a:lnTo>
                          <a:pt x="77" y="39"/>
                        </a:lnTo>
                        <a:lnTo>
                          <a:pt x="81" y="39"/>
                        </a:lnTo>
                        <a:lnTo>
                          <a:pt x="85" y="38"/>
                        </a:lnTo>
                        <a:lnTo>
                          <a:pt x="89" y="37"/>
                        </a:lnTo>
                        <a:lnTo>
                          <a:pt x="93" y="35"/>
                        </a:lnTo>
                        <a:lnTo>
                          <a:pt x="95" y="34"/>
                        </a:lnTo>
                        <a:lnTo>
                          <a:pt x="97" y="33"/>
                        </a:lnTo>
                        <a:lnTo>
                          <a:pt x="99" y="31"/>
                        </a:lnTo>
                        <a:lnTo>
                          <a:pt x="122" y="0"/>
                        </a:lnTo>
                        <a:lnTo>
                          <a:pt x="0" y="0"/>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9555" name="Freeform 115">
                    <a:extLst>
                      <a:ext uri="{FF2B5EF4-FFF2-40B4-BE49-F238E27FC236}">
                        <a16:creationId xmlns:a16="http://schemas.microsoft.com/office/drawing/2014/main" id="{19868FF7-6E09-47D9-ACF7-2019295E2BE8}"/>
                      </a:ext>
                    </a:extLst>
                  </p:cNvPr>
                  <p:cNvSpPr>
                    <a:spLocks/>
                  </p:cNvSpPr>
                  <p:nvPr/>
                </p:nvSpPr>
                <p:spPr bwMode="auto">
                  <a:xfrm>
                    <a:off x="532" y="1927"/>
                    <a:ext cx="56" cy="42"/>
                  </a:xfrm>
                  <a:custGeom>
                    <a:avLst/>
                    <a:gdLst>
                      <a:gd name="T0" fmla="*/ 0 w 56"/>
                      <a:gd name="T1" fmla="*/ 0 h 42"/>
                      <a:gd name="T2" fmla="*/ 15 w 56"/>
                      <a:gd name="T3" fmla="*/ 37 h 42"/>
                      <a:gd name="T4" fmla="*/ 18 w 56"/>
                      <a:gd name="T5" fmla="*/ 38 h 42"/>
                      <a:gd name="T6" fmla="*/ 23 w 56"/>
                      <a:gd name="T7" fmla="*/ 39 h 42"/>
                      <a:gd name="T8" fmla="*/ 27 w 56"/>
                      <a:gd name="T9" fmla="*/ 39 h 42"/>
                      <a:gd name="T10" fmla="*/ 31 w 56"/>
                      <a:gd name="T11" fmla="*/ 40 h 42"/>
                      <a:gd name="T12" fmla="*/ 35 w 56"/>
                      <a:gd name="T13" fmla="*/ 40 h 42"/>
                      <a:gd name="T14" fmla="*/ 40 w 56"/>
                      <a:gd name="T15" fmla="*/ 41 h 42"/>
                      <a:gd name="T16" fmla="*/ 44 w 56"/>
                      <a:gd name="T17" fmla="*/ 41 h 42"/>
                      <a:gd name="T18" fmla="*/ 49 w 56"/>
                      <a:gd name="T19" fmla="*/ 40 h 42"/>
                      <a:gd name="T20" fmla="*/ 55 w 56"/>
                      <a:gd name="T21" fmla="*/ 0 h 42"/>
                      <a:gd name="T22" fmla="*/ 0 w 56"/>
                      <a:gd name="T23" fmla="*/ 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56" h="42">
                        <a:moveTo>
                          <a:pt x="0" y="0"/>
                        </a:moveTo>
                        <a:lnTo>
                          <a:pt x="15" y="37"/>
                        </a:lnTo>
                        <a:lnTo>
                          <a:pt x="18" y="38"/>
                        </a:lnTo>
                        <a:lnTo>
                          <a:pt x="23" y="39"/>
                        </a:lnTo>
                        <a:lnTo>
                          <a:pt x="27" y="39"/>
                        </a:lnTo>
                        <a:lnTo>
                          <a:pt x="31" y="40"/>
                        </a:lnTo>
                        <a:lnTo>
                          <a:pt x="35" y="40"/>
                        </a:lnTo>
                        <a:lnTo>
                          <a:pt x="40" y="41"/>
                        </a:lnTo>
                        <a:lnTo>
                          <a:pt x="44" y="41"/>
                        </a:lnTo>
                        <a:lnTo>
                          <a:pt x="49" y="40"/>
                        </a:lnTo>
                        <a:lnTo>
                          <a:pt x="55" y="0"/>
                        </a:lnTo>
                        <a:lnTo>
                          <a:pt x="0" y="0"/>
                        </a:lnTo>
                      </a:path>
                    </a:pathLst>
                  </a:custGeom>
                  <a:solidFill>
                    <a:srgbClr val="40404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89556" name="Group 116">
                  <a:extLst>
                    <a:ext uri="{FF2B5EF4-FFF2-40B4-BE49-F238E27FC236}">
                      <a16:creationId xmlns:a16="http://schemas.microsoft.com/office/drawing/2014/main" id="{3F93A2E9-2480-49FD-BB40-0A0D827328F3}"/>
                    </a:ext>
                  </a:extLst>
                </p:cNvPr>
                <p:cNvGrpSpPr>
                  <a:grpSpLocks/>
                </p:cNvGrpSpPr>
                <p:nvPr/>
              </p:nvGrpSpPr>
              <p:grpSpPr bwMode="auto">
                <a:xfrm>
                  <a:off x="457" y="1792"/>
                  <a:ext cx="224" cy="148"/>
                  <a:chOff x="457" y="1792"/>
                  <a:chExt cx="224" cy="148"/>
                </a:xfrm>
              </p:grpSpPr>
              <p:sp>
                <p:nvSpPr>
                  <p:cNvPr id="189557" name="Freeform 117">
                    <a:extLst>
                      <a:ext uri="{FF2B5EF4-FFF2-40B4-BE49-F238E27FC236}">
                        <a16:creationId xmlns:a16="http://schemas.microsoft.com/office/drawing/2014/main" id="{30AE4E51-F6F9-47BE-8825-6B07E6B9CCC3}"/>
                      </a:ext>
                    </a:extLst>
                  </p:cNvPr>
                  <p:cNvSpPr>
                    <a:spLocks/>
                  </p:cNvSpPr>
                  <p:nvPr/>
                </p:nvSpPr>
                <p:spPr bwMode="auto">
                  <a:xfrm>
                    <a:off x="457" y="1792"/>
                    <a:ext cx="224" cy="148"/>
                  </a:xfrm>
                  <a:custGeom>
                    <a:avLst/>
                    <a:gdLst>
                      <a:gd name="T0" fmla="*/ 5 w 224"/>
                      <a:gd name="T1" fmla="*/ 4 h 148"/>
                      <a:gd name="T2" fmla="*/ 6 w 224"/>
                      <a:gd name="T3" fmla="*/ 7 h 148"/>
                      <a:gd name="T4" fmla="*/ 5 w 224"/>
                      <a:gd name="T5" fmla="*/ 15 h 148"/>
                      <a:gd name="T6" fmla="*/ 3 w 224"/>
                      <a:gd name="T7" fmla="*/ 19 h 148"/>
                      <a:gd name="T8" fmla="*/ 1 w 224"/>
                      <a:gd name="T9" fmla="*/ 25 h 148"/>
                      <a:gd name="T10" fmla="*/ 4 w 224"/>
                      <a:gd name="T11" fmla="*/ 30 h 148"/>
                      <a:gd name="T12" fmla="*/ 8 w 224"/>
                      <a:gd name="T13" fmla="*/ 36 h 148"/>
                      <a:gd name="T14" fmla="*/ 7 w 224"/>
                      <a:gd name="T15" fmla="*/ 39 h 148"/>
                      <a:gd name="T16" fmla="*/ 3 w 224"/>
                      <a:gd name="T17" fmla="*/ 44 h 148"/>
                      <a:gd name="T18" fmla="*/ 1 w 224"/>
                      <a:gd name="T19" fmla="*/ 48 h 148"/>
                      <a:gd name="T20" fmla="*/ 4 w 224"/>
                      <a:gd name="T21" fmla="*/ 53 h 148"/>
                      <a:gd name="T22" fmla="*/ 7 w 224"/>
                      <a:gd name="T23" fmla="*/ 56 h 148"/>
                      <a:gd name="T24" fmla="*/ 7 w 224"/>
                      <a:gd name="T25" fmla="*/ 61 h 148"/>
                      <a:gd name="T26" fmla="*/ 3 w 224"/>
                      <a:gd name="T27" fmla="*/ 66 h 148"/>
                      <a:gd name="T28" fmla="*/ 0 w 224"/>
                      <a:gd name="T29" fmla="*/ 71 h 148"/>
                      <a:gd name="T30" fmla="*/ 3 w 224"/>
                      <a:gd name="T31" fmla="*/ 76 h 148"/>
                      <a:gd name="T32" fmla="*/ 8 w 224"/>
                      <a:gd name="T33" fmla="*/ 80 h 148"/>
                      <a:gd name="T34" fmla="*/ 8 w 224"/>
                      <a:gd name="T35" fmla="*/ 88 h 148"/>
                      <a:gd name="T36" fmla="*/ 4 w 224"/>
                      <a:gd name="T37" fmla="*/ 92 h 148"/>
                      <a:gd name="T38" fmla="*/ 5 w 224"/>
                      <a:gd name="T39" fmla="*/ 96 h 148"/>
                      <a:gd name="T40" fmla="*/ 10 w 224"/>
                      <a:gd name="T41" fmla="*/ 102 h 148"/>
                      <a:gd name="T42" fmla="*/ 26 w 224"/>
                      <a:gd name="T43" fmla="*/ 117 h 148"/>
                      <a:gd name="T44" fmla="*/ 40 w 224"/>
                      <a:gd name="T45" fmla="*/ 128 h 148"/>
                      <a:gd name="T46" fmla="*/ 53 w 224"/>
                      <a:gd name="T47" fmla="*/ 135 h 148"/>
                      <a:gd name="T48" fmla="*/ 76 w 224"/>
                      <a:gd name="T49" fmla="*/ 143 h 148"/>
                      <a:gd name="T50" fmla="*/ 98 w 224"/>
                      <a:gd name="T51" fmla="*/ 146 h 148"/>
                      <a:gd name="T52" fmla="*/ 127 w 224"/>
                      <a:gd name="T53" fmla="*/ 146 h 148"/>
                      <a:gd name="T54" fmla="*/ 152 w 224"/>
                      <a:gd name="T55" fmla="*/ 144 h 148"/>
                      <a:gd name="T56" fmla="*/ 170 w 224"/>
                      <a:gd name="T57" fmla="*/ 140 h 148"/>
                      <a:gd name="T58" fmla="*/ 181 w 224"/>
                      <a:gd name="T59" fmla="*/ 134 h 148"/>
                      <a:gd name="T60" fmla="*/ 189 w 224"/>
                      <a:gd name="T61" fmla="*/ 128 h 148"/>
                      <a:gd name="T62" fmla="*/ 213 w 224"/>
                      <a:gd name="T63" fmla="*/ 100 h 148"/>
                      <a:gd name="T64" fmla="*/ 218 w 224"/>
                      <a:gd name="T65" fmla="*/ 91 h 148"/>
                      <a:gd name="T66" fmla="*/ 218 w 224"/>
                      <a:gd name="T67" fmla="*/ 87 h 148"/>
                      <a:gd name="T68" fmla="*/ 215 w 224"/>
                      <a:gd name="T69" fmla="*/ 83 h 148"/>
                      <a:gd name="T70" fmla="*/ 215 w 224"/>
                      <a:gd name="T71" fmla="*/ 77 h 148"/>
                      <a:gd name="T72" fmla="*/ 218 w 224"/>
                      <a:gd name="T73" fmla="*/ 73 h 148"/>
                      <a:gd name="T74" fmla="*/ 221 w 224"/>
                      <a:gd name="T75" fmla="*/ 69 h 148"/>
                      <a:gd name="T76" fmla="*/ 223 w 224"/>
                      <a:gd name="T77" fmla="*/ 64 h 148"/>
                      <a:gd name="T78" fmla="*/ 219 w 224"/>
                      <a:gd name="T79" fmla="*/ 60 h 148"/>
                      <a:gd name="T80" fmla="*/ 216 w 224"/>
                      <a:gd name="T81" fmla="*/ 56 h 148"/>
                      <a:gd name="T82" fmla="*/ 216 w 224"/>
                      <a:gd name="T83" fmla="*/ 52 h 148"/>
                      <a:gd name="T84" fmla="*/ 221 w 224"/>
                      <a:gd name="T85" fmla="*/ 46 h 148"/>
                      <a:gd name="T86" fmla="*/ 221 w 224"/>
                      <a:gd name="T87" fmla="*/ 41 h 148"/>
                      <a:gd name="T88" fmla="*/ 218 w 224"/>
                      <a:gd name="T89" fmla="*/ 36 h 148"/>
                      <a:gd name="T90" fmla="*/ 216 w 224"/>
                      <a:gd name="T91" fmla="*/ 31 h 148"/>
                      <a:gd name="T92" fmla="*/ 218 w 224"/>
                      <a:gd name="T93" fmla="*/ 26 h 148"/>
                      <a:gd name="T94" fmla="*/ 221 w 224"/>
                      <a:gd name="T95" fmla="*/ 23 h 148"/>
                      <a:gd name="T96" fmla="*/ 223 w 224"/>
                      <a:gd name="T97" fmla="*/ 18 h 148"/>
                      <a:gd name="T98" fmla="*/ 220 w 224"/>
                      <a:gd name="T99" fmla="*/ 13 h 148"/>
                      <a:gd name="T100" fmla="*/ 217 w 224"/>
                      <a:gd name="T101" fmla="*/ 8 h 148"/>
                      <a:gd name="T102" fmla="*/ 218 w 224"/>
                      <a:gd name="T103" fmla="*/ 3 h 148"/>
                      <a:gd name="T104" fmla="*/ 6 w 224"/>
                      <a:gd name="T105" fmla="*/ 0 h 1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224" h="148">
                        <a:moveTo>
                          <a:pt x="6" y="0"/>
                        </a:moveTo>
                        <a:lnTo>
                          <a:pt x="5" y="4"/>
                        </a:lnTo>
                        <a:lnTo>
                          <a:pt x="5" y="5"/>
                        </a:lnTo>
                        <a:lnTo>
                          <a:pt x="6" y="7"/>
                        </a:lnTo>
                        <a:lnTo>
                          <a:pt x="6" y="12"/>
                        </a:lnTo>
                        <a:lnTo>
                          <a:pt x="5" y="15"/>
                        </a:lnTo>
                        <a:lnTo>
                          <a:pt x="4" y="17"/>
                        </a:lnTo>
                        <a:lnTo>
                          <a:pt x="3" y="19"/>
                        </a:lnTo>
                        <a:lnTo>
                          <a:pt x="1" y="23"/>
                        </a:lnTo>
                        <a:lnTo>
                          <a:pt x="1" y="25"/>
                        </a:lnTo>
                        <a:lnTo>
                          <a:pt x="3" y="28"/>
                        </a:lnTo>
                        <a:lnTo>
                          <a:pt x="4" y="30"/>
                        </a:lnTo>
                        <a:lnTo>
                          <a:pt x="7" y="33"/>
                        </a:lnTo>
                        <a:lnTo>
                          <a:pt x="8" y="36"/>
                        </a:lnTo>
                        <a:lnTo>
                          <a:pt x="8" y="37"/>
                        </a:lnTo>
                        <a:lnTo>
                          <a:pt x="7" y="39"/>
                        </a:lnTo>
                        <a:lnTo>
                          <a:pt x="5" y="41"/>
                        </a:lnTo>
                        <a:lnTo>
                          <a:pt x="3" y="44"/>
                        </a:lnTo>
                        <a:lnTo>
                          <a:pt x="1" y="46"/>
                        </a:lnTo>
                        <a:lnTo>
                          <a:pt x="1" y="48"/>
                        </a:lnTo>
                        <a:lnTo>
                          <a:pt x="3" y="50"/>
                        </a:lnTo>
                        <a:lnTo>
                          <a:pt x="4" y="53"/>
                        </a:lnTo>
                        <a:lnTo>
                          <a:pt x="6" y="55"/>
                        </a:lnTo>
                        <a:lnTo>
                          <a:pt x="7" y="56"/>
                        </a:lnTo>
                        <a:lnTo>
                          <a:pt x="8" y="58"/>
                        </a:lnTo>
                        <a:lnTo>
                          <a:pt x="7" y="61"/>
                        </a:lnTo>
                        <a:lnTo>
                          <a:pt x="5" y="64"/>
                        </a:lnTo>
                        <a:lnTo>
                          <a:pt x="3" y="66"/>
                        </a:lnTo>
                        <a:lnTo>
                          <a:pt x="0" y="69"/>
                        </a:lnTo>
                        <a:lnTo>
                          <a:pt x="0" y="71"/>
                        </a:lnTo>
                        <a:lnTo>
                          <a:pt x="1" y="73"/>
                        </a:lnTo>
                        <a:lnTo>
                          <a:pt x="3" y="76"/>
                        </a:lnTo>
                        <a:lnTo>
                          <a:pt x="5" y="78"/>
                        </a:lnTo>
                        <a:lnTo>
                          <a:pt x="8" y="80"/>
                        </a:lnTo>
                        <a:lnTo>
                          <a:pt x="9" y="84"/>
                        </a:lnTo>
                        <a:lnTo>
                          <a:pt x="8" y="88"/>
                        </a:lnTo>
                        <a:lnTo>
                          <a:pt x="5" y="91"/>
                        </a:lnTo>
                        <a:lnTo>
                          <a:pt x="4" y="92"/>
                        </a:lnTo>
                        <a:lnTo>
                          <a:pt x="4" y="95"/>
                        </a:lnTo>
                        <a:lnTo>
                          <a:pt x="5" y="96"/>
                        </a:lnTo>
                        <a:lnTo>
                          <a:pt x="7" y="98"/>
                        </a:lnTo>
                        <a:lnTo>
                          <a:pt x="10" y="102"/>
                        </a:lnTo>
                        <a:lnTo>
                          <a:pt x="15" y="108"/>
                        </a:lnTo>
                        <a:lnTo>
                          <a:pt x="26" y="117"/>
                        </a:lnTo>
                        <a:lnTo>
                          <a:pt x="35" y="124"/>
                        </a:lnTo>
                        <a:lnTo>
                          <a:pt x="40" y="128"/>
                        </a:lnTo>
                        <a:lnTo>
                          <a:pt x="46" y="131"/>
                        </a:lnTo>
                        <a:lnTo>
                          <a:pt x="53" y="135"/>
                        </a:lnTo>
                        <a:lnTo>
                          <a:pt x="62" y="139"/>
                        </a:lnTo>
                        <a:lnTo>
                          <a:pt x="76" y="143"/>
                        </a:lnTo>
                        <a:lnTo>
                          <a:pt x="87" y="145"/>
                        </a:lnTo>
                        <a:lnTo>
                          <a:pt x="98" y="146"/>
                        </a:lnTo>
                        <a:lnTo>
                          <a:pt x="112" y="147"/>
                        </a:lnTo>
                        <a:lnTo>
                          <a:pt x="127" y="146"/>
                        </a:lnTo>
                        <a:lnTo>
                          <a:pt x="140" y="146"/>
                        </a:lnTo>
                        <a:lnTo>
                          <a:pt x="152" y="144"/>
                        </a:lnTo>
                        <a:lnTo>
                          <a:pt x="162" y="142"/>
                        </a:lnTo>
                        <a:lnTo>
                          <a:pt x="170" y="140"/>
                        </a:lnTo>
                        <a:lnTo>
                          <a:pt x="176" y="137"/>
                        </a:lnTo>
                        <a:lnTo>
                          <a:pt x="181" y="134"/>
                        </a:lnTo>
                        <a:lnTo>
                          <a:pt x="185" y="132"/>
                        </a:lnTo>
                        <a:lnTo>
                          <a:pt x="189" y="128"/>
                        </a:lnTo>
                        <a:lnTo>
                          <a:pt x="203" y="113"/>
                        </a:lnTo>
                        <a:lnTo>
                          <a:pt x="213" y="100"/>
                        </a:lnTo>
                        <a:lnTo>
                          <a:pt x="217" y="94"/>
                        </a:lnTo>
                        <a:lnTo>
                          <a:pt x="218" y="91"/>
                        </a:lnTo>
                        <a:lnTo>
                          <a:pt x="218" y="89"/>
                        </a:lnTo>
                        <a:lnTo>
                          <a:pt x="218" y="87"/>
                        </a:lnTo>
                        <a:lnTo>
                          <a:pt x="216" y="84"/>
                        </a:lnTo>
                        <a:lnTo>
                          <a:pt x="215" y="83"/>
                        </a:lnTo>
                        <a:lnTo>
                          <a:pt x="214" y="80"/>
                        </a:lnTo>
                        <a:lnTo>
                          <a:pt x="215" y="77"/>
                        </a:lnTo>
                        <a:lnTo>
                          <a:pt x="216" y="76"/>
                        </a:lnTo>
                        <a:lnTo>
                          <a:pt x="218" y="73"/>
                        </a:lnTo>
                        <a:lnTo>
                          <a:pt x="219" y="72"/>
                        </a:lnTo>
                        <a:lnTo>
                          <a:pt x="221" y="69"/>
                        </a:lnTo>
                        <a:lnTo>
                          <a:pt x="223" y="67"/>
                        </a:lnTo>
                        <a:lnTo>
                          <a:pt x="223" y="64"/>
                        </a:lnTo>
                        <a:lnTo>
                          <a:pt x="221" y="62"/>
                        </a:lnTo>
                        <a:lnTo>
                          <a:pt x="219" y="60"/>
                        </a:lnTo>
                        <a:lnTo>
                          <a:pt x="218" y="58"/>
                        </a:lnTo>
                        <a:lnTo>
                          <a:pt x="216" y="56"/>
                        </a:lnTo>
                        <a:lnTo>
                          <a:pt x="215" y="54"/>
                        </a:lnTo>
                        <a:lnTo>
                          <a:pt x="216" y="52"/>
                        </a:lnTo>
                        <a:lnTo>
                          <a:pt x="218" y="49"/>
                        </a:lnTo>
                        <a:lnTo>
                          <a:pt x="221" y="46"/>
                        </a:lnTo>
                        <a:lnTo>
                          <a:pt x="221" y="44"/>
                        </a:lnTo>
                        <a:lnTo>
                          <a:pt x="221" y="41"/>
                        </a:lnTo>
                        <a:lnTo>
                          <a:pt x="220" y="38"/>
                        </a:lnTo>
                        <a:lnTo>
                          <a:pt x="218" y="36"/>
                        </a:lnTo>
                        <a:lnTo>
                          <a:pt x="217" y="34"/>
                        </a:lnTo>
                        <a:lnTo>
                          <a:pt x="216" y="31"/>
                        </a:lnTo>
                        <a:lnTo>
                          <a:pt x="216" y="29"/>
                        </a:lnTo>
                        <a:lnTo>
                          <a:pt x="218" y="26"/>
                        </a:lnTo>
                        <a:lnTo>
                          <a:pt x="219" y="24"/>
                        </a:lnTo>
                        <a:lnTo>
                          <a:pt x="221" y="23"/>
                        </a:lnTo>
                        <a:lnTo>
                          <a:pt x="223" y="20"/>
                        </a:lnTo>
                        <a:lnTo>
                          <a:pt x="223" y="18"/>
                        </a:lnTo>
                        <a:lnTo>
                          <a:pt x="222" y="16"/>
                        </a:lnTo>
                        <a:lnTo>
                          <a:pt x="220" y="13"/>
                        </a:lnTo>
                        <a:lnTo>
                          <a:pt x="218" y="11"/>
                        </a:lnTo>
                        <a:lnTo>
                          <a:pt x="217" y="8"/>
                        </a:lnTo>
                        <a:lnTo>
                          <a:pt x="217" y="5"/>
                        </a:lnTo>
                        <a:lnTo>
                          <a:pt x="218" y="3"/>
                        </a:lnTo>
                        <a:lnTo>
                          <a:pt x="217" y="0"/>
                        </a:lnTo>
                        <a:lnTo>
                          <a:pt x="6" y="0"/>
                        </a:lnTo>
                      </a:path>
                    </a:pathLst>
                  </a:custGeom>
                  <a:solidFill>
                    <a:srgbClr val="FFC08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9558" name="Freeform 118">
                    <a:extLst>
                      <a:ext uri="{FF2B5EF4-FFF2-40B4-BE49-F238E27FC236}">
                        <a16:creationId xmlns:a16="http://schemas.microsoft.com/office/drawing/2014/main" id="{4AFEFE6B-2C19-4E72-BC6F-3EB96A2AAD80}"/>
                      </a:ext>
                    </a:extLst>
                  </p:cNvPr>
                  <p:cNvSpPr>
                    <a:spLocks/>
                  </p:cNvSpPr>
                  <p:nvPr/>
                </p:nvSpPr>
                <p:spPr bwMode="auto">
                  <a:xfrm>
                    <a:off x="459" y="1812"/>
                    <a:ext cx="28" cy="21"/>
                  </a:xfrm>
                  <a:custGeom>
                    <a:avLst/>
                    <a:gdLst>
                      <a:gd name="T0" fmla="*/ 1 w 28"/>
                      <a:gd name="T1" fmla="*/ 0 h 21"/>
                      <a:gd name="T2" fmla="*/ 3 w 28"/>
                      <a:gd name="T3" fmla="*/ 2 h 21"/>
                      <a:gd name="T4" fmla="*/ 5 w 28"/>
                      <a:gd name="T5" fmla="*/ 5 h 21"/>
                      <a:gd name="T6" fmla="*/ 10 w 28"/>
                      <a:gd name="T7" fmla="*/ 8 h 21"/>
                      <a:gd name="T8" fmla="*/ 15 w 28"/>
                      <a:gd name="T9" fmla="*/ 11 h 21"/>
                      <a:gd name="T10" fmla="*/ 21 w 28"/>
                      <a:gd name="T11" fmla="*/ 13 h 21"/>
                      <a:gd name="T12" fmla="*/ 27 w 28"/>
                      <a:gd name="T13" fmla="*/ 14 h 21"/>
                      <a:gd name="T14" fmla="*/ 24 w 28"/>
                      <a:gd name="T15" fmla="*/ 18 h 21"/>
                      <a:gd name="T16" fmla="*/ 17 w 28"/>
                      <a:gd name="T17" fmla="*/ 17 h 21"/>
                      <a:gd name="T18" fmla="*/ 10 w 28"/>
                      <a:gd name="T19" fmla="*/ 17 h 21"/>
                      <a:gd name="T20" fmla="*/ 5 w 28"/>
                      <a:gd name="T21" fmla="*/ 20 h 21"/>
                      <a:gd name="T22" fmla="*/ 6 w 28"/>
                      <a:gd name="T23" fmla="*/ 18 h 21"/>
                      <a:gd name="T24" fmla="*/ 6 w 28"/>
                      <a:gd name="T25" fmla="*/ 15 h 21"/>
                      <a:gd name="T26" fmla="*/ 4 w 28"/>
                      <a:gd name="T27" fmla="*/ 12 h 21"/>
                      <a:gd name="T28" fmla="*/ 2 w 28"/>
                      <a:gd name="T29" fmla="*/ 10 h 21"/>
                      <a:gd name="T30" fmla="*/ 0 w 28"/>
                      <a:gd name="T31" fmla="*/ 6 h 21"/>
                      <a:gd name="T32" fmla="*/ 0 w 28"/>
                      <a:gd name="T33" fmla="*/ 3 h 21"/>
                      <a:gd name="T34" fmla="*/ 1 w 28"/>
                      <a:gd name="T35" fmla="*/ 0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8" h="21">
                        <a:moveTo>
                          <a:pt x="1" y="0"/>
                        </a:moveTo>
                        <a:lnTo>
                          <a:pt x="3" y="2"/>
                        </a:lnTo>
                        <a:lnTo>
                          <a:pt x="5" y="5"/>
                        </a:lnTo>
                        <a:lnTo>
                          <a:pt x="10" y="8"/>
                        </a:lnTo>
                        <a:lnTo>
                          <a:pt x="15" y="11"/>
                        </a:lnTo>
                        <a:lnTo>
                          <a:pt x="21" y="13"/>
                        </a:lnTo>
                        <a:lnTo>
                          <a:pt x="27" y="14"/>
                        </a:lnTo>
                        <a:lnTo>
                          <a:pt x="24" y="18"/>
                        </a:lnTo>
                        <a:lnTo>
                          <a:pt x="17" y="17"/>
                        </a:lnTo>
                        <a:lnTo>
                          <a:pt x="10" y="17"/>
                        </a:lnTo>
                        <a:lnTo>
                          <a:pt x="5" y="20"/>
                        </a:lnTo>
                        <a:lnTo>
                          <a:pt x="6" y="18"/>
                        </a:lnTo>
                        <a:lnTo>
                          <a:pt x="6" y="15"/>
                        </a:lnTo>
                        <a:lnTo>
                          <a:pt x="4" y="12"/>
                        </a:lnTo>
                        <a:lnTo>
                          <a:pt x="2" y="10"/>
                        </a:lnTo>
                        <a:lnTo>
                          <a:pt x="0" y="6"/>
                        </a:lnTo>
                        <a:lnTo>
                          <a:pt x="0" y="3"/>
                        </a:lnTo>
                        <a:lnTo>
                          <a:pt x="1" y="0"/>
                        </a:lnTo>
                      </a:path>
                    </a:pathLst>
                  </a:custGeom>
                  <a:solidFill>
                    <a:srgbClr val="FFA04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9559" name="Freeform 119">
                    <a:extLst>
                      <a:ext uri="{FF2B5EF4-FFF2-40B4-BE49-F238E27FC236}">
                        <a16:creationId xmlns:a16="http://schemas.microsoft.com/office/drawing/2014/main" id="{1472F561-AE9B-48A0-B637-FBB367A7ADA8}"/>
                      </a:ext>
                    </a:extLst>
                  </p:cNvPr>
                  <p:cNvSpPr>
                    <a:spLocks/>
                  </p:cNvSpPr>
                  <p:nvPr/>
                </p:nvSpPr>
                <p:spPr bwMode="auto">
                  <a:xfrm>
                    <a:off x="459" y="1837"/>
                    <a:ext cx="37" cy="18"/>
                  </a:xfrm>
                  <a:custGeom>
                    <a:avLst/>
                    <a:gdLst>
                      <a:gd name="T0" fmla="*/ 0 w 37"/>
                      <a:gd name="T1" fmla="*/ 1 h 18"/>
                      <a:gd name="T2" fmla="*/ 1 w 37"/>
                      <a:gd name="T3" fmla="*/ 0 h 18"/>
                      <a:gd name="T4" fmla="*/ 2 w 37"/>
                      <a:gd name="T5" fmla="*/ 1 h 18"/>
                      <a:gd name="T6" fmla="*/ 5 w 37"/>
                      <a:gd name="T7" fmla="*/ 3 h 18"/>
                      <a:gd name="T8" fmla="*/ 10 w 37"/>
                      <a:gd name="T9" fmla="*/ 4 h 18"/>
                      <a:gd name="T10" fmla="*/ 15 w 37"/>
                      <a:gd name="T11" fmla="*/ 6 h 18"/>
                      <a:gd name="T12" fmla="*/ 24 w 37"/>
                      <a:gd name="T13" fmla="*/ 7 h 18"/>
                      <a:gd name="T14" fmla="*/ 33 w 37"/>
                      <a:gd name="T15" fmla="*/ 9 h 18"/>
                      <a:gd name="T16" fmla="*/ 36 w 37"/>
                      <a:gd name="T17" fmla="*/ 16 h 18"/>
                      <a:gd name="T18" fmla="*/ 25 w 37"/>
                      <a:gd name="T19" fmla="*/ 14 h 18"/>
                      <a:gd name="T20" fmla="*/ 17 w 37"/>
                      <a:gd name="T21" fmla="*/ 13 h 18"/>
                      <a:gd name="T22" fmla="*/ 10 w 37"/>
                      <a:gd name="T23" fmla="*/ 14 h 18"/>
                      <a:gd name="T24" fmla="*/ 6 w 37"/>
                      <a:gd name="T25" fmla="*/ 17 h 18"/>
                      <a:gd name="T26" fmla="*/ 6 w 37"/>
                      <a:gd name="T27" fmla="*/ 15 h 18"/>
                      <a:gd name="T28" fmla="*/ 6 w 37"/>
                      <a:gd name="T29" fmla="*/ 12 h 18"/>
                      <a:gd name="T30" fmla="*/ 5 w 37"/>
                      <a:gd name="T31" fmla="*/ 10 h 18"/>
                      <a:gd name="T32" fmla="*/ 2 w 37"/>
                      <a:gd name="T33" fmla="*/ 7 h 18"/>
                      <a:gd name="T34" fmla="*/ 0 w 37"/>
                      <a:gd name="T35" fmla="*/ 4 h 18"/>
                      <a:gd name="T36" fmla="*/ 0 w 37"/>
                      <a:gd name="T37" fmla="*/ 1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7" h="18">
                        <a:moveTo>
                          <a:pt x="0" y="1"/>
                        </a:moveTo>
                        <a:lnTo>
                          <a:pt x="1" y="0"/>
                        </a:lnTo>
                        <a:lnTo>
                          <a:pt x="2" y="1"/>
                        </a:lnTo>
                        <a:lnTo>
                          <a:pt x="5" y="3"/>
                        </a:lnTo>
                        <a:lnTo>
                          <a:pt x="10" y="4"/>
                        </a:lnTo>
                        <a:lnTo>
                          <a:pt x="15" y="6"/>
                        </a:lnTo>
                        <a:lnTo>
                          <a:pt x="24" y="7"/>
                        </a:lnTo>
                        <a:lnTo>
                          <a:pt x="33" y="9"/>
                        </a:lnTo>
                        <a:lnTo>
                          <a:pt x="36" y="16"/>
                        </a:lnTo>
                        <a:lnTo>
                          <a:pt x="25" y="14"/>
                        </a:lnTo>
                        <a:lnTo>
                          <a:pt x="17" y="13"/>
                        </a:lnTo>
                        <a:lnTo>
                          <a:pt x="10" y="14"/>
                        </a:lnTo>
                        <a:lnTo>
                          <a:pt x="6" y="17"/>
                        </a:lnTo>
                        <a:lnTo>
                          <a:pt x="6" y="15"/>
                        </a:lnTo>
                        <a:lnTo>
                          <a:pt x="6" y="12"/>
                        </a:lnTo>
                        <a:lnTo>
                          <a:pt x="5" y="10"/>
                        </a:lnTo>
                        <a:lnTo>
                          <a:pt x="2" y="7"/>
                        </a:lnTo>
                        <a:lnTo>
                          <a:pt x="0" y="4"/>
                        </a:lnTo>
                        <a:lnTo>
                          <a:pt x="0" y="1"/>
                        </a:lnTo>
                      </a:path>
                    </a:pathLst>
                  </a:custGeom>
                  <a:solidFill>
                    <a:srgbClr val="FFA04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9560" name="Freeform 120">
                    <a:extLst>
                      <a:ext uri="{FF2B5EF4-FFF2-40B4-BE49-F238E27FC236}">
                        <a16:creationId xmlns:a16="http://schemas.microsoft.com/office/drawing/2014/main" id="{ADB2D9CA-F332-4ADD-8812-D20D3FB01797}"/>
                      </a:ext>
                    </a:extLst>
                  </p:cNvPr>
                  <p:cNvSpPr>
                    <a:spLocks/>
                  </p:cNvSpPr>
                  <p:nvPr/>
                </p:nvSpPr>
                <p:spPr bwMode="auto">
                  <a:xfrm>
                    <a:off x="457" y="1858"/>
                    <a:ext cx="44" cy="23"/>
                  </a:xfrm>
                  <a:custGeom>
                    <a:avLst/>
                    <a:gdLst>
                      <a:gd name="T0" fmla="*/ 0 w 44"/>
                      <a:gd name="T1" fmla="*/ 3 h 23"/>
                      <a:gd name="T2" fmla="*/ 2 w 44"/>
                      <a:gd name="T3" fmla="*/ 0 h 23"/>
                      <a:gd name="T4" fmla="*/ 5 w 44"/>
                      <a:gd name="T5" fmla="*/ 3 h 23"/>
                      <a:gd name="T6" fmla="*/ 8 w 44"/>
                      <a:gd name="T7" fmla="*/ 5 h 23"/>
                      <a:gd name="T8" fmla="*/ 11 w 44"/>
                      <a:gd name="T9" fmla="*/ 7 h 23"/>
                      <a:gd name="T10" fmla="*/ 17 w 44"/>
                      <a:gd name="T11" fmla="*/ 9 h 23"/>
                      <a:gd name="T12" fmla="*/ 23 w 44"/>
                      <a:gd name="T13" fmla="*/ 10 h 23"/>
                      <a:gd name="T14" fmla="*/ 30 w 44"/>
                      <a:gd name="T15" fmla="*/ 12 h 23"/>
                      <a:gd name="T16" fmla="*/ 41 w 44"/>
                      <a:gd name="T17" fmla="*/ 15 h 23"/>
                      <a:gd name="T18" fmla="*/ 43 w 44"/>
                      <a:gd name="T19" fmla="*/ 22 h 23"/>
                      <a:gd name="T20" fmla="*/ 32 w 44"/>
                      <a:gd name="T21" fmla="*/ 18 h 23"/>
                      <a:gd name="T22" fmla="*/ 25 w 44"/>
                      <a:gd name="T23" fmla="*/ 16 h 23"/>
                      <a:gd name="T24" fmla="*/ 19 w 44"/>
                      <a:gd name="T25" fmla="*/ 15 h 23"/>
                      <a:gd name="T26" fmla="*/ 14 w 44"/>
                      <a:gd name="T27" fmla="*/ 15 h 23"/>
                      <a:gd name="T28" fmla="*/ 11 w 44"/>
                      <a:gd name="T29" fmla="*/ 16 h 23"/>
                      <a:gd name="T30" fmla="*/ 8 w 44"/>
                      <a:gd name="T31" fmla="*/ 19 h 23"/>
                      <a:gd name="T32" fmla="*/ 8 w 44"/>
                      <a:gd name="T33" fmla="*/ 16 h 23"/>
                      <a:gd name="T34" fmla="*/ 5 w 44"/>
                      <a:gd name="T35" fmla="*/ 12 h 23"/>
                      <a:gd name="T36" fmla="*/ 2 w 44"/>
                      <a:gd name="T37" fmla="*/ 9 h 23"/>
                      <a:gd name="T38" fmla="*/ 0 w 44"/>
                      <a:gd name="T39" fmla="*/ 6 h 23"/>
                      <a:gd name="T40" fmla="*/ 0 w 44"/>
                      <a:gd name="T41" fmla="*/ 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4" h="23">
                        <a:moveTo>
                          <a:pt x="0" y="3"/>
                        </a:moveTo>
                        <a:lnTo>
                          <a:pt x="2" y="0"/>
                        </a:lnTo>
                        <a:lnTo>
                          <a:pt x="5" y="3"/>
                        </a:lnTo>
                        <a:lnTo>
                          <a:pt x="8" y="5"/>
                        </a:lnTo>
                        <a:lnTo>
                          <a:pt x="11" y="7"/>
                        </a:lnTo>
                        <a:lnTo>
                          <a:pt x="17" y="9"/>
                        </a:lnTo>
                        <a:lnTo>
                          <a:pt x="23" y="10"/>
                        </a:lnTo>
                        <a:lnTo>
                          <a:pt x="30" y="12"/>
                        </a:lnTo>
                        <a:lnTo>
                          <a:pt x="41" y="15"/>
                        </a:lnTo>
                        <a:lnTo>
                          <a:pt x="43" y="22"/>
                        </a:lnTo>
                        <a:lnTo>
                          <a:pt x="32" y="18"/>
                        </a:lnTo>
                        <a:lnTo>
                          <a:pt x="25" y="16"/>
                        </a:lnTo>
                        <a:lnTo>
                          <a:pt x="19" y="15"/>
                        </a:lnTo>
                        <a:lnTo>
                          <a:pt x="14" y="15"/>
                        </a:lnTo>
                        <a:lnTo>
                          <a:pt x="11" y="16"/>
                        </a:lnTo>
                        <a:lnTo>
                          <a:pt x="8" y="19"/>
                        </a:lnTo>
                        <a:lnTo>
                          <a:pt x="8" y="16"/>
                        </a:lnTo>
                        <a:lnTo>
                          <a:pt x="5" y="12"/>
                        </a:lnTo>
                        <a:lnTo>
                          <a:pt x="2" y="9"/>
                        </a:lnTo>
                        <a:lnTo>
                          <a:pt x="0" y="6"/>
                        </a:lnTo>
                        <a:lnTo>
                          <a:pt x="0" y="3"/>
                        </a:lnTo>
                      </a:path>
                    </a:pathLst>
                  </a:custGeom>
                  <a:solidFill>
                    <a:srgbClr val="FFA04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9561" name="Freeform 121">
                    <a:extLst>
                      <a:ext uri="{FF2B5EF4-FFF2-40B4-BE49-F238E27FC236}">
                        <a16:creationId xmlns:a16="http://schemas.microsoft.com/office/drawing/2014/main" id="{178CC95F-583D-482E-87DA-0D6AA5FECAEF}"/>
                      </a:ext>
                    </a:extLst>
                  </p:cNvPr>
                  <p:cNvSpPr>
                    <a:spLocks/>
                  </p:cNvSpPr>
                  <p:nvPr/>
                </p:nvSpPr>
                <p:spPr bwMode="auto">
                  <a:xfrm>
                    <a:off x="462" y="1882"/>
                    <a:ext cx="52" cy="48"/>
                  </a:xfrm>
                  <a:custGeom>
                    <a:avLst/>
                    <a:gdLst>
                      <a:gd name="T0" fmla="*/ 0 w 52"/>
                      <a:gd name="T1" fmla="*/ 7 h 48"/>
                      <a:gd name="T2" fmla="*/ 0 w 52"/>
                      <a:gd name="T3" fmla="*/ 4 h 48"/>
                      <a:gd name="T4" fmla="*/ 0 w 52"/>
                      <a:gd name="T5" fmla="*/ 2 h 48"/>
                      <a:gd name="T6" fmla="*/ 1 w 52"/>
                      <a:gd name="T7" fmla="*/ 0 h 48"/>
                      <a:gd name="T8" fmla="*/ 5 w 52"/>
                      <a:gd name="T9" fmla="*/ 3 h 48"/>
                      <a:gd name="T10" fmla="*/ 11 w 52"/>
                      <a:gd name="T11" fmla="*/ 6 h 48"/>
                      <a:gd name="T12" fmla="*/ 17 w 52"/>
                      <a:gd name="T13" fmla="*/ 8 h 48"/>
                      <a:gd name="T14" fmla="*/ 26 w 52"/>
                      <a:gd name="T15" fmla="*/ 11 h 48"/>
                      <a:gd name="T16" fmla="*/ 38 w 52"/>
                      <a:gd name="T17" fmla="*/ 13 h 48"/>
                      <a:gd name="T18" fmla="*/ 40 w 52"/>
                      <a:gd name="T19" fmla="*/ 18 h 48"/>
                      <a:gd name="T20" fmla="*/ 34 w 52"/>
                      <a:gd name="T21" fmla="*/ 16 h 48"/>
                      <a:gd name="T22" fmla="*/ 28 w 52"/>
                      <a:gd name="T23" fmla="*/ 16 h 48"/>
                      <a:gd name="T24" fmla="*/ 24 w 52"/>
                      <a:gd name="T25" fmla="*/ 16 h 48"/>
                      <a:gd name="T26" fmla="*/ 23 w 52"/>
                      <a:gd name="T27" fmla="*/ 19 h 48"/>
                      <a:gd name="T28" fmla="*/ 25 w 52"/>
                      <a:gd name="T29" fmla="*/ 22 h 48"/>
                      <a:gd name="T30" fmla="*/ 28 w 52"/>
                      <a:gd name="T31" fmla="*/ 26 h 48"/>
                      <a:gd name="T32" fmla="*/ 33 w 52"/>
                      <a:gd name="T33" fmla="*/ 31 h 48"/>
                      <a:gd name="T34" fmla="*/ 40 w 52"/>
                      <a:gd name="T35" fmla="*/ 36 h 48"/>
                      <a:gd name="T36" fmla="*/ 51 w 52"/>
                      <a:gd name="T37" fmla="*/ 42 h 48"/>
                      <a:gd name="T38" fmla="*/ 51 w 52"/>
                      <a:gd name="T39" fmla="*/ 47 h 48"/>
                      <a:gd name="T40" fmla="*/ 46 w 52"/>
                      <a:gd name="T41" fmla="*/ 44 h 48"/>
                      <a:gd name="T42" fmla="*/ 40 w 52"/>
                      <a:gd name="T43" fmla="*/ 41 h 48"/>
                      <a:gd name="T44" fmla="*/ 32 w 52"/>
                      <a:gd name="T45" fmla="*/ 36 h 48"/>
                      <a:gd name="T46" fmla="*/ 25 w 52"/>
                      <a:gd name="T47" fmla="*/ 30 h 48"/>
                      <a:gd name="T48" fmla="*/ 19 w 52"/>
                      <a:gd name="T49" fmla="*/ 26 h 48"/>
                      <a:gd name="T50" fmla="*/ 14 w 52"/>
                      <a:gd name="T51" fmla="*/ 20 h 48"/>
                      <a:gd name="T52" fmla="*/ 9 w 52"/>
                      <a:gd name="T53" fmla="*/ 15 h 48"/>
                      <a:gd name="T54" fmla="*/ 3 w 52"/>
                      <a:gd name="T55" fmla="*/ 11 h 48"/>
                      <a:gd name="T56" fmla="*/ 0 w 52"/>
                      <a:gd name="T57" fmla="*/ 7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2" h="48">
                        <a:moveTo>
                          <a:pt x="0" y="7"/>
                        </a:moveTo>
                        <a:lnTo>
                          <a:pt x="0" y="4"/>
                        </a:lnTo>
                        <a:lnTo>
                          <a:pt x="0" y="2"/>
                        </a:lnTo>
                        <a:lnTo>
                          <a:pt x="1" y="0"/>
                        </a:lnTo>
                        <a:lnTo>
                          <a:pt x="5" y="3"/>
                        </a:lnTo>
                        <a:lnTo>
                          <a:pt x="11" y="6"/>
                        </a:lnTo>
                        <a:lnTo>
                          <a:pt x="17" y="8"/>
                        </a:lnTo>
                        <a:lnTo>
                          <a:pt x="26" y="11"/>
                        </a:lnTo>
                        <a:lnTo>
                          <a:pt x="38" y="13"/>
                        </a:lnTo>
                        <a:lnTo>
                          <a:pt x="40" y="18"/>
                        </a:lnTo>
                        <a:lnTo>
                          <a:pt x="34" y="16"/>
                        </a:lnTo>
                        <a:lnTo>
                          <a:pt x="28" y="16"/>
                        </a:lnTo>
                        <a:lnTo>
                          <a:pt x="24" y="16"/>
                        </a:lnTo>
                        <a:lnTo>
                          <a:pt x="23" y="19"/>
                        </a:lnTo>
                        <a:lnTo>
                          <a:pt x="25" y="22"/>
                        </a:lnTo>
                        <a:lnTo>
                          <a:pt x="28" y="26"/>
                        </a:lnTo>
                        <a:lnTo>
                          <a:pt x="33" y="31"/>
                        </a:lnTo>
                        <a:lnTo>
                          <a:pt x="40" y="36"/>
                        </a:lnTo>
                        <a:lnTo>
                          <a:pt x="51" y="42"/>
                        </a:lnTo>
                        <a:lnTo>
                          <a:pt x="51" y="47"/>
                        </a:lnTo>
                        <a:lnTo>
                          <a:pt x="46" y="44"/>
                        </a:lnTo>
                        <a:lnTo>
                          <a:pt x="40" y="41"/>
                        </a:lnTo>
                        <a:lnTo>
                          <a:pt x="32" y="36"/>
                        </a:lnTo>
                        <a:lnTo>
                          <a:pt x="25" y="30"/>
                        </a:lnTo>
                        <a:lnTo>
                          <a:pt x="19" y="26"/>
                        </a:lnTo>
                        <a:lnTo>
                          <a:pt x="14" y="20"/>
                        </a:lnTo>
                        <a:lnTo>
                          <a:pt x="9" y="15"/>
                        </a:lnTo>
                        <a:lnTo>
                          <a:pt x="3" y="11"/>
                        </a:lnTo>
                        <a:lnTo>
                          <a:pt x="0" y="7"/>
                        </a:lnTo>
                      </a:path>
                    </a:pathLst>
                  </a:custGeom>
                  <a:solidFill>
                    <a:srgbClr val="FFA04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9562" name="Freeform 122">
                    <a:extLst>
                      <a:ext uri="{FF2B5EF4-FFF2-40B4-BE49-F238E27FC236}">
                        <a16:creationId xmlns:a16="http://schemas.microsoft.com/office/drawing/2014/main" id="{C9435DCF-1CCA-4D5B-8831-AC95865C0B81}"/>
                      </a:ext>
                    </a:extLst>
                  </p:cNvPr>
                  <p:cNvSpPr>
                    <a:spLocks/>
                  </p:cNvSpPr>
                  <p:nvPr/>
                </p:nvSpPr>
                <p:spPr bwMode="auto">
                  <a:xfrm>
                    <a:off x="463" y="1797"/>
                    <a:ext cx="22" cy="17"/>
                  </a:xfrm>
                  <a:custGeom>
                    <a:avLst/>
                    <a:gdLst>
                      <a:gd name="T0" fmla="*/ 0 w 22"/>
                      <a:gd name="T1" fmla="*/ 0 h 17"/>
                      <a:gd name="T2" fmla="*/ 2 w 22"/>
                      <a:gd name="T3" fmla="*/ 2 h 17"/>
                      <a:gd name="T4" fmla="*/ 5 w 22"/>
                      <a:gd name="T5" fmla="*/ 4 h 17"/>
                      <a:gd name="T6" fmla="*/ 10 w 22"/>
                      <a:gd name="T7" fmla="*/ 7 h 17"/>
                      <a:gd name="T8" fmla="*/ 14 w 22"/>
                      <a:gd name="T9" fmla="*/ 10 h 17"/>
                      <a:gd name="T10" fmla="*/ 18 w 22"/>
                      <a:gd name="T11" fmla="*/ 12 h 17"/>
                      <a:gd name="T12" fmla="*/ 21 w 22"/>
                      <a:gd name="T13" fmla="*/ 14 h 17"/>
                      <a:gd name="T14" fmla="*/ 15 w 22"/>
                      <a:gd name="T15" fmla="*/ 16 h 17"/>
                      <a:gd name="T16" fmla="*/ 10 w 22"/>
                      <a:gd name="T17" fmla="*/ 14 h 17"/>
                      <a:gd name="T18" fmla="*/ 4 w 22"/>
                      <a:gd name="T19" fmla="*/ 12 h 17"/>
                      <a:gd name="T20" fmla="*/ 0 w 22"/>
                      <a:gd name="T21" fmla="*/ 9 h 17"/>
                      <a:gd name="T22" fmla="*/ 0 w 22"/>
                      <a:gd name="T23" fmla="*/ 7 h 17"/>
                      <a:gd name="T24" fmla="*/ 0 w 22"/>
                      <a:gd name="T25" fmla="*/ 3 h 17"/>
                      <a:gd name="T26" fmla="*/ 0 w 22"/>
                      <a:gd name="T27"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2" h="17">
                        <a:moveTo>
                          <a:pt x="0" y="0"/>
                        </a:moveTo>
                        <a:lnTo>
                          <a:pt x="2" y="2"/>
                        </a:lnTo>
                        <a:lnTo>
                          <a:pt x="5" y="4"/>
                        </a:lnTo>
                        <a:lnTo>
                          <a:pt x="10" y="7"/>
                        </a:lnTo>
                        <a:lnTo>
                          <a:pt x="14" y="10"/>
                        </a:lnTo>
                        <a:lnTo>
                          <a:pt x="18" y="12"/>
                        </a:lnTo>
                        <a:lnTo>
                          <a:pt x="21" y="14"/>
                        </a:lnTo>
                        <a:lnTo>
                          <a:pt x="15" y="16"/>
                        </a:lnTo>
                        <a:lnTo>
                          <a:pt x="10" y="14"/>
                        </a:lnTo>
                        <a:lnTo>
                          <a:pt x="4" y="12"/>
                        </a:lnTo>
                        <a:lnTo>
                          <a:pt x="0" y="9"/>
                        </a:lnTo>
                        <a:lnTo>
                          <a:pt x="0" y="7"/>
                        </a:lnTo>
                        <a:lnTo>
                          <a:pt x="0" y="3"/>
                        </a:lnTo>
                        <a:lnTo>
                          <a:pt x="0" y="0"/>
                        </a:lnTo>
                      </a:path>
                    </a:pathLst>
                  </a:custGeom>
                  <a:solidFill>
                    <a:srgbClr val="FFA04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9563" name="Freeform 123">
                    <a:extLst>
                      <a:ext uri="{FF2B5EF4-FFF2-40B4-BE49-F238E27FC236}">
                        <a16:creationId xmlns:a16="http://schemas.microsoft.com/office/drawing/2014/main" id="{4BC9C5D5-6571-4F47-AE11-A759B10D243F}"/>
                      </a:ext>
                    </a:extLst>
                  </p:cNvPr>
                  <p:cNvSpPr>
                    <a:spLocks/>
                  </p:cNvSpPr>
                  <p:nvPr/>
                </p:nvSpPr>
                <p:spPr bwMode="auto">
                  <a:xfrm>
                    <a:off x="501" y="1794"/>
                    <a:ext cx="180" cy="142"/>
                  </a:xfrm>
                  <a:custGeom>
                    <a:avLst/>
                    <a:gdLst>
                      <a:gd name="T0" fmla="*/ 85 w 180"/>
                      <a:gd name="T1" fmla="*/ 32 h 142"/>
                      <a:gd name="T2" fmla="*/ 71 w 180"/>
                      <a:gd name="T3" fmla="*/ 36 h 142"/>
                      <a:gd name="T4" fmla="*/ 42 w 180"/>
                      <a:gd name="T5" fmla="*/ 40 h 142"/>
                      <a:gd name="T6" fmla="*/ 0 w 180"/>
                      <a:gd name="T7" fmla="*/ 42 h 142"/>
                      <a:gd name="T8" fmla="*/ 50 w 180"/>
                      <a:gd name="T9" fmla="*/ 49 h 142"/>
                      <a:gd name="T10" fmla="*/ 106 w 180"/>
                      <a:gd name="T11" fmla="*/ 46 h 142"/>
                      <a:gd name="T12" fmla="*/ 145 w 180"/>
                      <a:gd name="T13" fmla="*/ 36 h 142"/>
                      <a:gd name="T14" fmla="*/ 158 w 180"/>
                      <a:gd name="T15" fmla="*/ 34 h 142"/>
                      <a:gd name="T16" fmla="*/ 152 w 180"/>
                      <a:gd name="T17" fmla="*/ 42 h 142"/>
                      <a:gd name="T18" fmla="*/ 124 w 180"/>
                      <a:gd name="T19" fmla="*/ 53 h 142"/>
                      <a:gd name="T20" fmla="*/ 74 w 180"/>
                      <a:gd name="T21" fmla="*/ 63 h 142"/>
                      <a:gd name="T22" fmla="*/ 43 w 180"/>
                      <a:gd name="T23" fmla="*/ 71 h 142"/>
                      <a:gd name="T24" fmla="*/ 100 w 180"/>
                      <a:gd name="T25" fmla="*/ 70 h 142"/>
                      <a:gd name="T26" fmla="*/ 138 w 180"/>
                      <a:gd name="T27" fmla="*/ 63 h 142"/>
                      <a:gd name="T28" fmla="*/ 161 w 180"/>
                      <a:gd name="T29" fmla="*/ 56 h 142"/>
                      <a:gd name="T30" fmla="*/ 161 w 180"/>
                      <a:gd name="T31" fmla="*/ 61 h 142"/>
                      <a:gd name="T32" fmla="*/ 142 w 180"/>
                      <a:gd name="T33" fmla="*/ 72 h 142"/>
                      <a:gd name="T34" fmla="*/ 107 w 180"/>
                      <a:gd name="T35" fmla="*/ 83 h 142"/>
                      <a:gd name="T36" fmla="*/ 58 w 180"/>
                      <a:gd name="T37" fmla="*/ 90 h 142"/>
                      <a:gd name="T38" fmla="*/ 74 w 180"/>
                      <a:gd name="T39" fmla="*/ 95 h 142"/>
                      <a:gd name="T40" fmla="*/ 118 w 180"/>
                      <a:gd name="T41" fmla="*/ 93 h 142"/>
                      <a:gd name="T42" fmla="*/ 153 w 180"/>
                      <a:gd name="T43" fmla="*/ 84 h 142"/>
                      <a:gd name="T44" fmla="*/ 157 w 180"/>
                      <a:gd name="T45" fmla="*/ 88 h 142"/>
                      <a:gd name="T46" fmla="*/ 146 w 180"/>
                      <a:gd name="T47" fmla="*/ 96 h 142"/>
                      <a:gd name="T48" fmla="*/ 119 w 180"/>
                      <a:gd name="T49" fmla="*/ 106 h 142"/>
                      <a:gd name="T50" fmla="*/ 88 w 180"/>
                      <a:gd name="T51" fmla="*/ 110 h 142"/>
                      <a:gd name="T52" fmla="*/ 40 w 180"/>
                      <a:gd name="T53" fmla="*/ 111 h 142"/>
                      <a:gd name="T54" fmla="*/ 73 w 180"/>
                      <a:gd name="T55" fmla="*/ 118 h 142"/>
                      <a:gd name="T56" fmla="*/ 104 w 180"/>
                      <a:gd name="T57" fmla="*/ 118 h 142"/>
                      <a:gd name="T58" fmla="*/ 132 w 180"/>
                      <a:gd name="T59" fmla="*/ 114 h 142"/>
                      <a:gd name="T60" fmla="*/ 143 w 180"/>
                      <a:gd name="T61" fmla="*/ 115 h 142"/>
                      <a:gd name="T62" fmla="*/ 137 w 180"/>
                      <a:gd name="T63" fmla="*/ 122 h 142"/>
                      <a:gd name="T64" fmla="*/ 121 w 180"/>
                      <a:gd name="T65" fmla="*/ 127 h 142"/>
                      <a:gd name="T66" fmla="*/ 62 w 180"/>
                      <a:gd name="T67" fmla="*/ 132 h 142"/>
                      <a:gd name="T68" fmla="*/ 110 w 180"/>
                      <a:gd name="T69" fmla="*/ 135 h 142"/>
                      <a:gd name="T70" fmla="*/ 114 w 180"/>
                      <a:gd name="T71" fmla="*/ 140 h 142"/>
                      <a:gd name="T72" fmla="*/ 132 w 180"/>
                      <a:gd name="T73" fmla="*/ 135 h 142"/>
                      <a:gd name="T74" fmla="*/ 145 w 180"/>
                      <a:gd name="T75" fmla="*/ 126 h 142"/>
                      <a:gd name="T76" fmla="*/ 173 w 180"/>
                      <a:gd name="T77" fmla="*/ 92 h 142"/>
                      <a:gd name="T78" fmla="*/ 174 w 180"/>
                      <a:gd name="T79" fmla="*/ 85 h 142"/>
                      <a:gd name="T80" fmla="*/ 170 w 180"/>
                      <a:gd name="T81" fmla="*/ 79 h 142"/>
                      <a:gd name="T82" fmla="*/ 174 w 180"/>
                      <a:gd name="T83" fmla="*/ 72 h 142"/>
                      <a:gd name="T84" fmla="*/ 179 w 180"/>
                      <a:gd name="T85" fmla="*/ 66 h 142"/>
                      <a:gd name="T86" fmla="*/ 175 w 180"/>
                      <a:gd name="T87" fmla="*/ 58 h 142"/>
                      <a:gd name="T88" fmla="*/ 171 w 180"/>
                      <a:gd name="T89" fmla="*/ 52 h 142"/>
                      <a:gd name="T90" fmla="*/ 177 w 180"/>
                      <a:gd name="T91" fmla="*/ 45 h 142"/>
                      <a:gd name="T92" fmla="*/ 176 w 180"/>
                      <a:gd name="T93" fmla="*/ 36 h 142"/>
                      <a:gd name="T94" fmla="*/ 172 w 180"/>
                      <a:gd name="T95" fmla="*/ 30 h 142"/>
                      <a:gd name="T96" fmla="*/ 175 w 180"/>
                      <a:gd name="T97" fmla="*/ 23 h 142"/>
                      <a:gd name="T98" fmla="*/ 179 w 180"/>
                      <a:gd name="T99" fmla="*/ 16 h 142"/>
                      <a:gd name="T100" fmla="*/ 174 w 180"/>
                      <a:gd name="T101" fmla="*/ 9 h 142"/>
                      <a:gd name="T102" fmla="*/ 155 w 180"/>
                      <a:gd name="T103" fmla="*/ 10 h 142"/>
                      <a:gd name="T104" fmla="*/ 116 w 180"/>
                      <a:gd name="T105" fmla="*/ 21 h 142"/>
                      <a:gd name="T106" fmla="*/ 71 w 180"/>
                      <a:gd name="T107" fmla="*/ 27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80" h="142">
                        <a:moveTo>
                          <a:pt x="71" y="27"/>
                        </a:moveTo>
                        <a:lnTo>
                          <a:pt x="45" y="29"/>
                        </a:lnTo>
                        <a:lnTo>
                          <a:pt x="85" y="32"/>
                        </a:lnTo>
                        <a:lnTo>
                          <a:pt x="82" y="34"/>
                        </a:lnTo>
                        <a:lnTo>
                          <a:pt x="77" y="35"/>
                        </a:lnTo>
                        <a:lnTo>
                          <a:pt x="71" y="36"/>
                        </a:lnTo>
                        <a:lnTo>
                          <a:pt x="63" y="38"/>
                        </a:lnTo>
                        <a:lnTo>
                          <a:pt x="54" y="40"/>
                        </a:lnTo>
                        <a:lnTo>
                          <a:pt x="42" y="40"/>
                        </a:lnTo>
                        <a:lnTo>
                          <a:pt x="29" y="42"/>
                        </a:lnTo>
                        <a:lnTo>
                          <a:pt x="15" y="42"/>
                        </a:lnTo>
                        <a:lnTo>
                          <a:pt x="0" y="42"/>
                        </a:lnTo>
                        <a:lnTo>
                          <a:pt x="23" y="47"/>
                        </a:lnTo>
                        <a:lnTo>
                          <a:pt x="37" y="49"/>
                        </a:lnTo>
                        <a:lnTo>
                          <a:pt x="50" y="49"/>
                        </a:lnTo>
                        <a:lnTo>
                          <a:pt x="65" y="49"/>
                        </a:lnTo>
                        <a:lnTo>
                          <a:pt x="87" y="48"/>
                        </a:lnTo>
                        <a:lnTo>
                          <a:pt x="106" y="46"/>
                        </a:lnTo>
                        <a:lnTo>
                          <a:pt x="121" y="42"/>
                        </a:lnTo>
                        <a:lnTo>
                          <a:pt x="138" y="38"/>
                        </a:lnTo>
                        <a:lnTo>
                          <a:pt x="145" y="36"/>
                        </a:lnTo>
                        <a:lnTo>
                          <a:pt x="152" y="34"/>
                        </a:lnTo>
                        <a:lnTo>
                          <a:pt x="156" y="33"/>
                        </a:lnTo>
                        <a:lnTo>
                          <a:pt x="158" y="34"/>
                        </a:lnTo>
                        <a:lnTo>
                          <a:pt x="158" y="36"/>
                        </a:lnTo>
                        <a:lnTo>
                          <a:pt x="157" y="39"/>
                        </a:lnTo>
                        <a:lnTo>
                          <a:pt x="152" y="42"/>
                        </a:lnTo>
                        <a:lnTo>
                          <a:pt x="145" y="46"/>
                        </a:lnTo>
                        <a:lnTo>
                          <a:pt x="136" y="49"/>
                        </a:lnTo>
                        <a:lnTo>
                          <a:pt x="124" y="53"/>
                        </a:lnTo>
                        <a:lnTo>
                          <a:pt x="109" y="57"/>
                        </a:lnTo>
                        <a:lnTo>
                          <a:pt x="91" y="60"/>
                        </a:lnTo>
                        <a:lnTo>
                          <a:pt x="74" y="63"/>
                        </a:lnTo>
                        <a:lnTo>
                          <a:pt x="55" y="65"/>
                        </a:lnTo>
                        <a:lnTo>
                          <a:pt x="23" y="68"/>
                        </a:lnTo>
                        <a:lnTo>
                          <a:pt x="43" y="71"/>
                        </a:lnTo>
                        <a:lnTo>
                          <a:pt x="59" y="73"/>
                        </a:lnTo>
                        <a:lnTo>
                          <a:pt x="79" y="73"/>
                        </a:lnTo>
                        <a:lnTo>
                          <a:pt x="100" y="70"/>
                        </a:lnTo>
                        <a:lnTo>
                          <a:pt x="116" y="68"/>
                        </a:lnTo>
                        <a:lnTo>
                          <a:pt x="128" y="65"/>
                        </a:lnTo>
                        <a:lnTo>
                          <a:pt x="138" y="63"/>
                        </a:lnTo>
                        <a:lnTo>
                          <a:pt x="149" y="59"/>
                        </a:lnTo>
                        <a:lnTo>
                          <a:pt x="157" y="57"/>
                        </a:lnTo>
                        <a:lnTo>
                          <a:pt x="161" y="56"/>
                        </a:lnTo>
                        <a:lnTo>
                          <a:pt x="163" y="56"/>
                        </a:lnTo>
                        <a:lnTo>
                          <a:pt x="162" y="58"/>
                        </a:lnTo>
                        <a:lnTo>
                          <a:pt x="161" y="61"/>
                        </a:lnTo>
                        <a:lnTo>
                          <a:pt x="158" y="64"/>
                        </a:lnTo>
                        <a:lnTo>
                          <a:pt x="150" y="68"/>
                        </a:lnTo>
                        <a:lnTo>
                          <a:pt x="142" y="72"/>
                        </a:lnTo>
                        <a:lnTo>
                          <a:pt x="133" y="75"/>
                        </a:lnTo>
                        <a:lnTo>
                          <a:pt x="121" y="79"/>
                        </a:lnTo>
                        <a:lnTo>
                          <a:pt x="107" y="83"/>
                        </a:lnTo>
                        <a:lnTo>
                          <a:pt x="86" y="87"/>
                        </a:lnTo>
                        <a:lnTo>
                          <a:pt x="71" y="89"/>
                        </a:lnTo>
                        <a:lnTo>
                          <a:pt x="58" y="90"/>
                        </a:lnTo>
                        <a:lnTo>
                          <a:pt x="37" y="91"/>
                        </a:lnTo>
                        <a:lnTo>
                          <a:pt x="58" y="94"/>
                        </a:lnTo>
                        <a:lnTo>
                          <a:pt x="74" y="95"/>
                        </a:lnTo>
                        <a:lnTo>
                          <a:pt x="88" y="95"/>
                        </a:lnTo>
                        <a:lnTo>
                          <a:pt x="103" y="95"/>
                        </a:lnTo>
                        <a:lnTo>
                          <a:pt x="118" y="93"/>
                        </a:lnTo>
                        <a:lnTo>
                          <a:pt x="129" y="91"/>
                        </a:lnTo>
                        <a:lnTo>
                          <a:pt x="138" y="88"/>
                        </a:lnTo>
                        <a:lnTo>
                          <a:pt x="153" y="84"/>
                        </a:lnTo>
                        <a:lnTo>
                          <a:pt x="155" y="84"/>
                        </a:lnTo>
                        <a:lnTo>
                          <a:pt x="157" y="85"/>
                        </a:lnTo>
                        <a:lnTo>
                          <a:pt x="157" y="88"/>
                        </a:lnTo>
                        <a:lnTo>
                          <a:pt x="155" y="90"/>
                        </a:lnTo>
                        <a:lnTo>
                          <a:pt x="151" y="93"/>
                        </a:lnTo>
                        <a:lnTo>
                          <a:pt x="146" y="96"/>
                        </a:lnTo>
                        <a:lnTo>
                          <a:pt x="137" y="100"/>
                        </a:lnTo>
                        <a:lnTo>
                          <a:pt x="128" y="104"/>
                        </a:lnTo>
                        <a:lnTo>
                          <a:pt x="119" y="106"/>
                        </a:lnTo>
                        <a:lnTo>
                          <a:pt x="109" y="108"/>
                        </a:lnTo>
                        <a:lnTo>
                          <a:pt x="100" y="109"/>
                        </a:lnTo>
                        <a:lnTo>
                          <a:pt x="88" y="110"/>
                        </a:lnTo>
                        <a:lnTo>
                          <a:pt x="74" y="111"/>
                        </a:lnTo>
                        <a:lnTo>
                          <a:pt x="61" y="111"/>
                        </a:lnTo>
                        <a:lnTo>
                          <a:pt x="40" y="111"/>
                        </a:lnTo>
                        <a:lnTo>
                          <a:pt x="51" y="114"/>
                        </a:lnTo>
                        <a:lnTo>
                          <a:pt x="62" y="117"/>
                        </a:lnTo>
                        <a:lnTo>
                          <a:pt x="73" y="118"/>
                        </a:lnTo>
                        <a:lnTo>
                          <a:pt x="83" y="118"/>
                        </a:lnTo>
                        <a:lnTo>
                          <a:pt x="93" y="119"/>
                        </a:lnTo>
                        <a:lnTo>
                          <a:pt x="104" y="118"/>
                        </a:lnTo>
                        <a:lnTo>
                          <a:pt x="112" y="118"/>
                        </a:lnTo>
                        <a:lnTo>
                          <a:pt x="121" y="117"/>
                        </a:lnTo>
                        <a:lnTo>
                          <a:pt x="132" y="114"/>
                        </a:lnTo>
                        <a:lnTo>
                          <a:pt x="140" y="113"/>
                        </a:lnTo>
                        <a:lnTo>
                          <a:pt x="143" y="113"/>
                        </a:lnTo>
                        <a:lnTo>
                          <a:pt x="143" y="115"/>
                        </a:lnTo>
                        <a:lnTo>
                          <a:pt x="143" y="117"/>
                        </a:lnTo>
                        <a:lnTo>
                          <a:pt x="140" y="119"/>
                        </a:lnTo>
                        <a:lnTo>
                          <a:pt x="137" y="122"/>
                        </a:lnTo>
                        <a:lnTo>
                          <a:pt x="133" y="123"/>
                        </a:lnTo>
                        <a:lnTo>
                          <a:pt x="128" y="125"/>
                        </a:lnTo>
                        <a:lnTo>
                          <a:pt x="121" y="127"/>
                        </a:lnTo>
                        <a:lnTo>
                          <a:pt x="105" y="129"/>
                        </a:lnTo>
                        <a:lnTo>
                          <a:pt x="91" y="130"/>
                        </a:lnTo>
                        <a:lnTo>
                          <a:pt x="62" y="132"/>
                        </a:lnTo>
                        <a:lnTo>
                          <a:pt x="99" y="134"/>
                        </a:lnTo>
                        <a:lnTo>
                          <a:pt x="107" y="134"/>
                        </a:lnTo>
                        <a:lnTo>
                          <a:pt x="110" y="135"/>
                        </a:lnTo>
                        <a:lnTo>
                          <a:pt x="112" y="136"/>
                        </a:lnTo>
                        <a:lnTo>
                          <a:pt x="112" y="139"/>
                        </a:lnTo>
                        <a:lnTo>
                          <a:pt x="114" y="140"/>
                        </a:lnTo>
                        <a:lnTo>
                          <a:pt x="118" y="141"/>
                        </a:lnTo>
                        <a:lnTo>
                          <a:pt x="126" y="138"/>
                        </a:lnTo>
                        <a:lnTo>
                          <a:pt x="132" y="135"/>
                        </a:lnTo>
                        <a:lnTo>
                          <a:pt x="137" y="133"/>
                        </a:lnTo>
                        <a:lnTo>
                          <a:pt x="141" y="130"/>
                        </a:lnTo>
                        <a:lnTo>
                          <a:pt x="145" y="126"/>
                        </a:lnTo>
                        <a:lnTo>
                          <a:pt x="159" y="111"/>
                        </a:lnTo>
                        <a:lnTo>
                          <a:pt x="169" y="99"/>
                        </a:lnTo>
                        <a:lnTo>
                          <a:pt x="173" y="92"/>
                        </a:lnTo>
                        <a:lnTo>
                          <a:pt x="174" y="89"/>
                        </a:lnTo>
                        <a:lnTo>
                          <a:pt x="174" y="88"/>
                        </a:lnTo>
                        <a:lnTo>
                          <a:pt x="174" y="85"/>
                        </a:lnTo>
                        <a:lnTo>
                          <a:pt x="172" y="83"/>
                        </a:lnTo>
                        <a:lnTo>
                          <a:pt x="171" y="81"/>
                        </a:lnTo>
                        <a:lnTo>
                          <a:pt x="170" y="79"/>
                        </a:lnTo>
                        <a:lnTo>
                          <a:pt x="171" y="76"/>
                        </a:lnTo>
                        <a:lnTo>
                          <a:pt x="172" y="74"/>
                        </a:lnTo>
                        <a:lnTo>
                          <a:pt x="174" y="72"/>
                        </a:lnTo>
                        <a:lnTo>
                          <a:pt x="175" y="70"/>
                        </a:lnTo>
                        <a:lnTo>
                          <a:pt x="177" y="68"/>
                        </a:lnTo>
                        <a:lnTo>
                          <a:pt x="179" y="66"/>
                        </a:lnTo>
                        <a:lnTo>
                          <a:pt x="179" y="63"/>
                        </a:lnTo>
                        <a:lnTo>
                          <a:pt x="177" y="60"/>
                        </a:lnTo>
                        <a:lnTo>
                          <a:pt x="175" y="58"/>
                        </a:lnTo>
                        <a:lnTo>
                          <a:pt x="174" y="56"/>
                        </a:lnTo>
                        <a:lnTo>
                          <a:pt x="172" y="54"/>
                        </a:lnTo>
                        <a:lnTo>
                          <a:pt x="171" y="52"/>
                        </a:lnTo>
                        <a:lnTo>
                          <a:pt x="172" y="50"/>
                        </a:lnTo>
                        <a:lnTo>
                          <a:pt x="174" y="47"/>
                        </a:lnTo>
                        <a:lnTo>
                          <a:pt x="177" y="45"/>
                        </a:lnTo>
                        <a:lnTo>
                          <a:pt x="177" y="42"/>
                        </a:lnTo>
                        <a:lnTo>
                          <a:pt x="177" y="39"/>
                        </a:lnTo>
                        <a:lnTo>
                          <a:pt x="176" y="36"/>
                        </a:lnTo>
                        <a:lnTo>
                          <a:pt x="174" y="34"/>
                        </a:lnTo>
                        <a:lnTo>
                          <a:pt x="173" y="32"/>
                        </a:lnTo>
                        <a:lnTo>
                          <a:pt x="172" y="30"/>
                        </a:lnTo>
                        <a:lnTo>
                          <a:pt x="172" y="27"/>
                        </a:lnTo>
                        <a:lnTo>
                          <a:pt x="174" y="24"/>
                        </a:lnTo>
                        <a:lnTo>
                          <a:pt x="175" y="23"/>
                        </a:lnTo>
                        <a:lnTo>
                          <a:pt x="177" y="21"/>
                        </a:lnTo>
                        <a:lnTo>
                          <a:pt x="179" y="18"/>
                        </a:lnTo>
                        <a:lnTo>
                          <a:pt x="179" y="16"/>
                        </a:lnTo>
                        <a:lnTo>
                          <a:pt x="178" y="14"/>
                        </a:lnTo>
                        <a:lnTo>
                          <a:pt x="176" y="12"/>
                        </a:lnTo>
                        <a:lnTo>
                          <a:pt x="174" y="9"/>
                        </a:lnTo>
                        <a:lnTo>
                          <a:pt x="173" y="6"/>
                        </a:lnTo>
                        <a:lnTo>
                          <a:pt x="173" y="0"/>
                        </a:lnTo>
                        <a:lnTo>
                          <a:pt x="155" y="10"/>
                        </a:lnTo>
                        <a:lnTo>
                          <a:pt x="143" y="14"/>
                        </a:lnTo>
                        <a:lnTo>
                          <a:pt x="131" y="17"/>
                        </a:lnTo>
                        <a:lnTo>
                          <a:pt x="116" y="21"/>
                        </a:lnTo>
                        <a:lnTo>
                          <a:pt x="102" y="23"/>
                        </a:lnTo>
                        <a:lnTo>
                          <a:pt x="89" y="25"/>
                        </a:lnTo>
                        <a:lnTo>
                          <a:pt x="71" y="27"/>
                        </a:lnTo>
                      </a:path>
                    </a:pathLst>
                  </a:custGeom>
                  <a:solidFill>
                    <a:srgbClr val="FFA04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nvGrpSpPr>
              <p:cNvPr id="189564" name="Group 124">
                <a:extLst>
                  <a:ext uri="{FF2B5EF4-FFF2-40B4-BE49-F238E27FC236}">
                    <a16:creationId xmlns:a16="http://schemas.microsoft.com/office/drawing/2014/main" id="{34D04C2D-580E-42FC-A274-9F7891EA1214}"/>
                  </a:ext>
                </a:extLst>
              </p:cNvPr>
              <p:cNvGrpSpPr>
                <a:grpSpLocks/>
              </p:cNvGrpSpPr>
              <p:nvPr/>
            </p:nvGrpSpPr>
            <p:grpSpPr bwMode="auto">
              <a:xfrm>
                <a:off x="606" y="1816"/>
                <a:ext cx="54" cy="90"/>
                <a:chOff x="606" y="1816"/>
                <a:chExt cx="54" cy="90"/>
              </a:xfrm>
            </p:grpSpPr>
            <p:sp>
              <p:nvSpPr>
                <p:cNvPr id="189565" name="Freeform 125">
                  <a:extLst>
                    <a:ext uri="{FF2B5EF4-FFF2-40B4-BE49-F238E27FC236}">
                      <a16:creationId xmlns:a16="http://schemas.microsoft.com/office/drawing/2014/main" id="{A99E0757-02D2-4E69-8271-5B0CB0F261E6}"/>
                    </a:ext>
                  </a:extLst>
                </p:cNvPr>
                <p:cNvSpPr>
                  <a:spLocks/>
                </p:cNvSpPr>
                <p:nvPr/>
              </p:nvSpPr>
              <p:spPr bwMode="auto">
                <a:xfrm>
                  <a:off x="616" y="1840"/>
                  <a:ext cx="42" cy="17"/>
                </a:xfrm>
                <a:custGeom>
                  <a:avLst/>
                  <a:gdLst>
                    <a:gd name="T0" fmla="*/ 41 w 42"/>
                    <a:gd name="T1" fmla="*/ 2 h 17"/>
                    <a:gd name="T2" fmla="*/ 37 w 42"/>
                    <a:gd name="T3" fmla="*/ 0 h 17"/>
                    <a:gd name="T4" fmla="*/ 24 w 42"/>
                    <a:gd name="T5" fmla="*/ 5 h 17"/>
                    <a:gd name="T6" fmla="*/ 12 w 42"/>
                    <a:gd name="T7" fmla="*/ 10 h 17"/>
                    <a:gd name="T8" fmla="*/ 0 w 42"/>
                    <a:gd name="T9" fmla="*/ 13 h 17"/>
                    <a:gd name="T10" fmla="*/ 2 w 42"/>
                    <a:gd name="T11" fmla="*/ 16 h 17"/>
                    <a:gd name="T12" fmla="*/ 10 w 42"/>
                    <a:gd name="T13" fmla="*/ 16 h 17"/>
                    <a:gd name="T14" fmla="*/ 21 w 42"/>
                    <a:gd name="T15" fmla="*/ 14 h 17"/>
                    <a:gd name="T16" fmla="*/ 32 w 42"/>
                    <a:gd name="T17" fmla="*/ 8 h 17"/>
                    <a:gd name="T18" fmla="*/ 41 w 42"/>
                    <a:gd name="T19" fmla="*/ 2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2" h="17">
                      <a:moveTo>
                        <a:pt x="41" y="2"/>
                      </a:moveTo>
                      <a:lnTo>
                        <a:pt x="37" y="0"/>
                      </a:lnTo>
                      <a:lnTo>
                        <a:pt x="24" y="5"/>
                      </a:lnTo>
                      <a:lnTo>
                        <a:pt x="12" y="10"/>
                      </a:lnTo>
                      <a:lnTo>
                        <a:pt x="0" y="13"/>
                      </a:lnTo>
                      <a:lnTo>
                        <a:pt x="2" y="16"/>
                      </a:lnTo>
                      <a:lnTo>
                        <a:pt x="10" y="16"/>
                      </a:lnTo>
                      <a:lnTo>
                        <a:pt x="21" y="14"/>
                      </a:lnTo>
                      <a:lnTo>
                        <a:pt x="32" y="8"/>
                      </a:lnTo>
                      <a:lnTo>
                        <a:pt x="41" y="2"/>
                      </a:lnTo>
                    </a:path>
                  </a:pathLst>
                </a:custGeom>
                <a:solidFill>
                  <a:srgbClr val="FFE0C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9566" name="Freeform 126">
                  <a:extLst>
                    <a:ext uri="{FF2B5EF4-FFF2-40B4-BE49-F238E27FC236}">
                      <a16:creationId xmlns:a16="http://schemas.microsoft.com/office/drawing/2014/main" id="{FDD386A1-62A1-437F-BF24-1835E02B0F33}"/>
                    </a:ext>
                  </a:extLst>
                </p:cNvPr>
                <p:cNvSpPr>
                  <a:spLocks/>
                </p:cNvSpPr>
                <p:nvPr/>
              </p:nvSpPr>
              <p:spPr bwMode="auto">
                <a:xfrm>
                  <a:off x="624" y="1863"/>
                  <a:ext cx="36" cy="17"/>
                </a:xfrm>
                <a:custGeom>
                  <a:avLst/>
                  <a:gdLst>
                    <a:gd name="T0" fmla="*/ 35 w 36"/>
                    <a:gd name="T1" fmla="*/ 2 h 17"/>
                    <a:gd name="T2" fmla="*/ 33 w 36"/>
                    <a:gd name="T3" fmla="*/ 0 h 17"/>
                    <a:gd name="T4" fmla="*/ 21 w 36"/>
                    <a:gd name="T5" fmla="*/ 6 h 17"/>
                    <a:gd name="T6" fmla="*/ 11 w 36"/>
                    <a:gd name="T7" fmla="*/ 10 h 17"/>
                    <a:gd name="T8" fmla="*/ 0 w 36"/>
                    <a:gd name="T9" fmla="*/ 13 h 17"/>
                    <a:gd name="T10" fmla="*/ 2 w 36"/>
                    <a:gd name="T11" fmla="*/ 16 h 17"/>
                    <a:gd name="T12" fmla="*/ 10 w 36"/>
                    <a:gd name="T13" fmla="*/ 16 h 17"/>
                    <a:gd name="T14" fmla="*/ 18 w 36"/>
                    <a:gd name="T15" fmla="*/ 14 h 17"/>
                    <a:gd name="T16" fmla="*/ 26 w 36"/>
                    <a:gd name="T17" fmla="*/ 9 h 17"/>
                    <a:gd name="T18" fmla="*/ 35 w 36"/>
                    <a:gd name="T19" fmla="*/ 2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6" h="17">
                      <a:moveTo>
                        <a:pt x="35" y="2"/>
                      </a:moveTo>
                      <a:lnTo>
                        <a:pt x="33" y="0"/>
                      </a:lnTo>
                      <a:lnTo>
                        <a:pt x="21" y="6"/>
                      </a:lnTo>
                      <a:lnTo>
                        <a:pt x="11" y="10"/>
                      </a:lnTo>
                      <a:lnTo>
                        <a:pt x="0" y="13"/>
                      </a:lnTo>
                      <a:lnTo>
                        <a:pt x="2" y="16"/>
                      </a:lnTo>
                      <a:lnTo>
                        <a:pt x="10" y="16"/>
                      </a:lnTo>
                      <a:lnTo>
                        <a:pt x="18" y="14"/>
                      </a:lnTo>
                      <a:lnTo>
                        <a:pt x="26" y="9"/>
                      </a:lnTo>
                      <a:lnTo>
                        <a:pt x="35" y="2"/>
                      </a:lnTo>
                    </a:path>
                  </a:pathLst>
                </a:custGeom>
                <a:solidFill>
                  <a:srgbClr val="FFE0C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9567" name="Freeform 127">
                  <a:extLst>
                    <a:ext uri="{FF2B5EF4-FFF2-40B4-BE49-F238E27FC236}">
                      <a16:creationId xmlns:a16="http://schemas.microsoft.com/office/drawing/2014/main" id="{A08FB677-7E47-486F-ACE9-CCF5D873EEAC}"/>
                    </a:ext>
                  </a:extLst>
                </p:cNvPr>
                <p:cNvSpPr>
                  <a:spLocks/>
                </p:cNvSpPr>
                <p:nvPr/>
              </p:nvSpPr>
              <p:spPr bwMode="auto">
                <a:xfrm>
                  <a:off x="621" y="1889"/>
                  <a:ext cx="38" cy="17"/>
                </a:xfrm>
                <a:custGeom>
                  <a:avLst/>
                  <a:gdLst>
                    <a:gd name="T0" fmla="*/ 37 w 38"/>
                    <a:gd name="T1" fmla="*/ 2 h 17"/>
                    <a:gd name="T2" fmla="*/ 34 w 38"/>
                    <a:gd name="T3" fmla="*/ 0 h 17"/>
                    <a:gd name="T4" fmla="*/ 23 w 38"/>
                    <a:gd name="T5" fmla="*/ 6 h 17"/>
                    <a:gd name="T6" fmla="*/ 12 w 38"/>
                    <a:gd name="T7" fmla="*/ 10 h 17"/>
                    <a:gd name="T8" fmla="*/ 0 w 38"/>
                    <a:gd name="T9" fmla="*/ 13 h 17"/>
                    <a:gd name="T10" fmla="*/ 2 w 38"/>
                    <a:gd name="T11" fmla="*/ 16 h 17"/>
                    <a:gd name="T12" fmla="*/ 10 w 38"/>
                    <a:gd name="T13" fmla="*/ 15 h 17"/>
                    <a:gd name="T14" fmla="*/ 20 w 38"/>
                    <a:gd name="T15" fmla="*/ 13 h 17"/>
                    <a:gd name="T16" fmla="*/ 30 w 38"/>
                    <a:gd name="T17" fmla="*/ 8 h 17"/>
                    <a:gd name="T18" fmla="*/ 37 w 38"/>
                    <a:gd name="T19" fmla="*/ 2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8" h="17">
                      <a:moveTo>
                        <a:pt x="37" y="2"/>
                      </a:moveTo>
                      <a:lnTo>
                        <a:pt x="34" y="0"/>
                      </a:lnTo>
                      <a:lnTo>
                        <a:pt x="23" y="6"/>
                      </a:lnTo>
                      <a:lnTo>
                        <a:pt x="12" y="10"/>
                      </a:lnTo>
                      <a:lnTo>
                        <a:pt x="0" y="13"/>
                      </a:lnTo>
                      <a:lnTo>
                        <a:pt x="2" y="16"/>
                      </a:lnTo>
                      <a:lnTo>
                        <a:pt x="10" y="15"/>
                      </a:lnTo>
                      <a:lnTo>
                        <a:pt x="20" y="13"/>
                      </a:lnTo>
                      <a:lnTo>
                        <a:pt x="30" y="8"/>
                      </a:lnTo>
                      <a:lnTo>
                        <a:pt x="37" y="2"/>
                      </a:lnTo>
                    </a:path>
                  </a:pathLst>
                </a:custGeom>
                <a:solidFill>
                  <a:srgbClr val="FFE0C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9568" name="Freeform 128">
                  <a:extLst>
                    <a:ext uri="{FF2B5EF4-FFF2-40B4-BE49-F238E27FC236}">
                      <a16:creationId xmlns:a16="http://schemas.microsoft.com/office/drawing/2014/main" id="{20AE46E8-701A-4032-BA46-A1EFD9C7A8B4}"/>
                    </a:ext>
                  </a:extLst>
                </p:cNvPr>
                <p:cNvSpPr>
                  <a:spLocks/>
                </p:cNvSpPr>
                <p:nvPr/>
              </p:nvSpPr>
              <p:spPr bwMode="auto">
                <a:xfrm>
                  <a:off x="606" y="1816"/>
                  <a:ext cx="43" cy="17"/>
                </a:xfrm>
                <a:custGeom>
                  <a:avLst/>
                  <a:gdLst>
                    <a:gd name="T0" fmla="*/ 42 w 43"/>
                    <a:gd name="T1" fmla="*/ 2 h 17"/>
                    <a:gd name="T2" fmla="*/ 37 w 43"/>
                    <a:gd name="T3" fmla="*/ 0 h 17"/>
                    <a:gd name="T4" fmla="*/ 23 w 43"/>
                    <a:gd name="T5" fmla="*/ 5 h 17"/>
                    <a:gd name="T6" fmla="*/ 12 w 43"/>
                    <a:gd name="T7" fmla="*/ 9 h 17"/>
                    <a:gd name="T8" fmla="*/ 0 w 43"/>
                    <a:gd name="T9" fmla="*/ 12 h 17"/>
                    <a:gd name="T10" fmla="*/ 2 w 43"/>
                    <a:gd name="T11" fmla="*/ 16 h 17"/>
                    <a:gd name="T12" fmla="*/ 10 w 43"/>
                    <a:gd name="T13" fmla="*/ 15 h 17"/>
                    <a:gd name="T14" fmla="*/ 20 w 43"/>
                    <a:gd name="T15" fmla="*/ 13 h 17"/>
                    <a:gd name="T16" fmla="*/ 31 w 43"/>
                    <a:gd name="T17" fmla="*/ 9 h 17"/>
                    <a:gd name="T18" fmla="*/ 42 w 43"/>
                    <a:gd name="T19" fmla="*/ 2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3" h="17">
                      <a:moveTo>
                        <a:pt x="42" y="2"/>
                      </a:moveTo>
                      <a:lnTo>
                        <a:pt x="37" y="0"/>
                      </a:lnTo>
                      <a:lnTo>
                        <a:pt x="23" y="5"/>
                      </a:lnTo>
                      <a:lnTo>
                        <a:pt x="12" y="9"/>
                      </a:lnTo>
                      <a:lnTo>
                        <a:pt x="0" y="12"/>
                      </a:lnTo>
                      <a:lnTo>
                        <a:pt x="2" y="16"/>
                      </a:lnTo>
                      <a:lnTo>
                        <a:pt x="10" y="15"/>
                      </a:lnTo>
                      <a:lnTo>
                        <a:pt x="20" y="13"/>
                      </a:lnTo>
                      <a:lnTo>
                        <a:pt x="31" y="9"/>
                      </a:lnTo>
                      <a:lnTo>
                        <a:pt x="42" y="2"/>
                      </a:lnTo>
                    </a:path>
                  </a:pathLst>
                </a:custGeom>
                <a:solidFill>
                  <a:srgbClr val="FFE0C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sp>
          <p:nvSpPr>
            <p:cNvPr id="189569" name="Freeform 129">
              <a:extLst>
                <a:ext uri="{FF2B5EF4-FFF2-40B4-BE49-F238E27FC236}">
                  <a16:creationId xmlns:a16="http://schemas.microsoft.com/office/drawing/2014/main" id="{64E40557-323A-4116-8EB6-CE06B8D15C5E}"/>
                </a:ext>
              </a:extLst>
            </p:cNvPr>
            <p:cNvSpPr>
              <a:spLocks/>
            </p:cNvSpPr>
            <p:nvPr/>
          </p:nvSpPr>
          <p:spPr bwMode="auto">
            <a:xfrm>
              <a:off x="1049" y="1248"/>
              <a:ext cx="277" cy="333"/>
            </a:xfrm>
            <a:custGeom>
              <a:avLst/>
              <a:gdLst>
                <a:gd name="T0" fmla="*/ 353 w 494"/>
                <a:gd name="T1" fmla="*/ 572 h 594"/>
                <a:gd name="T2" fmla="*/ 357 w 494"/>
                <a:gd name="T3" fmla="*/ 567 h 594"/>
                <a:gd name="T4" fmla="*/ 359 w 494"/>
                <a:gd name="T5" fmla="*/ 563 h 594"/>
                <a:gd name="T6" fmla="*/ 362 w 494"/>
                <a:gd name="T7" fmla="*/ 550 h 594"/>
                <a:gd name="T8" fmla="*/ 381 w 494"/>
                <a:gd name="T9" fmla="*/ 454 h 594"/>
                <a:gd name="T10" fmla="*/ 395 w 494"/>
                <a:gd name="T11" fmla="*/ 420 h 594"/>
                <a:gd name="T12" fmla="*/ 408 w 494"/>
                <a:gd name="T13" fmla="*/ 396 h 594"/>
                <a:gd name="T14" fmla="*/ 433 w 494"/>
                <a:gd name="T15" fmla="*/ 360 h 594"/>
                <a:gd name="T16" fmla="*/ 458 w 494"/>
                <a:gd name="T17" fmla="*/ 324 h 594"/>
                <a:gd name="T18" fmla="*/ 476 w 494"/>
                <a:gd name="T19" fmla="*/ 291 h 594"/>
                <a:gd name="T20" fmla="*/ 487 w 494"/>
                <a:gd name="T21" fmla="*/ 258 h 594"/>
                <a:gd name="T22" fmla="*/ 493 w 494"/>
                <a:gd name="T23" fmla="*/ 216 h 594"/>
                <a:gd name="T24" fmla="*/ 489 w 494"/>
                <a:gd name="T25" fmla="*/ 178 h 594"/>
                <a:gd name="T26" fmla="*/ 478 w 494"/>
                <a:gd name="T27" fmla="*/ 141 h 594"/>
                <a:gd name="T28" fmla="*/ 461 w 494"/>
                <a:gd name="T29" fmla="*/ 107 h 594"/>
                <a:gd name="T30" fmla="*/ 431 w 494"/>
                <a:gd name="T31" fmla="*/ 72 h 594"/>
                <a:gd name="T32" fmla="*/ 399 w 494"/>
                <a:gd name="T33" fmla="*/ 47 h 594"/>
                <a:gd name="T34" fmla="*/ 359 w 494"/>
                <a:gd name="T35" fmla="*/ 24 h 594"/>
                <a:gd name="T36" fmla="*/ 311 w 494"/>
                <a:gd name="T37" fmla="*/ 7 h 594"/>
                <a:gd name="T38" fmla="*/ 272 w 494"/>
                <a:gd name="T39" fmla="*/ 0 h 594"/>
                <a:gd name="T40" fmla="*/ 228 w 494"/>
                <a:gd name="T41" fmla="*/ 0 h 594"/>
                <a:gd name="T42" fmla="*/ 190 w 494"/>
                <a:gd name="T43" fmla="*/ 5 h 594"/>
                <a:gd name="T44" fmla="*/ 153 w 494"/>
                <a:gd name="T45" fmla="*/ 15 h 594"/>
                <a:gd name="T46" fmla="*/ 121 w 494"/>
                <a:gd name="T47" fmla="*/ 29 h 594"/>
                <a:gd name="T48" fmla="*/ 88 w 494"/>
                <a:gd name="T49" fmla="*/ 49 h 594"/>
                <a:gd name="T50" fmla="*/ 59 w 494"/>
                <a:gd name="T51" fmla="*/ 73 h 594"/>
                <a:gd name="T52" fmla="*/ 34 w 494"/>
                <a:gd name="T53" fmla="*/ 100 h 594"/>
                <a:gd name="T54" fmla="*/ 12 w 494"/>
                <a:gd name="T55" fmla="*/ 139 h 594"/>
                <a:gd name="T56" fmla="*/ 1 w 494"/>
                <a:gd name="T57" fmla="*/ 179 h 594"/>
                <a:gd name="T58" fmla="*/ 0 w 494"/>
                <a:gd name="T59" fmla="*/ 214 h 594"/>
                <a:gd name="T60" fmla="*/ 3 w 494"/>
                <a:gd name="T61" fmla="*/ 252 h 594"/>
                <a:gd name="T62" fmla="*/ 14 w 494"/>
                <a:gd name="T63" fmla="*/ 290 h 594"/>
                <a:gd name="T64" fmla="*/ 34 w 494"/>
                <a:gd name="T65" fmla="*/ 326 h 594"/>
                <a:gd name="T66" fmla="*/ 58 w 494"/>
                <a:gd name="T67" fmla="*/ 361 h 594"/>
                <a:gd name="T68" fmla="*/ 90 w 494"/>
                <a:gd name="T69" fmla="*/ 409 h 594"/>
                <a:gd name="T70" fmla="*/ 104 w 494"/>
                <a:gd name="T71" fmla="*/ 436 h 594"/>
                <a:gd name="T72" fmla="*/ 114 w 494"/>
                <a:gd name="T73" fmla="*/ 467 h 594"/>
                <a:gd name="T74" fmla="*/ 121 w 494"/>
                <a:gd name="T75" fmla="*/ 511 h 594"/>
                <a:gd name="T76" fmla="*/ 128 w 494"/>
                <a:gd name="T77" fmla="*/ 549 h 594"/>
                <a:gd name="T78" fmla="*/ 132 w 494"/>
                <a:gd name="T79" fmla="*/ 564 h 594"/>
                <a:gd name="T80" fmla="*/ 134 w 494"/>
                <a:gd name="T81" fmla="*/ 567 h 594"/>
                <a:gd name="T82" fmla="*/ 140 w 494"/>
                <a:gd name="T83" fmla="*/ 573 h 594"/>
                <a:gd name="T84" fmla="*/ 154 w 494"/>
                <a:gd name="T85" fmla="*/ 580 h 594"/>
                <a:gd name="T86" fmla="*/ 171 w 494"/>
                <a:gd name="T87" fmla="*/ 585 h 594"/>
                <a:gd name="T88" fmla="*/ 190 w 494"/>
                <a:gd name="T89" fmla="*/ 589 h 594"/>
                <a:gd name="T90" fmla="*/ 209 w 494"/>
                <a:gd name="T91" fmla="*/ 591 h 594"/>
                <a:gd name="T92" fmla="*/ 228 w 494"/>
                <a:gd name="T93" fmla="*/ 592 h 594"/>
                <a:gd name="T94" fmla="*/ 245 w 494"/>
                <a:gd name="T95" fmla="*/ 593 h 594"/>
                <a:gd name="T96" fmla="*/ 265 w 494"/>
                <a:gd name="T97" fmla="*/ 592 h 594"/>
                <a:gd name="T98" fmla="*/ 284 w 494"/>
                <a:gd name="T99" fmla="*/ 591 h 594"/>
                <a:gd name="T100" fmla="*/ 302 w 494"/>
                <a:gd name="T101" fmla="*/ 588 h 594"/>
                <a:gd name="T102" fmla="*/ 319 w 494"/>
                <a:gd name="T103" fmla="*/ 585 h 594"/>
                <a:gd name="T104" fmla="*/ 335 w 494"/>
                <a:gd name="T105" fmla="*/ 580 h 5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494" h="594">
                  <a:moveTo>
                    <a:pt x="345" y="577"/>
                  </a:moveTo>
                  <a:lnTo>
                    <a:pt x="349" y="574"/>
                  </a:lnTo>
                  <a:lnTo>
                    <a:pt x="353" y="572"/>
                  </a:lnTo>
                  <a:lnTo>
                    <a:pt x="354" y="570"/>
                  </a:lnTo>
                  <a:lnTo>
                    <a:pt x="356" y="568"/>
                  </a:lnTo>
                  <a:lnTo>
                    <a:pt x="357" y="567"/>
                  </a:lnTo>
                  <a:lnTo>
                    <a:pt x="358" y="566"/>
                  </a:lnTo>
                  <a:lnTo>
                    <a:pt x="358" y="565"/>
                  </a:lnTo>
                  <a:lnTo>
                    <a:pt x="359" y="563"/>
                  </a:lnTo>
                  <a:lnTo>
                    <a:pt x="360" y="561"/>
                  </a:lnTo>
                  <a:lnTo>
                    <a:pt x="360" y="559"/>
                  </a:lnTo>
                  <a:lnTo>
                    <a:pt x="362" y="550"/>
                  </a:lnTo>
                  <a:lnTo>
                    <a:pt x="376" y="473"/>
                  </a:lnTo>
                  <a:lnTo>
                    <a:pt x="379" y="462"/>
                  </a:lnTo>
                  <a:lnTo>
                    <a:pt x="381" y="454"/>
                  </a:lnTo>
                  <a:lnTo>
                    <a:pt x="385" y="443"/>
                  </a:lnTo>
                  <a:lnTo>
                    <a:pt x="390" y="431"/>
                  </a:lnTo>
                  <a:lnTo>
                    <a:pt x="395" y="420"/>
                  </a:lnTo>
                  <a:lnTo>
                    <a:pt x="400" y="411"/>
                  </a:lnTo>
                  <a:lnTo>
                    <a:pt x="404" y="403"/>
                  </a:lnTo>
                  <a:lnTo>
                    <a:pt x="408" y="396"/>
                  </a:lnTo>
                  <a:lnTo>
                    <a:pt x="416" y="383"/>
                  </a:lnTo>
                  <a:lnTo>
                    <a:pt x="424" y="371"/>
                  </a:lnTo>
                  <a:lnTo>
                    <a:pt x="433" y="360"/>
                  </a:lnTo>
                  <a:lnTo>
                    <a:pt x="439" y="351"/>
                  </a:lnTo>
                  <a:lnTo>
                    <a:pt x="451" y="335"/>
                  </a:lnTo>
                  <a:lnTo>
                    <a:pt x="458" y="324"/>
                  </a:lnTo>
                  <a:lnTo>
                    <a:pt x="465" y="314"/>
                  </a:lnTo>
                  <a:lnTo>
                    <a:pt x="470" y="304"/>
                  </a:lnTo>
                  <a:lnTo>
                    <a:pt x="476" y="291"/>
                  </a:lnTo>
                  <a:lnTo>
                    <a:pt x="480" y="280"/>
                  </a:lnTo>
                  <a:lnTo>
                    <a:pt x="484" y="268"/>
                  </a:lnTo>
                  <a:lnTo>
                    <a:pt x="487" y="258"/>
                  </a:lnTo>
                  <a:lnTo>
                    <a:pt x="490" y="247"/>
                  </a:lnTo>
                  <a:lnTo>
                    <a:pt x="492" y="232"/>
                  </a:lnTo>
                  <a:lnTo>
                    <a:pt x="493" y="216"/>
                  </a:lnTo>
                  <a:lnTo>
                    <a:pt x="493" y="201"/>
                  </a:lnTo>
                  <a:lnTo>
                    <a:pt x="491" y="189"/>
                  </a:lnTo>
                  <a:lnTo>
                    <a:pt x="489" y="178"/>
                  </a:lnTo>
                  <a:lnTo>
                    <a:pt x="487" y="167"/>
                  </a:lnTo>
                  <a:lnTo>
                    <a:pt x="483" y="154"/>
                  </a:lnTo>
                  <a:lnTo>
                    <a:pt x="478" y="141"/>
                  </a:lnTo>
                  <a:lnTo>
                    <a:pt x="473" y="129"/>
                  </a:lnTo>
                  <a:lnTo>
                    <a:pt x="468" y="117"/>
                  </a:lnTo>
                  <a:lnTo>
                    <a:pt x="461" y="107"/>
                  </a:lnTo>
                  <a:lnTo>
                    <a:pt x="451" y="94"/>
                  </a:lnTo>
                  <a:lnTo>
                    <a:pt x="441" y="82"/>
                  </a:lnTo>
                  <a:lnTo>
                    <a:pt x="431" y="72"/>
                  </a:lnTo>
                  <a:lnTo>
                    <a:pt x="421" y="63"/>
                  </a:lnTo>
                  <a:lnTo>
                    <a:pt x="411" y="55"/>
                  </a:lnTo>
                  <a:lnTo>
                    <a:pt x="399" y="47"/>
                  </a:lnTo>
                  <a:lnTo>
                    <a:pt x="388" y="39"/>
                  </a:lnTo>
                  <a:lnTo>
                    <a:pt x="374" y="32"/>
                  </a:lnTo>
                  <a:lnTo>
                    <a:pt x="359" y="24"/>
                  </a:lnTo>
                  <a:lnTo>
                    <a:pt x="344" y="17"/>
                  </a:lnTo>
                  <a:lnTo>
                    <a:pt x="327" y="12"/>
                  </a:lnTo>
                  <a:lnTo>
                    <a:pt x="311" y="7"/>
                  </a:lnTo>
                  <a:lnTo>
                    <a:pt x="299" y="5"/>
                  </a:lnTo>
                  <a:lnTo>
                    <a:pt x="285" y="2"/>
                  </a:lnTo>
                  <a:lnTo>
                    <a:pt x="272" y="0"/>
                  </a:lnTo>
                  <a:lnTo>
                    <a:pt x="257" y="0"/>
                  </a:lnTo>
                  <a:lnTo>
                    <a:pt x="243" y="0"/>
                  </a:lnTo>
                  <a:lnTo>
                    <a:pt x="228" y="0"/>
                  </a:lnTo>
                  <a:lnTo>
                    <a:pt x="215" y="0"/>
                  </a:lnTo>
                  <a:lnTo>
                    <a:pt x="201" y="3"/>
                  </a:lnTo>
                  <a:lnTo>
                    <a:pt x="190" y="5"/>
                  </a:lnTo>
                  <a:lnTo>
                    <a:pt x="177" y="8"/>
                  </a:lnTo>
                  <a:lnTo>
                    <a:pt x="164" y="11"/>
                  </a:lnTo>
                  <a:lnTo>
                    <a:pt x="153" y="15"/>
                  </a:lnTo>
                  <a:lnTo>
                    <a:pt x="142" y="19"/>
                  </a:lnTo>
                  <a:lnTo>
                    <a:pt x="132" y="24"/>
                  </a:lnTo>
                  <a:lnTo>
                    <a:pt x="121" y="29"/>
                  </a:lnTo>
                  <a:lnTo>
                    <a:pt x="111" y="35"/>
                  </a:lnTo>
                  <a:lnTo>
                    <a:pt x="99" y="42"/>
                  </a:lnTo>
                  <a:lnTo>
                    <a:pt x="88" y="49"/>
                  </a:lnTo>
                  <a:lnTo>
                    <a:pt x="79" y="56"/>
                  </a:lnTo>
                  <a:lnTo>
                    <a:pt x="69" y="64"/>
                  </a:lnTo>
                  <a:lnTo>
                    <a:pt x="59" y="73"/>
                  </a:lnTo>
                  <a:lnTo>
                    <a:pt x="50" y="81"/>
                  </a:lnTo>
                  <a:lnTo>
                    <a:pt x="42" y="89"/>
                  </a:lnTo>
                  <a:lnTo>
                    <a:pt x="34" y="100"/>
                  </a:lnTo>
                  <a:lnTo>
                    <a:pt x="25" y="112"/>
                  </a:lnTo>
                  <a:lnTo>
                    <a:pt x="17" y="126"/>
                  </a:lnTo>
                  <a:lnTo>
                    <a:pt x="12" y="139"/>
                  </a:lnTo>
                  <a:lnTo>
                    <a:pt x="8" y="153"/>
                  </a:lnTo>
                  <a:lnTo>
                    <a:pt x="3" y="166"/>
                  </a:lnTo>
                  <a:lnTo>
                    <a:pt x="1" y="179"/>
                  </a:lnTo>
                  <a:lnTo>
                    <a:pt x="0" y="191"/>
                  </a:lnTo>
                  <a:lnTo>
                    <a:pt x="0" y="203"/>
                  </a:lnTo>
                  <a:lnTo>
                    <a:pt x="0" y="214"/>
                  </a:lnTo>
                  <a:lnTo>
                    <a:pt x="0" y="227"/>
                  </a:lnTo>
                  <a:lnTo>
                    <a:pt x="0" y="238"/>
                  </a:lnTo>
                  <a:lnTo>
                    <a:pt x="3" y="252"/>
                  </a:lnTo>
                  <a:lnTo>
                    <a:pt x="5" y="264"/>
                  </a:lnTo>
                  <a:lnTo>
                    <a:pt x="9" y="277"/>
                  </a:lnTo>
                  <a:lnTo>
                    <a:pt x="14" y="290"/>
                  </a:lnTo>
                  <a:lnTo>
                    <a:pt x="20" y="303"/>
                  </a:lnTo>
                  <a:lnTo>
                    <a:pt x="27" y="314"/>
                  </a:lnTo>
                  <a:lnTo>
                    <a:pt x="34" y="326"/>
                  </a:lnTo>
                  <a:lnTo>
                    <a:pt x="43" y="338"/>
                  </a:lnTo>
                  <a:lnTo>
                    <a:pt x="50" y="349"/>
                  </a:lnTo>
                  <a:lnTo>
                    <a:pt x="58" y="361"/>
                  </a:lnTo>
                  <a:lnTo>
                    <a:pt x="66" y="373"/>
                  </a:lnTo>
                  <a:lnTo>
                    <a:pt x="78" y="390"/>
                  </a:lnTo>
                  <a:lnTo>
                    <a:pt x="90" y="409"/>
                  </a:lnTo>
                  <a:lnTo>
                    <a:pt x="96" y="418"/>
                  </a:lnTo>
                  <a:lnTo>
                    <a:pt x="100" y="426"/>
                  </a:lnTo>
                  <a:lnTo>
                    <a:pt x="104" y="436"/>
                  </a:lnTo>
                  <a:lnTo>
                    <a:pt x="108" y="446"/>
                  </a:lnTo>
                  <a:lnTo>
                    <a:pt x="111" y="456"/>
                  </a:lnTo>
                  <a:lnTo>
                    <a:pt x="114" y="467"/>
                  </a:lnTo>
                  <a:lnTo>
                    <a:pt x="116" y="482"/>
                  </a:lnTo>
                  <a:lnTo>
                    <a:pt x="120" y="498"/>
                  </a:lnTo>
                  <a:lnTo>
                    <a:pt x="121" y="511"/>
                  </a:lnTo>
                  <a:lnTo>
                    <a:pt x="124" y="527"/>
                  </a:lnTo>
                  <a:lnTo>
                    <a:pt x="126" y="539"/>
                  </a:lnTo>
                  <a:lnTo>
                    <a:pt x="128" y="549"/>
                  </a:lnTo>
                  <a:lnTo>
                    <a:pt x="130" y="559"/>
                  </a:lnTo>
                  <a:lnTo>
                    <a:pt x="132" y="561"/>
                  </a:lnTo>
                  <a:lnTo>
                    <a:pt x="132" y="564"/>
                  </a:lnTo>
                  <a:lnTo>
                    <a:pt x="132" y="565"/>
                  </a:lnTo>
                  <a:lnTo>
                    <a:pt x="133" y="566"/>
                  </a:lnTo>
                  <a:lnTo>
                    <a:pt x="134" y="567"/>
                  </a:lnTo>
                  <a:lnTo>
                    <a:pt x="136" y="569"/>
                  </a:lnTo>
                  <a:lnTo>
                    <a:pt x="138" y="571"/>
                  </a:lnTo>
                  <a:lnTo>
                    <a:pt x="140" y="573"/>
                  </a:lnTo>
                  <a:lnTo>
                    <a:pt x="144" y="576"/>
                  </a:lnTo>
                  <a:lnTo>
                    <a:pt x="148" y="577"/>
                  </a:lnTo>
                  <a:lnTo>
                    <a:pt x="154" y="580"/>
                  </a:lnTo>
                  <a:lnTo>
                    <a:pt x="160" y="582"/>
                  </a:lnTo>
                  <a:lnTo>
                    <a:pt x="166" y="584"/>
                  </a:lnTo>
                  <a:lnTo>
                    <a:pt x="171" y="585"/>
                  </a:lnTo>
                  <a:lnTo>
                    <a:pt x="176" y="586"/>
                  </a:lnTo>
                  <a:lnTo>
                    <a:pt x="183" y="587"/>
                  </a:lnTo>
                  <a:lnTo>
                    <a:pt x="190" y="589"/>
                  </a:lnTo>
                  <a:lnTo>
                    <a:pt x="195" y="589"/>
                  </a:lnTo>
                  <a:lnTo>
                    <a:pt x="202" y="590"/>
                  </a:lnTo>
                  <a:lnTo>
                    <a:pt x="209" y="591"/>
                  </a:lnTo>
                  <a:lnTo>
                    <a:pt x="215" y="592"/>
                  </a:lnTo>
                  <a:lnTo>
                    <a:pt x="221" y="592"/>
                  </a:lnTo>
                  <a:lnTo>
                    <a:pt x="228" y="592"/>
                  </a:lnTo>
                  <a:lnTo>
                    <a:pt x="234" y="593"/>
                  </a:lnTo>
                  <a:lnTo>
                    <a:pt x="240" y="593"/>
                  </a:lnTo>
                  <a:lnTo>
                    <a:pt x="245" y="593"/>
                  </a:lnTo>
                  <a:lnTo>
                    <a:pt x="251" y="593"/>
                  </a:lnTo>
                  <a:lnTo>
                    <a:pt x="259" y="593"/>
                  </a:lnTo>
                  <a:lnTo>
                    <a:pt x="265" y="592"/>
                  </a:lnTo>
                  <a:lnTo>
                    <a:pt x="270" y="592"/>
                  </a:lnTo>
                  <a:lnTo>
                    <a:pt x="277" y="592"/>
                  </a:lnTo>
                  <a:lnTo>
                    <a:pt x="284" y="591"/>
                  </a:lnTo>
                  <a:lnTo>
                    <a:pt x="290" y="590"/>
                  </a:lnTo>
                  <a:lnTo>
                    <a:pt x="297" y="589"/>
                  </a:lnTo>
                  <a:lnTo>
                    <a:pt x="302" y="588"/>
                  </a:lnTo>
                  <a:lnTo>
                    <a:pt x="308" y="587"/>
                  </a:lnTo>
                  <a:lnTo>
                    <a:pt x="314" y="586"/>
                  </a:lnTo>
                  <a:lnTo>
                    <a:pt x="319" y="585"/>
                  </a:lnTo>
                  <a:lnTo>
                    <a:pt x="325" y="584"/>
                  </a:lnTo>
                  <a:lnTo>
                    <a:pt x="330" y="582"/>
                  </a:lnTo>
                  <a:lnTo>
                    <a:pt x="335" y="580"/>
                  </a:lnTo>
                  <a:lnTo>
                    <a:pt x="340" y="578"/>
                  </a:lnTo>
                  <a:lnTo>
                    <a:pt x="345" y="577"/>
                  </a:lnTo>
                </a:path>
              </a:pathLst>
            </a:custGeom>
            <a:solidFill>
              <a:srgbClr val="FF9900"/>
            </a:solidFill>
            <a:ln w="12700" cap="rnd" cmpd="sng">
              <a:solidFill>
                <a:srgbClr val="FFFFFF"/>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9570" name="Freeform 130">
              <a:extLst>
                <a:ext uri="{FF2B5EF4-FFF2-40B4-BE49-F238E27FC236}">
                  <a16:creationId xmlns:a16="http://schemas.microsoft.com/office/drawing/2014/main" id="{E82CDD40-0CB6-4367-B769-2FE1F3BB7619}"/>
                </a:ext>
              </a:extLst>
            </p:cNvPr>
            <p:cNvSpPr>
              <a:spLocks/>
            </p:cNvSpPr>
            <p:nvPr/>
          </p:nvSpPr>
          <p:spPr bwMode="auto">
            <a:xfrm>
              <a:off x="1242" y="1290"/>
              <a:ext cx="48" cy="50"/>
            </a:xfrm>
            <a:custGeom>
              <a:avLst/>
              <a:gdLst>
                <a:gd name="T0" fmla="*/ 0 w 84"/>
                <a:gd name="T1" fmla="*/ 0 h 89"/>
                <a:gd name="T2" fmla="*/ 22 w 84"/>
                <a:gd name="T3" fmla="*/ 9 h 89"/>
                <a:gd name="T4" fmla="*/ 42 w 84"/>
                <a:gd name="T5" fmla="*/ 19 h 89"/>
                <a:gd name="T6" fmla="*/ 57 w 84"/>
                <a:gd name="T7" fmla="*/ 30 h 89"/>
                <a:gd name="T8" fmla="*/ 67 w 84"/>
                <a:gd name="T9" fmla="*/ 41 h 89"/>
                <a:gd name="T10" fmla="*/ 74 w 84"/>
                <a:gd name="T11" fmla="*/ 52 h 89"/>
                <a:gd name="T12" fmla="*/ 79 w 84"/>
                <a:gd name="T13" fmla="*/ 62 h 89"/>
                <a:gd name="T14" fmla="*/ 83 w 84"/>
                <a:gd name="T15" fmla="*/ 73 h 89"/>
                <a:gd name="T16" fmla="*/ 54 w 84"/>
                <a:gd name="T17" fmla="*/ 88 h 89"/>
                <a:gd name="T18" fmla="*/ 50 w 84"/>
                <a:gd name="T19" fmla="*/ 73 h 89"/>
                <a:gd name="T20" fmla="*/ 46 w 84"/>
                <a:gd name="T21" fmla="*/ 58 h 89"/>
                <a:gd name="T22" fmla="*/ 39 w 84"/>
                <a:gd name="T23" fmla="*/ 42 h 89"/>
                <a:gd name="T24" fmla="*/ 30 w 84"/>
                <a:gd name="T25" fmla="*/ 29 h 89"/>
                <a:gd name="T26" fmla="*/ 18 w 84"/>
                <a:gd name="T27" fmla="*/ 15 h 89"/>
                <a:gd name="T28" fmla="*/ 0 w 84"/>
                <a:gd name="T29" fmla="*/ 0 h 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4" h="89">
                  <a:moveTo>
                    <a:pt x="0" y="0"/>
                  </a:moveTo>
                  <a:lnTo>
                    <a:pt x="22" y="9"/>
                  </a:lnTo>
                  <a:lnTo>
                    <a:pt x="42" y="19"/>
                  </a:lnTo>
                  <a:lnTo>
                    <a:pt x="57" y="30"/>
                  </a:lnTo>
                  <a:lnTo>
                    <a:pt x="67" y="41"/>
                  </a:lnTo>
                  <a:lnTo>
                    <a:pt x="74" y="52"/>
                  </a:lnTo>
                  <a:lnTo>
                    <a:pt x="79" y="62"/>
                  </a:lnTo>
                  <a:lnTo>
                    <a:pt x="83" y="73"/>
                  </a:lnTo>
                  <a:lnTo>
                    <a:pt x="54" y="88"/>
                  </a:lnTo>
                  <a:lnTo>
                    <a:pt x="50" y="73"/>
                  </a:lnTo>
                  <a:lnTo>
                    <a:pt x="46" y="58"/>
                  </a:lnTo>
                  <a:lnTo>
                    <a:pt x="39" y="42"/>
                  </a:lnTo>
                  <a:lnTo>
                    <a:pt x="30" y="29"/>
                  </a:lnTo>
                  <a:lnTo>
                    <a:pt x="18" y="15"/>
                  </a:lnTo>
                  <a:lnTo>
                    <a:pt x="0" y="0"/>
                  </a:lnTo>
                </a:path>
              </a:pathLst>
            </a:custGeom>
            <a:solidFill>
              <a:srgbClr val="FFFF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89571" name="Group 131">
            <a:extLst>
              <a:ext uri="{FF2B5EF4-FFF2-40B4-BE49-F238E27FC236}">
                <a16:creationId xmlns:a16="http://schemas.microsoft.com/office/drawing/2014/main" id="{6BC585B8-D1FD-43BB-B959-46C9931C4452}"/>
              </a:ext>
            </a:extLst>
          </p:cNvPr>
          <p:cNvGrpSpPr>
            <a:grpSpLocks/>
          </p:cNvGrpSpPr>
          <p:nvPr/>
        </p:nvGrpSpPr>
        <p:grpSpPr bwMode="auto">
          <a:xfrm>
            <a:off x="2908300" y="1697038"/>
            <a:ext cx="439738" cy="682625"/>
            <a:chOff x="2212" y="1248"/>
            <a:chExt cx="277" cy="430"/>
          </a:xfrm>
        </p:grpSpPr>
        <p:grpSp>
          <p:nvGrpSpPr>
            <p:cNvPr id="189572" name="Group 132">
              <a:extLst>
                <a:ext uri="{FF2B5EF4-FFF2-40B4-BE49-F238E27FC236}">
                  <a16:creationId xmlns:a16="http://schemas.microsoft.com/office/drawing/2014/main" id="{DB5137A3-8339-48F7-BBEF-FD96DAFB042F}"/>
                </a:ext>
              </a:extLst>
            </p:cNvPr>
            <p:cNvGrpSpPr>
              <a:grpSpLocks/>
            </p:cNvGrpSpPr>
            <p:nvPr/>
          </p:nvGrpSpPr>
          <p:grpSpPr bwMode="auto">
            <a:xfrm>
              <a:off x="2287" y="1579"/>
              <a:ext cx="126" cy="99"/>
              <a:chOff x="1755" y="1792"/>
              <a:chExt cx="224" cy="177"/>
            </a:xfrm>
          </p:grpSpPr>
          <p:grpSp>
            <p:nvGrpSpPr>
              <p:cNvPr id="189573" name="Group 133">
                <a:extLst>
                  <a:ext uri="{FF2B5EF4-FFF2-40B4-BE49-F238E27FC236}">
                    <a16:creationId xmlns:a16="http://schemas.microsoft.com/office/drawing/2014/main" id="{B07369A2-409E-46CA-9562-CF6E2933AAA4}"/>
                  </a:ext>
                </a:extLst>
              </p:cNvPr>
              <p:cNvGrpSpPr>
                <a:grpSpLocks/>
              </p:cNvGrpSpPr>
              <p:nvPr/>
            </p:nvGrpSpPr>
            <p:grpSpPr bwMode="auto">
              <a:xfrm>
                <a:off x="1755" y="1792"/>
                <a:ext cx="224" cy="177"/>
                <a:chOff x="1755" y="1792"/>
                <a:chExt cx="224" cy="177"/>
              </a:xfrm>
            </p:grpSpPr>
            <p:grpSp>
              <p:nvGrpSpPr>
                <p:cNvPr id="189574" name="Group 134">
                  <a:extLst>
                    <a:ext uri="{FF2B5EF4-FFF2-40B4-BE49-F238E27FC236}">
                      <a16:creationId xmlns:a16="http://schemas.microsoft.com/office/drawing/2014/main" id="{115EA920-2B34-4870-8199-4B685680D146}"/>
                    </a:ext>
                  </a:extLst>
                </p:cNvPr>
                <p:cNvGrpSpPr>
                  <a:grpSpLocks/>
                </p:cNvGrpSpPr>
                <p:nvPr/>
              </p:nvGrpSpPr>
              <p:grpSpPr bwMode="auto">
                <a:xfrm>
                  <a:off x="1811" y="1927"/>
                  <a:ext cx="123" cy="42"/>
                  <a:chOff x="1811" y="1927"/>
                  <a:chExt cx="123" cy="42"/>
                </a:xfrm>
              </p:grpSpPr>
              <p:sp>
                <p:nvSpPr>
                  <p:cNvPr id="189575" name="Freeform 135">
                    <a:extLst>
                      <a:ext uri="{FF2B5EF4-FFF2-40B4-BE49-F238E27FC236}">
                        <a16:creationId xmlns:a16="http://schemas.microsoft.com/office/drawing/2014/main" id="{8DE2B653-C95F-467A-A4F0-ECB5A55DF64A}"/>
                      </a:ext>
                    </a:extLst>
                  </p:cNvPr>
                  <p:cNvSpPr>
                    <a:spLocks/>
                  </p:cNvSpPr>
                  <p:nvPr/>
                </p:nvSpPr>
                <p:spPr bwMode="auto">
                  <a:xfrm>
                    <a:off x="1811" y="1927"/>
                    <a:ext cx="123" cy="42"/>
                  </a:xfrm>
                  <a:custGeom>
                    <a:avLst/>
                    <a:gdLst>
                      <a:gd name="T0" fmla="*/ 0 w 123"/>
                      <a:gd name="T1" fmla="*/ 0 h 42"/>
                      <a:gd name="T2" fmla="*/ 24 w 123"/>
                      <a:gd name="T3" fmla="*/ 32 h 42"/>
                      <a:gd name="T4" fmla="*/ 26 w 123"/>
                      <a:gd name="T5" fmla="*/ 34 h 42"/>
                      <a:gd name="T6" fmla="*/ 29 w 123"/>
                      <a:gd name="T7" fmla="*/ 35 h 42"/>
                      <a:gd name="T8" fmla="*/ 33 w 123"/>
                      <a:gd name="T9" fmla="*/ 37 h 42"/>
                      <a:gd name="T10" fmla="*/ 37 w 123"/>
                      <a:gd name="T11" fmla="*/ 38 h 42"/>
                      <a:gd name="T12" fmla="*/ 42 w 123"/>
                      <a:gd name="T13" fmla="*/ 39 h 42"/>
                      <a:gd name="T14" fmla="*/ 46 w 123"/>
                      <a:gd name="T15" fmla="*/ 39 h 42"/>
                      <a:gd name="T16" fmla="*/ 50 w 123"/>
                      <a:gd name="T17" fmla="*/ 40 h 42"/>
                      <a:gd name="T18" fmla="*/ 54 w 123"/>
                      <a:gd name="T19" fmla="*/ 40 h 42"/>
                      <a:gd name="T20" fmla="*/ 59 w 123"/>
                      <a:gd name="T21" fmla="*/ 41 h 42"/>
                      <a:gd name="T22" fmla="*/ 62 w 123"/>
                      <a:gd name="T23" fmla="*/ 41 h 42"/>
                      <a:gd name="T24" fmla="*/ 68 w 123"/>
                      <a:gd name="T25" fmla="*/ 40 h 42"/>
                      <a:gd name="T26" fmla="*/ 72 w 123"/>
                      <a:gd name="T27" fmla="*/ 40 h 42"/>
                      <a:gd name="T28" fmla="*/ 77 w 123"/>
                      <a:gd name="T29" fmla="*/ 39 h 42"/>
                      <a:gd name="T30" fmla="*/ 81 w 123"/>
                      <a:gd name="T31" fmla="*/ 39 h 42"/>
                      <a:gd name="T32" fmla="*/ 85 w 123"/>
                      <a:gd name="T33" fmla="*/ 38 h 42"/>
                      <a:gd name="T34" fmla="*/ 89 w 123"/>
                      <a:gd name="T35" fmla="*/ 37 h 42"/>
                      <a:gd name="T36" fmla="*/ 93 w 123"/>
                      <a:gd name="T37" fmla="*/ 35 h 42"/>
                      <a:gd name="T38" fmla="*/ 95 w 123"/>
                      <a:gd name="T39" fmla="*/ 34 h 42"/>
                      <a:gd name="T40" fmla="*/ 97 w 123"/>
                      <a:gd name="T41" fmla="*/ 33 h 42"/>
                      <a:gd name="T42" fmla="*/ 99 w 123"/>
                      <a:gd name="T43" fmla="*/ 31 h 42"/>
                      <a:gd name="T44" fmla="*/ 122 w 123"/>
                      <a:gd name="T45" fmla="*/ 0 h 42"/>
                      <a:gd name="T46" fmla="*/ 0 w 123"/>
                      <a:gd name="T47" fmla="*/ 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3" h="42">
                        <a:moveTo>
                          <a:pt x="0" y="0"/>
                        </a:moveTo>
                        <a:lnTo>
                          <a:pt x="24" y="32"/>
                        </a:lnTo>
                        <a:lnTo>
                          <a:pt x="26" y="34"/>
                        </a:lnTo>
                        <a:lnTo>
                          <a:pt x="29" y="35"/>
                        </a:lnTo>
                        <a:lnTo>
                          <a:pt x="33" y="37"/>
                        </a:lnTo>
                        <a:lnTo>
                          <a:pt x="37" y="38"/>
                        </a:lnTo>
                        <a:lnTo>
                          <a:pt x="42" y="39"/>
                        </a:lnTo>
                        <a:lnTo>
                          <a:pt x="46" y="39"/>
                        </a:lnTo>
                        <a:lnTo>
                          <a:pt x="50" y="40"/>
                        </a:lnTo>
                        <a:lnTo>
                          <a:pt x="54" y="40"/>
                        </a:lnTo>
                        <a:lnTo>
                          <a:pt x="59" y="41"/>
                        </a:lnTo>
                        <a:lnTo>
                          <a:pt x="62" y="41"/>
                        </a:lnTo>
                        <a:lnTo>
                          <a:pt x="68" y="40"/>
                        </a:lnTo>
                        <a:lnTo>
                          <a:pt x="72" y="40"/>
                        </a:lnTo>
                        <a:lnTo>
                          <a:pt x="77" y="39"/>
                        </a:lnTo>
                        <a:lnTo>
                          <a:pt x="81" y="39"/>
                        </a:lnTo>
                        <a:lnTo>
                          <a:pt x="85" y="38"/>
                        </a:lnTo>
                        <a:lnTo>
                          <a:pt x="89" y="37"/>
                        </a:lnTo>
                        <a:lnTo>
                          <a:pt x="93" y="35"/>
                        </a:lnTo>
                        <a:lnTo>
                          <a:pt x="95" y="34"/>
                        </a:lnTo>
                        <a:lnTo>
                          <a:pt x="97" y="33"/>
                        </a:lnTo>
                        <a:lnTo>
                          <a:pt x="99" y="31"/>
                        </a:lnTo>
                        <a:lnTo>
                          <a:pt x="122" y="0"/>
                        </a:lnTo>
                        <a:lnTo>
                          <a:pt x="0" y="0"/>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9576" name="Freeform 136">
                    <a:extLst>
                      <a:ext uri="{FF2B5EF4-FFF2-40B4-BE49-F238E27FC236}">
                        <a16:creationId xmlns:a16="http://schemas.microsoft.com/office/drawing/2014/main" id="{90B97935-8546-4A44-B458-549ABEF258AE}"/>
                      </a:ext>
                    </a:extLst>
                  </p:cNvPr>
                  <p:cNvSpPr>
                    <a:spLocks/>
                  </p:cNvSpPr>
                  <p:nvPr/>
                </p:nvSpPr>
                <p:spPr bwMode="auto">
                  <a:xfrm>
                    <a:off x="1830" y="1927"/>
                    <a:ext cx="56" cy="42"/>
                  </a:xfrm>
                  <a:custGeom>
                    <a:avLst/>
                    <a:gdLst>
                      <a:gd name="T0" fmla="*/ 0 w 56"/>
                      <a:gd name="T1" fmla="*/ 0 h 42"/>
                      <a:gd name="T2" fmla="*/ 15 w 56"/>
                      <a:gd name="T3" fmla="*/ 37 h 42"/>
                      <a:gd name="T4" fmla="*/ 18 w 56"/>
                      <a:gd name="T5" fmla="*/ 38 h 42"/>
                      <a:gd name="T6" fmla="*/ 23 w 56"/>
                      <a:gd name="T7" fmla="*/ 39 h 42"/>
                      <a:gd name="T8" fmla="*/ 27 w 56"/>
                      <a:gd name="T9" fmla="*/ 39 h 42"/>
                      <a:gd name="T10" fmla="*/ 31 w 56"/>
                      <a:gd name="T11" fmla="*/ 40 h 42"/>
                      <a:gd name="T12" fmla="*/ 35 w 56"/>
                      <a:gd name="T13" fmla="*/ 40 h 42"/>
                      <a:gd name="T14" fmla="*/ 40 w 56"/>
                      <a:gd name="T15" fmla="*/ 41 h 42"/>
                      <a:gd name="T16" fmla="*/ 44 w 56"/>
                      <a:gd name="T17" fmla="*/ 41 h 42"/>
                      <a:gd name="T18" fmla="*/ 49 w 56"/>
                      <a:gd name="T19" fmla="*/ 40 h 42"/>
                      <a:gd name="T20" fmla="*/ 55 w 56"/>
                      <a:gd name="T21" fmla="*/ 0 h 42"/>
                      <a:gd name="T22" fmla="*/ 0 w 56"/>
                      <a:gd name="T23" fmla="*/ 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56" h="42">
                        <a:moveTo>
                          <a:pt x="0" y="0"/>
                        </a:moveTo>
                        <a:lnTo>
                          <a:pt x="15" y="37"/>
                        </a:lnTo>
                        <a:lnTo>
                          <a:pt x="18" y="38"/>
                        </a:lnTo>
                        <a:lnTo>
                          <a:pt x="23" y="39"/>
                        </a:lnTo>
                        <a:lnTo>
                          <a:pt x="27" y="39"/>
                        </a:lnTo>
                        <a:lnTo>
                          <a:pt x="31" y="40"/>
                        </a:lnTo>
                        <a:lnTo>
                          <a:pt x="35" y="40"/>
                        </a:lnTo>
                        <a:lnTo>
                          <a:pt x="40" y="41"/>
                        </a:lnTo>
                        <a:lnTo>
                          <a:pt x="44" y="41"/>
                        </a:lnTo>
                        <a:lnTo>
                          <a:pt x="49" y="40"/>
                        </a:lnTo>
                        <a:lnTo>
                          <a:pt x="55" y="0"/>
                        </a:lnTo>
                        <a:lnTo>
                          <a:pt x="0" y="0"/>
                        </a:lnTo>
                      </a:path>
                    </a:pathLst>
                  </a:custGeom>
                  <a:solidFill>
                    <a:srgbClr val="40404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89577" name="Group 137">
                  <a:extLst>
                    <a:ext uri="{FF2B5EF4-FFF2-40B4-BE49-F238E27FC236}">
                      <a16:creationId xmlns:a16="http://schemas.microsoft.com/office/drawing/2014/main" id="{44B0DA36-BA20-4181-B86E-D2230DAE8BE1}"/>
                    </a:ext>
                  </a:extLst>
                </p:cNvPr>
                <p:cNvGrpSpPr>
                  <a:grpSpLocks/>
                </p:cNvGrpSpPr>
                <p:nvPr/>
              </p:nvGrpSpPr>
              <p:grpSpPr bwMode="auto">
                <a:xfrm>
                  <a:off x="1755" y="1792"/>
                  <a:ext cx="224" cy="148"/>
                  <a:chOff x="1755" y="1792"/>
                  <a:chExt cx="224" cy="148"/>
                </a:xfrm>
              </p:grpSpPr>
              <p:sp>
                <p:nvSpPr>
                  <p:cNvPr id="189578" name="Freeform 138">
                    <a:extLst>
                      <a:ext uri="{FF2B5EF4-FFF2-40B4-BE49-F238E27FC236}">
                        <a16:creationId xmlns:a16="http://schemas.microsoft.com/office/drawing/2014/main" id="{B1922561-1E1A-45D5-BA83-8CD2A3F5B9E1}"/>
                      </a:ext>
                    </a:extLst>
                  </p:cNvPr>
                  <p:cNvSpPr>
                    <a:spLocks/>
                  </p:cNvSpPr>
                  <p:nvPr/>
                </p:nvSpPr>
                <p:spPr bwMode="auto">
                  <a:xfrm>
                    <a:off x="1755" y="1792"/>
                    <a:ext cx="224" cy="148"/>
                  </a:xfrm>
                  <a:custGeom>
                    <a:avLst/>
                    <a:gdLst>
                      <a:gd name="T0" fmla="*/ 5 w 224"/>
                      <a:gd name="T1" fmla="*/ 4 h 148"/>
                      <a:gd name="T2" fmla="*/ 6 w 224"/>
                      <a:gd name="T3" fmla="*/ 7 h 148"/>
                      <a:gd name="T4" fmla="*/ 5 w 224"/>
                      <a:gd name="T5" fmla="*/ 15 h 148"/>
                      <a:gd name="T6" fmla="*/ 3 w 224"/>
                      <a:gd name="T7" fmla="*/ 19 h 148"/>
                      <a:gd name="T8" fmla="*/ 1 w 224"/>
                      <a:gd name="T9" fmla="*/ 25 h 148"/>
                      <a:gd name="T10" fmla="*/ 4 w 224"/>
                      <a:gd name="T11" fmla="*/ 30 h 148"/>
                      <a:gd name="T12" fmla="*/ 8 w 224"/>
                      <a:gd name="T13" fmla="*/ 36 h 148"/>
                      <a:gd name="T14" fmla="*/ 7 w 224"/>
                      <a:gd name="T15" fmla="*/ 39 h 148"/>
                      <a:gd name="T16" fmla="*/ 3 w 224"/>
                      <a:gd name="T17" fmla="*/ 44 h 148"/>
                      <a:gd name="T18" fmla="*/ 1 w 224"/>
                      <a:gd name="T19" fmla="*/ 48 h 148"/>
                      <a:gd name="T20" fmla="*/ 4 w 224"/>
                      <a:gd name="T21" fmla="*/ 53 h 148"/>
                      <a:gd name="T22" fmla="*/ 7 w 224"/>
                      <a:gd name="T23" fmla="*/ 56 h 148"/>
                      <a:gd name="T24" fmla="*/ 7 w 224"/>
                      <a:gd name="T25" fmla="*/ 61 h 148"/>
                      <a:gd name="T26" fmla="*/ 3 w 224"/>
                      <a:gd name="T27" fmla="*/ 66 h 148"/>
                      <a:gd name="T28" fmla="*/ 0 w 224"/>
                      <a:gd name="T29" fmla="*/ 71 h 148"/>
                      <a:gd name="T30" fmla="*/ 3 w 224"/>
                      <a:gd name="T31" fmla="*/ 76 h 148"/>
                      <a:gd name="T32" fmla="*/ 8 w 224"/>
                      <a:gd name="T33" fmla="*/ 80 h 148"/>
                      <a:gd name="T34" fmla="*/ 8 w 224"/>
                      <a:gd name="T35" fmla="*/ 88 h 148"/>
                      <a:gd name="T36" fmla="*/ 4 w 224"/>
                      <a:gd name="T37" fmla="*/ 92 h 148"/>
                      <a:gd name="T38" fmla="*/ 5 w 224"/>
                      <a:gd name="T39" fmla="*/ 96 h 148"/>
                      <a:gd name="T40" fmla="*/ 10 w 224"/>
                      <a:gd name="T41" fmla="*/ 102 h 148"/>
                      <a:gd name="T42" fmla="*/ 26 w 224"/>
                      <a:gd name="T43" fmla="*/ 117 h 148"/>
                      <a:gd name="T44" fmla="*/ 40 w 224"/>
                      <a:gd name="T45" fmla="*/ 128 h 148"/>
                      <a:gd name="T46" fmla="*/ 53 w 224"/>
                      <a:gd name="T47" fmla="*/ 135 h 148"/>
                      <a:gd name="T48" fmla="*/ 76 w 224"/>
                      <a:gd name="T49" fmla="*/ 143 h 148"/>
                      <a:gd name="T50" fmla="*/ 98 w 224"/>
                      <a:gd name="T51" fmla="*/ 146 h 148"/>
                      <a:gd name="T52" fmla="*/ 127 w 224"/>
                      <a:gd name="T53" fmla="*/ 146 h 148"/>
                      <a:gd name="T54" fmla="*/ 152 w 224"/>
                      <a:gd name="T55" fmla="*/ 144 h 148"/>
                      <a:gd name="T56" fmla="*/ 170 w 224"/>
                      <a:gd name="T57" fmla="*/ 140 h 148"/>
                      <a:gd name="T58" fmla="*/ 181 w 224"/>
                      <a:gd name="T59" fmla="*/ 134 h 148"/>
                      <a:gd name="T60" fmla="*/ 189 w 224"/>
                      <a:gd name="T61" fmla="*/ 128 h 148"/>
                      <a:gd name="T62" fmla="*/ 213 w 224"/>
                      <a:gd name="T63" fmla="*/ 100 h 148"/>
                      <a:gd name="T64" fmla="*/ 218 w 224"/>
                      <a:gd name="T65" fmla="*/ 91 h 148"/>
                      <a:gd name="T66" fmla="*/ 218 w 224"/>
                      <a:gd name="T67" fmla="*/ 87 h 148"/>
                      <a:gd name="T68" fmla="*/ 215 w 224"/>
                      <a:gd name="T69" fmla="*/ 83 h 148"/>
                      <a:gd name="T70" fmla="*/ 215 w 224"/>
                      <a:gd name="T71" fmla="*/ 77 h 148"/>
                      <a:gd name="T72" fmla="*/ 218 w 224"/>
                      <a:gd name="T73" fmla="*/ 73 h 148"/>
                      <a:gd name="T74" fmla="*/ 221 w 224"/>
                      <a:gd name="T75" fmla="*/ 69 h 148"/>
                      <a:gd name="T76" fmla="*/ 223 w 224"/>
                      <a:gd name="T77" fmla="*/ 64 h 148"/>
                      <a:gd name="T78" fmla="*/ 219 w 224"/>
                      <a:gd name="T79" fmla="*/ 60 h 148"/>
                      <a:gd name="T80" fmla="*/ 216 w 224"/>
                      <a:gd name="T81" fmla="*/ 56 h 148"/>
                      <a:gd name="T82" fmla="*/ 216 w 224"/>
                      <a:gd name="T83" fmla="*/ 52 h 148"/>
                      <a:gd name="T84" fmla="*/ 221 w 224"/>
                      <a:gd name="T85" fmla="*/ 46 h 148"/>
                      <a:gd name="T86" fmla="*/ 221 w 224"/>
                      <a:gd name="T87" fmla="*/ 41 h 148"/>
                      <a:gd name="T88" fmla="*/ 218 w 224"/>
                      <a:gd name="T89" fmla="*/ 36 h 148"/>
                      <a:gd name="T90" fmla="*/ 216 w 224"/>
                      <a:gd name="T91" fmla="*/ 31 h 148"/>
                      <a:gd name="T92" fmla="*/ 218 w 224"/>
                      <a:gd name="T93" fmla="*/ 26 h 148"/>
                      <a:gd name="T94" fmla="*/ 221 w 224"/>
                      <a:gd name="T95" fmla="*/ 23 h 148"/>
                      <a:gd name="T96" fmla="*/ 223 w 224"/>
                      <a:gd name="T97" fmla="*/ 18 h 148"/>
                      <a:gd name="T98" fmla="*/ 220 w 224"/>
                      <a:gd name="T99" fmla="*/ 13 h 148"/>
                      <a:gd name="T100" fmla="*/ 217 w 224"/>
                      <a:gd name="T101" fmla="*/ 8 h 148"/>
                      <a:gd name="T102" fmla="*/ 218 w 224"/>
                      <a:gd name="T103" fmla="*/ 3 h 148"/>
                      <a:gd name="T104" fmla="*/ 6 w 224"/>
                      <a:gd name="T105" fmla="*/ 0 h 1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224" h="148">
                        <a:moveTo>
                          <a:pt x="6" y="0"/>
                        </a:moveTo>
                        <a:lnTo>
                          <a:pt x="5" y="4"/>
                        </a:lnTo>
                        <a:lnTo>
                          <a:pt x="5" y="5"/>
                        </a:lnTo>
                        <a:lnTo>
                          <a:pt x="6" y="7"/>
                        </a:lnTo>
                        <a:lnTo>
                          <a:pt x="6" y="12"/>
                        </a:lnTo>
                        <a:lnTo>
                          <a:pt x="5" y="15"/>
                        </a:lnTo>
                        <a:lnTo>
                          <a:pt x="4" y="17"/>
                        </a:lnTo>
                        <a:lnTo>
                          <a:pt x="3" y="19"/>
                        </a:lnTo>
                        <a:lnTo>
                          <a:pt x="1" y="23"/>
                        </a:lnTo>
                        <a:lnTo>
                          <a:pt x="1" y="25"/>
                        </a:lnTo>
                        <a:lnTo>
                          <a:pt x="3" y="28"/>
                        </a:lnTo>
                        <a:lnTo>
                          <a:pt x="4" y="30"/>
                        </a:lnTo>
                        <a:lnTo>
                          <a:pt x="7" y="33"/>
                        </a:lnTo>
                        <a:lnTo>
                          <a:pt x="8" y="36"/>
                        </a:lnTo>
                        <a:lnTo>
                          <a:pt x="8" y="37"/>
                        </a:lnTo>
                        <a:lnTo>
                          <a:pt x="7" y="39"/>
                        </a:lnTo>
                        <a:lnTo>
                          <a:pt x="5" y="41"/>
                        </a:lnTo>
                        <a:lnTo>
                          <a:pt x="3" y="44"/>
                        </a:lnTo>
                        <a:lnTo>
                          <a:pt x="1" y="46"/>
                        </a:lnTo>
                        <a:lnTo>
                          <a:pt x="1" y="48"/>
                        </a:lnTo>
                        <a:lnTo>
                          <a:pt x="3" y="50"/>
                        </a:lnTo>
                        <a:lnTo>
                          <a:pt x="4" y="53"/>
                        </a:lnTo>
                        <a:lnTo>
                          <a:pt x="6" y="55"/>
                        </a:lnTo>
                        <a:lnTo>
                          <a:pt x="7" y="56"/>
                        </a:lnTo>
                        <a:lnTo>
                          <a:pt x="8" y="58"/>
                        </a:lnTo>
                        <a:lnTo>
                          <a:pt x="7" y="61"/>
                        </a:lnTo>
                        <a:lnTo>
                          <a:pt x="5" y="64"/>
                        </a:lnTo>
                        <a:lnTo>
                          <a:pt x="3" y="66"/>
                        </a:lnTo>
                        <a:lnTo>
                          <a:pt x="0" y="69"/>
                        </a:lnTo>
                        <a:lnTo>
                          <a:pt x="0" y="71"/>
                        </a:lnTo>
                        <a:lnTo>
                          <a:pt x="1" y="73"/>
                        </a:lnTo>
                        <a:lnTo>
                          <a:pt x="3" y="76"/>
                        </a:lnTo>
                        <a:lnTo>
                          <a:pt x="5" y="78"/>
                        </a:lnTo>
                        <a:lnTo>
                          <a:pt x="8" y="80"/>
                        </a:lnTo>
                        <a:lnTo>
                          <a:pt x="9" y="84"/>
                        </a:lnTo>
                        <a:lnTo>
                          <a:pt x="8" y="88"/>
                        </a:lnTo>
                        <a:lnTo>
                          <a:pt x="5" y="91"/>
                        </a:lnTo>
                        <a:lnTo>
                          <a:pt x="4" y="92"/>
                        </a:lnTo>
                        <a:lnTo>
                          <a:pt x="4" y="95"/>
                        </a:lnTo>
                        <a:lnTo>
                          <a:pt x="5" y="96"/>
                        </a:lnTo>
                        <a:lnTo>
                          <a:pt x="7" y="98"/>
                        </a:lnTo>
                        <a:lnTo>
                          <a:pt x="10" y="102"/>
                        </a:lnTo>
                        <a:lnTo>
                          <a:pt x="15" y="108"/>
                        </a:lnTo>
                        <a:lnTo>
                          <a:pt x="26" y="117"/>
                        </a:lnTo>
                        <a:lnTo>
                          <a:pt x="35" y="124"/>
                        </a:lnTo>
                        <a:lnTo>
                          <a:pt x="40" y="128"/>
                        </a:lnTo>
                        <a:lnTo>
                          <a:pt x="46" y="131"/>
                        </a:lnTo>
                        <a:lnTo>
                          <a:pt x="53" y="135"/>
                        </a:lnTo>
                        <a:lnTo>
                          <a:pt x="62" y="139"/>
                        </a:lnTo>
                        <a:lnTo>
                          <a:pt x="76" y="143"/>
                        </a:lnTo>
                        <a:lnTo>
                          <a:pt x="87" y="145"/>
                        </a:lnTo>
                        <a:lnTo>
                          <a:pt x="98" y="146"/>
                        </a:lnTo>
                        <a:lnTo>
                          <a:pt x="112" y="147"/>
                        </a:lnTo>
                        <a:lnTo>
                          <a:pt x="127" y="146"/>
                        </a:lnTo>
                        <a:lnTo>
                          <a:pt x="140" y="146"/>
                        </a:lnTo>
                        <a:lnTo>
                          <a:pt x="152" y="144"/>
                        </a:lnTo>
                        <a:lnTo>
                          <a:pt x="162" y="142"/>
                        </a:lnTo>
                        <a:lnTo>
                          <a:pt x="170" y="140"/>
                        </a:lnTo>
                        <a:lnTo>
                          <a:pt x="176" y="137"/>
                        </a:lnTo>
                        <a:lnTo>
                          <a:pt x="181" y="134"/>
                        </a:lnTo>
                        <a:lnTo>
                          <a:pt x="185" y="132"/>
                        </a:lnTo>
                        <a:lnTo>
                          <a:pt x="189" y="128"/>
                        </a:lnTo>
                        <a:lnTo>
                          <a:pt x="203" y="113"/>
                        </a:lnTo>
                        <a:lnTo>
                          <a:pt x="213" y="100"/>
                        </a:lnTo>
                        <a:lnTo>
                          <a:pt x="217" y="94"/>
                        </a:lnTo>
                        <a:lnTo>
                          <a:pt x="218" y="91"/>
                        </a:lnTo>
                        <a:lnTo>
                          <a:pt x="218" y="89"/>
                        </a:lnTo>
                        <a:lnTo>
                          <a:pt x="218" y="87"/>
                        </a:lnTo>
                        <a:lnTo>
                          <a:pt x="216" y="84"/>
                        </a:lnTo>
                        <a:lnTo>
                          <a:pt x="215" y="83"/>
                        </a:lnTo>
                        <a:lnTo>
                          <a:pt x="214" y="80"/>
                        </a:lnTo>
                        <a:lnTo>
                          <a:pt x="215" y="77"/>
                        </a:lnTo>
                        <a:lnTo>
                          <a:pt x="216" y="76"/>
                        </a:lnTo>
                        <a:lnTo>
                          <a:pt x="218" y="73"/>
                        </a:lnTo>
                        <a:lnTo>
                          <a:pt x="219" y="72"/>
                        </a:lnTo>
                        <a:lnTo>
                          <a:pt x="221" y="69"/>
                        </a:lnTo>
                        <a:lnTo>
                          <a:pt x="223" y="67"/>
                        </a:lnTo>
                        <a:lnTo>
                          <a:pt x="223" y="64"/>
                        </a:lnTo>
                        <a:lnTo>
                          <a:pt x="221" y="62"/>
                        </a:lnTo>
                        <a:lnTo>
                          <a:pt x="219" y="60"/>
                        </a:lnTo>
                        <a:lnTo>
                          <a:pt x="218" y="58"/>
                        </a:lnTo>
                        <a:lnTo>
                          <a:pt x="216" y="56"/>
                        </a:lnTo>
                        <a:lnTo>
                          <a:pt x="215" y="54"/>
                        </a:lnTo>
                        <a:lnTo>
                          <a:pt x="216" y="52"/>
                        </a:lnTo>
                        <a:lnTo>
                          <a:pt x="218" y="49"/>
                        </a:lnTo>
                        <a:lnTo>
                          <a:pt x="221" y="46"/>
                        </a:lnTo>
                        <a:lnTo>
                          <a:pt x="221" y="44"/>
                        </a:lnTo>
                        <a:lnTo>
                          <a:pt x="221" y="41"/>
                        </a:lnTo>
                        <a:lnTo>
                          <a:pt x="220" y="38"/>
                        </a:lnTo>
                        <a:lnTo>
                          <a:pt x="218" y="36"/>
                        </a:lnTo>
                        <a:lnTo>
                          <a:pt x="217" y="34"/>
                        </a:lnTo>
                        <a:lnTo>
                          <a:pt x="216" y="31"/>
                        </a:lnTo>
                        <a:lnTo>
                          <a:pt x="216" y="29"/>
                        </a:lnTo>
                        <a:lnTo>
                          <a:pt x="218" y="26"/>
                        </a:lnTo>
                        <a:lnTo>
                          <a:pt x="219" y="24"/>
                        </a:lnTo>
                        <a:lnTo>
                          <a:pt x="221" y="23"/>
                        </a:lnTo>
                        <a:lnTo>
                          <a:pt x="223" y="20"/>
                        </a:lnTo>
                        <a:lnTo>
                          <a:pt x="223" y="18"/>
                        </a:lnTo>
                        <a:lnTo>
                          <a:pt x="222" y="16"/>
                        </a:lnTo>
                        <a:lnTo>
                          <a:pt x="220" y="13"/>
                        </a:lnTo>
                        <a:lnTo>
                          <a:pt x="218" y="11"/>
                        </a:lnTo>
                        <a:lnTo>
                          <a:pt x="217" y="8"/>
                        </a:lnTo>
                        <a:lnTo>
                          <a:pt x="217" y="5"/>
                        </a:lnTo>
                        <a:lnTo>
                          <a:pt x="218" y="3"/>
                        </a:lnTo>
                        <a:lnTo>
                          <a:pt x="217" y="0"/>
                        </a:lnTo>
                        <a:lnTo>
                          <a:pt x="6" y="0"/>
                        </a:lnTo>
                      </a:path>
                    </a:pathLst>
                  </a:custGeom>
                  <a:solidFill>
                    <a:srgbClr val="FFC08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9579" name="Freeform 139">
                    <a:extLst>
                      <a:ext uri="{FF2B5EF4-FFF2-40B4-BE49-F238E27FC236}">
                        <a16:creationId xmlns:a16="http://schemas.microsoft.com/office/drawing/2014/main" id="{D29CD63A-DE02-4749-A384-0C3EAA70BBB6}"/>
                      </a:ext>
                    </a:extLst>
                  </p:cNvPr>
                  <p:cNvSpPr>
                    <a:spLocks/>
                  </p:cNvSpPr>
                  <p:nvPr/>
                </p:nvSpPr>
                <p:spPr bwMode="auto">
                  <a:xfrm>
                    <a:off x="1757" y="1812"/>
                    <a:ext cx="28" cy="21"/>
                  </a:xfrm>
                  <a:custGeom>
                    <a:avLst/>
                    <a:gdLst>
                      <a:gd name="T0" fmla="*/ 1 w 28"/>
                      <a:gd name="T1" fmla="*/ 0 h 21"/>
                      <a:gd name="T2" fmla="*/ 3 w 28"/>
                      <a:gd name="T3" fmla="*/ 2 h 21"/>
                      <a:gd name="T4" fmla="*/ 5 w 28"/>
                      <a:gd name="T5" fmla="*/ 5 h 21"/>
                      <a:gd name="T6" fmla="*/ 10 w 28"/>
                      <a:gd name="T7" fmla="*/ 8 h 21"/>
                      <a:gd name="T8" fmla="*/ 15 w 28"/>
                      <a:gd name="T9" fmla="*/ 11 h 21"/>
                      <a:gd name="T10" fmla="*/ 21 w 28"/>
                      <a:gd name="T11" fmla="*/ 13 h 21"/>
                      <a:gd name="T12" fmla="*/ 27 w 28"/>
                      <a:gd name="T13" fmla="*/ 14 h 21"/>
                      <a:gd name="T14" fmla="*/ 24 w 28"/>
                      <a:gd name="T15" fmla="*/ 18 h 21"/>
                      <a:gd name="T16" fmla="*/ 17 w 28"/>
                      <a:gd name="T17" fmla="*/ 17 h 21"/>
                      <a:gd name="T18" fmla="*/ 10 w 28"/>
                      <a:gd name="T19" fmla="*/ 17 h 21"/>
                      <a:gd name="T20" fmla="*/ 5 w 28"/>
                      <a:gd name="T21" fmla="*/ 20 h 21"/>
                      <a:gd name="T22" fmla="*/ 6 w 28"/>
                      <a:gd name="T23" fmla="*/ 18 h 21"/>
                      <a:gd name="T24" fmla="*/ 6 w 28"/>
                      <a:gd name="T25" fmla="*/ 15 h 21"/>
                      <a:gd name="T26" fmla="*/ 4 w 28"/>
                      <a:gd name="T27" fmla="*/ 12 h 21"/>
                      <a:gd name="T28" fmla="*/ 2 w 28"/>
                      <a:gd name="T29" fmla="*/ 10 h 21"/>
                      <a:gd name="T30" fmla="*/ 0 w 28"/>
                      <a:gd name="T31" fmla="*/ 6 h 21"/>
                      <a:gd name="T32" fmla="*/ 0 w 28"/>
                      <a:gd name="T33" fmla="*/ 3 h 21"/>
                      <a:gd name="T34" fmla="*/ 1 w 28"/>
                      <a:gd name="T35" fmla="*/ 0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8" h="21">
                        <a:moveTo>
                          <a:pt x="1" y="0"/>
                        </a:moveTo>
                        <a:lnTo>
                          <a:pt x="3" y="2"/>
                        </a:lnTo>
                        <a:lnTo>
                          <a:pt x="5" y="5"/>
                        </a:lnTo>
                        <a:lnTo>
                          <a:pt x="10" y="8"/>
                        </a:lnTo>
                        <a:lnTo>
                          <a:pt x="15" y="11"/>
                        </a:lnTo>
                        <a:lnTo>
                          <a:pt x="21" y="13"/>
                        </a:lnTo>
                        <a:lnTo>
                          <a:pt x="27" y="14"/>
                        </a:lnTo>
                        <a:lnTo>
                          <a:pt x="24" y="18"/>
                        </a:lnTo>
                        <a:lnTo>
                          <a:pt x="17" y="17"/>
                        </a:lnTo>
                        <a:lnTo>
                          <a:pt x="10" y="17"/>
                        </a:lnTo>
                        <a:lnTo>
                          <a:pt x="5" y="20"/>
                        </a:lnTo>
                        <a:lnTo>
                          <a:pt x="6" y="18"/>
                        </a:lnTo>
                        <a:lnTo>
                          <a:pt x="6" y="15"/>
                        </a:lnTo>
                        <a:lnTo>
                          <a:pt x="4" y="12"/>
                        </a:lnTo>
                        <a:lnTo>
                          <a:pt x="2" y="10"/>
                        </a:lnTo>
                        <a:lnTo>
                          <a:pt x="0" y="6"/>
                        </a:lnTo>
                        <a:lnTo>
                          <a:pt x="0" y="3"/>
                        </a:lnTo>
                        <a:lnTo>
                          <a:pt x="1" y="0"/>
                        </a:lnTo>
                      </a:path>
                    </a:pathLst>
                  </a:custGeom>
                  <a:solidFill>
                    <a:srgbClr val="FFA04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9580" name="Freeform 140">
                    <a:extLst>
                      <a:ext uri="{FF2B5EF4-FFF2-40B4-BE49-F238E27FC236}">
                        <a16:creationId xmlns:a16="http://schemas.microsoft.com/office/drawing/2014/main" id="{2B59E337-AA78-454C-92FD-233CD24528EF}"/>
                      </a:ext>
                    </a:extLst>
                  </p:cNvPr>
                  <p:cNvSpPr>
                    <a:spLocks/>
                  </p:cNvSpPr>
                  <p:nvPr/>
                </p:nvSpPr>
                <p:spPr bwMode="auto">
                  <a:xfrm>
                    <a:off x="1757" y="1837"/>
                    <a:ext cx="37" cy="18"/>
                  </a:xfrm>
                  <a:custGeom>
                    <a:avLst/>
                    <a:gdLst>
                      <a:gd name="T0" fmla="*/ 0 w 37"/>
                      <a:gd name="T1" fmla="*/ 1 h 18"/>
                      <a:gd name="T2" fmla="*/ 1 w 37"/>
                      <a:gd name="T3" fmla="*/ 0 h 18"/>
                      <a:gd name="T4" fmla="*/ 2 w 37"/>
                      <a:gd name="T5" fmla="*/ 1 h 18"/>
                      <a:gd name="T6" fmla="*/ 5 w 37"/>
                      <a:gd name="T7" fmla="*/ 3 h 18"/>
                      <a:gd name="T8" fmla="*/ 10 w 37"/>
                      <a:gd name="T9" fmla="*/ 4 h 18"/>
                      <a:gd name="T10" fmla="*/ 15 w 37"/>
                      <a:gd name="T11" fmla="*/ 6 h 18"/>
                      <a:gd name="T12" fmla="*/ 24 w 37"/>
                      <a:gd name="T13" fmla="*/ 7 h 18"/>
                      <a:gd name="T14" fmla="*/ 33 w 37"/>
                      <a:gd name="T15" fmla="*/ 9 h 18"/>
                      <a:gd name="T16" fmla="*/ 36 w 37"/>
                      <a:gd name="T17" fmla="*/ 16 h 18"/>
                      <a:gd name="T18" fmla="*/ 25 w 37"/>
                      <a:gd name="T19" fmla="*/ 14 h 18"/>
                      <a:gd name="T20" fmla="*/ 17 w 37"/>
                      <a:gd name="T21" fmla="*/ 13 h 18"/>
                      <a:gd name="T22" fmla="*/ 10 w 37"/>
                      <a:gd name="T23" fmla="*/ 14 h 18"/>
                      <a:gd name="T24" fmla="*/ 6 w 37"/>
                      <a:gd name="T25" fmla="*/ 17 h 18"/>
                      <a:gd name="T26" fmla="*/ 6 w 37"/>
                      <a:gd name="T27" fmla="*/ 15 h 18"/>
                      <a:gd name="T28" fmla="*/ 6 w 37"/>
                      <a:gd name="T29" fmla="*/ 12 h 18"/>
                      <a:gd name="T30" fmla="*/ 5 w 37"/>
                      <a:gd name="T31" fmla="*/ 10 h 18"/>
                      <a:gd name="T32" fmla="*/ 2 w 37"/>
                      <a:gd name="T33" fmla="*/ 7 h 18"/>
                      <a:gd name="T34" fmla="*/ 0 w 37"/>
                      <a:gd name="T35" fmla="*/ 4 h 18"/>
                      <a:gd name="T36" fmla="*/ 0 w 37"/>
                      <a:gd name="T37" fmla="*/ 1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7" h="18">
                        <a:moveTo>
                          <a:pt x="0" y="1"/>
                        </a:moveTo>
                        <a:lnTo>
                          <a:pt x="1" y="0"/>
                        </a:lnTo>
                        <a:lnTo>
                          <a:pt x="2" y="1"/>
                        </a:lnTo>
                        <a:lnTo>
                          <a:pt x="5" y="3"/>
                        </a:lnTo>
                        <a:lnTo>
                          <a:pt x="10" y="4"/>
                        </a:lnTo>
                        <a:lnTo>
                          <a:pt x="15" y="6"/>
                        </a:lnTo>
                        <a:lnTo>
                          <a:pt x="24" y="7"/>
                        </a:lnTo>
                        <a:lnTo>
                          <a:pt x="33" y="9"/>
                        </a:lnTo>
                        <a:lnTo>
                          <a:pt x="36" y="16"/>
                        </a:lnTo>
                        <a:lnTo>
                          <a:pt x="25" y="14"/>
                        </a:lnTo>
                        <a:lnTo>
                          <a:pt x="17" y="13"/>
                        </a:lnTo>
                        <a:lnTo>
                          <a:pt x="10" y="14"/>
                        </a:lnTo>
                        <a:lnTo>
                          <a:pt x="6" y="17"/>
                        </a:lnTo>
                        <a:lnTo>
                          <a:pt x="6" y="15"/>
                        </a:lnTo>
                        <a:lnTo>
                          <a:pt x="6" y="12"/>
                        </a:lnTo>
                        <a:lnTo>
                          <a:pt x="5" y="10"/>
                        </a:lnTo>
                        <a:lnTo>
                          <a:pt x="2" y="7"/>
                        </a:lnTo>
                        <a:lnTo>
                          <a:pt x="0" y="4"/>
                        </a:lnTo>
                        <a:lnTo>
                          <a:pt x="0" y="1"/>
                        </a:lnTo>
                      </a:path>
                    </a:pathLst>
                  </a:custGeom>
                  <a:solidFill>
                    <a:srgbClr val="FFA04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9581" name="Freeform 141">
                    <a:extLst>
                      <a:ext uri="{FF2B5EF4-FFF2-40B4-BE49-F238E27FC236}">
                        <a16:creationId xmlns:a16="http://schemas.microsoft.com/office/drawing/2014/main" id="{C57FDFCA-3F2F-4E16-BDD1-8D2573B5D29B}"/>
                      </a:ext>
                    </a:extLst>
                  </p:cNvPr>
                  <p:cNvSpPr>
                    <a:spLocks/>
                  </p:cNvSpPr>
                  <p:nvPr/>
                </p:nvSpPr>
                <p:spPr bwMode="auto">
                  <a:xfrm>
                    <a:off x="1755" y="1858"/>
                    <a:ext cx="44" cy="23"/>
                  </a:xfrm>
                  <a:custGeom>
                    <a:avLst/>
                    <a:gdLst>
                      <a:gd name="T0" fmla="*/ 0 w 44"/>
                      <a:gd name="T1" fmla="*/ 3 h 23"/>
                      <a:gd name="T2" fmla="*/ 2 w 44"/>
                      <a:gd name="T3" fmla="*/ 0 h 23"/>
                      <a:gd name="T4" fmla="*/ 5 w 44"/>
                      <a:gd name="T5" fmla="*/ 3 h 23"/>
                      <a:gd name="T6" fmla="*/ 8 w 44"/>
                      <a:gd name="T7" fmla="*/ 5 h 23"/>
                      <a:gd name="T8" fmla="*/ 11 w 44"/>
                      <a:gd name="T9" fmla="*/ 7 h 23"/>
                      <a:gd name="T10" fmla="*/ 17 w 44"/>
                      <a:gd name="T11" fmla="*/ 9 h 23"/>
                      <a:gd name="T12" fmla="*/ 23 w 44"/>
                      <a:gd name="T13" fmla="*/ 10 h 23"/>
                      <a:gd name="T14" fmla="*/ 30 w 44"/>
                      <a:gd name="T15" fmla="*/ 12 h 23"/>
                      <a:gd name="T16" fmla="*/ 41 w 44"/>
                      <a:gd name="T17" fmla="*/ 15 h 23"/>
                      <a:gd name="T18" fmla="*/ 43 w 44"/>
                      <a:gd name="T19" fmla="*/ 22 h 23"/>
                      <a:gd name="T20" fmla="*/ 32 w 44"/>
                      <a:gd name="T21" fmla="*/ 18 h 23"/>
                      <a:gd name="T22" fmla="*/ 25 w 44"/>
                      <a:gd name="T23" fmla="*/ 16 h 23"/>
                      <a:gd name="T24" fmla="*/ 19 w 44"/>
                      <a:gd name="T25" fmla="*/ 15 h 23"/>
                      <a:gd name="T26" fmla="*/ 14 w 44"/>
                      <a:gd name="T27" fmla="*/ 15 h 23"/>
                      <a:gd name="T28" fmla="*/ 11 w 44"/>
                      <a:gd name="T29" fmla="*/ 16 h 23"/>
                      <a:gd name="T30" fmla="*/ 8 w 44"/>
                      <a:gd name="T31" fmla="*/ 19 h 23"/>
                      <a:gd name="T32" fmla="*/ 8 w 44"/>
                      <a:gd name="T33" fmla="*/ 16 h 23"/>
                      <a:gd name="T34" fmla="*/ 5 w 44"/>
                      <a:gd name="T35" fmla="*/ 12 h 23"/>
                      <a:gd name="T36" fmla="*/ 2 w 44"/>
                      <a:gd name="T37" fmla="*/ 9 h 23"/>
                      <a:gd name="T38" fmla="*/ 0 w 44"/>
                      <a:gd name="T39" fmla="*/ 6 h 23"/>
                      <a:gd name="T40" fmla="*/ 0 w 44"/>
                      <a:gd name="T41" fmla="*/ 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4" h="23">
                        <a:moveTo>
                          <a:pt x="0" y="3"/>
                        </a:moveTo>
                        <a:lnTo>
                          <a:pt x="2" y="0"/>
                        </a:lnTo>
                        <a:lnTo>
                          <a:pt x="5" y="3"/>
                        </a:lnTo>
                        <a:lnTo>
                          <a:pt x="8" y="5"/>
                        </a:lnTo>
                        <a:lnTo>
                          <a:pt x="11" y="7"/>
                        </a:lnTo>
                        <a:lnTo>
                          <a:pt x="17" y="9"/>
                        </a:lnTo>
                        <a:lnTo>
                          <a:pt x="23" y="10"/>
                        </a:lnTo>
                        <a:lnTo>
                          <a:pt x="30" y="12"/>
                        </a:lnTo>
                        <a:lnTo>
                          <a:pt x="41" y="15"/>
                        </a:lnTo>
                        <a:lnTo>
                          <a:pt x="43" y="22"/>
                        </a:lnTo>
                        <a:lnTo>
                          <a:pt x="32" y="18"/>
                        </a:lnTo>
                        <a:lnTo>
                          <a:pt x="25" y="16"/>
                        </a:lnTo>
                        <a:lnTo>
                          <a:pt x="19" y="15"/>
                        </a:lnTo>
                        <a:lnTo>
                          <a:pt x="14" y="15"/>
                        </a:lnTo>
                        <a:lnTo>
                          <a:pt x="11" y="16"/>
                        </a:lnTo>
                        <a:lnTo>
                          <a:pt x="8" y="19"/>
                        </a:lnTo>
                        <a:lnTo>
                          <a:pt x="8" y="16"/>
                        </a:lnTo>
                        <a:lnTo>
                          <a:pt x="5" y="12"/>
                        </a:lnTo>
                        <a:lnTo>
                          <a:pt x="2" y="9"/>
                        </a:lnTo>
                        <a:lnTo>
                          <a:pt x="0" y="6"/>
                        </a:lnTo>
                        <a:lnTo>
                          <a:pt x="0" y="3"/>
                        </a:lnTo>
                      </a:path>
                    </a:pathLst>
                  </a:custGeom>
                  <a:solidFill>
                    <a:srgbClr val="FFA04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9582" name="Freeform 142">
                    <a:extLst>
                      <a:ext uri="{FF2B5EF4-FFF2-40B4-BE49-F238E27FC236}">
                        <a16:creationId xmlns:a16="http://schemas.microsoft.com/office/drawing/2014/main" id="{22B5C652-97FC-471E-AF20-2017275D80A6}"/>
                      </a:ext>
                    </a:extLst>
                  </p:cNvPr>
                  <p:cNvSpPr>
                    <a:spLocks/>
                  </p:cNvSpPr>
                  <p:nvPr/>
                </p:nvSpPr>
                <p:spPr bwMode="auto">
                  <a:xfrm>
                    <a:off x="1760" y="1882"/>
                    <a:ext cx="52" cy="48"/>
                  </a:xfrm>
                  <a:custGeom>
                    <a:avLst/>
                    <a:gdLst>
                      <a:gd name="T0" fmla="*/ 0 w 52"/>
                      <a:gd name="T1" fmla="*/ 7 h 48"/>
                      <a:gd name="T2" fmla="*/ 0 w 52"/>
                      <a:gd name="T3" fmla="*/ 4 h 48"/>
                      <a:gd name="T4" fmla="*/ 0 w 52"/>
                      <a:gd name="T5" fmla="*/ 2 h 48"/>
                      <a:gd name="T6" fmla="*/ 1 w 52"/>
                      <a:gd name="T7" fmla="*/ 0 h 48"/>
                      <a:gd name="T8" fmla="*/ 5 w 52"/>
                      <a:gd name="T9" fmla="*/ 3 h 48"/>
                      <a:gd name="T10" fmla="*/ 11 w 52"/>
                      <a:gd name="T11" fmla="*/ 6 h 48"/>
                      <a:gd name="T12" fmla="*/ 17 w 52"/>
                      <a:gd name="T13" fmla="*/ 8 h 48"/>
                      <a:gd name="T14" fmla="*/ 26 w 52"/>
                      <a:gd name="T15" fmla="*/ 11 h 48"/>
                      <a:gd name="T16" fmla="*/ 38 w 52"/>
                      <a:gd name="T17" fmla="*/ 13 h 48"/>
                      <a:gd name="T18" fmla="*/ 40 w 52"/>
                      <a:gd name="T19" fmla="*/ 18 h 48"/>
                      <a:gd name="T20" fmla="*/ 34 w 52"/>
                      <a:gd name="T21" fmla="*/ 16 h 48"/>
                      <a:gd name="T22" fmla="*/ 28 w 52"/>
                      <a:gd name="T23" fmla="*/ 16 h 48"/>
                      <a:gd name="T24" fmla="*/ 24 w 52"/>
                      <a:gd name="T25" fmla="*/ 16 h 48"/>
                      <a:gd name="T26" fmla="*/ 23 w 52"/>
                      <a:gd name="T27" fmla="*/ 19 h 48"/>
                      <a:gd name="T28" fmla="*/ 25 w 52"/>
                      <a:gd name="T29" fmla="*/ 22 h 48"/>
                      <a:gd name="T30" fmla="*/ 28 w 52"/>
                      <a:gd name="T31" fmla="*/ 26 h 48"/>
                      <a:gd name="T32" fmla="*/ 33 w 52"/>
                      <a:gd name="T33" fmla="*/ 31 h 48"/>
                      <a:gd name="T34" fmla="*/ 40 w 52"/>
                      <a:gd name="T35" fmla="*/ 36 h 48"/>
                      <a:gd name="T36" fmla="*/ 51 w 52"/>
                      <a:gd name="T37" fmla="*/ 42 h 48"/>
                      <a:gd name="T38" fmla="*/ 51 w 52"/>
                      <a:gd name="T39" fmla="*/ 47 h 48"/>
                      <a:gd name="T40" fmla="*/ 46 w 52"/>
                      <a:gd name="T41" fmla="*/ 44 h 48"/>
                      <a:gd name="T42" fmla="*/ 40 w 52"/>
                      <a:gd name="T43" fmla="*/ 41 h 48"/>
                      <a:gd name="T44" fmla="*/ 32 w 52"/>
                      <a:gd name="T45" fmla="*/ 36 h 48"/>
                      <a:gd name="T46" fmla="*/ 25 w 52"/>
                      <a:gd name="T47" fmla="*/ 30 h 48"/>
                      <a:gd name="T48" fmla="*/ 19 w 52"/>
                      <a:gd name="T49" fmla="*/ 26 h 48"/>
                      <a:gd name="T50" fmla="*/ 14 w 52"/>
                      <a:gd name="T51" fmla="*/ 20 h 48"/>
                      <a:gd name="T52" fmla="*/ 9 w 52"/>
                      <a:gd name="T53" fmla="*/ 15 h 48"/>
                      <a:gd name="T54" fmla="*/ 3 w 52"/>
                      <a:gd name="T55" fmla="*/ 11 h 48"/>
                      <a:gd name="T56" fmla="*/ 0 w 52"/>
                      <a:gd name="T57" fmla="*/ 7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2" h="48">
                        <a:moveTo>
                          <a:pt x="0" y="7"/>
                        </a:moveTo>
                        <a:lnTo>
                          <a:pt x="0" y="4"/>
                        </a:lnTo>
                        <a:lnTo>
                          <a:pt x="0" y="2"/>
                        </a:lnTo>
                        <a:lnTo>
                          <a:pt x="1" y="0"/>
                        </a:lnTo>
                        <a:lnTo>
                          <a:pt x="5" y="3"/>
                        </a:lnTo>
                        <a:lnTo>
                          <a:pt x="11" y="6"/>
                        </a:lnTo>
                        <a:lnTo>
                          <a:pt x="17" y="8"/>
                        </a:lnTo>
                        <a:lnTo>
                          <a:pt x="26" y="11"/>
                        </a:lnTo>
                        <a:lnTo>
                          <a:pt x="38" y="13"/>
                        </a:lnTo>
                        <a:lnTo>
                          <a:pt x="40" y="18"/>
                        </a:lnTo>
                        <a:lnTo>
                          <a:pt x="34" y="16"/>
                        </a:lnTo>
                        <a:lnTo>
                          <a:pt x="28" y="16"/>
                        </a:lnTo>
                        <a:lnTo>
                          <a:pt x="24" y="16"/>
                        </a:lnTo>
                        <a:lnTo>
                          <a:pt x="23" y="19"/>
                        </a:lnTo>
                        <a:lnTo>
                          <a:pt x="25" y="22"/>
                        </a:lnTo>
                        <a:lnTo>
                          <a:pt x="28" y="26"/>
                        </a:lnTo>
                        <a:lnTo>
                          <a:pt x="33" y="31"/>
                        </a:lnTo>
                        <a:lnTo>
                          <a:pt x="40" y="36"/>
                        </a:lnTo>
                        <a:lnTo>
                          <a:pt x="51" y="42"/>
                        </a:lnTo>
                        <a:lnTo>
                          <a:pt x="51" y="47"/>
                        </a:lnTo>
                        <a:lnTo>
                          <a:pt x="46" y="44"/>
                        </a:lnTo>
                        <a:lnTo>
                          <a:pt x="40" y="41"/>
                        </a:lnTo>
                        <a:lnTo>
                          <a:pt x="32" y="36"/>
                        </a:lnTo>
                        <a:lnTo>
                          <a:pt x="25" y="30"/>
                        </a:lnTo>
                        <a:lnTo>
                          <a:pt x="19" y="26"/>
                        </a:lnTo>
                        <a:lnTo>
                          <a:pt x="14" y="20"/>
                        </a:lnTo>
                        <a:lnTo>
                          <a:pt x="9" y="15"/>
                        </a:lnTo>
                        <a:lnTo>
                          <a:pt x="3" y="11"/>
                        </a:lnTo>
                        <a:lnTo>
                          <a:pt x="0" y="7"/>
                        </a:lnTo>
                      </a:path>
                    </a:pathLst>
                  </a:custGeom>
                  <a:solidFill>
                    <a:srgbClr val="FFA04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9583" name="Freeform 143">
                    <a:extLst>
                      <a:ext uri="{FF2B5EF4-FFF2-40B4-BE49-F238E27FC236}">
                        <a16:creationId xmlns:a16="http://schemas.microsoft.com/office/drawing/2014/main" id="{0341FD8A-AB68-4F6B-9906-2073967D7D25}"/>
                      </a:ext>
                    </a:extLst>
                  </p:cNvPr>
                  <p:cNvSpPr>
                    <a:spLocks/>
                  </p:cNvSpPr>
                  <p:nvPr/>
                </p:nvSpPr>
                <p:spPr bwMode="auto">
                  <a:xfrm>
                    <a:off x="1761" y="1797"/>
                    <a:ext cx="22" cy="17"/>
                  </a:xfrm>
                  <a:custGeom>
                    <a:avLst/>
                    <a:gdLst>
                      <a:gd name="T0" fmla="*/ 0 w 22"/>
                      <a:gd name="T1" fmla="*/ 0 h 17"/>
                      <a:gd name="T2" fmla="*/ 2 w 22"/>
                      <a:gd name="T3" fmla="*/ 2 h 17"/>
                      <a:gd name="T4" fmla="*/ 5 w 22"/>
                      <a:gd name="T5" fmla="*/ 4 h 17"/>
                      <a:gd name="T6" fmla="*/ 10 w 22"/>
                      <a:gd name="T7" fmla="*/ 7 h 17"/>
                      <a:gd name="T8" fmla="*/ 14 w 22"/>
                      <a:gd name="T9" fmla="*/ 10 h 17"/>
                      <a:gd name="T10" fmla="*/ 18 w 22"/>
                      <a:gd name="T11" fmla="*/ 12 h 17"/>
                      <a:gd name="T12" fmla="*/ 21 w 22"/>
                      <a:gd name="T13" fmla="*/ 14 h 17"/>
                      <a:gd name="T14" fmla="*/ 15 w 22"/>
                      <a:gd name="T15" fmla="*/ 16 h 17"/>
                      <a:gd name="T16" fmla="*/ 10 w 22"/>
                      <a:gd name="T17" fmla="*/ 14 h 17"/>
                      <a:gd name="T18" fmla="*/ 4 w 22"/>
                      <a:gd name="T19" fmla="*/ 12 h 17"/>
                      <a:gd name="T20" fmla="*/ 0 w 22"/>
                      <a:gd name="T21" fmla="*/ 9 h 17"/>
                      <a:gd name="T22" fmla="*/ 0 w 22"/>
                      <a:gd name="T23" fmla="*/ 7 h 17"/>
                      <a:gd name="T24" fmla="*/ 0 w 22"/>
                      <a:gd name="T25" fmla="*/ 3 h 17"/>
                      <a:gd name="T26" fmla="*/ 0 w 22"/>
                      <a:gd name="T27"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2" h="17">
                        <a:moveTo>
                          <a:pt x="0" y="0"/>
                        </a:moveTo>
                        <a:lnTo>
                          <a:pt x="2" y="2"/>
                        </a:lnTo>
                        <a:lnTo>
                          <a:pt x="5" y="4"/>
                        </a:lnTo>
                        <a:lnTo>
                          <a:pt x="10" y="7"/>
                        </a:lnTo>
                        <a:lnTo>
                          <a:pt x="14" y="10"/>
                        </a:lnTo>
                        <a:lnTo>
                          <a:pt x="18" y="12"/>
                        </a:lnTo>
                        <a:lnTo>
                          <a:pt x="21" y="14"/>
                        </a:lnTo>
                        <a:lnTo>
                          <a:pt x="15" y="16"/>
                        </a:lnTo>
                        <a:lnTo>
                          <a:pt x="10" y="14"/>
                        </a:lnTo>
                        <a:lnTo>
                          <a:pt x="4" y="12"/>
                        </a:lnTo>
                        <a:lnTo>
                          <a:pt x="0" y="9"/>
                        </a:lnTo>
                        <a:lnTo>
                          <a:pt x="0" y="7"/>
                        </a:lnTo>
                        <a:lnTo>
                          <a:pt x="0" y="3"/>
                        </a:lnTo>
                        <a:lnTo>
                          <a:pt x="0" y="0"/>
                        </a:lnTo>
                      </a:path>
                    </a:pathLst>
                  </a:custGeom>
                  <a:solidFill>
                    <a:srgbClr val="FFA04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9584" name="Freeform 144">
                    <a:extLst>
                      <a:ext uri="{FF2B5EF4-FFF2-40B4-BE49-F238E27FC236}">
                        <a16:creationId xmlns:a16="http://schemas.microsoft.com/office/drawing/2014/main" id="{E1533FD2-79CD-464F-8A08-E8ADF6F21E57}"/>
                      </a:ext>
                    </a:extLst>
                  </p:cNvPr>
                  <p:cNvSpPr>
                    <a:spLocks/>
                  </p:cNvSpPr>
                  <p:nvPr/>
                </p:nvSpPr>
                <p:spPr bwMode="auto">
                  <a:xfrm>
                    <a:off x="1799" y="1794"/>
                    <a:ext cx="180" cy="142"/>
                  </a:xfrm>
                  <a:custGeom>
                    <a:avLst/>
                    <a:gdLst>
                      <a:gd name="T0" fmla="*/ 85 w 180"/>
                      <a:gd name="T1" fmla="*/ 32 h 142"/>
                      <a:gd name="T2" fmla="*/ 71 w 180"/>
                      <a:gd name="T3" fmla="*/ 36 h 142"/>
                      <a:gd name="T4" fmla="*/ 42 w 180"/>
                      <a:gd name="T5" fmla="*/ 40 h 142"/>
                      <a:gd name="T6" fmla="*/ 0 w 180"/>
                      <a:gd name="T7" fmla="*/ 42 h 142"/>
                      <a:gd name="T8" fmla="*/ 50 w 180"/>
                      <a:gd name="T9" fmla="*/ 49 h 142"/>
                      <a:gd name="T10" fmla="*/ 106 w 180"/>
                      <a:gd name="T11" fmla="*/ 46 h 142"/>
                      <a:gd name="T12" fmla="*/ 145 w 180"/>
                      <a:gd name="T13" fmla="*/ 36 h 142"/>
                      <a:gd name="T14" fmla="*/ 158 w 180"/>
                      <a:gd name="T15" fmla="*/ 34 h 142"/>
                      <a:gd name="T16" fmla="*/ 152 w 180"/>
                      <a:gd name="T17" fmla="*/ 42 h 142"/>
                      <a:gd name="T18" fmla="*/ 124 w 180"/>
                      <a:gd name="T19" fmla="*/ 53 h 142"/>
                      <a:gd name="T20" fmla="*/ 74 w 180"/>
                      <a:gd name="T21" fmla="*/ 63 h 142"/>
                      <a:gd name="T22" fmla="*/ 43 w 180"/>
                      <a:gd name="T23" fmla="*/ 71 h 142"/>
                      <a:gd name="T24" fmla="*/ 100 w 180"/>
                      <a:gd name="T25" fmla="*/ 70 h 142"/>
                      <a:gd name="T26" fmla="*/ 138 w 180"/>
                      <a:gd name="T27" fmla="*/ 63 h 142"/>
                      <a:gd name="T28" fmla="*/ 161 w 180"/>
                      <a:gd name="T29" fmla="*/ 56 h 142"/>
                      <a:gd name="T30" fmla="*/ 161 w 180"/>
                      <a:gd name="T31" fmla="*/ 61 h 142"/>
                      <a:gd name="T32" fmla="*/ 142 w 180"/>
                      <a:gd name="T33" fmla="*/ 72 h 142"/>
                      <a:gd name="T34" fmla="*/ 107 w 180"/>
                      <a:gd name="T35" fmla="*/ 83 h 142"/>
                      <a:gd name="T36" fmla="*/ 58 w 180"/>
                      <a:gd name="T37" fmla="*/ 90 h 142"/>
                      <a:gd name="T38" fmla="*/ 74 w 180"/>
                      <a:gd name="T39" fmla="*/ 95 h 142"/>
                      <a:gd name="T40" fmla="*/ 118 w 180"/>
                      <a:gd name="T41" fmla="*/ 93 h 142"/>
                      <a:gd name="T42" fmla="*/ 153 w 180"/>
                      <a:gd name="T43" fmla="*/ 84 h 142"/>
                      <a:gd name="T44" fmla="*/ 157 w 180"/>
                      <a:gd name="T45" fmla="*/ 88 h 142"/>
                      <a:gd name="T46" fmla="*/ 146 w 180"/>
                      <a:gd name="T47" fmla="*/ 96 h 142"/>
                      <a:gd name="T48" fmla="*/ 119 w 180"/>
                      <a:gd name="T49" fmla="*/ 106 h 142"/>
                      <a:gd name="T50" fmla="*/ 88 w 180"/>
                      <a:gd name="T51" fmla="*/ 110 h 142"/>
                      <a:gd name="T52" fmla="*/ 40 w 180"/>
                      <a:gd name="T53" fmla="*/ 111 h 142"/>
                      <a:gd name="T54" fmla="*/ 73 w 180"/>
                      <a:gd name="T55" fmla="*/ 118 h 142"/>
                      <a:gd name="T56" fmla="*/ 104 w 180"/>
                      <a:gd name="T57" fmla="*/ 118 h 142"/>
                      <a:gd name="T58" fmla="*/ 132 w 180"/>
                      <a:gd name="T59" fmla="*/ 114 h 142"/>
                      <a:gd name="T60" fmla="*/ 143 w 180"/>
                      <a:gd name="T61" fmla="*/ 115 h 142"/>
                      <a:gd name="T62" fmla="*/ 137 w 180"/>
                      <a:gd name="T63" fmla="*/ 122 h 142"/>
                      <a:gd name="T64" fmla="*/ 121 w 180"/>
                      <a:gd name="T65" fmla="*/ 127 h 142"/>
                      <a:gd name="T66" fmla="*/ 62 w 180"/>
                      <a:gd name="T67" fmla="*/ 132 h 142"/>
                      <a:gd name="T68" fmla="*/ 110 w 180"/>
                      <a:gd name="T69" fmla="*/ 135 h 142"/>
                      <a:gd name="T70" fmla="*/ 114 w 180"/>
                      <a:gd name="T71" fmla="*/ 140 h 142"/>
                      <a:gd name="T72" fmla="*/ 132 w 180"/>
                      <a:gd name="T73" fmla="*/ 135 h 142"/>
                      <a:gd name="T74" fmla="*/ 145 w 180"/>
                      <a:gd name="T75" fmla="*/ 126 h 142"/>
                      <a:gd name="T76" fmla="*/ 173 w 180"/>
                      <a:gd name="T77" fmla="*/ 92 h 142"/>
                      <a:gd name="T78" fmla="*/ 174 w 180"/>
                      <a:gd name="T79" fmla="*/ 85 h 142"/>
                      <a:gd name="T80" fmla="*/ 170 w 180"/>
                      <a:gd name="T81" fmla="*/ 79 h 142"/>
                      <a:gd name="T82" fmla="*/ 174 w 180"/>
                      <a:gd name="T83" fmla="*/ 72 h 142"/>
                      <a:gd name="T84" fmla="*/ 179 w 180"/>
                      <a:gd name="T85" fmla="*/ 66 h 142"/>
                      <a:gd name="T86" fmla="*/ 175 w 180"/>
                      <a:gd name="T87" fmla="*/ 58 h 142"/>
                      <a:gd name="T88" fmla="*/ 171 w 180"/>
                      <a:gd name="T89" fmla="*/ 52 h 142"/>
                      <a:gd name="T90" fmla="*/ 177 w 180"/>
                      <a:gd name="T91" fmla="*/ 45 h 142"/>
                      <a:gd name="T92" fmla="*/ 176 w 180"/>
                      <a:gd name="T93" fmla="*/ 36 h 142"/>
                      <a:gd name="T94" fmla="*/ 172 w 180"/>
                      <a:gd name="T95" fmla="*/ 30 h 142"/>
                      <a:gd name="T96" fmla="*/ 175 w 180"/>
                      <a:gd name="T97" fmla="*/ 23 h 142"/>
                      <a:gd name="T98" fmla="*/ 179 w 180"/>
                      <a:gd name="T99" fmla="*/ 16 h 142"/>
                      <a:gd name="T100" fmla="*/ 174 w 180"/>
                      <a:gd name="T101" fmla="*/ 9 h 142"/>
                      <a:gd name="T102" fmla="*/ 155 w 180"/>
                      <a:gd name="T103" fmla="*/ 10 h 142"/>
                      <a:gd name="T104" fmla="*/ 116 w 180"/>
                      <a:gd name="T105" fmla="*/ 21 h 142"/>
                      <a:gd name="T106" fmla="*/ 71 w 180"/>
                      <a:gd name="T107" fmla="*/ 27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80" h="142">
                        <a:moveTo>
                          <a:pt x="71" y="27"/>
                        </a:moveTo>
                        <a:lnTo>
                          <a:pt x="45" y="29"/>
                        </a:lnTo>
                        <a:lnTo>
                          <a:pt x="85" y="32"/>
                        </a:lnTo>
                        <a:lnTo>
                          <a:pt x="82" y="34"/>
                        </a:lnTo>
                        <a:lnTo>
                          <a:pt x="77" y="35"/>
                        </a:lnTo>
                        <a:lnTo>
                          <a:pt x="71" y="36"/>
                        </a:lnTo>
                        <a:lnTo>
                          <a:pt x="63" y="38"/>
                        </a:lnTo>
                        <a:lnTo>
                          <a:pt x="54" y="40"/>
                        </a:lnTo>
                        <a:lnTo>
                          <a:pt x="42" y="40"/>
                        </a:lnTo>
                        <a:lnTo>
                          <a:pt x="29" y="42"/>
                        </a:lnTo>
                        <a:lnTo>
                          <a:pt x="15" y="42"/>
                        </a:lnTo>
                        <a:lnTo>
                          <a:pt x="0" y="42"/>
                        </a:lnTo>
                        <a:lnTo>
                          <a:pt x="23" y="47"/>
                        </a:lnTo>
                        <a:lnTo>
                          <a:pt x="37" y="49"/>
                        </a:lnTo>
                        <a:lnTo>
                          <a:pt x="50" y="49"/>
                        </a:lnTo>
                        <a:lnTo>
                          <a:pt x="65" y="49"/>
                        </a:lnTo>
                        <a:lnTo>
                          <a:pt x="87" y="48"/>
                        </a:lnTo>
                        <a:lnTo>
                          <a:pt x="106" y="46"/>
                        </a:lnTo>
                        <a:lnTo>
                          <a:pt x="121" y="42"/>
                        </a:lnTo>
                        <a:lnTo>
                          <a:pt x="138" y="38"/>
                        </a:lnTo>
                        <a:lnTo>
                          <a:pt x="145" y="36"/>
                        </a:lnTo>
                        <a:lnTo>
                          <a:pt x="152" y="34"/>
                        </a:lnTo>
                        <a:lnTo>
                          <a:pt x="156" y="33"/>
                        </a:lnTo>
                        <a:lnTo>
                          <a:pt x="158" y="34"/>
                        </a:lnTo>
                        <a:lnTo>
                          <a:pt x="158" y="36"/>
                        </a:lnTo>
                        <a:lnTo>
                          <a:pt x="157" y="39"/>
                        </a:lnTo>
                        <a:lnTo>
                          <a:pt x="152" y="42"/>
                        </a:lnTo>
                        <a:lnTo>
                          <a:pt x="145" y="46"/>
                        </a:lnTo>
                        <a:lnTo>
                          <a:pt x="136" y="49"/>
                        </a:lnTo>
                        <a:lnTo>
                          <a:pt x="124" y="53"/>
                        </a:lnTo>
                        <a:lnTo>
                          <a:pt x="109" y="57"/>
                        </a:lnTo>
                        <a:lnTo>
                          <a:pt x="91" y="60"/>
                        </a:lnTo>
                        <a:lnTo>
                          <a:pt x="74" y="63"/>
                        </a:lnTo>
                        <a:lnTo>
                          <a:pt x="55" y="65"/>
                        </a:lnTo>
                        <a:lnTo>
                          <a:pt x="23" y="68"/>
                        </a:lnTo>
                        <a:lnTo>
                          <a:pt x="43" y="71"/>
                        </a:lnTo>
                        <a:lnTo>
                          <a:pt x="59" y="73"/>
                        </a:lnTo>
                        <a:lnTo>
                          <a:pt x="79" y="73"/>
                        </a:lnTo>
                        <a:lnTo>
                          <a:pt x="100" y="70"/>
                        </a:lnTo>
                        <a:lnTo>
                          <a:pt x="116" y="68"/>
                        </a:lnTo>
                        <a:lnTo>
                          <a:pt x="128" y="65"/>
                        </a:lnTo>
                        <a:lnTo>
                          <a:pt x="138" y="63"/>
                        </a:lnTo>
                        <a:lnTo>
                          <a:pt x="149" y="59"/>
                        </a:lnTo>
                        <a:lnTo>
                          <a:pt x="157" y="57"/>
                        </a:lnTo>
                        <a:lnTo>
                          <a:pt x="161" y="56"/>
                        </a:lnTo>
                        <a:lnTo>
                          <a:pt x="163" y="56"/>
                        </a:lnTo>
                        <a:lnTo>
                          <a:pt x="162" y="58"/>
                        </a:lnTo>
                        <a:lnTo>
                          <a:pt x="161" y="61"/>
                        </a:lnTo>
                        <a:lnTo>
                          <a:pt x="158" y="64"/>
                        </a:lnTo>
                        <a:lnTo>
                          <a:pt x="150" y="68"/>
                        </a:lnTo>
                        <a:lnTo>
                          <a:pt x="142" y="72"/>
                        </a:lnTo>
                        <a:lnTo>
                          <a:pt x="133" y="75"/>
                        </a:lnTo>
                        <a:lnTo>
                          <a:pt x="121" y="79"/>
                        </a:lnTo>
                        <a:lnTo>
                          <a:pt x="107" y="83"/>
                        </a:lnTo>
                        <a:lnTo>
                          <a:pt x="86" y="87"/>
                        </a:lnTo>
                        <a:lnTo>
                          <a:pt x="71" y="89"/>
                        </a:lnTo>
                        <a:lnTo>
                          <a:pt x="58" y="90"/>
                        </a:lnTo>
                        <a:lnTo>
                          <a:pt x="37" y="91"/>
                        </a:lnTo>
                        <a:lnTo>
                          <a:pt x="58" y="94"/>
                        </a:lnTo>
                        <a:lnTo>
                          <a:pt x="74" y="95"/>
                        </a:lnTo>
                        <a:lnTo>
                          <a:pt x="88" y="95"/>
                        </a:lnTo>
                        <a:lnTo>
                          <a:pt x="103" y="95"/>
                        </a:lnTo>
                        <a:lnTo>
                          <a:pt x="118" y="93"/>
                        </a:lnTo>
                        <a:lnTo>
                          <a:pt x="129" y="91"/>
                        </a:lnTo>
                        <a:lnTo>
                          <a:pt x="138" y="88"/>
                        </a:lnTo>
                        <a:lnTo>
                          <a:pt x="153" y="84"/>
                        </a:lnTo>
                        <a:lnTo>
                          <a:pt x="155" y="84"/>
                        </a:lnTo>
                        <a:lnTo>
                          <a:pt x="157" y="85"/>
                        </a:lnTo>
                        <a:lnTo>
                          <a:pt x="157" y="88"/>
                        </a:lnTo>
                        <a:lnTo>
                          <a:pt x="155" y="90"/>
                        </a:lnTo>
                        <a:lnTo>
                          <a:pt x="151" y="93"/>
                        </a:lnTo>
                        <a:lnTo>
                          <a:pt x="146" y="96"/>
                        </a:lnTo>
                        <a:lnTo>
                          <a:pt x="137" y="100"/>
                        </a:lnTo>
                        <a:lnTo>
                          <a:pt x="128" y="104"/>
                        </a:lnTo>
                        <a:lnTo>
                          <a:pt x="119" y="106"/>
                        </a:lnTo>
                        <a:lnTo>
                          <a:pt x="109" y="108"/>
                        </a:lnTo>
                        <a:lnTo>
                          <a:pt x="100" y="109"/>
                        </a:lnTo>
                        <a:lnTo>
                          <a:pt x="88" y="110"/>
                        </a:lnTo>
                        <a:lnTo>
                          <a:pt x="74" y="111"/>
                        </a:lnTo>
                        <a:lnTo>
                          <a:pt x="61" y="111"/>
                        </a:lnTo>
                        <a:lnTo>
                          <a:pt x="40" y="111"/>
                        </a:lnTo>
                        <a:lnTo>
                          <a:pt x="51" y="114"/>
                        </a:lnTo>
                        <a:lnTo>
                          <a:pt x="62" y="117"/>
                        </a:lnTo>
                        <a:lnTo>
                          <a:pt x="73" y="118"/>
                        </a:lnTo>
                        <a:lnTo>
                          <a:pt x="83" y="118"/>
                        </a:lnTo>
                        <a:lnTo>
                          <a:pt x="93" y="119"/>
                        </a:lnTo>
                        <a:lnTo>
                          <a:pt x="104" y="118"/>
                        </a:lnTo>
                        <a:lnTo>
                          <a:pt x="112" y="118"/>
                        </a:lnTo>
                        <a:lnTo>
                          <a:pt x="121" y="117"/>
                        </a:lnTo>
                        <a:lnTo>
                          <a:pt x="132" y="114"/>
                        </a:lnTo>
                        <a:lnTo>
                          <a:pt x="140" y="113"/>
                        </a:lnTo>
                        <a:lnTo>
                          <a:pt x="143" y="113"/>
                        </a:lnTo>
                        <a:lnTo>
                          <a:pt x="143" y="115"/>
                        </a:lnTo>
                        <a:lnTo>
                          <a:pt x="143" y="117"/>
                        </a:lnTo>
                        <a:lnTo>
                          <a:pt x="140" y="119"/>
                        </a:lnTo>
                        <a:lnTo>
                          <a:pt x="137" y="122"/>
                        </a:lnTo>
                        <a:lnTo>
                          <a:pt x="133" y="123"/>
                        </a:lnTo>
                        <a:lnTo>
                          <a:pt x="128" y="125"/>
                        </a:lnTo>
                        <a:lnTo>
                          <a:pt x="121" y="127"/>
                        </a:lnTo>
                        <a:lnTo>
                          <a:pt x="105" y="129"/>
                        </a:lnTo>
                        <a:lnTo>
                          <a:pt x="91" y="130"/>
                        </a:lnTo>
                        <a:lnTo>
                          <a:pt x="62" y="132"/>
                        </a:lnTo>
                        <a:lnTo>
                          <a:pt x="99" y="134"/>
                        </a:lnTo>
                        <a:lnTo>
                          <a:pt x="107" y="134"/>
                        </a:lnTo>
                        <a:lnTo>
                          <a:pt x="110" y="135"/>
                        </a:lnTo>
                        <a:lnTo>
                          <a:pt x="112" y="136"/>
                        </a:lnTo>
                        <a:lnTo>
                          <a:pt x="112" y="139"/>
                        </a:lnTo>
                        <a:lnTo>
                          <a:pt x="114" y="140"/>
                        </a:lnTo>
                        <a:lnTo>
                          <a:pt x="118" y="141"/>
                        </a:lnTo>
                        <a:lnTo>
                          <a:pt x="126" y="138"/>
                        </a:lnTo>
                        <a:lnTo>
                          <a:pt x="132" y="135"/>
                        </a:lnTo>
                        <a:lnTo>
                          <a:pt x="137" y="133"/>
                        </a:lnTo>
                        <a:lnTo>
                          <a:pt x="141" y="130"/>
                        </a:lnTo>
                        <a:lnTo>
                          <a:pt x="145" y="126"/>
                        </a:lnTo>
                        <a:lnTo>
                          <a:pt x="159" y="111"/>
                        </a:lnTo>
                        <a:lnTo>
                          <a:pt x="169" y="99"/>
                        </a:lnTo>
                        <a:lnTo>
                          <a:pt x="173" y="92"/>
                        </a:lnTo>
                        <a:lnTo>
                          <a:pt x="174" y="89"/>
                        </a:lnTo>
                        <a:lnTo>
                          <a:pt x="174" y="88"/>
                        </a:lnTo>
                        <a:lnTo>
                          <a:pt x="174" y="85"/>
                        </a:lnTo>
                        <a:lnTo>
                          <a:pt x="172" y="83"/>
                        </a:lnTo>
                        <a:lnTo>
                          <a:pt x="171" y="81"/>
                        </a:lnTo>
                        <a:lnTo>
                          <a:pt x="170" y="79"/>
                        </a:lnTo>
                        <a:lnTo>
                          <a:pt x="171" y="76"/>
                        </a:lnTo>
                        <a:lnTo>
                          <a:pt x="172" y="74"/>
                        </a:lnTo>
                        <a:lnTo>
                          <a:pt x="174" y="72"/>
                        </a:lnTo>
                        <a:lnTo>
                          <a:pt x="175" y="70"/>
                        </a:lnTo>
                        <a:lnTo>
                          <a:pt x="177" y="68"/>
                        </a:lnTo>
                        <a:lnTo>
                          <a:pt x="179" y="66"/>
                        </a:lnTo>
                        <a:lnTo>
                          <a:pt x="179" y="63"/>
                        </a:lnTo>
                        <a:lnTo>
                          <a:pt x="177" y="60"/>
                        </a:lnTo>
                        <a:lnTo>
                          <a:pt x="175" y="58"/>
                        </a:lnTo>
                        <a:lnTo>
                          <a:pt x="174" y="56"/>
                        </a:lnTo>
                        <a:lnTo>
                          <a:pt x="172" y="54"/>
                        </a:lnTo>
                        <a:lnTo>
                          <a:pt x="171" y="52"/>
                        </a:lnTo>
                        <a:lnTo>
                          <a:pt x="172" y="50"/>
                        </a:lnTo>
                        <a:lnTo>
                          <a:pt x="174" y="47"/>
                        </a:lnTo>
                        <a:lnTo>
                          <a:pt x="177" y="45"/>
                        </a:lnTo>
                        <a:lnTo>
                          <a:pt x="177" y="42"/>
                        </a:lnTo>
                        <a:lnTo>
                          <a:pt x="177" y="39"/>
                        </a:lnTo>
                        <a:lnTo>
                          <a:pt x="176" y="36"/>
                        </a:lnTo>
                        <a:lnTo>
                          <a:pt x="174" y="34"/>
                        </a:lnTo>
                        <a:lnTo>
                          <a:pt x="173" y="32"/>
                        </a:lnTo>
                        <a:lnTo>
                          <a:pt x="172" y="30"/>
                        </a:lnTo>
                        <a:lnTo>
                          <a:pt x="172" y="27"/>
                        </a:lnTo>
                        <a:lnTo>
                          <a:pt x="174" y="24"/>
                        </a:lnTo>
                        <a:lnTo>
                          <a:pt x="175" y="23"/>
                        </a:lnTo>
                        <a:lnTo>
                          <a:pt x="177" y="21"/>
                        </a:lnTo>
                        <a:lnTo>
                          <a:pt x="179" y="18"/>
                        </a:lnTo>
                        <a:lnTo>
                          <a:pt x="179" y="16"/>
                        </a:lnTo>
                        <a:lnTo>
                          <a:pt x="178" y="14"/>
                        </a:lnTo>
                        <a:lnTo>
                          <a:pt x="176" y="12"/>
                        </a:lnTo>
                        <a:lnTo>
                          <a:pt x="174" y="9"/>
                        </a:lnTo>
                        <a:lnTo>
                          <a:pt x="173" y="6"/>
                        </a:lnTo>
                        <a:lnTo>
                          <a:pt x="173" y="0"/>
                        </a:lnTo>
                        <a:lnTo>
                          <a:pt x="155" y="10"/>
                        </a:lnTo>
                        <a:lnTo>
                          <a:pt x="143" y="14"/>
                        </a:lnTo>
                        <a:lnTo>
                          <a:pt x="131" y="17"/>
                        </a:lnTo>
                        <a:lnTo>
                          <a:pt x="116" y="21"/>
                        </a:lnTo>
                        <a:lnTo>
                          <a:pt x="102" y="23"/>
                        </a:lnTo>
                        <a:lnTo>
                          <a:pt x="89" y="25"/>
                        </a:lnTo>
                        <a:lnTo>
                          <a:pt x="71" y="27"/>
                        </a:lnTo>
                      </a:path>
                    </a:pathLst>
                  </a:custGeom>
                  <a:solidFill>
                    <a:srgbClr val="FFA04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nvGrpSpPr>
              <p:cNvPr id="189585" name="Group 145">
                <a:extLst>
                  <a:ext uri="{FF2B5EF4-FFF2-40B4-BE49-F238E27FC236}">
                    <a16:creationId xmlns:a16="http://schemas.microsoft.com/office/drawing/2014/main" id="{9B6BEEC6-F5C0-4B14-AA4F-E6B168344F6E}"/>
                  </a:ext>
                </a:extLst>
              </p:cNvPr>
              <p:cNvGrpSpPr>
                <a:grpSpLocks/>
              </p:cNvGrpSpPr>
              <p:nvPr/>
            </p:nvGrpSpPr>
            <p:grpSpPr bwMode="auto">
              <a:xfrm>
                <a:off x="1904" y="1816"/>
                <a:ext cx="54" cy="90"/>
                <a:chOff x="1904" y="1816"/>
                <a:chExt cx="54" cy="90"/>
              </a:xfrm>
            </p:grpSpPr>
            <p:sp>
              <p:nvSpPr>
                <p:cNvPr id="189586" name="Freeform 146">
                  <a:extLst>
                    <a:ext uri="{FF2B5EF4-FFF2-40B4-BE49-F238E27FC236}">
                      <a16:creationId xmlns:a16="http://schemas.microsoft.com/office/drawing/2014/main" id="{A2722719-0292-44D5-A046-DEA3D5A7B300}"/>
                    </a:ext>
                  </a:extLst>
                </p:cNvPr>
                <p:cNvSpPr>
                  <a:spLocks/>
                </p:cNvSpPr>
                <p:nvPr/>
              </p:nvSpPr>
              <p:spPr bwMode="auto">
                <a:xfrm>
                  <a:off x="1914" y="1840"/>
                  <a:ext cx="42" cy="17"/>
                </a:xfrm>
                <a:custGeom>
                  <a:avLst/>
                  <a:gdLst>
                    <a:gd name="T0" fmla="*/ 41 w 42"/>
                    <a:gd name="T1" fmla="*/ 2 h 17"/>
                    <a:gd name="T2" fmla="*/ 37 w 42"/>
                    <a:gd name="T3" fmla="*/ 0 h 17"/>
                    <a:gd name="T4" fmla="*/ 24 w 42"/>
                    <a:gd name="T5" fmla="*/ 5 h 17"/>
                    <a:gd name="T6" fmla="*/ 12 w 42"/>
                    <a:gd name="T7" fmla="*/ 10 h 17"/>
                    <a:gd name="T8" fmla="*/ 0 w 42"/>
                    <a:gd name="T9" fmla="*/ 13 h 17"/>
                    <a:gd name="T10" fmla="*/ 2 w 42"/>
                    <a:gd name="T11" fmla="*/ 16 h 17"/>
                    <a:gd name="T12" fmla="*/ 10 w 42"/>
                    <a:gd name="T13" fmla="*/ 16 h 17"/>
                    <a:gd name="T14" fmla="*/ 21 w 42"/>
                    <a:gd name="T15" fmla="*/ 14 h 17"/>
                    <a:gd name="T16" fmla="*/ 32 w 42"/>
                    <a:gd name="T17" fmla="*/ 8 h 17"/>
                    <a:gd name="T18" fmla="*/ 41 w 42"/>
                    <a:gd name="T19" fmla="*/ 2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2" h="17">
                      <a:moveTo>
                        <a:pt x="41" y="2"/>
                      </a:moveTo>
                      <a:lnTo>
                        <a:pt x="37" y="0"/>
                      </a:lnTo>
                      <a:lnTo>
                        <a:pt x="24" y="5"/>
                      </a:lnTo>
                      <a:lnTo>
                        <a:pt x="12" y="10"/>
                      </a:lnTo>
                      <a:lnTo>
                        <a:pt x="0" y="13"/>
                      </a:lnTo>
                      <a:lnTo>
                        <a:pt x="2" y="16"/>
                      </a:lnTo>
                      <a:lnTo>
                        <a:pt x="10" y="16"/>
                      </a:lnTo>
                      <a:lnTo>
                        <a:pt x="21" y="14"/>
                      </a:lnTo>
                      <a:lnTo>
                        <a:pt x="32" y="8"/>
                      </a:lnTo>
                      <a:lnTo>
                        <a:pt x="41" y="2"/>
                      </a:lnTo>
                    </a:path>
                  </a:pathLst>
                </a:custGeom>
                <a:solidFill>
                  <a:srgbClr val="FFE0C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9587" name="Freeform 147">
                  <a:extLst>
                    <a:ext uri="{FF2B5EF4-FFF2-40B4-BE49-F238E27FC236}">
                      <a16:creationId xmlns:a16="http://schemas.microsoft.com/office/drawing/2014/main" id="{814EA5E9-0DE5-48D7-9621-C941CE424FE3}"/>
                    </a:ext>
                  </a:extLst>
                </p:cNvPr>
                <p:cNvSpPr>
                  <a:spLocks/>
                </p:cNvSpPr>
                <p:nvPr/>
              </p:nvSpPr>
              <p:spPr bwMode="auto">
                <a:xfrm>
                  <a:off x="1922" y="1863"/>
                  <a:ext cx="36" cy="17"/>
                </a:xfrm>
                <a:custGeom>
                  <a:avLst/>
                  <a:gdLst>
                    <a:gd name="T0" fmla="*/ 35 w 36"/>
                    <a:gd name="T1" fmla="*/ 2 h 17"/>
                    <a:gd name="T2" fmla="*/ 33 w 36"/>
                    <a:gd name="T3" fmla="*/ 0 h 17"/>
                    <a:gd name="T4" fmla="*/ 21 w 36"/>
                    <a:gd name="T5" fmla="*/ 6 h 17"/>
                    <a:gd name="T6" fmla="*/ 11 w 36"/>
                    <a:gd name="T7" fmla="*/ 10 h 17"/>
                    <a:gd name="T8" fmla="*/ 0 w 36"/>
                    <a:gd name="T9" fmla="*/ 13 h 17"/>
                    <a:gd name="T10" fmla="*/ 2 w 36"/>
                    <a:gd name="T11" fmla="*/ 16 h 17"/>
                    <a:gd name="T12" fmla="*/ 10 w 36"/>
                    <a:gd name="T13" fmla="*/ 16 h 17"/>
                    <a:gd name="T14" fmla="*/ 18 w 36"/>
                    <a:gd name="T15" fmla="*/ 14 h 17"/>
                    <a:gd name="T16" fmla="*/ 26 w 36"/>
                    <a:gd name="T17" fmla="*/ 9 h 17"/>
                    <a:gd name="T18" fmla="*/ 35 w 36"/>
                    <a:gd name="T19" fmla="*/ 2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6" h="17">
                      <a:moveTo>
                        <a:pt x="35" y="2"/>
                      </a:moveTo>
                      <a:lnTo>
                        <a:pt x="33" y="0"/>
                      </a:lnTo>
                      <a:lnTo>
                        <a:pt x="21" y="6"/>
                      </a:lnTo>
                      <a:lnTo>
                        <a:pt x="11" y="10"/>
                      </a:lnTo>
                      <a:lnTo>
                        <a:pt x="0" y="13"/>
                      </a:lnTo>
                      <a:lnTo>
                        <a:pt x="2" y="16"/>
                      </a:lnTo>
                      <a:lnTo>
                        <a:pt x="10" y="16"/>
                      </a:lnTo>
                      <a:lnTo>
                        <a:pt x="18" y="14"/>
                      </a:lnTo>
                      <a:lnTo>
                        <a:pt x="26" y="9"/>
                      </a:lnTo>
                      <a:lnTo>
                        <a:pt x="35" y="2"/>
                      </a:lnTo>
                    </a:path>
                  </a:pathLst>
                </a:custGeom>
                <a:solidFill>
                  <a:srgbClr val="FFE0C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9588" name="Freeform 148">
                  <a:extLst>
                    <a:ext uri="{FF2B5EF4-FFF2-40B4-BE49-F238E27FC236}">
                      <a16:creationId xmlns:a16="http://schemas.microsoft.com/office/drawing/2014/main" id="{6412EE27-2AA1-4DD4-A36C-E6D0BCC61A66}"/>
                    </a:ext>
                  </a:extLst>
                </p:cNvPr>
                <p:cNvSpPr>
                  <a:spLocks/>
                </p:cNvSpPr>
                <p:nvPr/>
              </p:nvSpPr>
              <p:spPr bwMode="auto">
                <a:xfrm>
                  <a:off x="1919" y="1889"/>
                  <a:ext cx="38" cy="17"/>
                </a:xfrm>
                <a:custGeom>
                  <a:avLst/>
                  <a:gdLst>
                    <a:gd name="T0" fmla="*/ 37 w 38"/>
                    <a:gd name="T1" fmla="*/ 2 h 17"/>
                    <a:gd name="T2" fmla="*/ 34 w 38"/>
                    <a:gd name="T3" fmla="*/ 0 h 17"/>
                    <a:gd name="T4" fmla="*/ 23 w 38"/>
                    <a:gd name="T5" fmla="*/ 6 h 17"/>
                    <a:gd name="T6" fmla="*/ 12 w 38"/>
                    <a:gd name="T7" fmla="*/ 10 h 17"/>
                    <a:gd name="T8" fmla="*/ 0 w 38"/>
                    <a:gd name="T9" fmla="*/ 13 h 17"/>
                    <a:gd name="T10" fmla="*/ 2 w 38"/>
                    <a:gd name="T11" fmla="*/ 16 h 17"/>
                    <a:gd name="T12" fmla="*/ 10 w 38"/>
                    <a:gd name="T13" fmla="*/ 15 h 17"/>
                    <a:gd name="T14" fmla="*/ 20 w 38"/>
                    <a:gd name="T15" fmla="*/ 13 h 17"/>
                    <a:gd name="T16" fmla="*/ 30 w 38"/>
                    <a:gd name="T17" fmla="*/ 8 h 17"/>
                    <a:gd name="T18" fmla="*/ 37 w 38"/>
                    <a:gd name="T19" fmla="*/ 2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8" h="17">
                      <a:moveTo>
                        <a:pt x="37" y="2"/>
                      </a:moveTo>
                      <a:lnTo>
                        <a:pt x="34" y="0"/>
                      </a:lnTo>
                      <a:lnTo>
                        <a:pt x="23" y="6"/>
                      </a:lnTo>
                      <a:lnTo>
                        <a:pt x="12" y="10"/>
                      </a:lnTo>
                      <a:lnTo>
                        <a:pt x="0" y="13"/>
                      </a:lnTo>
                      <a:lnTo>
                        <a:pt x="2" y="16"/>
                      </a:lnTo>
                      <a:lnTo>
                        <a:pt x="10" y="15"/>
                      </a:lnTo>
                      <a:lnTo>
                        <a:pt x="20" y="13"/>
                      </a:lnTo>
                      <a:lnTo>
                        <a:pt x="30" y="8"/>
                      </a:lnTo>
                      <a:lnTo>
                        <a:pt x="37" y="2"/>
                      </a:lnTo>
                    </a:path>
                  </a:pathLst>
                </a:custGeom>
                <a:solidFill>
                  <a:srgbClr val="FFE0C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9589" name="Freeform 149">
                  <a:extLst>
                    <a:ext uri="{FF2B5EF4-FFF2-40B4-BE49-F238E27FC236}">
                      <a16:creationId xmlns:a16="http://schemas.microsoft.com/office/drawing/2014/main" id="{94E0A500-E892-4694-BF23-2588E4625E1B}"/>
                    </a:ext>
                  </a:extLst>
                </p:cNvPr>
                <p:cNvSpPr>
                  <a:spLocks/>
                </p:cNvSpPr>
                <p:nvPr/>
              </p:nvSpPr>
              <p:spPr bwMode="auto">
                <a:xfrm>
                  <a:off x="1904" y="1816"/>
                  <a:ext cx="43" cy="17"/>
                </a:xfrm>
                <a:custGeom>
                  <a:avLst/>
                  <a:gdLst>
                    <a:gd name="T0" fmla="*/ 42 w 43"/>
                    <a:gd name="T1" fmla="*/ 2 h 17"/>
                    <a:gd name="T2" fmla="*/ 37 w 43"/>
                    <a:gd name="T3" fmla="*/ 0 h 17"/>
                    <a:gd name="T4" fmla="*/ 23 w 43"/>
                    <a:gd name="T5" fmla="*/ 5 h 17"/>
                    <a:gd name="T6" fmla="*/ 12 w 43"/>
                    <a:gd name="T7" fmla="*/ 9 h 17"/>
                    <a:gd name="T8" fmla="*/ 0 w 43"/>
                    <a:gd name="T9" fmla="*/ 12 h 17"/>
                    <a:gd name="T10" fmla="*/ 2 w 43"/>
                    <a:gd name="T11" fmla="*/ 16 h 17"/>
                    <a:gd name="T12" fmla="*/ 10 w 43"/>
                    <a:gd name="T13" fmla="*/ 15 h 17"/>
                    <a:gd name="T14" fmla="*/ 20 w 43"/>
                    <a:gd name="T15" fmla="*/ 13 h 17"/>
                    <a:gd name="T16" fmla="*/ 31 w 43"/>
                    <a:gd name="T17" fmla="*/ 9 h 17"/>
                    <a:gd name="T18" fmla="*/ 42 w 43"/>
                    <a:gd name="T19" fmla="*/ 2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3" h="17">
                      <a:moveTo>
                        <a:pt x="42" y="2"/>
                      </a:moveTo>
                      <a:lnTo>
                        <a:pt x="37" y="0"/>
                      </a:lnTo>
                      <a:lnTo>
                        <a:pt x="23" y="5"/>
                      </a:lnTo>
                      <a:lnTo>
                        <a:pt x="12" y="9"/>
                      </a:lnTo>
                      <a:lnTo>
                        <a:pt x="0" y="12"/>
                      </a:lnTo>
                      <a:lnTo>
                        <a:pt x="2" y="16"/>
                      </a:lnTo>
                      <a:lnTo>
                        <a:pt x="10" y="15"/>
                      </a:lnTo>
                      <a:lnTo>
                        <a:pt x="20" y="13"/>
                      </a:lnTo>
                      <a:lnTo>
                        <a:pt x="31" y="9"/>
                      </a:lnTo>
                      <a:lnTo>
                        <a:pt x="42" y="2"/>
                      </a:lnTo>
                    </a:path>
                  </a:pathLst>
                </a:custGeom>
                <a:solidFill>
                  <a:srgbClr val="FFE0C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sp>
          <p:nvSpPr>
            <p:cNvPr id="189590" name="Freeform 150">
              <a:extLst>
                <a:ext uri="{FF2B5EF4-FFF2-40B4-BE49-F238E27FC236}">
                  <a16:creationId xmlns:a16="http://schemas.microsoft.com/office/drawing/2014/main" id="{72542CB1-6EC0-4350-A470-C127A7703FE9}"/>
                </a:ext>
              </a:extLst>
            </p:cNvPr>
            <p:cNvSpPr>
              <a:spLocks/>
            </p:cNvSpPr>
            <p:nvPr/>
          </p:nvSpPr>
          <p:spPr bwMode="auto">
            <a:xfrm>
              <a:off x="2212" y="1248"/>
              <a:ext cx="277" cy="333"/>
            </a:xfrm>
            <a:custGeom>
              <a:avLst/>
              <a:gdLst>
                <a:gd name="T0" fmla="*/ 353 w 494"/>
                <a:gd name="T1" fmla="*/ 572 h 594"/>
                <a:gd name="T2" fmla="*/ 357 w 494"/>
                <a:gd name="T3" fmla="*/ 567 h 594"/>
                <a:gd name="T4" fmla="*/ 359 w 494"/>
                <a:gd name="T5" fmla="*/ 563 h 594"/>
                <a:gd name="T6" fmla="*/ 362 w 494"/>
                <a:gd name="T7" fmla="*/ 550 h 594"/>
                <a:gd name="T8" fmla="*/ 381 w 494"/>
                <a:gd name="T9" fmla="*/ 454 h 594"/>
                <a:gd name="T10" fmla="*/ 395 w 494"/>
                <a:gd name="T11" fmla="*/ 420 h 594"/>
                <a:gd name="T12" fmla="*/ 408 w 494"/>
                <a:gd name="T13" fmla="*/ 396 h 594"/>
                <a:gd name="T14" fmla="*/ 433 w 494"/>
                <a:gd name="T15" fmla="*/ 360 h 594"/>
                <a:gd name="T16" fmla="*/ 458 w 494"/>
                <a:gd name="T17" fmla="*/ 324 h 594"/>
                <a:gd name="T18" fmla="*/ 476 w 494"/>
                <a:gd name="T19" fmla="*/ 291 h 594"/>
                <a:gd name="T20" fmla="*/ 487 w 494"/>
                <a:gd name="T21" fmla="*/ 258 h 594"/>
                <a:gd name="T22" fmla="*/ 493 w 494"/>
                <a:gd name="T23" fmla="*/ 216 h 594"/>
                <a:gd name="T24" fmla="*/ 489 w 494"/>
                <a:gd name="T25" fmla="*/ 178 h 594"/>
                <a:gd name="T26" fmla="*/ 478 w 494"/>
                <a:gd name="T27" fmla="*/ 141 h 594"/>
                <a:gd name="T28" fmla="*/ 461 w 494"/>
                <a:gd name="T29" fmla="*/ 107 h 594"/>
                <a:gd name="T30" fmla="*/ 431 w 494"/>
                <a:gd name="T31" fmla="*/ 72 h 594"/>
                <a:gd name="T32" fmla="*/ 399 w 494"/>
                <a:gd name="T33" fmla="*/ 47 h 594"/>
                <a:gd name="T34" fmla="*/ 359 w 494"/>
                <a:gd name="T35" fmla="*/ 24 h 594"/>
                <a:gd name="T36" fmla="*/ 311 w 494"/>
                <a:gd name="T37" fmla="*/ 7 h 594"/>
                <a:gd name="T38" fmla="*/ 272 w 494"/>
                <a:gd name="T39" fmla="*/ 0 h 594"/>
                <a:gd name="T40" fmla="*/ 228 w 494"/>
                <a:gd name="T41" fmla="*/ 0 h 594"/>
                <a:gd name="T42" fmla="*/ 190 w 494"/>
                <a:gd name="T43" fmla="*/ 5 h 594"/>
                <a:gd name="T44" fmla="*/ 153 w 494"/>
                <a:gd name="T45" fmla="*/ 15 h 594"/>
                <a:gd name="T46" fmla="*/ 121 w 494"/>
                <a:gd name="T47" fmla="*/ 29 h 594"/>
                <a:gd name="T48" fmla="*/ 88 w 494"/>
                <a:gd name="T49" fmla="*/ 49 h 594"/>
                <a:gd name="T50" fmla="*/ 59 w 494"/>
                <a:gd name="T51" fmla="*/ 73 h 594"/>
                <a:gd name="T52" fmla="*/ 34 w 494"/>
                <a:gd name="T53" fmla="*/ 100 h 594"/>
                <a:gd name="T54" fmla="*/ 12 w 494"/>
                <a:gd name="T55" fmla="*/ 139 h 594"/>
                <a:gd name="T56" fmla="*/ 1 w 494"/>
                <a:gd name="T57" fmla="*/ 179 h 594"/>
                <a:gd name="T58" fmla="*/ 0 w 494"/>
                <a:gd name="T59" fmla="*/ 214 h 594"/>
                <a:gd name="T60" fmla="*/ 3 w 494"/>
                <a:gd name="T61" fmla="*/ 252 h 594"/>
                <a:gd name="T62" fmla="*/ 14 w 494"/>
                <a:gd name="T63" fmla="*/ 290 h 594"/>
                <a:gd name="T64" fmla="*/ 34 w 494"/>
                <a:gd name="T65" fmla="*/ 326 h 594"/>
                <a:gd name="T66" fmla="*/ 58 w 494"/>
                <a:gd name="T67" fmla="*/ 361 h 594"/>
                <a:gd name="T68" fmla="*/ 90 w 494"/>
                <a:gd name="T69" fmla="*/ 409 h 594"/>
                <a:gd name="T70" fmla="*/ 104 w 494"/>
                <a:gd name="T71" fmla="*/ 436 h 594"/>
                <a:gd name="T72" fmla="*/ 114 w 494"/>
                <a:gd name="T73" fmla="*/ 467 h 594"/>
                <a:gd name="T74" fmla="*/ 121 w 494"/>
                <a:gd name="T75" fmla="*/ 511 h 594"/>
                <a:gd name="T76" fmla="*/ 128 w 494"/>
                <a:gd name="T77" fmla="*/ 549 h 594"/>
                <a:gd name="T78" fmla="*/ 132 w 494"/>
                <a:gd name="T79" fmla="*/ 564 h 594"/>
                <a:gd name="T80" fmla="*/ 134 w 494"/>
                <a:gd name="T81" fmla="*/ 567 h 594"/>
                <a:gd name="T82" fmla="*/ 140 w 494"/>
                <a:gd name="T83" fmla="*/ 573 h 594"/>
                <a:gd name="T84" fmla="*/ 154 w 494"/>
                <a:gd name="T85" fmla="*/ 580 h 594"/>
                <a:gd name="T86" fmla="*/ 171 w 494"/>
                <a:gd name="T87" fmla="*/ 585 h 594"/>
                <a:gd name="T88" fmla="*/ 190 w 494"/>
                <a:gd name="T89" fmla="*/ 589 h 594"/>
                <a:gd name="T90" fmla="*/ 209 w 494"/>
                <a:gd name="T91" fmla="*/ 591 h 594"/>
                <a:gd name="T92" fmla="*/ 228 w 494"/>
                <a:gd name="T93" fmla="*/ 592 h 594"/>
                <a:gd name="T94" fmla="*/ 245 w 494"/>
                <a:gd name="T95" fmla="*/ 593 h 594"/>
                <a:gd name="T96" fmla="*/ 265 w 494"/>
                <a:gd name="T97" fmla="*/ 592 h 594"/>
                <a:gd name="T98" fmla="*/ 284 w 494"/>
                <a:gd name="T99" fmla="*/ 591 h 594"/>
                <a:gd name="T100" fmla="*/ 302 w 494"/>
                <a:gd name="T101" fmla="*/ 588 h 594"/>
                <a:gd name="T102" fmla="*/ 319 w 494"/>
                <a:gd name="T103" fmla="*/ 585 h 594"/>
                <a:gd name="T104" fmla="*/ 335 w 494"/>
                <a:gd name="T105" fmla="*/ 580 h 5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494" h="594">
                  <a:moveTo>
                    <a:pt x="345" y="577"/>
                  </a:moveTo>
                  <a:lnTo>
                    <a:pt x="349" y="574"/>
                  </a:lnTo>
                  <a:lnTo>
                    <a:pt x="353" y="572"/>
                  </a:lnTo>
                  <a:lnTo>
                    <a:pt x="354" y="570"/>
                  </a:lnTo>
                  <a:lnTo>
                    <a:pt x="356" y="568"/>
                  </a:lnTo>
                  <a:lnTo>
                    <a:pt x="357" y="567"/>
                  </a:lnTo>
                  <a:lnTo>
                    <a:pt x="358" y="566"/>
                  </a:lnTo>
                  <a:lnTo>
                    <a:pt x="358" y="565"/>
                  </a:lnTo>
                  <a:lnTo>
                    <a:pt x="359" y="563"/>
                  </a:lnTo>
                  <a:lnTo>
                    <a:pt x="360" y="561"/>
                  </a:lnTo>
                  <a:lnTo>
                    <a:pt x="360" y="559"/>
                  </a:lnTo>
                  <a:lnTo>
                    <a:pt x="362" y="550"/>
                  </a:lnTo>
                  <a:lnTo>
                    <a:pt x="376" y="473"/>
                  </a:lnTo>
                  <a:lnTo>
                    <a:pt x="379" y="462"/>
                  </a:lnTo>
                  <a:lnTo>
                    <a:pt x="381" y="454"/>
                  </a:lnTo>
                  <a:lnTo>
                    <a:pt x="385" y="443"/>
                  </a:lnTo>
                  <a:lnTo>
                    <a:pt x="390" y="431"/>
                  </a:lnTo>
                  <a:lnTo>
                    <a:pt x="395" y="420"/>
                  </a:lnTo>
                  <a:lnTo>
                    <a:pt x="400" y="411"/>
                  </a:lnTo>
                  <a:lnTo>
                    <a:pt x="404" y="403"/>
                  </a:lnTo>
                  <a:lnTo>
                    <a:pt x="408" y="396"/>
                  </a:lnTo>
                  <a:lnTo>
                    <a:pt x="416" y="383"/>
                  </a:lnTo>
                  <a:lnTo>
                    <a:pt x="424" y="371"/>
                  </a:lnTo>
                  <a:lnTo>
                    <a:pt x="433" y="360"/>
                  </a:lnTo>
                  <a:lnTo>
                    <a:pt x="439" y="351"/>
                  </a:lnTo>
                  <a:lnTo>
                    <a:pt x="451" y="335"/>
                  </a:lnTo>
                  <a:lnTo>
                    <a:pt x="458" y="324"/>
                  </a:lnTo>
                  <a:lnTo>
                    <a:pt x="465" y="314"/>
                  </a:lnTo>
                  <a:lnTo>
                    <a:pt x="470" y="304"/>
                  </a:lnTo>
                  <a:lnTo>
                    <a:pt x="476" y="291"/>
                  </a:lnTo>
                  <a:lnTo>
                    <a:pt x="480" y="280"/>
                  </a:lnTo>
                  <a:lnTo>
                    <a:pt x="484" y="268"/>
                  </a:lnTo>
                  <a:lnTo>
                    <a:pt x="487" y="258"/>
                  </a:lnTo>
                  <a:lnTo>
                    <a:pt x="490" y="247"/>
                  </a:lnTo>
                  <a:lnTo>
                    <a:pt x="492" y="232"/>
                  </a:lnTo>
                  <a:lnTo>
                    <a:pt x="493" y="216"/>
                  </a:lnTo>
                  <a:lnTo>
                    <a:pt x="493" y="201"/>
                  </a:lnTo>
                  <a:lnTo>
                    <a:pt x="491" y="189"/>
                  </a:lnTo>
                  <a:lnTo>
                    <a:pt x="489" y="178"/>
                  </a:lnTo>
                  <a:lnTo>
                    <a:pt x="487" y="167"/>
                  </a:lnTo>
                  <a:lnTo>
                    <a:pt x="483" y="154"/>
                  </a:lnTo>
                  <a:lnTo>
                    <a:pt x="478" y="141"/>
                  </a:lnTo>
                  <a:lnTo>
                    <a:pt x="473" y="129"/>
                  </a:lnTo>
                  <a:lnTo>
                    <a:pt x="468" y="117"/>
                  </a:lnTo>
                  <a:lnTo>
                    <a:pt x="461" y="107"/>
                  </a:lnTo>
                  <a:lnTo>
                    <a:pt x="451" y="94"/>
                  </a:lnTo>
                  <a:lnTo>
                    <a:pt x="441" y="82"/>
                  </a:lnTo>
                  <a:lnTo>
                    <a:pt x="431" y="72"/>
                  </a:lnTo>
                  <a:lnTo>
                    <a:pt x="421" y="63"/>
                  </a:lnTo>
                  <a:lnTo>
                    <a:pt x="411" y="55"/>
                  </a:lnTo>
                  <a:lnTo>
                    <a:pt x="399" y="47"/>
                  </a:lnTo>
                  <a:lnTo>
                    <a:pt x="388" y="39"/>
                  </a:lnTo>
                  <a:lnTo>
                    <a:pt x="374" y="32"/>
                  </a:lnTo>
                  <a:lnTo>
                    <a:pt x="359" y="24"/>
                  </a:lnTo>
                  <a:lnTo>
                    <a:pt x="344" y="17"/>
                  </a:lnTo>
                  <a:lnTo>
                    <a:pt x="327" y="12"/>
                  </a:lnTo>
                  <a:lnTo>
                    <a:pt x="311" y="7"/>
                  </a:lnTo>
                  <a:lnTo>
                    <a:pt x="299" y="5"/>
                  </a:lnTo>
                  <a:lnTo>
                    <a:pt x="285" y="2"/>
                  </a:lnTo>
                  <a:lnTo>
                    <a:pt x="272" y="0"/>
                  </a:lnTo>
                  <a:lnTo>
                    <a:pt x="257" y="0"/>
                  </a:lnTo>
                  <a:lnTo>
                    <a:pt x="243" y="0"/>
                  </a:lnTo>
                  <a:lnTo>
                    <a:pt x="228" y="0"/>
                  </a:lnTo>
                  <a:lnTo>
                    <a:pt x="215" y="0"/>
                  </a:lnTo>
                  <a:lnTo>
                    <a:pt x="201" y="3"/>
                  </a:lnTo>
                  <a:lnTo>
                    <a:pt x="190" y="5"/>
                  </a:lnTo>
                  <a:lnTo>
                    <a:pt x="177" y="8"/>
                  </a:lnTo>
                  <a:lnTo>
                    <a:pt x="164" y="11"/>
                  </a:lnTo>
                  <a:lnTo>
                    <a:pt x="153" y="15"/>
                  </a:lnTo>
                  <a:lnTo>
                    <a:pt x="142" y="19"/>
                  </a:lnTo>
                  <a:lnTo>
                    <a:pt x="132" y="24"/>
                  </a:lnTo>
                  <a:lnTo>
                    <a:pt x="121" y="29"/>
                  </a:lnTo>
                  <a:lnTo>
                    <a:pt x="111" y="35"/>
                  </a:lnTo>
                  <a:lnTo>
                    <a:pt x="99" y="42"/>
                  </a:lnTo>
                  <a:lnTo>
                    <a:pt x="88" y="49"/>
                  </a:lnTo>
                  <a:lnTo>
                    <a:pt x="79" y="56"/>
                  </a:lnTo>
                  <a:lnTo>
                    <a:pt x="69" y="64"/>
                  </a:lnTo>
                  <a:lnTo>
                    <a:pt x="59" y="73"/>
                  </a:lnTo>
                  <a:lnTo>
                    <a:pt x="50" y="81"/>
                  </a:lnTo>
                  <a:lnTo>
                    <a:pt x="42" y="89"/>
                  </a:lnTo>
                  <a:lnTo>
                    <a:pt x="34" y="100"/>
                  </a:lnTo>
                  <a:lnTo>
                    <a:pt x="25" y="112"/>
                  </a:lnTo>
                  <a:lnTo>
                    <a:pt x="17" y="126"/>
                  </a:lnTo>
                  <a:lnTo>
                    <a:pt x="12" y="139"/>
                  </a:lnTo>
                  <a:lnTo>
                    <a:pt x="8" y="153"/>
                  </a:lnTo>
                  <a:lnTo>
                    <a:pt x="3" y="166"/>
                  </a:lnTo>
                  <a:lnTo>
                    <a:pt x="1" y="179"/>
                  </a:lnTo>
                  <a:lnTo>
                    <a:pt x="0" y="191"/>
                  </a:lnTo>
                  <a:lnTo>
                    <a:pt x="0" y="203"/>
                  </a:lnTo>
                  <a:lnTo>
                    <a:pt x="0" y="214"/>
                  </a:lnTo>
                  <a:lnTo>
                    <a:pt x="0" y="227"/>
                  </a:lnTo>
                  <a:lnTo>
                    <a:pt x="0" y="238"/>
                  </a:lnTo>
                  <a:lnTo>
                    <a:pt x="3" y="252"/>
                  </a:lnTo>
                  <a:lnTo>
                    <a:pt x="5" y="264"/>
                  </a:lnTo>
                  <a:lnTo>
                    <a:pt x="9" y="277"/>
                  </a:lnTo>
                  <a:lnTo>
                    <a:pt x="14" y="290"/>
                  </a:lnTo>
                  <a:lnTo>
                    <a:pt x="20" y="303"/>
                  </a:lnTo>
                  <a:lnTo>
                    <a:pt x="27" y="314"/>
                  </a:lnTo>
                  <a:lnTo>
                    <a:pt x="34" y="326"/>
                  </a:lnTo>
                  <a:lnTo>
                    <a:pt x="43" y="338"/>
                  </a:lnTo>
                  <a:lnTo>
                    <a:pt x="50" y="349"/>
                  </a:lnTo>
                  <a:lnTo>
                    <a:pt x="58" y="361"/>
                  </a:lnTo>
                  <a:lnTo>
                    <a:pt x="66" y="373"/>
                  </a:lnTo>
                  <a:lnTo>
                    <a:pt x="78" y="390"/>
                  </a:lnTo>
                  <a:lnTo>
                    <a:pt x="90" y="409"/>
                  </a:lnTo>
                  <a:lnTo>
                    <a:pt x="96" y="418"/>
                  </a:lnTo>
                  <a:lnTo>
                    <a:pt x="100" y="426"/>
                  </a:lnTo>
                  <a:lnTo>
                    <a:pt x="104" y="436"/>
                  </a:lnTo>
                  <a:lnTo>
                    <a:pt x="108" y="446"/>
                  </a:lnTo>
                  <a:lnTo>
                    <a:pt x="111" y="456"/>
                  </a:lnTo>
                  <a:lnTo>
                    <a:pt x="114" y="467"/>
                  </a:lnTo>
                  <a:lnTo>
                    <a:pt x="116" y="482"/>
                  </a:lnTo>
                  <a:lnTo>
                    <a:pt x="120" y="498"/>
                  </a:lnTo>
                  <a:lnTo>
                    <a:pt x="121" y="511"/>
                  </a:lnTo>
                  <a:lnTo>
                    <a:pt x="124" y="527"/>
                  </a:lnTo>
                  <a:lnTo>
                    <a:pt x="126" y="539"/>
                  </a:lnTo>
                  <a:lnTo>
                    <a:pt x="128" y="549"/>
                  </a:lnTo>
                  <a:lnTo>
                    <a:pt x="130" y="559"/>
                  </a:lnTo>
                  <a:lnTo>
                    <a:pt x="132" y="561"/>
                  </a:lnTo>
                  <a:lnTo>
                    <a:pt x="132" y="564"/>
                  </a:lnTo>
                  <a:lnTo>
                    <a:pt x="132" y="565"/>
                  </a:lnTo>
                  <a:lnTo>
                    <a:pt x="133" y="566"/>
                  </a:lnTo>
                  <a:lnTo>
                    <a:pt x="134" y="567"/>
                  </a:lnTo>
                  <a:lnTo>
                    <a:pt x="136" y="569"/>
                  </a:lnTo>
                  <a:lnTo>
                    <a:pt x="138" y="571"/>
                  </a:lnTo>
                  <a:lnTo>
                    <a:pt x="140" y="573"/>
                  </a:lnTo>
                  <a:lnTo>
                    <a:pt x="144" y="576"/>
                  </a:lnTo>
                  <a:lnTo>
                    <a:pt x="148" y="577"/>
                  </a:lnTo>
                  <a:lnTo>
                    <a:pt x="154" y="580"/>
                  </a:lnTo>
                  <a:lnTo>
                    <a:pt x="160" y="582"/>
                  </a:lnTo>
                  <a:lnTo>
                    <a:pt x="166" y="584"/>
                  </a:lnTo>
                  <a:lnTo>
                    <a:pt x="171" y="585"/>
                  </a:lnTo>
                  <a:lnTo>
                    <a:pt x="176" y="586"/>
                  </a:lnTo>
                  <a:lnTo>
                    <a:pt x="183" y="587"/>
                  </a:lnTo>
                  <a:lnTo>
                    <a:pt x="190" y="589"/>
                  </a:lnTo>
                  <a:lnTo>
                    <a:pt x="195" y="589"/>
                  </a:lnTo>
                  <a:lnTo>
                    <a:pt x="202" y="590"/>
                  </a:lnTo>
                  <a:lnTo>
                    <a:pt x="209" y="591"/>
                  </a:lnTo>
                  <a:lnTo>
                    <a:pt x="215" y="592"/>
                  </a:lnTo>
                  <a:lnTo>
                    <a:pt x="221" y="592"/>
                  </a:lnTo>
                  <a:lnTo>
                    <a:pt x="228" y="592"/>
                  </a:lnTo>
                  <a:lnTo>
                    <a:pt x="234" y="593"/>
                  </a:lnTo>
                  <a:lnTo>
                    <a:pt x="240" y="593"/>
                  </a:lnTo>
                  <a:lnTo>
                    <a:pt x="245" y="593"/>
                  </a:lnTo>
                  <a:lnTo>
                    <a:pt x="251" y="593"/>
                  </a:lnTo>
                  <a:lnTo>
                    <a:pt x="259" y="593"/>
                  </a:lnTo>
                  <a:lnTo>
                    <a:pt x="265" y="592"/>
                  </a:lnTo>
                  <a:lnTo>
                    <a:pt x="270" y="592"/>
                  </a:lnTo>
                  <a:lnTo>
                    <a:pt x="277" y="592"/>
                  </a:lnTo>
                  <a:lnTo>
                    <a:pt x="284" y="591"/>
                  </a:lnTo>
                  <a:lnTo>
                    <a:pt x="290" y="590"/>
                  </a:lnTo>
                  <a:lnTo>
                    <a:pt x="297" y="589"/>
                  </a:lnTo>
                  <a:lnTo>
                    <a:pt x="302" y="588"/>
                  </a:lnTo>
                  <a:lnTo>
                    <a:pt x="308" y="587"/>
                  </a:lnTo>
                  <a:lnTo>
                    <a:pt x="314" y="586"/>
                  </a:lnTo>
                  <a:lnTo>
                    <a:pt x="319" y="585"/>
                  </a:lnTo>
                  <a:lnTo>
                    <a:pt x="325" y="584"/>
                  </a:lnTo>
                  <a:lnTo>
                    <a:pt x="330" y="582"/>
                  </a:lnTo>
                  <a:lnTo>
                    <a:pt x="335" y="580"/>
                  </a:lnTo>
                  <a:lnTo>
                    <a:pt x="340" y="578"/>
                  </a:lnTo>
                  <a:lnTo>
                    <a:pt x="345" y="577"/>
                  </a:lnTo>
                </a:path>
              </a:pathLst>
            </a:custGeom>
            <a:solidFill>
              <a:srgbClr val="FF9900"/>
            </a:solidFill>
            <a:ln w="12700" cap="rnd" cmpd="sng">
              <a:solidFill>
                <a:srgbClr val="FFFFFF"/>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9591" name="Freeform 151">
              <a:extLst>
                <a:ext uri="{FF2B5EF4-FFF2-40B4-BE49-F238E27FC236}">
                  <a16:creationId xmlns:a16="http://schemas.microsoft.com/office/drawing/2014/main" id="{48E8BEE2-12B1-48A4-9FF3-E20167CD80D8}"/>
                </a:ext>
              </a:extLst>
            </p:cNvPr>
            <p:cNvSpPr>
              <a:spLocks/>
            </p:cNvSpPr>
            <p:nvPr/>
          </p:nvSpPr>
          <p:spPr bwMode="auto">
            <a:xfrm>
              <a:off x="2405" y="1290"/>
              <a:ext cx="48" cy="50"/>
            </a:xfrm>
            <a:custGeom>
              <a:avLst/>
              <a:gdLst>
                <a:gd name="T0" fmla="*/ 0 w 84"/>
                <a:gd name="T1" fmla="*/ 0 h 89"/>
                <a:gd name="T2" fmla="*/ 22 w 84"/>
                <a:gd name="T3" fmla="*/ 9 h 89"/>
                <a:gd name="T4" fmla="*/ 42 w 84"/>
                <a:gd name="T5" fmla="*/ 19 h 89"/>
                <a:gd name="T6" fmla="*/ 57 w 84"/>
                <a:gd name="T7" fmla="*/ 30 h 89"/>
                <a:gd name="T8" fmla="*/ 67 w 84"/>
                <a:gd name="T9" fmla="*/ 41 h 89"/>
                <a:gd name="T10" fmla="*/ 74 w 84"/>
                <a:gd name="T11" fmla="*/ 52 h 89"/>
                <a:gd name="T12" fmla="*/ 79 w 84"/>
                <a:gd name="T13" fmla="*/ 62 h 89"/>
                <a:gd name="T14" fmla="*/ 83 w 84"/>
                <a:gd name="T15" fmla="*/ 73 h 89"/>
                <a:gd name="T16" fmla="*/ 54 w 84"/>
                <a:gd name="T17" fmla="*/ 88 h 89"/>
                <a:gd name="T18" fmla="*/ 50 w 84"/>
                <a:gd name="T19" fmla="*/ 73 h 89"/>
                <a:gd name="T20" fmla="*/ 46 w 84"/>
                <a:gd name="T21" fmla="*/ 58 h 89"/>
                <a:gd name="T22" fmla="*/ 39 w 84"/>
                <a:gd name="T23" fmla="*/ 42 h 89"/>
                <a:gd name="T24" fmla="*/ 30 w 84"/>
                <a:gd name="T25" fmla="*/ 29 h 89"/>
                <a:gd name="T26" fmla="*/ 18 w 84"/>
                <a:gd name="T27" fmla="*/ 15 h 89"/>
                <a:gd name="T28" fmla="*/ 0 w 84"/>
                <a:gd name="T29" fmla="*/ 0 h 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4" h="89">
                  <a:moveTo>
                    <a:pt x="0" y="0"/>
                  </a:moveTo>
                  <a:lnTo>
                    <a:pt x="22" y="9"/>
                  </a:lnTo>
                  <a:lnTo>
                    <a:pt x="42" y="19"/>
                  </a:lnTo>
                  <a:lnTo>
                    <a:pt x="57" y="30"/>
                  </a:lnTo>
                  <a:lnTo>
                    <a:pt x="67" y="41"/>
                  </a:lnTo>
                  <a:lnTo>
                    <a:pt x="74" y="52"/>
                  </a:lnTo>
                  <a:lnTo>
                    <a:pt x="79" y="62"/>
                  </a:lnTo>
                  <a:lnTo>
                    <a:pt x="83" y="73"/>
                  </a:lnTo>
                  <a:lnTo>
                    <a:pt x="54" y="88"/>
                  </a:lnTo>
                  <a:lnTo>
                    <a:pt x="50" y="73"/>
                  </a:lnTo>
                  <a:lnTo>
                    <a:pt x="46" y="58"/>
                  </a:lnTo>
                  <a:lnTo>
                    <a:pt x="39" y="42"/>
                  </a:lnTo>
                  <a:lnTo>
                    <a:pt x="30" y="29"/>
                  </a:lnTo>
                  <a:lnTo>
                    <a:pt x="18" y="15"/>
                  </a:lnTo>
                  <a:lnTo>
                    <a:pt x="0" y="0"/>
                  </a:lnTo>
                </a:path>
              </a:pathLst>
            </a:custGeom>
            <a:solidFill>
              <a:srgbClr val="FFFF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89592" name="Group 152">
            <a:extLst>
              <a:ext uri="{FF2B5EF4-FFF2-40B4-BE49-F238E27FC236}">
                <a16:creationId xmlns:a16="http://schemas.microsoft.com/office/drawing/2014/main" id="{44598D02-3C5F-4234-BEA4-C63C3359CB4A}"/>
              </a:ext>
            </a:extLst>
          </p:cNvPr>
          <p:cNvGrpSpPr>
            <a:grpSpLocks/>
          </p:cNvGrpSpPr>
          <p:nvPr/>
        </p:nvGrpSpPr>
        <p:grpSpPr bwMode="auto">
          <a:xfrm>
            <a:off x="1900238" y="1697038"/>
            <a:ext cx="439737" cy="682625"/>
            <a:chOff x="1625" y="1248"/>
            <a:chExt cx="277" cy="430"/>
          </a:xfrm>
        </p:grpSpPr>
        <p:grpSp>
          <p:nvGrpSpPr>
            <p:cNvPr id="189593" name="Group 153">
              <a:extLst>
                <a:ext uri="{FF2B5EF4-FFF2-40B4-BE49-F238E27FC236}">
                  <a16:creationId xmlns:a16="http://schemas.microsoft.com/office/drawing/2014/main" id="{CE245A35-944F-4A06-A21D-D99474F4FA4B}"/>
                </a:ext>
              </a:extLst>
            </p:cNvPr>
            <p:cNvGrpSpPr>
              <a:grpSpLocks/>
            </p:cNvGrpSpPr>
            <p:nvPr/>
          </p:nvGrpSpPr>
          <p:grpSpPr bwMode="auto">
            <a:xfrm>
              <a:off x="1700" y="1579"/>
              <a:ext cx="126" cy="99"/>
              <a:chOff x="1107" y="1792"/>
              <a:chExt cx="224" cy="177"/>
            </a:xfrm>
          </p:grpSpPr>
          <p:grpSp>
            <p:nvGrpSpPr>
              <p:cNvPr id="189594" name="Group 154">
                <a:extLst>
                  <a:ext uri="{FF2B5EF4-FFF2-40B4-BE49-F238E27FC236}">
                    <a16:creationId xmlns:a16="http://schemas.microsoft.com/office/drawing/2014/main" id="{FEF1E710-161A-4DBE-8A4F-C5D7408292C9}"/>
                  </a:ext>
                </a:extLst>
              </p:cNvPr>
              <p:cNvGrpSpPr>
                <a:grpSpLocks/>
              </p:cNvGrpSpPr>
              <p:nvPr/>
            </p:nvGrpSpPr>
            <p:grpSpPr bwMode="auto">
              <a:xfrm>
                <a:off x="1107" y="1792"/>
                <a:ext cx="224" cy="177"/>
                <a:chOff x="1107" y="1792"/>
                <a:chExt cx="224" cy="177"/>
              </a:xfrm>
            </p:grpSpPr>
            <p:grpSp>
              <p:nvGrpSpPr>
                <p:cNvPr id="189595" name="Group 155">
                  <a:extLst>
                    <a:ext uri="{FF2B5EF4-FFF2-40B4-BE49-F238E27FC236}">
                      <a16:creationId xmlns:a16="http://schemas.microsoft.com/office/drawing/2014/main" id="{BBEF0133-CF32-4522-832C-E991D49E714B}"/>
                    </a:ext>
                  </a:extLst>
                </p:cNvPr>
                <p:cNvGrpSpPr>
                  <a:grpSpLocks/>
                </p:cNvGrpSpPr>
                <p:nvPr/>
              </p:nvGrpSpPr>
              <p:grpSpPr bwMode="auto">
                <a:xfrm>
                  <a:off x="1163" y="1927"/>
                  <a:ext cx="123" cy="42"/>
                  <a:chOff x="1163" y="1927"/>
                  <a:chExt cx="123" cy="42"/>
                </a:xfrm>
              </p:grpSpPr>
              <p:sp>
                <p:nvSpPr>
                  <p:cNvPr id="189596" name="Freeform 156">
                    <a:extLst>
                      <a:ext uri="{FF2B5EF4-FFF2-40B4-BE49-F238E27FC236}">
                        <a16:creationId xmlns:a16="http://schemas.microsoft.com/office/drawing/2014/main" id="{7DC3880C-FC5E-48C0-A383-FDAAB76E9BDC}"/>
                      </a:ext>
                    </a:extLst>
                  </p:cNvPr>
                  <p:cNvSpPr>
                    <a:spLocks/>
                  </p:cNvSpPr>
                  <p:nvPr/>
                </p:nvSpPr>
                <p:spPr bwMode="auto">
                  <a:xfrm>
                    <a:off x="1163" y="1927"/>
                    <a:ext cx="123" cy="42"/>
                  </a:xfrm>
                  <a:custGeom>
                    <a:avLst/>
                    <a:gdLst>
                      <a:gd name="T0" fmla="*/ 0 w 123"/>
                      <a:gd name="T1" fmla="*/ 0 h 42"/>
                      <a:gd name="T2" fmla="*/ 24 w 123"/>
                      <a:gd name="T3" fmla="*/ 32 h 42"/>
                      <a:gd name="T4" fmla="*/ 26 w 123"/>
                      <a:gd name="T5" fmla="*/ 34 h 42"/>
                      <a:gd name="T6" fmla="*/ 29 w 123"/>
                      <a:gd name="T7" fmla="*/ 35 h 42"/>
                      <a:gd name="T8" fmla="*/ 33 w 123"/>
                      <a:gd name="T9" fmla="*/ 37 h 42"/>
                      <a:gd name="T10" fmla="*/ 37 w 123"/>
                      <a:gd name="T11" fmla="*/ 38 h 42"/>
                      <a:gd name="T12" fmla="*/ 42 w 123"/>
                      <a:gd name="T13" fmla="*/ 39 h 42"/>
                      <a:gd name="T14" fmla="*/ 46 w 123"/>
                      <a:gd name="T15" fmla="*/ 39 h 42"/>
                      <a:gd name="T16" fmla="*/ 50 w 123"/>
                      <a:gd name="T17" fmla="*/ 40 h 42"/>
                      <a:gd name="T18" fmla="*/ 54 w 123"/>
                      <a:gd name="T19" fmla="*/ 40 h 42"/>
                      <a:gd name="T20" fmla="*/ 59 w 123"/>
                      <a:gd name="T21" fmla="*/ 41 h 42"/>
                      <a:gd name="T22" fmla="*/ 62 w 123"/>
                      <a:gd name="T23" fmla="*/ 41 h 42"/>
                      <a:gd name="T24" fmla="*/ 68 w 123"/>
                      <a:gd name="T25" fmla="*/ 40 h 42"/>
                      <a:gd name="T26" fmla="*/ 72 w 123"/>
                      <a:gd name="T27" fmla="*/ 40 h 42"/>
                      <a:gd name="T28" fmla="*/ 77 w 123"/>
                      <a:gd name="T29" fmla="*/ 39 h 42"/>
                      <a:gd name="T30" fmla="*/ 81 w 123"/>
                      <a:gd name="T31" fmla="*/ 39 h 42"/>
                      <a:gd name="T32" fmla="*/ 85 w 123"/>
                      <a:gd name="T33" fmla="*/ 38 h 42"/>
                      <a:gd name="T34" fmla="*/ 89 w 123"/>
                      <a:gd name="T35" fmla="*/ 37 h 42"/>
                      <a:gd name="T36" fmla="*/ 93 w 123"/>
                      <a:gd name="T37" fmla="*/ 35 h 42"/>
                      <a:gd name="T38" fmla="*/ 95 w 123"/>
                      <a:gd name="T39" fmla="*/ 34 h 42"/>
                      <a:gd name="T40" fmla="*/ 97 w 123"/>
                      <a:gd name="T41" fmla="*/ 33 h 42"/>
                      <a:gd name="T42" fmla="*/ 99 w 123"/>
                      <a:gd name="T43" fmla="*/ 31 h 42"/>
                      <a:gd name="T44" fmla="*/ 122 w 123"/>
                      <a:gd name="T45" fmla="*/ 0 h 42"/>
                      <a:gd name="T46" fmla="*/ 0 w 123"/>
                      <a:gd name="T47" fmla="*/ 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3" h="42">
                        <a:moveTo>
                          <a:pt x="0" y="0"/>
                        </a:moveTo>
                        <a:lnTo>
                          <a:pt x="24" y="32"/>
                        </a:lnTo>
                        <a:lnTo>
                          <a:pt x="26" y="34"/>
                        </a:lnTo>
                        <a:lnTo>
                          <a:pt x="29" y="35"/>
                        </a:lnTo>
                        <a:lnTo>
                          <a:pt x="33" y="37"/>
                        </a:lnTo>
                        <a:lnTo>
                          <a:pt x="37" y="38"/>
                        </a:lnTo>
                        <a:lnTo>
                          <a:pt x="42" y="39"/>
                        </a:lnTo>
                        <a:lnTo>
                          <a:pt x="46" y="39"/>
                        </a:lnTo>
                        <a:lnTo>
                          <a:pt x="50" y="40"/>
                        </a:lnTo>
                        <a:lnTo>
                          <a:pt x="54" y="40"/>
                        </a:lnTo>
                        <a:lnTo>
                          <a:pt x="59" y="41"/>
                        </a:lnTo>
                        <a:lnTo>
                          <a:pt x="62" y="41"/>
                        </a:lnTo>
                        <a:lnTo>
                          <a:pt x="68" y="40"/>
                        </a:lnTo>
                        <a:lnTo>
                          <a:pt x="72" y="40"/>
                        </a:lnTo>
                        <a:lnTo>
                          <a:pt x="77" y="39"/>
                        </a:lnTo>
                        <a:lnTo>
                          <a:pt x="81" y="39"/>
                        </a:lnTo>
                        <a:lnTo>
                          <a:pt x="85" y="38"/>
                        </a:lnTo>
                        <a:lnTo>
                          <a:pt x="89" y="37"/>
                        </a:lnTo>
                        <a:lnTo>
                          <a:pt x="93" y="35"/>
                        </a:lnTo>
                        <a:lnTo>
                          <a:pt x="95" y="34"/>
                        </a:lnTo>
                        <a:lnTo>
                          <a:pt x="97" y="33"/>
                        </a:lnTo>
                        <a:lnTo>
                          <a:pt x="99" y="31"/>
                        </a:lnTo>
                        <a:lnTo>
                          <a:pt x="122" y="0"/>
                        </a:lnTo>
                        <a:lnTo>
                          <a:pt x="0" y="0"/>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9597" name="Freeform 157">
                    <a:extLst>
                      <a:ext uri="{FF2B5EF4-FFF2-40B4-BE49-F238E27FC236}">
                        <a16:creationId xmlns:a16="http://schemas.microsoft.com/office/drawing/2014/main" id="{DA5A39E7-EAC5-4EDA-BB1D-5A15EB35C0A6}"/>
                      </a:ext>
                    </a:extLst>
                  </p:cNvPr>
                  <p:cNvSpPr>
                    <a:spLocks/>
                  </p:cNvSpPr>
                  <p:nvPr/>
                </p:nvSpPr>
                <p:spPr bwMode="auto">
                  <a:xfrm>
                    <a:off x="1182" y="1927"/>
                    <a:ext cx="56" cy="42"/>
                  </a:xfrm>
                  <a:custGeom>
                    <a:avLst/>
                    <a:gdLst>
                      <a:gd name="T0" fmla="*/ 0 w 56"/>
                      <a:gd name="T1" fmla="*/ 0 h 42"/>
                      <a:gd name="T2" fmla="*/ 15 w 56"/>
                      <a:gd name="T3" fmla="*/ 37 h 42"/>
                      <a:gd name="T4" fmla="*/ 18 w 56"/>
                      <a:gd name="T5" fmla="*/ 38 h 42"/>
                      <a:gd name="T6" fmla="*/ 23 w 56"/>
                      <a:gd name="T7" fmla="*/ 39 h 42"/>
                      <a:gd name="T8" fmla="*/ 27 w 56"/>
                      <a:gd name="T9" fmla="*/ 39 h 42"/>
                      <a:gd name="T10" fmla="*/ 31 w 56"/>
                      <a:gd name="T11" fmla="*/ 40 h 42"/>
                      <a:gd name="T12" fmla="*/ 35 w 56"/>
                      <a:gd name="T13" fmla="*/ 40 h 42"/>
                      <a:gd name="T14" fmla="*/ 40 w 56"/>
                      <a:gd name="T15" fmla="*/ 41 h 42"/>
                      <a:gd name="T16" fmla="*/ 44 w 56"/>
                      <a:gd name="T17" fmla="*/ 41 h 42"/>
                      <a:gd name="T18" fmla="*/ 49 w 56"/>
                      <a:gd name="T19" fmla="*/ 40 h 42"/>
                      <a:gd name="T20" fmla="*/ 55 w 56"/>
                      <a:gd name="T21" fmla="*/ 0 h 42"/>
                      <a:gd name="T22" fmla="*/ 0 w 56"/>
                      <a:gd name="T23" fmla="*/ 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56" h="42">
                        <a:moveTo>
                          <a:pt x="0" y="0"/>
                        </a:moveTo>
                        <a:lnTo>
                          <a:pt x="15" y="37"/>
                        </a:lnTo>
                        <a:lnTo>
                          <a:pt x="18" y="38"/>
                        </a:lnTo>
                        <a:lnTo>
                          <a:pt x="23" y="39"/>
                        </a:lnTo>
                        <a:lnTo>
                          <a:pt x="27" y="39"/>
                        </a:lnTo>
                        <a:lnTo>
                          <a:pt x="31" y="40"/>
                        </a:lnTo>
                        <a:lnTo>
                          <a:pt x="35" y="40"/>
                        </a:lnTo>
                        <a:lnTo>
                          <a:pt x="40" y="41"/>
                        </a:lnTo>
                        <a:lnTo>
                          <a:pt x="44" y="41"/>
                        </a:lnTo>
                        <a:lnTo>
                          <a:pt x="49" y="40"/>
                        </a:lnTo>
                        <a:lnTo>
                          <a:pt x="55" y="0"/>
                        </a:lnTo>
                        <a:lnTo>
                          <a:pt x="0" y="0"/>
                        </a:lnTo>
                      </a:path>
                    </a:pathLst>
                  </a:custGeom>
                  <a:solidFill>
                    <a:srgbClr val="40404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89598" name="Group 158">
                  <a:extLst>
                    <a:ext uri="{FF2B5EF4-FFF2-40B4-BE49-F238E27FC236}">
                      <a16:creationId xmlns:a16="http://schemas.microsoft.com/office/drawing/2014/main" id="{E53B67DA-17E2-47A9-80B3-1936AD792824}"/>
                    </a:ext>
                  </a:extLst>
                </p:cNvPr>
                <p:cNvGrpSpPr>
                  <a:grpSpLocks/>
                </p:cNvGrpSpPr>
                <p:nvPr/>
              </p:nvGrpSpPr>
              <p:grpSpPr bwMode="auto">
                <a:xfrm>
                  <a:off x="1107" y="1792"/>
                  <a:ext cx="224" cy="148"/>
                  <a:chOff x="1107" y="1792"/>
                  <a:chExt cx="224" cy="148"/>
                </a:xfrm>
              </p:grpSpPr>
              <p:sp>
                <p:nvSpPr>
                  <p:cNvPr id="189599" name="Freeform 159">
                    <a:extLst>
                      <a:ext uri="{FF2B5EF4-FFF2-40B4-BE49-F238E27FC236}">
                        <a16:creationId xmlns:a16="http://schemas.microsoft.com/office/drawing/2014/main" id="{83F5614F-0F57-45AC-9ADD-6B8BD326FDF7}"/>
                      </a:ext>
                    </a:extLst>
                  </p:cNvPr>
                  <p:cNvSpPr>
                    <a:spLocks/>
                  </p:cNvSpPr>
                  <p:nvPr/>
                </p:nvSpPr>
                <p:spPr bwMode="auto">
                  <a:xfrm>
                    <a:off x="1107" y="1792"/>
                    <a:ext cx="224" cy="148"/>
                  </a:xfrm>
                  <a:custGeom>
                    <a:avLst/>
                    <a:gdLst>
                      <a:gd name="T0" fmla="*/ 5 w 224"/>
                      <a:gd name="T1" fmla="*/ 4 h 148"/>
                      <a:gd name="T2" fmla="*/ 6 w 224"/>
                      <a:gd name="T3" fmla="*/ 7 h 148"/>
                      <a:gd name="T4" fmla="*/ 5 w 224"/>
                      <a:gd name="T5" fmla="*/ 15 h 148"/>
                      <a:gd name="T6" fmla="*/ 3 w 224"/>
                      <a:gd name="T7" fmla="*/ 19 h 148"/>
                      <a:gd name="T8" fmla="*/ 1 w 224"/>
                      <a:gd name="T9" fmla="*/ 25 h 148"/>
                      <a:gd name="T10" fmla="*/ 4 w 224"/>
                      <a:gd name="T11" fmla="*/ 30 h 148"/>
                      <a:gd name="T12" fmla="*/ 8 w 224"/>
                      <a:gd name="T13" fmla="*/ 36 h 148"/>
                      <a:gd name="T14" fmla="*/ 7 w 224"/>
                      <a:gd name="T15" fmla="*/ 39 h 148"/>
                      <a:gd name="T16" fmla="*/ 3 w 224"/>
                      <a:gd name="T17" fmla="*/ 44 h 148"/>
                      <a:gd name="T18" fmla="*/ 1 w 224"/>
                      <a:gd name="T19" fmla="*/ 48 h 148"/>
                      <a:gd name="T20" fmla="*/ 4 w 224"/>
                      <a:gd name="T21" fmla="*/ 53 h 148"/>
                      <a:gd name="T22" fmla="*/ 7 w 224"/>
                      <a:gd name="T23" fmla="*/ 56 h 148"/>
                      <a:gd name="T24" fmla="*/ 7 w 224"/>
                      <a:gd name="T25" fmla="*/ 61 h 148"/>
                      <a:gd name="T26" fmla="*/ 3 w 224"/>
                      <a:gd name="T27" fmla="*/ 66 h 148"/>
                      <a:gd name="T28" fmla="*/ 0 w 224"/>
                      <a:gd name="T29" fmla="*/ 71 h 148"/>
                      <a:gd name="T30" fmla="*/ 3 w 224"/>
                      <a:gd name="T31" fmla="*/ 76 h 148"/>
                      <a:gd name="T32" fmla="*/ 8 w 224"/>
                      <a:gd name="T33" fmla="*/ 80 h 148"/>
                      <a:gd name="T34" fmla="*/ 8 w 224"/>
                      <a:gd name="T35" fmla="*/ 88 h 148"/>
                      <a:gd name="T36" fmla="*/ 4 w 224"/>
                      <a:gd name="T37" fmla="*/ 92 h 148"/>
                      <a:gd name="T38" fmla="*/ 5 w 224"/>
                      <a:gd name="T39" fmla="*/ 96 h 148"/>
                      <a:gd name="T40" fmla="*/ 10 w 224"/>
                      <a:gd name="T41" fmla="*/ 102 h 148"/>
                      <a:gd name="T42" fmla="*/ 26 w 224"/>
                      <a:gd name="T43" fmla="*/ 117 h 148"/>
                      <a:gd name="T44" fmla="*/ 40 w 224"/>
                      <a:gd name="T45" fmla="*/ 128 h 148"/>
                      <a:gd name="T46" fmla="*/ 53 w 224"/>
                      <a:gd name="T47" fmla="*/ 135 h 148"/>
                      <a:gd name="T48" fmla="*/ 76 w 224"/>
                      <a:gd name="T49" fmla="*/ 143 h 148"/>
                      <a:gd name="T50" fmla="*/ 98 w 224"/>
                      <a:gd name="T51" fmla="*/ 146 h 148"/>
                      <a:gd name="T52" fmla="*/ 127 w 224"/>
                      <a:gd name="T53" fmla="*/ 146 h 148"/>
                      <a:gd name="T54" fmla="*/ 152 w 224"/>
                      <a:gd name="T55" fmla="*/ 144 h 148"/>
                      <a:gd name="T56" fmla="*/ 170 w 224"/>
                      <a:gd name="T57" fmla="*/ 140 h 148"/>
                      <a:gd name="T58" fmla="*/ 181 w 224"/>
                      <a:gd name="T59" fmla="*/ 134 h 148"/>
                      <a:gd name="T60" fmla="*/ 189 w 224"/>
                      <a:gd name="T61" fmla="*/ 128 h 148"/>
                      <a:gd name="T62" fmla="*/ 213 w 224"/>
                      <a:gd name="T63" fmla="*/ 100 h 148"/>
                      <a:gd name="T64" fmla="*/ 218 w 224"/>
                      <a:gd name="T65" fmla="*/ 91 h 148"/>
                      <a:gd name="T66" fmla="*/ 218 w 224"/>
                      <a:gd name="T67" fmla="*/ 87 h 148"/>
                      <a:gd name="T68" fmla="*/ 215 w 224"/>
                      <a:gd name="T69" fmla="*/ 83 h 148"/>
                      <a:gd name="T70" fmla="*/ 215 w 224"/>
                      <a:gd name="T71" fmla="*/ 77 h 148"/>
                      <a:gd name="T72" fmla="*/ 218 w 224"/>
                      <a:gd name="T73" fmla="*/ 73 h 148"/>
                      <a:gd name="T74" fmla="*/ 221 w 224"/>
                      <a:gd name="T75" fmla="*/ 69 h 148"/>
                      <a:gd name="T76" fmla="*/ 223 w 224"/>
                      <a:gd name="T77" fmla="*/ 64 h 148"/>
                      <a:gd name="T78" fmla="*/ 219 w 224"/>
                      <a:gd name="T79" fmla="*/ 60 h 148"/>
                      <a:gd name="T80" fmla="*/ 216 w 224"/>
                      <a:gd name="T81" fmla="*/ 56 h 148"/>
                      <a:gd name="T82" fmla="*/ 216 w 224"/>
                      <a:gd name="T83" fmla="*/ 52 h 148"/>
                      <a:gd name="T84" fmla="*/ 221 w 224"/>
                      <a:gd name="T85" fmla="*/ 46 h 148"/>
                      <a:gd name="T86" fmla="*/ 221 w 224"/>
                      <a:gd name="T87" fmla="*/ 41 h 148"/>
                      <a:gd name="T88" fmla="*/ 218 w 224"/>
                      <a:gd name="T89" fmla="*/ 36 h 148"/>
                      <a:gd name="T90" fmla="*/ 216 w 224"/>
                      <a:gd name="T91" fmla="*/ 31 h 148"/>
                      <a:gd name="T92" fmla="*/ 218 w 224"/>
                      <a:gd name="T93" fmla="*/ 26 h 148"/>
                      <a:gd name="T94" fmla="*/ 221 w 224"/>
                      <a:gd name="T95" fmla="*/ 23 h 148"/>
                      <a:gd name="T96" fmla="*/ 223 w 224"/>
                      <a:gd name="T97" fmla="*/ 18 h 148"/>
                      <a:gd name="T98" fmla="*/ 220 w 224"/>
                      <a:gd name="T99" fmla="*/ 13 h 148"/>
                      <a:gd name="T100" fmla="*/ 217 w 224"/>
                      <a:gd name="T101" fmla="*/ 8 h 148"/>
                      <a:gd name="T102" fmla="*/ 218 w 224"/>
                      <a:gd name="T103" fmla="*/ 3 h 148"/>
                      <a:gd name="T104" fmla="*/ 6 w 224"/>
                      <a:gd name="T105" fmla="*/ 0 h 1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224" h="148">
                        <a:moveTo>
                          <a:pt x="6" y="0"/>
                        </a:moveTo>
                        <a:lnTo>
                          <a:pt x="5" y="4"/>
                        </a:lnTo>
                        <a:lnTo>
                          <a:pt x="5" y="5"/>
                        </a:lnTo>
                        <a:lnTo>
                          <a:pt x="6" y="7"/>
                        </a:lnTo>
                        <a:lnTo>
                          <a:pt x="6" y="12"/>
                        </a:lnTo>
                        <a:lnTo>
                          <a:pt x="5" y="15"/>
                        </a:lnTo>
                        <a:lnTo>
                          <a:pt x="4" y="17"/>
                        </a:lnTo>
                        <a:lnTo>
                          <a:pt x="3" y="19"/>
                        </a:lnTo>
                        <a:lnTo>
                          <a:pt x="1" y="23"/>
                        </a:lnTo>
                        <a:lnTo>
                          <a:pt x="1" y="25"/>
                        </a:lnTo>
                        <a:lnTo>
                          <a:pt x="3" y="28"/>
                        </a:lnTo>
                        <a:lnTo>
                          <a:pt x="4" y="30"/>
                        </a:lnTo>
                        <a:lnTo>
                          <a:pt x="7" y="33"/>
                        </a:lnTo>
                        <a:lnTo>
                          <a:pt x="8" y="36"/>
                        </a:lnTo>
                        <a:lnTo>
                          <a:pt x="8" y="37"/>
                        </a:lnTo>
                        <a:lnTo>
                          <a:pt x="7" y="39"/>
                        </a:lnTo>
                        <a:lnTo>
                          <a:pt x="5" y="41"/>
                        </a:lnTo>
                        <a:lnTo>
                          <a:pt x="3" y="44"/>
                        </a:lnTo>
                        <a:lnTo>
                          <a:pt x="1" y="46"/>
                        </a:lnTo>
                        <a:lnTo>
                          <a:pt x="1" y="48"/>
                        </a:lnTo>
                        <a:lnTo>
                          <a:pt x="3" y="50"/>
                        </a:lnTo>
                        <a:lnTo>
                          <a:pt x="4" y="53"/>
                        </a:lnTo>
                        <a:lnTo>
                          <a:pt x="6" y="55"/>
                        </a:lnTo>
                        <a:lnTo>
                          <a:pt x="7" y="56"/>
                        </a:lnTo>
                        <a:lnTo>
                          <a:pt x="8" y="58"/>
                        </a:lnTo>
                        <a:lnTo>
                          <a:pt x="7" y="61"/>
                        </a:lnTo>
                        <a:lnTo>
                          <a:pt x="5" y="64"/>
                        </a:lnTo>
                        <a:lnTo>
                          <a:pt x="3" y="66"/>
                        </a:lnTo>
                        <a:lnTo>
                          <a:pt x="0" y="69"/>
                        </a:lnTo>
                        <a:lnTo>
                          <a:pt x="0" y="71"/>
                        </a:lnTo>
                        <a:lnTo>
                          <a:pt x="1" y="73"/>
                        </a:lnTo>
                        <a:lnTo>
                          <a:pt x="3" y="76"/>
                        </a:lnTo>
                        <a:lnTo>
                          <a:pt x="5" y="78"/>
                        </a:lnTo>
                        <a:lnTo>
                          <a:pt x="8" y="80"/>
                        </a:lnTo>
                        <a:lnTo>
                          <a:pt x="9" y="84"/>
                        </a:lnTo>
                        <a:lnTo>
                          <a:pt x="8" y="88"/>
                        </a:lnTo>
                        <a:lnTo>
                          <a:pt x="5" y="91"/>
                        </a:lnTo>
                        <a:lnTo>
                          <a:pt x="4" y="92"/>
                        </a:lnTo>
                        <a:lnTo>
                          <a:pt x="4" y="95"/>
                        </a:lnTo>
                        <a:lnTo>
                          <a:pt x="5" y="96"/>
                        </a:lnTo>
                        <a:lnTo>
                          <a:pt x="7" y="98"/>
                        </a:lnTo>
                        <a:lnTo>
                          <a:pt x="10" y="102"/>
                        </a:lnTo>
                        <a:lnTo>
                          <a:pt x="15" y="108"/>
                        </a:lnTo>
                        <a:lnTo>
                          <a:pt x="26" y="117"/>
                        </a:lnTo>
                        <a:lnTo>
                          <a:pt x="35" y="124"/>
                        </a:lnTo>
                        <a:lnTo>
                          <a:pt x="40" y="128"/>
                        </a:lnTo>
                        <a:lnTo>
                          <a:pt x="46" y="131"/>
                        </a:lnTo>
                        <a:lnTo>
                          <a:pt x="53" y="135"/>
                        </a:lnTo>
                        <a:lnTo>
                          <a:pt x="62" y="139"/>
                        </a:lnTo>
                        <a:lnTo>
                          <a:pt x="76" y="143"/>
                        </a:lnTo>
                        <a:lnTo>
                          <a:pt x="87" y="145"/>
                        </a:lnTo>
                        <a:lnTo>
                          <a:pt x="98" y="146"/>
                        </a:lnTo>
                        <a:lnTo>
                          <a:pt x="112" y="147"/>
                        </a:lnTo>
                        <a:lnTo>
                          <a:pt x="127" y="146"/>
                        </a:lnTo>
                        <a:lnTo>
                          <a:pt x="140" y="146"/>
                        </a:lnTo>
                        <a:lnTo>
                          <a:pt x="152" y="144"/>
                        </a:lnTo>
                        <a:lnTo>
                          <a:pt x="162" y="142"/>
                        </a:lnTo>
                        <a:lnTo>
                          <a:pt x="170" y="140"/>
                        </a:lnTo>
                        <a:lnTo>
                          <a:pt x="176" y="137"/>
                        </a:lnTo>
                        <a:lnTo>
                          <a:pt x="181" y="134"/>
                        </a:lnTo>
                        <a:lnTo>
                          <a:pt x="185" y="132"/>
                        </a:lnTo>
                        <a:lnTo>
                          <a:pt x="189" y="128"/>
                        </a:lnTo>
                        <a:lnTo>
                          <a:pt x="203" y="113"/>
                        </a:lnTo>
                        <a:lnTo>
                          <a:pt x="213" y="100"/>
                        </a:lnTo>
                        <a:lnTo>
                          <a:pt x="217" y="94"/>
                        </a:lnTo>
                        <a:lnTo>
                          <a:pt x="218" y="91"/>
                        </a:lnTo>
                        <a:lnTo>
                          <a:pt x="218" y="89"/>
                        </a:lnTo>
                        <a:lnTo>
                          <a:pt x="218" y="87"/>
                        </a:lnTo>
                        <a:lnTo>
                          <a:pt x="216" y="84"/>
                        </a:lnTo>
                        <a:lnTo>
                          <a:pt x="215" y="83"/>
                        </a:lnTo>
                        <a:lnTo>
                          <a:pt x="214" y="80"/>
                        </a:lnTo>
                        <a:lnTo>
                          <a:pt x="215" y="77"/>
                        </a:lnTo>
                        <a:lnTo>
                          <a:pt x="216" y="76"/>
                        </a:lnTo>
                        <a:lnTo>
                          <a:pt x="218" y="73"/>
                        </a:lnTo>
                        <a:lnTo>
                          <a:pt x="219" y="72"/>
                        </a:lnTo>
                        <a:lnTo>
                          <a:pt x="221" y="69"/>
                        </a:lnTo>
                        <a:lnTo>
                          <a:pt x="223" y="67"/>
                        </a:lnTo>
                        <a:lnTo>
                          <a:pt x="223" y="64"/>
                        </a:lnTo>
                        <a:lnTo>
                          <a:pt x="221" y="62"/>
                        </a:lnTo>
                        <a:lnTo>
                          <a:pt x="219" y="60"/>
                        </a:lnTo>
                        <a:lnTo>
                          <a:pt x="218" y="58"/>
                        </a:lnTo>
                        <a:lnTo>
                          <a:pt x="216" y="56"/>
                        </a:lnTo>
                        <a:lnTo>
                          <a:pt x="215" y="54"/>
                        </a:lnTo>
                        <a:lnTo>
                          <a:pt x="216" y="52"/>
                        </a:lnTo>
                        <a:lnTo>
                          <a:pt x="218" y="49"/>
                        </a:lnTo>
                        <a:lnTo>
                          <a:pt x="221" y="46"/>
                        </a:lnTo>
                        <a:lnTo>
                          <a:pt x="221" y="44"/>
                        </a:lnTo>
                        <a:lnTo>
                          <a:pt x="221" y="41"/>
                        </a:lnTo>
                        <a:lnTo>
                          <a:pt x="220" y="38"/>
                        </a:lnTo>
                        <a:lnTo>
                          <a:pt x="218" y="36"/>
                        </a:lnTo>
                        <a:lnTo>
                          <a:pt x="217" y="34"/>
                        </a:lnTo>
                        <a:lnTo>
                          <a:pt x="216" y="31"/>
                        </a:lnTo>
                        <a:lnTo>
                          <a:pt x="216" y="29"/>
                        </a:lnTo>
                        <a:lnTo>
                          <a:pt x="218" y="26"/>
                        </a:lnTo>
                        <a:lnTo>
                          <a:pt x="219" y="24"/>
                        </a:lnTo>
                        <a:lnTo>
                          <a:pt x="221" y="23"/>
                        </a:lnTo>
                        <a:lnTo>
                          <a:pt x="223" y="20"/>
                        </a:lnTo>
                        <a:lnTo>
                          <a:pt x="223" y="18"/>
                        </a:lnTo>
                        <a:lnTo>
                          <a:pt x="222" y="16"/>
                        </a:lnTo>
                        <a:lnTo>
                          <a:pt x="220" y="13"/>
                        </a:lnTo>
                        <a:lnTo>
                          <a:pt x="218" y="11"/>
                        </a:lnTo>
                        <a:lnTo>
                          <a:pt x="217" y="8"/>
                        </a:lnTo>
                        <a:lnTo>
                          <a:pt x="217" y="5"/>
                        </a:lnTo>
                        <a:lnTo>
                          <a:pt x="218" y="3"/>
                        </a:lnTo>
                        <a:lnTo>
                          <a:pt x="217" y="0"/>
                        </a:lnTo>
                        <a:lnTo>
                          <a:pt x="6" y="0"/>
                        </a:lnTo>
                      </a:path>
                    </a:pathLst>
                  </a:custGeom>
                  <a:solidFill>
                    <a:srgbClr val="FFC08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9600" name="Freeform 160">
                    <a:extLst>
                      <a:ext uri="{FF2B5EF4-FFF2-40B4-BE49-F238E27FC236}">
                        <a16:creationId xmlns:a16="http://schemas.microsoft.com/office/drawing/2014/main" id="{F288BA71-63D2-42A3-9D47-9B3D9748D4BC}"/>
                      </a:ext>
                    </a:extLst>
                  </p:cNvPr>
                  <p:cNvSpPr>
                    <a:spLocks/>
                  </p:cNvSpPr>
                  <p:nvPr/>
                </p:nvSpPr>
                <p:spPr bwMode="auto">
                  <a:xfrm>
                    <a:off x="1109" y="1812"/>
                    <a:ext cx="28" cy="21"/>
                  </a:xfrm>
                  <a:custGeom>
                    <a:avLst/>
                    <a:gdLst>
                      <a:gd name="T0" fmla="*/ 1 w 28"/>
                      <a:gd name="T1" fmla="*/ 0 h 21"/>
                      <a:gd name="T2" fmla="*/ 3 w 28"/>
                      <a:gd name="T3" fmla="*/ 2 h 21"/>
                      <a:gd name="T4" fmla="*/ 5 w 28"/>
                      <a:gd name="T5" fmla="*/ 5 h 21"/>
                      <a:gd name="T6" fmla="*/ 10 w 28"/>
                      <a:gd name="T7" fmla="*/ 8 h 21"/>
                      <a:gd name="T8" fmla="*/ 15 w 28"/>
                      <a:gd name="T9" fmla="*/ 11 h 21"/>
                      <a:gd name="T10" fmla="*/ 21 w 28"/>
                      <a:gd name="T11" fmla="*/ 13 h 21"/>
                      <a:gd name="T12" fmla="*/ 27 w 28"/>
                      <a:gd name="T13" fmla="*/ 14 h 21"/>
                      <a:gd name="T14" fmla="*/ 24 w 28"/>
                      <a:gd name="T15" fmla="*/ 18 h 21"/>
                      <a:gd name="T16" fmla="*/ 17 w 28"/>
                      <a:gd name="T17" fmla="*/ 17 h 21"/>
                      <a:gd name="T18" fmla="*/ 10 w 28"/>
                      <a:gd name="T19" fmla="*/ 17 h 21"/>
                      <a:gd name="T20" fmla="*/ 5 w 28"/>
                      <a:gd name="T21" fmla="*/ 20 h 21"/>
                      <a:gd name="T22" fmla="*/ 6 w 28"/>
                      <a:gd name="T23" fmla="*/ 18 h 21"/>
                      <a:gd name="T24" fmla="*/ 6 w 28"/>
                      <a:gd name="T25" fmla="*/ 15 h 21"/>
                      <a:gd name="T26" fmla="*/ 4 w 28"/>
                      <a:gd name="T27" fmla="*/ 12 h 21"/>
                      <a:gd name="T28" fmla="*/ 2 w 28"/>
                      <a:gd name="T29" fmla="*/ 10 h 21"/>
                      <a:gd name="T30" fmla="*/ 0 w 28"/>
                      <a:gd name="T31" fmla="*/ 6 h 21"/>
                      <a:gd name="T32" fmla="*/ 0 w 28"/>
                      <a:gd name="T33" fmla="*/ 3 h 21"/>
                      <a:gd name="T34" fmla="*/ 1 w 28"/>
                      <a:gd name="T35" fmla="*/ 0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8" h="21">
                        <a:moveTo>
                          <a:pt x="1" y="0"/>
                        </a:moveTo>
                        <a:lnTo>
                          <a:pt x="3" y="2"/>
                        </a:lnTo>
                        <a:lnTo>
                          <a:pt x="5" y="5"/>
                        </a:lnTo>
                        <a:lnTo>
                          <a:pt x="10" y="8"/>
                        </a:lnTo>
                        <a:lnTo>
                          <a:pt x="15" y="11"/>
                        </a:lnTo>
                        <a:lnTo>
                          <a:pt x="21" y="13"/>
                        </a:lnTo>
                        <a:lnTo>
                          <a:pt x="27" y="14"/>
                        </a:lnTo>
                        <a:lnTo>
                          <a:pt x="24" y="18"/>
                        </a:lnTo>
                        <a:lnTo>
                          <a:pt x="17" y="17"/>
                        </a:lnTo>
                        <a:lnTo>
                          <a:pt x="10" y="17"/>
                        </a:lnTo>
                        <a:lnTo>
                          <a:pt x="5" y="20"/>
                        </a:lnTo>
                        <a:lnTo>
                          <a:pt x="6" y="18"/>
                        </a:lnTo>
                        <a:lnTo>
                          <a:pt x="6" y="15"/>
                        </a:lnTo>
                        <a:lnTo>
                          <a:pt x="4" y="12"/>
                        </a:lnTo>
                        <a:lnTo>
                          <a:pt x="2" y="10"/>
                        </a:lnTo>
                        <a:lnTo>
                          <a:pt x="0" y="6"/>
                        </a:lnTo>
                        <a:lnTo>
                          <a:pt x="0" y="3"/>
                        </a:lnTo>
                        <a:lnTo>
                          <a:pt x="1" y="0"/>
                        </a:lnTo>
                      </a:path>
                    </a:pathLst>
                  </a:custGeom>
                  <a:solidFill>
                    <a:srgbClr val="FFA04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9601" name="Freeform 161">
                    <a:extLst>
                      <a:ext uri="{FF2B5EF4-FFF2-40B4-BE49-F238E27FC236}">
                        <a16:creationId xmlns:a16="http://schemas.microsoft.com/office/drawing/2014/main" id="{69776E57-83E1-471A-B805-05F7AA4F50B7}"/>
                      </a:ext>
                    </a:extLst>
                  </p:cNvPr>
                  <p:cNvSpPr>
                    <a:spLocks/>
                  </p:cNvSpPr>
                  <p:nvPr/>
                </p:nvSpPr>
                <p:spPr bwMode="auto">
                  <a:xfrm>
                    <a:off x="1109" y="1837"/>
                    <a:ext cx="37" cy="18"/>
                  </a:xfrm>
                  <a:custGeom>
                    <a:avLst/>
                    <a:gdLst>
                      <a:gd name="T0" fmla="*/ 0 w 37"/>
                      <a:gd name="T1" fmla="*/ 1 h 18"/>
                      <a:gd name="T2" fmla="*/ 1 w 37"/>
                      <a:gd name="T3" fmla="*/ 0 h 18"/>
                      <a:gd name="T4" fmla="*/ 2 w 37"/>
                      <a:gd name="T5" fmla="*/ 1 h 18"/>
                      <a:gd name="T6" fmla="*/ 5 w 37"/>
                      <a:gd name="T7" fmla="*/ 3 h 18"/>
                      <a:gd name="T8" fmla="*/ 10 w 37"/>
                      <a:gd name="T9" fmla="*/ 4 h 18"/>
                      <a:gd name="T10" fmla="*/ 15 w 37"/>
                      <a:gd name="T11" fmla="*/ 6 h 18"/>
                      <a:gd name="T12" fmla="*/ 24 w 37"/>
                      <a:gd name="T13" fmla="*/ 7 h 18"/>
                      <a:gd name="T14" fmla="*/ 33 w 37"/>
                      <a:gd name="T15" fmla="*/ 9 h 18"/>
                      <a:gd name="T16" fmla="*/ 36 w 37"/>
                      <a:gd name="T17" fmla="*/ 16 h 18"/>
                      <a:gd name="T18" fmla="*/ 25 w 37"/>
                      <a:gd name="T19" fmla="*/ 14 h 18"/>
                      <a:gd name="T20" fmla="*/ 17 w 37"/>
                      <a:gd name="T21" fmla="*/ 13 h 18"/>
                      <a:gd name="T22" fmla="*/ 10 w 37"/>
                      <a:gd name="T23" fmla="*/ 14 h 18"/>
                      <a:gd name="T24" fmla="*/ 6 w 37"/>
                      <a:gd name="T25" fmla="*/ 17 h 18"/>
                      <a:gd name="T26" fmla="*/ 6 w 37"/>
                      <a:gd name="T27" fmla="*/ 15 h 18"/>
                      <a:gd name="T28" fmla="*/ 6 w 37"/>
                      <a:gd name="T29" fmla="*/ 12 h 18"/>
                      <a:gd name="T30" fmla="*/ 5 w 37"/>
                      <a:gd name="T31" fmla="*/ 10 h 18"/>
                      <a:gd name="T32" fmla="*/ 2 w 37"/>
                      <a:gd name="T33" fmla="*/ 7 h 18"/>
                      <a:gd name="T34" fmla="*/ 0 w 37"/>
                      <a:gd name="T35" fmla="*/ 4 h 18"/>
                      <a:gd name="T36" fmla="*/ 0 w 37"/>
                      <a:gd name="T37" fmla="*/ 1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7" h="18">
                        <a:moveTo>
                          <a:pt x="0" y="1"/>
                        </a:moveTo>
                        <a:lnTo>
                          <a:pt x="1" y="0"/>
                        </a:lnTo>
                        <a:lnTo>
                          <a:pt x="2" y="1"/>
                        </a:lnTo>
                        <a:lnTo>
                          <a:pt x="5" y="3"/>
                        </a:lnTo>
                        <a:lnTo>
                          <a:pt x="10" y="4"/>
                        </a:lnTo>
                        <a:lnTo>
                          <a:pt x="15" y="6"/>
                        </a:lnTo>
                        <a:lnTo>
                          <a:pt x="24" y="7"/>
                        </a:lnTo>
                        <a:lnTo>
                          <a:pt x="33" y="9"/>
                        </a:lnTo>
                        <a:lnTo>
                          <a:pt x="36" y="16"/>
                        </a:lnTo>
                        <a:lnTo>
                          <a:pt x="25" y="14"/>
                        </a:lnTo>
                        <a:lnTo>
                          <a:pt x="17" y="13"/>
                        </a:lnTo>
                        <a:lnTo>
                          <a:pt x="10" y="14"/>
                        </a:lnTo>
                        <a:lnTo>
                          <a:pt x="6" y="17"/>
                        </a:lnTo>
                        <a:lnTo>
                          <a:pt x="6" y="15"/>
                        </a:lnTo>
                        <a:lnTo>
                          <a:pt x="6" y="12"/>
                        </a:lnTo>
                        <a:lnTo>
                          <a:pt x="5" y="10"/>
                        </a:lnTo>
                        <a:lnTo>
                          <a:pt x="2" y="7"/>
                        </a:lnTo>
                        <a:lnTo>
                          <a:pt x="0" y="4"/>
                        </a:lnTo>
                        <a:lnTo>
                          <a:pt x="0" y="1"/>
                        </a:lnTo>
                      </a:path>
                    </a:pathLst>
                  </a:custGeom>
                  <a:solidFill>
                    <a:srgbClr val="FFA04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9602" name="Freeform 162">
                    <a:extLst>
                      <a:ext uri="{FF2B5EF4-FFF2-40B4-BE49-F238E27FC236}">
                        <a16:creationId xmlns:a16="http://schemas.microsoft.com/office/drawing/2014/main" id="{EBD6F3F3-A999-4734-9E6D-50EC920783FD}"/>
                      </a:ext>
                    </a:extLst>
                  </p:cNvPr>
                  <p:cNvSpPr>
                    <a:spLocks/>
                  </p:cNvSpPr>
                  <p:nvPr/>
                </p:nvSpPr>
                <p:spPr bwMode="auto">
                  <a:xfrm>
                    <a:off x="1107" y="1858"/>
                    <a:ext cx="44" cy="23"/>
                  </a:xfrm>
                  <a:custGeom>
                    <a:avLst/>
                    <a:gdLst>
                      <a:gd name="T0" fmla="*/ 0 w 44"/>
                      <a:gd name="T1" fmla="*/ 3 h 23"/>
                      <a:gd name="T2" fmla="*/ 2 w 44"/>
                      <a:gd name="T3" fmla="*/ 0 h 23"/>
                      <a:gd name="T4" fmla="*/ 5 w 44"/>
                      <a:gd name="T5" fmla="*/ 3 h 23"/>
                      <a:gd name="T6" fmla="*/ 8 w 44"/>
                      <a:gd name="T7" fmla="*/ 5 h 23"/>
                      <a:gd name="T8" fmla="*/ 11 w 44"/>
                      <a:gd name="T9" fmla="*/ 7 h 23"/>
                      <a:gd name="T10" fmla="*/ 17 w 44"/>
                      <a:gd name="T11" fmla="*/ 9 h 23"/>
                      <a:gd name="T12" fmla="*/ 23 w 44"/>
                      <a:gd name="T13" fmla="*/ 10 h 23"/>
                      <a:gd name="T14" fmla="*/ 30 w 44"/>
                      <a:gd name="T15" fmla="*/ 12 h 23"/>
                      <a:gd name="T16" fmla="*/ 41 w 44"/>
                      <a:gd name="T17" fmla="*/ 15 h 23"/>
                      <a:gd name="T18" fmla="*/ 43 w 44"/>
                      <a:gd name="T19" fmla="*/ 22 h 23"/>
                      <a:gd name="T20" fmla="*/ 32 w 44"/>
                      <a:gd name="T21" fmla="*/ 18 h 23"/>
                      <a:gd name="T22" fmla="*/ 25 w 44"/>
                      <a:gd name="T23" fmla="*/ 16 h 23"/>
                      <a:gd name="T24" fmla="*/ 19 w 44"/>
                      <a:gd name="T25" fmla="*/ 15 h 23"/>
                      <a:gd name="T26" fmla="*/ 14 w 44"/>
                      <a:gd name="T27" fmla="*/ 15 h 23"/>
                      <a:gd name="T28" fmla="*/ 11 w 44"/>
                      <a:gd name="T29" fmla="*/ 16 h 23"/>
                      <a:gd name="T30" fmla="*/ 8 w 44"/>
                      <a:gd name="T31" fmla="*/ 19 h 23"/>
                      <a:gd name="T32" fmla="*/ 8 w 44"/>
                      <a:gd name="T33" fmla="*/ 16 h 23"/>
                      <a:gd name="T34" fmla="*/ 5 w 44"/>
                      <a:gd name="T35" fmla="*/ 12 h 23"/>
                      <a:gd name="T36" fmla="*/ 2 w 44"/>
                      <a:gd name="T37" fmla="*/ 9 h 23"/>
                      <a:gd name="T38" fmla="*/ 0 w 44"/>
                      <a:gd name="T39" fmla="*/ 6 h 23"/>
                      <a:gd name="T40" fmla="*/ 0 w 44"/>
                      <a:gd name="T41" fmla="*/ 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4" h="23">
                        <a:moveTo>
                          <a:pt x="0" y="3"/>
                        </a:moveTo>
                        <a:lnTo>
                          <a:pt x="2" y="0"/>
                        </a:lnTo>
                        <a:lnTo>
                          <a:pt x="5" y="3"/>
                        </a:lnTo>
                        <a:lnTo>
                          <a:pt x="8" y="5"/>
                        </a:lnTo>
                        <a:lnTo>
                          <a:pt x="11" y="7"/>
                        </a:lnTo>
                        <a:lnTo>
                          <a:pt x="17" y="9"/>
                        </a:lnTo>
                        <a:lnTo>
                          <a:pt x="23" y="10"/>
                        </a:lnTo>
                        <a:lnTo>
                          <a:pt x="30" y="12"/>
                        </a:lnTo>
                        <a:lnTo>
                          <a:pt x="41" y="15"/>
                        </a:lnTo>
                        <a:lnTo>
                          <a:pt x="43" y="22"/>
                        </a:lnTo>
                        <a:lnTo>
                          <a:pt x="32" y="18"/>
                        </a:lnTo>
                        <a:lnTo>
                          <a:pt x="25" y="16"/>
                        </a:lnTo>
                        <a:lnTo>
                          <a:pt x="19" y="15"/>
                        </a:lnTo>
                        <a:lnTo>
                          <a:pt x="14" y="15"/>
                        </a:lnTo>
                        <a:lnTo>
                          <a:pt x="11" y="16"/>
                        </a:lnTo>
                        <a:lnTo>
                          <a:pt x="8" y="19"/>
                        </a:lnTo>
                        <a:lnTo>
                          <a:pt x="8" y="16"/>
                        </a:lnTo>
                        <a:lnTo>
                          <a:pt x="5" y="12"/>
                        </a:lnTo>
                        <a:lnTo>
                          <a:pt x="2" y="9"/>
                        </a:lnTo>
                        <a:lnTo>
                          <a:pt x="0" y="6"/>
                        </a:lnTo>
                        <a:lnTo>
                          <a:pt x="0" y="3"/>
                        </a:lnTo>
                      </a:path>
                    </a:pathLst>
                  </a:custGeom>
                  <a:solidFill>
                    <a:srgbClr val="FFA04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9603" name="Freeform 163">
                    <a:extLst>
                      <a:ext uri="{FF2B5EF4-FFF2-40B4-BE49-F238E27FC236}">
                        <a16:creationId xmlns:a16="http://schemas.microsoft.com/office/drawing/2014/main" id="{784A286E-0D52-4789-9A9C-CDE70A9FE6FB}"/>
                      </a:ext>
                    </a:extLst>
                  </p:cNvPr>
                  <p:cNvSpPr>
                    <a:spLocks/>
                  </p:cNvSpPr>
                  <p:nvPr/>
                </p:nvSpPr>
                <p:spPr bwMode="auto">
                  <a:xfrm>
                    <a:off x="1112" y="1882"/>
                    <a:ext cx="52" cy="48"/>
                  </a:xfrm>
                  <a:custGeom>
                    <a:avLst/>
                    <a:gdLst>
                      <a:gd name="T0" fmla="*/ 0 w 52"/>
                      <a:gd name="T1" fmla="*/ 7 h 48"/>
                      <a:gd name="T2" fmla="*/ 0 w 52"/>
                      <a:gd name="T3" fmla="*/ 4 h 48"/>
                      <a:gd name="T4" fmla="*/ 0 w 52"/>
                      <a:gd name="T5" fmla="*/ 2 h 48"/>
                      <a:gd name="T6" fmla="*/ 1 w 52"/>
                      <a:gd name="T7" fmla="*/ 0 h 48"/>
                      <a:gd name="T8" fmla="*/ 5 w 52"/>
                      <a:gd name="T9" fmla="*/ 3 h 48"/>
                      <a:gd name="T10" fmla="*/ 11 w 52"/>
                      <a:gd name="T11" fmla="*/ 6 h 48"/>
                      <a:gd name="T12" fmla="*/ 17 w 52"/>
                      <a:gd name="T13" fmla="*/ 8 h 48"/>
                      <a:gd name="T14" fmla="*/ 26 w 52"/>
                      <a:gd name="T15" fmla="*/ 11 h 48"/>
                      <a:gd name="T16" fmla="*/ 38 w 52"/>
                      <a:gd name="T17" fmla="*/ 13 h 48"/>
                      <a:gd name="T18" fmla="*/ 40 w 52"/>
                      <a:gd name="T19" fmla="*/ 18 h 48"/>
                      <a:gd name="T20" fmla="*/ 34 w 52"/>
                      <a:gd name="T21" fmla="*/ 16 h 48"/>
                      <a:gd name="T22" fmla="*/ 28 w 52"/>
                      <a:gd name="T23" fmla="*/ 16 h 48"/>
                      <a:gd name="T24" fmla="*/ 24 w 52"/>
                      <a:gd name="T25" fmla="*/ 16 h 48"/>
                      <a:gd name="T26" fmla="*/ 23 w 52"/>
                      <a:gd name="T27" fmla="*/ 19 h 48"/>
                      <a:gd name="T28" fmla="*/ 25 w 52"/>
                      <a:gd name="T29" fmla="*/ 22 h 48"/>
                      <a:gd name="T30" fmla="*/ 28 w 52"/>
                      <a:gd name="T31" fmla="*/ 26 h 48"/>
                      <a:gd name="T32" fmla="*/ 33 w 52"/>
                      <a:gd name="T33" fmla="*/ 31 h 48"/>
                      <a:gd name="T34" fmla="*/ 40 w 52"/>
                      <a:gd name="T35" fmla="*/ 36 h 48"/>
                      <a:gd name="T36" fmla="*/ 51 w 52"/>
                      <a:gd name="T37" fmla="*/ 42 h 48"/>
                      <a:gd name="T38" fmla="*/ 51 w 52"/>
                      <a:gd name="T39" fmla="*/ 47 h 48"/>
                      <a:gd name="T40" fmla="*/ 46 w 52"/>
                      <a:gd name="T41" fmla="*/ 44 h 48"/>
                      <a:gd name="T42" fmla="*/ 40 w 52"/>
                      <a:gd name="T43" fmla="*/ 41 h 48"/>
                      <a:gd name="T44" fmla="*/ 32 w 52"/>
                      <a:gd name="T45" fmla="*/ 36 h 48"/>
                      <a:gd name="T46" fmla="*/ 25 w 52"/>
                      <a:gd name="T47" fmla="*/ 30 h 48"/>
                      <a:gd name="T48" fmla="*/ 19 w 52"/>
                      <a:gd name="T49" fmla="*/ 26 h 48"/>
                      <a:gd name="T50" fmla="*/ 14 w 52"/>
                      <a:gd name="T51" fmla="*/ 20 h 48"/>
                      <a:gd name="T52" fmla="*/ 9 w 52"/>
                      <a:gd name="T53" fmla="*/ 15 h 48"/>
                      <a:gd name="T54" fmla="*/ 3 w 52"/>
                      <a:gd name="T55" fmla="*/ 11 h 48"/>
                      <a:gd name="T56" fmla="*/ 0 w 52"/>
                      <a:gd name="T57" fmla="*/ 7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2" h="48">
                        <a:moveTo>
                          <a:pt x="0" y="7"/>
                        </a:moveTo>
                        <a:lnTo>
                          <a:pt x="0" y="4"/>
                        </a:lnTo>
                        <a:lnTo>
                          <a:pt x="0" y="2"/>
                        </a:lnTo>
                        <a:lnTo>
                          <a:pt x="1" y="0"/>
                        </a:lnTo>
                        <a:lnTo>
                          <a:pt x="5" y="3"/>
                        </a:lnTo>
                        <a:lnTo>
                          <a:pt x="11" y="6"/>
                        </a:lnTo>
                        <a:lnTo>
                          <a:pt x="17" y="8"/>
                        </a:lnTo>
                        <a:lnTo>
                          <a:pt x="26" y="11"/>
                        </a:lnTo>
                        <a:lnTo>
                          <a:pt x="38" y="13"/>
                        </a:lnTo>
                        <a:lnTo>
                          <a:pt x="40" y="18"/>
                        </a:lnTo>
                        <a:lnTo>
                          <a:pt x="34" y="16"/>
                        </a:lnTo>
                        <a:lnTo>
                          <a:pt x="28" y="16"/>
                        </a:lnTo>
                        <a:lnTo>
                          <a:pt x="24" y="16"/>
                        </a:lnTo>
                        <a:lnTo>
                          <a:pt x="23" y="19"/>
                        </a:lnTo>
                        <a:lnTo>
                          <a:pt x="25" y="22"/>
                        </a:lnTo>
                        <a:lnTo>
                          <a:pt x="28" y="26"/>
                        </a:lnTo>
                        <a:lnTo>
                          <a:pt x="33" y="31"/>
                        </a:lnTo>
                        <a:lnTo>
                          <a:pt x="40" y="36"/>
                        </a:lnTo>
                        <a:lnTo>
                          <a:pt x="51" y="42"/>
                        </a:lnTo>
                        <a:lnTo>
                          <a:pt x="51" y="47"/>
                        </a:lnTo>
                        <a:lnTo>
                          <a:pt x="46" y="44"/>
                        </a:lnTo>
                        <a:lnTo>
                          <a:pt x="40" y="41"/>
                        </a:lnTo>
                        <a:lnTo>
                          <a:pt x="32" y="36"/>
                        </a:lnTo>
                        <a:lnTo>
                          <a:pt x="25" y="30"/>
                        </a:lnTo>
                        <a:lnTo>
                          <a:pt x="19" y="26"/>
                        </a:lnTo>
                        <a:lnTo>
                          <a:pt x="14" y="20"/>
                        </a:lnTo>
                        <a:lnTo>
                          <a:pt x="9" y="15"/>
                        </a:lnTo>
                        <a:lnTo>
                          <a:pt x="3" y="11"/>
                        </a:lnTo>
                        <a:lnTo>
                          <a:pt x="0" y="7"/>
                        </a:lnTo>
                      </a:path>
                    </a:pathLst>
                  </a:custGeom>
                  <a:solidFill>
                    <a:srgbClr val="FFA04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9604" name="Freeform 164">
                    <a:extLst>
                      <a:ext uri="{FF2B5EF4-FFF2-40B4-BE49-F238E27FC236}">
                        <a16:creationId xmlns:a16="http://schemas.microsoft.com/office/drawing/2014/main" id="{9165FF35-6368-41F1-82CE-BE66D5E8A204}"/>
                      </a:ext>
                    </a:extLst>
                  </p:cNvPr>
                  <p:cNvSpPr>
                    <a:spLocks/>
                  </p:cNvSpPr>
                  <p:nvPr/>
                </p:nvSpPr>
                <p:spPr bwMode="auto">
                  <a:xfrm>
                    <a:off x="1113" y="1797"/>
                    <a:ext cx="22" cy="17"/>
                  </a:xfrm>
                  <a:custGeom>
                    <a:avLst/>
                    <a:gdLst>
                      <a:gd name="T0" fmla="*/ 0 w 22"/>
                      <a:gd name="T1" fmla="*/ 0 h 17"/>
                      <a:gd name="T2" fmla="*/ 2 w 22"/>
                      <a:gd name="T3" fmla="*/ 2 h 17"/>
                      <a:gd name="T4" fmla="*/ 5 w 22"/>
                      <a:gd name="T5" fmla="*/ 4 h 17"/>
                      <a:gd name="T6" fmla="*/ 10 w 22"/>
                      <a:gd name="T7" fmla="*/ 7 h 17"/>
                      <a:gd name="T8" fmla="*/ 14 w 22"/>
                      <a:gd name="T9" fmla="*/ 10 h 17"/>
                      <a:gd name="T10" fmla="*/ 18 w 22"/>
                      <a:gd name="T11" fmla="*/ 12 h 17"/>
                      <a:gd name="T12" fmla="*/ 21 w 22"/>
                      <a:gd name="T13" fmla="*/ 14 h 17"/>
                      <a:gd name="T14" fmla="*/ 15 w 22"/>
                      <a:gd name="T15" fmla="*/ 16 h 17"/>
                      <a:gd name="T16" fmla="*/ 10 w 22"/>
                      <a:gd name="T17" fmla="*/ 14 h 17"/>
                      <a:gd name="T18" fmla="*/ 4 w 22"/>
                      <a:gd name="T19" fmla="*/ 12 h 17"/>
                      <a:gd name="T20" fmla="*/ 0 w 22"/>
                      <a:gd name="T21" fmla="*/ 9 h 17"/>
                      <a:gd name="T22" fmla="*/ 0 w 22"/>
                      <a:gd name="T23" fmla="*/ 7 h 17"/>
                      <a:gd name="T24" fmla="*/ 0 w 22"/>
                      <a:gd name="T25" fmla="*/ 3 h 17"/>
                      <a:gd name="T26" fmla="*/ 0 w 22"/>
                      <a:gd name="T27"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2" h="17">
                        <a:moveTo>
                          <a:pt x="0" y="0"/>
                        </a:moveTo>
                        <a:lnTo>
                          <a:pt x="2" y="2"/>
                        </a:lnTo>
                        <a:lnTo>
                          <a:pt x="5" y="4"/>
                        </a:lnTo>
                        <a:lnTo>
                          <a:pt x="10" y="7"/>
                        </a:lnTo>
                        <a:lnTo>
                          <a:pt x="14" y="10"/>
                        </a:lnTo>
                        <a:lnTo>
                          <a:pt x="18" y="12"/>
                        </a:lnTo>
                        <a:lnTo>
                          <a:pt x="21" y="14"/>
                        </a:lnTo>
                        <a:lnTo>
                          <a:pt x="15" y="16"/>
                        </a:lnTo>
                        <a:lnTo>
                          <a:pt x="10" y="14"/>
                        </a:lnTo>
                        <a:lnTo>
                          <a:pt x="4" y="12"/>
                        </a:lnTo>
                        <a:lnTo>
                          <a:pt x="0" y="9"/>
                        </a:lnTo>
                        <a:lnTo>
                          <a:pt x="0" y="7"/>
                        </a:lnTo>
                        <a:lnTo>
                          <a:pt x="0" y="3"/>
                        </a:lnTo>
                        <a:lnTo>
                          <a:pt x="0" y="0"/>
                        </a:lnTo>
                      </a:path>
                    </a:pathLst>
                  </a:custGeom>
                  <a:solidFill>
                    <a:srgbClr val="FFA04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9605" name="Freeform 165">
                    <a:extLst>
                      <a:ext uri="{FF2B5EF4-FFF2-40B4-BE49-F238E27FC236}">
                        <a16:creationId xmlns:a16="http://schemas.microsoft.com/office/drawing/2014/main" id="{5DA1E169-F403-4690-AC7D-4B32B6E05455}"/>
                      </a:ext>
                    </a:extLst>
                  </p:cNvPr>
                  <p:cNvSpPr>
                    <a:spLocks/>
                  </p:cNvSpPr>
                  <p:nvPr/>
                </p:nvSpPr>
                <p:spPr bwMode="auto">
                  <a:xfrm>
                    <a:off x="1151" y="1794"/>
                    <a:ext cx="180" cy="142"/>
                  </a:xfrm>
                  <a:custGeom>
                    <a:avLst/>
                    <a:gdLst>
                      <a:gd name="T0" fmla="*/ 85 w 180"/>
                      <a:gd name="T1" fmla="*/ 32 h 142"/>
                      <a:gd name="T2" fmla="*/ 71 w 180"/>
                      <a:gd name="T3" fmla="*/ 36 h 142"/>
                      <a:gd name="T4" fmla="*/ 42 w 180"/>
                      <a:gd name="T5" fmla="*/ 40 h 142"/>
                      <a:gd name="T6" fmla="*/ 0 w 180"/>
                      <a:gd name="T7" fmla="*/ 42 h 142"/>
                      <a:gd name="T8" fmla="*/ 50 w 180"/>
                      <a:gd name="T9" fmla="*/ 49 h 142"/>
                      <a:gd name="T10" fmla="*/ 106 w 180"/>
                      <a:gd name="T11" fmla="*/ 46 h 142"/>
                      <a:gd name="T12" fmla="*/ 145 w 180"/>
                      <a:gd name="T13" fmla="*/ 36 h 142"/>
                      <a:gd name="T14" fmla="*/ 158 w 180"/>
                      <a:gd name="T15" fmla="*/ 34 h 142"/>
                      <a:gd name="T16" fmla="*/ 152 w 180"/>
                      <a:gd name="T17" fmla="*/ 42 h 142"/>
                      <a:gd name="T18" fmla="*/ 124 w 180"/>
                      <a:gd name="T19" fmla="*/ 53 h 142"/>
                      <a:gd name="T20" fmla="*/ 74 w 180"/>
                      <a:gd name="T21" fmla="*/ 63 h 142"/>
                      <a:gd name="T22" fmla="*/ 43 w 180"/>
                      <a:gd name="T23" fmla="*/ 71 h 142"/>
                      <a:gd name="T24" fmla="*/ 100 w 180"/>
                      <a:gd name="T25" fmla="*/ 70 h 142"/>
                      <a:gd name="T26" fmla="*/ 138 w 180"/>
                      <a:gd name="T27" fmla="*/ 63 h 142"/>
                      <a:gd name="T28" fmla="*/ 161 w 180"/>
                      <a:gd name="T29" fmla="*/ 56 h 142"/>
                      <a:gd name="T30" fmla="*/ 161 w 180"/>
                      <a:gd name="T31" fmla="*/ 61 h 142"/>
                      <a:gd name="T32" fmla="*/ 142 w 180"/>
                      <a:gd name="T33" fmla="*/ 72 h 142"/>
                      <a:gd name="T34" fmla="*/ 107 w 180"/>
                      <a:gd name="T35" fmla="*/ 83 h 142"/>
                      <a:gd name="T36" fmla="*/ 58 w 180"/>
                      <a:gd name="T37" fmla="*/ 90 h 142"/>
                      <a:gd name="T38" fmla="*/ 74 w 180"/>
                      <a:gd name="T39" fmla="*/ 95 h 142"/>
                      <a:gd name="T40" fmla="*/ 118 w 180"/>
                      <a:gd name="T41" fmla="*/ 93 h 142"/>
                      <a:gd name="T42" fmla="*/ 153 w 180"/>
                      <a:gd name="T43" fmla="*/ 84 h 142"/>
                      <a:gd name="T44" fmla="*/ 157 w 180"/>
                      <a:gd name="T45" fmla="*/ 88 h 142"/>
                      <a:gd name="T46" fmla="*/ 146 w 180"/>
                      <a:gd name="T47" fmla="*/ 96 h 142"/>
                      <a:gd name="T48" fmla="*/ 119 w 180"/>
                      <a:gd name="T49" fmla="*/ 106 h 142"/>
                      <a:gd name="T50" fmla="*/ 88 w 180"/>
                      <a:gd name="T51" fmla="*/ 110 h 142"/>
                      <a:gd name="T52" fmla="*/ 40 w 180"/>
                      <a:gd name="T53" fmla="*/ 111 h 142"/>
                      <a:gd name="T54" fmla="*/ 73 w 180"/>
                      <a:gd name="T55" fmla="*/ 118 h 142"/>
                      <a:gd name="T56" fmla="*/ 104 w 180"/>
                      <a:gd name="T57" fmla="*/ 118 h 142"/>
                      <a:gd name="T58" fmla="*/ 132 w 180"/>
                      <a:gd name="T59" fmla="*/ 114 h 142"/>
                      <a:gd name="T60" fmla="*/ 143 w 180"/>
                      <a:gd name="T61" fmla="*/ 115 h 142"/>
                      <a:gd name="T62" fmla="*/ 137 w 180"/>
                      <a:gd name="T63" fmla="*/ 122 h 142"/>
                      <a:gd name="T64" fmla="*/ 121 w 180"/>
                      <a:gd name="T65" fmla="*/ 127 h 142"/>
                      <a:gd name="T66" fmla="*/ 62 w 180"/>
                      <a:gd name="T67" fmla="*/ 132 h 142"/>
                      <a:gd name="T68" fmla="*/ 110 w 180"/>
                      <a:gd name="T69" fmla="*/ 135 h 142"/>
                      <a:gd name="T70" fmla="*/ 114 w 180"/>
                      <a:gd name="T71" fmla="*/ 140 h 142"/>
                      <a:gd name="T72" fmla="*/ 132 w 180"/>
                      <a:gd name="T73" fmla="*/ 135 h 142"/>
                      <a:gd name="T74" fmla="*/ 145 w 180"/>
                      <a:gd name="T75" fmla="*/ 126 h 142"/>
                      <a:gd name="T76" fmla="*/ 173 w 180"/>
                      <a:gd name="T77" fmla="*/ 92 h 142"/>
                      <a:gd name="T78" fmla="*/ 174 w 180"/>
                      <a:gd name="T79" fmla="*/ 85 h 142"/>
                      <a:gd name="T80" fmla="*/ 170 w 180"/>
                      <a:gd name="T81" fmla="*/ 79 h 142"/>
                      <a:gd name="T82" fmla="*/ 174 w 180"/>
                      <a:gd name="T83" fmla="*/ 72 h 142"/>
                      <a:gd name="T84" fmla="*/ 179 w 180"/>
                      <a:gd name="T85" fmla="*/ 66 h 142"/>
                      <a:gd name="T86" fmla="*/ 175 w 180"/>
                      <a:gd name="T87" fmla="*/ 58 h 142"/>
                      <a:gd name="T88" fmla="*/ 171 w 180"/>
                      <a:gd name="T89" fmla="*/ 52 h 142"/>
                      <a:gd name="T90" fmla="*/ 177 w 180"/>
                      <a:gd name="T91" fmla="*/ 45 h 142"/>
                      <a:gd name="T92" fmla="*/ 176 w 180"/>
                      <a:gd name="T93" fmla="*/ 36 h 142"/>
                      <a:gd name="T94" fmla="*/ 172 w 180"/>
                      <a:gd name="T95" fmla="*/ 30 h 142"/>
                      <a:gd name="T96" fmla="*/ 175 w 180"/>
                      <a:gd name="T97" fmla="*/ 23 h 142"/>
                      <a:gd name="T98" fmla="*/ 179 w 180"/>
                      <a:gd name="T99" fmla="*/ 16 h 142"/>
                      <a:gd name="T100" fmla="*/ 174 w 180"/>
                      <a:gd name="T101" fmla="*/ 9 h 142"/>
                      <a:gd name="T102" fmla="*/ 155 w 180"/>
                      <a:gd name="T103" fmla="*/ 10 h 142"/>
                      <a:gd name="T104" fmla="*/ 116 w 180"/>
                      <a:gd name="T105" fmla="*/ 21 h 142"/>
                      <a:gd name="T106" fmla="*/ 71 w 180"/>
                      <a:gd name="T107" fmla="*/ 27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80" h="142">
                        <a:moveTo>
                          <a:pt x="71" y="27"/>
                        </a:moveTo>
                        <a:lnTo>
                          <a:pt x="45" y="29"/>
                        </a:lnTo>
                        <a:lnTo>
                          <a:pt x="85" y="32"/>
                        </a:lnTo>
                        <a:lnTo>
                          <a:pt x="82" y="34"/>
                        </a:lnTo>
                        <a:lnTo>
                          <a:pt x="77" y="35"/>
                        </a:lnTo>
                        <a:lnTo>
                          <a:pt x="71" y="36"/>
                        </a:lnTo>
                        <a:lnTo>
                          <a:pt x="63" y="38"/>
                        </a:lnTo>
                        <a:lnTo>
                          <a:pt x="54" y="40"/>
                        </a:lnTo>
                        <a:lnTo>
                          <a:pt x="42" y="40"/>
                        </a:lnTo>
                        <a:lnTo>
                          <a:pt x="29" y="42"/>
                        </a:lnTo>
                        <a:lnTo>
                          <a:pt x="15" y="42"/>
                        </a:lnTo>
                        <a:lnTo>
                          <a:pt x="0" y="42"/>
                        </a:lnTo>
                        <a:lnTo>
                          <a:pt x="23" y="47"/>
                        </a:lnTo>
                        <a:lnTo>
                          <a:pt x="37" y="49"/>
                        </a:lnTo>
                        <a:lnTo>
                          <a:pt x="50" y="49"/>
                        </a:lnTo>
                        <a:lnTo>
                          <a:pt x="65" y="49"/>
                        </a:lnTo>
                        <a:lnTo>
                          <a:pt x="87" y="48"/>
                        </a:lnTo>
                        <a:lnTo>
                          <a:pt x="106" y="46"/>
                        </a:lnTo>
                        <a:lnTo>
                          <a:pt x="121" y="42"/>
                        </a:lnTo>
                        <a:lnTo>
                          <a:pt x="138" y="38"/>
                        </a:lnTo>
                        <a:lnTo>
                          <a:pt x="145" y="36"/>
                        </a:lnTo>
                        <a:lnTo>
                          <a:pt x="152" y="34"/>
                        </a:lnTo>
                        <a:lnTo>
                          <a:pt x="156" y="33"/>
                        </a:lnTo>
                        <a:lnTo>
                          <a:pt x="158" y="34"/>
                        </a:lnTo>
                        <a:lnTo>
                          <a:pt x="158" y="36"/>
                        </a:lnTo>
                        <a:lnTo>
                          <a:pt x="157" y="39"/>
                        </a:lnTo>
                        <a:lnTo>
                          <a:pt x="152" y="42"/>
                        </a:lnTo>
                        <a:lnTo>
                          <a:pt x="145" y="46"/>
                        </a:lnTo>
                        <a:lnTo>
                          <a:pt x="136" y="49"/>
                        </a:lnTo>
                        <a:lnTo>
                          <a:pt x="124" y="53"/>
                        </a:lnTo>
                        <a:lnTo>
                          <a:pt x="109" y="57"/>
                        </a:lnTo>
                        <a:lnTo>
                          <a:pt x="91" y="60"/>
                        </a:lnTo>
                        <a:lnTo>
                          <a:pt x="74" y="63"/>
                        </a:lnTo>
                        <a:lnTo>
                          <a:pt x="55" y="65"/>
                        </a:lnTo>
                        <a:lnTo>
                          <a:pt x="23" y="68"/>
                        </a:lnTo>
                        <a:lnTo>
                          <a:pt x="43" y="71"/>
                        </a:lnTo>
                        <a:lnTo>
                          <a:pt x="59" y="73"/>
                        </a:lnTo>
                        <a:lnTo>
                          <a:pt x="79" y="73"/>
                        </a:lnTo>
                        <a:lnTo>
                          <a:pt x="100" y="70"/>
                        </a:lnTo>
                        <a:lnTo>
                          <a:pt x="116" y="68"/>
                        </a:lnTo>
                        <a:lnTo>
                          <a:pt x="128" y="65"/>
                        </a:lnTo>
                        <a:lnTo>
                          <a:pt x="138" y="63"/>
                        </a:lnTo>
                        <a:lnTo>
                          <a:pt x="149" y="59"/>
                        </a:lnTo>
                        <a:lnTo>
                          <a:pt x="157" y="57"/>
                        </a:lnTo>
                        <a:lnTo>
                          <a:pt x="161" y="56"/>
                        </a:lnTo>
                        <a:lnTo>
                          <a:pt x="163" y="56"/>
                        </a:lnTo>
                        <a:lnTo>
                          <a:pt x="162" y="58"/>
                        </a:lnTo>
                        <a:lnTo>
                          <a:pt x="161" y="61"/>
                        </a:lnTo>
                        <a:lnTo>
                          <a:pt x="158" y="64"/>
                        </a:lnTo>
                        <a:lnTo>
                          <a:pt x="150" y="68"/>
                        </a:lnTo>
                        <a:lnTo>
                          <a:pt x="142" y="72"/>
                        </a:lnTo>
                        <a:lnTo>
                          <a:pt x="133" y="75"/>
                        </a:lnTo>
                        <a:lnTo>
                          <a:pt x="121" y="79"/>
                        </a:lnTo>
                        <a:lnTo>
                          <a:pt x="107" y="83"/>
                        </a:lnTo>
                        <a:lnTo>
                          <a:pt x="86" y="87"/>
                        </a:lnTo>
                        <a:lnTo>
                          <a:pt x="71" y="89"/>
                        </a:lnTo>
                        <a:lnTo>
                          <a:pt x="58" y="90"/>
                        </a:lnTo>
                        <a:lnTo>
                          <a:pt x="37" y="91"/>
                        </a:lnTo>
                        <a:lnTo>
                          <a:pt x="58" y="94"/>
                        </a:lnTo>
                        <a:lnTo>
                          <a:pt x="74" y="95"/>
                        </a:lnTo>
                        <a:lnTo>
                          <a:pt x="88" y="95"/>
                        </a:lnTo>
                        <a:lnTo>
                          <a:pt x="103" y="95"/>
                        </a:lnTo>
                        <a:lnTo>
                          <a:pt x="118" y="93"/>
                        </a:lnTo>
                        <a:lnTo>
                          <a:pt x="129" y="91"/>
                        </a:lnTo>
                        <a:lnTo>
                          <a:pt x="138" y="88"/>
                        </a:lnTo>
                        <a:lnTo>
                          <a:pt x="153" y="84"/>
                        </a:lnTo>
                        <a:lnTo>
                          <a:pt x="155" y="84"/>
                        </a:lnTo>
                        <a:lnTo>
                          <a:pt x="157" y="85"/>
                        </a:lnTo>
                        <a:lnTo>
                          <a:pt x="157" y="88"/>
                        </a:lnTo>
                        <a:lnTo>
                          <a:pt x="155" y="90"/>
                        </a:lnTo>
                        <a:lnTo>
                          <a:pt x="151" y="93"/>
                        </a:lnTo>
                        <a:lnTo>
                          <a:pt x="146" y="96"/>
                        </a:lnTo>
                        <a:lnTo>
                          <a:pt x="137" y="100"/>
                        </a:lnTo>
                        <a:lnTo>
                          <a:pt x="128" y="104"/>
                        </a:lnTo>
                        <a:lnTo>
                          <a:pt x="119" y="106"/>
                        </a:lnTo>
                        <a:lnTo>
                          <a:pt x="109" y="108"/>
                        </a:lnTo>
                        <a:lnTo>
                          <a:pt x="100" y="109"/>
                        </a:lnTo>
                        <a:lnTo>
                          <a:pt x="88" y="110"/>
                        </a:lnTo>
                        <a:lnTo>
                          <a:pt x="74" y="111"/>
                        </a:lnTo>
                        <a:lnTo>
                          <a:pt x="61" y="111"/>
                        </a:lnTo>
                        <a:lnTo>
                          <a:pt x="40" y="111"/>
                        </a:lnTo>
                        <a:lnTo>
                          <a:pt x="51" y="114"/>
                        </a:lnTo>
                        <a:lnTo>
                          <a:pt x="62" y="117"/>
                        </a:lnTo>
                        <a:lnTo>
                          <a:pt x="73" y="118"/>
                        </a:lnTo>
                        <a:lnTo>
                          <a:pt x="83" y="118"/>
                        </a:lnTo>
                        <a:lnTo>
                          <a:pt x="93" y="119"/>
                        </a:lnTo>
                        <a:lnTo>
                          <a:pt x="104" y="118"/>
                        </a:lnTo>
                        <a:lnTo>
                          <a:pt x="112" y="118"/>
                        </a:lnTo>
                        <a:lnTo>
                          <a:pt x="121" y="117"/>
                        </a:lnTo>
                        <a:lnTo>
                          <a:pt x="132" y="114"/>
                        </a:lnTo>
                        <a:lnTo>
                          <a:pt x="140" y="113"/>
                        </a:lnTo>
                        <a:lnTo>
                          <a:pt x="143" y="113"/>
                        </a:lnTo>
                        <a:lnTo>
                          <a:pt x="143" y="115"/>
                        </a:lnTo>
                        <a:lnTo>
                          <a:pt x="143" y="117"/>
                        </a:lnTo>
                        <a:lnTo>
                          <a:pt x="140" y="119"/>
                        </a:lnTo>
                        <a:lnTo>
                          <a:pt x="137" y="122"/>
                        </a:lnTo>
                        <a:lnTo>
                          <a:pt x="133" y="123"/>
                        </a:lnTo>
                        <a:lnTo>
                          <a:pt x="128" y="125"/>
                        </a:lnTo>
                        <a:lnTo>
                          <a:pt x="121" y="127"/>
                        </a:lnTo>
                        <a:lnTo>
                          <a:pt x="105" y="129"/>
                        </a:lnTo>
                        <a:lnTo>
                          <a:pt x="91" y="130"/>
                        </a:lnTo>
                        <a:lnTo>
                          <a:pt x="62" y="132"/>
                        </a:lnTo>
                        <a:lnTo>
                          <a:pt x="99" y="134"/>
                        </a:lnTo>
                        <a:lnTo>
                          <a:pt x="107" y="134"/>
                        </a:lnTo>
                        <a:lnTo>
                          <a:pt x="110" y="135"/>
                        </a:lnTo>
                        <a:lnTo>
                          <a:pt x="112" y="136"/>
                        </a:lnTo>
                        <a:lnTo>
                          <a:pt x="112" y="139"/>
                        </a:lnTo>
                        <a:lnTo>
                          <a:pt x="114" y="140"/>
                        </a:lnTo>
                        <a:lnTo>
                          <a:pt x="118" y="141"/>
                        </a:lnTo>
                        <a:lnTo>
                          <a:pt x="126" y="138"/>
                        </a:lnTo>
                        <a:lnTo>
                          <a:pt x="132" y="135"/>
                        </a:lnTo>
                        <a:lnTo>
                          <a:pt x="137" y="133"/>
                        </a:lnTo>
                        <a:lnTo>
                          <a:pt x="141" y="130"/>
                        </a:lnTo>
                        <a:lnTo>
                          <a:pt x="145" y="126"/>
                        </a:lnTo>
                        <a:lnTo>
                          <a:pt x="159" y="111"/>
                        </a:lnTo>
                        <a:lnTo>
                          <a:pt x="169" y="99"/>
                        </a:lnTo>
                        <a:lnTo>
                          <a:pt x="173" y="92"/>
                        </a:lnTo>
                        <a:lnTo>
                          <a:pt x="174" y="89"/>
                        </a:lnTo>
                        <a:lnTo>
                          <a:pt x="174" y="88"/>
                        </a:lnTo>
                        <a:lnTo>
                          <a:pt x="174" y="85"/>
                        </a:lnTo>
                        <a:lnTo>
                          <a:pt x="172" y="83"/>
                        </a:lnTo>
                        <a:lnTo>
                          <a:pt x="171" y="81"/>
                        </a:lnTo>
                        <a:lnTo>
                          <a:pt x="170" y="79"/>
                        </a:lnTo>
                        <a:lnTo>
                          <a:pt x="171" y="76"/>
                        </a:lnTo>
                        <a:lnTo>
                          <a:pt x="172" y="74"/>
                        </a:lnTo>
                        <a:lnTo>
                          <a:pt x="174" y="72"/>
                        </a:lnTo>
                        <a:lnTo>
                          <a:pt x="175" y="70"/>
                        </a:lnTo>
                        <a:lnTo>
                          <a:pt x="177" y="68"/>
                        </a:lnTo>
                        <a:lnTo>
                          <a:pt x="179" y="66"/>
                        </a:lnTo>
                        <a:lnTo>
                          <a:pt x="179" y="63"/>
                        </a:lnTo>
                        <a:lnTo>
                          <a:pt x="177" y="60"/>
                        </a:lnTo>
                        <a:lnTo>
                          <a:pt x="175" y="58"/>
                        </a:lnTo>
                        <a:lnTo>
                          <a:pt x="174" y="56"/>
                        </a:lnTo>
                        <a:lnTo>
                          <a:pt x="172" y="54"/>
                        </a:lnTo>
                        <a:lnTo>
                          <a:pt x="171" y="52"/>
                        </a:lnTo>
                        <a:lnTo>
                          <a:pt x="172" y="50"/>
                        </a:lnTo>
                        <a:lnTo>
                          <a:pt x="174" y="47"/>
                        </a:lnTo>
                        <a:lnTo>
                          <a:pt x="177" y="45"/>
                        </a:lnTo>
                        <a:lnTo>
                          <a:pt x="177" y="42"/>
                        </a:lnTo>
                        <a:lnTo>
                          <a:pt x="177" y="39"/>
                        </a:lnTo>
                        <a:lnTo>
                          <a:pt x="176" y="36"/>
                        </a:lnTo>
                        <a:lnTo>
                          <a:pt x="174" y="34"/>
                        </a:lnTo>
                        <a:lnTo>
                          <a:pt x="173" y="32"/>
                        </a:lnTo>
                        <a:lnTo>
                          <a:pt x="172" y="30"/>
                        </a:lnTo>
                        <a:lnTo>
                          <a:pt x="172" y="27"/>
                        </a:lnTo>
                        <a:lnTo>
                          <a:pt x="174" y="24"/>
                        </a:lnTo>
                        <a:lnTo>
                          <a:pt x="175" y="23"/>
                        </a:lnTo>
                        <a:lnTo>
                          <a:pt x="177" y="21"/>
                        </a:lnTo>
                        <a:lnTo>
                          <a:pt x="179" y="18"/>
                        </a:lnTo>
                        <a:lnTo>
                          <a:pt x="179" y="16"/>
                        </a:lnTo>
                        <a:lnTo>
                          <a:pt x="178" y="14"/>
                        </a:lnTo>
                        <a:lnTo>
                          <a:pt x="176" y="12"/>
                        </a:lnTo>
                        <a:lnTo>
                          <a:pt x="174" y="9"/>
                        </a:lnTo>
                        <a:lnTo>
                          <a:pt x="173" y="6"/>
                        </a:lnTo>
                        <a:lnTo>
                          <a:pt x="173" y="0"/>
                        </a:lnTo>
                        <a:lnTo>
                          <a:pt x="155" y="10"/>
                        </a:lnTo>
                        <a:lnTo>
                          <a:pt x="143" y="14"/>
                        </a:lnTo>
                        <a:lnTo>
                          <a:pt x="131" y="17"/>
                        </a:lnTo>
                        <a:lnTo>
                          <a:pt x="116" y="21"/>
                        </a:lnTo>
                        <a:lnTo>
                          <a:pt x="102" y="23"/>
                        </a:lnTo>
                        <a:lnTo>
                          <a:pt x="89" y="25"/>
                        </a:lnTo>
                        <a:lnTo>
                          <a:pt x="71" y="27"/>
                        </a:lnTo>
                      </a:path>
                    </a:pathLst>
                  </a:custGeom>
                  <a:solidFill>
                    <a:srgbClr val="FFA04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nvGrpSpPr>
              <p:cNvPr id="189606" name="Group 166">
                <a:extLst>
                  <a:ext uri="{FF2B5EF4-FFF2-40B4-BE49-F238E27FC236}">
                    <a16:creationId xmlns:a16="http://schemas.microsoft.com/office/drawing/2014/main" id="{2D8139DD-9002-4295-A3D4-86B337F49052}"/>
                  </a:ext>
                </a:extLst>
              </p:cNvPr>
              <p:cNvGrpSpPr>
                <a:grpSpLocks/>
              </p:cNvGrpSpPr>
              <p:nvPr/>
            </p:nvGrpSpPr>
            <p:grpSpPr bwMode="auto">
              <a:xfrm>
                <a:off x="1256" y="1816"/>
                <a:ext cx="54" cy="90"/>
                <a:chOff x="1256" y="1816"/>
                <a:chExt cx="54" cy="90"/>
              </a:xfrm>
            </p:grpSpPr>
            <p:sp>
              <p:nvSpPr>
                <p:cNvPr id="189607" name="Freeform 167">
                  <a:extLst>
                    <a:ext uri="{FF2B5EF4-FFF2-40B4-BE49-F238E27FC236}">
                      <a16:creationId xmlns:a16="http://schemas.microsoft.com/office/drawing/2014/main" id="{74831109-2A34-4E11-9F2F-3DBE89088CAA}"/>
                    </a:ext>
                  </a:extLst>
                </p:cNvPr>
                <p:cNvSpPr>
                  <a:spLocks/>
                </p:cNvSpPr>
                <p:nvPr/>
              </p:nvSpPr>
              <p:spPr bwMode="auto">
                <a:xfrm>
                  <a:off x="1266" y="1840"/>
                  <a:ext cx="42" cy="17"/>
                </a:xfrm>
                <a:custGeom>
                  <a:avLst/>
                  <a:gdLst>
                    <a:gd name="T0" fmla="*/ 41 w 42"/>
                    <a:gd name="T1" fmla="*/ 2 h 17"/>
                    <a:gd name="T2" fmla="*/ 37 w 42"/>
                    <a:gd name="T3" fmla="*/ 0 h 17"/>
                    <a:gd name="T4" fmla="*/ 24 w 42"/>
                    <a:gd name="T5" fmla="*/ 5 h 17"/>
                    <a:gd name="T6" fmla="*/ 12 w 42"/>
                    <a:gd name="T7" fmla="*/ 10 h 17"/>
                    <a:gd name="T8" fmla="*/ 0 w 42"/>
                    <a:gd name="T9" fmla="*/ 13 h 17"/>
                    <a:gd name="T10" fmla="*/ 2 w 42"/>
                    <a:gd name="T11" fmla="*/ 16 h 17"/>
                    <a:gd name="T12" fmla="*/ 10 w 42"/>
                    <a:gd name="T13" fmla="*/ 16 h 17"/>
                    <a:gd name="T14" fmla="*/ 21 w 42"/>
                    <a:gd name="T15" fmla="*/ 14 h 17"/>
                    <a:gd name="T16" fmla="*/ 32 w 42"/>
                    <a:gd name="T17" fmla="*/ 8 h 17"/>
                    <a:gd name="T18" fmla="*/ 41 w 42"/>
                    <a:gd name="T19" fmla="*/ 2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2" h="17">
                      <a:moveTo>
                        <a:pt x="41" y="2"/>
                      </a:moveTo>
                      <a:lnTo>
                        <a:pt x="37" y="0"/>
                      </a:lnTo>
                      <a:lnTo>
                        <a:pt x="24" y="5"/>
                      </a:lnTo>
                      <a:lnTo>
                        <a:pt x="12" y="10"/>
                      </a:lnTo>
                      <a:lnTo>
                        <a:pt x="0" y="13"/>
                      </a:lnTo>
                      <a:lnTo>
                        <a:pt x="2" y="16"/>
                      </a:lnTo>
                      <a:lnTo>
                        <a:pt x="10" y="16"/>
                      </a:lnTo>
                      <a:lnTo>
                        <a:pt x="21" y="14"/>
                      </a:lnTo>
                      <a:lnTo>
                        <a:pt x="32" y="8"/>
                      </a:lnTo>
                      <a:lnTo>
                        <a:pt x="41" y="2"/>
                      </a:lnTo>
                    </a:path>
                  </a:pathLst>
                </a:custGeom>
                <a:solidFill>
                  <a:srgbClr val="FFE0C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9608" name="Freeform 168">
                  <a:extLst>
                    <a:ext uri="{FF2B5EF4-FFF2-40B4-BE49-F238E27FC236}">
                      <a16:creationId xmlns:a16="http://schemas.microsoft.com/office/drawing/2014/main" id="{EA4A64F8-DA58-4E73-A80F-CA99FC414E4B}"/>
                    </a:ext>
                  </a:extLst>
                </p:cNvPr>
                <p:cNvSpPr>
                  <a:spLocks/>
                </p:cNvSpPr>
                <p:nvPr/>
              </p:nvSpPr>
              <p:spPr bwMode="auto">
                <a:xfrm>
                  <a:off x="1274" y="1863"/>
                  <a:ext cx="36" cy="17"/>
                </a:xfrm>
                <a:custGeom>
                  <a:avLst/>
                  <a:gdLst>
                    <a:gd name="T0" fmla="*/ 35 w 36"/>
                    <a:gd name="T1" fmla="*/ 2 h 17"/>
                    <a:gd name="T2" fmla="*/ 33 w 36"/>
                    <a:gd name="T3" fmla="*/ 0 h 17"/>
                    <a:gd name="T4" fmla="*/ 21 w 36"/>
                    <a:gd name="T5" fmla="*/ 6 h 17"/>
                    <a:gd name="T6" fmla="*/ 11 w 36"/>
                    <a:gd name="T7" fmla="*/ 10 h 17"/>
                    <a:gd name="T8" fmla="*/ 0 w 36"/>
                    <a:gd name="T9" fmla="*/ 13 h 17"/>
                    <a:gd name="T10" fmla="*/ 2 w 36"/>
                    <a:gd name="T11" fmla="*/ 16 h 17"/>
                    <a:gd name="T12" fmla="*/ 10 w 36"/>
                    <a:gd name="T13" fmla="*/ 16 h 17"/>
                    <a:gd name="T14" fmla="*/ 18 w 36"/>
                    <a:gd name="T15" fmla="*/ 14 h 17"/>
                    <a:gd name="T16" fmla="*/ 26 w 36"/>
                    <a:gd name="T17" fmla="*/ 9 h 17"/>
                    <a:gd name="T18" fmla="*/ 35 w 36"/>
                    <a:gd name="T19" fmla="*/ 2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6" h="17">
                      <a:moveTo>
                        <a:pt x="35" y="2"/>
                      </a:moveTo>
                      <a:lnTo>
                        <a:pt x="33" y="0"/>
                      </a:lnTo>
                      <a:lnTo>
                        <a:pt x="21" y="6"/>
                      </a:lnTo>
                      <a:lnTo>
                        <a:pt x="11" y="10"/>
                      </a:lnTo>
                      <a:lnTo>
                        <a:pt x="0" y="13"/>
                      </a:lnTo>
                      <a:lnTo>
                        <a:pt x="2" y="16"/>
                      </a:lnTo>
                      <a:lnTo>
                        <a:pt x="10" y="16"/>
                      </a:lnTo>
                      <a:lnTo>
                        <a:pt x="18" y="14"/>
                      </a:lnTo>
                      <a:lnTo>
                        <a:pt x="26" y="9"/>
                      </a:lnTo>
                      <a:lnTo>
                        <a:pt x="35" y="2"/>
                      </a:lnTo>
                    </a:path>
                  </a:pathLst>
                </a:custGeom>
                <a:solidFill>
                  <a:srgbClr val="FFE0C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9609" name="Freeform 169">
                  <a:extLst>
                    <a:ext uri="{FF2B5EF4-FFF2-40B4-BE49-F238E27FC236}">
                      <a16:creationId xmlns:a16="http://schemas.microsoft.com/office/drawing/2014/main" id="{0FC6CA2A-ECDD-43F3-92D3-D9F2AC06841F}"/>
                    </a:ext>
                  </a:extLst>
                </p:cNvPr>
                <p:cNvSpPr>
                  <a:spLocks/>
                </p:cNvSpPr>
                <p:nvPr/>
              </p:nvSpPr>
              <p:spPr bwMode="auto">
                <a:xfrm>
                  <a:off x="1271" y="1889"/>
                  <a:ext cx="38" cy="17"/>
                </a:xfrm>
                <a:custGeom>
                  <a:avLst/>
                  <a:gdLst>
                    <a:gd name="T0" fmla="*/ 37 w 38"/>
                    <a:gd name="T1" fmla="*/ 2 h 17"/>
                    <a:gd name="T2" fmla="*/ 34 w 38"/>
                    <a:gd name="T3" fmla="*/ 0 h 17"/>
                    <a:gd name="T4" fmla="*/ 23 w 38"/>
                    <a:gd name="T5" fmla="*/ 6 h 17"/>
                    <a:gd name="T6" fmla="*/ 12 w 38"/>
                    <a:gd name="T7" fmla="*/ 10 h 17"/>
                    <a:gd name="T8" fmla="*/ 0 w 38"/>
                    <a:gd name="T9" fmla="*/ 13 h 17"/>
                    <a:gd name="T10" fmla="*/ 2 w 38"/>
                    <a:gd name="T11" fmla="*/ 16 h 17"/>
                    <a:gd name="T12" fmla="*/ 10 w 38"/>
                    <a:gd name="T13" fmla="*/ 15 h 17"/>
                    <a:gd name="T14" fmla="*/ 20 w 38"/>
                    <a:gd name="T15" fmla="*/ 13 h 17"/>
                    <a:gd name="T16" fmla="*/ 30 w 38"/>
                    <a:gd name="T17" fmla="*/ 8 h 17"/>
                    <a:gd name="T18" fmla="*/ 37 w 38"/>
                    <a:gd name="T19" fmla="*/ 2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8" h="17">
                      <a:moveTo>
                        <a:pt x="37" y="2"/>
                      </a:moveTo>
                      <a:lnTo>
                        <a:pt x="34" y="0"/>
                      </a:lnTo>
                      <a:lnTo>
                        <a:pt x="23" y="6"/>
                      </a:lnTo>
                      <a:lnTo>
                        <a:pt x="12" y="10"/>
                      </a:lnTo>
                      <a:lnTo>
                        <a:pt x="0" y="13"/>
                      </a:lnTo>
                      <a:lnTo>
                        <a:pt x="2" y="16"/>
                      </a:lnTo>
                      <a:lnTo>
                        <a:pt x="10" y="15"/>
                      </a:lnTo>
                      <a:lnTo>
                        <a:pt x="20" y="13"/>
                      </a:lnTo>
                      <a:lnTo>
                        <a:pt x="30" y="8"/>
                      </a:lnTo>
                      <a:lnTo>
                        <a:pt x="37" y="2"/>
                      </a:lnTo>
                    </a:path>
                  </a:pathLst>
                </a:custGeom>
                <a:solidFill>
                  <a:srgbClr val="FFE0C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9610" name="Freeform 170">
                  <a:extLst>
                    <a:ext uri="{FF2B5EF4-FFF2-40B4-BE49-F238E27FC236}">
                      <a16:creationId xmlns:a16="http://schemas.microsoft.com/office/drawing/2014/main" id="{BC5A8C56-469B-4648-A5EE-032A5A1F29D6}"/>
                    </a:ext>
                  </a:extLst>
                </p:cNvPr>
                <p:cNvSpPr>
                  <a:spLocks/>
                </p:cNvSpPr>
                <p:nvPr/>
              </p:nvSpPr>
              <p:spPr bwMode="auto">
                <a:xfrm>
                  <a:off x="1256" y="1816"/>
                  <a:ext cx="43" cy="17"/>
                </a:xfrm>
                <a:custGeom>
                  <a:avLst/>
                  <a:gdLst>
                    <a:gd name="T0" fmla="*/ 42 w 43"/>
                    <a:gd name="T1" fmla="*/ 2 h 17"/>
                    <a:gd name="T2" fmla="*/ 37 w 43"/>
                    <a:gd name="T3" fmla="*/ 0 h 17"/>
                    <a:gd name="T4" fmla="*/ 23 w 43"/>
                    <a:gd name="T5" fmla="*/ 5 h 17"/>
                    <a:gd name="T6" fmla="*/ 12 w 43"/>
                    <a:gd name="T7" fmla="*/ 9 h 17"/>
                    <a:gd name="T8" fmla="*/ 0 w 43"/>
                    <a:gd name="T9" fmla="*/ 12 h 17"/>
                    <a:gd name="T10" fmla="*/ 2 w 43"/>
                    <a:gd name="T11" fmla="*/ 16 h 17"/>
                    <a:gd name="T12" fmla="*/ 10 w 43"/>
                    <a:gd name="T13" fmla="*/ 15 h 17"/>
                    <a:gd name="T14" fmla="*/ 20 w 43"/>
                    <a:gd name="T15" fmla="*/ 13 h 17"/>
                    <a:gd name="T16" fmla="*/ 31 w 43"/>
                    <a:gd name="T17" fmla="*/ 9 h 17"/>
                    <a:gd name="T18" fmla="*/ 42 w 43"/>
                    <a:gd name="T19" fmla="*/ 2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3" h="17">
                      <a:moveTo>
                        <a:pt x="42" y="2"/>
                      </a:moveTo>
                      <a:lnTo>
                        <a:pt x="37" y="0"/>
                      </a:lnTo>
                      <a:lnTo>
                        <a:pt x="23" y="5"/>
                      </a:lnTo>
                      <a:lnTo>
                        <a:pt x="12" y="9"/>
                      </a:lnTo>
                      <a:lnTo>
                        <a:pt x="0" y="12"/>
                      </a:lnTo>
                      <a:lnTo>
                        <a:pt x="2" y="16"/>
                      </a:lnTo>
                      <a:lnTo>
                        <a:pt x="10" y="15"/>
                      </a:lnTo>
                      <a:lnTo>
                        <a:pt x="20" y="13"/>
                      </a:lnTo>
                      <a:lnTo>
                        <a:pt x="31" y="9"/>
                      </a:lnTo>
                      <a:lnTo>
                        <a:pt x="42" y="2"/>
                      </a:lnTo>
                    </a:path>
                  </a:pathLst>
                </a:custGeom>
                <a:solidFill>
                  <a:srgbClr val="FFE0C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sp>
          <p:nvSpPr>
            <p:cNvPr id="189611" name="Freeform 171">
              <a:extLst>
                <a:ext uri="{FF2B5EF4-FFF2-40B4-BE49-F238E27FC236}">
                  <a16:creationId xmlns:a16="http://schemas.microsoft.com/office/drawing/2014/main" id="{26D5FF9C-6B57-417D-A478-CC5AB85F2F62}"/>
                </a:ext>
              </a:extLst>
            </p:cNvPr>
            <p:cNvSpPr>
              <a:spLocks/>
            </p:cNvSpPr>
            <p:nvPr/>
          </p:nvSpPr>
          <p:spPr bwMode="auto">
            <a:xfrm>
              <a:off x="1625" y="1248"/>
              <a:ext cx="277" cy="333"/>
            </a:xfrm>
            <a:custGeom>
              <a:avLst/>
              <a:gdLst>
                <a:gd name="T0" fmla="*/ 353 w 494"/>
                <a:gd name="T1" fmla="*/ 572 h 594"/>
                <a:gd name="T2" fmla="*/ 357 w 494"/>
                <a:gd name="T3" fmla="*/ 567 h 594"/>
                <a:gd name="T4" fmla="*/ 359 w 494"/>
                <a:gd name="T5" fmla="*/ 563 h 594"/>
                <a:gd name="T6" fmla="*/ 362 w 494"/>
                <a:gd name="T7" fmla="*/ 550 h 594"/>
                <a:gd name="T8" fmla="*/ 381 w 494"/>
                <a:gd name="T9" fmla="*/ 454 h 594"/>
                <a:gd name="T10" fmla="*/ 395 w 494"/>
                <a:gd name="T11" fmla="*/ 420 h 594"/>
                <a:gd name="T12" fmla="*/ 408 w 494"/>
                <a:gd name="T13" fmla="*/ 396 h 594"/>
                <a:gd name="T14" fmla="*/ 433 w 494"/>
                <a:gd name="T15" fmla="*/ 360 h 594"/>
                <a:gd name="T16" fmla="*/ 458 w 494"/>
                <a:gd name="T17" fmla="*/ 324 h 594"/>
                <a:gd name="T18" fmla="*/ 476 w 494"/>
                <a:gd name="T19" fmla="*/ 291 h 594"/>
                <a:gd name="T20" fmla="*/ 487 w 494"/>
                <a:gd name="T21" fmla="*/ 258 h 594"/>
                <a:gd name="T22" fmla="*/ 493 w 494"/>
                <a:gd name="T23" fmla="*/ 216 h 594"/>
                <a:gd name="T24" fmla="*/ 489 w 494"/>
                <a:gd name="T25" fmla="*/ 178 h 594"/>
                <a:gd name="T26" fmla="*/ 478 w 494"/>
                <a:gd name="T27" fmla="*/ 141 h 594"/>
                <a:gd name="T28" fmla="*/ 461 w 494"/>
                <a:gd name="T29" fmla="*/ 107 h 594"/>
                <a:gd name="T30" fmla="*/ 431 w 494"/>
                <a:gd name="T31" fmla="*/ 72 h 594"/>
                <a:gd name="T32" fmla="*/ 399 w 494"/>
                <a:gd name="T33" fmla="*/ 47 h 594"/>
                <a:gd name="T34" fmla="*/ 359 w 494"/>
                <a:gd name="T35" fmla="*/ 24 h 594"/>
                <a:gd name="T36" fmla="*/ 311 w 494"/>
                <a:gd name="T37" fmla="*/ 7 h 594"/>
                <a:gd name="T38" fmla="*/ 272 w 494"/>
                <a:gd name="T39" fmla="*/ 0 h 594"/>
                <a:gd name="T40" fmla="*/ 228 w 494"/>
                <a:gd name="T41" fmla="*/ 0 h 594"/>
                <a:gd name="T42" fmla="*/ 190 w 494"/>
                <a:gd name="T43" fmla="*/ 5 h 594"/>
                <a:gd name="T44" fmla="*/ 153 w 494"/>
                <a:gd name="T45" fmla="*/ 15 h 594"/>
                <a:gd name="T46" fmla="*/ 121 w 494"/>
                <a:gd name="T47" fmla="*/ 29 h 594"/>
                <a:gd name="T48" fmla="*/ 88 w 494"/>
                <a:gd name="T49" fmla="*/ 49 h 594"/>
                <a:gd name="T50" fmla="*/ 59 w 494"/>
                <a:gd name="T51" fmla="*/ 73 h 594"/>
                <a:gd name="T52" fmla="*/ 34 w 494"/>
                <a:gd name="T53" fmla="*/ 100 h 594"/>
                <a:gd name="T54" fmla="*/ 12 w 494"/>
                <a:gd name="T55" fmla="*/ 139 h 594"/>
                <a:gd name="T56" fmla="*/ 1 w 494"/>
                <a:gd name="T57" fmla="*/ 179 h 594"/>
                <a:gd name="T58" fmla="*/ 0 w 494"/>
                <a:gd name="T59" fmla="*/ 214 h 594"/>
                <a:gd name="T60" fmla="*/ 3 w 494"/>
                <a:gd name="T61" fmla="*/ 252 h 594"/>
                <a:gd name="T62" fmla="*/ 14 w 494"/>
                <a:gd name="T63" fmla="*/ 290 h 594"/>
                <a:gd name="T64" fmla="*/ 34 w 494"/>
                <a:gd name="T65" fmla="*/ 326 h 594"/>
                <a:gd name="T66" fmla="*/ 58 w 494"/>
                <a:gd name="T67" fmla="*/ 361 h 594"/>
                <a:gd name="T68" fmla="*/ 90 w 494"/>
                <a:gd name="T69" fmla="*/ 409 h 594"/>
                <a:gd name="T70" fmla="*/ 104 w 494"/>
                <a:gd name="T71" fmla="*/ 436 h 594"/>
                <a:gd name="T72" fmla="*/ 114 w 494"/>
                <a:gd name="T73" fmla="*/ 467 h 594"/>
                <a:gd name="T74" fmla="*/ 121 w 494"/>
                <a:gd name="T75" fmla="*/ 511 h 594"/>
                <a:gd name="T76" fmla="*/ 128 w 494"/>
                <a:gd name="T77" fmla="*/ 549 h 594"/>
                <a:gd name="T78" fmla="*/ 132 w 494"/>
                <a:gd name="T79" fmla="*/ 564 h 594"/>
                <a:gd name="T80" fmla="*/ 134 w 494"/>
                <a:gd name="T81" fmla="*/ 567 h 594"/>
                <a:gd name="T82" fmla="*/ 140 w 494"/>
                <a:gd name="T83" fmla="*/ 573 h 594"/>
                <a:gd name="T84" fmla="*/ 154 w 494"/>
                <a:gd name="T85" fmla="*/ 580 h 594"/>
                <a:gd name="T86" fmla="*/ 171 w 494"/>
                <a:gd name="T87" fmla="*/ 585 h 594"/>
                <a:gd name="T88" fmla="*/ 190 w 494"/>
                <a:gd name="T89" fmla="*/ 589 h 594"/>
                <a:gd name="T90" fmla="*/ 209 w 494"/>
                <a:gd name="T91" fmla="*/ 591 h 594"/>
                <a:gd name="T92" fmla="*/ 228 w 494"/>
                <a:gd name="T93" fmla="*/ 592 h 594"/>
                <a:gd name="T94" fmla="*/ 245 w 494"/>
                <a:gd name="T95" fmla="*/ 593 h 594"/>
                <a:gd name="T96" fmla="*/ 265 w 494"/>
                <a:gd name="T97" fmla="*/ 592 h 594"/>
                <a:gd name="T98" fmla="*/ 284 w 494"/>
                <a:gd name="T99" fmla="*/ 591 h 594"/>
                <a:gd name="T100" fmla="*/ 302 w 494"/>
                <a:gd name="T101" fmla="*/ 588 h 594"/>
                <a:gd name="T102" fmla="*/ 319 w 494"/>
                <a:gd name="T103" fmla="*/ 585 h 594"/>
                <a:gd name="T104" fmla="*/ 335 w 494"/>
                <a:gd name="T105" fmla="*/ 580 h 5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494" h="594">
                  <a:moveTo>
                    <a:pt x="345" y="577"/>
                  </a:moveTo>
                  <a:lnTo>
                    <a:pt x="349" y="574"/>
                  </a:lnTo>
                  <a:lnTo>
                    <a:pt x="353" y="572"/>
                  </a:lnTo>
                  <a:lnTo>
                    <a:pt x="354" y="570"/>
                  </a:lnTo>
                  <a:lnTo>
                    <a:pt x="356" y="568"/>
                  </a:lnTo>
                  <a:lnTo>
                    <a:pt x="357" y="567"/>
                  </a:lnTo>
                  <a:lnTo>
                    <a:pt x="358" y="566"/>
                  </a:lnTo>
                  <a:lnTo>
                    <a:pt x="358" y="565"/>
                  </a:lnTo>
                  <a:lnTo>
                    <a:pt x="359" y="563"/>
                  </a:lnTo>
                  <a:lnTo>
                    <a:pt x="360" y="561"/>
                  </a:lnTo>
                  <a:lnTo>
                    <a:pt x="360" y="559"/>
                  </a:lnTo>
                  <a:lnTo>
                    <a:pt x="362" y="550"/>
                  </a:lnTo>
                  <a:lnTo>
                    <a:pt x="376" y="473"/>
                  </a:lnTo>
                  <a:lnTo>
                    <a:pt x="379" y="462"/>
                  </a:lnTo>
                  <a:lnTo>
                    <a:pt x="381" y="454"/>
                  </a:lnTo>
                  <a:lnTo>
                    <a:pt x="385" y="443"/>
                  </a:lnTo>
                  <a:lnTo>
                    <a:pt x="390" y="431"/>
                  </a:lnTo>
                  <a:lnTo>
                    <a:pt x="395" y="420"/>
                  </a:lnTo>
                  <a:lnTo>
                    <a:pt x="400" y="411"/>
                  </a:lnTo>
                  <a:lnTo>
                    <a:pt x="404" y="403"/>
                  </a:lnTo>
                  <a:lnTo>
                    <a:pt x="408" y="396"/>
                  </a:lnTo>
                  <a:lnTo>
                    <a:pt x="416" y="383"/>
                  </a:lnTo>
                  <a:lnTo>
                    <a:pt x="424" y="371"/>
                  </a:lnTo>
                  <a:lnTo>
                    <a:pt x="433" y="360"/>
                  </a:lnTo>
                  <a:lnTo>
                    <a:pt x="439" y="351"/>
                  </a:lnTo>
                  <a:lnTo>
                    <a:pt x="451" y="335"/>
                  </a:lnTo>
                  <a:lnTo>
                    <a:pt x="458" y="324"/>
                  </a:lnTo>
                  <a:lnTo>
                    <a:pt x="465" y="314"/>
                  </a:lnTo>
                  <a:lnTo>
                    <a:pt x="470" y="304"/>
                  </a:lnTo>
                  <a:lnTo>
                    <a:pt x="476" y="291"/>
                  </a:lnTo>
                  <a:lnTo>
                    <a:pt x="480" y="280"/>
                  </a:lnTo>
                  <a:lnTo>
                    <a:pt x="484" y="268"/>
                  </a:lnTo>
                  <a:lnTo>
                    <a:pt x="487" y="258"/>
                  </a:lnTo>
                  <a:lnTo>
                    <a:pt x="490" y="247"/>
                  </a:lnTo>
                  <a:lnTo>
                    <a:pt x="492" y="232"/>
                  </a:lnTo>
                  <a:lnTo>
                    <a:pt x="493" y="216"/>
                  </a:lnTo>
                  <a:lnTo>
                    <a:pt x="493" y="201"/>
                  </a:lnTo>
                  <a:lnTo>
                    <a:pt x="491" y="189"/>
                  </a:lnTo>
                  <a:lnTo>
                    <a:pt x="489" y="178"/>
                  </a:lnTo>
                  <a:lnTo>
                    <a:pt x="487" y="167"/>
                  </a:lnTo>
                  <a:lnTo>
                    <a:pt x="483" y="154"/>
                  </a:lnTo>
                  <a:lnTo>
                    <a:pt x="478" y="141"/>
                  </a:lnTo>
                  <a:lnTo>
                    <a:pt x="473" y="129"/>
                  </a:lnTo>
                  <a:lnTo>
                    <a:pt x="468" y="117"/>
                  </a:lnTo>
                  <a:lnTo>
                    <a:pt x="461" y="107"/>
                  </a:lnTo>
                  <a:lnTo>
                    <a:pt x="451" y="94"/>
                  </a:lnTo>
                  <a:lnTo>
                    <a:pt x="441" y="82"/>
                  </a:lnTo>
                  <a:lnTo>
                    <a:pt x="431" y="72"/>
                  </a:lnTo>
                  <a:lnTo>
                    <a:pt x="421" y="63"/>
                  </a:lnTo>
                  <a:lnTo>
                    <a:pt x="411" y="55"/>
                  </a:lnTo>
                  <a:lnTo>
                    <a:pt x="399" y="47"/>
                  </a:lnTo>
                  <a:lnTo>
                    <a:pt x="388" y="39"/>
                  </a:lnTo>
                  <a:lnTo>
                    <a:pt x="374" y="32"/>
                  </a:lnTo>
                  <a:lnTo>
                    <a:pt x="359" y="24"/>
                  </a:lnTo>
                  <a:lnTo>
                    <a:pt x="344" y="17"/>
                  </a:lnTo>
                  <a:lnTo>
                    <a:pt x="327" y="12"/>
                  </a:lnTo>
                  <a:lnTo>
                    <a:pt x="311" y="7"/>
                  </a:lnTo>
                  <a:lnTo>
                    <a:pt x="299" y="5"/>
                  </a:lnTo>
                  <a:lnTo>
                    <a:pt x="285" y="2"/>
                  </a:lnTo>
                  <a:lnTo>
                    <a:pt x="272" y="0"/>
                  </a:lnTo>
                  <a:lnTo>
                    <a:pt x="257" y="0"/>
                  </a:lnTo>
                  <a:lnTo>
                    <a:pt x="243" y="0"/>
                  </a:lnTo>
                  <a:lnTo>
                    <a:pt x="228" y="0"/>
                  </a:lnTo>
                  <a:lnTo>
                    <a:pt x="215" y="0"/>
                  </a:lnTo>
                  <a:lnTo>
                    <a:pt x="201" y="3"/>
                  </a:lnTo>
                  <a:lnTo>
                    <a:pt x="190" y="5"/>
                  </a:lnTo>
                  <a:lnTo>
                    <a:pt x="177" y="8"/>
                  </a:lnTo>
                  <a:lnTo>
                    <a:pt x="164" y="11"/>
                  </a:lnTo>
                  <a:lnTo>
                    <a:pt x="153" y="15"/>
                  </a:lnTo>
                  <a:lnTo>
                    <a:pt x="142" y="19"/>
                  </a:lnTo>
                  <a:lnTo>
                    <a:pt x="132" y="24"/>
                  </a:lnTo>
                  <a:lnTo>
                    <a:pt x="121" y="29"/>
                  </a:lnTo>
                  <a:lnTo>
                    <a:pt x="111" y="35"/>
                  </a:lnTo>
                  <a:lnTo>
                    <a:pt x="99" y="42"/>
                  </a:lnTo>
                  <a:lnTo>
                    <a:pt x="88" y="49"/>
                  </a:lnTo>
                  <a:lnTo>
                    <a:pt x="79" y="56"/>
                  </a:lnTo>
                  <a:lnTo>
                    <a:pt x="69" y="64"/>
                  </a:lnTo>
                  <a:lnTo>
                    <a:pt x="59" y="73"/>
                  </a:lnTo>
                  <a:lnTo>
                    <a:pt x="50" y="81"/>
                  </a:lnTo>
                  <a:lnTo>
                    <a:pt x="42" y="89"/>
                  </a:lnTo>
                  <a:lnTo>
                    <a:pt x="34" y="100"/>
                  </a:lnTo>
                  <a:lnTo>
                    <a:pt x="25" y="112"/>
                  </a:lnTo>
                  <a:lnTo>
                    <a:pt x="17" y="126"/>
                  </a:lnTo>
                  <a:lnTo>
                    <a:pt x="12" y="139"/>
                  </a:lnTo>
                  <a:lnTo>
                    <a:pt x="8" y="153"/>
                  </a:lnTo>
                  <a:lnTo>
                    <a:pt x="3" y="166"/>
                  </a:lnTo>
                  <a:lnTo>
                    <a:pt x="1" y="179"/>
                  </a:lnTo>
                  <a:lnTo>
                    <a:pt x="0" y="191"/>
                  </a:lnTo>
                  <a:lnTo>
                    <a:pt x="0" y="203"/>
                  </a:lnTo>
                  <a:lnTo>
                    <a:pt x="0" y="214"/>
                  </a:lnTo>
                  <a:lnTo>
                    <a:pt x="0" y="227"/>
                  </a:lnTo>
                  <a:lnTo>
                    <a:pt x="0" y="238"/>
                  </a:lnTo>
                  <a:lnTo>
                    <a:pt x="3" y="252"/>
                  </a:lnTo>
                  <a:lnTo>
                    <a:pt x="5" y="264"/>
                  </a:lnTo>
                  <a:lnTo>
                    <a:pt x="9" y="277"/>
                  </a:lnTo>
                  <a:lnTo>
                    <a:pt x="14" y="290"/>
                  </a:lnTo>
                  <a:lnTo>
                    <a:pt x="20" y="303"/>
                  </a:lnTo>
                  <a:lnTo>
                    <a:pt x="27" y="314"/>
                  </a:lnTo>
                  <a:lnTo>
                    <a:pt x="34" y="326"/>
                  </a:lnTo>
                  <a:lnTo>
                    <a:pt x="43" y="338"/>
                  </a:lnTo>
                  <a:lnTo>
                    <a:pt x="50" y="349"/>
                  </a:lnTo>
                  <a:lnTo>
                    <a:pt x="58" y="361"/>
                  </a:lnTo>
                  <a:lnTo>
                    <a:pt x="66" y="373"/>
                  </a:lnTo>
                  <a:lnTo>
                    <a:pt x="78" y="390"/>
                  </a:lnTo>
                  <a:lnTo>
                    <a:pt x="90" y="409"/>
                  </a:lnTo>
                  <a:lnTo>
                    <a:pt x="96" y="418"/>
                  </a:lnTo>
                  <a:lnTo>
                    <a:pt x="100" y="426"/>
                  </a:lnTo>
                  <a:lnTo>
                    <a:pt x="104" y="436"/>
                  </a:lnTo>
                  <a:lnTo>
                    <a:pt x="108" y="446"/>
                  </a:lnTo>
                  <a:lnTo>
                    <a:pt x="111" y="456"/>
                  </a:lnTo>
                  <a:lnTo>
                    <a:pt x="114" y="467"/>
                  </a:lnTo>
                  <a:lnTo>
                    <a:pt x="116" y="482"/>
                  </a:lnTo>
                  <a:lnTo>
                    <a:pt x="120" y="498"/>
                  </a:lnTo>
                  <a:lnTo>
                    <a:pt x="121" y="511"/>
                  </a:lnTo>
                  <a:lnTo>
                    <a:pt x="124" y="527"/>
                  </a:lnTo>
                  <a:lnTo>
                    <a:pt x="126" y="539"/>
                  </a:lnTo>
                  <a:lnTo>
                    <a:pt x="128" y="549"/>
                  </a:lnTo>
                  <a:lnTo>
                    <a:pt x="130" y="559"/>
                  </a:lnTo>
                  <a:lnTo>
                    <a:pt x="132" y="561"/>
                  </a:lnTo>
                  <a:lnTo>
                    <a:pt x="132" y="564"/>
                  </a:lnTo>
                  <a:lnTo>
                    <a:pt x="132" y="565"/>
                  </a:lnTo>
                  <a:lnTo>
                    <a:pt x="133" y="566"/>
                  </a:lnTo>
                  <a:lnTo>
                    <a:pt x="134" y="567"/>
                  </a:lnTo>
                  <a:lnTo>
                    <a:pt x="136" y="569"/>
                  </a:lnTo>
                  <a:lnTo>
                    <a:pt x="138" y="571"/>
                  </a:lnTo>
                  <a:lnTo>
                    <a:pt x="140" y="573"/>
                  </a:lnTo>
                  <a:lnTo>
                    <a:pt x="144" y="576"/>
                  </a:lnTo>
                  <a:lnTo>
                    <a:pt x="148" y="577"/>
                  </a:lnTo>
                  <a:lnTo>
                    <a:pt x="154" y="580"/>
                  </a:lnTo>
                  <a:lnTo>
                    <a:pt x="160" y="582"/>
                  </a:lnTo>
                  <a:lnTo>
                    <a:pt x="166" y="584"/>
                  </a:lnTo>
                  <a:lnTo>
                    <a:pt x="171" y="585"/>
                  </a:lnTo>
                  <a:lnTo>
                    <a:pt x="176" y="586"/>
                  </a:lnTo>
                  <a:lnTo>
                    <a:pt x="183" y="587"/>
                  </a:lnTo>
                  <a:lnTo>
                    <a:pt x="190" y="589"/>
                  </a:lnTo>
                  <a:lnTo>
                    <a:pt x="195" y="589"/>
                  </a:lnTo>
                  <a:lnTo>
                    <a:pt x="202" y="590"/>
                  </a:lnTo>
                  <a:lnTo>
                    <a:pt x="209" y="591"/>
                  </a:lnTo>
                  <a:lnTo>
                    <a:pt x="215" y="592"/>
                  </a:lnTo>
                  <a:lnTo>
                    <a:pt x="221" y="592"/>
                  </a:lnTo>
                  <a:lnTo>
                    <a:pt x="228" y="592"/>
                  </a:lnTo>
                  <a:lnTo>
                    <a:pt x="234" y="593"/>
                  </a:lnTo>
                  <a:lnTo>
                    <a:pt x="240" y="593"/>
                  </a:lnTo>
                  <a:lnTo>
                    <a:pt x="245" y="593"/>
                  </a:lnTo>
                  <a:lnTo>
                    <a:pt x="251" y="593"/>
                  </a:lnTo>
                  <a:lnTo>
                    <a:pt x="259" y="593"/>
                  </a:lnTo>
                  <a:lnTo>
                    <a:pt x="265" y="592"/>
                  </a:lnTo>
                  <a:lnTo>
                    <a:pt x="270" y="592"/>
                  </a:lnTo>
                  <a:lnTo>
                    <a:pt x="277" y="592"/>
                  </a:lnTo>
                  <a:lnTo>
                    <a:pt x="284" y="591"/>
                  </a:lnTo>
                  <a:lnTo>
                    <a:pt x="290" y="590"/>
                  </a:lnTo>
                  <a:lnTo>
                    <a:pt x="297" y="589"/>
                  </a:lnTo>
                  <a:lnTo>
                    <a:pt x="302" y="588"/>
                  </a:lnTo>
                  <a:lnTo>
                    <a:pt x="308" y="587"/>
                  </a:lnTo>
                  <a:lnTo>
                    <a:pt x="314" y="586"/>
                  </a:lnTo>
                  <a:lnTo>
                    <a:pt x="319" y="585"/>
                  </a:lnTo>
                  <a:lnTo>
                    <a:pt x="325" y="584"/>
                  </a:lnTo>
                  <a:lnTo>
                    <a:pt x="330" y="582"/>
                  </a:lnTo>
                  <a:lnTo>
                    <a:pt x="335" y="580"/>
                  </a:lnTo>
                  <a:lnTo>
                    <a:pt x="340" y="578"/>
                  </a:lnTo>
                  <a:lnTo>
                    <a:pt x="345" y="577"/>
                  </a:lnTo>
                </a:path>
              </a:pathLst>
            </a:custGeom>
            <a:solidFill>
              <a:srgbClr val="FF9900"/>
            </a:solidFill>
            <a:ln w="12700" cap="rnd" cmpd="sng">
              <a:solidFill>
                <a:srgbClr val="FFFFFF"/>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9612" name="Freeform 172">
              <a:extLst>
                <a:ext uri="{FF2B5EF4-FFF2-40B4-BE49-F238E27FC236}">
                  <a16:creationId xmlns:a16="http://schemas.microsoft.com/office/drawing/2014/main" id="{60250C45-BA6C-4CE7-BA8D-56DA562B7E4C}"/>
                </a:ext>
              </a:extLst>
            </p:cNvPr>
            <p:cNvSpPr>
              <a:spLocks/>
            </p:cNvSpPr>
            <p:nvPr/>
          </p:nvSpPr>
          <p:spPr bwMode="auto">
            <a:xfrm>
              <a:off x="1818" y="1290"/>
              <a:ext cx="48" cy="50"/>
            </a:xfrm>
            <a:custGeom>
              <a:avLst/>
              <a:gdLst>
                <a:gd name="T0" fmla="*/ 0 w 84"/>
                <a:gd name="T1" fmla="*/ 0 h 89"/>
                <a:gd name="T2" fmla="*/ 22 w 84"/>
                <a:gd name="T3" fmla="*/ 9 h 89"/>
                <a:gd name="T4" fmla="*/ 42 w 84"/>
                <a:gd name="T5" fmla="*/ 19 h 89"/>
                <a:gd name="T6" fmla="*/ 57 w 84"/>
                <a:gd name="T7" fmla="*/ 30 h 89"/>
                <a:gd name="T8" fmla="*/ 67 w 84"/>
                <a:gd name="T9" fmla="*/ 41 h 89"/>
                <a:gd name="T10" fmla="*/ 74 w 84"/>
                <a:gd name="T11" fmla="*/ 52 h 89"/>
                <a:gd name="T12" fmla="*/ 79 w 84"/>
                <a:gd name="T13" fmla="*/ 62 h 89"/>
                <a:gd name="T14" fmla="*/ 83 w 84"/>
                <a:gd name="T15" fmla="*/ 73 h 89"/>
                <a:gd name="T16" fmla="*/ 54 w 84"/>
                <a:gd name="T17" fmla="*/ 88 h 89"/>
                <a:gd name="T18" fmla="*/ 50 w 84"/>
                <a:gd name="T19" fmla="*/ 73 h 89"/>
                <a:gd name="T20" fmla="*/ 46 w 84"/>
                <a:gd name="T21" fmla="*/ 58 h 89"/>
                <a:gd name="T22" fmla="*/ 39 w 84"/>
                <a:gd name="T23" fmla="*/ 42 h 89"/>
                <a:gd name="T24" fmla="*/ 30 w 84"/>
                <a:gd name="T25" fmla="*/ 29 h 89"/>
                <a:gd name="T26" fmla="*/ 18 w 84"/>
                <a:gd name="T27" fmla="*/ 15 h 89"/>
                <a:gd name="T28" fmla="*/ 0 w 84"/>
                <a:gd name="T29" fmla="*/ 0 h 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4" h="89">
                  <a:moveTo>
                    <a:pt x="0" y="0"/>
                  </a:moveTo>
                  <a:lnTo>
                    <a:pt x="22" y="9"/>
                  </a:lnTo>
                  <a:lnTo>
                    <a:pt x="42" y="19"/>
                  </a:lnTo>
                  <a:lnTo>
                    <a:pt x="57" y="30"/>
                  </a:lnTo>
                  <a:lnTo>
                    <a:pt x="67" y="41"/>
                  </a:lnTo>
                  <a:lnTo>
                    <a:pt x="74" y="52"/>
                  </a:lnTo>
                  <a:lnTo>
                    <a:pt x="79" y="62"/>
                  </a:lnTo>
                  <a:lnTo>
                    <a:pt x="83" y="73"/>
                  </a:lnTo>
                  <a:lnTo>
                    <a:pt x="54" y="88"/>
                  </a:lnTo>
                  <a:lnTo>
                    <a:pt x="50" y="73"/>
                  </a:lnTo>
                  <a:lnTo>
                    <a:pt x="46" y="58"/>
                  </a:lnTo>
                  <a:lnTo>
                    <a:pt x="39" y="42"/>
                  </a:lnTo>
                  <a:lnTo>
                    <a:pt x="30" y="29"/>
                  </a:lnTo>
                  <a:lnTo>
                    <a:pt x="18" y="15"/>
                  </a:lnTo>
                  <a:lnTo>
                    <a:pt x="0" y="0"/>
                  </a:lnTo>
                </a:path>
              </a:pathLst>
            </a:custGeom>
            <a:solidFill>
              <a:srgbClr val="FFFF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89613" name="Group 173">
            <a:extLst>
              <a:ext uri="{FF2B5EF4-FFF2-40B4-BE49-F238E27FC236}">
                <a16:creationId xmlns:a16="http://schemas.microsoft.com/office/drawing/2014/main" id="{1BD195DF-DB46-484F-82BC-26B1262A09CA}"/>
              </a:ext>
            </a:extLst>
          </p:cNvPr>
          <p:cNvGrpSpPr>
            <a:grpSpLocks/>
          </p:cNvGrpSpPr>
          <p:nvPr/>
        </p:nvGrpSpPr>
        <p:grpSpPr bwMode="auto">
          <a:xfrm>
            <a:off x="4948238" y="1697038"/>
            <a:ext cx="439737" cy="682625"/>
            <a:chOff x="3497" y="1248"/>
            <a:chExt cx="277" cy="430"/>
          </a:xfrm>
        </p:grpSpPr>
        <p:grpSp>
          <p:nvGrpSpPr>
            <p:cNvPr id="189614" name="Group 174">
              <a:extLst>
                <a:ext uri="{FF2B5EF4-FFF2-40B4-BE49-F238E27FC236}">
                  <a16:creationId xmlns:a16="http://schemas.microsoft.com/office/drawing/2014/main" id="{7246F5F9-76FB-4CA9-B3EA-B3599E070828}"/>
                </a:ext>
              </a:extLst>
            </p:cNvPr>
            <p:cNvGrpSpPr>
              <a:grpSpLocks/>
            </p:cNvGrpSpPr>
            <p:nvPr/>
          </p:nvGrpSpPr>
          <p:grpSpPr bwMode="auto">
            <a:xfrm>
              <a:off x="3572" y="1579"/>
              <a:ext cx="126" cy="99"/>
              <a:chOff x="3099" y="1792"/>
              <a:chExt cx="224" cy="177"/>
            </a:xfrm>
          </p:grpSpPr>
          <p:grpSp>
            <p:nvGrpSpPr>
              <p:cNvPr id="189615" name="Group 175">
                <a:extLst>
                  <a:ext uri="{FF2B5EF4-FFF2-40B4-BE49-F238E27FC236}">
                    <a16:creationId xmlns:a16="http://schemas.microsoft.com/office/drawing/2014/main" id="{48F1B274-9886-4204-9547-F976599F9467}"/>
                  </a:ext>
                </a:extLst>
              </p:cNvPr>
              <p:cNvGrpSpPr>
                <a:grpSpLocks/>
              </p:cNvGrpSpPr>
              <p:nvPr/>
            </p:nvGrpSpPr>
            <p:grpSpPr bwMode="auto">
              <a:xfrm>
                <a:off x="3099" y="1792"/>
                <a:ext cx="224" cy="177"/>
                <a:chOff x="3099" y="1792"/>
                <a:chExt cx="224" cy="177"/>
              </a:xfrm>
            </p:grpSpPr>
            <p:grpSp>
              <p:nvGrpSpPr>
                <p:cNvPr id="189616" name="Group 176">
                  <a:extLst>
                    <a:ext uri="{FF2B5EF4-FFF2-40B4-BE49-F238E27FC236}">
                      <a16:creationId xmlns:a16="http://schemas.microsoft.com/office/drawing/2014/main" id="{7A4F8564-CF06-4D1F-8089-79C55FC45FFF}"/>
                    </a:ext>
                  </a:extLst>
                </p:cNvPr>
                <p:cNvGrpSpPr>
                  <a:grpSpLocks/>
                </p:cNvGrpSpPr>
                <p:nvPr/>
              </p:nvGrpSpPr>
              <p:grpSpPr bwMode="auto">
                <a:xfrm>
                  <a:off x="3155" y="1927"/>
                  <a:ext cx="123" cy="42"/>
                  <a:chOff x="3155" y="1927"/>
                  <a:chExt cx="123" cy="42"/>
                </a:xfrm>
              </p:grpSpPr>
              <p:sp>
                <p:nvSpPr>
                  <p:cNvPr id="189617" name="Freeform 177">
                    <a:extLst>
                      <a:ext uri="{FF2B5EF4-FFF2-40B4-BE49-F238E27FC236}">
                        <a16:creationId xmlns:a16="http://schemas.microsoft.com/office/drawing/2014/main" id="{9F9A8A59-CC1E-4090-95EF-94476B70EA62}"/>
                      </a:ext>
                    </a:extLst>
                  </p:cNvPr>
                  <p:cNvSpPr>
                    <a:spLocks/>
                  </p:cNvSpPr>
                  <p:nvPr/>
                </p:nvSpPr>
                <p:spPr bwMode="auto">
                  <a:xfrm>
                    <a:off x="3155" y="1927"/>
                    <a:ext cx="123" cy="42"/>
                  </a:xfrm>
                  <a:custGeom>
                    <a:avLst/>
                    <a:gdLst>
                      <a:gd name="T0" fmla="*/ 0 w 123"/>
                      <a:gd name="T1" fmla="*/ 0 h 42"/>
                      <a:gd name="T2" fmla="*/ 24 w 123"/>
                      <a:gd name="T3" fmla="*/ 32 h 42"/>
                      <a:gd name="T4" fmla="*/ 26 w 123"/>
                      <a:gd name="T5" fmla="*/ 34 h 42"/>
                      <a:gd name="T6" fmla="*/ 29 w 123"/>
                      <a:gd name="T7" fmla="*/ 35 h 42"/>
                      <a:gd name="T8" fmla="*/ 33 w 123"/>
                      <a:gd name="T9" fmla="*/ 37 h 42"/>
                      <a:gd name="T10" fmla="*/ 37 w 123"/>
                      <a:gd name="T11" fmla="*/ 38 h 42"/>
                      <a:gd name="T12" fmla="*/ 42 w 123"/>
                      <a:gd name="T13" fmla="*/ 39 h 42"/>
                      <a:gd name="T14" fmla="*/ 46 w 123"/>
                      <a:gd name="T15" fmla="*/ 39 h 42"/>
                      <a:gd name="T16" fmla="*/ 50 w 123"/>
                      <a:gd name="T17" fmla="*/ 40 h 42"/>
                      <a:gd name="T18" fmla="*/ 54 w 123"/>
                      <a:gd name="T19" fmla="*/ 40 h 42"/>
                      <a:gd name="T20" fmla="*/ 59 w 123"/>
                      <a:gd name="T21" fmla="*/ 41 h 42"/>
                      <a:gd name="T22" fmla="*/ 62 w 123"/>
                      <a:gd name="T23" fmla="*/ 41 h 42"/>
                      <a:gd name="T24" fmla="*/ 68 w 123"/>
                      <a:gd name="T25" fmla="*/ 40 h 42"/>
                      <a:gd name="T26" fmla="*/ 72 w 123"/>
                      <a:gd name="T27" fmla="*/ 40 h 42"/>
                      <a:gd name="T28" fmla="*/ 77 w 123"/>
                      <a:gd name="T29" fmla="*/ 39 h 42"/>
                      <a:gd name="T30" fmla="*/ 81 w 123"/>
                      <a:gd name="T31" fmla="*/ 39 h 42"/>
                      <a:gd name="T32" fmla="*/ 85 w 123"/>
                      <a:gd name="T33" fmla="*/ 38 h 42"/>
                      <a:gd name="T34" fmla="*/ 89 w 123"/>
                      <a:gd name="T35" fmla="*/ 37 h 42"/>
                      <a:gd name="T36" fmla="*/ 93 w 123"/>
                      <a:gd name="T37" fmla="*/ 35 h 42"/>
                      <a:gd name="T38" fmla="*/ 95 w 123"/>
                      <a:gd name="T39" fmla="*/ 34 h 42"/>
                      <a:gd name="T40" fmla="*/ 97 w 123"/>
                      <a:gd name="T41" fmla="*/ 33 h 42"/>
                      <a:gd name="T42" fmla="*/ 99 w 123"/>
                      <a:gd name="T43" fmla="*/ 31 h 42"/>
                      <a:gd name="T44" fmla="*/ 122 w 123"/>
                      <a:gd name="T45" fmla="*/ 0 h 42"/>
                      <a:gd name="T46" fmla="*/ 0 w 123"/>
                      <a:gd name="T47" fmla="*/ 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3" h="42">
                        <a:moveTo>
                          <a:pt x="0" y="0"/>
                        </a:moveTo>
                        <a:lnTo>
                          <a:pt x="24" y="32"/>
                        </a:lnTo>
                        <a:lnTo>
                          <a:pt x="26" y="34"/>
                        </a:lnTo>
                        <a:lnTo>
                          <a:pt x="29" y="35"/>
                        </a:lnTo>
                        <a:lnTo>
                          <a:pt x="33" y="37"/>
                        </a:lnTo>
                        <a:lnTo>
                          <a:pt x="37" y="38"/>
                        </a:lnTo>
                        <a:lnTo>
                          <a:pt x="42" y="39"/>
                        </a:lnTo>
                        <a:lnTo>
                          <a:pt x="46" y="39"/>
                        </a:lnTo>
                        <a:lnTo>
                          <a:pt x="50" y="40"/>
                        </a:lnTo>
                        <a:lnTo>
                          <a:pt x="54" y="40"/>
                        </a:lnTo>
                        <a:lnTo>
                          <a:pt x="59" y="41"/>
                        </a:lnTo>
                        <a:lnTo>
                          <a:pt x="62" y="41"/>
                        </a:lnTo>
                        <a:lnTo>
                          <a:pt x="68" y="40"/>
                        </a:lnTo>
                        <a:lnTo>
                          <a:pt x="72" y="40"/>
                        </a:lnTo>
                        <a:lnTo>
                          <a:pt x="77" y="39"/>
                        </a:lnTo>
                        <a:lnTo>
                          <a:pt x="81" y="39"/>
                        </a:lnTo>
                        <a:lnTo>
                          <a:pt x="85" y="38"/>
                        </a:lnTo>
                        <a:lnTo>
                          <a:pt x="89" y="37"/>
                        </a:lnTo>
                        <a:lnTo>
                          <a:pt x="93" y="35"/>
                        </a:lnTo>
                        <a:lnTo>
                          <a:pt x="95" y="34"/>
                        </a:lnTo>
                        <a:lnTo>
                          <a:pt x="97" y="33"/>
                        </a:lnTo>
                        <a:lnTo>
                          <a:pt x="99" y="31"/>
                        </a:lnTo>
                        <a:lnTo>
                          <a:pt x="122" y="0"/>
                        </a:lnTo>
                        <a:lnTo>
                          <a:pt x="0" y="0"/>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9618" name="Freeform 178">
                    <a:extLst>
                      <a:ext uri="{FF2B5EF4-FFF2-40B4-BE49-F238E27FC236}">
                        <a16:creationId xmlns:a16="http://schemas.microsoft.com/office/drawing/2014/main" id="{EFC1DFF0-425C-4288-AA64-1A0D1A0878B6}"/>
                      </a:ext>
                    </a:extLst>
                  </p:cNvPr>
                  <p:cNvSpPr>
                    <a:spLocks/>
                  </p:cNvSpPr>
                  <p:nvPr/>
                </p:nvSpPr>
                <p:spPr bwMode="auto">
                  <a:xfrm>
                    <a:off x="3174" y="1927"/>
                    <a:ext cx="56" cy="42"/>
                  </a:xfrm>
                  <a:custGeom>
                    <a:avLst/>
                    <a:gdLst>
                      <a:gd name="T0" fmla="*/ 0 w 56"/>
                      <a:gd name="T1" fmla="*/ 0 h 42"/>
                      <a:gd name="T2" fmla="*/ 15 w 56"/>
                      <a:gd name="T3" fmla="*/ 37 h 42"/>
                      <a:gd name="T4" fmla="*/ 18 w 56"/>
                      <a:gd name="T5" fmla="*/ 38 h 42"/>
                      <a:gd name="T6" fmla="*/ 23 w 56"/>
                      <a:gd name="T7" fmla="*/ 39 h 42"/>
                      <a:gd name="T8" fmla="*/ 27 w 56"/>
                      <a:gd name="T9" fmla="*/ 39 h 42"/>
                      <a:gd name="T10" fmla="*/ 31 w 56"/>
                      <a:gd name="T11" fmla="*/ 40 h 42"/>
                      <a:gd name="T12" fmla="*/ 35 w 56"/>
                      <a:gd name="T13" fmla="*/ 40 h 42"/>
                      <a:gd name="T14" fmla="*/ 40 w 56"/>
                      <a:gd name="T15" fmla="*/ 41 h 42"/>
                      <a:gd name="T16" fmla="*/ 44 w 56"/>
                      <a:gd name="T17" fmla="*/ 41 h 42"/>
                      <a:gd name="T18" fmla="*/ 49 w 56"/>
                      <a:gd name="T19" fmla="*/ 40 h 42"/>
                      <a:gd name="T20" fmla="*/ 55 w 56"/>
                      <a:gd name="T21" fmla="*/ 0 h 42"/>
                      <a:gd name="T22" fmla="*/ 0 w 56"/>
                      <a:gd name="T23" fmla="*/ 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56" h="42">
                        <a:moveTo>
                          <a:pt x="0" y="0"/>
                        </a:moveTo>
                        <a:lnTo>
                          <a:pt x="15" y="37"/>
                        </a:lnTo>
                        <a:lnTo>
                          <a:pt x="18" y="38"/>
                        </a:lnTo>
                        <a:lnTo>
                          <a:pt x="23" y="39"/>
                        </a:lnTo>
                        <a:lnTo>
                          <a:pt x="27" y="39"/>
                        </a:lnTo>
                        <a:lnTo>
                          <a:pt x="31" y="40"/>
                        </a:lnTo>
                        <a:lnTo>
                          <a:pt x="35" y="40"/>
                        </a:lnTo>
                        <a:lnTo>
                          <a:pt x="40" y="41"/>
                        </a:lnTo>
                        <a:lnTo>
                          <a:pt x="44" y="41"/>
                        </a:lnTo>
                        <a:lnTo>
                          <a:pt x="49" y="40"/>
                        </a:lnTo>
                        <a:lnTo>
                          <a:pt x="55" y="0"/>
                        </a:lnTo>
                        <a:lnTo>
                          <a:pt x="0" y="0"/>
                        </a:lnTo>
                      </a:path>
                    </a:pathLst>
                  </a:custGeom>
                  <a:solidFill>
                    <a:srgbClr val="40404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89619" name="Group 179">
                  <a:extLst>
                    <a:ext uri="{FF2B5EF4-FFF2-40B4-BE49-F238E27FC236}">
                      <a16:creationId xmlns:a16="http://schemas.microsoft.com/office/drawing/2014/main" id="{9098EA82-64D5-4069-B95B-E71B054890B8}"/>
                    </a:ext>
                  </a:extLst>
                </p:cNvPr>
                <p:cNvGrpSpPr>
                  <a:grpSpLocks/>
                </p:cNvGrpSpPr>
                <p:nvPr/>
              </p:nvGrpSpPr>
              <p:grpSpPr bwMode="auto">
                <a:xfrm>
                  <a:off x="3099" y="1792"/>
                  <a:ext cx="224" cy="148"/>
                  <a:chOff x="3099" y="1792"/>
                  <a:chExt cx="224" cy="148"/>
                </a:xfrm>
              </p:grpSpPr>
              <p:sp>
                <p:nvSpPr>
                  <p:cNvPr id="189620" name="Freeform 180">
                    <a:extLst>
                      <a:ext uri="{FF2B5EF4-FFF2-40B4-BE49-F238E27FC236}">
                        <a16:creationId xmlns:a16="http://schemas.microsoft.com/office/drawing/2014/main" id="{E294A235-03A8-4484-BD3C-2D0CBFFC8CE0}"/>
                      </a:ext>
                    </a:extLst>
                  </p:cNvPr>
                  <p:cNvSpPr>
                    <a:spLocks/>
                  </p:cNvSpPr>
                  <p:nvPr/>
                </p:nvSpPr>
                <p:spPr bwMode="auto">
                  <a:xfrm>
                    <a:off x="3099" y="1792"/>
                    <a:ext cx="224" cy="148"/>
                  </a:xfrm>
                  <a:custGeom>
                    <a:avLst/>
                    <a:gdLst>
                      <a:gd name="T0" fmla="*/ 5 w 224"/>
                      <a:gd name="T1" fmla="*/ 4 h 148"/>
                      <a:gd name="T2" fmla="*/ 6 w 224"/>
                      <a:gd name="T3" fmla="*/ 7 h 148"/>
                      <a:gd name="T4" fmla="*/ 5 w 224"/>
                      <a:gd name="T5" fmla="*/ 15 h 148"/>
                      <a:gd name="T6" fmla="*/ 3 w 224"/>
                      <a:gd name="T7" fmla="*/ 19 h 148"/>
                      <a:gd name="T8" fmla="*/ 1 w 224"/>
                      <a:gd name="T9" fmla="*/ 25 h 148"/>
                      <a:gd name="T10" fmla="*/ 4 w 224"/>
                      <a:gd name="T11" fmla="*/ 30 h 148"/>
                      <a:gd name="T12" fmla="*/ 8 w 224"/>
                      <a:gd name="T13" fmla="*/ 36 h 148"/>
                      <a:gd name="T14" fmla="*/ 7 w 224"/>
                      <a:gd name="T15" fmla="*/ 39 h 148"/>
                      <a:gd name="T16" fmla="*/ 3 w 224"/>
                      <a:gd name="T17" fmla="*/ 44 h 148"/>
                      <a:gd name="T18" fmla="*/ 1 w 224"/>
                      <a:gd name="T19" fmla="*/ 48 h 148"/>
                      <a:gd name="T20" fmla="*/ 4 w 224"/>
                      <a:gd name="T21" fmla="*/ 53 h 148"/>
                      <a:gd name="T22" fmla="*/ 7 w 224"/>
                      <a:gd name="T23" fmla="*/ 56 h 148"/>
                      <a:gd name="T24" fmla="*/ 7 w 224"/>
                      <a:gd name="T25" fmla="*/ 61 h 148"/>
                      <a:gd name="T26" fmla="*/ 3 w 224"/>
                      <a:gd name="T27" fmla="*/ 66 h 148"/>
                      <a:gd name="T28" fmla="*/ 0 w 224"/>
                      <a:gd name="T29" fmla="*/ 71 h 148"/>
                      <a:gd name="T30" fmla="*/ 3 w 224"/>
                      <a:gd name="T31" fmla="*/ 76 h 148"/>
                      <a:gd name="T32" fmla="*/ 8 w 224"/>
                      <a:gd name="T33" fmla="*/ 80 h 148"/>
                      <a:gd name="T34" fmla="*/ 8 w 224"/>
                      <a:gd name="T35" fmla="*/ 88 h 148"/>
                      <a:gd name="T36" fmla="*/ 4 w 224"/>
                      <a:gd name="T37" fmla="*/ 92 h 148"/>
                      <a:gd name="T38" fmla="*/ 5 w 224"/>
                      <a:gd name="T39" fmla="*/ 96 h 148"/>
                      <a:gd name="T40" fmla="*/ 10 w 224"/>
                      <a:gd name="T41" fmla="*/ 102 h 148"/>
                      <a:gd name="T42" fmla="*/ 26 w 224"/>
                      <a:gd name="T43" fmla="*/ 117 h 148"/>
                      <a:gd name="T44" fmla="*/ 40 w 224"/>
                      <a:gd name="T45" fmla="*/ 128 h 148"/>
                      <a:gd name="T46" fmla="*/ 53 w 224"/>
                      <a:gd name="T47" fmla="*/ 135 h 148"/>
                      <a:gd name="T48" fmla="*/ 76 w 224"/>
                      <a:gd name="T49" fmla="*/ 143 h 148"/>
                      <a:gd name="T50" fmla="*/ 98 w 224"/>
                      <a:gd name="T51" fmla="*/ 146 h 148"/>
                      <a:gd name="T52" fmla="*/ 127 w 224"/>
                      <a:gd name="T53" fmla="*/ 146 h 148"/>
                      <a:gd name="T54" fmla="*/ 152 w 224"/>
                      <a:gd name="T55" fmla="*/ 144 h 148"/>
                      <a:gd name="T56" fmla="*/ 170 w 224"/>
                      <a:gd name="T57" fmla="*/ 140 h 148"/>
                      <a:gd name="T58" fmla="*/ 181 w 224"/>
                      <a:gd name="T59" fmla="*/ 134 h 148"/>
                      <a:gd name="T60" fmla="*/ 189 w 224"/>
                      <a:gd name="T61" fmla="*/ 128 h 148"/>
                      <a:gd name="T62" fmla="*/ 213 w 224"/>
                      <a:gd name="T63" fmla="*/ 100 h 148"/>
                      <a:gd name="T64" fmla="*/ 218 w 224"/>
                      <a:gd name="T65" fmla="*/ 91 h 148"/>
                      <a:gd name="T66" fmla="*/ 218 w 224"/>
                      <a:gd name="T67" fmla="*/ 87 h 148"/>
                      <a:gd name="T68" fmla="*/ 215 w 224"/>
                      <a:gd name="T69" fmla="*/ 83 h 148"/>
                      <a:gd name="T70" fmla="*/ 215 w 224"/>
                      <a:gd name="T71" fmla="*/ 77 h 148"/>
                      <a:gd name="T72" fmla="*/ 218 w 224"/>
                      <a:gd name="T73" fmla="*/ 73 h 148"/>
                      <a:gd name="T74" fmla="*/ 221 w 224"/>
                      <a:gd name="T75" fmla="*/ 69 h 148"/>
                      <a:gd name="T76" fmla="*/ 223 w 224"/>
                      <a:gd name="T77" fmla="*/ 64 h 148"/>
                      <a:gd name="T78" fmla="*/ 219 w 224"/>
                      <a:gd name="T79" fmla="*/ 60 h 148"/>
                      <a:gd name="T80" fmla="*/ 216 w 224"/>
                      <a:gd name="T81" fmla="*/ 56 h 148"/>
                      <a:gd name="T82" fmla="*/ 216 w 224"/>
                      <a:gd name="T83" fmla="*/ 52 h 148"/>
                      <a:gd name="T84" fmla="*/ 221 w 224"/>
                      <a:gd name="T85" fmla="*/ 46 h 148"/>
                      <a:gd name="T86" fmla="*/ 221 w 224"/>
                      <a:gd name="T87" fmla="*/ 41 h 148"/>
                      <a:gd name="T88" fmla="*/ 218 w 224"/>
                      <a:gd name="T89" fmla="*/ 36 h 148"/>
                      <a:gd name="T90" fmla="*/ 216 w 224"/>
                      <a:gd name="T91" fmla="*/ 31 h 148"/>
                      <a:gd name="T92" fmla="*/ 218 w 224"/>
                      <a:gd name="T93" fmla="*/ 26 h 148"/>
                      <a:gd name="T94" fmla="*/ 221 w 224"/>
                      <a:gd name="T95" fmla="*/ 23 h 148"/>
                      <a:gd name="T96" fmla="*/ 223 w 224"/>
                      <a:gd name="T97" fmla="*/ 18 h 148"/>
                      <a:gd name="T98" fmla="*/ 220 w 224"/>
                      <a:gd name="T99" fmla="*/ 13 h 148"/>
                      <a:gd name="T100" fmla="*/ 217 w 224"/>
                      <a:gd name="T101" fmla="*/ 8 h 148"/>
                      <a:gd name="T102" fmla="*/ 218 w 224"/>
                      <a:gd name="T103" fmla="*/ 3 h 148"/>
                      <a:gd name="T104" fmla="*/ 6 w 224"/>
                      <a:gd name="T105" fmla="*/ 0 h 1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224" h="148">
                        <a:moveTo>
                          <a:pt x="6" y="0"/>
                        </a:moveTo>
                        <a:lnTo>
                          <a:pt x="5" y="4"/>
                        </a:lnTo>
                        <a:lnTo>
                          <a:pt x="5" y="5"/>
                        </a:lnTo>
                        <a:lnTo>
                          <a:pt x="6" y="7"/>
                        </a:lnTo>
                        <a:lnTo>
                          <a:pt x="6" y="12"/>
                        </a:lnTo>
                        <a:lnTo>
                          <a:pt x="5" y="15"/>
                        </a:lnTo>
                        <a:lnTo>
                          <a:pt x="4" y="17"/>
                        </a:lnTo>
                        <a:lnTo>
                          <a:pt x="3" y="19"/>
                        </a:lnTo>
                        <a:lnTo>
                          <a:pt x="1" y="23"/>
                        </a:lnTo>
                        <a:lnTo>
                          <a:pt x="1" y="25"/>
                        </a:lnTo>
                        <a:lnTo>
                          <a:pt x="3" y="28"/>
                        </a:lnTo>
                        <a:lnTo>
                          <a:pt x="4" y="30"/>
                        </a:lnTo>
                        <a:lnTo>
                          <a:pt x="7" y="33"/>
                        </a:lnTo>
                        <a:lnTo>
                          <a:pt x="8" y="36"/>
                        </a:lnTo>
                        <a:lnTo>
                          <a:pt x="8" y="37"/>
                        </a:lnTo>
                        <a:lnTo>
                          <a:pt x="7" y="39"/>
                        </a:lnTo>
                        <a:lnTo>
                          <a:pt x="5" y="41"/>
                        </a:lnTo>
                        <a:lnTo>
                          <a:pt x="3" y="44"/>
                        </a:lnTo>
                        <a:lnTo>
                          <a:pt x="1" y="46"/>
                        </a:lnTo>
                        <a:lnTo>
                          <a:pt x="1" y="48"/>
                        </a:lnTo>
                        <a:lnTo>
                          <a:pt x="3" y="50"/>
                        </a:lnTo>
                        <a:lnTo>
                          <a:pt x="4" y="53"/>
                        </a:lnTo>
                        <a:lnTo>
                          <a:pt x="6" y="55"/>
                        </a:lnTo>
                        <a:lnTo>
                          <a:pt x="7" y="56"/>
                        </a:lnTo>
                        <a:lnTo>
                          <a:pt x="8" y="58"/>
                        </a:lnTo>
                        <a:lnTo>
                          <a:pt x="7" y="61"/>
                        </a:lnTo>
                        <a:lnTo>
                          <a:pt x="5" y="64"/>
                        </a:lnTo>
                        <a:lnTo>
                          <a:pt x="3" y="66"/>
                        </a:lnTo>
                        <a:lnTo>
                          <a:pt x="0" y="69"/>
                        </a:lnTo>
                        <a:lnTo>
                          <a:pt x="0" y="71"/>
                        </a:lnTo>
                        <a:lnTo>
                          <a:pt x="1" y="73"/>
                        </a:lnTo>
                        <a:lnTo>
                          <a:pt x="3" y="76"/>
                        </a:lnTo>
                        <a:lnTo>
                          <a:pt x="5" y="78"/>
                        </a:lnTo>
                        <a:lnTo>
                          <a:pt x="8" y="80"/>
                        </a:lnTo>
                        <a:lnTo>
                          <a:pt x="9" y="84"/>
                        </a:lnTo>
                        <a:lnTo>
                          <a:pt x="8" y="88"/>
                        </a:lnTo>
                        <a:lnTo>
                          <a:pt x="5" y="91"/>
                        </a:lnTo>
                        <a:lnTo>
                          <a:pt x="4" y="92"/>
                        </a:lnTo>
                        <a:lnTo>
                          <a:pt x="4" y="95"/>
                        </a:lnTo>
                        <a:lnTo>
                          <a:pt x="5" y="96"/>
                        </a:lnTo>
                        <a:lnTo>
                          <a:pt x="7" y="98"/>
                        </a:lnTo>
                        <a:lnTo>
                          <a:pt x="10" y="102"/>
                        </a:lnTo>
                        <a:lnTo>
                          <a:pt x="15" y="108"/>
                        </a:lnTo>
                        <a:lnTo>
                          <a:pt x="26" y="117"/>
                        </a:lnTo>
                        <a:lnTo>
                          <a:pt x="35" y="124"/>
                        </a:lnTo>
                        <a:lnTo>
                          <a:pt x="40" y="128"/>
                        </a:lnTo>
                        <a:lnTo>
                          <a:pt x="46" y="131"/>
                        </a:lnTo>
                        <a:lnTo>
                          <a:pt x="53" y="135"/>
                        </a:lnTo>
                        <a:lnTo>
                          <a:pt x="62" y="139"/>
                        </a:lnTo>
                        <a:lnTo>
                          <a:pt x="76" y="143"/>
                        </a:lnTo>
                        <a:lnTo>
                          <a:pt x="87" y="145"/>
                        </a:lnTo>
                        <a:lnTo>
                          <a:pt x="98" y="146"/>
                        </a:lnTo>
                        <a:lnTo>
                          <a:pt x="112" y="147"/>
                        </a:lnTo>
                        <a:lnTo>
                          <a:pt x="127" y="146"/>
                        </a:lnTo>
                        <a:lnTo>
                          <a:pt x="140" y="146"/>
                        </a:lnTo>
                        <a:lnTo>
                          <a:pt x="152" y="144"/>
                        </a:lnTo>
                        <a:lnTo>
                          <a:pt x="162" y="142"/>
                        </a:lnTo>
                        <a:lnTo>
                          <a:pt x="170" y="140"/>
                        </a:lnTo>
                        <a:lnTo>
                          <a:pt x="176" y="137"/>
                        </a:lnTo>
                        <a:lnTo>
                          <a:pt x="181" y="134"/>
                        </a:lnTo>
                        <a:lnTo>
                          <a:pt x="185" y="132"/>
                        </a:lnTo>
                        <a:lnTo>
                          <a:pt x="189" y="128"/>
                        </a:lnTo>
                        <a:lnTo>
                          <a:pt x="203" y="113"/>
                        </a:lnTo>
                        <a:lnTo>
                          <a:pt x="213" y="100"/>
                        </a:lnTo>
                        <a:lnTo>
                          <a:pt x="217" y="94"/>
                        </a:lnTo>
                        <a:lnTo>
                          <a:pt x="218" y="91"/>
                        </a:lnTo>
                        <a:lnTo>
                          <a:pt x="218" y="89"/>
                        </a:lnTo>
                        <a:lnTo>
                          <a:pt x="218" y="87"/>
                        </a:lnTo>
                        <a:lnTo>
                          <a:pt x="216" y="84"/>
                        </a:lnTo>
                        <a:lnTo>
                          <a:pt x="215" y="83"/>
                        </a:lnTo>
                        <a:lnTo>
                          <a:pt x="214" y="80"/>
                        </a:lnTo>
                        <a:lnTo>
                          <a:pt x="215" y="77"/>
                        </a:lnTo>
                        <a:lnTo>
                          <a:pt x="216" y="76"/>
                        </a:lnTo>
                        <a:lnTo>
                          <a:pt x="218" y="73"/>
                        </a:lnTo>
                        <a:lnTo>
                          <a:pt x="219" y="72"/>
                        </a:lnTo>
                        <a:lnTo>
                          <a:pt x="221" y="69"/>
                        </a:lnTo>
                        <a:lnTo>
                          <a:pt x="223" y="67"/>
                        </a:lnTo>
                        <a:lnTo>
                          <a:pt x="223" y="64"/>
                        </a:lnTo>
                        <a:lnTo>
                          <a:pt x="221" y="62"/>
                        </a:lnTo>
                        <a:lnTo>
                          <a:pt x="219" y="60"/>
                        </a:lnTo>
                        <a:lnTo>
                          <a:pt x="218" y="58"/>
                        </a:lnTo>
                        <a:lnTo>
                          <a:pt x="216" y="56"/>
                        </a:lnTo>
                        <a:lnTo>
                          <a:pt x="215" y="54"/>
                        </a:lnTo>
                        <a:lnTo>
                          <a:pt x="216" y="52"/>
                        </a:lnTo>
                        <a:lnTo>
                          <a:pt x="218" y="49"/>
                        </a:lnTo>
                        <a:lnTo>
                          <a:pt x="221" y="46"/>
                        </a:lnTo>
                        <a:lnTo>
                          <a:pt x="221" y="44"/>
                        </a:lnTo>
                        <a:lnTo>
                          <a:pt x="221" y="41"/>
                        </a:lnTo>
                        <a:lnTo>
                          <a:pt x="220" y="38"/>
                        </a:lnTo>
                        <a:lnTo>
                          <a:pt x="218" y="36"/>
                        </a:lnTo>
                        <a:lnTo>
                          <a:pt x="217" y="34"/>
                        </a:lnTo>
                        <a:lnTo>
                          <a:pt x="216" y="31"/>
                        </a:lnTo>
                        <a:lnTo>
                          <a:pt x="216" y="29"/>
                        </a:lnTo>
                        <a:lnTo>
                          <a:pt x="218" y="26"/>
                        </a:lnTo>
                        <a:lnTo>
                          <a:pt x="219" y="24"/>
                        </a:lnTo>
                        <a:lnTo>
                          <a:pt x="221" y="23"/>
                        </a:lnTo>
                        <a:lnTo>
                          <a:pt x="223" y="20"/>
                        </a:lnTo>
                        <a:lnTo>
                          <a:pt x="223" y="18"/>
                        </a:lnTo>
                        <a:lnTo>
                          <a:pt x="222" y="16"/>
                        </a:lnTo>
                        <a:lnTo>
                          <a:pt x="220" y="13"/>
                        </a:lnTo>
                        <a:lnTo>
                          <a:pt x="218" y="11"/>
                        </a:lnTo>
                        <a:lnTo>
                          <a:pt x="217" y="8"/>
                        </a:lnTo>
                        <a:lnTo>
                          <a:pt x="217" y="5"/>
                        </a:lnTo>
                        <a:lnTo>
                          <a:pt x="218" y="3"/>
                        </a:lnTo>
                        <a:lnTo>
                          <a:pt x="217" y="0"/>
                        </a:lnTo>
                        <a:lnTo>
                          <a:pt x="6" y="0"/>
                        </a:lnTo>
                      </a:path>
                    </a:pathLst>
                  </a:custGeom>
                  <a:solidFill>
                    <a:srgbClr val="FFC08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9621" name="Freeform 181">
                    <a:extLst>
                      <a:ext uri="{FF2B5EF4-FFF2-40B4-BE49-F238E27FC236}">
                        <a16:creationId xmlns:a16="http://schemas.microsoft.com/office/drawing/2014/main" id="{C1F698A9-9153-44A9-B43C-7F21B6A5C8A6}"/>
                      </a:ext>
                    </a:extLst>
                  </p:cNvPr>
                  <p:cNvSpPr>
                    <a:spLocks/>
                  </p:cNvSpPr>
                  <p:nvPr/>
                </p:nvSpPr>
                <p:spPr bwMode="auto">
                  <a:xfrm>
                    <a:off x="3101" y="1812"/>
                    <a:ext cx="28" cy="21"/>
                  </a:xfrm>
                  <a:custGeom>
                    <a:avLst/>
                    <a:gdLst>
                      <a:gd name="T0" fmla="*/ 1 w 28"/>
                      <a:gd name="T1" fmla="*/ 0 h 21"/>
                      <a:gd name="T2" fmla="*/ 3 w 28"/>
                      <a:gd name="T3" fmla="*/ 2 h 21"/>
                      <a:gd name="T4" fmla="*/ 5 w 28"/>
                      <a:gd name="T5" fmla="*/ 5 h 21"/>
                      <a:gd name="T6" fmla="*/ 10 w 28"/>
                      <a:gd name="T7" fmla="*/ 8 h 21"/>
                      <a:gd name="T8" fmla="*/ 15 w 28"/>
                      <a:gd name="T9" fmla="*/ 11 h 21"/>
                      <a:gd name="T10" fmla="*/ 21 w 28"/>
                      <a:gd name="T11" fmla="*/ 13 h 21"/>
                      <a:gd name="T12" fmla="*/ 27 w 28"/>
                      <a:gd name="T13" fmla="*/ 14 h 21"/>
                      <a:gd name="T14" fmla="*/ 24 w 28"/>
                      <a:gd name="T15" fmla="*/ 18 h 21"/>
                      <a:gd name="T16" fmla="*/ 17 w 28"/>
                      <a:gd name="T17" fmla="*/ 17 h 21"/>
                      <a:gd name="T18" fmla="*/ 10 w 28"/>
                      <a:gd name="T19" fmla="*/ 17 h 21"/>
                      <a:gd name="T20" fmla="*/ 5 w 28"/>
                      <a:gd name="T21" fmla="*/ 20 h 21"/>
                      <a:gd name="T22" fmla="*/ 6 w 28"/>
                      <a:gd name="T23" fmla="*/ 18 h 21"/>
                      <a:gd name="T24" fmla="*/ 6 w 28"/>
                      <a:gd name="T25" fmla="*/ 15 h 21"/>
                      <a:gd name="T26" fmla="*/ 4 w 28"/>
                      <a:gd name="T27" fmla="*/ 12 h 21"/>
                      <a:gd name="T28" fmla="*/ 2 w 28"/>
                      <a:gd name="T29" fmla="*/ 10 h 21"/>
                      <a:gd name="T30" fmla="*/ 0 w 28"/>
                      <a:gd name="T31" fmla="*/ 6 h 21"/>
                      <a:gd name="T32" fmla="*/ 0 w 28"/>
                      <a:gd name="T33" fmla="*/ 3 h 21"/>
                      <a:gd name="T34" fmla="*/ 1 w 28"/>
                      <a:gd name="T35" fmla="*/ 0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8" h="21">
                        <a:moveTo>
                          <a:pt x="1" y="0"/>
                        </a:moveTo>
                        <a:lnTo>
                          <a:pt x="3" y="2"/>
                        </a:lnTo>
                        <a:lnTo>
                          <a:pt x="5" y="5"/>
                        </a:lnTo>
                        <a:lnTo>
                          <a:pt x="10" y="8"/>
                        </a:lnTo>
                        <a:lnTo>
                          <a:pt x="15" y="11"/>
                        </a:lnTo>
                        <a:lnTo>
                          <a:pt x="21" y="13"/>
                        </a:lnTo>
                        <a:lnTo>
                          <a:pt x="27" y="14"/>
                        </a:lnTo>
                        <a:lnTo>
                          <a:pt x="24" y="18"/>
                        </a:lnTo>
                        <a:lnTo>
                          <a:pt x="17" y="17"/>
                        </a:lnTo>
                        <a:lnTo>
                          <a:pt x="10" y="17"/>
                        </a:lnTo>
                        <a:lnTo>
                          <a:pt x="5" y="20"/>
                        </a:lnTo>
                        <a:lnTo>
                          <a:pt x="6" y="18"/>
                        </a:lnTo>
                        <a:lnTo>
                          <a:pt x="6" y="15"/>
                        </a:lnTo>
                        <a:lnTo>
                          <a:pt x="4" y="12"/>
                        </a:lnTo>
                        <a:lnTo>
                          <a:pt x="2" y="10"/>
                        </a:lnTo>
                        <a:lnTo>
                          <a:pt x="0" y="6"/>
                        </a:lnTo>
                        <a:lnTo>
                          <a:pt x="0" y="3"/>
                        </a:lnTo>
                        <a:lnTo>
                          <a:pt x="1" y="0"/>
                        </a:lnTo>
                      </a:path>
                    </a:pathLst>
                  </a:custGeom>
                  <a:solidFill>
                    <a:srgbClr val="FFA04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9622" name="Freeform 182">
                    <a:extLst>
                      <a:ext uri="{FF2B5EF4-FFF2-40B4-BE49-F238E27FC236}">
                        <a16:creationId xmlns:a16="http://schemas.microsoft.com/office/drawing/2014/main" id="{88D94E10-010F-416D-B3BA-ECE834985C29}"/>
                      </a:ext>
                    </a:extLst>
                  </p:cNvPr>
                  <p:cNvSpPr>
                    <a:spLocks/>
                  </p:cNvSpPr>
                  <p:nvPr/>
                </p:nvSpPr>
                <p:spPr bwMode="auto">
                  <a:xfrm>
                    <a:off x="3101" y="1837"/>
                    <a:ext cx="37" cy="18"/>
                  </a:xfrm>
                  <a:custGeom>
                    <a:avLst/>
                    <a:gdLst>
                      <a:gd name="T0" fmla="*/ 0 w 37"/>
                      <a:gd name="T1" fmla="*/ 1 h 18"/>
                      <a:gd name="T2" fmla="*/ 1 w 37"/>
                      <a:gd name="T3" fmla="*/ 0 h 18"/>
                      <a:gd name="T4" fmla="*/ 2 w 37"/>
                      <a:gd name="T5" fmla="*/ 1 h 18"/>
                      <a:gd name="T6" fmla="*/ 5 w 37"/>
                      <a:gd name="T7" fmla="*/ 3 h 18"/>
                      <a:gd name="T8" fmla="*/ 10 w 37"/>
                      <a:gd name="T9" fmla="*/ 4 h 18"/>
                      <a:gd name="T10" fmla="*/ 15 w 37"/>
                      <a:gd name="T11" fmla="*/ 6 h 18"/>
                      <a:gd name="T12" fmla="*/ 24 w 37"/>
                      <a:gd name="T13" fmla="*/ 7 h 18"/>
                      <a:gd name="T14" fmla="*/ 33 w 37"/>
                      <a:gd name="T15" fmla="*/ 9 h 18"/>
                      <a:gd name="T16" fmla="*/ 36 w 37"/>
                      <a:gd name="T17" fmla="*/ 16 h 18"/>
                      <a:gd name="T18" fmla="*/ 25 w 37"/>
                      <a:gd name="T19" fmla="*/ 14 h 18"/>
                      <a:gd name="T20" fmla="*/ 17 w 37"/>
                      <a:gd name="T21" fmla="*/ 13 h 18"/>
                      <a:gd name="T22" fmla="*/ 10 w 37"/>
                      <a:gd name="T23" fmla="*/ 14 h 18"/>
                      <a:gd name="T24" fmla="*/ 6 w 37"/>
                      <a:gd name="T25" fmla="*/ 17 h 18"/>
                      <a:gd name="T26" fmla="*/ 6 w 37"/>
                      <a:gd name="T27" fmla="*/ 15 h 18"/>
                      <a:gd name="T28" fmla="*/ 6 w 37"/>
                      <a:gd name="T29" fmla="*/ 12 h 18"/>
                      <a:gd name="T30" fmla="*/ 5 w 37"/>
                      <a:gd name="T31" fmla="*/ 10 h 18"/>
                      <a:gd name="T32" fmla="*/ 2 w 37"/>
                      <a:gd name="T33" fmla="*/ 7 h 18"/>
                      <a:gd name="T34" fmla="*/ 0 w 37"/>
                      <a:gd name="T35" fmla="*/ 4 h 18"/>
                      <a:gd name="T36" fmla="*/ 0 w 37"/>
                      <a:gd name="T37" fmla="*/ 1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7" h="18">
                        <a:moveTo>
                          <a:pt x="0" y="1"/>
                        </a:moveTo>
                        <a:lnTo>
                          <a:pt x="1" y="0"/>
                        </a:lnTo>
                        <a:lnTo>
                          <a:pt x="2" y="1"/>
                        </a:lnTo>
                        <a:lnTo>
                          <a:pt x="5" y="3"/>
                        </a:lnTo>
                        <a:lnTo>
                          <a:pt x="10" y="4"/>
                        </a:lnTo>
                        <a:lnTo>
                          <a:pt x="15" y="6"/>
                        </a:lnTo>
                        <a:lnTo>
                          <a:pt x="24" y="7"/>
                        </a:lnTo>
                        <a:lnTo>
                          <a:pt x="33" y="9"/>
                        </a:lnTo>
                        <a:lnTo>
                          <a:pt x="36" y="16"/>
                        </a:lnTo>
                        <a:lnTo>
                          <a:pt x="25" y="14"/>
                        </a:lnTo>
                        <a:lnTo>
                          <a:pt x="17" y="13"/>
                        </a:lnTo>
                        <a:lnTo>
                          <a:pt x="10" y="14"/>
                        </a:lnTo>
                        <a:lnTo>
                          <a:pt x="6" y="17"/>
                        </a:lnTo>
                        <a:lnTo>
                          <a:pt x="6" y="15"/>
                        </a:lnTo>
                        <a:lnTo>
                          <a:pt x="6" y="12"/>
                        </a:lnTo>
                        <a:lnTo>
                          <a:pt x="5" y="10"/>
                        </a:lnTo>
                        <a:lnTo>
                          <a:pt x="2" y="7"/>
                        </a:lnTo>
                        <a:lnTo>
                          <a:pt x="0" y="4"/>
                        </a:lnTo>
                        <a:lnTo>
                          <a:pt x="0" y="1"/>
                        </a:lnTo>
                      </a:path>
                    </a:pathLst>
                  </a:custGeom>
                  <a:solidFill>
                    <a:srgbClr val="FFA04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9623" name="Freeform 183">
                    <a:extLst>
                      <a:ext uri="{FF2B5EF4-FFF2-40B4-BE49-F238E27FC236}">
                        <a16:creationId xmlns:a16="http://schemas.microsoft.com/office/drawing/2014/main" id="{5E25953E-BF4D-427A-8A6E-DB3F53BBF917}"/>
                      </a:ext>
                    </a:extLst>
                  </p:cNvPr>
                  <p:cNvSpPr>
                    <a:spLocks/>
                  </p:cNvSpPr>
                  <p:nvPr/>
                </p:nvSpPr>
                <p:spPr bwMode="auto">
                  <a:xfrm>
                    <a:off x="3099" y="1858"/>
                    <a:ext cx="44" cy="23"/>
                  </a:xfrm>
                  <a:custGeom>
                    <a:avLst/>
                    <a:gdLst>
                      <a:gd name="T0" fmla="*/ 0 w 44"/>
                      <a:gd name="T1" fmla="*/ 3 h 23"/>
                      <a:gd name="T2" fmla="*/ 2 w 44"/>
                      <a:gd name="T3" fmla="*/ 0 h 23"/>
                      <a:gd name="T4" fmla="*/ 5 w 44"/>
                      <a:gd name="T5" fmla="*/ 3 h 23"/>
                      <a:gd name="T6" fmla="*/ 8 w 44"/>
                      <a:gd name="T7" fmla="*/ 5 h 23"/>
                      <a:gd name="T8" fmla="*/ 11 w 44"/>
                      <a:gd name="T9" fmla="*/ 7 h 23"/>
                      <a:gd name="T10" fmla="*/ 17 w 44"/>
                      <a:gd name="T11" fmla="*/ 9 h 23"/>
                      <a:gd name="T12" fmla="*/ 23 w 44"/>
                      <a:gd name="T13" fmla="*/ 10 h 23"/>
                      <a:gd name="T14" fmla="*/ 30 w 44"/>
                      <a:gd name="T15" fmla="*/ 12 h 23"/>
                      <a:gd name="T16" fmla="*/ 41 w 44"/>
                      <a:gd name="T17" fmla="*/ 15 h 23"/>
                      <a:gd name="T18" fmla="*/ 43 w 44"/>
                      <a:gd name="T19" fmla="*/ 22 h 23"/>
                      <a:gd name="T20" fmla="*/ 32 w 44"/>
                      <a:gd name="T21" fmla="*/ 18 h 23"/>
                      <a:gd name="T22" fmla="*/ 25 w 44"/>
                      <a:gd name="T23" fmla="*/ 16 h 23"/>
                      <a:gd name="T24" fmla="*/ 19 w 44"/>
                      <a:gd name="T25" fmla="*/ 15 h 23"/>
                      <a:gd name="T26" fmla="*/ 14 w 44"/>
                      <a:gd name="T27" fmla="*/ 15 h 23"/>
                      <a:gd name="T28" fmla="*/ 11 w 44"/>
                      <a:gd name="T29" fmla="*/ 16 h 23"/>
                      <a:gd name="T30" fmla="*/ 8 w 44"/>
                      <a:gd name="T31" fmla="*/ 19 h 23"/>
                      <a:gd name="T32" fmla="*/ 8 w 44"/>
                      <a:gd name="T33" fmla="*/ 16 h 23"/>
                      <a:gd name="T34" fmla="*/ 5 w 44"/>
                      <a:gd name="T35" fmla="*/ 12 h 23"/>
                      <a:gd name="T36" fmla="*/ 2 w 44"/>
                      <a:gd name="T37" fmla="*/ 9 h 23"/>
                      <a:gd name="T38" fmla="*/ 0 w 44"/>
                      <a:gd name="T39" fmla="*/ 6 h 23"/>
                      <a:gd name="T40" fmla="*/ 0 w 44"/>
                      <a:gd name="T41" fmla="*/ 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4" h="23">
                        <a:moveTo>
                          <a:pt x="0" y="3"/>
                        </a:moveTo>
                        <a:lnTo>
                          <a:pt x="2" y="0"/>
                        </a:lnTo>
                        <a:lnTo>
                          <a:pt x="5" y="3"/>
                        </a:lnTo>
                        <a:lnTo>
                          <a:pt x="8" y="5"/>
                        </a:lnTo>
                        <a:lnTo>
                          <a:pt x="11" y="7"/>
                        </a:lnTo>
                        <a:lnTo>
                          <a:pt x="17" y="9"/>
                        </a:lnTo>
                        <a:lnTo>
                          <a:pt x="23" y="10"/>
                        </a:lnTo>
                        <a:lnTo>
                          <a:pt x="30" y="12"/>
                        </a:lnTo>
                        <a:lnTo>
                          <a:pt x="41" y="15"/>
                        </a:lnTo>
                        <a:lnTo>
                          <a:pt x="43" y="22"/>
                        </a:lnTo>
                        <a:lnTo>
                          <a:pt x="32" y="18"/>
                        </a:lnTo>
                        <a:lnTo>
                          <a:pt x="25" y="16"/>
                        </a:lnTo>
                        <a:lnTo>
                          <a:pt x="19" y="15"/>
                        </a:lnTo>
                        <a:lnTo>
                          <a:pt x="14" y="15"/>
                        </a:lnTo>
                        <a:lnTo>
                          <a:pt x="11" y="16"/>
                        </a:lnTo>
                        <a:lnTo>
                          <a:pt x="8" y="19"/>
                        </a:lnTo>
                        <a:lnTo>
                          <a:pt x="8" y="16"/>
                        </a:lnTo>
                        <a:lnTo>
                          <a:pt x="5" y="12"/>
                        </a:lnTo>
                        <a:lnTo>
                          <a:pt x="2" y="9"/>
                        </a:lnTo>
                        <a:lnTo>
                          <a:pt x="0" y="6"/>
                        </a:lnTo>
                        <a:lnTo>
                          <a:pt x="0" y="3"/>
                        </a:lnTo>
                      </a:path>
                    </a:pathLst>
                  </a:custGeom>
                  <a:solidFill>
                    <a:srgbClr val="FFA04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9624" name="Freeform 184">
                    <a:extLst>
                      <a:ext uri="{FF2B5EF4-FFF2-40B4-BE49-F238E27FC236}">
                        <a16:creationId xmlns:a16="http://schemas.microsoft.com/office/drawing/2014/main" id="{DF18B86E-5086-4ABA-85E9-76B7BAC928D6}"/>
                      </a:ext>
                    </a:extLst>
                  </p:cNvPr>
                  <p:cNvSpPr>
                    <a:spLocks/>
                  </p:cNvSpPr>
                  <p:nvPr/>
                </p:nvSpPr>
                <p:spPr bwMode="auto">
                  <a:xfrm>
                    <a:off x="3104" y="1882"/>
                    <a:ext cx="52" cy="48"/>
                  </a:xfrm>
                  <a:custGeom>
                    <a:avLst/>
                    <a:gdLst>
                      <a:gd name="T0" fmla="*/ 0 w 52"/>
                      <a:gd name="T1" fmla="*/ 7 h 48"/>
                      <a:gd name="T2" fmla="*/ 0 w 52"/>
                      <a:gd name="T3" fmla="*/ 4 h 48"/>
                      <a:gd name="T4" fmla="*/ 0 w 52"/>
                      <a:gd name="T5" fmla="*/ 2 h 48"/>
                      <a:gd name="T6" fmla="*/ 1 w 52"/>
                      <a:gd name="T7" fmla="*/ 0 h 48"/>
                      <a:gd name="T8" fmla="*/ 5 w 52"/>
                      <a:gd name="T9" fmla="*/ 3 h 48"/>
                      <a:gd name="T10" fmla="*/ 11 w 52"/>
                      <a:gd name="T11" fmla="*/ 6 h 48"/>
                      <a:gd name="T12" fmla="*/ 17 w 52"/>
                      <a:gd name="T13" fmla="*/ 8 h 48"/>
                      <a:gd name="T14" fmla="*/ 26 w 52"/>
                      <a:gd name="T15" fmla="*/ 11 h 48"/>
                      <a:gd name="T16" fmla="*/ 38 w 52"/>
                      <a:gd name="T17" fmla="*/ 13 h 48"/>
                      <a:gd name="T18" fmla="*/ 40 w 52"/>
                      <a:gd name="T19" fmla="*/ 18 h 48"/>
                      <a:gd name="T20" fmla="*/ 34 w 52"/>
                      <a:gd name="T21" fmla="*/ 16 h 48"/>
                      <a:gd name="T22" fmla="*/ 28 w 52"/>
                      <a:gd name="T23" fmla="*/ 16 h 48"/>
                      <a:gd name="T24" fmla="*/ 24 w 52"/>
                      <a:gd name="T25" fmla="*/ 16 h 48"/>
                      <a:gd name="T26" fmla="*/ 23 w 52"/>
                      <a:gd name="T27" fmla="*/ 19 h 48"/>
                      <a:gd name="T28" fmla="*/ 25 w 52"/>
                      <a:gd name="T29" fmla="*/ 22 h 48"/>
                      <a:gd name="T30" fmla="*/ 28 w 52"/>
                      <a:gd name="T31" fmla="*/ 26 h 48"/>
                      <a:gd name="T32" fmla="*/ 33 w 52"/>
                      <a:gd name="T33" fmla="*/ 31 h 48"/>
                      <a:gd name="T34" fmla="*/ 40 w 52"/>
                      <a:gd name="T35" fmla="*/ 36 h 48"/>
                      <a:gd name="T36" fmla="*/ 51 w 52"/>
                      <a:gd name="T37" fmla="*/ 42 h 48"/>
                      <a:gd name="T38" fmla="*/ 51 w 52"/>
                      <a:gd name="T39" fmla="*/ 47 h 48"/>
                      <a:gd name="T40" fmla="*/ 46 w 52"/>
                      <a:gd name="T41" fmla="*/ 44 h 48"/>
                      <a:gd name="T42" fmla="*/ 40 w 52"/>
                      <a:gd name="T43" fmla="*/ 41 h 48"/>
                      <a:gd name="T44" fmla="*/ 32 w 52"/>
                      <a:gd name="T45" fmla="*/ 36 h 48"/>
                      <a:gd name="T46" fmla="*/ 25 w 52"/>
                      <a:gd name="T47" fmla="*/ 30 h 48"/>
                      <a:gd name="T48" fmla="*/ 19 w 52"/>
                      <a:gd name="T49" fmla="*/ 26 h 48"/>
                      <a:gd name="T50" fmla="*/ 14 w 52"/>
                      <a:gd name="T51" fmla="*/ 20 h 48"/>
                      <a:gd name="T52" fmla="*/ 9 w 52"/>
                      <a:gd name="T53" fmla="*/ 15 h 48"/>
                      <a:gd name="T54" fmla="*/ 3 w 52"/>
                      <a:gd name="T55" fmla="*/ 11 h 48"/>
                      <a:gd name="T56" fmla="*/ 0 w 52"/>
                      <a:gd name="T57" fmla="*/ 7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2" h="48">
                        <a:moveTo>
                          <a:pt x="0" y="7"/>
                        </a:moveTo>
                        <a:lnTo>
                          <a:pt x="0" y="4"/>
                        </a:lnTo>
                        <a:lnTo>
                          <a:pt x="0" y="2"/>
                        </a:lnTo>
                        <a:lnTo>
                          <a:pt x="1" y="0"/>
                        </a:lnTo>
                        <a:lnTo>
                          <a:pt x="5" y="3"/>
                        </a:lnTo>
                        <a:lnTo>
                          <a:pt x="11" y="6"/>
                        </a:lnTo>
                        <a:lnTo>
                          <a:pt x="17" y="8"/>
                        </a:lnTo>
                        <a:lnTo>
                          <a:pt x="26" y="11"/>
                        </a:lnTo>
                        <a:lnTo>
                          <a:pt x="38" y="13"/>
                        </a:lnTo>
                        <a:lnTo>
                          <a:pt x="40" y="18"/>
                        </a:lnTo>
                        <a:lnTo>
                          <a:pt x="34" y="16"/>
                        </a:lnTo>
                        <a:lnTo>
                          <a:pt x="28" y="16"/>
                        </a:lnTo>
                        <a:lnTo>
                          <a:pt x="24" y="16"/>
                        </a:lnTo>
                        <a:lnTo>
                          <a:pt x="23" y="19"/>
                        </a:lnTo>
                        <a:lnTo>
                          <a:pt x="25" y="22"/>
                        </a:lnTo>
                        <a:lnTo>
                          <a:pt x="28" y="26"/>
                        </a:lnTo>
                        <a:lnTo>
                          <a:pt x="33" y="31"/>
                        </a:lnTo>
                        <a:lnTo>
                          <a:pt x="40" y="36"/>
                        </a:lnTo>
                        <a:lnTo>
                          <a:pt x="51" y="42"/>
                        </a:lnTo>
                        <a:lnTo>
                          <a:pt x="51" y="47"/>
                        </a:lnTo>
                        <a:lnTo>
                          <a:pt x="46" y="44"/>
                        </a:lnTo>
                        <a:lnTo>
                          <a:pt x="40" y="41"/>
                        </a:lnTo>
                        <a:lnTo>
                          <a:pt x="32" y="36"/>
                        </a:lnTo>
                        <a:lnTo>
                          <a:pt x="25" y="30"/>
                        </a:lnTo>
                        <a:lnTo>
                          <a:pt x="19" y="26"/>
                        </a:lnTo>
                        <a:lnTo>
                          <a:pt x="14" y="20"/>
                        </a:lnTo>
                        <a:lnTo>
                          <a:pt x="9" y="15"/>
                        </a:lnTo>
                        <a:lnTo>
                          <a:pt x="3" y="11"/>
                        </a:lnTo>
                        <a:lnTo>
                          <a:pt x="0" y="7"/>
                        </a:lnTo>
                      </a:path>
                    </a:pathLst>
                  </a:custGeom>
                  <a:solidFill>
                    <a:srgbClr val="FFA04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9625" name="Freeform 185">
                    <a:extLst>
                      <a:ext uri="{FF2B5EF4-FFF2-40B4-BE49-F238E27FC236}">
                        <a16:creationId xmlns:a16="http://schemas.microsoft.com/office/drawing/2014/main" id="{321823CD-D6A3-46DC-BF44-0E394D95DF11}"/>
                      </a:ext>
                    </a:extLst>
                  </p:cNvPr>
                  <p:cNvSpPr>
                    <a:spLocks/>
                  </p:cNvSpPr>
                  <p:nvPr/>
                </p:nvSpPr>
                <p:spPr bwMode="auto">
                  <a:xfrm>
                    <a:off x="3105" y="1797"/>
                    <a:ext cx="22" cy="17"/>
                  </a:xfrm>
                  <a:custGeom>
                    <a:avLst/>
                    <a:gdLst>
                      <a:gd name="T0" fmla="*/ 0 w 22"/>
                      <a:gd name="T1" fmla="*/ 0 h 17"/>
                      <a:gd name="T2" fmla="*/ 2 w 22"/>
                      <a:gd name="T3" fmla="*/ 2 h 17"/>
                      <a:gd name="T4" fmla="*/ 5 w 22"/>
                      <a:gd name="T5" fmla="*/ 4 h 17"/>
                      <a:gd name="T6" fmla="*/ 10 w 22"/>
                      <a:gd name="T7" fmla="*/ 7 h 17"/>
                      <a:gd name="T8" fmla="*/ 14 w 22"/>
                      <a:gd name="T9" fmla="*/ 10 h 17"/>
                      <a:gd name="T10" fmla="*/ 18 w 22"/>
                      <a:gd name="T11" fmla="*/ 12 h 17"/>
                      <a:gd name="T12" fmla="*/ 21 w 22"/>
                      <a:gd name="T13" fmla="*/ 14 h 17"/>
                      <a:gd name="T14" fmla="*/ 15 w 22"/>
                      <a:gd name="T15" fmla="*/ 16 h 17"/>
                      <a:gd name="T16" fmla="*/ 10 w 22"/>
                      <a:gd name="T17" fmla="*/ 14 h 17"/>
                      <a:gd name="T18" fmla="*/ 4 w 22"/>
                      <a:gd name="T19" fmla="*/ 12 h 17"/>
                      <a:gd name="T20" fmla="*/ 0 w 22"/>
                      <a:gd name="T21" fmla="*/ 9 h 17"/>
                      <a:gd name="T22" fmla="*/ 0 w 22"/>
                      <a:gd name="T23" fmla="*/ 7 h 17"/>
                      <a:gd name="T24" fmla="*/ 0 w 22"/>
                      <a:gd name="T25" fmla="*/ 3 h 17"/>
                      <a:gd name="T26" fmla="*/ 0 w 22"/>
                      <a:gd name="T27"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2" h="17">
                        <a:moveTo>
                          <a:pt x="0" y="0"/>
                        </a:moveTo>
                        <a:lnTo>
                          <a:pt x="2" y="2"/>
                        </a:lnTo>
                        <a:lnTo>
                          <a:pt x="5" y="4"/>
                        </a:lnTo>
                        <a:lnTo>
                          <a:pt x="10" y="7"/>
                        </a:lnTo>
                        <a:lnTo>
                          <a:pt x="14" y="10"/>
                        </a:lnTo>
                        <a:lnTo>
                          <a:pt x="18" y="12"/>
                        </a:lnTo>
                        <a:lnTo>
                          <a:pt x="21" y="14"/>
                        </a:lnTo>
                        <a:lnTo>
                          <a:pt x="15" y="16"/>
                        </a:lnTo>
                        <a:lnTo>
                          <a:pt x="10" y="14"/>
                        </a:lnTo>
                        <a:lnTo>
                          <a:pt x="4" y="12"/>
                        </a:lnTo>
                        <a:lnTo>
                          <a:pt x="0" y="9"/>
                        </a:lnTo>
                        <a:lnTo>
                          <a:pt x="0" y="7"/>
                        </a:lnTo>
                        <a:lnTo>
                          <a:pt x="0" y="3"/>
                        </a:lnTo>
                        <a:lnTo>
                          <a:pt x="0" y="0"/>
                        </a:lnTo>
                      </a:path>
                    </a:pathLst>
                  </a:custGeom>
                  <a:solidFill>
                    <a:srgbClr val="FFA04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9626" name="Freeform 186">
                    <a:extLst>
                      <a:ext uri="{FF2B5EF4-FFF2-40B4-BE49-F238E27FC236}">
                        <a16:creationId xmlns:a16="http://schemas.microsoft.com/office/drawing/2014/main" id="{23F83F44-3837-4A37-8E62-258AFC7EBEC3}"/>
                      </a:ext>
                    </a:extLst>
                  </p:cNvPr>
                  <p:cNvSpPr>
                    <a:spLocks/>
                  </p:cNvSpPr>
                  <p:nvPr/>
                </p:nvSpPr>
                <p:spPr bwMode="auto">
                  <a:xfrm>
                    <a:off x="3143" y="1794"/>
                    <a:ext cx="180" cy="142"/>
                  </a:xfrm>
                  <a:custGeom>
                    <a:avLst/>
                    <a:gdLst>
                      <a:gd name="T0" fmla="*/ 85 w 180"/>
                      <a:gd name="T1" fmla="*/ 32 h 142"/>
                      <a:gd name="T2" fmla="*/ 71 w 180"/>
                      <a:gd name="T3" fmla="*/ 36 h 142"/>
                      <a:gd name="T4" fmla="*/ 42 w 180"/>
                      <a:gd name="T5" fmla="*/ 40 h 142"/>
                      <a:gd name="T6" fmla="*/ 0 w 180"/>
                      <a:gd name="T7" fmla="*/ 42 h 142"/>
                      <a:gd name="T8" fmla="*/ 50 w 180"/>
                      <a:gd name="T9" fmla="*/ 49 h 142"/>
                      <a:gd name="T10" fmla="*/ 106 w 180"/>
                      <a:gd name="T11" fmla="*/ 46 h 142"/>
                      <a:gd name="T12" fmla="*/ 145 w 180"/>
                      <a:gd name="T13" fmla="*/ 36 h 142"/>
                      <a:gd name="T14" fmla="*/ 158 w 180"/>
                      <a:gd name="T15" fmla="*/ 34 h 142"/>
                      <a:gd name="T16" fmla="*/ 152 w 180"/>
                      <a:gd name="T17" fmla="*/ 42 h 142"/>
                      <a:gd name="T18" fmla="*/ 124 w 180"/>
                      <a:gd name="T19" fmla="*/ 53 h 142"/>
                      <a:gd name="T20" fmla="*/ 74 w 180"/>
                      <a:gd name="T21" fmla="*/ 63 h 142"/>
                      <a:gd name="T22" fmla="*/ 43 w 180"/>
                      <a:gd name="T23" fmla="*/ 71 h 142"/>
                      <a:gd name="T24" fmla="*/ 100 w 180"/>
                      <a:gd name="T25" fmla="*/ 70 h 142"/>
                      <a:gd name="T26" fmla="*/ 138 w 180"/>
                      <a:gd name="T27" fmla="*/ 63 h 142"/>
                      <a:gd name="T28" fmla="*/ 161 w 180"/>
                      <a:gd name="T29" fmla="*/ 56 h 142"/>
                      <a:gd name="T30" fmla="*/ 161 w 180"/>
                      <a:gd name="T31" fmla="*/ 61 h 142"/>
                      <a:gd name="T32" fmla="*/ 142 w 180"/>
                      <a:gd name="T33" fmla="*/ 72 h 142"/>
                      <a:gd name="T34" fmla="*/ 107 w 180"/>
                      <a:gd name="T35" fmla="*/ 83 h 142"/>
                      <a:gd name="T36" fmla="*/ 58 w 180"/>
                      <a:gd name="T37" fmla="*/ 90 h 142"/>
                      <a:gd name="T38" fmla="*/ 74 w 180"/>
                      <a:gd name="T39" fmla="*/ 95 h 142"/>
                      <a:gd name="T40" fmla="*/ 118 w 180"/>
                      <a:gd name="T41" fmla="*/ 93 h 142"/>
                      <a:gd name="T42" fmla="*/ 153 w 180"/>
                      <a:gd name="T43" fmla="*/ 84 h 142"/>
                      <a:gd name="T44" fmla="*/ 157 w 180"/>
                      <a:gd name="T45" fmla="*/ 88 h 142"/>
                      <a:gd name="T46" fmla="*/ 146 w 180"/>
                      <a:gd name="T47" fmla="*/ 96 h 142"/>
                      <a:gd name="T48" fmla="*/ 119 w 180"/>
                      <a:gd name="T49" fmla="*/ 106 h 142"/>
                      <a:gd name="T50" fmla="*/ 88 w 180"/>
                      <a:gd name="T51" fmla="*/ 110 h 142"/>
                      <a:gd name="T52" fmla="*/ 40 w 180"/>
                      <a:gd name="T53" fmla="*/ 111 h 142"/>
                      <a:gd name="T54" fmla="*/ 73 w 180"/>
                      <a:gd name="T55" fmla="*/ 118 h 142"/>
                      <a:gd name="T56" fmla="*/ 104 w 180"/>
                      <a:gd name="T57" fmla="*/ 118 h 142"/>
                      <a:gd name="T58" fmla="*/ 132 w 180"/>
                      <a:gd name="T59" fmla="*/ 114 h 142"/>
                      <a:gd name="T60" fmla="*/ 143 w 180"/>
                      <a:gd name="T61" fmla="*/ 115 h 142"/>
                      <a:gd name="T62" fmla="*/ 137 w 180"/>
                      <a:gd name="T63" fmla="*/ 122 h 142"/>
                      <a:gd name="T64" fmla="*/ 121 w 180"/>
                      <a:gd name="T65" fmla="*/ 127 h 142"/>
                      <a:gd name="T66" fmla="*/ 62 w 180"/>
                      <a:gd name="T67" fmla="*/ 132 h 142"/>
                      <a:gd name="T68" fmla="*/ 110 w 180"/>
                      <a:gd name="T69" fmla="*/ 135 h 142"/>
                      <a:gd name="T70" fmla="*/ 114 w 180"/>
                      <a:gd name="T71" fmla="*/ 140 h 142"/>
                      <a:gd name="T72" fmla="*/ 132 w 180"/>
                      <a:gd name="T73" fmla="*/ 135 h 142"/>
                      <a:gd name="T74" fmla="*/ 145 w 180"/>
                      <a:gd name="T75" fmla="*/ 126 h 142"/>
                      <a:gd name="T76" fmla="*/ 173 w 180"/>
                      <a:gd name="T77" fmla="*/ 92 h 142"/>
                      <a:gd name="T78" fmla="*/ 174 w 180"/>
                      <a:gd name="T79" fmla="*/ 85 h 142"/>
                      <a:gd name="T80" fmla="*/ 170 w 180"/>
                      <a:gd name="T81" fmla="*/ 79 h 142"/>
                      <a:gd name="T82" fmla="*/ 174 w 180"/>
                      <a:gd name="T83" fmla="*/ 72 h 142"/>
                      <a:gd name="T84" fmla="*/ 179 w 180"/>
                      <a:gd name="T85" fmla="*/ 66 h 142"/>
                      <a:gd name="T86" fmla="*/ 175 w 180"/>
                      <a:gd name="T87" fmla="*/ 58 h 142"/>
                      <a:gd name="T88" fmla="*/ 171 w 180"/>
                      <a:gd name="T89" fmla="*/ 52 h 142"/>
                      <a:gd name="T90" fmla="*/ 177 w 180"/>
                      <a:gd name="T91" fmla="*/ 45 h 142"/>
                      <a:gd name="T92" fmla="*/ 176 w 180"/>
                      <a:gd name="T93" fmla="*/ 36 h 142"/>
                      <a:gd name="T94" fmla="*/ 172 w 180"/>
                      <a:gd name="T95" fmla="*/ 30 h 142"/>
                      <a:gd name="T96" fmla="*/ 175 w 180"/>
                      <a:gd name="T97" fmla="*/ 23 h 142"/>
                      <a:gd name="T98" fmla="*/ 179 w 180"/>
                      <a:gd name="T99" fmla="*/ 16 h 142"/>
                      <a:gd name="T100" fmla="*/ 174 w 180"/>
                      <a:gd name="T101" fmla="*/ 9 h 142"/>
                      <a:gd name="T102" fmla="*/ 155 w 180"/>
                      <a:gd name="T103" fmla="*/ 10 h 142"/>
                      <a:gd name="T104" fmla="*/ 116 w 180"/>
                      <a:gd name="T105" fmla="*/ 21 h 142"/>
                      <a:gd name="T106" fmla="*/ 71 w 180"/>
                      <a:gd name="T107" fmla="*/ 27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80" h="142">
                        <a:moveTo>
                          <a:pt x="71" y="27"/>
                        </a:moveTo>
                        <a:lnTo>
                          <a:pt x="45" y="29"/>
                        </a:lnTo>
                        <a:lnTo>
                          <a:pt x="85" y="32"/>
                        </a:lnTo>
                        <a:lnTo>
                          <a:pt x="82" y="34"/>
                        </a:lnTo>
                        <a:lnTo>
                          <a:pt x="77" y="35"/>
                        </a:lnTo>
                        <a:lnTo>
                          <a:pt x="71" y="36"/>
                        </a:lnTo>
                        <a:lnTo>
                          <a:pt x="63" y="38"/>
                        </a:lnTo>
                        <a:lnTo>
                          <a:pt x="54" y="40"/>
                        </a:lnTo>
                        <a:lnTo>
                          <a:pt x="42" y="40"/>
                        </a:lnTo>
                        <a:lnTo>
                          <a:pt x="29" y="42"/>
                        </a:lnTo>
                        <a:lnTo>
                          <a:pt x="15" y="42"/>
                        </a:lnTo>
                        <a:lnTo>
                          <a:pt x="0" y="42"/>
                        </a:lnTo>
                        <a:lnTo>
                          <a:pt x="23" y="47"/>
                        </a:lnTo>
                        <a:lnTo>
                          <a:pt x="37" y="49"/>
                        </a:lnTo>
                        <a:lnTo>
                          <a:pt x="50" y="49"/>
                        </a:lnTo>
                        <a:lnTo>
                          <a:pt x="65" y="49"/>
                        </a:lnTo>
                        <a:lnTo>
                          <a:pt x="87" y="48"/>
                        </a:lnTo>
                        <a:lnTo>
                          <a:pt x="106" y="46"/>
                        </a:lnTo>
                        <a:lnTo>
                          <a:pt x="121" y="42"/>
                        </a:lnTo>
                        <a:lnTo>
                          <a:pt x="138" y="38"/>
                        </a:lnTo>
                        <a:lnTo>
                          <a:pt x="145" y="36"/>
                        </a:lnTo>
                        <a:lnTo>
                          <a:pt x="152" y="34"/>
                        </a:lnTo>
                        <a:lnTo>
                          <a:pt x="156" y="33"/>
                        </a:lnTo>
                        <a:lnTo>
                          <a:pt x="158" y="34"/>
                        </a:lnTo>
                        <a:lnTo>
                          <a:pt x="158" y="36"/>
                        </a:lnTo>
                        <a:lnTo>
                          <a:pt x="157" y="39"/>
                        </a:lnTo>
                        <a:lnTo>
                          <a:pt x="152" y="42"/>
                        </a:lnTo>
                        <a:lnTo>
                          <a:pt x="145" y="46"/>
                        </a:lnTo>
                        <a:lnTo>
                          <a:pt x="136" y="49"/>
                        </a:lnTo>
                        <a:lnTo>
                          <a:pt x="124" y="53"/>
                        </a:lnTo>
                        <a:lnTo>
                          <a:pt x="109" y="57"/>
                        </a:lnTo>
                        <a:lnTo>
                          <a:pt x="91" y="60"/>
                        </a:lnTo>
                        <a:lnTo>
                          <a:pt x="74" y="63"/>
                        </a:lnTo>
                        <a:lnTo>
                          <a:pt x="55" y="65"/>
                        </a:lnTo>
                        <a:lnTo>
                          <a:pt x="23" y="68"/>
                        </a:lnTo>
                        <a:lnTo>
                          <a:pt x="43" y="71"/>
                        </a:lnTo>
                        <a:lnTo>
                          <a:pt x="59" y="73"/>
                        </a:lnTo>
                        <a:lnTo>
                          <a:pt x="79" y="73"/>
                        </a:lnTo>
                        <a:lnTo>
                          <a:pt x="100" y="70"/>
                        </a:lnTo>
                        <a:lnTo>
                          <a:pt x="116" y="68"/>
                        </a:lnTo>
                        <a:lnTo>
                          <a:pt x="128" y="65"/>
                        </a:lnTo>
                        <a:lnTo>
                          <a:pt x="138" y="63"/>
                        </a:lnTo>
                        <a:lnTo>
                          <a:pt x="149" y="59"/>
                        </a:lnTo>
                        <a:lnTo>
                          <a:pt x="157" y="57"/>
                        </a:lnTo>
                        <a:lnTo>
                          <a:pt x="161" y="56"/>
                        </a:lnTo>
                        <a:lnTo>
                          <a:pt x="163" y="56"/>
                        </a:lnTo>
                        <a:lnTo>
                          <a:pt x="162" y="58"/>
                        </a:lnTo>
                        <a:lnTo>
                          <a:pt x="161" y="61"/>
                        </a:lnTo>
                        <a:lnTo>
                          <a:pt x="158" y="64"/>
                        </a:lnTo>
                        <a:lnTo>
                          <a:pt x="150" y="68"/>
                        </a:lnTo>
                        <a:lnTo>
                          <a:pt x="142" y="72"/>
                        </a:lnTo>
                        <a:lnTo>
                          <a:pt x="133" y="75"/>
                        </a:lnTo>
                        <a:lnTo>
                          <a:pt x="121" y="79"/>
                        </a:lnTo>
                        <a:lnTo>
                          <a:pt x="107" y="83"/>
                        </a:lnTo>
                        <a:lnTo>
                          <a:pt x="86" y="87"/>
                        </a:lnTo>
                        <a:lnTo>
                          <a:pt x="71" y="89"/>
                        </a:lnTo>
                        <a:lnTo>
                          <a:pt x="58" y="90"/>
                        </a:lnTo>
                        <a:lnTo>
                          <a:pt x="37" y="91"/>
                        </a:lnTo>
                        <a:lnTo>
                          <a:pt x="58" y="94"/>
                        </a:lnTo>
                        <a:lnTo>
                          <a:pt x="74" y="95"/>
                        </a:lnTo>
                        <a:lnTo>
                          <a:pt x="88" y="95"/>
                        </a:lnTo>
                        <a:lnTo>
                          <a:pt x="103" y="95"/>
                        </a:lnTo>
                        <a:lnTo>
                          <a:pt x="118" y="93"/>
                        </a:lnTo>
                        <a:lnTo>
                          <a:pt x="129" y="91"/>
                        </a:lnTo>
                        <a:lnTo>
                          <a:pt x="138" y="88"/>
                        </a:lnTo>
                        <a:lnTo>
                          <a:pt x="153" y="84"/>
                        </a:lnTo>
                        <a:lnTo>
                          <a:pt x="155" y="84"/>
                        </a:lnTo>
                        <a:lnTo>
                          <a:pt x="157" y="85"/>
                        </a:lnTo>
                        <a:lnTo>
                          <a:pt x="157" y="88"/>
                        </a:lnTo>
                        <a:lnTo>
                          <a:pt x="155" y="90"/>
                        </a:lnTo>
                        <a:lnTo>
                          <a:pt x="151" y="93"/>
                        </a:lnTo>
                        <a:lnTo>
                          <a:pt x="146" y="96"/>
                        </a:lnTo>
                        <a:lnTo>
                          <a:pt x="137" y="100"/>
                        </a:lnTo>
                        <a:lnTo>
                          <a:pt x="128" y="104"/>
                        </a:lnTo>
                        <a:lnTo>
                          <a:pt x="119" y="106"/>
                        </a:lnTo>
                        <a:lnTo>
                          <a:pt x="109" y="108"/>
                        </a:lnTo>
                        <a:lnTo>
                          <a:pt x="100" y="109"/>
                        </a:lnTo>
                        <a:lnTo>
                          <a:pt x="88" y="110"/>
                        </a:lnTo>
                        <a:lnTo>
                          <a:pt x="74" y="111"/>
                        </a:lnTo>
                        <a:lnTo>
                          <a:pt x="61" y="111"/>
                        </a:lnTo>
                        <a:lnTo>
                          <a:pt x="40" y="111"/>
                        </a:lnTo>
                        <a:lnTo>
                          <a:pt x="51" y="114"/>
                        </a:lnTo>
                        <a:lnTo>
                          <a:pt x="62" y="117"/>
                        </a:lnTo>
                        <a:lnTo>
                          <a:pt x="73" y="118"/>
                        </a:lnTo>
                        <a:lnTo>
                          <a:pt x="83" y="118"/>
                        </a:lnTo>
                        <a:lnTo>
                          <a:pt x="93" y="119"/>
                        </a:lnTo>
                        <a:lnTo>
                          <a:pt x="104" y="118"/>
                        </a:lnTo>
                        <a:lnTo>
                          <a:pt x="112" y="118"/>
                        </a:lnTo>
                        <a:lnTo>
                          <a:pt x="121" y="117"/>
                        </a:lnTo>
                        <a:lnTo>
                          <a:pt x="132" y="114"/>
                        </a:lnTo>
                        <a:lnTo>
                          <a:pt x="140" y="113"/>
                        </a:lnTo>
                        <a:lnTo>
                          <a:pt x="143" y="113"/>
                        </a:lnTo>
                        <a:lnTo>
                          <a:pt x="143" y="115"/>
                        </a:lnTo>
                        <a:lnTo>
                          <a:pt x="143" y="117"/>
                        </a:lnTo>
                        <a:lnTo>
                          <a:pt x="140" y="119"/>
                        </a:lnTo>
                        <a:lnTo>
                          <a:pt x="137" y="122"/>
                        </a:lnTo>
                        <a:lnTo>
                          <a:pt x="133" y="123"/>
                        </a:lnTo>
                        <a:lnTo>
                          <a:pt x="128" y="125"/>
                        </a:lnTo>
                        <a:lnTo>
                          <a:pt x="121" y="127"/>
                        </a:lnTo>
                        <a:lnTo>
                          <a:pt x="105" y="129"/>
                        </a:lnTo>
                        <a:lnTo>
                          <a:pt x="91" y="130"/>
                        </a:lnTo>
                        <a:lnTo>
                          <a:pt x="62" y="132"/>
                        </a:lnTo>
                        <a:lnTo>
                          <a:pt x="99" y="134"/>
                        </a:lnTo>
                        <a:lnTo>
                          <a:pt x="107" y="134"/>
                        </a:lnTo>
                        <a:lnTo>
                          <a:pt x="110" y="135"/>
                        </a:lnTo>
                        <a:lnTo>
                          <a:pt x="112" y="136"/>
                        </a:lnTo>
                        <a:lnTo>
                          <a:pt x="112" y="139"/>
                        </a:lnTo>
                        <a:lnTo>
                          <a:pt x="114" y="140"/>
                        </a:lnTo>
                        <a:lnTo>
                          <a:pt x="118" y="141"/>
                        </a:lnTo>
                        <a:lnTo>
                          <a:pt x="126" y="138"/>
                        </a:lnTo>
                        <a:lnTo>
                          <a:pt x="132" y="135"/>
                        </a:lnTo>
                        <a:lnTo>
                          <a:pt x="137" y="133"/>
                        </a:lnTo>
                        <a:lnTo>
                          <a:pt x="141" y="130"/>
                        </a:lnTo>
                        <a:lnTo>
                          <a:pt x="145" y="126"/>
                        </a:lnTo>
                        <a:lnTo>
                          <a:pt x="159" y="111"/>
                        </a:lnTo>
                        <a:lnTo>
                          <a:pt x="169" y="99"/>
                        </a:lnTo>
                        <a:lnTo>
                          <a:pt x="173" y="92"/>
                        </a:lnTo>
                        <a:lnTo>
                          <a:pt x="174" y="89"/>
                        </a:lnTo>
                        <a:lnTo>
                          <a:pt x="174" y="88"/>
                        </a:lnTo>
                        <a:lnTo>
                          <a:pt x="174" y="85"/>
                        </a:lnTo>
                        <a:lnTo>
                          <a:pt x="172" y="83"/>
                        </a:lnTo>
                        <a:lnTo>
                          <a:pt x="171" y="81"/>
                        </a:lnTo>
                        <a:lnTo>
                          <a:pt x="170" y="79"/>
                        </a:lnTo>
                        <a:lnTo>
                          <a:pt x="171" y="76"/>
                        </a:lnTo>
                        <a:lnTo>
                          <a:pt x="172" y="74"/>
                        </a:lnTo>
                        <a:lnTo>
                          <a:pt x="174" y="72"/>
                        </a:lnTo>
                        <a:lnTo>
                          <a:pt x="175" y="70"/>
                        </a:lnTo>
                        <a:lnTo>
                          <a:pt x="177" y="68"/>
                        </a:lnTo>
                        <a:lnTo>
                          <a:pt x="179" y="66"/>
                        </a:lnTo>
                        <a:lnTo>
                          <a:pt x="179" y="63"/>
                        </a:lnTo>
                        <a:lnTo>
                          <a:pt x="177" y="60"/>
                        </a:lnTo>
                        <a:lnTo>
                          <a:pt x="175" y="58"/>
                        </a:lnTo>
                        <a:lnTo>
                          <a:pt x="174" y="56"/>
                        </a:lnTo>
                        <a:lnTo>
                          <a:pt x="172" y="54"/>
                        </a:lnTo>
                        <a:lnTo>
                          <a:pt x="171" y="52"/>
                        </a:lnTo>
                        <a:lnTo>
                          <a:pt x="172" y="50"/>
                        </a:lnTo>
                        <a:lnTo>
                          <a:pt x="174" y="47"/>
                        </a:lnTo>
                        <a:lnTo>
                          <a:pt x="177" y="45"/>
                        </a:lnTo>
                        <a:lnTo>
                          <a:pt x="177" y="42"/>
                        </a:lnTo>
                        <a:lnTo>
                          <a:pt x="177" y="39"/>
                        </a:lnTo>
                        <a:lnTo>
                          <a:pt x="176" y="36"/>
                        </a:lnTo>
                        <a:lnTo>
                          <a:pt x="174" y="34"/>
                        </a:lnTo>
                        <a:lnTo>
                          <a:pt x="173" y="32"/>
                        </a:lnTo>
                        <a:lnTo>
                          <a:pt x="172" y="30"/>
                        </a:lnTo>
                        <a:lnTo>
                          <a:pt x="172" y="27"/>
                        </a:lnTo>
                        <a:lnTo>
                          <a:pt x="174" y="24"/>
                        </a:lnTo>
                        <a:lnTo>
                          <a:pt x="175" y="23"/>
                        </a:lnTo>
                        <a:lnTo>
                          <a:pt x="177" y="21"/>
                        </a:lnTo>
                        <a:lnTo>
                          <a:pt x="179" y="18"/>
                        </a:lnTo>
                        <a:lnTo>
                          <a:pt x="179" y="16"/>
                        </a:lnTo>
                        <a:lnTo>
                          <a:pt x="178" y="14"/>
                        </a:lnTo>
                        <a:lnTo>
                          <a:pt x="176" y="12"/>
                        </a:lnTo>
                        <a:lnTo>
                          <a:pt x="174" y="9"/>
                        </a:lnTo>
                        <a:lnTo>
                          <a:pt x="173" y="6"/>
                        </a:lnTo>
                        <a:lnTo>
                          <a:pt x="173" y="0"/>
                        </a:lnTo>
                        <a:lnTo>
                          <a:pt x="155" y="10"/>
                        </a:lnTo>
                        <a:lnTo>
                          <a:pt x="143" y="14"/>
                        </a:lnTo>
                        <a:lnTo>
                          <a:pt x="131" y="17"/>
                        </a:lnTo>
                        <a:lnTo>
                          <a:pt x="116" y="21"/>
                        </a:lnTo>
                        <a:lnTo>
                          <a:pt x="102" y="23"/>
                        </a:lnTo>
                        <a:lnTo>
                          <a:pt x="89" y="25"/>
                        </a:lnTo>
                        <a:lnTo>
                          <a:pt x="71" y="27"/>
                        </a:lnTo>
                      </a:path>
                    </a:pathLst>
                  </a:custGeom>
                  <a:solidFill>
                    <a:srgbClr val="FFA04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nvGrpSpPr>
              <p:cNvPr id="189627" name="Group 187">
                <a:extLst>
                  <a:ext uri="{FF2B5EF4-FFF2-40B4-BE49-F238E27FC236}">
                    <a16:creationId xmlns:a16="http://schemas.microsoft.com/office/drawing/2014/main" id="{9F7A5337-EE32-4B46-973C-4014B756C05A}"/>
                  </a:ext>
                </a:extLst>
              </p:cNvPr>
              <p:cNvGrpSpPr>
                <a:grpSpLocks/>
              </p:cNvGrpSpPr>
              <p:nvPr/>
            </p:nvGrpSpPr>
            <p:grpSpPr bwMode="auto">
              <a:xfrm>
                <a:off x="3248" y="1816"/>
                <a:ext cx="54" cy="90"/>
                <a:chOff x="3248" y="1816"/>
                <a:chExt cx="54" cy="90"/>
              </a:xfrm>
            </p:grpSpPr>
            <p:sp>
              <p:nvSpPr>
                <p:cNvPr id="189628" name="Freeform 188">
                  <a:extLst>
                    <a:ext uri="{FF2B5EF4-FFF2-40B4-BE49-F238E27FC236}">
                      <a16:creationId xmlns:a16="http://schemas.microsoft.com/office/drawing/2014/main" id="{B913E301-09CA-4E1B-AF73-11288F7DDC34}"/>
                    </a:ext>
                  </a:extLst>
                </p:cNvPr>
                <p:cNvSpPr>
                  <a:spLocks/>
                </p:cNvSpPr>
                <p:nvPr/>
              </p:nvSpPr>
              <p:spPr bwMode="auto">
                <a:xfrm>
                  <a:off x="3258" y="1840"/>
                  <a:ext cx="42" cy="17"/>
                </a:xfrm>
                <a:custGeom>
                  <a:avLst/>
                  <a:gdLst>
                    <a:gd name="T0" fmla="*/ 41 w 42"/>
                    <a:gd name="T1" fmla="*/ 2 h 17"/>
                    <a:gd name="T2" fmla="*/ 37 w 42"/>
                    <a:gd name="T3" fmla="*/ 0 h 17"/>
                    <a:gd name="T4" fmla="*/ 24 w 42"/>
                    <a:gd name="T5" fmla="*/ 5 h 17"/>
                    <a:gd name="T6" fmla="*/ 12 w 42"/>
                    <a:gd name="T7" fmla="*/ 10 h 17"/>
                    <a:gd name="T8" fmla="*/ 0 w 42"/>
                    <a:gd name="T9" fmla="*/ 13 h 17"/>
                    <a:gd name="T10" fmla="*/ 2 w 42"/>
                    <a:gd name="T11" fmla="*/ 16 h 17"/>
                    <a:gd name="T12" fmla="*/ 10 w 42"/>
                    <a:gd name="T13" fmla="*/ 16 h 17"/>
                    <a:gd name="T14" fmla="*/ 21 w 42"/>
                    <a:gd name="T15" fmla="*/ 14 h 17"/>
                    <a:gd name="T16" fmla="*/ 32 w 42"/>
                    <a:gd name="T17" fmla="*/ 8 h 17"/>
                    <a:gd name="T18" fmla="*/ 41 w 42"/>
                    <a:gd name="T19" fmla="*/ 2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2" h="17">
                      <a:moveTo>
                        <a:pt x="41" y="2"/>
                      </a:moveTo>
                      <a:lnTo>
                        <a:pt x="37" y="0"/>
                      </a:lnTo>
                      <a:lnTo>
                        <a:pt x="24" y="5"/>
                      </a:lnTo>
                      <a:lnTo>
                        <a:pt x="12" y="10"/>
                      </a:lnTo>
                      <a:lnTo>
                        <a:pt x="0" y="13"/>
                      </a:lnTo>
                      <a:lnTo>
                        <a:pt x="2" y="16"/>
                      </a:lnTo>
                      <a:lnTo>
                        <a:pt x="10" y="16"/>
                      </a:lnTo>
                      <a:lnTo>
                        <a:pt x="21" y="14"/>
                      </a:lnTo>
                      <a:lnTo>
                        <a:pt x="32" y="8"/>
                      </a:lnTo>
                      <a:lnTo>
                        <a:pt x="41" y="2"/>
                      </a:lnTo>
                    </a:path>
                  </a:pathLst>
                </a:custGeom>
                <a:solidFill>
                  <a:srgbClr val="FFE0C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9629" name="Freeform 189">
                  <a:extLst>
                    <a:ext uri="{FF2B5EF4-FFF2-40B4-BE49-F238E27FC236}">
                      <a16:creationId xmlns:a16="http://schemas.microsoft.com/office/drawing/2014/main" id="{848F9276-EFD0-4625-AECC-B67A7527A7B5}"/>
                    </a:ext>
                  </a:extLst>
                </p:cNvPr>
                <p:cNvSpPr>
                  <a:spLocks/>
                </p:cNvSpPr>
                <p:nvPr/>
              </p:nvSpPr>
              <p:spPr bwMode="auto">
                <a:xfrm>
                  <a:off x="3266" y="1863"/>
                  <a:ext cx="36" cy="17"/>
                </a:xfrm>
                <a:custGeom>
                  <a:avLst/>
                  <a:gdLst>
                    <a:gd name="T0" fmla="*/ 35 w 36"/>
                    <a:gd name="T1" fmla="*/ 2 h 17"/>
                    <a:gd name="T2" fmla="*/ 33 w 36"/>
                    <a:gd name="T3" fmla="*/ 0 h 17"/>
                    <a:gd name="T4" fmla="*/ 21 w 36"/>
                    <a:gd name="T5" fmla="*/ 6 h 17"/>
                    <a:gd name="T6" fmla="*/ 11 w 36"/>
                    <a:gd name="T7" fmla="*/ 10 h 17"/>
                    <a:gd name="T8" fmla="*/ 0 w 36"/>
                    <a:gd name="T9" fmla="*/ 13 h 17"/>
                    <a:gd name="T10" fmla="*/ 2 w 36"/>
                    <a:gd name="T11" fmla="*/ 16 h 17"/>
                    <a:gd name="T12" fmla="*/ 10 w 36"/>
                    <a:gd name="T13" fmla="*/ 16 h 17"/>
                    <a:gd name="T14" fmla="*/ 18 w 36"/>
                    <a:gd name="T15" fmla="*/ 14 h 17"/>
                    <a:gd name="T16" fmla="*/ 26 w 36"/>
                    <a:gd name="T17" fmla="*/ 9 h 17"/>
                    <a:gd name="T18" fmla="*/ 35 w 36"/>
                    <a:gd name="T19" fmla="*/ 2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6" h="17">
                      <a:moveTo>
                        <a:pt x="35" y="2"/>
                      </a:moveTo>
                      <a:lnTo>
                        <a:pt x="33" y="0"/>
                      </a:lnTo>
                      <a:lnTo>
                        <a:pt x="21" y="6"/>
                      </a:lnTo>
                      <a:lnTo>
                        <a:pt x="11" y="10"/>
                      </a:lnTo>
                      <a:lnTo>
                        <a:pt x="0" y="13"/>
                      </a:lnTo>
                      <a:lnTo>
                        <a:pt x="2" y="16"/>
                      </a:lnTo>
                      <a:lnTo>
                        <a:pt x="10" y="16"/>
                      </a:lnTo>
                      <a:lnTo>
                        <a:pt x="18" y="14"/>
                      </a:lnTo>
                      <a:lnTo>
                        <a:pt x="26" y="9"/>
                      </a:lnTo>
                      <a:lnTo>
                        <a:pt x="35" y="2"/>
                      </a:lnTo>
                    </a:path>
                  </a:pathLst>
                </a:custGeom>
                <a:solidFill>
                  <a:srgbClr val="FFE0C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9630" name="Freeform 190">
                  <a:extLst>
                    <a:ext uri="{FF2B5EF4-FFF2-40B4-BE49-F238E27FC236}">
                      <a16:creationId xmlns:a16="http://schemas.microsoft.com/office/drawing/2014/main" id="{2E6A706F-D147-4C12-9145-762DF5CB99C8}"/>
                    </a:ext>
                  </a:extLst>
                </p:cNvPr>
                <p:cNvSpPr>
                  <a:spLocks/>
                </p:cNvSpPr>
                <p:nvPr/>
              </p:nvSpPr>
              <p:spPr bwMode="auto">
                <a:xfrm>
                  <a:off x="3263" y="1889"/>
                  <a:ext cx="38" cy="17"/>
                </a:xfrm>
                <a:custGeom>
                  <a:avLst/>
                  <a:gdLst>
                    <a:gd name="T0" fmla="*/ 37 w 38"/>
                    <a:gd name="T1" fmla="*/ 2 h 17"/>
                    <a:gd name="T2" fmla="*/ 34 w 38"/>
                    <a:gd name="T3" fmla="*/ 0 h 17"/>
                    <a:gd name="T4" fmla="*/ 23 w 38"/>
                    <a:gd name="T5" fmla="*/ 6 h 17"/>
                    <a:gd name="T6" fmla="*/ 12 w 38"/>
                    <a:gd name="T7" fmla="*/ 10 h 17"/>
                    <a:gd name="T8" fmla="*/ 0 w 38"/>
                    <a:gd name="T9" fmla="*/ 13 h 17"/>
                    <a:gd name="T10" fmla="*/ 2 w 38"/>
                    <a:gd name="T11" fmla="*/ 16 h 17"/>
                    <a:gd name="T12" fmla="*/ 10 w 38"/>
                    <a:gd name="T13" fmla="*/ 15 h 17"/>
                    <a:gd name="T14" fmla="*/ 20 w 38"/>
                    <a:gd name="T15" fmla="*/ 13 h 17"/>
                    <a:gd name="T16" fmla="*/ 30 w 38"/>
                    <a:gd name="T17" fmla="*/ 8 h 17"/>
                    <a:gd name="T18" fmla="*/ 37 w 38"/>
                    <a:gd name="T19" fmla="*/ 2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8" h="17">
                      <a:moveTo>
                        <a:pt x="37" y="2"/>
                      </a:moveTo>
                      <a:lnTo>
                        <a:pt x="34" y="0"/>
                      </a:lnTo>
                      <a:lnTo>
                        <a:pt x="23" y="6"/>
                      </a:lnTo>
                      <a:lnTo>
                        <a:pt x="12" y="10"/>
                      </a:lnTo>
                      <a:lnTo>
                        <a:pt x="0" y="13"/>
                      </a:lnTo>
                      <a:lnTo>
                        <a:pt x="2" y="16"/>
                      </a:lnTo>
                      <a:lnTo>
                        <a:pt x="10" y="15"/>
                      </a:lnTo>
                      <a:lnTo>
                        <a:pt x="20" y="13"/>
                      </a:lnTo>
                      <a:lnTo>
                        <a:pt x="30" y="8"/>
                      </a:lnTo>
                      <a:lnTo>
                        <a:pt x="37" y="2"/>
                      </a:lnTo>
                    </a:path>
                  </a:pathLst>
                </a:custGeom>
                <a:solidFill>
                  <a:srgbClr val="FFE0C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9631" name="Freeform 191">
                  <a:extLst>
                    <a:ext uri="{FF2B5EF4-FFF2-40B4-BE49-F238E27FC236}">
                      <a16:creationId xmlns:a16="http://schemas.microsoft.com/office/drawing/2014/main" id="{5E75B055-7AC9-4855-BEEA-FC3CED6002DE}"/>
                    </a:ext>
                  </a:extLst>
                </p:cNvPr>
                <p:cNvSpPr>
                  <a:spLocks/>
                </p:cNvSpPr>
                <p:nvPr/>
              </p:nvSpPr>
              <p:spPr bwMode="auto">
                <a:xfrm>
                  <a:off x="3248" y="1816"/>
                  <a:ext cx="43" cy="17"/>
                </a:xfrm>
                <a:custGeom>
                  <a:avLst/>
                  <a:gdLst>
                    <a:gd name="T0" fmla="*/ 42 w 43"/>
                    <a:gd name="T1" fmla="*/ 2 h 17"/>
                    <a:gd name="T2" fmla="*/ 37 w 43"/>
                    <a:gd name="T3" fmla="*/ 0 h 17"/>
                    <a:gd name="T4" fmla="*/ 23 w 43"/>
                    <a:gd name="T5" fmla="*/ 5 h 17"/>
                    <a:gd name="T6" fmla="*/ 12 w 43"/>
                    <a:gd name="T7" fmla="*/ 9 h 17"/>
                    <a:gd name="T8" fmla="*/ 0 w 43"/>
                    <a:gd name="T9" fmla="*/ 12 h 17"/>
                    <a:gd name="T10" fmla="*/ 2 w 43"/>
                    <a:gd name="T11" fmla="*/ 16 h 17"/>
                    <a:gd name="T12" fmla="*/ 10 w 43"/>
                    <a:gd name="T13" fmla="*/ 15 h 17"/>
                    <a:gd name="T14" fmla="*/ 20 w 43"/>
                    <a:gd name="T15" fmla="*/ 13 h 17"/>
                    <a:gd name="T16" fmla="*/ 31 w 43"/>
                    <a:gd name="T17" fmla="*/ 9 h 17"/>
                    <a:gd name="T18" fmla="*/ 42 w 43"/>
                    <a:gd name="T19" fmla="*/ 2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3" h="17">
                      <a:moveTo>
                        <a:pt x="42" y="2"/>
                      </a:moveTo>
                      <a:lnTo>
                        <a:pt x="37" y="0"/>
                      </a:lnTo>
                      <a:lnTo>
                        <a:pt x="23" y="5"/>
                      </a:lnTo>
                      <a:lnTo>
                        <a:pt x="12" y="9"/>
                      </a:lnTo>
                      <a:lnTo>
                        <a:pt x="0" y="12"/>
                      </a:lnTo>
                      <a:lnTo>
                        <a:pt x="2" y="16"/>
                      </a:lnTo>
                      <a:lnTo>
                        <a:pt x="10" y="15"/>
                      </a:lnTo>
                      <a:lnTo>
                        <a:pt x="20" y="13"/>
                      </a:lnTo>
                      <a:lnTo>
                        <a:pt x="31" y="9"/>
                      </a:lnTo>
                      <a:lnTo>
                        <a:pt x="42" y="2"/>
                      </a:lnTo>
                    </a:path>
                  </a:pathLst>
                </a:custGeom>
                <a:solidFill>
                  <a:srgbClr val="FFE0C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sp>
          <p:nvSpPr>
            <p:cNvPr id="189632" name="Freeform 192">
              <a:extLst>
                <a:ext uri="{FF2B5EF4-FFF2-40B4-BE49-F238E27FC236}">
                  <a16:creationId xmlns:a16="http://schemas.microsoft.com/office/drawing/2014/main" id="{A1E66729-5A29-4D26-A971-5B69F1752CAD}"/>
                </a:ext>
              </a:extLst>
            </p:cNvPr>
            <p:cNvSpPr>
              <a:spLocks/>
            </p:cNvSpPr>
            <p:nvPr/>
          </p:nvSpPr>
          <p:spPr bwMode="auto">
            <a:xfrm>
              <a:off x="3497" y="1248"/>
              <a:ext cx="277" cy="333"/>
            </a:xfrm>
            <a:custGeom>
              <a:avLst/>
              <a:gdLst>
                <a:gd name="T0" fmla="*/ 353 w 494"/>
                <a:gd name="T1" fmla="*/ 572 h 594"/>
                <a:gd name="T2" fmla="*/ 357 w 494"/>
                <a:gd name="T3" fmla="*/ 567 h 594"/>
                <a:gd name="T4" fmla="*/ 359 w 494"/>
                <a:gd name="T5" fmla="*/ 563 h 594"/>
                <a:gd name="T6" fmla="*/ 362 w 494"/>
                <a:gd name="T7" fmla="*/ 550 h 594"/>
                <a:gd name="T8" fmla="*/ 381 w 494"/>
                <a:gd name="T9" fmla="*/ 454 h 594"/>
                <a:gd name="T10" fmla="*/ 395 w 494"/>
                <a:gd name="T11" fmla="*/ 420 h 594"/>
                <a:gd name="T12" fmla="*/ 408 w 494"/>
                <a:gd name="T13" fmla="*/ 396 h 594"/>
                <a:gd name="T14" fmla="*/ 433 w 494"/>
                <a:gd name="T15" fmla="*/ 360 h 594"/>
                <a:gd name="T16" fmla="*/ 458 w 494"/>
                <a:gd name="T17" fmla="*/ 324 h 594"/>
                <a:gd name="T18" fmla="*/ 476 w 494"/>
                <a:gd name="T19" fmla="*/ 291 h 594"/>
                <a:gd name="T20" fmla="*/ 487 w 494"/>
                <a:gd name="T21" fmla="*/ 258 h 594"/>
                <a:gd name="T22" fmla="*/ 493 w 494"/>
                <a:gd name="T23" fmla="*/ 216 h 594"/>
                <a:gd name="T24" fmla="*/ 489 w 494"/>
                <a:gd name="T25" fmla="*/ 178 h 594"/>
                <a:gd name="T26" fmla="*/ 478 w 494"/>
                <a:gd name="T27" fmla="*/ 141 h 594"/>
                <a:gd name="T28" fmla="*/ 461 w 494"/>
                <a:gd name="T29" fmla="*/ 107 h 594"/>
                <a:gd name="T30" fmla="*/ 431 w 494"/>
                <a:gd name="T31" fmla="*/ 72 h 594"/>
                <a:gd name="T32" fmla="*/ 399 w 494"/>
                <a:gd name="T33" fmla="*/ 47 h 594"/>
                <a:gd name="T34" fmla="*/ 359 w 494"/>
                <a:gd name="T35" fmla="*/ 24 h 594"/>
                <a:gd name="T36" fmla="*/ 311 w 494"/>
                <a:gd name="T37" fmla="*/ 7 h 594"/>
                <a:gd name="T38" fmla="*/ 272 w 494"/>
                <a:gd name="T39" fmla="*/ 0 h 594"/>
                <a:gd name="T40" fmla="*/ 228 w 494"/>
                <a:gd name="T41" fmla="*/ 0 h 594"/>
                <a:gd name="T42" fmla="*/ 190 w 494"/>
                <a:gd name="T43" fmla="*/ 5 h 594"/>
                <a:gd name="T44" fmla="*/ 153 w 494"/>
                <a:gd name="T45" fmla="*/ 15 h 594"/>
                <a:gd name="T46" fmla="*/ 121 w 494"/>
                <a:gd name="T47" fmla="*/ 29 h 594"/>
                <a:gd name="T48" fmla="*/ 88 w 494"/>
                <a:gd name="T49" fmla="*/ 49 h 594"/>
                <a:gd name="T50" fmla="*/ 59 w 494"/>
                <a:gd name="T51" fmla="*/ 73 h 594"/>
                <a:gd name="T52" fmla="*/ 34 w 494"/>
                <a:gd name="T53" fmla="*/ 100 h 594"/>
                <a:gd name="T54" fmla="*/ 12 w 494"/>
                <a:gd name="T55" fmla="*/ 139 h 594"/>
                <a:gd name="T56" fmla="*/ 1 w 494"/>
                <a:gd name="T57" fmla="*/ 179 h 594"/>
                <a:gd name="T58" fmla="*/ 0 w 494"/>
                <a:gd name="T59" fmla="*/ 214 h 594"/>
                <a:gd name="T60" fmla="*/ 3 w 494"/>
                <a:gd name="T61" fmla="*/ 252 h 594"/>
                <a:gd name="T62" fmla="*/ 14 w 494"/>
                <a:gd name="T63" fmla="*/ 290 h 594"/>
                <a:gd name="T64" fmla="*/ 34 w 494"/>
                <a:gd name="T65" fmla="*/ 326 h 594"/>
                <a:gd name="T66" fmla="*/ 58 w 494"/>
                <a:gd name="T67" fmla="*/ 361 h 594"/>
                <a:gd name="T68" fmla="*/ 90 w 494"/>
                <a:gd name="T69" fmla="*/ 409 h 594"/>
                <a:gd name="T70" fmla="*/ 104 w 494"/>
                <a:gd name="T71" fmla="*/ 436 h 594"/>
                <a:gd name="T72" fmla="*/ 114 w 494"/>
                <a:gd name="T73" fmla="*/ 467 h 594"/>
                <a:gd name="T74" fmla="*/ 121 w 494"/>
                <a:gd name="T75" fmla="*/ 511 h 594"/>
                <a:gd name="T76" fmla="*/ 128 w 494"/>
                <a:gd name="T77" fmla="*/ 549 h 594"/>
                <a:gd name="T78" fmla="*/ 132 w 494"/>
                <a:gd name="T79" fmla="*/ 564 h 594"/>
                <a:gd name="T80" fmla="*/ 134 w 494"/>
                <a:gd name="T81" fmla="*/ 567 h 594"/>
                <a:gd name="T82" fmla="*/ 140 w 494"/>
                <a:gd name="T83" fmla="*/ 573 h 594"/>
                <a:gd name="T84" fmla="*/ 154 w 494"/>
                <a:gd name="T85" fmla="*/ 580 h 594"/>
                <a:gd name="T86" fmla="*/ 171 w 494"/>
                <a:gd name="T87" fmla="*/ 585 h 594"/>
                <a:gd name="T88" fmla="*/ 190 w 494"/>
                <a:gd name="T89" fmla="*/ 589 h 594"/>
                <a:gd name="T90" fmla="*/ 209 w 494"/>
                <a:gd name="T91" fmla="*/ 591 h 594"/>
                <a:gd name="T92" fmla="*/ 228 w 494"/>
                <a:gd name="T93" fmla="*/ 592 h 594"/>
                <a:gd name="T94" fmla="*/ 245 w 494"/>
                <a:gd name="T95" fmla="*/ 593 h 594"/>
                <a:gd name="T96" fmla="*/ 265 w 494"/>
                <a:gd name="T97" fmla="*/ 592 h 594"/>
                <a:gd name="T98" fmla="*/ 284 w 494"/>
                <a:gd name="T99" fmla="*/ 591 h 594"/>
                <a:gd name="T100" fmla="*/ 302 w 494"/>
                <a:gd name="T101" fmla="*/ 588 h 594"/>
                <a:gd name="T102" fmla="*/ 319 w 494"/>
                <a:gd name="T103" fmla="*/ 585 h 594"/>
                <a:gd name="T104" fmla="*/ 335 w 494"/>
                <a:gd name="T105" fmla="*/ 580 h 5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494" h="594">
                  <a:moveTo>
                    <a:pt x="345" y="577"/>
                  </a:moveTo>
                  <a:lnTo>
                    <a:pt x="349" y="574"/>
                  </a:lnTo>
                  <a:lnTo>
                    <a:pt x="353" y="572"/>
                  </a:lnTo>
                  <a:lnTo>
                    <a:pt x="354" y="570"/>
                  </a:lnTo>
                  <a:lnTo>
                    <a:pt x="356" y="568"/>
                  </a:lnTo>
                  <a:lnTo>
                    <a:pt x="357" y="567"/>
                  </a:lnTo>
                  <a:lnTo>
                    <a:pt x="358" y="566"/>
                  </a:lnTo>
                  <a:lnTo>
                    <a:pt x="358" y="565"/>
                  </a:lnTo>
                  <a:lnTo>
                    <a:pt x="359" y="563"/>
                  </a:lnTo>
                  <a:lnTo>
                    <a:pt x="360" y="561"/>
                  </a:lnTo>
                  <a:lnTo>
                    <a:pt x="360" y="559"/>
                  </a:lnTo>
                  <a:lnTo>
                    <a:pt x="362" y="550"/>
                  </a:lnTo>
                  <a:lnTo>
                    <a:pt x="376" y="473"/>
                  </a:lnTo>
                  <a:lnTo>
                    <a:pt x="379" y="462"/>
                  </a:lnTo>
                  <a:lnTo>
                    <a:pt x="381" y="454"/>
                  </a:lnTo>
                  <a:lnTo>
                    <a:pt x="385" y="443"/>
                  </a:lnTo>
                  <a:lnTo>
                    <a:pt x="390" y="431"/>
                  </a:lnTo>
                  <a:lnTo>
                    <a:pt x="395" y="420"/>
                  </a:lnTo>
                  <a:lnTo>
                    <a:pt x="400" y="411"/>
                  </a:lnTo>
                  <a:lnTo>
                    <a:pt x="404" y="403"/>
                  </a:lnTo>
                  <a:lnTo>
                    <a:pt x="408" y="396"/>
                  </a:lnTo>
                  <a:lnTo>
                    <a:pt x="416" y="383"/>
                  </a:lnTo>
                  <a:lnTo>
                    <a:pt x="424" y="371"/>
                  </a:lnTo>
                  <a:lnTo>
                    <a:pt x="433" y="360"/>
                  </a:lnTo>
                  <a:lnTo>
                    <a:pt x="439" y="351"/>
                  </a:lnTo>
                  <a:lnTo>
                    <a:pt x="451" y="335"/>
                  </a:lnTo>
                  <a:lnTo>
                    <a:pt x="458" y="324"/>
                  </a:lnTo>
                  <a:lnTo>
                    <a:pt x="465" y="314"/>
                  </a:lnTo>
                  <a:lnTo>
                    <a:pt x="470" y="304"/>
                  </a:lnTo>
                  <a:lnTo>
                    <a:pt x="476" y="291"/>
                  </a:lnTo>
                  <a:lnTo>
                    <a:pt x="480" y="280"/>
                  </a:lnTo>
                  <a:lnTo>
                    <a:pt x="484" y="268"/>
                  </a:lnTo>
                  <a:lnTo>
                    <a:pt x="487" y="258"/>
                  </a:lnTo>
                  <a:lnTo>
                    <a:pt x="490" y="247"/>
                  </a:lnTo>
                  <a:lnTo>
                    <a:pt x="492" y="232"/>
                  </a:lnTo>
                  <a:lnTo>
                    <a:pt x="493" y="216"/>
                  </a:lnTo>
                  <a:lnTo>
                    <a:pt x="493" y="201"/>
                  </a:lnTo>
                  <a:lnTo>
                    <a:pt x="491" y="189"/>
                  </a:lnTo>
                  <a:lnTo>
                    <a:pt x="489" y="178"/>
                  </a:lnTo>
                  <a:lnTo>
                    <a:pt x="487" y="167"/>
                  </a:lnTo>
                  <a:lnTo>
                    <a:pt x="483" y="154"/>
                  </a:lnTo>
                  <a:lnTo>
                    <a:pt x="478" y="141"/>
                  </a:lnTo>
                  <a:lnTo>
                    <a:pt x="473" y="129"/>
                  </a:lnTo>
                  <a:lnTo>
                    <a:pt x="468" y="117"/>
                  </a:lnTo>
                  <a:lnTo>
                    <a:pt x="461" y="107"/>
                  </a:lnTo>
                  <a:lnTo>
                    <a:pt x="451" y="94"/>
                  </a:lnTo>
                  <a:lnTo>
                    <a:pt x="441" y="82"/>
                  </a:lnTo>
                  <a:lnTo>
                    <a:pt x="431" y="72"/>
                  </a:lnTo>
                  <a:lnTo>
                    <a:pt x="421" y="63"/>
                  </a:lnTo>
                  <a:lnTo>
                    <a:pt x="411" y="55"/>
                  </a:lnTo>
                  <a:lnTo>
                    <a:pt x="399" y="47"/>
                  </a:lnTo>
                  <a:lnTo>
                    <a:pt x="388" y="39"/>
                  </a:lnTo>
                  <a:lnTo>
                    <a:pt x="374" y="32"/>
                  </a:lnTo>
                  <a:lnTo>
                    <a:pt x="359" y="24"/>
                  </a:lnTo>
                  <a:lnTo>
                    <a:pt x="344" y="17"/>
                  </a:lnTo>
                  <a:lnTo>
                    <a:pt x="327" y="12"/>
                  </a:lnTo>
                  <a:lnTo>
                    <a:pt x="311" y="7"/>
                  </a:lnTo>
                  <a:lnTo>
                    <a:pt x="299" y="5"/>
                  </a:lnTo>
                  <a:lnTo>
                    <a:pt x="285" y="2"/>
                  </a:lnTo>
                  <a:lnTo>
                    <a:pt x="272" y="0"/>
                  </a:lnTo>
                  <a:lnTo>
                    <a:pt x="257" y="0"/>
                  </a:lnTo>
                  <a:lnTo>
                    <a:pt x="243" y="0"/>
                  </a:lnTo>
                  <a:lnTo>
                    <a:pt x="228" y="0"/>
                  </a:lnTo>
                  <a:lnTo>
                    <a:pt x="215" y="0"/>
                  </a:lnTo>
                  <a:lnTo>
                    <a:pt x="201" y="3"/>
                  </a:lnTo>
                  <a:lnTo>
                    <a:pt x="190" y="5"/>
                  </a:lnTo>
                  <a:lnTo>
                    <a:pt x="177" y="8"/>
                  </a:lnTo>
                  <a:lnTo>
                    <a:pt x="164" y="11"/>
                  </a:lnTo>
                  <a:lnTo>
                    <a:pt x="153" y="15"/>
                  </a:lnTo>
                  <a:lnTo>
                    <a:pt x="142" y="19"/>
                  </a:lnTo>
                  <a:lnTo>
                    <a:pt x="132" y="24"/>
                  </a:lnTo>
                  <a:lnTo>
                    <a:pt x="121" y="29"/>
                  </a:lnTo>
                  <a:lnTo>
                    <a:pt x="111" y="35"/>
                  </a:lnTo>
                  <a:lnTo>
                    <a:pt x="99" y="42"/>
                  </a:lnTo>
                  <a:lnTo>
                    <a:pt x="88" y="49"/>
                  </a:lnTo>
                  <a:lnTo>
                    <a:pt x="79" y="56"/>
                  </a:lnTo>
                  <a:lnTo>
                    <a:pt x="69" y="64"/>
                  </a:lnTo>
                  <a:lnTo>
                    <a:pt x="59" y="73"/>
                  </a:lnTo>
                  <a:lnTo>
                    <a:pt x="50" y="81"/>
                  </a:lnTo>
                  <a:lnTo>
                    <a:pt x="42" y="89"/>
                  </a:lnTo>
                  <a:lnTo>
                    <a:pt x="34" y="100"/>
                  </a:lnTo>
                  <a:lnTo>
                    <a:pt x="25" y="112"/>
                  </a:lnTo>
                  <a:lnTo>
                    <a:pt x="17" y="126"/>
                  </a:lnTo>
                  <a:lnTo>
                    <a:pt x="12" y="139"/>
                  </a:lnTo>
                  <a:lnTo>
                    <a:pt x="8" y="153"/>
                  </a:lnTo>
                  <a:lnTo>
                    <a:pt x="3" y="166"/>
                  </a:lnTo>
                  <a:lnTo>
                    <a:pt x="1" y="179"/>
                  </a:lnTo>
                  <a:lnTo>
                    <a:pt x="0" y="191"/>
                  </a:lnTo>
                  <a:lnTo>
                    <a:pt x="0" y="203"/>
                  </a:lnTo>
                  <a:lnTo>
                    <a:pt x="0" y="214"/>
                  </a:lnTo>
                  <a:lnTo>
                    <a:pt x="0" y="227"/>
                  </a:lnTo>
                  <a:lnTo>
                    <a:pt x="0" y="238"/>
                  </a:lnTo>
                  <a:lnTo>
                    <a:pt x="3" y="252"/>
                  </a:lnTo>
                  <a:lnTo>
                    <a:pt x="5" y="264"/>
                  </a:lnTo>
                  <a:lnTo>
                    <a:pt x="9" y="277"/>
                  </a:lnTo>
                  <a:lnTo>
                    <a:pt x="14" y="290"/>
                  </a:lnTo>
                  <a:lnTo>
                    <a:pt x="20" y="303"/>
                  </a:lnTo>
                  <a:lnTo>
                    <a:pt x="27" y="314"/>
                  </a:lnTo>
                  <a:lnTo>
                    <a:pt x="34" y="326"/>
                  </a:lnTo>
                  <a:lnTo>
                    <a:pt x="43" y="338"/>
                  </a:lnTo>
                  <a:lnTo>
                    <a:pt x="50" y="349"/>
                  </a:lnTo>
                  <a:lnTo>
                    <a:pt x="58" y="361"/>
                  </a:lnTo>
                  <a:lnTo>
                    <a:pt x="66" y="373"/>
                  </a:lnTo>
                  <a:lnTo>
                    <a:pt x="78" y="390"/>
                  </a:lnTo>
                  <a:lnTo>
                    <a:pt x="90" y="409"/>
                  </a:lnTo>
                  <a:lnTo>
                    <a:pt x="96" y="418"/>
                  </a:lnTo>
                  <a:lnTo>
                    <a:pt x="100" y="426"/>
                  </a:lnTo>
                  <a:lnTo>
                    <a:pt x="104" y="436"/>
                  </a:lnTo>
                  <a:lnTo>
                    <a:pt x="108" y="446"/>
                  </a:lnTo>
                  <a:lnTo>
                    <a:pt x="111" y="456"/>
                  </a:lnTo>
                  <a:lnTo>
                    <a:pt x="114" y="467"/>
                  </a:lnTo>
                  <a:lnTo>
                    <a:pt x="116" y="482"/>
                  </a:lnTo>
                  <a:lnTo>
                    <a:pt x="120" y="498"/>
                  </a:lnTo>
                  <a:lnTo>
                    <a:pt x="121" y="511"/>
                  </a:lnTo>
                  <a:lnTo>
                    <a:pt x="124" y="527"/>
                  </a:lnTo>
                  <a:lnTo>
                    <a:pt x="126" y="539"/>
                  </a:lnTo>
                  <a:lnTo>
                    <a:pt x="128" y="549"/>
                  </a:lnTo>
                  <a:lnTo>
                    <a:pt x="130" y="559"/>
                  </a:lnTo>
                  <a:lnTo>
                    <a:pt x="132" y="561"/>
                  </a:lnTo>
                  <a:lnTo>
                    <a:pt x="132" y="564"/>
                  </a:lnTo>
                  <a:lnTo>
                    <a:pt x="132" y="565"/>
                  </a:lnTo>
                  <a:lnTo>
                    <a:pt x="133" y="566"/>
                  </a:lnTo>
                  <a:lnTo>
                    <a:pt x="134" y="567"/>
                  </a:lnTo>
                  <a:lnTo>
                    <a:pt x="136" y="569"/>
                  </a:lnTo>
                  <a:lnTo>
                    <a:pt x="138" y="571"/>
                  </a:lnTo>
                  <a:lnTo>
                    <a:pt x="140" y="573"/>
                  </a:lnTo>
                  <a:lnTo>
                    <a:pt x="144" y="576"/>
                  </a:lnTo>
                  <a:lnTo>
                    <a:pt x="148" y="577"/>
                  </a:lnTo>
                  <a:lnTo>
                    <a:pt x="154" y="580"/>
                  </a:lnTo>
                  <a:lnTo>
                    <a:pt x="160" y="582"/>
                  </a:lnTo>
                  <a:lnTo>
                    <a:pt x="166" y="584"/>
                  </a:lnTo>
                  <a:lnTo>
                    <a:pt x="171" y="585"/>
                  </a:lnTo>
                  <a:lnTo>
                    <a:pt x="176" y="586"/>
                  </a:lnTo>
                  <a:lnTo>
                    <a:pt x="183" y="587"/>
                  </a:lnTo>
                  <a:lnTo>
                    <a:pt x="190" y="589"/>
                  </a:lnTo>
                  <a:lnTo>
                    <a:pt x="195" y="589"/>
                  </a:lnTo>
                  <a:lnTo>
                    <a:pt x="202" y="590"/>
                  </a:lnTo>
                  <a:lnTo>
                    <a:pt x="209" y="591"/>
                  </a:lnTo>
                  <a:lnTo>
                    <a:pt x="215" y="592"/>
                  </a:lnTo>
                  <a:lnTo>
                    <a:pt x="221" y="592"/>
                  </a:lnTo>
                  <a:lnTo>
                    <a:pt x="228" y="592"/>
                  </a:lnTo>
                  <a:lnTo>
                    <a:pt x="234" y="593"/>
                  </a:lnTo>
                  <a:lnTo>
                    <a:pt x="240" y="593"/>
                  </a:lnTo>
                  <a:lnTo>
                    <a:pt x="245" y="593"/>
                  </a:lnTo>
                  <a:lnTo>
                    <a:pt x="251" y="593"/>
                  </a:lnTo>
                  <a:lnTo>
                    <a:pt x="259" y="593"/>
                  </a:lnTo>
                  <a:lnTo>
                    <a:pt x="265" y="592"/>
                  </a:lnTo>
                  <a:lnTo>
                    <a:pt x="270" y="592"/>
                  </a:lnTo>
                  <a:lnTo>
                    <a:pt x="277" y="592"/>
                  </a:lnTo>
                  <a:lnTo>
                    <a:pt x="284" y="591"/>
                  </a:lnTo>
                  <a:lnTo>
                    <a:pt x="290" y="590"/>
                  </a:lnTo>
                  <a:lnTo>
                    <a:pt x="297" y="589"/>
                  </a:lnTo>
                  <a:lnTo>
                    <a:pt x="302" y="588"/>
                  </a:lnTo>
                  <a:lnTo>
                    <a:pt x="308" y="587"/>
                  </a:lnTo>
                  <a:lnTo>
                    <a:pt x="314" y="586"/>
                  </a:lnTo>
                  <a:lnTo>
                    <a:pt x="319" y="585"/>
                  </a:lnTo>
                  <a:lnTo>
                    <a:pt x="325" y="584"/>
                  </a:lnTo>
                  <a:lnTo>
                    <a:pt x="330" y="582"/>
                  </a:lnTo>
                  <a:lnTo>
                    <a:pt x="335" y="580"/>
                  </a:lnTo>
                  <a:lnTo>
                    <a:pt x="340" y="578"/>
                  </a:lnTo>
                  <a:lnTo>
                    <a:pt x="345" y="577"/>
                  </a:lnTo>
                </a:path>
              </a:pathLst>
            </a:custGeom>
            <a:solidFill>
              <a:srgbClr val="FF9900"/>
            </a:solidFill>
            <a:ln w="12700" cap="rnd" cmpd="sng">
              <a:solidFill>
                <a:srgbClr val="FFFFFF"/>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9633" name="Freeform 193">
              <a:extLst>
                <a:ext uri="{FF2B5EF4-FFF2-40B4-BE49-F238E27FC236}">
                  <a16:creationId xmlns:a16="http://schemas.microsoft.com/office/drawing/2014/main" id="{0FA372E3-FCBB-4772-A191-123634CA70AA}"/>
                </a:ext>
              </a:extLst>
            </p:cNvPr>
            <p:cNvSpPr>
              <a:spLocks/>
            </p:cNvSpPr>
            <p:nvPr/>
          </p:nvSpPr>
          <p:spPr bwMode="auto">
            <a:xfrm>
              <a:off x="3690" y="1290"/>
              <a:ext cx="48" cy="50"/>
            </a:xfrm>
            <a:custGeom>
              <a:avLst/>
              <a:gdLst>
                <a:gd name="T0" fmla="*/ 0 w 84"/>
                <a:gd name="T1" fmla="*/ 0 h 89"/>
                <a:gd name="T2" fmla="*/ 22 w 84"/>
                <a:gd name="T3" fmla="*/ 9 h 89"/>
                <a:gd name="T4" fmla="*/ 42 w 84"/>
                <a:gd name="T5" fmla="*/ 19 h 89"/>
                <a:gd name="T6" fmla="*/ 57 w 84"/>
                <a:gd name="T7" fmla="*/ 30 h 89"/>
                <a:gd name="T8" fmla="*/ 67 w 84"/>
                <a:gd name="T9" fmla="*/ 41 h 89"/>
                <a:gd name="T10" fmla="*/ 74 w 84"/>
                <a:gd name="T11" fmla="*/ 52 h 89"/>
                <a:gd name="T12" fmla="*/ 79 w 84"/>
                <a:gd name="T13" fmla="*/ 62 h 89"/>
                <a:gd name="T14" fmla="*/ 83 w 84"/>
                <a:gd name="T15" fmla="*/ 73 h 89"/>
                <a:gd name="T16" fmla="*/ 54 w 84"/>
                <a:gd name="T17" fmla="*/ 88 h 89"/>
                <a:gd name="T18" fmla="*/ 50 w 84"/>
                <a:gd name="T19" fmla="*/ 73 h 89"/>
                <a:gd name="T20" fmla="*/ 46 w 84"/>
                <a:gd name="T21" fmla="*/ 58 h 89"/>
                <a:gd name="T22" fmla="*/ 39 w 84"/>
                <a:gd name="T23" fmla="*/ 42 h 89"/>
                <a:gd name="T24" fmla="*/ 30 w 84"/>
                <a:gd name="T25" fmla="*/ 29 h 89"/>
                <a:gd name="T26" fmla="*/ 18 w 84"/>
                <a:gd name="T27" fmla="*/ 15 h 89"/>
                <a:gd name="T28" fmla="*/ 0 w 84"/>
                <a:gd name="T29" fmla="*/ 0 h 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4" h="89">
                  <a:moveTo>
                    <a:pt x="0" y="0"/>
                  </a:moveTo>
                  <a:lnTo>
                    <a:pt x="22" y="9"/>
                  </a:lnTo>
                  <a:lnTo>
                    <a:pt x="42" y="19"/>
                  </a:lnTo>
                  <a:lnTo>
                    <a:pt x="57" y="30"/>
                  </a:lnTo>
                  <a:lnTo>
                    <a:pt x="67" y="41"/>
                  </a:lnTo>
                  <a:lnTo>
                    <a:pt x="74" y="52"/>
                  </a:lnTo>
                  <a:lnTo>
                    <a:pt x="79" y="62"/>
                  </a:lnTo>
                  <a:lnTo>
                    <a:pt x="83" y="73"/>
                  </a:lnTo>
                  <a:lnTo>
                    <a:pt x="54" y="88"/>
                  </a:lnTo>
                  <a:lnTo>
                    <a:pt x="50" y="73"/>
                  </a:lnTo>
                  <a:lnTo>
                    <a:pt x="46" y="58"/>
                  </a:lnTo>
                  <a:lnTo>
                    <a:pt x="39" y="42"/>
                  </a:lnTo>
                  <a:lnTo>
                    <a:pt x="30" y="29"/>
                  </a:lnTo>
                  <a:lnTo>
                    <a:pt x="18" y="15"/>
                  </a:lnTo>
                  <a:lnTo>
                    <a:pt x="0" y="0"/>
                  </a:lnTo>
                </a:path>
              </a:pathLst>
            </a:custGeom>
            <a:solidFill>
              <a:srgbClr val="FFFF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89634" name="Group 194">
            <a:extLst>
              <a:ext uri="{FF2B5EF4-FFF2-40B4-BE49-F238E27FC236}">
                <a16:creationId xmlns:a16="http://schemas.microsoft.com/office/drawing/2014/main" id="{B19E245C-0AB9-4796-9BA8-42B302FAF1C2}"/>
              </a:ext>
            </a:extLst>
          </p:cNvPr>
          <p:cNvGrpSpPr>
            <a:grpSpLocks/>
          </p:cNvGrpSpPr>
          <p:nvPr/>
        </p:nvGrpSpPr>
        <p:grpSpPr bwMode="auto">
          <a:xfrm>
            <a:off x="6777038" y="1697038"/>
            <a:ext cx="439737" cy="682625"/>
            <a:chOff x="4793" y="1248"/>
            <a:chExt cx="277" cy="430"/>
          </a:xfrm>
        </p:grpSpPr>
        <p:grpSp>
          <p:nvGrpSpPr>
            <p:cNvPr id="189635" name="Group 195">
              <a:extLst>
                <a:ext uri="{FF2B5EF4-FFF2-40B4-BE49-F238E27FC236}">
                  <a16:creationId xmlns:a16="http://schemas.microsoft.com/office/drawing/2014/main" id="{B910D101-328B-467A-B019-22AA11BAA6DF}"/>
                </a:ext>
              </a:extLst>
            </p:cNvPr>
            <p:cNvGrpSpPr>
              <a:grpSpLocks/>
            </p:cNvGrpSpPr>
            <p:nvPr/>
          </p:nvGrpSpPr>
          <p:grpSpPr bwMode="auto">
            <a:xfrm>
              <a:off x="4868" y="1579"/>
              <a:ext cx="126" cy="99"/>
              <a:chOff x="4494" y="1792"/>
              <a:chExt cx="224" cy="177"/>
            </a:xfrm>
          </p:grpSpPr>
          <p:grpSp>
            <p:nvGrpSpPr>
              <p:cNvPr id="189636" name="Group 196">
                <a:extLst>
                  <a:ext uri="{FF2B5EF4-FFF2-40B4-BE49-F238E27FC236}">
                    <a16:creationId xmlns:a16="http://schemas.microsoft.com/office/drawing/2014/main" id="{2A69FDB2-C723-452C-8010-970CF12A16D5}"/>
                  </a:ext>
                </a:extLst>
              </p:cNvPr>
              <p:cNvGrpSpPr>
                <a:grpSpLocks/>
              </p:cNvGrpSpPr>
              <p:nvPr/>
            </p:nvGrpSpPr>
            <p:grpSpPr bwMode="auto">
              <a:xfrm>
                <a:off x="4494" y="1792"/>
                <a:ext cx="224" cy="177"/>
                <a:chOff x="4494" y="1792"/>
                <a:chExt cx="224" cy="177"/>
              </a:xfrm>
            </p:grpSpPr>
            <p:grpSp>
              <p:nvGrpSpPr>
                <p:cNvPr id="189637" name="Group 197">
                  <a:extLst>
                    <a:ext uri="{FF2B5EF4-FFF2-40B4-BE49-F238E27FC236}">
                      <a16:creationId xmlns:a16="http://schemas.microsoft.com/office/drawing/2014/main" id="{99A352CE-DBFC-4999-8FF2-3AFB98F3281D}"/>
                    </a:ext>
                  </a:extLst>
                </p:cNvPr>
                <p:cNvGrpSpPr>
                  <a:grpSpLocks/>
                </p:cNvGrpSpPr>
                <p:nvPr/>
              </p:nvGrpSpPr>
              <p:grpSpPr bwMode="auto">
                <a:xfrm>
                  <a:off x="4550" y="1927"/>
                  <a:ext cx="123" cy="42"/>
                  <a:chOff x="4550" y="1927"/>
                  <a:chExt cx="123" cy="42"/>
                </a:xfrm>
              </p:grpSpPr>
              <p:sp>
                <p:nvSpPr>
                  <p:cNvPr id="189638" name="Freeform 198">
                    <a:extLst>
                      <a:ext uri="{FF2B5EF4-FFF2-40B4-BE49-F238E27FC236}">
                        <a16:creationId xmlns:a16="http://schemas.microsoft.com/office/drawing/2014/main" id="{B38DF590-8A32-4D6B-9AA9-C6D0C1F19820}"/>
                      </a:ext>
                    </a:extLst>
                  </p:cNvPr>
                  <p:cNvSpPr>
                    <a:spLocks/>
                  </p:cNvSpPr>
                  <p:nvPr/>
                </p:nvSpPr>
                <p:spPr bwMode="auto">
                  <a:xfrm>
                    <a:off x="4550" y="1927"/>
                    <a:ext cx="123" cy="42"/>
                  </a:xfrm>
                  <a:custGeom>
                    <a:avLst/>
                    <a:gdLst>
                      <a:gd name="T0" fmla="*/ 0 w 123"/>
                      <a:gd name="T1" fmla="*/ 0 h 42"/>
                      <a:gd name="T2" fmla="*/ 24 w 123"/>
                      <a:gd name="T3" fmla="*/ 32 h 42"/>
                      <a:gd name="T4" fmla="*/ 26 w 123"/>
                      <a:gd name="T5" fmla="*/ 34 h 42"/>
                      <a:gd name="T6" fmla="*/ 29 w 123"/>
                      <a:gd name="T7" fmla="*/ 35 h 42"/>
                      <a:gd name="T8" fmla="*/ 33 w 123"/>
                      <a:gd name="T9" fmla="*/ 37 h 42"/>
                      <a:gd name="T10" fmla="*/ 37 w 123"/>
                      <a:gd name="T11" fmla="*/ 38 h 42"/>
                      <a:gd name="T12" fmla="*/ 42 w 123"/>
                      <a:gd name="T13" fmla="*/ 39 h 42"/>
                      <a:gd name="T14" fmla="*/ 46 w 123"/>
                      <a:gd name="T15" fmla="*/ 39 h 42"/>
                      <a:gd name="T16" fmla="*/ 50 w 123"/>
                      <a:gd name="T17" fmla="*/ 40 h 42"/>
                      <a:gd name="T18" fmla="*/ 54 w 123"/>
                      <a:gd name="T19" fmla="*/ 40 h 42"/>
                      <a:gd name="T20" fmla="*/ 59 w 123"/>
                      <a:gd name="T21" fmla="*/ 41 h 42"/>
                      <a:gd name="T22" fmla="*/ 62 w 123"/>
                      <a:gd name="T23" fmla="*/ 41 h 42"/>
                      <a:gd name="T24" fmla="*/ 68 w 123"/>
                      <a:gd name="T25" fmla="*/ 40 h 42"/>
                      <a:gd name="T26" fmla="*/ 72 w 123"/>
                      <a:gd name="T27" fmla="*/ 40 h 42"/>
                      <a:gd name="T28" fmla="*/ 77 w 123"/>
                      <a:gd name="T29" fmla="*/ 39 h 42"/>
                      <a:gd name="T30" fmla="*/ 81 w 123"/>
                      <a:gd name="T31" fmla="*/ 39 h 42"/>
                      <a:gd name="T32" fmla="*/ 85 w 123"/>
                      <a:gd name="T33" fmla="*/ 38 h 42"/>
                      <a:gd name="T34" fmla="*/ 89 w 123"/>
                      <a:gd name="T35" fmla="*/ 37 h 42"/>
                      <a:gd name="T36" fmla="*/ 93 w 123"/>
                      <a:gd name="T37" fmla="*/ 35 h 42"/>
                      <a:gd name="T38" fmla="*/ 95 w 123"/>
                      <a:gd name="T39" fmla="*/ 34 h 42"/>
                      <a:gd name="T40" fmla="*/ 97 w 123"/>
                      <a:gd name="T41" fmla="*/ 33 h 42"/>
                      <a:gd name="T42" fmla="*/ 99 w 123"/>
                      <a:gd name="T43" fmla="*/ 31 h 42"/>
                      <a:gd name="T44" fmla="*/ 122 w 123"/>
                      <a:gd name="T45" fmla="*/ 0 h 42"/>
                      <a:gd name="T46" fmla="*/ 0 w 123"/>
                      <a:gd name="T47" fmla="*/ 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3" h="42">
                        <a:moveTo>
                          <a:pt x="0" y="0"/>
                        </a:moveTo>
                        <a:lnTo>
                          <a:pt x="24" y="32"/>
                        </a:lnTo>
                        <a:lnTo>
                          <a:pt x="26" y="34"/>
                        </a:lnTo>
                        <a:lnTo>
                          <a:pt x="29" y="35"/>
                        </a:lnTo>
                        <a:lnTo>
                          <a:pt x="33" y="37"/>
                        </a:lnTo>
                        <a:lnTo>
                          <a:pt x="37" y="38"/>
                        </a:lnTo>
                        <a:lnTo>
                          <a:pt x="42" y="39"/>
                        </a:lnTo>
                        <a:lnTo>
                          <a:pt x="46" y="39"/>
                        </a:lnTo>
                        <a:lnTo>
                          <a:pt x="50" y="40"/>
                        </a:lnTo>
                        <a:lnTo>
                          <a:pt x="54" y="40"/>
                        </a:lnTo>
                        <a:lnTo>
                          <a:pt x="59" y="41"/>
                        </a:lnTo>
                        <a:lnTo>
                          <a:pt x="62" y="41"/>
                        </a:lnTo>
                        <a:lnTo>
                          <a:pt x="68" y="40"/>
                        </a:lnTo>
                        <a:lnTo>
                          <a:pt x="72" y="40"/>
                        </a:lnTo>
                        <a:lnTo>
                          <a:pt x="77" y="39"/>
                        </a:lnTo>
                        <a:lnTo>
                          <a:pt x="81" y="39"/>
                        </a:lnTo>
                        <a:lnTo>
                          <a:pt x="85" y="38"/>
                        </a:lnTo>
                        <a:lnTo>
                          <a:pt x="89" y="37"/>
                        </a:lnTo>
                        <a:lnTo>
                          <a:pt x="93" y="35"/>
                        </a:lnTo>
                        <a:lnTo>
                          <a:pt x="95" y="34"/>
                        </a:lnTo>
                        <a:lnTo>
                          <a:pt x="97" y="33"/>
                        </a:lnTo>
                        <a:lnTo>
                          <a:pt x="99" y="31"/>
                        </a:lnTo>
                        <a:lnTo>
                          <a:pt x="122" y="0"/>
                        </a:lnTo>
                        <a:lnTo>
                          <a:pt x="0" y="0"/>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9639" name="Freeform 199">
                    <a:extLst>
                      <a:ext uri="{FF2B5EF4-FFF2-40B4-BE49-F238E27FC236}">
                        <a16:creationId xmlns:a16="http://schemas.microsoft.com/office/drawing/2014/main" id="{BDB2131A-DB50-4B45-9C4C-9D324390A3A2}"/>
                      </a:ext>
                    </a:extLst>
                  </p:cNvPr>
                  <p:cNvSpPr>
                    <a:spLocks/>
                  </p:cNvSpPr>
                  <p:nvPr/>
                </p:nvSpPr>
                <p:spPr bwMode="auto">
                  <a:xfrm>
                    <a:off x="4569" y="1927"/>
                    <a:ext cx="56" cy="42"/>
                  </a:xfrm>
                  <a:custGeom>
                    <a:avLst/>
                    <a:gdLst>
                      <a:gd name="T0" fmla="*/ 0 w 56"/>
                      <a:gd name="T1" fmla="*/ 0 h 42"/>
                      <a:gd name="T2" fmla="*/ 15 w 56"/>
                      <a:gd name="T3" fmla="*/ 37 h 42"/>
                      <a:gd name="T4" fmla="*/ 18 w 56"/>
                      <a:gd name="T5" fmla="*/ 38 h 42"/>
                      <a:gd name="T6" fmla="*/ 23 w 56"/>
                      <a:gd name="T7" fmla="*/ 39 h 42"/>
                      <a:gd name="T8" fmla="*/ 27 w 56"/>
                      <a:gd name="T9" fmla="*/ 39 h 42"/>
                      <a:gd name="T10" fmla="*/ 31 w 56"/>
                      <a:gd name="T11" fmla="*/ 40 h 42"/>
                      <a:gd name="T12" fmla="*/ 35 w 56"/>
                      <a:gd name="T13" fmla="*/ 40 h 42"/>
                      <a:gd name="T14" fmla="*/ 40 w 56"/>
                      <a:gd name="T15" fmla="*/ 41 h 42"/>
                      <a:gd name="T16" fmla="*/ 44 w 56"/>
                      <a:gd name="T17" fmla="*/ 41 h 42"/>
                      <a:gd name="T18" fmla="*/ 49 w 56"/>
                      <a:gd name="T19" fmla="*/ 40 h 42"/>
                      <a:gd name="T20" fmla="*/ 55 w 56"/>
                      <a:gd name="T21" fmla="*/ 0 h 42"/>
                      <a:gd name="T22" fmla="*/ 0 w 56"/>
                      <a:gd name="T23" fmla="*/ 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56" h="42">
                        <a:moveTo>
                          <a:pt x="0" y="0"/>
                        </a:moveTo>
                        <a:lnTo>
                          <a:pt x="15" y="37"/>
                        </a:lnTo>
                        <a:lnTo>
                          <a:pt x="18" y="38"/>
                        </a:lnTo>
                        <a:lnTo>
                          <a:pt x="23" y="39"/>
                        </a:lnTo>
                        <a:lnTo>
                          <a:pt x="27" y="39"/>
                        </a:lnTo>
                        <a:lnTo>
                          <a:pt x="31" y="40"/>
                        </a:lnTo>
                        <a:lnTo>
                          <a:pt x="35" y="40"/>
                        </a:lnTo>
                        <a:lnTo>
                          <a:pt x="40" y="41"/>
                        </a:lnTo>
                        <a:lnTo>
                          <a:pt x="44" y="41"/>
                        </a:lnTo>
                        <a:lnTo>
                          <a:pt x="49" y="40"/>
                        </a:lnTo>
                        <a:lnTo>
                          <a:pt x="55" y="0"/>
                        </a:lnTo>
                        <a:lnTo>
                          <a:pt x="0" y="0"/>
                        </a:lnTo>
                      </a:path>
                    </a:pathLst>
                  </a:custGeom>
                  <a:solidFill>
                    <a:srgbClr val="40404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89640" name="Group 200">
                  <a:extLst>
                    <a:ext uri="{FF2B5EF4-FFF2-40B4-BE49-F238E27FC236}">
                      <a16:creationId xmlns:a16="http://schemas.microsoft.com/office/drawing/2014/main" id="{585A558F-2446-4436-ACD5-AE11639118AA}"/>
                    </a:ext>
                  </a:extLst>
                </p:cNvPr>
                <p:cNvGrpSpPr>
                  <a:grpSpLocks/>
                </p:cNvGrpSpPr>
                <p:nvPr/>
              </p:nvGrpSpPr>
              <p:grpSpPr bwMode="auto">
                <a:xfrm>
                  <a:off x="4494" y="1792"/>
                  <a:ext cx="224" cy="148"/>
                  <a:chOff x="4494" y="1792"/>
                  <a:chExt cx="224" cy="148"/>
                </a:xfrm>
              </p:grpSpPr>
              <p:sp>
                <p:nvSpPr>
                  <p:cNvPr id="189641" name="Freeform 201">
                    <a:extLst>
                      <a:ext uri="{FF2B5EF4-FFF2-40B4-BE49-F238E27FC236}">
                        <a16:creationId xmlns:a16="http://schemas.microsoft.com/office/drawing/2014/main" id="{CBED3993-1A10-4DD1-9ABB-8239DBD8D86A}"/>
                      </a:ext>
                    </a:extLst>
                  </p:cNvPr>
                  <p:cNvSpPr>
                    <a:spLocks/>
                  </p:cNvSpPr>
                  <p:nvPr/>
                </p:nvSpPr>
                <p:spPr bwMode="auto">
                  <a:xfrm>
                    <a:off x="4494" y="1792"/>
                    <a:ext cx="224" cy="148"/>
                  </a:xfrm>
                  <a:custGeom>
                    <a:avLst/>
                    <a:gdLst>
                      <a:gd name="T0" fmla="*/ 5 w 224"/>
                      <a:gd name="T1" fmla="*/ 4 h 148"/>
                      <a:gd name="T2" fmla="*/ 6 w 224"/>
                      <a:gd name="T3" fmla="*/ 7 h 148"/>
                      <a:gd name="T4" fmla="*/ 5 w 224"/>
                      <a:gd name="T5" fmla="*/ 15 h 148"/>
                      <a:gd name="T6" fmla="*/ 3 w 224"/>
                      <a:gd name="T7" fmla="*/ 19 h 148"/>
                      <a:gd name="T8" fmla="*/ 1 w 224"/>
                      <a:gd name="T9" fmla="*/ 25 h 148"/>
                      <a:gd name="T10" fmla="*/ 4 w 224"/>
                      <a:gd name="T11" fmla="*/ 30 h 148"/>
                      <a:gd name="T12" fmla="*/ 8 w 224"/>
                      <a:gd name="T13" fmla="*/ 36 h 148"/>
                      <a:gd name="T14" fmla="*/ 7 w 224"/>
                      <a:gd name="T15" fmla="*/ 39 h 148"/>
                      <a:gd name="T16" fmla="*/ 3 w 224"/>
                      <a:gd name="T17" fmla="*/ 44 h 148"/>
                      <a:gd name="T18" fmla="*/ 1 w 224"/>
                      <a:gd name="T19" fmla="*/ 48 h 148"/>
                      <a:gd name="T20" fmla="*/ 4 w 224"/>
                      <a:gd name="T21" fmla="*/ 53 h 148"/>
                      <a:gd name="T22" fmla="*/ 7 w 224"/>
                      <a:gd name="T23" fmla="*/ 56 h 148"/>
                      <a:gd name="T24" fmla="*/ 7 w 224"/>
                      <a:gd name="T25" fmla="*/ 61 h 148"/>
                      <a:gd name="T26" fmla="*/ 3 w 224"/>
                      <a:gd name="T27" fmla="*/ 66 h 148"/>
                      <a:gd name="T28" fmla="*/ 0 w 224"/>
                      <a:gd name="T29" fmla="*/ 71 h 148"/>
                      <a:gd name="T30" fmla="*/ 3 w 224"/>
                      <a:gd name="T31" fmla="*/ 76 h 148"/>
                      <a:gd name="T32" fmla="*/ 8 w 224"/>
                      <a:gd name="T33" fmla="*/ 80 h 148"/>
                      <a:gd name="T34" fmla="*/ 8 w 224"/>
                      <a:gd name="T35" fmla="*/ 88 h 148"/>
                      <a:gd name="T36" fmla="*/ 4 w 224"/>
                      <a:gd name="T37" fmla="*/ 92 h 148"/>
                      <a:gd name="T38" fmla="*/ 5 w 224"/>
                      <a:gd name="T39" fmla="*/ 96 h 148"/>
                      <a:gd name="T40" fmla="*/ 10 w 224"/>
                      <a:gd name="T41" fmla="*/ 102 h 148"/>
                      <a:gd name="T42" fmla="*/ 26 w 224"/>
                      <a:gd name="T43" fmla="*/ 117 h 148"/>
                      <a:gd name="T44" fmla="*/ 40 w 224"/>
                      <a:gd name="T45" fmla="*/ 128 h 148"/>
                      <a:gd name="T46" fmla="*/ 53 w 224"/>
                      <a:gd name="T47" fmla="*/ 135 h 148"/>
                      <a:gd name="T48" fmla="*/ 76 w 224"/>
                      <a:gd name="T49" fmla="*/ 143 h 148"/>
                      <a:gd name="T50" fmla="*/ 98 w 224"/>
                      <a:gd name="T51" fmla="*/ 146 h 148"/>
                      <a:gd name="T52" fmla="*/ 127 w 224"/>
                      <a:gd name="T53" fmla="*/ 146 h 148"/>
                      <a:gd name="T54" fmla="*/ 152 w 224"/>
                      <a:gd name="T55" fmla="*/ 144 h 148"/>
                      <a:gd name="T56" fmla="*/ 170 w 224"/>
                      <a:gd name="T57" fmla="*/ 140 h 148"/>
                      <a:gd name="T58" fmla="*/ 181 w 224"/>
                      <a:gd name="T59" fmla="*/ 134 h 148"/>
                      <a:gd name="T60" fmla="*/ 189 w 224"/>
                      <a:gd name="T61" fmla="*/ 128 h 148"/>
                      <a:gd name="T62" fmla="*/ 213 w 224"/>
                      <a:gd name="T63" fmla="*/ 100 h 148"/>
                      <a:gd name="T64" fmla="*/ 218 w 224"/>
                      <a:gd name="T65" fmla="*/ 91 h 148"/>
                      <a:gd name="T66" fmla="*/ 218 w 224"/>
                      <a:gd name="T67" fmla="*/ 87 h 148"/>
                      <a:gd name="T68" fmla="*/ 215 w 224"/>
                      <a:gd name="T69" fmla="*/ 83 h 148"/>
                      <a:gd name="T70" fmla="*/ 215 w 224"/>
                      <a:gd name="T71" fmla="*/ 77 h 148"/>
                      <a:gd name="T72" fmla="*/ 218 w 224"/>
                      <a:gd name="T73" fmla="*/ 73 h 148"/>
                      <a:gd name="T74" fmla="*/ 221 w 224"/>
                      <a:gd name="T75" fmla="*/ 69 h 148"/>
                      <a:gd name="T76" fmla="*/ 223 w 224"/>
                      <a:gd name="T77" fmla="*/ 64 h 148"/>
                      <a:gd name="T78" fmla="*/ 219 w 224"/>
                      <a:gd name="T79" fmla="*/ 60 h 148"/>
                      <a:gd name="T80" fmla="*/ 216 w 224"/>
                      <a:gd name="T81" fmla="*/ 56 h 148"/>
                      <a:gd name="T82" fmla="*/ 216 w 224"/>
                      <a:gd name="T83" fmla="*/ 52 h 148"/>
                      <a:gd name="T84" fmla="*/ 221 w 224"/>
                      <a:gd name="T85" fmla="*/ 46 h 148"/>
                      <a:gd name="T86" fmla="*/ 221 w 224"/>
                      <a:gd name="T87" fmla="*/ 41 h 148"/>
                      <a:gd name="T88" fmla="*/ 218 w 224"/>
                      <a:gd name="T89" fmla="*/ 36 h 148"/>
                      <a:gd name="T90" fmla="*/ 216 w 224"/>
                      <a:gd name="T91" fmla="*/ 31 h 148"/>
                      <a:gd name="T92" fmla="*/ 218 w 224"/>
                      <a:gd name="T93" fmla="*/ 26 h 148"/>
                      <a:gd name="T94" fmla="*/ 221 w 224"/>
                      <a:gd name="T95" fmla="*/ 23 h 148"/>
                      <a:gd name="T96" fmla="*/ 223 w 224"/>
                      <a:gd name="T97" fmla="*/ 18 h 148"/>
                      <a:gd name="T98" fmla="*/ 220 w 224"/>
                      <a:gd name="T99" fmla="*/ 13 h 148"/>
                      <a:gd name="T100" fmla="*/ 217 w 224"/>
                      <a:gd name="T101" fmla="*/ 8 h 148"/>
                      <a:gd name="T102" fmla="*/ 218 w 224"/>
                      <a:gd name="T103" fmla="*/ 3 h 148"/>
                      <a:gd name="T104" fmla="*/ 6 w 224"/>
                      <a:gd name="T105" fmla="*/ 0 h 1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224" h="148">
                        <a:moveTo>
                          <a:pt x="6" y="0"/>
                        </a:moveTo>
                        <a:lnTo>
                          <a:pt x="5" y="4"/>
                        </a:lnTo>
                        <a:lnTo>
                          <a:pt x="5" y="5"/>
                        </a:lnTo>
                        <a:lnTo>
                          <a:pt x="6" y="7"/>
                        </a:lnTo>
                        <a:lnTo>
                          <a:pt x="6" y="12"/>
                        </a:lnTo>
                        <a:lnTo>
                          <a:pt x="5" y="15"/>
                        </a:lnTo>
                        <a:lnTo>
                          <a:pt x="4" y="17"/>
                        </a:lnTo>
                        <a:lnTo>
                          <a:pt x="3" y="19"/>
                        </a:lnTo>
                        <a:lnTo>
                          <a:pt x="1" y="23"/>
                        </a:lnTo>
                        <a:lnTo>
                          <a:pt x="1" y="25"/>
                        </a:lnTo>
                        <a:lnTo>
                          <a:pt x="3" y="28"/>
                        </a:lnTo>
                        <a:lnTo>
                          <a:pt x="4" y="30"/>
                        </a:lnTo>
                        <a:lnTo>
                          <a:pt x="7" y="33"/>
                        </a:lnTo>
                        <a:lnTo>
                          <a:pt x="8" y="36"/>
                        </a:lnTo>
                        <a:lnTo>
                          <a:pt x="8" y="37"/>
                        </a:lnTo>
                        <a:lnTo>
                          <a:pt x="7" y="39"/>
                        </a:lnTo>
                        <a:lnTo>
                          <a:pt x="5" y="41"/>
                        </a:lnTo>
                        <a:lnTo>
                          <a:pt x="3" y="44"/>
                        </a:lnTo>
                        <a:lnTo>
                          <a:pt x="1" y="46"/>
                        </a:lnTo>
                        <a:lnTo>
                          <a:pt x="1" y="48"/>
                        </a:lnTo>
                        <a:lnTo>
                          <a:pt x="3" y="50"/>
                        </a:lnTo>
                        <a:lnTo>
                          <a:pt x="4" y="53"/>
                        </a:lnTo>
                        <a:lnTo>
                          <a:pt x="6" y="55"/>
                        </a:lnTo>
                        <a:lnTo>
                          <a:pt x="7" y="56"/>
                        </a:lnTo>
                        <a:lnTo>
                          <a:pt x="8" y="58"/>
                        </a:lnTo>
                        <a:lnTo>
                          <a:pt x="7" y="61"/>
                        </a:lnTo>
                        <a:lnTo>
                          <a:pt x="5" y="64"/>
                        </a:lnTo>
                        <a:lnTo>
                          <a:pt x="3" y="66"/>
                        </a:lnTo>
                        <a:lnTo>
                          <a:pt x="0" y="69"/>
                        </a:lnTo>
                        <a:lnTo>
                          <a:pt x="0" y="71"/>
                        </a:lnTo>
                        <a:lnTo>
                          <a:pt x="1" y="73"/>
                        </a:lnTo>
                        <a:lnTo>
                          <a:pt x="3" y="76"/>
                        </a:lnTo>
                        <a:lnTo>
                          <a:pt x="5" y="78"/>
                        </a:lnTo>
                        <a:lnTo>
                          <a:pt x="8" y="80"/>
                        </a:lnTo>
                        <a:lnTo>
                          <a:pt x="9" y="84"/>
                        </a:lnTo>
                        <a:lnTo>
                          <a:pt x="8" y="88"/>
                        </a:lnTo>
                        <a:lnTo>
                          <a:pt x="5" y="91"/>
                        </a:lnTo>
                        <a:lnTo>
                          <a:pt x="4" y="92"/>
                        </a:lnTo>
                        <a:lnTo>
                          <a:pt x="4" y="95"/>
                        </a:lnTo>
                        <a:lnTo>
                          <a:pt x="5" y="96"/>
                        </a:lnTo>
                        <a:lnTo>
                          <a:pt x="7" y="98"/>
                        </a:lnTo>
                        <a:lnTo>
                          <a:pt x="10" y="102"/>
                        </a:lnTo>
                        <a:lnTo>
                          <a:pt x="15" y="108"/>
                        </a:lnTo>
                        <a:lnTo>
                          <a:pt x="26" y="117"/>
                        </a:lnTo>
                        <a:lnTo>
                          <a:pt x="35" y="124"/>
                        </a:lnTo>
                        <a:lnTo>
                          <a:pt x="40" y="128"/>
                        </a:lnTo>
                        <a:lnTo>
                          <a:pt x="46" y="131"/>
                        </a:lnTo>
                        <a:lnTo>
                          <a:pt x="53" y="135"/>
                        </a:lnTo>
                        <a:lnTo>
                          <a:pt x="62" y="139"/>
                        </a:lnTo>
                        <a:lnTo>
                          <a:pt x="76" y="143"/>
                        </a:lnTo>
                        <a:lnTo>
                          <a:pt x="87" y="145"/>
                        </a:lnTo>
                        <a:lnTo>
                          <a:pt x="98" y="146"/>
                        </a:lnTo>
                        <a:lnTo>
                          <a:pt x="112" y="147"/>
                        </a:lnTo>
                        <a:lnTo>
                          <a:pt x="127" y="146"/>
                        </a:lnTo>
                        <a:lnTo>
                          <a:pt x="140" y="146"/>
                        </a:lnTo>
                        <a:lnTo>
                          <a:pt x="152" y="144"/>
                        </a:lnTo>
                        <a:lnTo>
                          <a:pt x="162" y="142"/>
                        </a:lnTo>
                        <a:lnTo>
                          <a:pt x="170" y="140"/>
                        </a:lnTo>
                        <a:lnTo>
                          <a:pt x="176" y="137"/>
                        </a:lnTo>
                        <a:lnTo>
                          <a:pt x="181" y="134"/>
                        </a:lnTo>
                        <a:lnTo>
                          <a:pt x="185" y="132"/>
                        </a:lnTo>
                        <a:lnTo>
                          <a:pt x="189" y="128"/>
                        </a:lnTo>
                        <a:lnTo>
                          <a:pt x="203" y="113"/>
                        </a:lnTo>
                        <a:lnTo>
                          <a:pt x="213" y="100"/>
                        </a:lnTo>
                        <a:lnTo>
                          <a:pt x="217" y="94"/>
                        </a:lnTo>
                        <a:lnTo>
                          <a:pt x="218" y="91"/>
                        </a:lnTo>
                        <a:lnTo>
                          <a:pt x="218" y="89"/>
                        </a:lnTo>
                        <a:lnTo>
                          <a:pt x="218" y="87"/>
                        </a:lnTo>
                        <a:lnTo>
                          <a:pt x="216" y="84"/>
                        </a:lnTo>
                        <a:lnTo>
                          <a:pt x="215" y="83"/>
                        </a:lnTo>
                        <a:lnTo>
                          <a:pt x="214" y="80"/>
                        </a:lnTo>
                        <a:lnTo>
                          <a:pt x="215" y="77"/>
                        </a:lnTo>
                        <a:lnTo>
                          <a:pt x="216" y="76"/>
                        </a:lnTo>
                        <a:lnTo>
                          <a:pt x="218" y="73"/>
                        </a:lnTo>
                        <a:lnTo>
                          <a:pt x="219" y="72"/>
                        </a:lnTo>
                        <a:lnTo>
                          <a:pt x="221" y="69"/>
                        </a:lnTo>
                        <a:lnTo>
                          <a:pt x="223" y="67"/>
                        </a:lnTo>
                        <a:lnTo>
                          <a:pt x="223" y="64"/>
                        </a:lnTo>
                        <a:lnTo>
                          <a:pt x="221" y="62"/>
                        </a:lnTo>
                        <a:lnTo>
                          <a:pt x="219" y="60"/>
                        </a:lnTo>
                        <a:lnTo>
                          <a:pt x="218" y="58"/>
                        </a:lnTo>
                        <a:lnTo>
                          <a:pt x="216" y="56"/>
                        </a:lnTo>
                        <a:lnTo>
                          <a:pt x="215" y="54"/>
                        </a:lnTo>
                        <a:lnTo>
                          <a:pt x="216" y="52"/>
                        </a:lnTo>
                        <a:lnTo>
                          <a:pt x="218" y="49"/>
                        </a:lnTo>
                        <a:lnTo>
                          <a:pt x="221" y="46"/>
                        </a:lnTo>
                        <a:lnTo>
                          <a:pt x="221" y="44"/>
                        </a:lnTo>
                        <a:lnTo>
                          <a:pt x="221" y="41"/>
                        </a:lnTo>
                        <a:lnTo>
                          <a:pt x="220" y="38"/>
                        </a:lnTo>
                        <a:lnTo>
                          <a:pt x="218" y="36"/>
                        </a:lnTo>
                        <a:lnTo>
                          <a:pt x="217" y="34"/>
                        </a:lnTo>
                        <a:lnTo>
                          <a:pt x="216" y="31"/>
                        </a:lnTo>
                        <a:lnTo>
                          <a:pt x="216" y="29"/>
                        </a:lnTo>
                        <a:lnTo>
                          <a:pt x="218" y="26"/>
                        </a:lnTo>
                        <a:lnTo>
                          <a:pt x="219" y="24"/>
                        </a:lnTo>
                        <a:lnTo>
                          <a:pt x="221" y="23"/>
                        </a:lnTo>
                        <a:lnTo>
                          <a:pt x="223" y="20"/>
                        </a:lnTo>
                        <a:lnTo>
                          <a:pt x="223" y="18"/>
                        </a:lnTo>
                        <a:lnTo>
                          <a:pt x="222" y="16"/>
                        </a:lnTo>
                        <a:lnTo>
                          <a:pt x="220" y="13"/>
                        </a:lnTo>
                        <a:lnTo>
                          <a:pt x="218" y="11"/>
                        </a:lnTo>
                        <a:lnTo>
                          <a:pt x="217" y="8"/>
                        </a:lnTo>
                        <a:lnTo>
                          <a:pt x="217" y="5"/>
                        </a:lnTo>
                        <a:lnTo>
                          <a:pt x="218" y="3"/>
                        </a:lnTo>
                        <a:lnTo>
                          <a:pt x="217" y="0"/>
                        </a:lnTo>
                        <a:lnTo>
                          <a:pt x="6" y="0"/>
                        </a:lnTo>
                      </a:path>
                    </a:pathLst>
                  </a:custGeom>
                  <a:solidFill>
                    <a:srgbClr val="FFC08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9642" name="Freeform 202">
                    <a:extLst>
                      <a:ext uri="{FF2B5EF4-FFF2-40B4-BE49-F238E27FC236}">
                        <a16:creationId xmlns:a16="http://schemas.microsoft.com/office/drawing/2014/main" id="{AEB89987-8C0F-4EB0-B188-1BB0128AEF82}"/>
                      </a:ext>
                    </a:extLst>
                  </p:cNvPr>
                  <p:cNvSpPr>
                    <a:spLocks/>
                  </p:cNvSpPr>
                  <p:nvPr/>
                </p:nvSpPr>
                <p:spPr bwMode="auto">
                  <a:xfrm>
                    <a:off x="4496" y="1812"/>
                    <a:ext cx="28" cy="21"/>
                  </a:xfrm>
                  <a:custGeom>
                    <a:avLst/>
                    <a:gdLst>
                      <a:gd name="T0" fmla="*/ 1 w 28"/>
                      <a:gd name="T1" fmla="*/ 0 h 21"/>
                      <a:gd name="T2" fmla="*/ 3 w 28"/>
                      <a:gd name="T3" fmla="*/ 2 h 21"/>
                      <a:gd name="T4" fmla="*/ 5 w 28"/>
                      <a:gd name="T5" fmla="*/ 5 h 21"/>
                      <a:gd name="T6" fmla="*/ 10 w 28"/>
                      <a:gd name="T7" fmla="*/ 8 h 21"/>
                      <a:gd name="T8" fmla="*/ 15 w 28"/>
                      <a:gd name="T9" fmla="*/ 11 h 21"/>
                      <a:gd name="T10" fmla="*/ 21 w 28"/>
                      <a:gd name="T11" fmla="*/ 13 h 21"/>
                      <a:gd name="T12" fmla="*/ 27 w 28"/>
                      <a:gd name="T13" fmla="*/ 14 h 21"/>
                      <a:gd name="T14" fmla="*/ 24 w 28"/>
                      <a:gd name="T15" fmla="*/ 18 h 21"/>
                      <a:gd name="T16" fmla="*/ 17 w 28"/>
                      <a:gd name="T17" fmla="*/ 17 h 21"/>
                      <a:gd name="T18" fmla="*/ 10 w 28"/>
                      <a:gd name="T19" fmla="*/ 17 h 21"/>
                      <a:gd name="T20" fmla="*/ 5 w 28"/>
                      <a:gd name="T21" fmla="*/ 20 h 21"/>
                      <a:gd name="T22" fmla="*/ 6 w 28"/>
                      <a:gd name="T23" fmla="*/ 18 h 21"/>
                      <a:gd name="T24" fmla="*/ 6 w 28"/>
                      <a:gd name="T25" fmla="*/ 15 h 21"/>
                      <a:gd name="T26" fmla="*/ 4 w 28"/>
                      <a:gd name="T27" fmla="*/ 12 h 21"/>
                      <a:gd name="T28" fmla="*/ 2 w 28"/>
                      <a:gd name="T29" fmla="*/ 10 h 21"/>
                      <a:gd name="T30" fmla="*/ 0 w 28"/>
                      <a:gd name="T31" fmla="*/ 6 h 21"/>
                      <a:gd name="T32" fmla="*/ 0 w 28"/>
                      <a:gd name="T33" fmla="*/ 3 h 21"/>
                      <a:gd name="T34" fmla="*/ 1 w 28"/>
                      <a:gd name="T35" fmla="*/ 0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8" h="21">
                        <a:moveTo>
                          <a:pt x="1" y="0"/>
                        </a:moveTo>
                        <a:lnTo>
                          <a:pt x="3" y="2"/>
                        </a:lnTo>
                        <a:lnTo>
                          <a:pt x="5" y="5"/>
                        </a:lnTo>
                        <a:lnTo>
                          <a:pt x="10" y="8"/>
                        </a:lnTo>
                        <a:lnTo>
                          <a:pt x="15" y="11"/>
                        </a:lnTo>
                        <a:lnTo>
                          <a:pt x="21" y="13"/>
                        </a:lnTo>
                        <a:lnTo>
                          <a:pt x="27" y="14"/>
                        </a:lnTo>
                        <a:lnTo>
                          <a:pt x="24" y="18"/>
                        </a:lnTo>
                        <a:lnTo>
                          <a:pt x="17" y="17"/>
                        </a:lnTo>
                        <a:lnTo>
                          <a:pt x="10" y="17"/>
                        </a:lnTo>
                        <a:lnTo>
                          <a:pt x="5" y="20"/>
                        </a:lnTo>
                        <a:lnTo>
                          <a:pt x="6" y="18"/>
                        </a:lnTo>
                        <a:lnTo>
                          <a:pt x="6" y="15"/>
                        </a:lnTo>
                        <a:lnTo>
                          <a:pt x="4" y="12"/>
                        </a:lnTo>
                        <a:lnTo>
                          <a:pt x="2" y="10"/>
                        </a:lnTo>
                        <a:lnTo>
                          <a:pt x="0" y="6"/>
                        </a:lnTo>
                        <a:lnTo>
                          <a:pt x="0" y="3"/>
                        </a:lnTo>
                        <a:lnTo>
                          <a:pt x="1" y="0"/>
                        </a:lnTo>
                      </a:path>
                    </a:pathLst>
                  </a:custGeom>
                  <a:solidFill>
                    <a:srgbClr val="FFA04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9643" name="Freeform 203">
                    <a:extLst>
                      <a:ext uri="{FF2B5EF4-FFF2-40B4-BE49-F238E27FC236}">
                        <a16:creationId xmlns:a16="http://schemas.microsoft.com/office/drawing/2014/main" id="{8C390AEE-5FE0-47C3-8C36-4FA93535C6A1}"/>
                      </a:ext>
                    </a:extLst>
                  </p:cNvPr>
                  <p:cNvSpPr>
                    <a:spLocks/>
                  </p:cNvSpPr>
                  <p:nvPr/>
                </p:nvSpPr>
                <p:spPr bwMode="auto">
                  <a:xfrm>
                    <a:off x="4496" y="1837"/>
                    <a:ext cx="37" cy="18"/>
                  </a:xfrm>
                  <a:custGeom>
                    <a:avLst/>
                    <a:gdLst>
                      <a:gd name="T0" fmla="*/ 0 w 37"/>
                      <a:gd name="T1" fmla="*/ 1 h 18"/>
                      <a:gd name="T2" fmla="*/ 1 w 37"/>
                      <a:gd name="T3" fmla="*/ 0 h 18"/>
                      <a:gd name="T4" fmla="*/ 2 w 37"/>
                      <a:gd name="T5" fmla="*/ 1 h 18"/>
                      <a:gd name="T6" fmla="*/ 5 w 37"/>
                      <a:gd name="T7" fmla="*/ 3 h 18"/>
                      <a:gd name="T8" fmla="*/ 10 w 37"/>
                      <a:gd name="T9" fmla="*/ 4 h 18"/>
                      <a:gd name="T10" fmla="*/ 15 w 37"/>
                      <a:gd name="T11" fmla="*/ 6 h 18"/>
                      <a:gd name="T12" fmla="*/ 24 w 37"/>
                      <a:gd name="T13" fmla="*/ 7 h 18"/>
                      <a:gd name="T14" fmla="*/ 33 w 37"/>
                      <a:gd name="T15" fmla="*/ 9 h 18"/>
                      <a:gd name="T16" fmla="*/ 36 w 37"/>
                      <a:gd name="T17" fmla="*/ 16 h 18"/>
                      <a:gd name="T18" fmla="*/ 25 w 37"/>
                      <a:gd name="T19" fmla="*/ 14 h 18"/>
                      <a:gd name="T20" fmla="*/ 17 w 37"/>
                      <a:gd name="T21" fmla="*/ 13 h 18"/>
                      <a:gd name="T22" fmla="*/ 10 w 37"/>
                      <a:gd name="T23" fmla="*/ 14 h 18"/>
                      <a:gd name="T24" fmla="*/ 6 w 37"/>
                      <a:gd name="T25" fmla="*/ 17 h 18"/>
                      <a:gd name="T26" fmla="*/ 6 w 37"/>
                      <a:gd name="T27" fmla="*/ 15 h 18"/>
                      <a:gd name="T28" fmla="*/ 6 w 37"/>
                      <a:gd name="T29" fmla="*/ 12 h 18"/>
                      <a:gd name="T30" fmla="*/ 5 w 37"/>
                      <a:gd name="T31" fmla="*/ 10 h 18"/>
                      <a:gd name="T32" fmla="*/ 2 w 37"/>
                      <a:gd name="T33" fmla="*/ 7 h 18"/>
                      <a:gd name="T34" fmla="*/ 0 w 37"/>
                      <a:gd name="T35" fmla="*/ 4 h 18"/>
                      <a:gd name="T36" fmla="*/ 0 w 37"/>
                      <a:gd name="T37" fmla="*/ 1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7" h="18">
                        <a:moveTo>
                          <a:pt x="0" y="1"/>
                        </a:moveTo>
                        <a:lnTo>
                          <a:pt x="1" y="0"/>
                        </a:lnTo>
                        <a:lnTo>
                          <a:pt x="2" y="1"/>
                        </a:lnTo>
                        <a:lnTo>
                          <a:pt x="5" y="3"/>
                        </a:lnTo>
                        <a:lnTo>
                          <a:pt x="10" y="4"/>
                        </a:lnTo>
                        <a:lnTo>
                          <a:pt x="15" y="6"/>
                        </a:lnTo>
                        <a:lnTo>
                          <a:pt x="24" y="7"/>
                        </a:lnTo>
                        <a:lnTo>
                          <a:pt x="33" y="9"/>
                        </a:lnTo>
                        <a:lnTo>
                          <a:pt x="36" y="16"/>
                        </a:lnTo>
                        <a:lnTo>
                          <a:pt x="25" y="14"/>
                        </a:lnTo>
                        <a:lnTo>
                          <a:pt x="17" y="13"/>
                        </a:lnTo>
                        <a:lnTo>
                          <a:pt x="10" y="14"/>
                        </a:lnTo>
                        <a:lnTo>
                          <a:pt x="6" y="17"/>
                        </a:lnTo>
                        <a:lnTo>
                          <a:pt x="6" y="15"/>
                        </a:lnTo>
                        <a:lnTo>
                          <a:pt x="6" y="12"/>
                        </a:lnTo>
                        <a:lnTo>
                          <a:pt x="5" y="10"/>
                        </a:lnTo>
                        <a:lnTo>
                          <a:pt x="2" y="7"/>
                        </a:lnTo>
                        <a:lnTo>
                          <a:pt x="0" y="4"/>
                        </a:lnTo>
                        <a:lnTo>
                          <a:pt x="0" y="1"/>
                        </a:lnTo>
                      </a:path>
                    </a:pathLst>
                  </a:custGeom>
                  <a:solidFill>
                    <a:srgbClr val="FFA04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9644" name="Freeform 204">
                    <a:extLst>
                      <a:ext uri="{FF2B5EF4-FFF2-40B4-BE49-F238E27FC236}">
                        <a16:creationId xmlns:a16="http://schemas.microsoft.com/office/drawing/2014/main" id="{24D5E579-B5F8-47E0-85D0-EDA5C91EC164}"/>
                      </a:ext>
                    </a:extLst>
                  </p:cNvPr>
                  <p:cNvSpPr>
                    <a:spLocks/>
                  </p:cNvSpPr>
                  <p:nvPr/>
                </p:nvSpPr>
                <p:spPr bwMode="auto">
                  <a:xfrm>
                    <a:off x="4494" y="1858"/>
                    <a:ext cx="44" cy="23"/>
                  </a:xfrm>
                  <a:custGeom>
                    <a:avLst/>
                    <a:gdLst>
                      <a:gd name="T0" fmla="*/ 0 w 44"/>
                      <a:gd name="T1" fmla="*/ 3 h 23"/>
                      <a:gd name="T2" fmla="*/ 2 w 44"/>
                      <a:gd name="T3" fmla="*/ 0 h 23"/>
                      <a:gd name="T4" fmla="*/ 5 w 44"/>
                      <a:gd name="T5" fmla="*/ 3 h 23"/>
                      <a:gd name="T6" fmla="*/ 8 w 44"/>
                      <a:gd name="T7" fmla="*/ 5 h 23"/>
                      <a:gd name="T8" fmla="*/ 11 w 44"/>
                      <a:gd name="T9" fmla="*/ 7 h 23"/>
                      <a:gd name="T10" fmla="*/ 17 w 44"/>
                      <a:gd name="T11" fmla="*/ 9 h 23"/>
                      <a:gd name="T12" fmla="*/ 23 w 44"/>
                      <a:gd name="T13" fmla="*/ 10 h 23"/>
                      <a:gd name="T14" fmla="*/ 30 w 44"/>
                      <a:gd name="T15" fmla="*/ 12 h 23"/>
                      <a:gd name="T16" fmla="*/ 41 w 44"/>
                      <a:gd name="T17" fmla="*/ 15 h 23"/>
                      <a:gd name="T18" fmla="*/ 43 w 44"/>
                      <a:gd name="T19" fmla="*/ 22 h 23"/>
                      <a:gd name="T20" fmla="*/ 32 w 44"/>
                      <a:gd name="T21" fmla="*/ 18 h 23"/>
                      <a:gd name="T22" fmla="*/ 25 w 44"/>
                      <a:gd name="T23" fmla="*/ 16 h 23"/>
                      <a:gd name="T24" fmla="*/ 19 w 44"/>
                      <a:gd name="T25" fmla="*/ 15 h 23"/>
                      <a:gd name="T26" fmla="*/ 14 w 44"/>
                      <a:gd name="T27" fmla="*/ 15 h 23"/>
                      <a:gd name="T28" fmla="*/ 11 w 44"/>
                      <a:gd name="T29" fmla="*/ 16 h 23"/>
                      <a:gd name="T30" fmla="*/ 8 w 44"/>
                      <a:gd name="T31" fmla="*/ 19 h 23"/>
                      <a:gd name="T32" fmla="*/ 8 w 44"/>
                      <a:gd name="T33" fmla="*/ 16 h 23"/>
                      <a:gd name="T34" fmla="*/ 5 w 44"/>
                      <a:gd name="T35" fmla="*/ 12 h 23"/>
                      <a:gd name="T36" fmla="*/ 2 w 44"/>
                      <a:gd name="T37" fmla="*/ 9 h 23"/>
                      <a:gd name="T38" fmla="*/ 0 w 44"/>
                      <a:gd name="T39" fmla="*/ 6 h 23"/>
                      <a:gd name="T40" fmla="*/ 0 w 44"/>
                      <a:gd name="T41" fmla="*/ 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4" h="23">
                        <a:moveTo>
                          <a:pt x="0" y="3"/>
                        </a:moveTo>
                        <a:lnTo>
                          <a:pt x="2" y="0"/>
                        </a:lnTo>
                        <a:lnTo>
                          <a:pt x="5" y="3"/>
                        </a:lnTo>
                        <a:lnTo>
                          <a:pt x="8" y="5"/>
                        </a:lnTo>
                        <a:lnTo>
                          <a:pt x="11" y="7"/>
                        </a:lnTo>
                        <a:lnTo>
                          <a:pt x="17" y="9"/>
                        </a:lnTo>
                        <a:lnTo>
                          <a:pt x="23" y="10"/>
                        </a:lnTo>
                        <a:lnTo>
                          <a:pt x="30" y="12"/>
                        </a:lnTo>
                        <a:lnTo>
                          <a:pt x="41" y="15"/>
                        </a:lnTo>
                        <a:lnTo>
                          <a:pt x="43" y="22"/>
                        </a:lnTo>
                        <a:lnTo>
                          <a:pt x="32" y="18"/>
                        </a:lnTo>
                        <a:lnTo>
                          <a:pt x="25" y="16"/>
                        </a:lnTo>
                        <a:lnTo>
                          <a:pt x="19" y="15"/>
                        </a:lnTo>
                        <a:lnTo>
                          <a:pt x="14" y="15"/>
                        </a:lnTo>
                        <a:lnTo>
                          <a:pt x="11" y="16"/>
                        </a:lnTo>
                        <a:lnTo>
                          <a:pt x="8" y="19"/>
                        </a:lnTo>
                        <a:lnTo>
                          <a:pt x="8" y="16"/>
                        </a:lnTo>
                        <a:lnTo>
                          <a:pt x="5" y="12"/>
                        </a:lnTo>
                        <a:lnTo>
                          <a:pt x="2" y="9"/>
                        </a:lnTo>
                        <a:lnTo>
                          <a:pt x="0" y="6"/>
                        </a:lnTo>
                        <a:lnTo>
                          <a:pt x="0" y="3"/>
                        </a:lnTo>
                      </a:path>
                    </a:pathLst>
                  </a:custGeom>
                  <a:solidFill>
                    <a:srgbClr val="FFA04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9645" name="Freeform 205">
                    <a:extLst>
                      <a:ext uri="{FF2B5EF4-FFF2-40B4-BE49-F238E27FC236}">
                        <a16:creationId xmlns:a16="http://schemas.microsoft.com/office/drawing/2014/main" id="{DC90FBE6-DB61-4D22-9838-8A86F89600BC}"/>
                      </a:ext>
                    </a:extLst>
                  </p:cNvPr>
                  <p:cNvSpPr>
                    <a:spLocks/>
                  </p:cNvSpPr>
                  <p:nvPr/>
                </p:nvSpPr>
                <p:spPr bwMode="auto">
                  <a:xfrm>
                    <a:off x="4499" y="1882"/>
                    <a:ext cx="52" cy="48"/>
                  </a:xfrm>
                  <a:custGeom>
                    <a:avLst/>
                    <a:gdLst>
                      <a:gd name="T0" fmla="*/ 0 w 52"/>
                      <a:gd name="T1" fmla="*/ 7 h 48"/>
                      <a:gd name="T2" fmla="*/ 0 w 52"/>
                      <a:gd name="T3" fmla="*/ 4 h 48"/>
                      <a:gd name="T4" fmla="*/ 0 w 52"/>
                      <a:gd name="T5" fmla="*/ 2 h 48"/>
                      <a:gd name="T6" fmla="*/ 1 w 52"/>
                      <a:gd name="T7" fmla="*/ 0 h 48"/>
                      <a:gd name="T8" fmla="*/ 5 w 52"/>
                      <a:gd name="T9" fmla="*/ 3 h 48"/>
                      <a:gd name="T10" fmla="*/ 11 w 52"/>
                      <a:gd name="T11" fmla="*/ 6 h 48"/>
                      <a:gd name="T12" fmla="*/ 17 w 52"/>
                      <a:gd name="T13" fmla="*/ 8 h 48"/>
                      <a:gd name="T14" fmla="*/ 26 w 52"/>
                      <a:gd name="T15" fmla="*/ 11 h 48"/>
                      <a:gd name="T16" fmla="*/ 38 w 52"/>
                      <a:gd name="T17" fmla="*/ 13 h 48"/>
                      <a:gd name="T18" fmla="*/ 40 w 52"/>
                      <a:gd name="T19" fmla="*/ 18 h 48"/>
                      <a:gd name="T20" fmla="*/ 34 w 52"/>
                      <a:gd name="T21" fmla="*/ 16 h 48"/>
                      <a:gd name="T22" fmla="*/ 28 w 52"/>
                      <a:gd name="T23" fmla="*/ 16 h 48"/>
                      <a:gd name="T24" fmla="*/ 24 w 52"/>
                      <a:gd name="T25" fmla="*/ 16 h 48"/>
                      <a:gd name="T26" fmla="*/ 23 w 52"/>
                      <a:gd name="T27" fmla="*/ 19 h 48"/>
                      <a:gd name="T28" fmla="*/ 25 w 52"/>
                      <a:gd name="T29" fmla="*/ 22 h 48"/>
                      <a:gd name="T30" fmla="*/ 28 w 52"/>
                      <a:gd name="T31" fmla="*/ 26 h 48"/>
                      <a:gd name="T32" fmla="*/ 33 w 52"/>
                      <a:gd name="T33" fmla="*/ 31 h 48"/>
                      <a:gd name="T34" fmla="*/ 40 w 52"/>
                      <a:gd name="T35" fmla="*/ 36 h 48"/>
                      <a:gd name="T36" fmla="*/ 51 w 52"/>
                      <a:gd name="T37" fmla="*/ 42 h 48"/>
                      <a:gd name="T38" fmla="*/ 51 w 52"/>
                      <a:gd name="T39" fmla="*/ 47 h 48"/>
                      <a:gd name="T40" fmla="*/ 46 w 52"/>
                      <a:gd name="T41" fmla="*/ 44 h 48"/>
                      <a:gd name="T42" fmla="*/ 40 w 52"/>
                      <a:gd name="T43" fmla="*/ 41 h 48"/>
                      <a:gd name="T44" fmla="*/ 32 w 52"/>
                      <a:gd name="T45" fmla="*/ 36 h 48"/>
                      <a:gd name="T46" fmla="*/ 25 w 52"/>
                      <a:gd name="T47" fmla="*/ 30 h 48"/>
                      <a:gd name="T48" fmla="*/ 19 w 52"/>
                      <a:gd name="T49" fmla="*/ 26 h 48"/>
                      <a:gd name="T50" fmla="*/ 14 w 52"/>
                      <a:gd name="T51" fmla="*/ 20 h 48"/>
                      <a:gd name="T52" fmla="*/ 9 w 52"/>
                      <a:gd name="T53" fmla="*/ 15 h 48"/>
                      <a:gd name="T54" fmla="*/ 3 w 52"/>
                      <a:gd name="T55" fmla="*/ 11 h 48"/>
                      <a:gd name="T56" fmla="*/ 0 w 52"/>
                      <a:gd name="T57" fmla="*/ 7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2" h="48">
                        <a:moveTo>
                          <a:pt x="0" y="7"/>
                        </a:moveTo>
                        <a:lnTo>
                          <a:pt x="0" y="4"/>
                        </a:lnTo>
                        <a:lnTo>
                          <a:pt x="0" y="2"/>
                        </a:lnTo>
                        <a:lnTo>
                          <a:pt x="1" y="0"/>
                        </a:lnTo>
                        <a:lnTo>
                          <a:pt x="5" y="3"/>
                        </a:lnTo>
                        <a:lnTo>
                          <a:pt x="11" y="6"/>
                        </a:lnTo>
                        <a:lnTo>
                          <a:pt x="17" y="8"/>
                        </a:lnTo>
                        <a:lnTo>
                          <a:pt x="26" y="11"/>
                        </a:lnTo>
                        <a:lnTo>
                          <a:pt x="38" y="13"/>
                        </a:lnTo>
                        <a:lnTo>
                          <a:pt x="40" y="18"/>
                        </a:lnTo>
                        <a:lnTo>
                          <a:pt x="34" y="16"/>
                        </a:lnTo>
                        <a:lnTo>
                          <a:pt x="28" y="16"/>
                        </a:lnTo>
                        <a:lnTo>
                          <a:pt x="24" y="16"/>
                        </a:lnTo>
                        <a:lnTo>
                          <a:pt x="23" y="19"/>
                        </a:lnTo>
                        <a:lnTo>
                          <a:pt x="25" y="22"/>
                        </a:lnTo>
                        <a:lnTo>
                          <a:pt x="28" y="26"/>
                        </a:lnTo>
                        <a:lnTo>
                          <a:pt x="33" y="31"/>
                        </a:lnTo>
                        <a:lnTo>
                          <a:pt x="40" y="36"/>
                        </a:lnTo>
                        <a:lnTo>
                          <a:pt x="51" y="42"/>
                        </a:lnTo>
                        <a:lnTo>
                          <a:pt x="51" y="47"/>
                        </a:lnTo>
                        <a:lnTo>
                          <a:pt x="46" y="44"/>
                        </a:lnTo>
                        <a:lnTo>
                          <a:pt x="40" y="41"/>
                        </a:lnTo>
                        <a:lnTo>
                          <a:pt x="32" y="36"/>
                        </a:lnTo>
                        <a:lnTo>
                          <a:pt x="25" y="30"/>
                        </a:lnTo>
                        <a:lnTo>
                          <a:pt x="19" y="26"/>
                        </a:lnTo>
                        <a:lnTo>
                          <a:pt x="14" y="20"/>
                        </a:lnTo>
                        <a:lnTo>
                          <a:pt x="9" y="15"/>
                        </a:lnTo>
                        <a:lnTo>
                          <a:pt x="3" y="11"/>
                        </a:lnTo>
                        <a:lnTo>
                          <a:pt x="0" y="7"/>
                        </a:lnTo>
                      </a:path>
                    </a:pathLst>
                  </a:custGeom>
                  <a:solidFill>
                    <a:srgbClr val="FFA04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9646" name="Freeform 206">
                    <a:extLst>
                      <a:ext uri="{FF2B5EF4-FFF2-40B4-BE49-F238E27FC236}">
                        <a16:creationId xmlns:a16="http://schemas.microsoft.com/office/drawing/2014/main" id="{B7B41BA7-2DEC-4A13-BBE3-246444FD1CAA}"/>
                      </a:ext>
                    </a:extLst>
                  </p:cNvPr>
                  <p:cNvSpPr>
                    <a:spLocks/>
                  </p:cNvSpPr>
                  <p:nvPr/>
                </p:nvSpPr>
                <p:spPr bwMode="auto">
                  <a:xfrm>
                    <a:off x="4500" y="1797"/>
                    <a:ext cx="22" cy="17"/>
                  </a:xfrm>
                  <a:custGeom>
                    <a:avLst/>
                    <a:gdLst>
                      <a:gd name="T0" fmla="*/ 0 w 22"/>
                      <a:gd name="T1" fmla="*/ 0 h 17"/>
                      <a:gd name="T2" fmla="*/ 2 w 22"/>
                      <a:gd name="T3" fmla="*/ 2 h 17"/>
                      <a:gd name="T4" fmla="*/ 5 w 22"/>
                      <a:gd name="T5" fmla="*/ 4 h 17"/>
                      <a:gd name="T6" fmla="*/ 10 w 22"/>
                      <a:gd name="T7" fmla="*/ 7 h 17"/>
                      <a:gd name="T8" fmla="*/ 14 w 22"/>
                      <a:gd name="T9" fmla="*/ 10 h 17"/>
                      <a:gd name="T10" fmla="*/ 18 w 22"/>
                      <a:gd name="T11" fmla="*/ 12 h 17"/>
                      <a:gd name="T12" fmla="*/ 21 w 22"/>
                      <a:gd name="T13" fmla="*/ 14 h 17"/>
                      <a:gd name="T14" fmla="*/ 15 w 22"/>
                      <a:gd name="T15" fmla="*/ 16 h 17"/>
                      <a:gd name="T16" fmla="*/ 10 w 22"/>
                      <a:gd name="T17" fmla="*/ 14 h 17"/>
                      <a:gd name="T18" fmla="*/ 4 w 22"/>
                      <a:gd name="T19" fmla="*/ 12 h 17"/>
                      <a:gd name="T20" fmla="*/ 0 w 22"/>
                      <a:gd name="T21" fmla="*/ 9 h 17"/>
                      <a:gd name="T22" fmla="*/ 0 w 22"/>
                      <a:gd name="T23" fmla="*/ 7 h 17"/>
                      <a:gd name="T24" fmla="*/ 0 w 22"/>
                      <a:gd name="T25" fmla="*/ 3 h 17"/>
                      <a:gd name="T26" fmla="*/ 0 w 22"/>
                      <a:gd name="T27"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2" h="17">
                        <a:moveTo>
                          <a:pt x="0" y="0"/>
                        </a:moveTo>
                        <a:lnTo>
                          <a:pt x="2" y="2"/>
                        </a:lnTo>
                        <a:lnTo>
                          <a:pt x="5" y="4"/>
                        </a:lnTo>
                        <a:lnTo>
                          <a:pt x="10" y="7"/>
                        </a:lnTo>
                        <a:lnTo>
                          <a:pt x="14" y="10"/>
                        </a:lnTo>
                        <a:lnTo>
                          <a:pt x="18" y="12"/>
                        </a:lnTo>
                        <a:lnTo>
                          <a:pt x="21" y="14"/>
                        </a:lnTo>
                        <a:lnTo>
                          <a:pt x="15" y="16"/>
                        </a:lnTo>
                        <a:lnTo>
                          <a:pt x="10" y="14"/>
                        </a:lnTo>
                        <a:lnTo>
                          <a:pt x="4" y="12"/>
                        </a:lnTo>
                        <a:lnTo>
                          <a:pt x="0" y="9"/>
                        </a:lnTo>
                        <a:lnTo>
                          <a:pt x="0" y="7"/>
                        </a:lnTo>
                        <a:lnTo>
                          <a:pt x="0" y="3"/>
                        </a:lnTo>
                        <a:lnTo>
                          <a:pt x="0" y="0"/>
                        </a:lnTo>
                      </a:path>
                    </a:pathLst>
                  </a:custGeom>
                  <a:solidFill>
                    <a:srgbClr val="FFA04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9647" name="Freeform 207">
                    <a:extLst>
                      <a:ext uri="{FF2B5EF4-FFF2-40B4-BE49-F238E27FC236}">
                        <a16:creationId xmlns:a16="http://schemas.microsoft.com/office/drawing/2014/main" id="{CFFDB96E-0F7D-4632-AE29-E249ABACD011}"/>
                      </a:ext>
                    </a:extLst>
                  </p:cNvPr>
                  <p:cNvSpPr>
                    <a:spLocks/>
                  </p:cNvSpPr>
                  <p:nvPr/>
                </p:nvSpPr>
                <p:spPr bwMode="auto">
                  <a:xfrm>
                    <a:off x="4538" y="1794"/>
                    <a:ext cx="180" cy="142"/>
                  </a:xfrm>
                  <a:custGeom>
                    <a:avLst/>
                    <a:gdLst>
                      <a:gd name="T0" fmla="*/ 85 w 180"/>
                      <a:gd name="T1" fmla="*/ 32 h 142"/>
                      <a:gd name="T2" fmla="*/ 71 w 180"/>
                      <a:gd name="T3" fmla="*/ 36 h 142"/>
                      <a:gd name="T4" fmla="*/ 42 w 180"/>
                      <a:gd name="T5" fmla="*/ 40 h 142"/>
                      <a:gd name="T6" fmla="*/ 0 w 180"/>
                      <a:gd name="T7" fmla="*/ 42 h 142"/>
                      <a:gd name="T8" fmla="*/ 50 w 180"/>
                      <a:gd name="T9" fmla="*/ 49 h 142"/>
                      <a:gd name="T10" fmla="*/ 106 w 180"/>
                      <a:gd name="T11" fmla="*/ 46 h 142"/>
                      <a:gd name="T12" fmla="*/ 145 w 180"/>
                      <a:gd name="T13" fmla="*/ 36 h 142"/>
                      <a:gd name="T14" fmla="*/ 158 w 180"/>
                      <a:gd name="T15" fmla="*/ 34 h 142"/>
                      <a:gd name="T16" fmla="*/ 152 w 180"/>
                      <a:gd name="T17" fmla="*/ 42 h 142"/>
                      <a:gd name="T18" fmla="*/ 124 w 180"/>
                      <a:gd name="T19" fmla="*/ 53 h 142"/>
                      <a:gd name="T20" fmla="*/ 74 w 180"/>
                      <a:gd name="T21" fmla="*/ 63 h 142"/>
                      <a:gd name="T22" fmla="*/ 43 w 180"/>
                      <a:gd name="T23" fmla="*/ 71 h 142"/>
                      <a:gd name="T24" fmla="*/ 100 w 180"/>
                      <a:gd name="T25" fmla="*/ 70 h 142"/>
                      <a:gd name="T26" fmla="*/ 138 w 180"/>
                      <a:gd name="T27" fmla="*/ 63 h 142"/>
                      <a:gd name="T28" fmla="*/ 161 w 180"/>
                      <a:gd name="T29" fmla="*/ 56 h 142"/>
                      <a:gd name="T30" fmla="*/ 161 w 180"/>
                      <a:gd name="T31" fmla="*/ 61 h 142"/>
                      <a:gd name="T32" fmla="*/ 142 w 180"/>
                      <a:gd name="T33" fmla="*/ 72 h 142"/>
                      <a:gd name="T34" fmla="*/ 107 w 180"/>
                      <a:gd name="T35" fmla="*/ 83 h 142"/>
                      <a:gd name="T36" fmla="*/ 58 w 180"/>
                      <a:gd name="T37" fmla="*/ 90 h 142"/>
                      <a:gd name="T38" fmla="*/ 74 w 180"/>
                      <a:gd name="T39" fmla="*/ 95 h 142"/>
                      <a:gd name="T40" fmla="*/ 118 w 180"/>
                      <a:gd name="T41" fmla="*/ 93 h 142"/>
                      <a:gd name="T42" fmla="*/ 153 w 180"/>
                      <a:gd name="T43" fmla="*/ 84 h 142"/>
                      <a:gd name="T44" fmla="*/ 157 w 180"/>
                      <a:gd name="T45" fmla="*/ 88 h 142"/>
                      <a:gd name="T46" fmla="*/ 146 w 180"/>
                      <a:gd name="T47" fmla="*/ 96 h 142"/>
                      <a:gd name="T48" fmla="*/ 119 w 180"/>
                      <a:gd name="T49" fmla="*/ 106 h 142"/>
                      <a:gd name="T50" fmla="*/ 88 w 180"/>
                      <a:gd name="T51" fmla="*/ 110 h 142"/>
                      <a:gd name="T52" fmla="*/ 40 w 180"/>
                      <a:gd name="T53" fmla="*/ 111 h 142"/>
                      <a:gd name="T54" fmla="*/ 73 w 180"/>
                      <a:gd name="T55" fmla="*/ 118 h 142"/>
                      <a:gd name="T56" fmla="*/ 104 w 180"/>
                      <a:gd name="T57" fmla="*/ 118 h 142"/>
                      <a:gd name="T58" fmla="*/ 132 w 180"/>
                      <a:gd name="T59" fmla="*/ 114 h 142"/>
                      <a:gd name="T60" fmla="*/ 143 w 180"/>
                      <a:gd name="T61" fmla="*/ 115 h 142"/>
                      <a:gd name="T62" fmla="*/ 137 w 180"/>
                      <a:gd name="T63" fmla="*/ 122 h 142"/>
                      <a:gd name="T64" fmla="*/ 121 w 180"/>
                      <a:gd name="T65" fmla="*/ 127 h 142"/>
                      <a:gd name="T66" fmla="*/ 62 w 180"/>
                      <a:gd name="T67" fmla="*/ 132 h 142"/>
                      <a:gd name="T68" fmla="*/ 110 w 180"/>
                      <a:gd name="T69" fmla="*/ 135 h 142"/>
                      <a:gd name="T70" fmla="*/ 114 w 180"/>
                      <a:gd name="T71" fmla="*/ 140 h 142"/>
                      <a:gd name="T72" fmla="*/ 132 w 180"/>
                      <a:gd name="T73" fmla="*/ 135 h 142"/>
                      <a:gd name="T74" fmla="*/ 145 w 180"/>
                      <a:gd name="T75" fmla="*/ 126 h 142"/>
                      <a:gd name="T76" fmla="*/ 173 w 180"/>
                      <a:gd name="T77" fmla="*/ 92 h 142"/>
                      <a:gd name="T78" fmla="*/ 174 w 180"/>
                      <a:gd name="T79" fmla="*/ 85 h 142"/>
                      <a:gd name="T80" fmla="*/ 170 w 180"/>
                      <a:gd name="T81" fmla="*/ 79 h 142"/>
                      <a:gd name="T82" fmla="*/ 174 w 180"/>
                      <a:gd name="T83" fmla="*/ 72 h 142"/>
                      <a:gd name="T84" fmla="*/ 179 w 180"/>
                      <a:gd name="T85" fmla="*/ 66 h 142"/>
                      <a:gd name="T86" fmla="*/ 175 w 180"/>
                      <a:gd name="T87" fmla="*/ 58 h 142"/>
                      <a:gd name="T88" fmla="*/ 171 w 180"/>
                      <a:gd name="T89" fmla="*/ 52 h 142"/>
                      <a:gd name="T90" fmla="*/ 177 w 180"/>
                      <a:gd name="T91" fmla="*/ 45 h 142"/>
                      <a:gd name="T92" fmla="*/ 176 w 180"/>
                      <a:gd name="T93" fmla="*/ 36 h 142"/>
                      <a:gd name="T94" fmla="*/ 172 w 180"/>
                      <a:gd name="T95" fmla="*/ 30 h 142"/>
                      <a:gd name="T96" fmla="*/ 175 w 180"/>
                      <a:gd name="T97" fmla="*/ 23 h 142"/>
                      <a:gd name="T98" fmla="*/ 179 w 180"/>
                      <a:gd name="T99" fmla="*/ 16 h 142"/>
                      <a:gd name="T100" fmla="*/ 174 w 180"/>
                      <a:gd name="T101" fmla="*/ 9 h 142"/>
                      <a:gd name="T102" fmla="*/ 155 w 180"/>
                      <a:gd name="T103" fmla="*/ 10 h 142"/>
                      <a:gd name="T104" fmla="*/ 116 w 180"/>
                      <a:gd name="T105" fmla="*/ 21 h 142"/>
                      <a:gd name="T106" fmla="*/ 71 w 180"/>
                      <a:gd name="T107" fmla="*/ 27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80" h="142">
                        <a:moveTo>
                          <a:pt x="71" y="27"/>
                        </a:moveTo>
                        <a:lnTo>
                          <a:pt x="45" y="29"/>
                        </a:lnTo>
                        <a:lnTo>
                          <a:pt x="85" y="32"/>
                        </a:lnTo>
                        <a:lnTo>
                          <a:pt x="82" y="34"/>
                        </a:lnTo>
                        <a:lnTo>
                          <a:pt x="77" y="35"/>
                        </a:lnTo>
                        <a:lnTo>
                          <a:pt x="71" y="36"/>
                        </a:lnTo>
                        <a:lnTo>
                          <a:pt x="63" y="38"/>
                        </a:lnTo>
                        <a:lnTo>
                          <a:pt x="54" y="40"/>
                        </a:lnTo>
                        <a:lnTo>
                          <a:pt x="42" y="40"/>
                        </a:lnTo>
                        <a:lnTo>
                          <a:pt x="29" y="42"/>
                        </a:lnTo>
                        <a:lnTo>
                          <a:pt x="15" y="42"/>
                        </a:lnTo>
                        <a:lnTo>
                          <a:pt x="0" y="42"/>
                        </a:lnTo>
                        <a:lnTo>
                          <a:pt x="23" y="47"/>
                        </a:lnTo>
                        <a:lnTo>
                          <a:pt x="37" y="49"/>
                        </a:lnTo>
                        <a:lnTo>
                          <a:pt x="50" y="49"/>
                        </a:lnTo>
                        <a:lnTo>
                          <a:pt x="65" y="49"/>
                        </a:lnTo>
                        <a:lnTo>
                          <a:pt x="87" y="48"/>
                        </a:lnTo>
                        <a:lnTo>
                          <a:pt x="106" y="46"/>
                        </a:lnTo>
                        <a:lnTo>
                          <a:pt x="121" y="42"/>
                        </a:lnTo>
                        <a:lnTo>
                          <a:pt x="138" y="38"/>
                        </a:lnTo>
                        <a:lnTo>
                          <a:pt x="145" y="36"/>
                        </a:lnTo>
                        <a:lnTo>
                          <a:pt x="152" y="34"/>
                        </a:lnTo>
                        <a:lnTo>
                          <a:pt x="156" y="33"/>
                        </a:lnTo>
                        <a:lnTo>
                          <a:pt x="158" y="34"/>
                        </a:lnTo>
                        <a:lnTo>
                          <a:pt x="158" y="36"/>
                        </a:lnTo>
                        <a:lnTo>
                          <a:pt x="157" y="39"/>
                        </a:lnTo>
                        <a:lnTo>
                          <a:pt x="152" y="42"/>
                        </a:lnTo>
                        <a:lnTo>
                          <a:pt x="145" y="46"/>
                        </a:lnTo>
                        <a:lnTo>
                          <a:pt x="136" y="49"/>
                        </a:lnTo>
                        <a:lnTo>
                          <a:pt x="124" y="53"/>
                        </a:lnTo>
                        <a:lnTo>
                          <a:pt x="109" y="57"/>
                        </a:lnTo>
                        <a:lnTo>
                          <a:pt x="91" y="60"/>
                        </a:lnTo>
                        <a:lnTo>
                          <a:pt x="74" y="63"/>
                        </a:lnTo>
                        <a:lnTo>
                          <a:pt x="55" y="65"/>
                        </a:lnTo>
                        <a:lnTo>
                          <a:pt x="23" y="68"/>
                        </a:lnTo>
                        <a:lnTo>
                          <a:pt x="43" y="71"/>
                        </a:lnTo>
                        <a:lnTo>
                          <a:pt x="59" y="73"/>
                        </a:lnTo>
                        <a:lnTo>
                          <a:pt x="79" y="73"/>
                        </a:lnTo>
                        <a:lnTo>
                          <a:pt x="100" y="70"/>
                        </a:lnTo>
                        <a:lnTo>
                          <a:pt x="116" y="68"/>
                        </a:lnTo>
                        <a:lnTo>
                          <a:pt x="128" y="65"/>
                        </a:lnTo>
                        <a:lnTo>
                          <a:pt x="138" y="63"/>
                        </a:lnTo>
                        <a:lnTo>
                          <a:pt x="149" y="59"/>
                        </a:lnTo>
                        <a:lnTo>
                          <a:pt x="157" y="57"/>
                        </a:lnTo>
                        <a:lnTo>
                          <a:pt x="161" y="56"/>
                        </a:lnTo>
                        <a:lnTo>
                          <a:pt x="163" y="56"/>
                        </a:lnTo>
                        <a:lnTo>
                          <a:pt x="162" y="58"/>
                        </a:lnTo>
                        <a:lnTo>
                          <a:pt x="161" y="61"/>
                        </a:lnTo>
                        <a:lnTo>
                          <a:pt x="158" y="64"/>
                        </a:lnTo>
                        <a:lnTo>
                          <a:pt x="150" y="68"/>
                        </a:lnTo>
                        <a:lnTo>
                          <a:pt x="142" y="72"/>
                        </a:lnTo>
                        <a:lnTo>
                          <a:pt x="133" y="75"/>
                        </a:lnTo>
                        <a:lnTo>
                          <a:pt x="121" y="79"/>
                        </a:lnTo>
                        <a:lnTo>
                          <a:pt x="107" y="83"/>
                        </a:lnTo>
                        <a:lnTo>
                          <a:pt x="86" y="87"/>
                        </a:lnTo>
                        <a:lnTo>
                          <a:pt x="71" y="89"/>
                        </a:lnTo>
                        <a:lnTo>
                          <a:pt x="58" y="90"/>
                        </a:lnTo>
                        <a:lnTo>
                          <a:pt x="37" y="91"/>
                        </a:lnTo>
                        <a:lnTo>
                          <a:pt x="58" y="94"/>
                        </a:lnTo>
                        <a:lnTo>
                          <a:pt x="74" y="95"/>
                        </a:lnTo>
                        <a:lnTo>
                          <a:pt x="88" y="95"/>
                        </a:lnTo>
                        <a:lnTo>
                          <a:pt x="103" y="95"/>
                        </a:lnTo>
                        <a:lnTo>
                          <a:pt x="118" y="93"/>
                        </a:lnTo>
                        <a:lnTo>
                          <a:pt x="129" y="91"/>
                        </a:lnTo>
                        <a:lnTo>
                          <a:pt x="138" y="88"/>
                        </a:lnTo>
                        <a:lnTo>
                          <a:pt x="153" y="84"/>
                        </a:lnTo>
                        <a:lnTo>
                          <a:pt x="155" y="84"/>
                        </a:lnTo>
                        <a:lnTo>
                          <a:pt x="157" y="85"/>
                        </a:lnTo>
                        <a:lnTo>
                          <a:pt x="157" y="88"/>
                        </a:lnTo>
                        <a:lnTo>
                          <a:pt x="155" y="90"/>
                        </a:lnTo>
                        <a:lnTo>
                          <a:pt x="151" y="93"/>
                        </a:lnTo>
                        <a:lnTo>
                          <a:pt x="146" y="96"/>
                        </a:lnTo>
                        <a:lnTo>
                          <a:pt x="137" y="100"/>
                        </a:lnTo>
                        <a:lnTo>
                          <a:pt x="128" y="104"/>
                        </a:lnTo>
                        <a:lnTo>
                          <a:pt x="119" y="106"/>
                        </a:lnTo>
                        <a:lnTo>
                          <a:pt x="109" y="108"/>
                        </a:lnTo>
                        <a:lnTo>
                          <a:pt x="100" y="109"/>
                        </a:lnTo>
                        <a:lnTo>
                          <a:pt x="88" y="110"/>
                        </a:lnTo>
                        <a:lnTo>
                          <a:pt x="74" y="111"/>
                        </a:lnTo>
                        <a:lnTo>
                          <a:pt x="61" y="111"/>
                        </a:lnTo>
                        <a:lnTo>
                          <a:pt x="40" y="111"/>
                        </a:lnTo>
                        <a:lnTo>
                          <a:pt x="51" y="114"/>
                        </a:lnTo>
                        <a:lnTo>
                          <a:pt x="62" y="117"/>
                        </a:lnTo>
                        <a:lnTo>
                          <a:pt x="73" y="118"/>
                        </a:lnTo>
                        <a:lnTo>
                          <a:pt x="83" y="118"/>
                        </a:lnTo>
                        <a:lnTo>
                          <a:pt x="93" y="119"/>
                        </a:lnTo>
                        <a:lnTo>
                          <a:pt x="104" y="118"/>
                        </a:lnTo>
                        <a:lnTo>
                          <a:pt x="112" y="118"/>
                        </a:lnTo>
                        <a:lnTo>
                          <a:pt x="121" y="117"/>
                        </a:lnTo>
                        <a:lnTo>
                          <a:pt x="132" y="114"/>
                        </a:lnTo>
                        <a:lnTo>
                          <a:pt x="140" y="113"/>
                        </a:lnTo>
                        <a:lnTo>
                          <a:pt x="143" y="113"/>
                        </a:lnTo>
                        <a:lnTo>
                          <a:pt x="143" y="115"/>
                        </a:lnTo>
                        <a:lnTo>
                          <a:pt x="143" y="117"/>
                        </a:lnTo>
                        <a:lnTo>
                          <a:pt x="140" y="119"/>
                        </a:lnTo>
                        <a:lnTo>
                          <a:pt x="137" y="122"/>
                        </a:lnTo>
                        <a:lnTo>
                          <a:pt x="133" y="123"/>
                        </a:lnTo>
                        <a:lnTo>
                          <a:pt x="128" y="125"/>
                        </a:lnTo>
                        <a:lnTo>
                          <a:pt x="121" y="127"/>
                        </a:lnTo>
                        <a:lnTo>
                          <a:pt x="105" y="129"/>
                        </a:lnTo>
                        <a:lnTo>
                          <a:pt x="91" y="130"/>
                        </a:lnTo>
                        <a:lnTo>
                          <a:pt x="62" y="132"/>
                        </a:lnTo>
                        <a:lnTo>
                          <a:pt x="99" y="134"/>
                        </a:lnTo>
                        <a:lnTo>
                          <a:pt x="107" y="134"/>
                        </a:lnTo>
                        <a:lnTo>
                          <a:pt x="110" y="135"/>
                        </a:lnTo>
                        <a:lnTo>
                          <a:pt x="112" y="136"/>
                        </a:lnTo>
                        <a:lnTo>
                          <a:pt x="112" y="139"/>
                        </a:lnTo>
                        <a:lnTo>
                          <a:pt x="114" y="140"/>
                        </a:lnTo>
                        <a:lnTo>
                          <a:pt x="118" y="141"/>
                        </a:lnTo>
                        <a:lnTo>
                          <a:pt x="126" y="138"/>
                        </a:lnTo>
                        <a:lnTo>
                          <a:pt x="132" y="135"/>
                        </a:lnTo>
                        <a:lnTo>
                          <a:pt x="137" y="133"/>
                        </a:lnTo>
                        <a:lnTo>
                          <a:pt x="141" y="130"/>
                        </a:lnTo>
                        <a:lnTo>
                          <a:pt x="145" y="126"/>
                        </a:lnTo>
                        <a:lnTo>
                          <a:pt x="159" y="111"/>
                        </a:lnTo>
                        <a:lnTo>
                          <a:pt x="169" y="99"/>
                        </a:lnTo>
                        <a:lnTo>
                          <a:pt x="173" y="92"/>
                        </a:lnTo>
                        <a:lnTo>
                          <a:pt x="174" y="89"/>
                        </a:lnTo>
                        <a:lnTo>
                          <a:pt x="174" y="88"/>
                        </a:lnTo>
                        <a:lnTo>
                          <a:pt x="174" y="85"/>
                        </a:lnTo>
                        <a:lnTo>
                          <a:pt x="172" y="83"/>
                        </a:lnTo>
                        <a:lnTo>
                          <a:pt x="171" y="81"/>
                        </a:lnTo>
                        <a:lnTo>
                          <a:pt x="170" y="79"/>
                        </a:lnTo>
                        <a:lnTo>
                          <a:pt x="171" y="76"/>
                        </a:lnTo>
                        <a:lnTo>
                          <a:pt x="172" y="74"/>
                        </a:lnTo>
                        <a:lnTo>
                          <a:pt x="174" y="72"/>
                        </a:lnTo>
                        <a:lnTo>
                          <a:pt x="175" y="70"/>
                        </a:lnTo>
                        <a:lnTo>
                          <a:pt x="177" y="68"/>
                        </a:lnTo>
                        <a:lnTo>
                          <a:pt x="179" y="66"/>
                        </a:lnTo>
                        <a:lnTo>
                          <a:pt x="179" y="63"/>
                        </a:lnTo>
                        <a:lnTo>
                          <a:pt x="177" y="60"/>
                        </a:lnTo>
                        <a:lnTo>
                          <a:pt x="175" y="58"/>
                        </a:lnTo>
                        <a:lnTo>
                          <a:pt x="174" y="56"/>
                        </a:lnTo>
                        <a:lnTo>
                          <a:pt x="172" y="54"/>
                        </a:lnTo>
                        <a:lnTo>
                          <a:pt x="171" y="52"/>
                        </a:lnTo>
                        <a:lnTo>
                          <a:pt x="172" y="50"/>
                        </a:lnTo>
                        <a:lnTo>
                          <a:pt x="174" y="47"/>
                        </a:lnTo>
                        <a:lnTo>
                          <a:pt x="177" y="45"/>
                        </a:lnTo>
                        <a:lnTo>
                          <a:pt x="177" y="42"/>
                        </a:lnTo>
                        <a:lnTo>
                          <a:pt x="177" y="39"/>
                        </a:lnTo>
                        <a:lnTo>
                          <a:pt x="176" y="36"/>
                        </a:lnTo>
                        <a:lnTo>
                          <a:pt x="174" y="34"/>
                        </a:lnTo>
                        <a:lnTo>
                          <a:pt x="173" y="32"/>
                        </a:lnTo>
                        <a:lnTo>
                          <a:pt x="172" y="30"/>
                        </a:lnTo>
                        <a:lnTo>
                          <a:pt x="172" y="27"/>
                        </a:lnTo>
                        <a:lnTo>
                          <a:pt x="174" y="24"/>
                        </a:lnTo>
                        <a:lnTo>
                          <a:pt x="175" y="23"/>
                        </a:lnTo>
                        <a:lnTo>
                          <a:pt x="177" y="21"/>
                        </a:lnTo>
                        <a:lnTo>
                          <a:pt x="179" y="18"/>
                        </a:lnTo>
                        <a:lnTo>
                          <a:pt x="179" y="16"/>
                        </a:lnTo>
                        <a:lnTo>
                          <a:pt x="178" y="14"/>
                        </a:lnTo>
                        <a:lnTo>
                          <a:pt x="176" y="12"/>
                        </a:lnTo>
                        <a:lnTo>
                          <a:pt x="174" y="9"/>
                        </a:lnTo>
                        <a:lnTo>
                          <a:pt x="173" y="6"/>
                        </a:lnTo>
                        <a:lnTo>
                          <a:pt x="173" y="0"/>
                        </a:lnTo>
                        <a:lnTo>
                          <a:pt x="155" y="10"/>
                        </a:lnTo>
                        <a:lnTo>
                          <a:pt x="143" y="14"/>
                        </a:lnTo>
                        <a:lnTo>
                          <a:pt x="131" y="17"/>
                        </a:lnTo>
                        <a:lnTo>
                          <a:pt x="116" y="21"/>
                        </a:lnTo>
                        <a:lnTo>
                          <a:pt x="102" y="23"/>
                        </a:lnTo>
                        <a:lnTo>
                          <a:pt x="89" y="25"/>
                        </a:lnTo>
                        <a:lnTo>
                          <a:pt x="71" y="27"/>
                        </a:lnTo>
                      </a:path>
                    </a:pathLst>
                  </a:custGeom>
                  <a:solidFill>
                    <a:srgbClr val="FFA04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nvGrpSpPr>
              <p:cNvPr id="189648" name="Group 208">
                <a:extLst>
                  <a:ext uri="{FF2B5EF4-FFF2-40B4-BE49-F238E27FC236}">
                    <a16:creationId xmlns:a16="http://schemas.microsoft.com/office/drawing/2014/main" id="{FC401F0C-7272-4AFA-AFA8-E308AC22863B}"/>
                  </a:ext>
                </a:extLst>
              </p:cNvPr>
              <p:cNvGrpSpPr>
                <a:grpSpLocks/>
              </p:cNvGrpSpPr>
              <p:nvPr/>
            </p:nvGrpSpPr>
            <p:grpSpPr bwMode="auto">
              <a:xfrm>
                <a:off x="4643" y="1816"/>
                <a:ext cx="54" cy="90"/>
                <a:chOff x="4643" y="1816"/>
                <a:chExt cx="54" cy="90"/>
              </a:xfrm>
            </p:grpSpPr>
            <p:sp>
              <p:nvSpPr>
                <p:cNvPr id="189649" name="Freeform 209">
                  <a:extLst>
                    <a:ext uri="{FF2B5EF4-FFF2-40B4-BE49-F238E27FC236}">
                      <a16:creationId xmlns:a16="http://schemas.microsoft.com/office/drawing/2014/main" id="{E76D6414-9E7C-4ABC-8E5F-6A625BF6121B}"/>
                    </a:ext>
                  </a:extLst>
                </p:cNvPr>
                <p:cNvSpPr>
                  <a:spLocks/>
                </p:cNvSpPr>
                <p:nvPr/>
              </p:nvSpPr>
              <p:spPr bwMode="auto">
                <a:xfrm>
                  <a:off x="4653" y="1840"/>
                  <a:ext cx="42" cy="17"/>
                </a:xfrm>
                <a:custGeom>
                  <a:avLst/>
                  <a:gdLst>
                    <a:gd name="T0" fmla="*/ 41 w 42"/>
                    <a:gd name="T1" fmla="*/ 2 h 17"/>
                    <a:gd name="T2" fmla="*/ 37 w 42"/>
                    <a:gd name="T3" fmla="*/ 0 h 17"/>
                    <a:gd name="T4" fmla="*/ 24 w 42"/>
                    <a:gd name="T5" fmla="*/ 5 h 17"/>
                    <a:gd name="T6" fmla="*/ 12 w 42"/>
                    <a:gd name="T7" fmla="*/ 10 h 17"/>
                    <a:gd name="T8" fmla="*/ 0 w 42"/>
                    <a:gd name="T9" fmla="*/ 13 h 17"/>
                    <a:gd name="T10" fmla="*/ 2 w 42"/>
                    <a:gd name="T11" fmla="*/ 16 h 17"/>
                    <a:gd name="T12" fmla="*/ 10 w 42"/>
                    <a:gd name="T13" fmla="*/ 16 h 17"/>
                    <a:gd name="T14" fmla="*/ 21 w 42"/>
                    <a:gd name="T15" fmla="*/ 14 h 17"/>
                    <a:gd name="T16" fmla="*/ 32 w 42"/>
                    <a:gd name="T17" fmla="*/ 8 h 17"/>
                    <a:gd name="T18" fmla="*/ 41 w 42"/>
                    <a:gd name="T19" fmla="*/ 2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2" h="17">
                      <a:moveTo>
                        <a:pt x="41" y="2"/>
                      </a:moveTo>
                      <a:lnTo>
                        <a:pt x="37" y="0"/>
                      </a:lnTo>
                      <a:lnTo>
                        <a:pt x="24" y="5"/>
                      </a:lnTo>
                      <a:lnTo>
                        <a:pt x="12" y="10"/>
                      </a:lnTo>
                      <a:lnTo>
                        <a:pt x="0" y="13"/>
                      </a:lnTo>
                      <a:lnTo>
                        <a:pt x="2" y="16"/>
                      </a:lnTo>
                      <a:lnTo>
                        <a:pt x="10" y="16"/>
                      </a:lnTo>
                      <a:lnTo>
                        <a:pt x="21" y="14"/>
                      </a:lnTo>
                      <a:lnTo>
                        <a:pt x="32" y="8"/>
                      </a:lnTo>
                      <a:lnTo>
                        <a:pt x="41" y="2"/>
                      </a:lnTo>
                    </a:path>
                  </a:pathLst>
                </a:custGeom>
                <a:solidFill>
                  <a:srgbClr val="FFE0C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9650" name="Freeform 210">
                  <a:extLst>
                    <a:ext uri="{FF2B5EF4-FFF2-40B4-BE49-F238E27FC236}">
                      <a16:creationId xmlns:a16="http://schemas.microsoft.com/office/drawing/2014/main" id="{6C2F833C-CFF2-43A1-8B2B-0124F4CEEE11}"/>
                    </a:ext>
                  </a:extLst>
                </p:cNvPr>
                <p:cNvSpPr>
                  <a:spLocks/>
                </p:cNvSpPr>
                <p:nvPr/>
              </p:nvSpPr>
              <p:spPr bwMode="auto">
                <a:xfrm>
                  <a:off x="4661" y="1863"/>
                  <a:ext cx="36" cy="17"/>
                </a:xfrm>
                <a:custGeom>
                  <a:avLst/>
                  <a:gdLst>
                    <a:gd name="T0" fmla="*/ 35 w 36"/>
                    <a:gd name="T1" fmla="*/ 2 h 17"/>
                    <a:gd name="T2" fmla="*/ 33 w 36"/>
                    <a:gd name="T3" fmla="*/ 0 h 17"/>
                    <a:gd name="T4" fmla="*/ 21 w 36"/>
                    <a:gd name="T5" fmla="*/ 6 h 17"/>
                    <a:gd name="T6" fmla="*/ 11 w 36"/>
                    <a:gd name="T7" fmla="*/ 10 h 17"/>
                    <a:gd name="T8" fmla="*/ 0 w 36"/>
                    <a:gd name="T9" fmla="*/ 13 h 17"/>
                    <a:gd name="T10" fmla="*/ 2 w 36"/>
                    <a:gd name="T11" fmla="*/ 16 h 17"/>
                    <a:gd name="T12" fmla="*/ 10 w 36"/>
                    <a:gd name="T13" fmla="*/ 16 h 17"/>
                    <a:gd name="T14" fmla="*/ 18 w 36"/>
                    <a:gd name="T15" fmla="*/ 14 h 17"/>
                    <a:gd name="T16" fmla="*/ 26 w 36"/>
                    <a:gd name="T17" fmla="*/ 9 h 17"/>
                    <a:gd name="T18" fmla="*/ 35 w 36"/>
                    <a:gd name="T19" fmla="*/ 2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6" h="17">
                      <a:moveTo>
                        <a:pt x="35" y="2"/>
                      </a:moveTo>
                      <a:lnTo>
                        <a:pt x="33" y="0"/>
                      </a:lnTo>
                      <a:lnTo>
                        <a:pt x="21" y="6"/>
                      </a:lnTo>
                      <a:lnTo>
                        <a:pt x="11" y="10"/>
                      </a:lnTo>
                      <a:lnTo>
                        <a:pt x="0" y="13"/>
                      </a:lnTo>
                      <a:lnTo>
                        <a:pt x="2" y="16"/>
                      </a:lnTo>
                      <a:lnTo>
                        <a:pt x="10" y="16"/>
                      </a:lnTo>
                      <a:lnTo>
                        <a:pt x="18" y="14"/>
                      </a:lnTo>
                      <a:lnTo>
                        <a:pt x="26" y="9"/>
                      </a:lnTo>
                      <a:lnTo>
                        <a:pt x="35" y="2"/>
                      </a:lnTo>
                    </a:path>
                  </a:pathLst>
                </a:custGeom>
                <a:solidFill>
                  <a:srgbClr val="FFE0C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9651" name="Freeform 211">
                  <a:extLst>
                    <a:ext uri="{FF2B5EF4-FFF2-40B4-BE49-F238E27FC236}">
                      <a16:creationId xmlns:a16="http://schemas.microsoft.com/office/drawing/2014/main" id="{44239E97-9A39-43AF-8992-53F4361AEF7B}"/>
                    </a:ext>
                  </a:extLst>
                </p:cNvPr>
                <p:cNvSpPr>
                  <a:spLocks/>
                </p:cNvSpPr>
                <p:nvPr/>
              </p:nvSpPr>
              <p:spPr bwMode="auto">
                <a:xfrm>
                  <a:off x="4658" y="1889"/>
                  <a:ext cx="38" cy="17"/>
                </a:xfrm>
                <a:custGeom>
                  <a:avLst/>
                  <a:gdLst>
                    <a:gd name="T0" fmla="*/ 37 w 38"/>
                    <a:gd name="T1" fmla="*/ 2 h 17"/>
                    <a:gd name="T2" fmla="*/ 34 w 38"/>
                    <a:gd name="T3" fmla="*/ 0 h 17"/>
                    <a:gd name="T4" fmla="*/ 23 w 38"/>
                    <a:gd name="T5" fmla="*/ 6 h 17"/>
                    <a:gd name="T6" fmla="*/ 12 w 38"/>
                    <a:gd name="T7" fmla="*/ 10 h 17"/>
                    <a:gd name="T8" fmla="*/ 0 w 38"/>
                    <a:gd name="T9" fmla="*/ 13 h 17"/>
                    <a:gd name="T10" fmla="*/ 2 w 38"/>
                    <a:gd name="T11" fmla="*/ 16 h 17"/>
                    <a:gd name="T12" fmla="*/ 10 w 38"/>
                    <a:gd name="T13" fmla="*/ 15 h 17"/>
                    <a:gd name="T14" fmla="*/ 20 w 38"/>
                    <a:gd name="T15" fmla="*/ 13 h 17"/>
                    <a:gd name="T16" fmla="*/ 30 w 38"/>
                    <a:gd name="T17" fmla="*/ 8 h 17"/>
                    <a:gd name="T18" fmla="*/ 37 w 38"/>
                    <a:gd name="T19" fmla="*/ 2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8" h="17">
                      <a:moveTo>
                        <a:pt x="37" y="2"/>
                      </a:moveTo>
                      <a:lnTo>
                        <a:pt x="34" y="0"/>
                      </a:lnTo>
                      <a:lnTo>
                        <a:pt x="23" y="6"/>
                      </a:lnTo>
                      <a:lnTo>
                        <a:pt x="12" y="10"/>
                      </a:lnTo>
                      <a:lnTo>
                        <a:pt x="0" y="13"/>
                      </a:lnTo>
                      <a:lnTo>
                        <a:pt x="2" y="16"/>
                      </a:lnTo>
                      <a:lnTo>
                        <a:pt x="10" y="15"/>
                      </a:lnTo>
                      <a:lnTo>
                        <a:pt x="20" y="13"/>
                      </a:lnTo>
                      <a:lnTo>
                        <a:pt x="30" y="8"/>
                      </a:lnTo>
                      <a:lnTo>
                        <a:pt x="37" y="2"/>
                      </a:lnTo>
                    </a:path>
                  </a:pathLst>
                </a:custGeom>
                <a:solidFill>
                  <a:srgbClr val="FFE0C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9652" name="Freeform 212">
                  <a:extLst>
                    <a:ext uri="{FF2B5EF4-FFF2-40B4-BE49-F238E27FC236}">
                      <a16:creationId xmlns:a16="http://schemas.microsoft.com/office/drawing/2014/main" id="{F9D3CE41-61BE-475D-A5B4-7738D56FD5F6}"/>
                    </a:ext>
                  </a:extLst>
                </p:cNvPr>
                <p:cNvSpPr>
                  <a:spLocks/>
                </p:cNvSpPr>
                <p:nvPr/>
              </p:nvSpPr>
              <p:spPr bwMode="auto">
                <a:xfrm>
                  <a:off x="4643" y="1816"/>
                  <a:ext cx="43" cy="17"/>
                </a:xfrm>
                <a:custGeom>
                  <a:avLst/>
                  <a:gdLst>
                    <a:gd name="T0" fmla="*/ 42 w 43"/>
                    <a:gd name="T1" fmla="*/ 2 h 17"/>
                    <a:gd name="T2" fmla="*/ 37 w 43"/>
                    <a:gd name="T3" fmla="*/ 0 h 17"/>
                    <a:gd name="T4" fmla="*/ 23 w 43"/>
                    <a:gd name="T5" fmla="*/ 5 h 17"/>
                    <a:gd name="T6" fmla="*/ 12 w 43"/>
                    <a:gd name="T7" fmla="*/ 9 h 17"/>
                    <a:gd name="T8" fmla="*/ 0 w 43"/>
                    <a:gd name="T9" fmla="*/ 12 h 17"/>
                    <a:gd name="T10" fmla="*/ 2 w 43"/>
                    <a:gd name="T11" fmla="*/ 16 h 17"/>
                    <a:gd name="T12" fmla="*/ 10 w 43"/>
                    <a:gd name="T13" fmla="*/ 15 h 17"/>
                    <a:gd name="T14" fmla="*/ 20 w 43"/>
                    <a:gd name="T15" fmla="*/ 13 h 17"/>
                    <a:gd name="T16" fmla="*/ 31 w 43"/>
                    <a:gd name="T17" fmla="*/ 9 h 17"/>
                    <a:gd name="T18" fmla="*/ 42 w 43"/>
                    <a:gd name="T19" fmla="*/ 2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3" h="17">
                      <a:moveTo>
                        <a:pt x="42" y="2"/>
                      </a:moveTo>
                      <a:lnTo>
                        <a:pt x="37" y="0"/>
                      </a:lnTo>
                      <a:lnTo>
                        <a:pt x="23" y="5"/>
                      </a:lnTo>
                      <a:lnTo>
                        <a:pt x="12" y="9"/>
                      </a:lnTo>
                      <a:lnTo>
                        <a:pt x="0" y="12"/>
                      </a:lnTo>
                      <a:lnTo>
                        <a:pt x="2" y="16"/>
                      </a:lnTo>
                      <a:lnTo>
                        <a:pt x="10" y="15"/>
                      </a:lnTo>
                      <a:lnTo>
                        <a:pt x="20" y="13"/>
                      </a:lnTo>
                      <a:lnTo>
                        <a:pt x="31" y="9"/>
                      </a:lnTo>
                      <a:lnTo>
                        <a:pt x="42" y="2"/>
                      </a:lnTo>
                    </a:path>
                  </a:pathLst>
                </a:custGeom>
                <a:solidFill>
                  <a:srgbClr val="FFE0C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sp>
          <p:nvSpPr>
            <p:cNvPr id="189653" name="Freeform 213">
              <a:extLst>
                <a:ext uri="{FF2B5EF4-FFF2-40B4-BE49-F238E27FC236}">
                  <a16:creationId xmlns:a16="http://schemas.microsoft.com/office/drawing/2014/main" id="{DEC3487E-51DD-4B68-9865-C1EBE9009D71}"/>
                </a:ext>
              </a:extLst>
            </p:cNvPr>
            <p:cNvSpPr>
              <a:spLocks/>
            </p:cNvSpPr>
            <p:nvPr/>
          </p:nvSpPr>
          <p:spPr bwMode="auto">
            <a:xfrm>
              <a:off x="4793" y="1248"/>
              <a:ext cx="277" cy="333"/>
            </a:xfrm>
            <a:custGeom>
              <a:avLst/>
              <a:gdLst>
                <a:gd name="T0" fmla="*/ 353 w 494"/>
                <a:gd name="T1" fmla="*/ 572 h 594"/>
                <a:gd name="T2" fmla="*/ 357 w 494"/>
                <a:gd name="T3" fmla="*/ 567 h 594"/>
                <a:gd name="T4" fmla="*/ 359 w 494"/>
                <a:gd name="T5" fmla="*/ 563 h 594"/>
                <a:gd name="T6" fmla="*/ 362 w 494"/>
                <a:gd name="T7" fmla="*/ 550 h 594"/>
                <a:gd name="T8" fmla="*/ 381 w 494"/>
                <a:gd name="T9" fmla="*/ 454 h 594"/>
                <a:gd name="T10" fmla="*/ 395 w 494"/>
                <a:gd name="T11" fmla="*/ 420 h 594"/>
                <a:gd name="T12" fmla="*/ 408 w 494"/>
                <a:gd name="T13" fmla="*/ 396 h 594"/>
                <a:gd name="T14" fmla="*/ 433 w 494"/>
                <a:gd name="T15" fmla="*/ 360 h 594"/>
                <a:gd name="T16" fmla="*/ 458 w 494"/>
                <a:gd name="T17" fmla="*/ 324 h 594"/>
                <a:gd name="T18" fmla="*/ 476 w 494"/>
                <a:gd name="T19" fmla="*/ 291 h 594"/>
                <a:gd name="T20" fmla="*/ 487 w 494"/>
                <a:gd name="T21" fmla="*/ 258 h 594"/>
                <a:gd name="T22" fmla="*/ 493 w 494"/>
                <a:gd name="T23" fmla="*/ 216 h 594"/>
                <a:gd name="T24" fmla="*/ 489 w 494"/>
                <a:gd name="T25" fmla="*/ 178 h 594"/>
                <a:gd name="T26" fmla="*/ 478 w 494"/>
                <a:gd name="T27" fmla="*/ 141 h 594"/>
                <a:gd name="T28" fmla="*/ 461 w 494"/>
                <a:gd name="T29" fmla="*/ 107 h 594"/>
                <a:gd name="T30" fmla="*/ 431 w 494"/>
                <a:gd name="T31" fmla="*/ 72 h 594"/>
                <a:gd name="T32" fmla="*/ 399 w 494"/>
                <a:gd name="T33" fmla="*/ 47 h 594"/>
                <a:gd name="T34" fmla="*/ 359 w 494"/>
                <a:gd name="T35" fmla="*/ 24 h 594"/>
                <a:gd name="T36" fmla="*/ 311 w 494"/>
                <a:gd name="T37" fmla="*/ 7 h 594"/>
                <a:gd name="T38" fmla="*/ 272 w 494"/>
                <a:gd name="T39" fmla="*/ 0 h 594"/>
                <a:gd name="T40" fmla="*/ 228 w 494"/>
                <a:gd name="T41" fmla="*/ 0 h 594"/>
                <a:gd name="T42" fmla="*/ 190 w 494"/>
                <a:gd name="T43" fmla="*/ 5 h 594"/>
                <a:gd name="T44" fmla="*/ 153 w 494"/>
                <a:gd name="T45" fmla="*/ 15 h 594"/>
                <a:gd name="T46" fmla="*/ 121 w 494"/>
                <a:gd name="T47" fmla="*/ 29 h 594"/>
                <a:gd name="T48" fmla="*/ 88 w 494"/>
                <a:gd name="T49" fmla="*/ 49 h 594"/>
                <a:gd name="T50" fmla="*/ 59 w 494"/>
                <a:gd name="T51" fmla="*/ 73 h 594"/>
                <a:gd name="T52" fmla="*/ 34 w 494"/>
                <a:gd name="T53" fmla="*/ 100 h 594"/>
                <a:gd name="T54" fmla="*/ 12 w 494"/>
                <a:gd name="T55" fmla="*/ 139 h 594"/>
                <a:gd name="T56" fmla="*/ 1 w 494"/>
                <a:gd name="T57" fmla="*/ 179 h 594"/>
                <a:gd name="T58" fmla="*/ 0 w 494"/>
                <a:gd name="T59" fmla="*/ 214 h 594"/>
                <a:gd name="T60" fmla="*/ 3 w 494"/>
                <a:gd name="T61" fmla="*/ 252 h 594"/>
                <a:gd name="T62" fmla="*/ 14 w 494"/>
                <a:gd name="T63" fmla="*/ 290 h 594"/>
                <a:gd name="T64" fmla="*/ 34 w 494"/>
                <a:gd name="T65" fmla="*/ 326 h 594"/>
                <a:gd name="T66" fmla="*/ 58 w 494"/>
                <a:gd name="T67" fmla="*/ 361 h 594"/>
                <a:gd name="T68" fmla="*/ 90 w 494"/>
                <a:gd name="T69" fmla="*/ 409 h 594"/>
                <a:gd name="T70" fmla="*/ 104 w 494"/>
                <a:gd name="T71" fmla="*/ 436 h 594"/>
                <a:gd name="T72" fmla="*/ 114 w 494"/>
                <a:gd name="T73" fmla="*/ 467 h 594"/>
                <a:gd name="T74" fmla="*/ 121 w 494"/>
                <a:gd name="T75" fmla="*/ 511 h 594"/>
                <a:gd name="T76" fmla="*/ 128 w 494"/>
                <a:gd name="T77" fmla="*/ 549 h 594"/>
                <a:gd name="T78" fmla="*/ 132 w 494"/>
                <a:gd name="T79" fmla="*/ 564 h 594"/>
                <a:gd name="T80" fmla="*/ 134 w 494"/>
                <a:gd name="T81" fmla="*/ 567 h 594"/>
                <a:gd name="T82" fmla="*/ 140 w 494"/>
                <a:gd name="T83" fmla="*/ 573 h 594"/>
                <a:gd name="T84" fmla="*/ 154 w 494"/>
                <a:gd name="T85" fmla="*/ 580 h 594"/>
                <a:gd name="T86" fmla="*/ 171 w 494"/>
                <a:gd name="T87" fmla="*/ 585 h 594"/>
                <a:gd name="T88" fmla="*/ 190 w 494"/>
                <a:gd name="T89" fmla="*/ 589 h 594"/>
                <a:gd name="T90" fmla="*/ 209 w 494"/>
                <a:gd name="T91" fmla="*/ 591 h 594"/>
                <a:gd name="T92" fmla="*/ 228 w 494"/>
                <a:gd name="T93" fmla="*/ 592 h 594"/>
                <a:gd name="T94" fmla="*/ 245 w 494"/>
                <a:gd name="T95" fmla="*/ 593 h 594"/>
                <a:gd name="T96" fmla="*/ 265 w 494"/>
                <a:gd name="T97" fmla="*/ 592 h 594"/>
                <a:gd name="T98" fmla="*/ 284 w 494"/>
                <a:gd name="T99" fmla="*/ 591 h 594"/>
                <a:gd name="T100" fmla="*/ 302 w 494"/>
                <a:gd name="T101" fmla="*/ 588 h 594"/>
                <a:gd name="T102" fmla="*/ 319 w 494"/>
                <a:gd name="T103" fmla="*/ 585 h 594"/>
                <a:gd name="T104" fmla="*/ 335 w 494"/>
                <a:gd name="T105" fmla="*/ 580 h 5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494" h="594">
                  <a:moveTo>
                    <a:pt x="345" y="577"/>
                  </a:moveTo>
                  <a:lnTo>
                    <a:pt x="349" y="574"/>
                  </a:lnTo>
                  <a:lnTo>
                    <a:pt x="353" y="572"/>
                  </a:lnTo>
                  <a:lnTo>
                    <a:pt x="354" y="570"/>
                  </a:lnTo>
                  <a:lnTo>
                    <a:pt x="356" y="568"/>
                  </a:lnTo>
                  <a:lnTo>
                    <a:pt x="357" y="567"/>
                  </a:lnTo>
                  <a:lnTo>
                    <a:pt x="358" y="566"/>
                  </a:lnTo>
                  <a:lnTo>
                    <a:pt x="358" y="565"/>
                  </a:lnTo>
                  <a:lnTo>
                    <a:pt x="359" y="563"/>
                  </a:lnTo>
                  <a:lnTo>
                    <a:pt x="360" y="561"/>
                  </a:lnTo>
                  <a:lnTo>
                    <a:pt x="360" y="559"/>
                  </a:lnTo>
                  <a:lnTo>
                    <a:pt x="362" y="550"/>
                  </a:lnTo>
                  <a:lnTo>
                    <a:pt x="376" y="473"/>
                  </a:lnTo>
                  <a:lnTo>
                    <a:pt x="379" y="462"/>
                  </a:lnTo>
                  <a:lnTo>
                    <a:pt x="381" y="454"/>
                  </a:lnTo>
                  <a:lnTo>
                    <a:pt x="385" y="443"/>
                  </a:lnTo>
                  <a:lnTo>
                    <a:pt x="390" y="431"/>
                  </a:lnTo>
                  <a:lnTo>
                    <a:pt x="395" y="420"/>
                  </a:lnTo>
                  <a:lnTo>
                    <a:pt x="400" y="411"/>
                  </a:lnTo>
                  <a:lnTo>
                    <a:pt x="404" y="403"/>
                  </a:lnTo>
                  <a:lnTo>
                    <a:pt x="408" y="396"/>
                  </a:lnTo>
                  <a:lnTo>
                    <a:pt x="416" y="383"/>
                  </a:lnTo>
                  <a:lnTo>
                    <a:pt x="424" y="371"/>
                  </a:lnTo>
                  <a:lnTo>
                    <a:pt x="433" y="360"/>
                  </a:lnTo>
                  <a:lnTo>
                    <a:pt x="439" y="351"/>
                  </a:lnTo>
                  <a:lnTo>
                    <a:pt x="451" y="335"/>
                  </a:lnTo>
                  <a:lnTo>
                    <a:pt x="458" y="324"/>
                  </a:lnTo>
                  <a:lnTo>
                    <a:pt x="465" y="314"/>
                  </a:lnTo>
                  <a:lnTo>
                    <a:pt x="470" y="304"/>
                  </a:lnTo>
                  <a:lnTo>
                    <a:pt x="476" y="291"/>
                  </a:lnTo>
                  <a:lnTo>
                    <a:pt x="480" y="280"/>
                  </a:lnTo>
                  <a:lnTo>
                    <a:pt x="484" y="268"/>
                  </a:lnTo>
                  <a:lnTo>
                    <a:pt x="487" y="258"/>
                  </a:lnTo>
                  <a:lnTo>
                    <a:pt x="490" y="247"/>
                  </a:lnTo>
                  <a:lnTo>
                    <a:pt x="492" y="232"/>
                  </a:lnTo>
                  <a:lnTo>
                    <a:pt x="493" y="216"/>
                  </a:lnTo>
                  <a:lnTo>
                    <a:pt x="493" y="201"/>
                  </a:lnTo>
                  <a:lnTo>
                    <a:pt x="491" y="189"/>
                  </a:lnTo>
                  <a:lnTo>
                    <a:pt x="489" y="178"/>
                  </a:lnTo>
                  <a:lnTo>
                    <a:pt x="487" y="167"/>
                  </a:lnTo>
                  <a:lnTo>
                    <a:pt x="483" y="154"/>
                  </a:lnTo>
                  <a:lnTo>
                    <a:pt x="478" y="141"/>
                  </a:lnTo>
                  <a:lnTo>
                    <a:pt x="473" y="129"/>
                  </a:lnTo>
                  <a:lnTo>
                    <a:pt x="468" y="117"/>
                  </a:lnTo>
                  <a:lnTo>
                    <a:pt x="461" y="107"/>
                  </a:lnTo>
                  <a:lnTo>
                    <a:pt x="451" y="94"/>
                  </a:lnTo>
                  <a:lnTo>
                    <a:pt x="441" y="82"/>
                  </a:lnTo>
                  <a:lnTo>
                    <a:pt x="431" y="72"/>
                  </a:lnTo>
                  <a:lnTo>
                    <a:pt x="421" y="63"/>
                  </a:lnTo>
                  <a:lnTo>
                    <a:pt x="411" y="55"/>
                  </a:lnTo>
                  <a:lnTo>
                    <a:pt x="399" y="47"/>
                  </a:lnTo>
                  <a:lnTo>
                    <a:pt x="388" y="39"/>
                  </a:lnTo>
                  <a:lnTo>
                    <a:pt x="374" y="32"/>
                  </a:lnTo>
                  <a:lnTo>
                    <a:pt x="359" y="24"/>
                  </a:lnTo>
                  <a:lnTo>
                    <a:pt x="344" y="17"/>
                  </a:lnTo>
                  <a:lnTo>
                    <a:pt x="327" y="12"/>
                  </a:lnTo>
                  <a:lnTo>
                    <a:pt x="311" y="7"/>
                  </a:lnTo>
                  <a:lnTo>
                    <a:pt x="299" y="5"/>
                  </a:lnTo>
                  <a:lnTo>
                    <a:pt x="285" y="2"/>
                  </a:lnTo>
                  <a:lnTo>
                    <a:pt x="272" y="0"/>
                  </a:lnTo>
                  <a:lnTo>
                    <a:pt x="257" y="0"/>
                  </a:lnTo>
                  <a:lnTo>
                    <a:pt x="243" y="0"/>
                  </a:lnTo>
                  <a:lnTo>
                    <a:pt x="228" y="0"/>
                  </a:lnTo>
                  <a:lnTo>
                    <a:pt x="215" y="0"/>
                  </a:lnTo>
                  <a:lnTo>
                    <a:pt x="201" y="3"/>
                  </a:lnTo>
                  <a:lnTo>
                    <a:pt x="190" y="5"/>
                  </a:lnTo>
                  <a:lnTo>
                    <a:pt x="177" y="8"/>
                  </a:lnTo>
                  <a:lnTo>
                    <a:pt x="164" y="11"/>
                  </a:lnTo>
                  <a:lnTo>
                    <a:pt x="153" y="15"/>
                  </a:lnTo>
                  <a:lnTo>
                    <a:pt x="142" y="19"/>
                  </a:lnTo>
                  <a:lnTo>
                    <a:pt x="132" y="24"/>
                  </a:lnTo>
                  <a:lnTo>
                    <a:pt x="121" y="29"/>
                  </a:lnTo>
                  <a:lnTo>
                    <a:pt x="111" y="35"/>
                  </a:lnTo>
                  <a:lnTo>
                    <a:pt x="99" y="42"/>
                  </a:lnTo>
                  <a:lnTo>
                    <a:pt x="88" y="49"/>
                  </a:lnTo>
                  <a:lnTo>
                    <a:pt x="79" y="56"/>
                  </a:lnTo>
                  <a:lnTo>
                    <a:pt x="69" y="64"/>
                  </a:lnTo>
                  <a:lnTo>
                    <a:pt x="59" y="73"/>
                  </a:lnTo>
                  <a:lnTo>
                    <a:pt x="50" y="81"/>
                  </a:lnTo>
                  <a:lnTo>
                    <a:pt x="42" y="89"/>
                  </a:lnTo>
                  <a:lnTo>
                    <a:pt x="34" y="100"/>
                  </a:lnTo>
                  <a:lnTo>
                    <a:pt x="25" y="112"/>
                  </a:lnTo>
                  <a:lnTo>
                    <a:pt x="17" y="126"/>
                  </a:lnTo>
                  <a:lnTo>
                    <a:pt x="12" y="139"/>
                  </a:lnTo>
                  <a:lnTo>
                    <a:pt x="8" y="153"/>
                  </a:lnTo>
                  <a:lnTo>
                    <a:pt x="3" y="166"/>
                  </a:lnTo>
                  <a:lnTo>
                    <a:pt x="1" y="179"/>
                  </a:lnTo>
                  <a:lnTo>
                    <a:pt x="0" y="191"/>
                  </a:lnTo>
                  <a:lnTo>
                    <a:pt x="0" y="203"/>
                  </a:lnTo>
                  <a:lnTo>
                    <a:pt x="0" y="214"/>
                  </a:lnTo>
                  <a:lnTo>
                    <a:pt x="0" y="227"/>
                  </a:lnTo>
                  <a:lnTo>
                    <a:pt x="0" y="238"/>
                  </a:lnTo>
                  <a:lnTo>
                    <a:pt x="3" y="252"/>
                  </a:lnTo>
                  <a:lnTo>
                    <a:pt x="5" y="264"/>
                  </a:lnTo>
                  <a:lnTo>
                    <a:pt x="9" y="277"/>
                  </a:lnTo>
                  <a:lnTo>
                    <a:pt x="14" y="290"/>
                  </a:lnTo>
                  <a:lnTo>
                    <a:pt x="20" y="303"/>
                  </a:lnTo>
                  <a:lnTo>
                    <a:pt x="27" y="314"/>
                  </a:lnTo>
                  <a:lnTo>
                    <a:pt x="34" y="326"/>
                  </a:lnTo>
                  <a:lnTo>
                    <a:pt x="43" y="338"/>
                  </a:lnTo>
                  <a:lnTo>
                    <a:pt x="50" y="349"/>
                  </a:lnTo>
                  <a:lnTo>
                    <a:pt x="58" y="361"/>
                  </a:lnTo>
                  <a:lnTo>
                    <a:pt x="66" y="373"/>
                  </a:lnTo>
                  <a:lnTo>
                    <a:pt x="78" y="390"/>
                  </a:lnTo>
                  <a:lnTo>
                    <a:pt x="90" y="409"/>
                  </a:lnTo>
                  <a:lnTo>
                    <a:pt x="96" y="418"/>
                  </a:lnTo>
                  <a:lnTo>
                    <a:pt x="100" y="426"/>
                  </a:lnTo>
                  <a:lnTo>
                    <a:pt x="104" y="436"/>
                  </a:lnTo>
                  <a:lnTo>
                    <a:pt x="108" y="446"/>
                  </a:lnTo>
                  <a:lnTo>
                    <a:pt x="111" y="456"/>
                  </a:lnTo>
                  <a:lnTo>
                    <a:pt x="114" y="467"/>
                  </a:lnTo>
                  <a:lnTo>
                    <a:pt x="116" y="482"/>
                  </a:lnTo>
                  <a:lnTo>
                    <a:pt x="120" y="498"/>
                  </a:lnTo>
                  <a:lnTo>
                    <a:pt x="121" y="511"/>
                  </a:lnTo>
                  <a:lnTo>
                    <a:pt x="124" y="527"/>
                  </a:lnTo>
                  <a:lnTo>
                    <a:pt x="126" y="539"/>
                  </a:lnTo>
                  <a:lnTo>
                    <a:pt x="128" y="549"/>
                  </a:lnTo>
                  <a:lnTo>
                    <a:pt x="130" y="559"/>
                  </a:lnTo>
                  <a:lnTo>
                    <a:pt x="132" y="561"/>
                  </a:lnTo>
                  <a:lnTo>
                    <a:pt x="132" y="564"/>
                  </a:lnTo>
                  <a:lnTo>
                    <a:pt x="132" y="565"/>
                  </a:lnTo>
                  <a:lnTo>
                    <a:pt x="133" y="566"/>
                  </a:lnTo>
                  <a:lnTo>
                    <a:pt x="134" y="567"/>
                  </a:lnTo>
                  <a:lnTo>
                    <a:pt x="136" y="569"/>
                  </a:lnTo>
                  <a:lnTo>
                    <a:pt x="138" y="571"/>
                  </a:lnTo>
                  <a:lnTo>
                    <a:pt x="140" y="573"/>
                  </a:lnTo>
                  <a:lnTo>
                    <a:pt x="144" y="576"/>
                  </a:lnTo>
                  <a:lnTo>
                    <a:pt x="148" y="577"/>
                  </a:lnTo>
                  <a:lnTo>
                    <a:pt x="154" y="580"/>
                  </a:lnTo>
                  <a:lnTo>
                    <a:pt x="160" y="582"/>
                  </a:lnTo>
                  <a:lnTo>
                    <a:pt x="166" y="584"/>
                  </a:lnTo>
                  <a:lnTo>
                    <a:pt x="171" y="585"/>
                  </a:lnTo>
                  <a:lnTo>
                    <a:pt x="176" y="586"/>
                  </a:lnTo>
                  <a:lnTo>
                    <a:pt x="183" y="587"/>
                  </a:lnTo>
                  <a:lnTo>
                    <a:pt x="190" y="589"/>
                  </a:lnTo>
                  <a:lnTo>
                    <a:pt x="195" y="589"/>
                  </a:lnTo>
                  <a:lnTo>
                    <a:pt x="202" y="590"/>
                  </a:lnTo>
                  <a:lnTo>
                    <a:pt x="209" y="591"/>
                  </a:lnTo>
                  <a:lnTo>
                    <a:pt x="215" y="592"/>
                  </a:lnTo>
                  <a:lnTo>
                    <a:pt x="221" y="592"/>
                  </a:lnTo>
                  <a:lnTo>
                    <a:pt x="228" y="592"/>
                  </a:lnTo>
                  <a:lnTo>
                    <a:pt x="234" y="593"/>
                  </a:lnTo>
                  <a:lnTo>
                    <a:pt x="240" y="593"/>
                  </a:lnTo>
                  <a:lnTo>
                    <a:pt x="245" y="593"/>
                  </a:lnTo>
                  <a:lnTo>
                    <a:pt x="251" y="593"/>
                  </a:lnTo>
                  <a:lnTo>
                    <a:pt x="259" y="593"/>
                  </a:lnTo>
                  <a:lnTo>
                    <a:pt x="265" y="592"/>
                  </a:lnTo>
                  <a:lnTo>
                    <a:pt x="270" y="592"/>
                  </a:lnTo>
                  <a:lnTo>
                    <a:pt x="277" y="592"/>
                  </a:lnTo>
                  <a:lnTo>
                    <a:pt x="284" y="591"/>
                  </a:lnTo>
                  <a:lnTo>
                    <a:pt x="290" y="590"/>
                  </a:lnTo>
                  <a:lnTo>
                    <a:pt x="297" y="589"/>
                  </a:lnTo>
                  <a:lnTo>
                    <a:pt x="302" y="588"/>
                  </a:lnTo>
                  <a:lnTo>
                    <a:pt x="308" y="587"/>
                  </a:lnTo>
                  <a:lnTo>
                    <a:pt x="314" y="586"/>
                  </a:lnTo>
                  <a:lnTo>
                    <a:pt x="319" y="585"/>
                  </a:lnTo>
                  <a:lnTo>
                    <a:pt x="325" y="584"/>
                  </a:lnTo>
                  <a:lnTo>
                    <a:pt x="330" y="582"/>
                  </a:lnTo>
                  <a:lnTo>
                    <a:pt x="335" y="580"/>
                  </a:lnTo>
                  <a:lnTo>
                    <a:pt x="340" y="578"/>
                  </a:lnTo>
                  <a:lnTo>
                    <a:pt x="345" y="577"/>
                  </a:lnTo>
                </a:path>
              </a:pathLst>
            </a:custGeom>
            <a:solidFill>
              <a:srgbClr val="FF9900"/>
            </a:solidFill>
            <a:ln w="12700" cap="rnd" cmpd="sng">
              <a:solidFill>
                <a:srgbClr val="FFFFFF"/>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9654" name="Freeform 214">
              <a:extLst>
                <a:ext uri="{FF2B5EF4-FFF2-40B4-BE49-F238E27FC236}">
                  <a16:creationId xmlns:a16="http://schemas.microsoft.com/office/drawing/2014/main" id="{D4C9D84F-E30B-49AF-AB9B-1C238E0E94B0}"/>
                </a:ext>
              </a:extLst>
            </p:cNvPr>
            <p:cNvSpPr>
              <a:spLocks/>
            </p:cNvSpPr>
            <p:nvPr/>
          </p:nvSpPr>
          <p:spPr bwMode="auto">
            <a:xfrm>
              <a:off x="4986" y="1290"/>
              <a:ext cx="48" cy="50"/>
            </a:xfrm>
            <a:custGeom>
              <a:avLst/>
              <a:gdLst>
                <a:gd name="T0" fmla="*/ 0 w 84"/>
                <a:gd name="T1" fmla="*/ 0 h 89"/>
                <a:gd name="T2" fmla="*/ 22 w 84"/>
                <a:gd name="T3" fmla="*/ 9 h 89"/>
                <a:gd name="T4" fmla="*/ 42 w 84"/>
                <a:gd name="T5" fmla="*/ 19 h 89"/>
                <a:gd name="T6" fmla="*/ 57 w 84"/>
                <a:gd name="T7" fmla="*/ 30 h 89"/>
                <a:gd name="T8" fmla="*/ 67 w 84"/>
                <a:gd name="T9" fmla="*/ 41 h 89"/>
                <a:gd name="T10" fmla="*/ 74 w 84"/>
                <a:gd name="T11" fmla="*/ 52 h 89"/>
                <a:gd name="T12" fmla="*/ 79 w 84"/>
                <a:gd name="T13" fmla="*/ 62 h 89"/>
                <a:gd name="T14" fmla="*/ 83 w 84"/>
                <a:gd name="T15" fmla="*/ 73 h 89"/>
                <a:gd name="T16" fmla="*/ 54 w 84"/>
                <a:gd name="T17" fmla="*/ 88 h 89"/>
                <a:gd name="T18" fmla="*/ 50 w 84"/>
                <a:gd name="T19" fmla="*/ 73 h 89"/>
                <a:gd name="T20" fmla="*/ 46 w 84"/>
                <a:gd name="T21" fmla="*/ 58 h 89"/>
                <a:gd name="T22" fmla="*/ 39 w 84"/>
                <a:gd name="T23" fmla="*/ 42 h 89"/>
                <a:gd name="T24" fmla="*/ 30 w 84"/>
                <a:gd name="T25" fmla="*/ 29 h 89"/>
                <a:gd name="T26" fmla="*/ 18 w 84"/>
                <a:gd name="T27" fmla="*/ 15 h 89"/>
                <a:gd name="T28" fmla="*/ 0 w 84"/>
                <a:gd name="T29" fmla="*/ 0 h 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4" h="89">
                  <a:moveTo>
                    <a:pt x="0" y="0"/>
                  </a:moveTo>
                  <a:lnTo>
                    <a:pt x="22" y="9"/>
                  </a:lnTo>
                  <a:lnTo>
                    <a:pt x="42" y="19"/>
                  </a:lnTo>
                  <a:lnTo>
                    <a:pt x="57" y="30"/>
                  </a:lnTo>
                  <a:lnTo>
                    <a:pt x="67" y="41"/>
                  </a:lnTo>
                  <a:lnTo>
                    <a:pt x="74" y="52"/>
                  </a:lnTo>
                  <a:lnTo>
                    <a:pt x="79" y="62"/>
                  </a:lnTo>
                  <a:lnTo>
                    <a:pt x="83" y="73"/>
                  </a:lnTo>
                  <a:lnTo>
                    <a:pt x="54" y="88"/>
                  </a:lnTo>
                  <a:lnTo>
                    <a:pt x="50" y="73"/>
                  </a:lnTo>
                  <a:lnTo>
                    <a:pt x="46" y="58"/>
                  </a:lnTo>
                  <a:lnTo>
                    <a:pt x="39" y="42"/>
                  </a:lnTo>
                  <a:lnTo>
                    <a:pt x="30" y="29"/>
                  </a:lnTo>
                  <a:lnTo>
                    <a:pt x="18" y="15"/>
                  </a:lnTo>
                  <a:lnTo>
                    <a:pt x="0" y="0"/>
                  </a:lnTo>
                </a:path>
              </a:pathLst>
            </a:custGeom>
            <a:solidFill>
              <a:srgbClr val="FFFF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89655" name="Group 215">
            <a:extLst>
              <a:ext uri="{FF2B5EF4-FFF2-40B4-BE49-F238E27FC236}">
                <a16:creationId xmlns:a16="http://schemas.microsoft.com/office/drawing/2014/main" id="{F5D0B17D-EF46-457F-925A-6CA933AA4194}"/>
              </a:ext>
            </a:extLst>
          </p:cNvPr>
          <p:cNvGrpSpPr>
            <a:grpSpLocks/>
          </p:cNvGrpSpPr>
          <p:nvPr/>
        </p:nvGrpSpPr>
        <p:grpSpPr bwMode="auto">
          <a:xfrm>
            <a:off x="685800" y="2535238"/>
            <a:ext cx="7534275" cy="366712"/>
            <a:chOff x="915" y="1776"/>
            <a:chExt cx="4746" cy="231"/>
          </a:xfrm>
        </p:grpSpPr>
        <p:sp>
          <p:nvSpPr>
            <p:cNvPr id="189656" name="Rectangle 216">
              <a:extLst>
                <a:ext uri="{FF2B5EF4-FFF2-40B4-BE49-F238E27FC236}">
                  <a16:creationId xmlns:a16="http://schemas.microsoft.com/office/drawing/2014/main" id="{A7B68091-B9F4-49E2-9542-FCC3CEF9BE6D}"/>
                </a:ext>
              </a:extLst>
            </p:cNvPr>
            <p:cNvSpPr>
              <a:spLocks noChangeArrowheads="1"/>
            </p:cNvSpPr>
            <p:nvPr/>
          </p:nvSpPr>
          <p:spPr bwMode="auto">
            <a:xfrm>
              <a:off x="915" y="1776"/>
              <a:ext cx="48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en-US" altLang="zh-CN" sz="1800" b="1">
                  <a:solidFill>
                    <a:srgbClr val="5F5F5F"/>
                  </a:solidFill>
                  <a:latin typeface="幼圆" panose="02010509060101010101" pitchFamily="49" charset="-122"/>
                  <a:ea typeface="幼圆" panose="02010509060101010101" pitchFamily="49" charset="-122"/>
                </a:rPr>
                <a:t>128</a:t>
              </a:r>
              <a:r>
                <a:rPr lang="zh-CN" altLang="en-US" sz="1800" b="1">
                  <a:solidFill>
                    <a:srgbClr val="5F5F5F"/>
                  </a:solidFill>
                  <a:latin typeface="幼圆" panose="02010509060101010101" pitchFamily="49" charset="-122"/>
                  <a:ea typeface="幼圆" panose="02010509060101010101" pitchFamily="49" charset="-122"/>
                </a:rPr>
                <a:t>瓦</a:t>
              </a:r>
            </a:p>
          </p:txBody>
        </p:sp>
        <p:sp>
          <p:nvSpPr>
            <p:cNvPr id="189657" name="Rectangle 217">
              <a:extLst>
                <a:ext uri="{FF2B5EF4-FFF2-40B4-BE49-F238E27FC236}">
                  <a16:creationId xmlns:a16="http://schemas.microsoft.com/office/drawing/2014/main" id="{50EAF7A4-A5B9-4B48-BBC1-2B27E54DBD1A}"/>
                </a:ext>
              </a:extLst>
            </p:cNvPr>
            <p:cNvSpPr>
              <a:spLocks noChangeArrowheads="1"/>
            </p:cNvSpPr>
            <p:nvPr/>
          </p:nvSpPr>
          <p:spPr bwMode="auto">
            <a:xfrm>
              <a:off x="2289" y="1776"/>
              <a:ext cx="407"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en-US" altLang="zh-CN" sz="1800" b="1">
                  <a:solidFill>
                    <a:srgbClr val="5F5F5F"/>
                  </a:solidFill>
                  <a:latin typeface="幼圆" panose="02010509060101010101" pitchFamily="49" charset="-122"/>
                  <a:ea typeface="幼圆" panose="02010509060101010101" pitchFamily="49" charset="-122"/>
                </a:rPr>
                <a:t>32</a:t>
              </a:r>
              <a:r>
                <a:rPr lang="zh-CN" altLang="en-US" sz="1800" b="1">
                  <a:solidFill>
                    <a:srgbClr val="5F5F5F"/>
                  </a:solidFill>
                  <a:latin typeface="幼圆" panose="02010509060101010101" pitchFamily="49" charset="-122"/>
                  <a:ea typeface="幼圆" panose="02010509060101010101" pitchFamily="49" charset="-122"/>
                </a:rPr>
                <a:t>瓦</a:t>
              </a:r>
            </a:p>
          </p:txBody>
        </p:sp>
        <p:sp>
          <p:nvSpPr>
            <p:cNvPr id="189658" name="Rectangle 218">
              <a:extLst>
                <a:ext uri="{FF2B5EF4-FFF2-40B4-BE49-F238E27FC236}">
                  <a16:creationId xmlns:a16="http://schemas.microsoft.com/office/drawing/2014/main" id="{5E461BF2-E8F3-4A2D-B3F7-7BA5F322E1C7}"/>
                </a:ext>
              </a:extLst>
            </p:cNvPr>
            <p:cNvSpPr>
              <a:spLocks noChangeArrowheads="1"/>
            </p:cNvSpPr>
            <p:nvPr/>
          </p:nvSpPr>
          <p:spPr bwMode="auto">
            <a:xfrm>
              <a:off x="1638" y="1776"/>
              <a:ext cx="407"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en-US" altLang="zh-CN" sz="1800" b="1">
                  <a:solidFill>
                    <a:srgbClr val="5F5F5F"/>
                  </a:solidFill>
                  <a:latin typeface="幼圆" panose="02010509060101010101" pitchFamily="49" charset="-122"/>
                  <a:ea typeface="幼圆" panose="02010509060101010101" pitchFamily="49" charset="-122"/>
                </a:rPr>
                <a:t>64</a:t>
              </a:r>
              <a:r>
                <a:rPr lang="zh-CN" altLang="en-US" sz="1800" b="1">
                  <a:solidFill>
                    <a:srgbClr val="5F5F5F"/>
                  </a:solidFill>
                  <a:latin typeface="幼圆" panose="02010509060101010101" pitchFamily="49" charset="-122"/>
                  <a:ea typeface="幼圆" panose="02010509060101010101" pitchFamily="49" charset="-122"/>
                </a:rPr>
                <a:t>瓦</a:t>
              </a:r>
            </a:p>
          </p:txBody>
        </p:sp>
        <p:sp>
          <p:nvSpPr>
            <p:cNvPr id="189659" name="Rectangle 219">
              <a:extLst>
                <a:ext uri="{FF2B5EF4-FFF2-40B4-BE49-F238E27FC236}">
                  <a16:creationId xmlns:a16="http://schemas.microsoft.com/office/drawing/2014/main" id="{A4B686D9-7E5E-47DC-8762-3DACE402332B}"/>
                </a:ext>
              </a:extLst>
            </p:cNvPr>
            <p:cNvSpPr>
              <a:spLocks noChangeArrowheads="1"/>
            </p:cNvSpPr>
            <p:nvPr/>
          </p:nvSpPr>
          <p:spPr bwMode="auto">
            <a:xfrm>
              <a:off x="2940" y="1776"/>
              <a:ext cx="407"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en-US" altLang="zh-CN" sz="1800" b="1">
                  <a:solidFill>
                    <a:srgbClr val="5F5F5F"/>
                  </a:solidFill>
                  <a:latin typeface="幼圆" panose="02010509060101010101" pitchFamily="49" charset="-122"/>
                  <a:ea typeface="幼圆" panose="02010509060101010101" pitchFamily="49" charset="-122"/>
                </a:rPr>
                <a:t>16</a:t>
              </a:r>
              <a:r>
                <a:rPr lang="zh-CN" altLang="en-US" sz="1800" b="1">
                  <a:solidFill>
                    <a:srgbClr val="5F5F5F"/>
                  </a:solidFill>
                  <a:latin typeface="幼圆" panose="02010509060101010101" pitchFamily="49" charset="-122"/>
                  <a:ea typeface="幼圆" panose="02010509060101010101" pitchFamily="49" charset="-122"/>
                </a:rPr>
                <a:t>瓦</a:t>
              </a:r>
            </a:p>
          </p:txBody>
        </p:sp>
        <p:sp>
          <p:nvSpPr>
            <p:cNvPr id="189660" name="Rectangle 220">
              <a:extLst>
                <a:ext uri="{FF2B5EF4-FFF2-40B4-BE49-F238E27FC236}">
                  <a16:creationId xmlns:a16="http://schemas.microsoft.com/office/drawing/2014/main" id="{9BAFA734-ADE2-4BDF-A82F-093A7016501F}"/>
                </a:ext>
              </a:extLst>
            </p:cNvPr>
            <p:cNvSpPr>
              <a:spLocks noChangeArrowheads="1"/>
            </p:cNvSpPr>
            <p:nvPr/>
          </p:nvSpPr>
          <p:spPr bwMode="auto">
            <a:xfrm>
              <a:off x="3591" y="1776"/>
              <a:ext cx="333"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en-US" altLang="zh-CN" sz="1800" b="1">
                  <a:solidFill>
                    <a:srgbClr val="5F5F5F"/>
                  </a:solidFill>
                  <a:latin typeface="幼圆" panose="02010509060101010101" pitchFamily="49" charset="-122"/>
                  <a:ea typeface="幼圆" panose="02010509060101010101" pitchFamily="49" charset="-122"/>
                </a:rPr>
                <a:t>8</a:t>
              </a:r>
              <a:r>
                <a:rPr lang="zh-CN" altLang="en-US" sz="1800" b="1">
                  <a:solidFill>
                    <a:srgbClr val="5F5F5F"/>
                  </a:solidFill>
                  <a:latin typeface="幼圆" panose="02010509060101010101" pitchFamily="49" charset="-122"/>
                  <a:ea typeface="幼圆" panose="02010509060101010101" pitchFamily="49" charset="-122"/>
                </a:rPr>
                <a:t>瓦</a:t>
              </a:r>
            </a:p>
          </p:txBody>
        </p:sp>
        <p:sp>
          <p:nvSpPr>
            <p:cNvPr id="189661" name="Rectangle 221">
              <a:extLst>
                <a:ext uri="{FF2B5EF4-FFF2-40B4-BE49-F238E27FC236}">
                  <a16:creationId xmlns:a16="http://schemas.microsoft.com/office/drawing/2014/main" id="{EB98B10A-94FF-47DD-ABBC-C5F8F4D4FC79}"/>
                </a:ext>
              </a:extLst>
            </p:cNvPr>
            <p:cNvSpPr>
              <a:spLocks noChangeArrowheads="1"/>
            </p:cNvSpPr>
            <p:nvPr/>
          </p:nvSpPr>
          <p:spPr bwMode="auto">
            <a:xfrm>
              <a:off x="4170" y="1776"/>
              <a:ext cx="333"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en-US" altLang="zh-CN" sz="1800" b="1">
                  <a:solidFill>
                    <a:srgbClr val="5F5F5F"/>
                  </a:solidFill>
                  <a:latin typeface="幼圆" panose="02010509060101010101" pitchFamily="49" charset="-122"/>
                  <a:ea typeface="幼圆" panose="02010509060101010101" pitchFamily="49" charset="-122"/>
                </a:rPr>
                <a:t>4</a:t>
              </a:r>
              <a:r>
                <a:rPr lang="zh-CN" altLang="en-US" sz="1800" b="1">
                  <a:solidFill>
                    <a:srgbClr val="5F5F5F"/>
                  </a:solidFill>
                  <a:latin typeface="幼圆" panose="02010509060101010101" pitchFamily="49" charset="-122"/>
                  <a:ea typeface="幼圆" panose="02010509060101010101" pitchFamily="49" charset="-122"/>
                </a:rPr>
                <a:t>瓦</a:t>
              </a:r>
            </a:p>
          </p:txBody>
        </p:sp>
        <p:sp>
          <p:nvSpPr>
            <p:cNvPr id="189662" name="Rectangle 222">
              <a:extLst>
                <a:ext uri="{FF2B5EF4-FFF2-40B4-BE49-F238E27FC236}">
                  <a16:creationId xmlns:a16="http://schemas.microsoft.com/office/drawing/2014/main" id="{FA3467FB-C319-4D12-809A-DABCB3725B37}"/>
                </a:ext>
              </a:extLst>
            </p:cNvPr>
            <p:cNvSpPr>
              <a:spLocks noChangeArrowheads="1"/>
            </p:cNvSpPr>
            <p:nvPr/>
          </p:nvSpPr>
          <p:spPr bwMode="auto">
            <a:xfrm>
              <a:off x="5328" y="1776"/>
              <a:ext cx="333"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en-US" altLang="zh-CN" sz="1800" b="1">
                  <a:solidFill>
                    <a:srgbClr val="5F5F5F"/>
                  </a:solidFill>
                  <a:latin typeface="幼圆" panose="02010509060101010101" pitchFamily="49" charset="-122"/>
                  <a:ea typeface="幼圆" panose="02010509060101010101" pitchFamily="49" charset="-122"/>
                </a:rPr>
                <a:t>1</a:t>
              </a:r>
              <a:r>
                <a:rPr lang="zh-CN" altLang="en-US" sz="1800" b="1">
                  <a:solidFill>
                    <a:srgbClr val="5F5F5F"/>
                  </a:solidFill>
                  <a:latin typeface="幼圆" panose="02010509060101010101" pitchFamily="49" charset="-122"/>
                  <a:ea typeface="幼圆" panose="02010509060101010101" pitchFamily="49" charset="-122"/>
                </a:rPr>
                <a:t>瓦</a:t>
              </a:r>
            </a:p>
          </p:txBody>
        </p:sp>
        <p:sp>
          <p:nvSpPr>
            <p:cNvPr id="189663" name="Rectangle 223">
              <a:extLst>
                <a:ext uri="{FF2B5EF4-FFF2-40B4-BE49-F238E27FC236}">
                  <a16:creationId xmlns:a16="http://schemas.microsoft.com/office/drawing/2014/main" id="{4BC55DB6-0D54-4752-A253-BDDF948935A8}"/>
                </a:ext>
              </a:extLst>
            </p:cNvPr>
            <p:cNvSpPr>
              <a:spLocks noChangeArrowheads="1"/>
            </p:cNvSpPr>
            <p:nvPr/>
          </p:nvSpPr>
          <p:spPr bwMode="auto">
            <a:xfrm>
              <a:off x="4749" y="1776"/>
              <a:ext cx="333"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en-US" altLang="zh-CN" sz="1800" b="1">
                  <a:solidFill>
                    <a:srgbClr val="5F5F5F"/>
                  </a:solidFill>
                  <a:latin typeface="幼圆" panose="02010509060101010101" pitchFamily="49" charset="-122"/>
                  <a:ea typeface="幼圆" panose="02010509060101010101" pitchFamily="49" charset="-122"/>
                </a:rPr>
                <a:t>2</a:t>
              </a:r>
              <a:r>
                <a:rPr lang="zh-CN" altLang="en-US" sz="1800" b="1">
                  <a:solidFill>
                    <a:srgbClr val="5F5F5F"/>
                  </a:solidFill>
                  <a:latin typeface="幼圆" panose="02010509060101010101" pitchFamily="49" charset="-122"/>
                  <a:ea typeface="幼圆" panose="02010509060101010101" pitchFamily="49" charset="-122"/>
                </a:rPr>
                <a:t>瓦</a:t>
              </a:r>
            </a:p>
          </p:txBody>
        </p:sp>
      </p:grpSp>
      <p:sp>
        <p:nvSpPr>
          <p:cNvPr id="189664" name="Freeform 224">
            <a:extLst>
              <a:ext uri="{FF2B5EF4-FFF2-40B4-BE49-F238E27FC236}">
                <a16:creationId xmlns:a16="http://schemas.microsoft.com/office/drawing/2014/main" id="{826AEF20-1D99-4872-91FB-0AA0E8EF734B}"/>
              </a:ext>
            </a:extLst>
          </p:cNvPr>
          <p:cNvSpPr>
            <a:spLocks/>
          </p:cNvSpPr>
          <p:nvPr/>
        </p:nvSpPr>
        <p:spPr bwMode="auto">
          <a:xfrm>
            <a:off x="8093075" y="1976438"/>
            <a:ext cx="131763" cy="127000"/>
          </a:xfrm>
          <a:custGeom>
            <a:avLst/>
            <a:gdLst>
              <a:gd name="T0" fmla="*/ 146 w 147"/>
              <a:gd name="T1" fmla="*/ 0 h 142"/>
              <a:gd name="T2" fmla="*/ 140 w 147"/>
              <a:gd name="T3" fmla="*/ 4 h 142"/>
              <a:gd name="T4" fmla="*/ 115 w 147"/>
              <a:gd name="T5" fmla="*/ 91 h 142"/>
              <a:gd name="T6" fmla="*/ 110 w 147"/>
              <a:gd name="T7" fmla="*/ 100 h 142"/>
              <a:gd name="T8" fmla="*/ 103 w 147"/>
              <a:gd name="T9" fmla="*/ 107 h 142"/>
              <a:gd name="T10" fmla="*/ 92 w 147"/>
              <a:gd name="T11" fmla="*/ 113 h 142"/>
              <a:gd name="T12" fmla="*/ 82 w 147"/>
              <a:gd name="T13" fmla="*/ 119 h 142"/>
              <a:gd name="T14" fmla="*/ 70 w 147"/>
              <a:gd name="T15" fmla="*/ 124 h 142"/>
              <a:gd name="T16" fmla="*/ 57 w 147"/>
              <a:gd name="T17" fmla="*/ 128 h 142"/>
              <a:gd name="T18" fmla="*/ 43 w 147"/>
              <a:gd name="T19" fmla="*/ 132 h 142"/>
              <a:gd name="T20" fmla="*/ 31 w 147"/>
              <a:gd name="T21" fmla="*/ 134 h 142"/>
              <a:gd name="T22" fmla="*/ 17 w 147"/>
              <a:gd name="T23" fmla="*/ 136 h 142"/>
              <a:gd name="T24" fmla="*/ 0 w 147"/>
              <a:gd name="T25" fmla="*/ 135 h 142"/>
              <a:gd name="T26" fmla="*/ 2 w 147"/>
              <a:gd name="T27" fmla="*/ 140 h 142"/>
              <a:gd name="T28" fmla="*/ 14 w 147"/>
              <a:gd name="T29" fmla="*/ 141 h 142"/>
              <a:gd name="T30" fmla="*/ 22 w 147"/>
              <a:gd name="T31" fmla="*/ 141 h 142"/>
              <a:gd name="T32" fmla="*/ 35 w 147"/>
              <a:gd name="T33" fmla="*/ 140 h 142"/>
              <a:gd name="T34" fmla="*/ 46 w 147"/>
              <a:gd name="T35" fmla="*/ 139 h 142"/>
              <a:gd name="T36" fmla="*/ 60 w 147"/>
              <a:gd name="T37" fmla="*/ 137 h 142"/>
              <a:gd name="T38" fmla="*/ 71 w 147"/>
              <a:gd name="T39" fmla="*/ 136 h 142"/>
              <a:gd name="T40" fmla="*/ 84 w 147"/>
              <a:gd name="T41" fmla="*/ 133 h 142"/>
              <a:gd name="T42" fmla="*/ 91 w 147"/>
              <a:gd name="T43" fmla="*/ 131 h 142"/>
              <a:gd name="T44" fmla="*/ 102 w 147"/>
              <a:gd name="T45" fmla="*/ 128 h 142"/>
              <a:gd name="T46" fmla="*/ 114 w 147"/>
              <a:gd name="T47" fmla="*/ 122 h 142"/>
              <a:gd name="T48" fmla="*/ 117 w 147"/>
              <a:gd name="T49" fmla="*/ 119 h 142"/>
              <a:gd name="T50" fmla="*/ 120 w 147"/>
              <a:gd name="T51" fmla="*/ 114 h 142"/>
              <a:gd name="T52" fmla="*/ 123 w 147"/>
              <a:gd name="T53" fmla="*/ 106 h 142"/>
              <a:gd name="T54" fmla="*/ 125 w 147"/>
              <a:gd name="T55" fmla="*/ 97 h 142"/>
              <a:gd name="T56" fmla="*/ 146 w 147"/>
              <a:gd name="T57" fmla="*/ 0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47" h="142">
                <a:moveTo>
                  <a:pt x="146" y="0"/>
                </a:moveTo>
                <a:lnTo>
                  <a:pt x="140" y="4"/>
                </a:lnTo>
                <a:lnTo>
                  <a:pt x="115" y="91"/>
                </a:lnTo>
                <a:lnTo>
                  <a:pt x="110" y="100"/>
                </a:lnTo>
                <a:lnTo>
                  <a:pt x="103" y="107"/>
                </a:lnTo>
                <a:lnTo>
                  <a:pt x="92" y="113"/>
                </a:lnTo>
                <a:lnTo>
                  <a:pt x="82" y="119"/>
                </a:lnTo>
                <a:lnTo>
                  <a:pt x="70" y="124"/>
                </a:lnTo>
                <a:lnTo>
                  <a:pt x="57" y="128"/>
                </a:lnTo>
                <a:lnTo>
                  <a:pt x="43" y="132"/>
                </a:lnTo>
                <a:lnTo>
                  <a:pt x="31" y="134"/>
                </a:lnTo>
                <a:lnTo>
                  <a:pt x="17" y="136"/>
                </a:lnTo>
                <a:lnTo>
                  <a:pt x="0" y="135"/>
                </a:lnTo>
                <a:lnTo>
                  <a:pt x="2" y="140"/>
                </a:lnTo>
                <a:lnTo>
                  <a:pt x="14" y="141"/>
                </a:lnTo>
                <a:lnTo>
                  <a:pt x="22" y="141"/>
                </a:lnTo>
                <a:lnTo>
                  <a:pt x="35" y="140"/>
                </a:lnTo>
                <a:lnTo>
                  <a:pt x="46" y="139"/>
                </a:lnTo>
                <a:lnTo>
                  <a:pt x="60" y="137"/>
                </a:lnTo>
                <a:lnTo>
                  <a:pt x="71" y="136"/>
                </a:lnTo>
                <a:lnTo>
                  <a:pt x="84" y="133"/>
                </a:lnTo>
                <a:lnTo>
                  <a:pt x="91" y="131"/>
                </a:lnTo>
                <a:lnTo>
                  <a:pt x="102" y="128"/>
                </a:lnTo>
                <a:lnTo>
                  <a:pt x="114" y="122"/>
                </a:lnTo>
                <a:lnTo>
                  <a:pt x="117" y="119"/>
                </a:lnTo>
                <a:lnTo>
                  <a:pt x="120" y="114"/>
                </a:lnTo>
                <a:lnTo>
                  <a:pt x="123" y="106"/>
                </a:lnTo>
                <a:lnTo>
                  <a:pt x="125" y="97"/>
                </a:lnTo>
                <a:lnTo>
                  <a:pt x="146" y="0"/>
                </a:lnTo>
              </a:path>
            </a:pathLst>
          </a:custGeom>
          <a:solidFill>
            <a:srgbClr val="FFFF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189665" name="Group 225">
            <a:extLst>
              <a:ext uri="{FF2B5EF4-FFF2-40B4-BE49-F238E27FC236}">
                <a16:creationId xmlns:a16="http://schemas.microsoft.com/office/drawing/2014/main" id="{FBFA7787-DE8B-4EFC-A4C7-7B1928562972}"/>
              </a:ext>
            </a:extLst>
          </p:cNvPr>
          <p:cNvGrpSpPr>
            <a:grpSpLocks/>
          </p:cNvGrpSpPr>
          <p:nvPr/>
        </p:nvGrpSpPr>
        <p:grpSpPr bwMode="auto">
          <a:xfrm>
            <a:off x="909638" y="3124200"/>
            <a:ext cx="7194550" cy="457200"/>
            <a:chOff x="1056" y="2147"/>
            <a:chExt cx="4532" cy="288"/>
          </a:xfrm>
        </p:grpSpPr>
        <p:sp>
          <p:nvSpPr>
            <p:cNvPr id="189666" name="Rectangle 226">
              <a:extLst>
                <a:ext uri="{FF2B5EF4-FFF2-40B4-BE49-F238E27FC236}">
                  <a16:creationId xmlns:a16="http://schemas.microsoft.com/office/drawing/2014/main" id="{9AE47B7D-5CB9-4FFB-A065-F8B739A8637F}"/>
                </a:ext>
              </a:extLst>
            </p:cNvPr>
            <p:cNvSpPr>
              <a:spLocks noChangeArrowheads="1"/>
            </p:cNvSpPr>
            <p:nvPr/>
          </p:nvSpPr>
          <p:spPr bwMode="auto">
            <a:xfrm>
              <a:off x="1056" y="2147"/>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en-US" altLang="zh-CN" b="1">
                  <a:solidFill>
                    <a:srgbClr val="FF0000"/>
                  </a:solidFill>
                  <a:effectLst>
                    <a:outerShdw blurRad="38100" dist="38100" dir="2700000" algn="tl">
                      <a:srgbClr val="C0C0C0"/>
                    </a:outerShdw>
                  </a:effectLst>
                </a:rPr>
                <a:t>1</a:t>
              </a:r>
            </a:p>
          </p:txBody>
        </p:sp>
        <p:sp>
          <p:nvSpPr>
            <p:cNvPr id="189667" name="Rectangle 227">
              <a:extLst>
                <a:ext uri="{FF2B5EF4-FFF2-40B4-BE49-F238E27FC236}">
                  <a16:creationId xmlns:a16="http://schemas.microsoft.com/office/drawing/2014/main" id="{79C9C6AA-111A-42B6-A3D4-9229841A1D60}"/>
                </a:ext>
              </a:extLst>
            </p:cNvPr>
            <p:cNvSpPr>
              <a:spLocks noChangeArrowheads="1"/>
            </p:cNvSpPr>
            <p:nvPr/>
          </p:nvSpPr>
          <p:spPr bwMode="auto">
            <a:xfrm>
              <a:off x="1673" y="2147"/>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en-US" altLang="zh-CN" b="1">
                  <a:solidFill>
                    <a:srgbClr val="FF0000"/>
                  </a:solidFill>
                  <a:effectLst>
                    <a:outerShdw blurRad="38100" dist="38100" dir="2700000" algn="tl">
                      <a:srgbClr val="C0C0C0"/>
                    </a:outerShdw>
                  </a:effectLst>
                </a:rPr>
                <a:t>1</a:t>
              </a:r>
            </a:p>
          </p:txBody>
        </p:sp>
        <p:sp>
          <p:nvSpPr>
            <p:cNvPr id="189668" name="Rectangle 228">
              <a:extLst>
                <a:ext uri="{FF2B5EF4-FFF2-40B4-BE49-F238E27FC236}">
                  <a16:creationId xmlns:a16="http://schemas.microsoft.com/office/drawing/2014/main" id="{F79981EC-88C6-46A5-B212-6244A604856E}"/>
                </a:ext>
              </a:extLst>
            </p:cNvPr>
            <p:cNvSpPr>
              <a:spLocks noChangeArrowheads="1"/>
            </p:cNvSpPr>
            <p:nvPr/>
          </p:nvSpPr>
          <p:spPr bwMode="auto">
            <a:xfrm>
              <a:off x="2332" y="2147"/>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en-US" altLang="zh-CN" b="1">
                  <a:solidFill>
                    <a:srgbClr val="FF0000"/>
                  </a:solidFill>
                  <a:effectLst>
                    <a:outerShdw blurRad="38100" dist="38100" dir="2700000" algn="tl">
                      <a:srgbClr val="C0C0C0"/>
                    </a:outerShdw>
                  </a:effectLst>
                </a:rPr>
                <a:t>1</a:t>
              </a:r>
            </a:p>
          </p:txBody>
        </p:sp>
        <p:sp>
          <p:nvSpPr>
            <p:cNvPr id="189669" name="Rectangle 229">
              <a:extLst>
                <a:ext uri="{FF2B5EF4-FFF2-40B4-BE49-F238E27FC236}">
                  <a16:creationId xmlns:a16="http://schemas.microsoft.com/office/drawing/2014/main" id="{F4C59B53-364F-4C97-BA1B-6E3A929E8755}"/>
                </a:ext>
              </a:extLst>
            </p:cNvPr>
            <p:cNvSpPr>
              <a:spLocks noChangeArrowheads="1"/>
            </p:cNvSpPr>
            <p:nvPr/>
          </p:nvSpPr>
          <p:spPr bwMode="auto">
            <a:xfrm>
              <a:off x="3628" y="2147"/>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en-US" altLang="zh-CN" b="1">
                  <a:solidFill>
                    <a:srgbClr val="FF0000"/>
                  </a:solidFill>
                  <a:effectLst>
                    <a:outerShdw blurRad="38100" dist="38100" dir="2700000" algn="tl">
                      <a:srgbClr val="C0C0C0"/>
                    </a:outerShdw>
                  </a:effectLst>
                </a:rPr>
                <a:t>1</a:t>
              </a:r>
            </a:p>
          </p:txBody>
        </p:sp>
        <p:sp>
          <p:nvSpPr>
            <p:cNvPr id="189670" name="Rectangle 230">
              <a:extLst>
                <a:ext uri="{FF2B5EF4-FFF2-40B4-BE49-F238E27FC236}">
                  <a16:creationId xmlns:a16="http://schemas.microsoft.com/office/drawing/2014/main" id="{AF866FEE-8B6A-42E6-9470-C6F764A747D6}"/>
                </a:ext>
              </a:extLst>
            </p:cNvPr>
            <p:cNvSpPr>
              <a:spLocks noChangeArrowheads="1"/>
            </p:cNvSpPr>
            <p:nvPr/>
          </p:nvSpPr>
          <p:spPr bwMode="auto">
            <a:xfrm>
              <a:off x="4780" y="2147"/>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en-US" altLang="zh-CN" b="1">
                  <a:solidFill>
                    <a:srgbClr val="FF0000"/>
                  </a:solidFill>
                  <a:effectLst>
                    <a:outerShdw blurRad="38100" dist="38100" dir="2700000" algn="tl">
                      <a:srgbClr val="C0C0C0"/>
                    </a:outerShdw>
                  </a:effectLst>
                </a:rPr>
                <a:t>1</a:t>
              </a:r>
            </a:p>
          </p:txBody>
        </p:sp>
        <p:sp>
          <p:nvSpPr>
            <p:cNvPr id="189671" name="Rectangle 231">
              <a:extLst>
                <a:ext uri="{FF2B5EF4-FFF2-40B4-BE49-F238E27FC236}">
                  <a16:creationId xmlns:a16="http://schemas.microsoft.com/office/drawing/2014/main" id="{00B4C16E-D869-4368-9B90-036E5A02EF86}"/>
                </a:ext>
              </a:extLst>
            </p:cNvPr>
            <p:cNvSpPr>
              <a:spLocks noChangeArrowheads="1"/>
            </p:cNvSpPr>
            <p:nvPr/>
          </p:nvSpPr>
          <p:spPr bwMode="auto">
            <a:xfrm>
              <a:off x="3004" y="2147"/>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en-US" altLang="zh-CN" b="1">
                  <a:solidFill>
                    <a:srgbClr val="FF0000"/>
                  </a:solidFill>
                  <a:effectLst>
                    <a:outerShdw blurRad="38100" dist="38100" dir="2700000" algn="tl">
                      <a:srgbClr val="C0C0C0"/>
                    </a:outerShdw>
                  </a:effectLst>
                </a:rPr>
                <a:t>0</a:t>
              </a:r>
            </a:p>
          </p:txBody>
        </p:sp>
        <p:sp>
          <p:nvSpPr>
            <p:cNvPr id="189672" name="Rectangle 232">
              <a:extLst>
                <a:ext uri="{FF2B5EF4-FFF2-40B4-BE49-F238E27FC236}">
                  <a16:creationId xmlns:a16="http://schemas.microsoft.com/office/drawing/2014/main" id="{17F36F02-E264-4587-B333-741CEB567A3E}"/>
                </a:ext>
              </a:extLst>
            </p:cNvPr>
            <p:cNvSpPr>
              <a:spLocks noChangeArrowheads="1"/>
            </p:cNvSpPr>
            <p:nvPr/>
          </p:nvSpPr>
          <p:spPr bwMode="auto">
            <a:xfrm>
              <a:off x="4224" y="2147"/>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en-US" altLang="zh-CN" b="1">
                  <a:solidFill>
                    <a:srgbClr val="FF0000"/>
                  </a:solidFill>
                  <a:effectLst>
                    <a:outerShdw blurRad="38100" dist="38100" dir="2700000" algn="tl">
                      <a:srgbClr val="C0C0C0"/>
                    </a:outerShdw>
                  </a:effectLst>
                </a:rPr>
                <a:t>0</a:t>
              </a:r>
            </a:p>
          </p:txBody>
        </p:sp>
        <p:sp>
          <p:nvSpPr>
            <p:cNvPr id="189673" name="Rectangle 233">
              <a:extLst>
                <a:ext uri="{FF2B5EF4-FFF2-40B4-BE49-F238E27FC236}">
                  <a16:creationId xmlns:a16="http://schemas.microsoft.com/office/drawing/2014/main" id="{892E2047-3D98-40E7-A3A8-5DE368C1A605}"/>
                </a:ext>
              </a:extLst>
            </p:cNvPr>
            <p:cNvSpPr>
              <a:spLocks noChangeArrowheads="1"/>
            </p:cNvSpPr>
            <p:nvPr/>
          </p:nvSpPr>
          <p:spPr bwMode="auto">
            <a:xfrm>
              <a:off x="5376" y="2147"/>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en-US" altLang="zh-CN" b="1">
                  <a:solidFill>
                    <a:srgbClr val="FF0000"/>
                  </a:solidFill>
                  <a:effectLst>
                    <a:outerShdw blurRad="38100" dist="38100" dir="2700000" algn="tl">
                      <a:srgbClr val="C0C0C0"/>
                    </a:outerShdw>
                  </a:effectLst>
                </a:rPr>
                <a:t>0</a:t>
              </a:r>
            </a:p>
          </p:txBody>
        </p:sp>
      </p:grpSp>
      <p:sp>
        <p:nvSpPr>
          <p:cNvPr id="189674" name="Rectangle 234">
            <a:extLst>
              <a:ext uri="{FF2B5EF4-FFF2-40B4-BE49-F238E27FC236}">
                <a16:creationId xmlns:a16="http://schemas.microsoft.com/office/drawing/2014/main" id="{7412023B-EF4D-491B-9F06-2860EC702DA6}"/>
              </a:ext>
            </a:extLst>
          </p:cNvPr>
          <p:cNvSpPr>
            <a:spLocks noChangeArrowheads="1"/>
          </p:cNvSpPr>
          <p:nvPr/>
        </p:nvSpPr>
        <p:spPr bwMode="auto">
          <a:xfrm>
            <a:off x="4953000" y="4572000"/>
            <a:ext cx="3747821" cy="462307"/>
          </a:xfrm>
          <a:prstGeom prst="rect">
            <a:avLst/>
          </a:prstGeom>
          <a:solidFill>
            <a:srgbClr val="FFFF99"/>
          </a:solidFill>
          <a:ln>
            <a:noFill/>
          </a:ln>
          <a:effectLst>
            <a:prstShdw prst="shdw18" dist="17961" dir="13500000">
              <a:srgbClr val="FFFF99">
                <a:gamma/>
                <a:shade val="60000"/>
                <a:invGamma/>
              </a:srgbClr>
            </a:prstShdw>
          </a:effectLst>
          <a:extLst>
            <a:ext uri="{91240B29-F687-4F45-9708-019B960494DF}">
              <a14:hiddenLine xmlns:a14="http://schemas.microsoft.com/office/drawing/2010/main" w="9525">
                <a:solidFill>
                  <a:schemeClr val="tx1"/>
                </a:solidFill>
                <a:miter lim="800000"/>
                <a:headEnd/>
                <a:tailEnd/>
              </a14:hiddenLine>
            </a:ext>
          </a:extLst>
        </p:spPr>
        <p:txBody>
          <a:bodyPr wrap="none" lIns="92075" tIns="46038" rIns="92075" bIns="46038">
            <a:spAutoFit/>
          </a:bodyPr>
          <a:lstStyle/>
          <a:p>
            <a:pPr eaLnBrk="0" hangingPunct="0"/>
            <a:r>
              <a:rPr kumimoji="1" lang="zh-CN" altLang="en-US" sz="2400" b="1" dirty="0">
                <a:latin typeface="幼圆" panose="02010509060101010101" pitchFamily="49" charset="-122"/>
                <a:ea typeface="幼圆" panose="02010509060101010101" pitchFamily="49" charset="-122"/>
              </a:rPr>
              <a:t>我认识她已有</a:t>
            </a:r>
            <a:r>
              <a:rPr kumimoji="1" lang="en-US" altLang="zh-CN" sz="2400" b="1" dirty="0">
                <a:latin typeface="幼圆" panose="02010509060101010101" pitchFamily="49" charset="-122"/>
                <a:ea typeface="幼圆" panose="02010509060101010101" pitchFamily="49" charset="-122"/>
              </a:rPr>
              <a:t>1111B</a:t>
            </a:r>
            <a:r>
              <a:rPr kumimoji="1" lang="zh-CN" altLang="en-US" sz="2400" b="1" dirty="0">
                <a:latin typeface="幼圆" panose="02010509060101010101" pitchFamily="49" charset="-122"/>
                <a:ea typeface="幼圆" panose="02010509060101010101" pitchFamily="49" charset="-122"/>
              </a:rPr>
              <a:t>年了。</a:t>
            </a:r>
            <a:endParaRPr kumimoji="1" lang="zh-CN" altLang="en-US" sz="2400" b="1" dirty="0">
              <a:solidFill>
                <a:schemeClr val="bg2"/>
              </a:solidFill>
              <a:latin typeface="幼圆" panose="02010509060101010101" pitchFamily="49" charset="-122"/>
              <a:ea typeface="幼圆" panose="02010509060101010101" pitchFamily="49" charset="-122"/>
            </a:endParaRPr>
          </a:p>
        </p:txBody>
      </p:sp>
      <p:grpSp>
        <p:nvGrpSpPr>
          <p:cNvPr id="189675" name="Group 235">
            <a:extLst>
              <a:ext uri="{FF2B5EF4-FFF2-40B4-BE49-F238E27FC236}">
                <a16:creationId xmlns:a16="http://schemas.microsoft.com/office/drawing/2014/main" id="{FB0B36BC-CAB4-4017-B4FF-C318731E1C09}"/>
              </a:ext>
            </a:extLst>
          </p:cNvPr>
          <p:cNvGrpSpPr>
            <a:grpSpLocks/>
          </p:cNvGrpSpPr>
          <p:nvPr/>
        </p:nvGrpSpPr>
        <p:grpSpPr bwMode="auto">
          <a:xfrm>
            <a:off x="3932238" y="1697038"/>
            <a:ext cx="482600" cy="682625"/>
            <a:chOff x="2243" y="1203"/>
            <a:chExt cx="542" cy="766"/>
          </a:xfrm>
        </p:grpSpPr>
        <p:grpSp>
          <p:nvGrpSpPr>
            <p:cNvPr id="189676" name="Group 236">
              <a:extLst>
                <a:ext uri="{FF2B5EF4-FFF2-40B4-BE49-F238E27FC236}">
                  <a16:creationId xmlns:a16="http://schemas.microsoft.com/office/drawing/2014/main" id="{AB973A59-747A-4BB8-B6CC-37B2BC94CC78}"/>
                </a:ext>
              </a:extLst>
            </p:cNvPr>
            <p:cNvGrpSpPr>
              <a:grpSpLocks/>
            </p:cNvGrpSpPr>
            <p:nvPr/>
          </p:nvGrpSpPr>
          <p:grpSpPr bwMode="auto">
            <a:xfrm>
              <a:off x="2390" y="1789"/>
              <a:ext cx="247" cy="180"/>
              <a:chOff x="2390" y="1789"/>
              <a:chExt cx="247" cy="180"/>
            </a:xfrm>
          </p:grpSpPr>
          <p:grpSp>
            <p:nvGrpSpPr>
              <p:cNvPr id="189677" name="Group 237">
                <a:extLst>
                  <a:ext uri="{FF2B5EF4-FFF2-40B4-BE49-F238E27FC236}">
                    <a16:creationId xmlns:a16="http://schemas.microsoft.com/office/drawing/2014/main" id="{1A4FED38-7FC4-43F3-A24E-E45DE1F5CC2B}"/>
                  </a:ext>
                </a:extLst>
              </p:cNvPr>
              <p:cNvGrpSpPr>
                <a:grpSpLocks/>
              </p:cNvGrpSpPr>
              <p:nvPr/>
            </p:nvGrpSpPr>
            <p:grpSpPr bwMode="auto">
              <a:xfrm>
                <a:off x="2390" y="1789"/>
                <a:ext cx="247" cy="180"/>
                <a:chOff x="2390" y="1789"/>
                <a:chExt cx="247" cy="180"/>
              </a:xfrm>
            </p:grpSpPr>
            <p:grpSp>
              <p:nvGrpSpPr>
                <p:cNvPr id="189678" name="Group 238">
                  <a:extLst>
                    <a:ext uri="{FF2B5EF4-FFF2-40B4-BE49-F238E27FC236}">
                      <a16:creationId xmlns:a16="http://schemas.microsoft.com/office/drawing/2014/main" id="{59138F41-CAFD-4017-82A9-16FF62832EB5}"/>
                    </a:ext>
                  </a:extLst>
                </p:cNvPr>
                <p:cNvGrpSpPr>
                  <a:grpSpLocks/>
                </p:cNvGrpSpPr>
                <p:nvPr/>
              </p:nvGrpSpPr>
              <p:grpSpPr bwMode="auto">
                <a:xfrm>
                  <a:off x="2452" y="1926"/>
                  <a:ext cx="135" cy="43"/>
                  <a:chOff x="2452" y="1926"/>
                  <a:chExt cx="135" cy="43"/>
                </a:xfrm>
              </p:grpSpPr>
              <p:sp>
                <p:nvSpPr>
                  <p:cNvPr id="189679" name="Freeform 239">
                    <a:extLst>
                      <a:ext uri="{FF2B5EF4-FFF2-40B4-BE49-F238E27FC236}">
                        <a16:creationId xmlns:a16="http://schemas.microsoft.com/office/drawing/2014/main" id="{5A848500-39CC-4736-96B3-E659AA34CC11}"/>
                      </a:ext>
                    </a:extLst>
                  </p:cNvPr>
                  <p:cNvSpPr>
                    <a:spLocks/>
                  </p:cNvSpPr>
                  <p:nvPr/>
                </p:nvSpPr>
                <p:spPr bwMode="auto">
                  <a:xfrm>
                    <a:off x="2452" y="1926"/>
                    <a:ext cx="135" cy="43"/>
                  </a:xfrm>
                  <a:custGeom>
                    <a:avLst/>
                    <a:gdLst>
                      <a:gd name="T0" fmla="*/ 0 w 135"/>
                      <a:gd name="T1" fmla="*/ 0 h 43"/>
                      <a:gd name="T2" fmla="*/ 27 w 135"/>
                      <a:gd name="T3" fmla="*/ 33 h 43"/>
                      <a:gd name="T4" fmla="*/ 29 w 135"/>
                      <a:gd name="T5" fmla="*/ 35 h 43"/>
                      <a:gd name="T6" fmla="*/ 32 w 135"/>
                      <a:gd name="T7" fmla="*/ 36 h 43"/>
                      <a:gd name="T8" fmla="*/ 36 w 135"/>
                      <a:gd name="T9" fmla="*/ 37 h 43"/>
                      <a:gd name="T10" fmla="*/ 41 w 135"/>
                      <a:gd name="T11" fmla="*/ 39 h 43"/>
                      <a:gd name="T12" fmla="*/ 46 w 135"/>
                      <a:gd name="T13" fmla="*/ 40 h 43"/>
                      <a:gd name="T14" fmla="*/ 50 w 135"/>
                      <a:gd name="T15" fmla="*/ 40 h 43"/>
                      <a:gd name="T16" fmla="*/ 55 w 135"/>
                      <a:gd name="T17" fmla="*/ 41 h 43"/>
                      <a:gd name="T18" fmla="*/ 59 w 135"/>
                      <a:gd name="T19" fmla="*/ 41 h 43"/>
                      <a:gd name="T20" fmla="*/ 65 w 135"/>
                      <a:gd name="T21" fmla="*/ 42 h 43"/>
                      <a:gd name="T22" fmla="*/ 69 w 135"/>
                      <a:gd name="T23" fmla="*/ 42 h 43"/>
                      <a:gd name="T24" fmla="*/ 74 w 135"/>
                      <a:gd name="T25" fmla="*/ 41 h 43"/>
                      <a:gd name="T26" fmla="*/ 79 w 135"/>
                      <a:gd name="T27" fmla="*/ 41 h 43"/>
                      <a:gd name="T28" fmla="*/ 84 w 135"/>
                      <a:gd name="T29" fmla="*/ 40 h 43"/>
                      <a:gd name="T30" fmla="*/ 89 w 135"/>
                      <a:gd name="T31" fmla="*/ 40 h 43"/>
                      <a:gd name="T32" fmla="*/ 93 w 135"/>
                      <a:gd name="T33" fmla="*/ 39 h 43"/>
                      <a:gd name="T34" fmla="*/ 98 w 135"/>
                      <a:gd name="T35" fmla="*/ 38 h 43"/>
                      <a:gd name="T36" fmla="*/ 102 w 135"/>
                      <a:gd name="T37" fmla="*/ 36 h 43"/>
                      <a:gd name="T38" fmla="*/ 105 w 135"/>
                      <a:gd name="T39" fmla="*/ 35 h 43"/>
                      <a:gd name="T40" fmla="*/ 106 w 135"/>
                      <a:gd name="T41" fmla="*/ 33 h 43"/>
                      <a:gd name="T42" fmla="*/ 109 w 135"/>
                      <a:gd name="T43" fmla="*/ 32 h 43"/>
                      <a:gd name="T44" fmla="*/ 134 w 135"/>
                      <a:gd name="T45" fmla="*/ 0 h 43"/>
                      <a:gd name="T46" fmla="*/ 0 w 135"/>
                      <a:gd name="T47" fmla="*/ 0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35" h="43">
                        <a:moveTo>
                          <a:pt x="0" y="0"/>
                        </a:moveTo>
                        <a:lnTo>
                          <a:pt x="27" y="33"/>
                        </a:lnTo>
                        <a:lnTo>
                          <a:pt x="29" y="35"/>
                        </a:lnTo>
                        <a:lnTo>
                          <a:pt x="32" y="36"/>
                        </a:lnTo>
                        <a:lnTo>
                          <a:pt x="36" y="37"/>
                        </a:lnTo>
                        <a:lnTo>
                          <a:pt x="41" y="39"/>
                        </a:lnTo>
                        <a:lnTo>
                          <a:pt x="46" y="40"/>
                        </a:lnTo>
                        <a:lnTo>
                          <a:pt x="50" y="40"/>
                        </a:lnTo>
                        <a:lnTo>
                          <a:pt x="55" y="41"/>
                        </a:lnTo>
                        <a:lnTo>
                          <a:pt x="59" y="41"/>
                        </a:lnTo>
                        <a:lnTo>
                          <a:pt x="65" y="42"/>
                        </a:lnTo>
                        <a:lnTo>
                          <a:pt x="69" y="42"/>
                        </a:lnTo>
                        <a:lnTo>
                          <a:pt x="74" y="41"/>
                        </a:lnTo>
                        <a:lnTo>
                          <a:pt x="79" y="41"/>
                        </a:lnTo>
                        <a:lnTo>
                          <a:pt x="84" y="40"/>
                        </a:lnTo>
                        <a:lnTo>
                          <a:pt x="89" y="40"/>
                        </a:lnTo>
                        <a:lnTo>
                          <a:pt x="93" y="39"/>
                        </a:lnTo>
                        <a:lnTo>
                          <a:pt x="98" y="38"/>
                        </a:lnTo>
                        <a:lnTo>
                          <a:pt x="102" y="36"/>
                        </a:lnTo>
                        <a:lnTo>
                          <a:pt x="105" y="35"/>
                        </a:lnTo>
                        <a:lnTo>
                          <a:pt x="106" y="33"/>
                        </a:lnTo>
                        <a:lnTo>
                          <a:pt x="109" y="32"/>
                        </a:lnTo>
                        <a:lnTo>
                          <a:pt x="134" y="0"/>
                        </a:lnTo>
                        <a:lnTo>
                          <a:pt x="0" y="0"/>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9680" name="Freeform 240">
                    <a:extLst>
                      <a:ext uri="{FF2B5EF4-FFF2-40B4-BE49-F238E27FC236}">
                        <a16:creationId xmlns:a16="http://schemas.microsoft.com/office/drawing/2014/main" id="{62997C73-F205-434F-BF30-CAD40F2CB2ED}"/>
                      </a:ext>
                    </a:extLst>
                  </p:cNvPr>
                  <p:cNvSpPr>
                    <a:spLocks/>
                  </p:cNvSpPr>
                  <p:nvPr/>
                </p:nvSpPr>
                <p:spPr bwMode="auto">
                  <a:xfrm>
                    <a:off x="2473" y="1926"/>
                    <a:ext cx="60" cy="43"/>
                  </a:xfrm>
                  <a:custGeom>
                    <a:avLst/>
                    <a:gdLst>
                      <a:gd name="T0" fmla="*/ 0 w 60"/>
                      <a:gd name="T1" fmla="*/ 0 h 43"/>
                      <a:gd name="T2" fmla="*/ 16 w 60"/>
                      <a:gd name="T3" fmla="*/ 37 h 43"/>
                      <a:gd name="T4" fmla="*/ 19 w 60"/>
                      <a:gd name="T5" fmla="*/ 39 h 43"/>
                      <a:gd name="T6" fmla="*/ 25 w 60"/>
                      <a:gd name="T7" fmla="*/ 40 h 43"/>
                      <a:gd name="T8" fmla="*/ 29 w 60"/>
                      <a:gd name="T9" fmla="*/ 40 h 43"/>
                      <a:gd name="T10" fmla="*/ 33 w 60"/>
                      <a:gd name="T11" fmla="*/ 41 h 43"/>
                      <a:gd name="T12" fmla="*/ 38 w 60"/>
                      <a:gd name="T13" fmla="*/ 41 h 43"/>
                      <a:gd name="T14" fmla="*/ 43 w 60"/>
                      <a:gd name="T15" fmla="*/ 42 h 43"/>
                      <a:gd name="T16" fmla="*/ 47 w 60"/>
                      <a:gd name="T17" fmla="*/ 42 h 43"/>
                      <a:gd name="T18" fmla="*/ 53 w 60"/>
                      <a:gd name="T19" fmla="*/ 41 h 43"/>
                      <a:gd name="T20" fmla="*/ 59 w 60"/>
                      <a:gd name="T21" fmla="*/ 0 h 43"/>
                      <a:gd name="T22" fmla="*/ 0 w 60"/>
                      <a:gd name="T23" fmla="*/ 0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0" h="43">
                        <a:moveTo>
                          <a:pt x="0" y="0"/>
                        </a:moveTo>
                        <a:lnTo>
                          <a:pt x="16" y="37"/>
                        </a:lnTo>
                        <a:lnTo>
                          <a:pt x="19" y="39"/>
                        </a:lnTo>
                        <a:lnTo>
                          <a:pt x="25" y="40"/>
                        </a:lnTo>
                        <a:lnTo>
                          <a:pt x="29" y="40"/>
                        </a:lnTo>
                        <a:lnTo>
                          <a:pt x="33" y="41"/>
                        </a:lnTo>
                        <a:lnTo>
                          <a:pt x="38" y="41"/>
                        </a:lnTo>
                        <a:lnTo>
                          <a:pt x="43" y="42"/>
                        </a:lnTo>
                        <a:lnTo>
                          <a:pt x="47" y="42"/>
                        </a:lnTo>
                        <a:lnTo>
                          <a:pt x="53" y="41"/>
                        </a:lnTo>
                        <a:lnTo>
                          <a:pt x="59" y="0"/>
                        </a:lnTo>
                        <a:lnTo>
                          <a:pt x="0" y="0"/>
                        </a:lnTo>
                      </a:path>
                    </a:pathLst>
                  </a:custGeom>
                  <a:solidFill>
                    <a:srgbClr val="40404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89681" name="Group 241">
                  <a:extLst>
                    <a:ext uri="{FF2B5EF4-FFF2-40B4-BE49-F238E27FC236}">
                      <a16:creationId xmlns:a16="http://schemas.microsoft.com/office/drawing/2014/main" id="{0D0448DE-2A65-46C0-927D-89AA9FC9E221}"/>
                    </a:ext>
                  </a:extLst>
                </p:cNvPr>
                <p:cNvGrpSpPr>
                  <a:grpSpLocks/>
                </p:cNvGrpSpPr>
                <p:nvPr/>
              </p:nvGrpSpPr>
              <p:grpSpPr bwMode="auto">
                <a:xfrm>
                  <a:off x="2390" y="1789"/>
                  <a:ext cx="247" cy="150"/>
                  <a:chOff x="2390" y="1789"/>
                  <a:chExt cx="247" cy="150"/>
                </a:xfrm>
              </p:grpSpPr>
              <p:sp>
                <p:nvSpPr>
                  <p:cNvPr id="189682" name="Freeform 242">
                    <a:extLst>
                      <a:ext uri="{FF2B5EF4-FFF2-40B4-BE49-F238E27FC236}">
                        <a16:creationId xmlns:a16="http://schemas.microsoft.com/office/drawing/2014/main" id="{6054D492-A7F5-4FBB-8F9C-19F4139EF31A}"/>
                      </a:ext>
                    </a:extLst>
                  </p:cNvPr>
                  <p:cNvSpPr>
                    <a:spLocks/>
                  </p:cNvSpPr>
                  <p:nvPr/>
                </p:nvSpPr>
                <p:spPr bwMode="auto">
                  <a:xfrm>
                    <a:off x="2390" y="1789"/>
                    <a:ext cx="247" cy="150"/>
                  </a:xfrm>
                  <a:custGeom>
                    <a:avLst/>
                    <a:gdLst>
                      <a:gd name="T0" fmla="*/ 5 w 247"/>
                      <a:gd name="T1" fmla="*/ 4 h 150"/>
                      <a:gd name="T2" fmla="*/ 6 w 247"/>
                      <a:gd name="T3" fmla="*/ 7 h 150"/>
                      <a:gd name="T4" fmla="*/ 6 w 247"/>
                      <a:gd name="T5" fmla="*/ 15 h 150"/>
                      <a:gd name="T6" fmla="*/ 3 w 247"/>
                      <a:gd name="T7" fmla="*/ 19 h 150"/>
                      <a:gd name="T8" fmla="*/ 1 w 247"/>
                      <a:gd name="T9" fmla="*/ 26 h 150"/>
                      <a:gd name="T10" fmla="*/ 4 w 247"/>
                      <a:gd name="T11" fmla="*/ 31 h 150"/>
                      <a:gd name="T12" fmla="*/ 9 w 247"/>
                      <a:gd name="T13" fmla="*/ 36 h 150"/>
                      <a:gd name="T14" fmla="*/ 8 w 247"/>
                      <a:gd name="T15" fmla="*/ 40 h 150"/>
                      <a:gd name="T16" fmla="*/ 3 w 247"/>
                      <a:gd name="T17" fmla="*/ 44 h 150"/>
                      <a:gd name="T18" fmla="*/ 1 w 247"/>
                      <a:gd name="T19" fmla="*/ 49 h 150"/>
                      <a:gd name="T20" fmla="*/ 5 w 247"/>
                      <a:gd name="T21" fmla="*/ 53 h 150"/>
                      <a:gd name="T22" fmla="*/ 8 w 247"/>
                      <a:gd name="T23" fmla="*/ 57 h 150"/>
                      <a:gd name="T24" fmla="*/ 8 w 247"/>
                      <a:gd name="T25" fmla="*/ 62 h 150"/>
                      <a:gd name="T26" fmla="*/ 3 w 247"/>
                      <a:gd name="T27" fmla="*/ 67 h 150"/>
                      <a:gd name="T28" fmla="*/ 0 w 247"/>
                      <a:gd name="T29" fmla="*/ 72 h 150"/>
                      <a:gd name="T30" fmla="*/ 3 w 247"/>
                      <a:gd name="T31" fmla="*/ 77 h 150"/>
                      <a:gd name="T32" fmla="*/ 9 w 247"/>
                      <a:gd name="T33" fmla="*/ 81 h 150"/>
                      <a:gd name="T34" fmla="*/ 9 w 247"/>
                      <a:gd name="T35" fmla="*/ 89 h 150"/>
                      <a:gd name="T36" fmla="*/ 5 w 247"/>
                      <a:gd name="T37" fmla="*/ 94 h 150"/>
                      <a:gd name="T38" fmla="*/ 5 w 247"/>
                      <a:gd name="T39" fmla="*/ 98 h 150"/>
                      <a:gd name="T40" fmla="*/ 11 w 247"/>
                      <a:gd name="T41" fmla="*/ 103 h 150"/>
                      <a:gd name="T42" fmla="*/ 28 w 247"/>
                      <a:gd name="T43" fmla="*/ 118 h 150"/>
                      <a:gd name="T44" fmla="*/ 44 w 247"/>
                      <a:gd name="T45" fmla="*/ 130 h 150"/>
                      <a:gd name="T46" fmla="*/ 58 w 247"/>
                      <a:gd name="T47" fmla="*/ 137 h 150"/>
                      <a:gd name="T48" fmla="*/ 84 w 247"/>
                      <a:gd name="T49" fmla="*/ 145 h 150"/>
                      <a:gd name="T50" fmla="*/ 108 w 247"/>
                      <a:gd name="T51" fmla="*/ 148 h 150"/>
                      <a:gd name="T52" fmla="*/ 140 w 247"/>
                      <a:gd name="T53" fmla="*/ 148 h 150"/>
                      <a:gd name="T54" fmla="*/ 168 w 247"/>
                      <a:gd name="T55" fmla="*/ 146 h 150"/>
                      <a:gd name="T56" fmla="*/ 187 w 247"/>
                      <a:gd name="T57" fmla="*/ 142 h 150"/>
                      <a:gd name="T58" fmla="*/ 200 w 247"/>
                      <a:gd name="T59" fmla="*/ 136 h 150"/>
                      <a:gd name="T60" fmla="*/ 209 w 247"/>
                      <a:gd name="T61" fmla="*/ 130 h 150"/>
                      <a:gd name="T62" fmla="*/ 235 w 247"/>
                      <a:gd name="T63" fmla="*/ 102 h 150"/>
                      <a:gd name="T64" fmla="*/ 240 w 247"/>
                      <a:gd name="T65" fmla="*/ 92 h 150"/>
                      <a:gd name="T66" fmla="*/ 241 w 247"/>
                      <a:gd name="T67" fmla="*/ 88 h 150"/>
                      <a:gd name="T68" fmla="*/ 237 w 247"/>
                      <a:gd name="T69" fmla="*/ 84 h 150"/>
                      <a:gd name="T70" fmla="*/ 237 w 247"/>
                      <a:gd name="T71" fmla="*/ 78 h 150"/>
                      <a:gd name="T72" fmla="*/ 240 w 247"/>
                      <a:gd name="T73" fmla="*/ 74 h 150"/>
                      <a:gd name="T74" fmla="*/ 244 w 247"/>
                      <a:gd name="T75" fmla="*/ 70 h 150"/>
                      <a:gd name="T76" fmla="*/ 246 w 247"/>
                      <a:gd name="T77" fmla="*/ 65 h 150"/>
                      <a:gd name="T78" fmla="*/ 242 w 247"/>
                      <a:gd name="T79" fmla="*/ 61 h 150"/>
                      <a:gd name="T80" fmla="*/ 238 w 247"/>
                      <a:gd name="T81" fmla="*/ 57 h 150"/>
                      <a:gd name="T82" fmla="*/ 238 w 247"/>
                      <a:gd name="T83" fmla="*/ 52 h 150"/>
                      <a:gd name="T84" fmla="*/ 243 w 247"/>
                      <a:gd name="T85" fmla="*/ 47 h 150"/>
                      <a:gd name="T86" fmla="*/ 244 w 247"/>
                      <a:gd name="T87" fmla="*/ 41 h 150"/>
                      <a:gd name="T88" fmla="*/ 240 w 247"/>
                      <a:gd name="T89" fmla="*/ 36 h 150"/>
                      <a:gd name="T90" fmla="*/ 238 w 247"/>
                      <a:gd name="T91" fmla="*/ 32 h 150"/>
                      <a:gd name="T92" fmla="*/ 241 w 247"/>
                      <a:gd name="T93" fmla="*/ 26 h 150"/>
                      <a:gd name="T94" fmla="*/ 244 w 247"/>
                      <a:gd name="T95" fmla="*/ 23 h 150"/>
                      <a:gd name="T96" fmla="*/ 246 w 247"/>
                      <a:gd name="T97" fmla="*/ 18 h 150"/>
                      <a:gd name="T98" fmla="*/ 243 w 247"/>
                      <a:gd name="T99" fmla="*/ 13 h 150"/>
                      <a:gd name="T100" fmla="*/ 239 w 247"/>
                      <a:gd name="T101" fmla="*/ 8 h 150"/>
                      <a:gd name="T102" fmla="*/ 240 w 247"/>
                      <a:gd name="T103" fmla="*/ 3 h 150"/>
                      <a:gd name="T104" fmla="*/ 7 w 247"/>
                      <a:gd name="T105" fmla="*/ 0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247" h="150">
                        <a:moveTo>
                          <a:pt x="7" y="0"/>
                        </a:moveTo>
                        <a:lnTo>
                          <a:pt x="5" y="4"/>
                        </a:lnTo>
                        <a:lnTo>
                          <a:pt x="6" y="5"/>
                        </a:lnTo>
                        <a:lnTo>
                          <a:pt x="6" y="7"/>
                        </a:lnTo>
                        <a:lnTo>
                          <a:pt x="7" y="12"/>
                        </a:lnTo>
                        <a:lnTo>
                          <a:pt x="6" y="15"/>
                        </a:lnTo>
                        <a:lnTo>
                          <a:pt x="4" y="17"/>
                        </a:lnTo>
                        <a:lnTo>
                          <a:pt x="3" y="19"/>
                        </a:lnTo>
                        <a:lnTo>
                          <a:pt x="1" y="23"/>
                        </a:lnTo>
                        <a:lnTo>
                          <a:pt x="1" y="26"/>
                        </a:lnTo>
                        <a:lnTo>
                          <a:pt x="3" y="28"/>
                        </a:lnTo>
                        <a:lnTo>
                          <a:pt x="4" y="31"/>
                        </a:lnTo>
                        <a:lnTo>
                          <a:pt x="7" y="33"/>
                        </a:lnTo>
                        <a:lnTo>
                          <a:pt x="9" y="36"/>
                        </a:lnTo>
                        <a:lnTo>
                          <a:pt x="9" y="38"/>
                        </a:lnTo>
                        <a:lnTo>
                          <a:pt x="8" y="40"/>
                        </a:lnTo>
                        <a:lnTo>
                          <a:pt x="5" y="42"/>
                        </a:lnTo>
                        <a:lnTo>
                          <a:pt x="3" y="44"/>
                        </a:lnTo>
                        <a:lnTo>
                          <a:pt x="2" y="46"/>
                        </a:lnTo>
                        <a:lnTo>
                          <a:pt x="1" y="49"/>
                        </a:lnTo>
                        <a:lnTo>
                          <a:pt x="3" y="51"/>
                        </a:lnTo>
                        <a:lnTo>
                          <a:pt x="5" y="53"/>
                        </a:lnTo>
                        <a:lnTo>
                          <a:pt x="7" y="55"/>
                        </a:lnTo>
                        <a:lnTo>
                          <a:pt x="8" y="57"/>
                        </a:lnTo>
                        <a:lnTo>
                          <a:pt x="9" y="59"/>
                        </a:lnTo>
                        <a:lnTo>
                          <a:pt x="8" y="62"/>
                        </a:lnTo>
                        <a:lnTo>
                          <a:pt x="5" y="65"/>
                        </a:lnTo>
                        <a:lnTo>
                          <a:pt x="3" y="67"/>
                        </a:lnTo>
                        <a:lnTo>
                          <a:pt x="0" y="70"/>
                        </a:lnTo>
                        <a:lnTo>
                          <a:pt x="0" y="72"/>
                        </a:lnTo>
                        <a:lnTo>
                          <a:pt x="1" y="74"/>
                        </a:lnTo>
                        <a:lnTo>
                          <a:pt x="3" y="77"/>
                        </a:lnTo>
                        <a:lnTo>
                          <a:pt x="6" y="79"/>
                        </a:lnTo>
                        <a:lnTo>
                          <a:pt x="9" y="81"/>
                        </a:lnTo>
                        <a:lnTo>
                          <a:pt x="10" y="85"/>
                        </a:lnTo>
                        <a:lnTo>
                          <a:pt x="9" y="89"/>
                        </a:lnTo>
                        <a:lnTo>
                          <a:pt x="6" y="92"/>
                        </a:lnTo>
                        <a:lnTo>
                          <a:pt x="5" y="94"/>
                        </a:lnTo>
                        <a:lnTo>
                          <a:pt x="5" y="96"/>
                        </a:lnTo>
                        <a:lnTo>
                          <a:pt x="5" y="98"/>
                        </a:lnTo>
                        <a:lnTo>
                          <a:pt x="7" y="100"/>
                        </a:lnTo>
                        <a:lnTo>
                          <a:pt x="11" y="103"/>
                        </a:lnTo>
                        <a:lnTo>
                          <a:pt x="17" y="109"/>
                        </a:lnTo>
                        <a:lnTo>
                          <a:pt x="28" y="118"/>
                        </a:lnTo>
                        <a:lnTo>
                          <a:pt x="38" y="126"/>
                        </a:lnTo>
                        <a:lnTo>
                          <a:pt x="44" y="130"/>
                        </a:lnTo>
                        <a:lnTo>
                          <a:pt x="51" y="133"/>
                        </a:lnTo>
                        <a:lnTo>
                          <a:pt x="58" y="137"/>
                        </a:lnTo>
                        <a:lnTo>
                          <a:pt x="68" y="141"/>
                        </a:lnTo>
                        <a:lnTo>
                          <a:pt x="84" y="145"/>
                        </a:lnTo>
                        <a:lnTo>
                          <a:pt x="96" y="147"/>
                        </a:lnTo>
                        <a:lnTo>
                          <a:pt x="108" y="148"/>
                        </a:lnTo>
                        <a:lnTo>
                          <a:pt x="124" y="149"/>
                        </a:lnTo>
                        <a:lnTo>
                          <a:pt x="140" y="148"/>
                        </a:lnTo>
                        <a:lnTo>
                          <a:pt x="155" y="148"/>
                        </a:lnTo>
                        <a:lnTo>
                          <a:pt x="168" y="146"/>
                        </a:lnTo>
                        <a:lnTo>
                          <a:pt x="179" y="144"/>
                        </a:lnTo>
                        <a:lnTo>
                          <a:pt x="187" y="142"/>
                        </a:lnTo>
                        <a:lnTo>
                          <a:pt x="194" y="139"/>
                        </a:lnTo>
                        <a:lnTo>
                          <a:pt x="200" y="136"/>
                        </a:lnTo>
                        <a:lnTo>
                          <a:pt x="205" y="134"/>
                        </a:lnTo>
                        <a:lnTo>
                          <a:pt x="209" y="130"/>
                        </a:lnTo>
                        <a:lnTo>
                          <a:pt x="224" y="115"/>
                        </a:lnTo>
                        <a:lnTo>
                          <a:pt x="235" y="102"/>
                        </a:lnTo>
                        <a:lnTo>
                          <a:pt x="239" y="95"/>
                        </a:lnTo>
                        <a:lnTo>
                          <a:pt x="240" y="92"/>
                        </a:lnTo>
                        <a:lnTo>
                          <a:pt x="241" y="90"/>
                        </a:lnTo>
                        <a:lnTo>
                          <a:pt x="241" y="88"/>
                        </a:lnTo>
                        <a:lnTo>
                          <a:pt x="239" y="85"/>
                        </a:lnTo>
                        <a:lnTo>
                          <a:pt x="237" y="84"/>
                        </a:lnTo>
                        <a:lnTo>
                          <a:pt x="236" y="81"/>
                        </a:lnTo>
                        <a:lnTo>
                          <a:pt x="237" y="78"/>
                        </a:lnTo>
                        <a:lnTo>
                          <a:pt x="239" y="77"/>
                        </a:lnTo>
                        <a:lnTo>
                          <a:pt x="240" y="74"/>
                        </a:lnTo>
                        <a:lnTo>
                          <a:pt x="242" y="73"/>
                        </a:lnTo>
                        <a:lnTo>
                          <a:pt x="244" y="70"/>
                        </a:lnTo>
                        <a:lnTo>
                          <a:pt x="246" y="68"/>
                        </a:lnTo>
                        <a:lnTo>
                          <a:pt x="246" y="65"/>
                        </a:lnTo>
                        <a:lnTo>
                          <a:pt x="244" y="63"/>
                        </a:lnTo>
                        <a:lnTo>
                          <a:pt x="242" y="61"/>
                        </a:lnTo>
                        <a:lnTo>
                          <a:pt x="240" y="59"/>
                        </a:lnTo>
                        <a:lnTo>
                          <a:pt x="238" y="57"/>
                        </a:lnTo>
                        <a:lnTo>
                          <a:pt x="238" y="54"/>
                        </a:lnTo>
                        <a:lnTo>
                          <a:pt x="238" y="52"/>
                        </a:lnTo>
                        <a:lnTo>
                          <a:pt x="241" y="49"/>
                        </a:lnTo>
                        <a:lnTo>
                          <a:pt x="243" y="47"/>
                        </a:lnTo>
                        <a:lnTo>
                          <a:pt x="244" y="45"/>
                        </a:lnTo>
                        <a:lnTo>
                          <a:pt x="244" y="41"/>
                        </a:lnTo>
                        <a:lnTo>
                          <a:pt x="243" y="38"/>
                        </a:lnTo>
                        <a:lnTo>
                          <a:pt x="240" y="36"/>
                        </a:lnTo>
                        <a:lnTo>
                          <a:pt x="239" y="34"/>
                        </a:lnTo>
                        <a:lnTo>
                          <a:pt x="238" y="32"/>
                        </a:lnTo>
                        <a:lnTo>
                          <a:pt x="239" y="29"/>
                        </a:lnTo>
                        <a:lnTo>
                          <a:pt x="241" y="26"/>
                        </a:lnTo>
                        <a:lnTo>
                          <a:pt x="242" y="25"/>
                        </a:lnTo>
                        <a:lnTo>
                          <a:pt x="244" y="23"/>
                        </a:lnTo>
                        <a:lnTo>
                          <a:pt x="246" y="20"/>
                        </a:lnTo>
                        <a:lnTo>
                          <a:pt x="246" y="18"/>
                        </a:lnTo>
                        <a:lnTo>
                          <a:pt x="245" y="16"/>
                        </a:lnTo>
                        <a:lnTo>
                          <a:pt x="243" y="13"/>
                        </a:lnTo>
                        <a:lnTo>
                          <a:pt x="241" y="11"/>
                        </a:lnTo>
                        <a:lnTo>
                          <a:pt x="239" y="8"/>
                        </a:lnTo>
                        <a:lnTo>
                          <a:pt x="239" y="5"/>
                        </a:lnTo>
                        <a:lnTo>
                          <a:pt x="240" y="3"/>
                        </a:lnTo>
                        <a:lnTo>
                          <a:pt x="239" y="0"/>
                        </a:lnTo>
                        <a:lnTo>
                          <a:pt x="7" y="0"/>
                        </a:lnTo>
                      </a:path>
                    </a:pathLst>
                  </a:custGeom>
                  <a:solidFill>
                    <a:srgbClr val="FFC08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9683" name="Freeform 243">
                    <a:extLst>
                      <a:ext uri="{FF2B5EF4-FFF2-40B4-BE49-F238E27FC236}">
                        <a16:creationId xmlns:a16="http://schemas.microsoft.com/office/drawing/2014/main" id="{350C5D09-1444-4220-A97C-FEB2598B5B14}"/>
                      </a:ext>
                    </a:extLst>
                  </p:cNvPr>
                  <p:cNvSpPr>
                    <a:spLocks/>
                  </p:cNvSpPr>
                  <p:nvPr/>
                </p:nvSpPr>
                <p:spPr bwMode="auto">
                  <a:xfrm>
                    <a:off x="2391" y="1809"/>
                    <a:ext cx="33" cy="21"/>
                  </a:xfrm>
                  <a:custGeom>
                    <a:avLst/>
                    <a:gdLst>
                      <a:gd name="T0" fmla="*/ 1 w 33"/>
                      <a:gd name="T1" fmla="*/ 0 h 21"/>
                      <a:gd name="T2" fmla="*/ 3 w 33"/>
                      <a:gd name="T3" fmla="*/ 2 h 21"/>
                      <a:gd name="T4" fmla="*/ 6 w 33"/>
                      <a:gd name="T5" fmla="*/ 5 h 21"/>
                      <a:gd name="T6" fmla="*/ 12 w 33"/>
                      <a:gd name="T7" fmla="*/ 8 h 21"/>
                      <a:gd name="T8" fmla="*/ 18 w 33"/>
                      <a:gd name="T9" fmla="*/ 11 h 21"/>
                      <a:gd name="T10" fmla="*/ 25 w 33"/>
                      <a:gd name="T11" fmla="*/ 13 h 21"/>
                      <a:gd name="T12" fmla="*/ 32 w 33"/>
                      <a:gd name="T13" fmla="*/ 14 h 21"/>
                      <a:gd name="T14" fmla="*/ 29 w 33"/>
                      <a:gd name="T15" fmla="*/ 18 h 21"/>
                      <a:gd name="T16" fmla="*/ 21 w 33"/>
                      <a:gd name="T17" fmla="*/ 17 h 21"/>
                      <a:gd name="T18" fmla="*/ 12 w 33"/>
                      <a:gd name="T19" fmla="*/ 17 h 21"/>
                      <a:gd name="T20" fmla="*/ 6 w 33"/>
                      <a:gd name="T21" fmla="*/ 20 h 21"/>
                      <a:gd name="T22" fmla="*/ 8 w 33"/>
                      <a:gd name="T23" fmla="*/ 18 h 21"/>
                      <a:gd name="T24" fmla="*/ 7 w 33"/>
                      <a:gd name="T25" fmla="*/ 15 h 21"/>
                      <a:gd name="T26" fmla="*/ 5 w 33"/>
                      <a:gd name="T27" fmla="*/ 12 h 21"/>
                      <a:gd name="T28" fmla="*/ 3 w 33"/>
                      <a:gd name="T29" fmla="*/ 10 h 21"/>
                      <a:gd name="T30" fmla="*/ 0 w 33"/>
                      <a:gd name="T31" fmla="*/ 6 h 21"/>
                      <a:gd name="T32" fmla="*/ 0 w 33"/>
                      <a:gd name="T33" fmla="*/ 3 h 21"/>
                      <a:gd name="T34" fmla="*/ 1 w 33"/>
                      <a:gd name="T35" fmla="*/ 0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3" h="21">
                        <a:moveTo>
                          <a:pt x="1" y="0"/>
                        </a:moveTo>
                        <a:lnTo>
                          <a:pt x="3" y="2"/>
                        </a:lnTo>
                        <a:lnTo>
                          <a:pt x="6" y="5"/>
                        </a:lnTo>
                        <a:lnTo>
                          <a:pt x="12" y="8"/>
                        </a:lnTo>
                        <a:lnTo>
                          <a:pt x="18" y="11"/>
                        </a:lnTo>
                        <a:lnTo>
                          <a:pt x="25" y="13"/>
                        </a:lnTo>
                        <a:lnTo>
                          <a:pt x="32" y="14"/>
                        </a:lnTo>
                        <a:lnTo>
                          <a:pt x="29" y="18"/>
                        </a:lnTo>
                        <a:lnTo>
                          <a:pt x="21" y="17"/>
                        </a:lnTo>
                        <a:lnTo>
                          <a:pt x="12" y="17"/>
                        </a:lnTo>
                        <a:lnTo>
                          <a:pt x="6" y="20"/>
                        </a:lnTo>
                        <a:lnTo>
                          <a:pt x="8" y="18"/>
                        </a:lnTo>
                        <a:lnTo>
                          <a:pt x="7" y="15"/>
                        </a:lnTo>
                        <a:lnTo>
                          <a:pt x="5" y="12"/>
                        </a:lnTo>
                        <a:lnTo>
                          <a:pt x="3" y="10"/>
                        </a:lnTo>
                        <a:lnTo>
                          <a:pt x="0" y="6"/>
                        </a:lnTo>
                        <a:lnTo>
                          <a:pt x="0" y="3"/>
                        </a:lnTo>
                        <a:lnTo>
                          <a:pt x="1" y="0"/>
                        </a:lnTo>
                      </a:path>
                    </a:pathLst>
                  </a:custGeom>
                  <a:solidFill>
                    <a:srgbClr val="FFA04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9684" name="Freeform 244">
                    <a:extLst>
                      <a:ext uri="{FF2B5EF4-FFF2-40B4-BE49-F238E27FC236}">
                        <a16:creationId xmlns:a16="http://schemas.microsoft.com/office/drawing/2014/main" id="{1948DA90-57F9-42AB-986E-ADE95E32D526}"/>
                      </a:ext>
                    </a:extLst>
                  </p:cNvPr>
                  <p:cNvSpPr>
                    <a:spLocks/>
                  </p:cNvSpPr>
                  <p:nvPr/>
                </p:nvSpPr>
                <p:spPr bwMode="auto">
                  <a:xfrm>
                    <a:off x="2393" y="1835"/>
                    <a:ext cx="41" cy="18"/>
                  </a:xfrm>
                  <a:custGeom>
                    <a:avLst/>
                    <a:gdLst>
                      <a:gd name="T0" fmla="*/ 0 w 41"/>
                      <a:gd name="T1" fmla="*/ 1 h 18"/>
                      <a:gd name="T2" fmla="*/ 1 w 41"/>
                      <a:gd name="T3" fmla="*/ 0 h 18"/>
                      <a:gd name="T4" fmla="*/ 2 w 41"/>
                      <a:gd name="T5" fmla="*/ 1 h 18"/>
                      <a:gd name="T6" fmla="*/ 5 w 41"/>
                      <a:gd name="T7" fmla="*/ 3 h 18"/>
                      <a:gd name="T8" fmla="*/ 11 w 41"/>
                      <a:gd name="T9" fmla="*/ 4 h 18"/>
                      <a:gd name="T10" fmla="*/ 17 w 41"/>
                      <a:gd name="T11" fmla="*/ 6 h 18"/>
                      <a:gd name="T12" fmla="*/ 26 w 41"/>
                      <a:gd name="T13" fmla="*/ 7 h 18"/>
                      <a:gd name="T14" fmla="*/ 36 w 41"/>
                      <a:gd name="T15" fmla="*/ 9 h 18"/>
                      <a:gd name="T16" fmla="*/ 40 w 41"/>
                      <a:gd name="T17" fmla="*/ 16 h 18"/>
                      <a:gd name="T18" fmla="*/ 28 w 41"/>
                      <a:gd name="T19" fmla="*/ 14 h 18"/>
                      <a:gd name="T20" fmla="*/ 19 w 41"/>
                      <a:gd name="T21" fmla="*/ 13 h 18"/>
                      <a:gd name="T22" fmla="*/ 12 w 41"/>
                      <a:gd name="T23" fmla="*/ 14 h 18"/>
                      <a:gd name="T24" fmla="*/ 6 w 41"/>
                      <a:gd name="T25" fmla="*/ 17 h 18"/>
                      <a:gd name="T26" fmla="*/ 6 w 41"/>
                      <a:gd name="T27" fmla="*/ 15 h 18"/>
                      <a:gd name="T28" fmla="*/ 6 w 41"/>
                      <a:gd name="T29" fmla="*/ 12 h 18"/>
                      <a:gd name="T30" fmla="*/ 5 w 41"/>
                      <a:gd name="T31" fmla="*/ 10 h 18"/>
                      <a:gd name="T32" fmla="*/ 2 w 41"/>
                      <a:gd name="T33" fmla="*/ 7 h 18"/>
                      <a:gd name="T34" fmla="*/ 0 w 41"/>
                      <a:gd name="T35" fmla="*/ 4 h 18"/>
                      <a:gd name="T36" fmla="*/ 0 w 41"/>
                      <a:gd name="T37" fmla="*/ 1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1" h="18">
                        <a:moveTo>
                          <a:pt x="0" y="1"/>
                        </a:moveTo>
                        <a:lnTo>
                          <a:pt x="1" y="0"/>
                        </a:lnTo>
                        <a:lnTo>
                          <a:pt x="2" y="1"/>
                        </a:lnTo>
                        <a:lnTo>
                          <a:pt x="5" y="3"/>
                        </a:lnTo>
                        <a:lnTo>
                          <a:pt x="11" y="4"/>
                        </a:lnTo>
                        <a:lnTo>
                          <a:pt x="17" y="6"/>
                        </a:lnTo>
                        <a:lnTo>
                          <a:pt x="26" y="7"/>
                        </a:lnTo>
                        <a:lnTo>
                          <a:pt x="36" y="9"/>
                        </a:lnTo>
                        <a:lnTo>
                          <a:pt x="40" y="16"/>
                        </a:lnTo>
                        <a:lnTo>
                          <a:pt x="28" y="14"/>
                        </a:lnTo>
                        <a:lnTo>
                          <a:pt x="19" y="13"/>
                        </a:lnTo>
                        <a:lnTo>
                          <a:pt x="12" y="14"/>
                        </a:lnTo>
                        <a:lnTo>
                          <a:pt x="6" y="17"/>
                        </a:lnTo>
                        <a:lnTo>
                          <a:pt x="6" y="15"/>
                        </a:lnTo>
                        <a:lnTo>
                          <a:pt x="6" y="12"/>
                        </a:lnTo>
                        <a:lnTo>
                          <a:pt x="5" y="10"/>
                        </a:lnTo>
                        <a:lnTo>
                          <a:pt x="2" y="7"/>
                        </a:lnTo>
                        <a:lnTo>
                          <a:pt x="0" y="4"/>
                        </a:lnTo>
                        <a:lnTo>
                          <a:pt x="0" y="1"/>
                        </a:lnTo>
                      </a:path>
                    </a:pathLst>
                  </a:custGeom>
                  <a:solidFill>
                    <a:srgbClr val="FFA04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9685" name="Freeform 245">
                    <a:extLst>
                      <a:ext uri="{FF2B5EF4-FFF2-40B4-BE49-F238E27FC236}">
                        <a16:creationId xmlns:a16="http://schemas.microsoft.com/office/drawing/2014/main" id="{76F59E91-1960-4821-AF4B-5715D7831539}"/>
                      </a:ext>
                    </a:extLst>
                  </p:cNvPr>
                  <p:cNvSpPr>
                    <a:spLocks/>
                  </p:cNvSpPr>
                  <p:nvPr/>
                </p:nvSpPr>
                <p:spPr bwMode="auto">
                  <a:xfrm>
                    <a:off x="2390" y="1856"/>
                    <a:ext cx="49" cy="23"/>
                  </a:xfrm>
                  <a:custGeom>
                    <a:avLst/>
                    <a:gdLst>
                      <a:gd name="T0" fmla="*/ 0 w 49"/>
                      <a:gd name="T1" fmla="*/ 3 h 23"/>
                      <a:gd name="T2" fmla="*/ 3 w 49"/>
                      <a:gd name="T3" fmla="*/ 0 h 23"/>
                      <a:gd name="T4" fmla="*/ 5 w 49"/>
                      <a:gd name="T5" fmla="*/ 3 h 23"/>
                      <a:gd name="T6" fmla="*/ 9 w 49"/>
                      <a:gd name="T7" fmla="*/ 5 h 23"/>
                      <a:gd name="T8" fmla="*/ 12 w 49"/>
                      <a:gd name="T9" fmla="*/ 7 h 23"/>
                      <a:gd name="T10" fmla="*/ 19 w 49"/>
                      <a:gd name="T11" fmla="*/ 9 h 23"/>
                      <a:gd name="T12" fmla="*/ 26 w 49"/>
                      <a:gd name="T13" fmla="*/ 10 h 23"/>
                      <a:gd name="T14" fmla="*/ 34 w 49"/>
                      <a:gd name="T15" fmla="*/ 12 h 23"/>
                      <a:gd name="T16" fmla="*/ 45 w 49"/>
                      <a:gd name="T17" fmla="*/ 15 h 23"/>
                      <a:gd name="T18" fmla="*/ 48 w 49"/>
                      <a:gd name="T19" fmla="*/ 22 h 23"/>
                      <a:gd name="T20" fmla="*/ 36 w 49"/>
                      <a:gd name="T21" fmla="*/ 18 h 23"/>
                      <a:gd name="T22" fmla="*/ 28 w 49"/>
                      <a:gd name="T23" fmla="*/ 16 h 23"/>
                      <a:gd name="T24" fmla="*/ 21 w 49"/>
                      <a:gd name="T25" fmla="*/ 15 h 23"/>
                      <a:gd name="T26" fmla="*/ 16 w 49"/>
                      <a:gd name="T27" fmla="*/ 15 h 23"/>
                      <a:gd name="T28" fmla="*/ 13 w 49"/>
                      <a:gd name="T29" fmla="*/ 16 h 23"/>
                      <a:gd name="T30" fmla="*/ 10 w 49"/>
                      <a:gd name="T31" fmla="*/ 19 h 23"/>
                      <a:gd name="T32" fmla="*/ 9 w 49"/>
                      <a:gd name="T33" fmla="*/ 16 h 23"/>
                      <a:gd name="T34" fmla="*/ 5 w 49"/>
                      <a:gd name="T35" fmla="*/ 12 h 23"/>
                      <a:gd name="T36" fmla="*/ 3 w 49"/>
                      <a:gd name="T37" fmla="*/ 9 h 23"/>
                      <a:gd name="T38" fmla="*/ 0 w 49"/>
                      <a:gd name="T39" fmla="*/ 6 h 23"/>
                      <a:gd name="T40" fmla="*/ 0 w 49"/>
                      <a:gd name="T41" fmla="*/ 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23">
                        <a:moveTo>
                          <a:pt x="0" y="3"/>
                        </a:moveTo>
                        <a:lnTo>
                          <a:pt x="3" y="0"/>
                        </a:lnTo>
                        <a:lnTo>
                          <a:pt x="5" y="3"/>
                        </a:lnTo>
                        <a:lnTo>
                          <a:pt x="9" y="5"/>
                        </a:lnTo>
                        <a:lnTo>
                          <a:pt x="12" y="7"/>
                        </a:lnTo>
                        <a:lnTo>
                          <a:pt x="19" y="9"/>
                        </a:lnTo>
                        <a:lnTo>
                          <a:pt x="26" y="10"/>
                        </a:lnTo>
                        <a:lnTo>
                          <a:pt x="34" y="12"/>
                        </a:lnTo>
                        <a:lnTo>
                          <a:pt x="45" y="15"/>
                        </a:lnTo>
                        <a:lnTo>
                          <a:pt x="48" y="22"/>
                        </a:lnTo>
                        <a:lnTo>
                          <a:pt x="36" y="18"/>
                        </a:lnTo>
                        <a:lnTo>
                          <a:pt x="28" y="16"/>
                        </a:lnTo>
                        <a:lnTo>
                          <a:pt x="21" y="15"/>
                        </a:lnTo>
                        <a:lnTo>
                          <a:pt x="16" y="15"/>
                        </a:lnTo>
                        <a:lnTo>
                          <a:pt x="13" y="16"/>
                        </a:lnTo>
                        <a:lnTo>
                          <a:pt x="10" y="19"/>
                        </a:lnTo>
                        <a:lnTo>
                          <a:pt x="9" y="16"/>
                        </a:lnTo>
                        <a:lnTo>
                          <a:pt x="5" y="12"/>
                        </a:lnTo>
                        <a:lnTo>
                          <a:pt x="3" y="9"/>
                        </a:lnTo>
                        <a:lnTo>
                          <a:pt x="0" y="6"/>
                        </a:lnTo>
                        <a:lnTo>
                          <a:pt x="0" y="3"/>
                        </a:lnTo>
                      </a:path>
                    </a:pathLst>
                  </a:custGeom>
                  <a:solidFill>
                    <a:srgbClr val="FFA04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9686" name="Freeform 246">
                    <a:extLst>
                      <a:ext uri="{FF2B5EF4-FFF2-40B4-BE49-F238E27FC236}">
                        <a16:creationId xmlns:a16="http://schemas.microsoft.com/office/drawing/2014/main" id="{1EE57A88-28CE-461D-8A2B-2628801AB1A7}"/>
                      </a:ext>
                    </a:extLst>
                  </p:cNvPr>
                  <p:cNvSpPr>
                    <a:spLocks/>
                  </p:cNvSpPr>
                  <p:nvPr/>
                </p:nvSpPr>
                <p:spPr bwMode="auto">
                  <a:xfrm>
                    <a:off x="2396" y="1879"/>
                    <a:ext cx="57" cy="49"/>
                  </a:xfrm>
                  <a:custGeom>
                    <a:avLst/>
                    <a:gdLst>
                      <a:gd name="T0" fmla="*/ 0 w 57"/>
                      <a:gd name="T1" fmla="*/ 7 h 49"/>
                      <a:gd name="T2" fmla="*/ 0 w 57"/>
                      <a:gd name="T3" fmla="*/ 4 h 49"/>
                      <a:gd name="T4" fmla="*/ 0 w 57"/>
                      <a:gd name="T5" fmla="*/ 2 h 49"/>
                      <a:gd name="T6" fmla="*/ 2 w 57"/>
                      <a:gd name="T7" fmla="*/ 0 h 49"/>
                      <a:gd name="T8" fmla="*/ 6 w 57"/>
                      <a:gd name="T9" fmla="*/ 3 h 49"/>
                      <a:gd name="T10" fmla="*/ 12 w 57"/>
                      <a:gd name="T11" fmla="*/ 6 h 49"/>
                      <a:gd name="T12" fmla="*/ 19 w 57"/>
                      <a:gd name="T13" fmla="*/ 9 h 49"/>
                      <a:gd name="T14" fmla="*/ 28 w 57"/>
                      <a:gd name="T15" fmla="*/ 11 h 49"/>
                      <a:gd name="T16" fmla="*/ 42 w 57"/>
                      <a:gd name="T17" fmla="*/ 13 h 49"/>
                      <a:gd name="T18" fmla="*/ 44 w 57"/>
                      <a:gd name="T19" fmla="*/ 19 h 49"/>
                      <a:gd name="T20" fmla="*/ 37 w 57"/>
                      <a:gd name="T21" fmla="*/ 17 h 49"/>
                      <a:gd name="T22" fmla="*/ 31 w 57"/>
                      <a:gd name="T23" fmla="*/ 16 h 49"/>
                      <a:gd name="T24" fmla="*/ 27 w 57"/>
                      <a:gd name="T25" fmla="*/ 17 h 49"/>
                      <a:gd name="T26" fmla="*/ 26 w 57"/>
                      <a:gd name="T27" fmla="*/ 19 h 49"/>
                      <a:gd name="T28" fmla="*/ 28 w 57"/>
                      <a:gd name="T29" fmla="*/ 23 h 49"/>
                      <a:gd name="T30" fmla="*/ 31 w 57"/>
                      <a:gd name="T31" fmla="*/ 26 h 49"/>
                      <a:gd name="T32" fmla="*/ 36 w 57"/>
                      <a:gd name="T33" fmla="*/ 31 h 49"/>
                      <a:gd name="T34" fmla="*/ 44 w 57"/>
                      <a:gd name="T35" fmla="*/ 37 h 49"/>
                      <a:gd name="T36" fmla="*/ 56 w 57"/>
                      <a:gd name="T37" fmla="*/ 43 h 49"/>
                      <a:gd name="T38" fmla="*/ 56 w 57"/>
                      <a:gd name="T39" fmla="*/ 48 h 49"/>
                      <a:gd name="T40" fmla="*/ 51 w 57"/>
                      <a:gd name="T41" fmla="*/ 45 h 49"/>
                      <a:gd name="T42" fmla="*/ 44 w 57"/>
                      <a:gd name="T43" fmla="*/ 42 h 49"/>
                      <a:gd name="T44" fmla="*/ 35 w 57"/>
                      <a:gd name="T45" fmla="*/ 37 h 49"/>
                      <a:gd name="T46" fmla="*/ 28 w 57"/>
                      <a:gd name="T47" fmla="*/ 31 h 49"/>
                      <a:gd name="T48" fmla="*/ 21 w 57"/>
                      <a:gd name="T49" fmla="*/ 26 h 49"/>
                      <a:gd name="T50" fmla="*/ 15 w 57"/>
                      <a:gd name="T51" fmla="*/ 21 h 49"/>
                      <a:gd name="T52" fmla="*/ 9 w 57"/>
                      <a:gd name="T53" fmla="*/ 16 h 49"/>
                      <a:gd name="T54" fmla="*/ 3 w 57"/>
                      <a:gd name="T55" fmla="*/ 12 h 49"/>
                      <a:gd name="T56" fmla="*/ 0 w 57"/>
                      <a:gd name="T57" fmla="*/ 7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7" h="49">
                        <a:moveTo>
                          <a:pt x="0" y="7"/>
                        </a:moveTo>
                        <a:lnTo>
                          <a:pt x="0" y="4"/>
                        </a:lnTo>
                        <a:lnTo>
                          <a:pt x="0" y="2"/>
                        </a:lnTo>
                        <a:lnTo>
                          <a:pt x="2" y="0"/>
                        </a:lnTo>
                        <a:lnTo>
                          <a:pt x="6" y="3"/>
                        </a:lnTo>
                        <a:lnTo>
                          <a:pt x="12" y="6"/>
                        </a:lnTo>
                        <a:lnTo>
                          <a:pt x="19" y="9"/>
                        </a:lnTo>
                        <a:lnTo>
                          <a:pt x="28" y="11"/>
                        </a:lnTo>
                        <a:lnTo>
                          <a:pt x="42" y="13"/>
                        </a:lnTo>
                        <a:lnTo>
                          <a:pt x="44" y="19"/>
                        </a:lnTo>
                        <a:lnTo>
                          <a:pt x="37" y="17"/>
                        </a:lnTo>
                        <a:lnTo>
                          <a:pt x="31" y="16"/>
                        </a:lnTo>
                        <a:lnTo>
                          <a:pt x="27" y="17"/>
                        </a:lnTo>
                        <a:lnTo>
                          <a:pt x="26" y="19"/>
                        </a:lnTo>
                        <a:lnTo>
                          <a:pt x="28" y="23"/>
                        </a:lnTo>
                        <a:lnTo>
                          <a:pt x="31" y="26"/>
                        </a:lnTo>
                        <a:lnTo>
                          <a:pt x="36" y="31"/>
                        </a:lnTo>
                        <a:lnTo>
                          <a:pt x="44" y="37"/>
                        </a:lnTo>
                        <a:lnTo>
                          <a:pt x="56" y="43"/>
                        </a:lnTo>
                        <a:lnTo>
                          <a:pt x="56" y="48"/>
                        </a:lnTo>
                        <a:lnTo>
                          <a:pt x="51" y="45"/>
                        </a:lnTo>
                        <a:lnTo>
                          <a:pt x="44" y="42"/>
                        </a:lnTo>
                        <a:lnTo>
                          <a:pt x="35" y="37"/>
                        </a:lnTo>
                        <a:lnTo>
                          <a:pt x="28" y="31"/>
                        </a:lnTo>
                        <a:lnTo>
                          <a:pt x="21" y="26"/>
                        </a:lnTo>
                        <a:lnTo>
                          <a:pt x="15" y="21"/>
                        </a:lnTo>
                        <a:lnTo>
                          <a:pt x="9" y="16"/>
                        </a:lnTo>
                        <a:lnTo>
                          <a:pt x="3" y="12"/>
                        </a:lnTo>
                        <a:lnTo>
                          <a:pt x="0" y="7"/>
                        </a:lnTo>
                      </a:path>
                    </a:pathLst>
                  </a:custGeom>
                  <a:solidFill>
                    <a:srgbClr val="FFA04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9687" name="Freeform 247">
                    <a:extLst>
                      <a:ext uri="{FF2B5EF4-FFF2-40B4-BE49-F238E27FC236}">
                        <a16:creationId xmlns:a16="http://schemas.microsoft.com/office/drawing/2014/main" id="{40044B8E-2C77-4094-958E-E4DB8C76963F}"/>
                      </a:ext>
                    </a:extLst>
                  </p:cNvPr>
                  <p:cNvSpPr>
                    <a:spLocks/>
                  </p:cNvSpPr>
                  <p:nvPr/>
                </p:nvSpPr>
                <p:spPr bwMode="auto">
                  <a:xfrm>
                    <a:off x="2397" y="1794"/>
                    <a:ext cx="24" cy="18"/>
                  </a:xfrm>
                  <a:custGeom>
                    <a:avLst/>
                    <a:gdLst>
                      <a:gd name="T0" fmla="*/ 0 w 24"/>
                      <a:gd name="T1" fmla="*/ 0 h 18"/>
                      <a:gd name="T2" fmla="*/ 2 w 24"/>
                      <a:gd name="T3" fmla="*/ 2 h 18"/>
                      <a:gd name="T4" fmla="*/ 6 w 24"/>
                      <a:gd name="T5" fmla="*/ 5 h 18"/>
                      <a:gd name="T6" fmla="*/ 11 w 24"/>
                      <a:gd name="T7" fmla="*/ 7 h 18"/>
                      <a:gd name="T8" fmla="*/ 15 w 24"/>
                      <a:gd name="T9" fmla="*/ 11 h 18"/>
                      <a:gd name="T10" fmla="*/ 20 w 24"/>
                      <a:gd name="T11" fmla="*/ 13 h 18"/>
                      <a:gd name="T12" fmla="*/ 23 w 24"/>
                      <a:gd name="T13" fmla="*/ 15 h 18"/>
                      <a:gd name="T14" fmla="*/ 17 w 24"/>
                      <a:gd name="T15" fmla="*/ 17 h 18"/>
                      <a:gd name="T16" fmla="*/ 11 w 24"/>
                      <a:gd name="T17" fmla="*/ 15 h 18"/>
                      <a:gd name="T18" fmla="*/ 4 w 24"/>
                      <a:gd name="T19" fmla="*/ 13 h 18"/>
                      <a:gd name="T20" fmla="*/ 0 w 24"/>
                      <a:gd name="T21" fmla="*/ 10 h 18"/>
                      <a:gd name="T22" fmla="*/ 0 w 24"/>
                      <a:gd name="T23" fmla="*/ 7 h 18"/>
                      <a:gd name="T24" fmla="*/ 0 w 24"/>
                      <a:gd name="T25" fmla="*/ 3 h 18"/>
                      <a:gd name="T26" fmla="*/ 0 w 24"/>
                      <a:gd name="T27"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4" h="18">
                        <a:moveTo>
                          <a:pt x="0" y="0"/>
                        </a:moveTo>
                        <a:lnTo>
                          <a:pt x="2" y="2"/>
                        </a:lnTo>
                        <a:lnTo>
                          <a:pt x="6" y="5"/>
                        </a:lnTo>
                        <a:lnTo>
                          <a:pt x="11" y="7"/>
                        </a:lnTo>
                        <a:lnTo>
                          <a:pt x="15" y="11"/>
                        </a:lnTo>
                        <a:lnTo>
                          <a:pt x="20" y="13"/>
                        </a:lnTo>
                        <a:lnTo>
                          <a:pt x="23" y="15"/>
                        </a:lnTo>
                        <a:lnTo>
                          <a:pt x="17" y="17"/>
                        </a:lnTo>
                        <a:lnTo>
                          <a:pt x="11" y="15"/>
                        </a:lnTo>
                        <a:lnTo>
                          <a:pt x="4" y="13"/>
                        </a:lnTo>
                        <a:lnTo>
                          <a:pt x="0" y="10"/>
                        </a:lnTo>
                        <a:lnTo>
                          <a:pt x="0" y="7"/>
                        </a:lnTo>
                        <a:lnTo>
                          <a:pt x="0" y="3"/>
                        </a:lnTo>
                        <a:lnTo>
                          <a:pt x="0" y="0"/>
                        </a:lnTo>
                      </a:path>
                    </a:pathLst>
                  </a:custGeom>
                  <a:solidFill>
                    <a:srgbClr val="FFA04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9688" name="Freeform 248">
                    <a:extLst>
                      <a:ext uri="{FF2B5EF4-FFF2-40B4-BE49-F238E27FC236}">
                        <a16:creationId xmlns:a16="http://schemas.microsoft.com/office/drawing/2014/main" id="{8C9AA0F9-F702-44A8-8387-9BF715D25213}"/>
                      </a:ext>
                    </a:extLst>
                  </p:cNvPr>
                  <p:cNvSpPr>
                    <a:spLocks/>
                  </p:cNvSpPr>
                  <p:nvPr/>
                </p:nvSpPr>
                <p:spPr bwMode="auto">
                  <a:xfrm>
                    <a:off x="2439" y="1790"/>
                    <a:ext cx="198" cy="145"/>
                  </a:xfrm>
                  <a:custGeom>
                    <a:avLst/>
                    <a:gdLst>
                      <a:gd name="T0" fmla="*/ 93 w 198"/>
                      <a:gd name="T1" fmla="*/ 33 h 145"/>
                      <a:gd name="T2" fmla="*/ 78 w 198"/>
                      <a:gd name="T3" fmla="*/ 37 h 145"/>
                      <a:gd name="T4" fmla="*/ 47 w 198"/>
                      <a:gd name="T5" fmla="*/ 41 h 145"/>
                      <a:gd name="T6" fmla="*/ 0 w 198"/>
                      <a:gd name="T7" fmla="*/ 43 h 145"/>
                      <a:gd name="T8" fmla="*/ 55 w 198"/>
                      <a:gd name="T9" fmla="*/ 50 h 145"/>
                      <a:gd name="T10" fmla="*/ 116 w 198"/>
                      <a:gd name="T11" fmla="*/ 47 h 145"/>
                      <a:gd name="T12" fmla="*/ 160 w 198"/>
                      <a:gd name="T13" fmla="*/ 37 h 145"/>
                      <a:gd name="T14" fmla="*/ 174 w 198"/>
                      <a:gd name="T15" fmla="*/ 35 h 145"/>
                      <a:gd name="T16" fmla="*/ 168 w 198"/>
                      <a:gd name="T17" fmla="*/ 43 h 145"/>
                      <a:gd name="T18" fmla="*/ 137 w 198"/>
                      <a:gd name="T19" fmla="*/ 55 h 145"/>
                      <a:gd name="T20" fmla="*/ 81 w 198"/>
                      <a:gd name="T21" fmla="*/ 64 h 145"/>
                      <a:gd name="T22" fmla="*/ 47 w 198"/>
                      <a:gd name="T23" fmla="*/ 73 h 145"/>
                      <a:gd name="T24" fmla="*/ 110 w 198"/>
                      <a:gd name="T25" fmla="*/ 72 h 145"/>
                      <a:gd name="T26" fmla="*/ 152 w 198"/>
                      <a:gd name="T27" fmla="*/ 64 h 145"/>
                      <a:gd name="T28" fmla="*/ 177 w 198"/>
                      <a:gd name="T29" fmla="*/ 57 h 145"/>
                      <a:gd name="T30" fmla="*/ 177 w 198"/>
                      <a:gd name="T31" fmla="*/ 62 h 145"/>
                      <a:gd name="T32" fmla="*/ 156 w 198"/>
                      <a:gd name="T33" fmla="*/ 73 h 145"/>
                      <a:gd name="T34" fmla="*/ 118 w 198"/>
                      <a:gd name="T35" fmla="*/ 85 h 145"/>
                      <a:gd name="T36" fmla="*/ 64 w 198"/>
                      <a:gd name="T37" fmla="*/ 92 h 145"/>
                      <a:gd name="T38" fmla="*/ 82 w 198"/>
                      <a:gd name="T39" fmla="*/ 97 h 145"/>
                      <a:gd name="T40" fmla="*/ 129 w 198"/>
                      <a:gd name="T41" fmla="*/ 95 h 145"/>
                      <a:gd name="T42" fmla="*/ 169 w 198"/>
                      <a:gd name="T43" fmla="*/ 86 h 145"/>
                      <a:gd name="T44" fmla="*/ 172 w 198"/>
                      <a:gd name="T45" fmla="*/ 89 h 145"/>
                      <a:gd name="T46" fmla="*/ 161 w 198"/>
                      <a:gd name="T47" fmla="*/ 98 h 145"/>
                      <a:gd name="T48" fmla="*/ 131 w 198"/>
                      <a:gd name="T49" fmla="*/ 108 h 145"/>
                      <a:gd name="T50" fmla="*/ 97 w 198"/>
                      <a:gd name="T51" fmla="*/ 113 h 145"/>
                      <a:gd name="T52" fmla="*/ 44 w 198"/>
                      <a:gd name="T53" fmla="*/ 113 h 145"/>
                      <a:gd name="T54" fmla="*/ 81 w 198"/>
                      <a:gd name="T55" fmla="*/ 120 h 145"/>
                      <a:gd name="T56" fmla="*/ 114 w 198"/>
                      <a:gd name="T57" fmla="*/ 121 h 145"/>
                      <a:gd name="T58" fmla="*/ 145 w 198"/>
                      <a:gd name="T59" fmla="*/ 117 h 145"/>
                      <a:gd name="T60" fmla="*/ 158 w 198"/>
                      <a:gd name="T61" fmla="*/ 117 h 145"/>
                      <a:gd name="T62" fmla="*/ 150 w 198"/>
                      <a:gd name="T63" fmla="*/ 124 h 145"/>
                      <a:gd name="T64" fmla="*/ 133 w 198"/>
                      <a:gd name="T65" fmla="*/ 129 h 145"/>
                      <a:gd name="T66" fmla="*/ 68 w 198"/>
                      <a:gd name="T67" fmla="*/ 135 h 145"/>
                      <a:gd name="T68" fmla="*/ 122 w 198"/>
                      <a:gd name="T69" fmla="*/ 138 h 145"/>
                      <a:gd name="T70" fmla="*/ 125 w 198"/>
                      <a:gd name="T71" fmla="*/ 143 h 145"/>
                      <a:gd name="T72" fmla="*/ 145 w 198"/>
                      <a:gd name="T73" fmla="*/ 138 h 145"/>
                      <a:gd name="T74" fmla="*/ 160 w 198"/>
                      <a:gd name="T75" fmla="*/ 129 h 145"/>
                      <a:gd name="T76" fmla="*/ 190 w 198"/>
                      <a:gd name="T77" fmla="*/ 94 h 145"/>
                      <a:gd name="T78" fmla="*/ 192 w 198"/>
                      <a:gd name="T79" fmla="*/ 87 h 145"/>
                      <a:gd name="T80" fmla="*/ 187 w 198"/>
                      <a:gd name="T81" fmla="*/ 80 h 145"/>
                      <a:gd name="T82" fmla="*/ 191 w 198"/>
                      <a:gd name="T83" fmla="*/ 73 h 145"/>
                      <a:gd name="T84" fmla="*/ 197 w 198"/>
                      <a:gd name="T85" fmla="*/ 67 h 145"/>
                      <a:gd name="T86" fmla="*/ 193 w 198"/>
                      <a:gd name="T87" fmla="*/ 59 h 145"/>
                      <a:gd name="T88" fmla="*/ 189 w 198"/>
                      <a:gd name="T89" fmla="*/ 53 h 145"/>
                      <a:gd name="T90" fmla="*/ 194 w 198"/>
                      <a:gd name="T91" fmla="*/ 46 h 145"/>
                      <a:gd name="T92" fmla="*/ 194 w 198"/>
                      <a:gd name="T93" fmla="*/ 37 h 145"/>
                      <a:gd name="T94" fmla="*/ 189 w 198"/>
                      <a:gd name="T95" fmla="*/ 30 h 145"/>
                      <a:gd name="T96" fmla="*/ 193 w 198"/>
                      <a:gd name="T97" fmla="*/ 23 h 145"/>
                      <a:gd name="T98" fmla="*/ 197 w 198"/>
                      <a:gd name="T99" fmla="*/ 16 h 145"/>
                      <a:gd name="T100" fmla="*/ 192 w 198"/>
                      <a:gd name="T101" fmla="*/ 10 h 145"/>
                      <a:gd name="T102" fmla="*/ 170 w 198"/>
                      <a:gd name="T103" fmla="*/ 10 h 145"/>
                      <a:gd name="T104" fmla="*/ 127 w 198"/>
                      <a:gd name="T105" fmla="*/ 22 h 145"/>
                      <a:gd name="T106" fmla="*/ 79 w 198"/>
                      <a:gd name="T107" fmla="*/ 28 h 1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98" h="145">
                        <a:moveTo>
                          <a:pt x="79" y="28"/>
                        </a:moveTo>
                        <a:lnTo>
                          <a:pt x="50" y="29"/>
                        </a:lnTo>
                        <a:lnTo>
                          <a:pt x="93" y="33"/>
                        </a:lnTo>
                        <a:lnTo>
                          <a:pt x="91" y="34"/>
                        </a:lnTo>
                        <a:lnTo>
                          <a:pt x="85" y="36"/>
                        </a:lnTo>
                        <a:lnTo>
                          <a:pt x="78" y="37"/>
                        </a:lnTo>
                        <a:lnTo>
                          <a:pt x="69" y="39"/>
                        </a:lnTo>
                        <a:lnTo>
                          <a:pt x="59" y="41"/>
                        </a:lnTo>
                        <a:lnTo>
                          <a:pt x="47" y="41"/>
                        </a:lnTo>
                        <a:lnTo>
                          <a:pt x="32" y="43"/>
                        </a:lnTo>
                        <a:lnTo>
                          <a:pt x="16" y="43"/>
                        </a:lnTo>
                        <a:lnTo>
                          <a:pt x="0" y="43"/>
                        </a:lnTo>
                        <a:lnTo>
                          <a:pt x="25" y="48"/>
                        </a:lnTo>
                        <a:lnTo>
                          <a:pt x="41" y="50"/>
                        </a:lnTo>
                        <a:lnTo>
                          <a:pt x="55" y="50"/>
                        </a:lnTo>
                        <a:lnTo>
                          <a:pt x="72" y="50"/>
                        </a:lnTo>
                        <a:lnTo>
                          <a:pt x="96" y="49"/>
                        </a:lnTo>
                        <a:lnTo>
                          <a:pt x="116" y="47"/>
                        </a:lnTo>
                        <a:lnTo>
                          <a:pt x="134" y="43"/>
                        </a:lnTo>
                        <a:lnTo>
                          <a:pt x="152" y="39"/>
                        </a:lnTo>
                        <a:lnTo>
                          <a:pt x="160" y="37"/>
                        </a:lnTo>
                        <a:lnTo>
                          <a:pt x="168" y="35"/>
                        </a:lnTo>
                        <a:lnTo>
                          <a:pt x="172" y="34"/>
                        </a:lnTo>
                        <a:lnTo>
                          <a:pt x="174" y="35"/>
                        </a:lnTo>
                        <a:lnTo>
                          <a:pt x="174" y="37"/>
                        </a:lnTo>
                        <a:lnTo>
                          <a:pt x="172" y="40"/>
                        </a:lnTo>
                        <a:lnTo>
                          <a:pt x="168" y="43"/>
                        </a:lnTo>
                        <a:lnTo>
                          <a:pt x="160" y="47"/>
                        </a:lnTo>
                        <a:lnTo>
                          <a:pt x="150" y="50"/>
                        </a:lnTo>
                        <a:lnTo>
                          <a:pt x="137" y="55"/>
                        </a:lnTo>
                        <a:lnTo>
                          <a:pt x="120" y="58"/>
                        </a:lnTo>
                        <a:lnTo>
                          <a:pt x="101" y="62"/>
                        </a:lnTo>
                        <a:lnTo>
                          <a:pt x="81" y="64"/>
                        </a:lnTo>
                        <a:lnTo>
                          <a:pt x="61" y="66"/>
                        </a:lnTo>
                        <a:lnTo>
                          <a:pt x="25" y="69"/>
                        </a:lnTo>
                        <a:lnTo>
                          <a:pt x="47" y="73"/>
                        </a:lnTo>
                        <a:lnTo>
                          <a:pt x="65" y="75"/>
                        </a:lnTo>
                        <a:lnTo>
                          <a:pt x="87" y="74"/>
                        </a:lnTo>
                        <a:lnTo>
                          <a:pt x="110" y="72"/>
                        </a:lnTo>
                        <a:lnTo>
                          <a:pt x="127" y="69"/>
                        </a:lnTo>
                        <a:lnTo>
                          <a:pt x="141" y="66"/>
                        </a:lnTo>
                        <a:lnTo>
                          <a:pt x="152" y="64"/>
                        </a:lnTo>
                        <a:lnTo>
                          <a:pt x="164" y="61"/>
                        </a:lnTo>
                        <a:lnTo>
                          <a:pt x="173" y="58"/>
                        </a:lnTo>
                        <a:lnTo>
                          <a:pt x="177" y="57"/>
                        </a:lnTo>
                        <a:lnTo>
                          <a:pt x="179" y="57"/>
                        </a:lnTo>
                        <a:lnTo>
                          <a:pt x="179" y="59"/>
                        </a:lnTo>
                        <a:lnTo>
                          <a:pt x="177" y="62"/>
                        </a:lnTo>
                        <a:lnTo>
                          <a:pt x="174" y="65"/>
                        </a:lnTo>
                        <a:lnTo>
                          <a:pt x="166" y="70"/>
                        </a:lnTo>
                        <a:lnTo>
                          <a:pt x="156" y="73"/>
                        </a:lnTo>
                        <a:lnTo>
                          <a:pt x="147" y="77"/>
                        </a:lnTo>
                        <a:lnTo>
                          <a:pt x="133" y="81"/>
                        </a:lnTo>
                        <a:lnTo>
                          <a:pt x="118" y="85"/>
                        </a:lnTo>
                        <a:lnTo>
                          <a:pt x="95" y="88"/>
                        </a:lnTo>
                        <a:lnTo>
                          <a:pt x="79" y="91"/>
                        </a:lnTo>
                        <a:lnTo>
                          <a:pt x="64" y="92"/>
                        </a:lnTo>
                        <a:lnTo>
                          <a:pt x="41" y="93"/>
                        </a:lnTo>
                        <a:lnTo>
                          <a:pt x="64" y="96"/>
                        </a:lnTo>
                        <a:lnTo>
                          <a:pt x="82" y="97"/>
                        </a:lnTo>
                        <a:lnTo>
                          <a:pt x="97" y="97"/>
                        </a:lnTo>
                        <a:lnTo>
                          <a:pt x="113" y="97"/>
                        </a:lnTo>
                        <a:lnTo>
                          <a:pt x="129" y="95"/>
                        </a:lnTo>
                        <a:lnTo>
                          <a:pt x="142" y="93"/>
                        </a:lnTo>
                        <a:lnTo>
                          <a:pt x="152" y="90"/>
                        </a:lnTo>
                        <a:lnTo>
                          <a:pt x="169" y="86"/>
                        </a:lnTo>
                        <a:lnTo>
                          <a:pt x="171" y="86"/>
                        </a:lnTo>
                        <a:lnTo>
                          <a:pt x="173" y="86"/>
                        </a:lnTo>
                        <a:lnTo>
                          <a:pt x="172" y="89"/>
                        </a:lnTo>
                        <a:lnTo>
                          <a:pt x="170" y="92"/>
                        </a:lnTo>
                        <a:lnTo>
                          <a:pt x="166" y="95"/>
                        </a:lnTo>
                        <a:lnTo>
                          <a:pt x="161" y="98"/>
                        </a:lnTo>
                        <a:lnTo>
                          <a:pt x="151" y="102"/>
                        </a:lnTo>
                        <a:lnTo>
                          <a:pt x="141" y="106"/>
                        </a:lnTo>
                        <a:lnTo>
                          <a:pt x="131" y="108"/>
                        </a:lnTo>
                        <a:lnTo>
                          <a:pt x="120" y="110"/>
                        </a:lnTo>
                        <a:lnTo>
                          <a:pt x="110" y="112"/>
                        </a:lnTo>
                        <a:lnTo>
                          <a:pt x="97" y="113"/>
                        </a:lnTo>
                        <a:lnTo>
                          <a:pt x="82" y="113"/>
                        </a:lnTo>
                        <a:lnTo>
                          <a:pt x="67" y="113"/>
                        </a:lnTo>
                        <a:lnTo>
                          <a:pt x="44" y="113"/>
                        </a:lnTo>
                        <a:lnTo>
                          <a:pt x="56" y="117"/>
                        </a:lnTo>
                        <a:lnTo>
                          <a:pt x="68" y="119"/>
                        </a:lnTo>
                        <a:lnTo>
                          <a:pt x="81" y="120"/>
                        </a:lnTo>
                        <a:lnTo>
                          <a:pt x="92" y="121"/>
                        </a:lnTo>
                        <a:lnTo>
                          <a:pt x="103" y="121"/>
                        </a:lnTo>
                        <a:lnTo>
                          <a:pt x="114" y="121"/>
                        </a:lnTo>
                        <a:lnTo>
                          <a:pt x="124" y="120"/>
                        </a:lnTo>
                        <a:lnTo>
                          <a:pt x="133" y="119"/>
                        </a:lnTo>
                        <a:lnTo>
                          <a:pt x="145" y="117"/>
                        </a:lnTo>
                        <a:lnTo>
                          <a:pt x="154" y="115"/>
                        </a:lnTo>
                        <a:lnTo>
                          <a:pt x="158" y="115"/>
                        </a:lnTo>
                        <a:lnTo>
                          <a:pt x="158" y="117"/>
                        </a:lnTo>
                        <a:lnTo>
                          <a:pt x="157" y="119"/>
                        </a:lnTo>
                        <a:lnTo>
                          <a:pt x="154" y="122"/>
                        </a:lnTo>
                        <a:lnTo>
                          <a:pt x="150" y="124"/>
                        </a:lnTo>
                        <a:lnTo>
                          <a:pt x="146" y="126"/>
                        </a:lnTo>
                        <a:lnTo>
                          <a:pt x="141" y="128"/>
                        </a:lnTo>
                        <a:lnTo>
                          <a:pt x="133" y="129"/>
                        </a:lnTo>
                        <a:lnTo>
                          <a:pt x="116" y="131"/>
                        </a:lnTo>
                        <a:lnTo>
                          <a:pt x="100" y="133"/>
                        </a:lnTo>
                        <a:lnTo>
                          <a:pt x="68" y="135"/>
                        </a:lnTo>
                        <a:lnTo>
                          <a:pt x="109" y="136"/>
                        </a:lnTo>
                        <a:lnTo>
                          <a:pt x="118" y="136"/>
                        </a:lnTo>
                        <a:lnTo>
                          <a:pt x="122" y="138"/>
                        </a:lnTo>
                        <a:lnTo>
                          <a:pt x="123" y="139"/>
                        </a:lnTo>
                        <a:lnTo>
                          <a:pt x="123" y="142"/>
                        </a:lnTo>
                        <a:lnTo>
                          <a:pt x="125" y="143"/>
                        </a:lnTo>
                        <a:lnTo>
                          <a:pt x="130" y="144"/>
                        </a:lnTo>
                        <a:lnTo>
                          <a:pt x="138" y="141"/>
                        </a:lnTo>
                        <a:lnTo>
                          <a:pt x="145" y="138"/>
                        </a:lnTo>
                        <a:lnTo>
                          <a:pt x="151" y="135"/>
                        </a:lnTo>
                        <a:lnTo>
                          <a:pt x="156" y="133"/>
                        </a:lnTo>
                        <a:lnTo>
                          <a:pt x="160" y="129"/>
                        </a:lnTo>
                        <a:lnTo>
                          <a:pt x="175" y="114"/>
                        </a:lnTo>
                        <a:lnTo>
                          <a:pt x="186" y="101"/>
                        </a:lnTo>
                        <a:lnTo>
                          <a:pt x="190" y="94"/>
                        </a:lnTo>
                        <a:lnTo>
                          <a:pt x="191" y="91"/>
                        </a:lnTo>
                        <a:lnTo>
                          <a:pt x="192" y="89"/>
                        </a:lnTo>
                        <a:lnTo>
                          <a:pt x="192" y="87"/>
                        </a:lnTo>
                        <a:lnTo>
                          <a:pt x="190" y="84"/>
                        </a:lnTo>
                        <a:lnTo>
                          <a:pt x="188" y="83"/>
                        </a:lnTo>
                        <a:lnTo>
                          <a:pt x="187" y="80"/>
                        </a:lnTo>
                        <a:lnTo>
                          <a:pt x="188" y="77"/>
                        </a:lnTo>
                        <a:lnTo>
                          <a:pt x="190" y="76"/>
                        </a:lnTo>
                        <a:lnTo>
                          <a:pt x="191" y="73"/>
                        </a:lnTo>
                        <a:lnTo>
                          <a:pt x="193" y="71"/>
                        </a:lnTo>
                        <a:lnTo>
                          <a:pt x="195" y="69"/>
                        </a:lnTo>
                        <a:lnTo>
                          <a:pt x="197" y="67"/>
                        </a:lnTo>
                        <a:lnTo>
                          <a:pt x="197" y="64"/>
                        </a:lnTo>
                        <a:lnTo>
                          <a:pt x="195" y="62"/>
                        </a:lnTo>
                        <a:lnTo>
                          <a:pt x="193" y="59"/>
                        </a:lnTo>
                        <a:lnTo>
                          <a:pt x="191" y="58"/>
                        </a:lnTo>
                        <a:lnTo>
                          <a:pt x="189" y="55"/>
                        </a:lnTo>
                        <a:lnTo>
                          <a:pt x="189" y="53"/>
                        </a:lnTo>
                        <a:lnTo>
                          <a:pt x="189" y="51"/>
                        </a:lnTo>
                        <a:lnTo>
                          <a:pt x="192" y="48"/>
                        </a:lnTo>
                        <a:lnTo>
                          <a:pt x="194" y="46"/>
                        </a:lnTo>
                        <a:lnTo>
                          <a:pt x="195" y="43"/>
                        </a:lnTo>
                        <a:lnTo>
                          <a:pt x="195" y="40"/>
                        </a:lnTo>
                        <a:lnTo>
                          <a:pt x="194" y="37"/>
                        </a:lnTo>
                        <a:lnTo>
                          <a:pt x="191" y="35"/>
                        </a:lnTo>
                        <a:lnTo>
                          <a:pt x="190" y="33"/>
                        </a:lnTo>
                        <a:lnTo>
                          <a:pt x="189" y="30"/>
                        </a:lnTo>
                        <a:lnTo>
                          <a:pt x="190" y="28"/>
                        </a:lnTo>
                        <a:lnTo>
                          <a:pt x="192" y="25"/>
                        </a:lnTo>
                        <a:lnTo>
                          <a:pt x="193" y="23"/>
                        </a:lnTo>
                        <a:lnTo>
                          <a:pt x="195" y="22"/>
                        </a:lnTo>
                        <a:lnTo>
                          <a:pt x="197" y="19"/>
                        </a:lnTo>
                        <a:lnTo>
                          <a:pt x="197" y="16"/>
                        </a:lnTo>
                        <a:lnTo>
                          <a:pt x="196" y="15"/>
                        </a:lnTo>
                        <a:lnTo>
                          <a:pt x="194" y="12"/>
                        </a:lnTo>
                        <a:lnTo>
                          <a:pt x="192" y="10"/>
                        </a:lnTo>
                        <a:lnTo>
                          <a:pt x="190" y="7"/>
                        </a:lnTo>
                        <a:lnTo>
                          <a:pt x="190" y="0"/>
                        </a:lnTo>
                        <a:lnTo>
                          <a:pt x="170" y="10"/>
                        </a:lnTo>
                        <a:lnTo>
                          <a:pt x="158" y="14"/>
                        </a:lnTo>
                        <a:lnTo>
                          <a:pt x="144" y="18"/>
                        </a:lnTo>
                        <a:lnTo>
                          <a:pt x="127" y="22"/>
                        </a:lnTo>
                        <a:lnTo>
                          <a:pt x="113" y="24"/>
                        </a:lnTo>
                        <a:lnTo>
                          <a:pt x="98" y="26"/>
                        </a:lnTo>
                        <a:lnTo>
                          <a:pt x="79" y="28"/>
                        </a:lnTo>
                      </a:path>
                    </a:pathLst>
                  </a:custGeom>
                  <a:solidFill>
                    <a:srgbClr val="FFA04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nvGrpSpPr>
              <p:cNvPr id="189689" name="Group 249">
                <a:extLst>
                  <a:ext uri="{FF2B5EF4-FFF2-40B4-BE49-F238E27FC236}">
                    <a16:creationId xmlns:a16="http://schemas.microsoft.com/office/drawing/2014/main" id="{D5AF9E0F-F34C-436D-B75B-C6DE44C2B7EE}"/>
                  </a:ext>
                </a:extLst>
              </p:cNvPr>
              <p:cNvGrpSpPr>
                <a:grpSpLocks/>
              </p:cNvGrpSpPr>
              <p:nvPr/>
            </p:nvGrpSpPr>
            <p:grpSpPr bwMode="auto">
              <a:xfrm>
                <a:off x="2553" y="1813"/>
                <a:ext cx="59" cy="93"/>
                <a:chOff x="2553" y="1813"/>
                <a:chExt cx="59" cy="93"/>
              </a:xfrm>
            </p:grpSpPr>
            <p:sp>
              <p:nvSpPr>
                <p:cNvPr id="189690" name="Freeform 250">
                  <a:extLst>
                    <a:ext uri="{FF2B5EF4-FFF2-40B4-BE49-F238E27FC236}">
                      <a16:creationId xmlns:a16="http://schemas.microsoft.com/office/drawing/2014/main" id="{6C83FC49-D0AC-4693-A645-7D4E24DE8352}"/>
                    </a:ext>
                  </a:extLst>
                </p:cNvPr>
                <p:cNvSpPr>
                  <a:spLocks/>
                </p:cNvSpPr>
                <p:nvPr/>
              </p:nvSpPr>
              <p:spPr bwMode="auto">
                <a:xfrm>
                  <a:off x="2565" y="1837"/>
                  <a:ext cx="46" cy="18"/>
                </a:xfrm>
                <a:custGeom>
                  <a:avLst/>
                  <a:gdLst>
                    <a:gd name="T0" fmla="*/ 45 w 46"/>
                    <a:gd name="T1" fmla="*/ 3 h 18"/>
                    <a:gd name="T2" fmla="*/ 40 w 46"/>
                    <a:gd name="T3" fmla="*/ 0 h 18"/>
                    <a:gd name="T4" fmla="*/ 27 w 46"/>
                    <a:gd name="T5" fmla="*/ 6 h 18"/>
                    <a:gd name="T6" fmla="*/ 13 w 46"/>
                    <a:gd name="T7" fmla="*/ 11 h 18"/>
                    <a:gd name="T8" fmla="*/ 0 w 46"/>
                    <a:gd name="T9" fmla="*/ 14 h 18"/>
                    <a:gd name="T10" fmla="*/ 2 w 46"/>
                    <a:gd name="T11" fmla="*/ 17 h 18"/>
                    <a:gd name="T12" fmla="*/ 11 w 46"/>
                    <a:gd name="T13" fmla="*/ 17 h 18"/>
                    <a:gd name="T14" fmla="*/ 24 w 46"/>
                    <a:gd name="T15" fmla="*/ 15 h 18"/>
                    <a:gd name="T16" fmla="*/ 35 w 46"/>
                    <a:gd name="T17" fmla="*/ 9 h 18"/>
                    <a:gd name="T18" fmla="*/ 45 w 46"/>
                    <a:gd name="T19" fmla="*/ 3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6" h="18">
                      <a:moveTo>
                        <a:pt x="45" y="3"/>
                      </a:moveTo>
                      <a:lnTo>
                        <a:pt x="40" y="0"/>
                      </a:lnTo>
                      <a:lnTo>
                        <a:pt x="27" y="6"/>
                      </a:lnTo>
                      <a:lnTo>
                        <a:pt x="13" y="11"/>
                      </a:lnTo>
                      <a:lnTo>
                        <a:pt x="0" y="14"/>
                      </a:lnTo>
                      <a:lnTo>
                        <a:pt x="2" y="17"/>
                      </a:lnTo>
                      <a:lnTo>
                        <a:pt x="11" y="17"/>
                      </a:lnTo>
                      <a:lnTo>
                        <a:pt x="24" y="15"/>
                      </a:lnTo>
                      <a:lnTo>
                        <a:pt x="35" y="9"/>
                      </a:lnTo>
                      <a:lnTo>
                        <a:pt x="45" y="3"/>
                      </a:lnTo>
                    </a:path>
                  </a:pathLst>
                </a:custGeom>
                <a:solidFill>
                  <a:srgbClr val="FFE0C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9691" name="Freeform 251">
                  <a:extLst>
                    <a:ext uri="{FF2B5EF4-FFF2-40B4-BE49-F238E27FC236}">
                      <a16:creationId xmlns:a16="http://schemas.microsoft.com/office/drawing/2014/main" id="{A00D6D98-A03E-43A5-B0D0-B1DD82691871}"/>
                    </a:ext>
                  </a:extLst>
                </p:cNvPr>
                <p:cNvSpPr>
                  <a:spLocks/>
                </p:cNvSpPr>
                <p:nvPr/>
              </p:nvSpPr>
              <p:spPr bwMode="auto">
                <a:xfrm>
                  <a:off x="2572" y="1860"/>
                  <a:ext cx="40" cy="18"/>
                </a:xfrm>
                <a:custGeom>
                  <a:avLst/>
                  <a:gdLst>
                    <a:gd name="T0" fmla="*/ 39 w 40"/>
                    <a:gd name="T1" fmla="*/ 3 h 18"/>
                    <a:gd name="T2" fmla="*/ 37 w 40"/>
                    <a:gd name="T3" fmla="*/ 0 h 18"/>
                    <a:gd name="T4" fmla="*/ 23 w 40"/>
                    <a:gd name="T5" fmla="*/ 7 h 18"/>
                    <a:gd name="T6" fmla="*/ 13 w 40"/>
                    <a:gd name="T7" fmla="*/ 10 h 18"/>
                    <a:gd name="T8" fmla="*/ 0 w 40"/>
                    <a:gd name="T9" fmla="*/ 14 h 18"/>
                    <a:gd name="T10" fmla="*/ 2 w 40"/>
                    <a:gd name="T11" fmla="*/ 17 h 18"/>
                    <a:gd name="T12" fmla="*/ 11 w 40"/>
                    <a:gd name="T13" fmla="*/ 17 h 18"/>
                    <a:gd name="T14" fmla="*/ 20 w 40"/>
                    <a:gd name="T15" fmla="*/ 14 h 18"/>
                    <a:gd name="T16" fmla="*/ 30 w 40"/>
                    <a:gd name="T17" fmla="*/ 9 h 18"/>
                    <a:gd name="T18" fmla="*/ 39 w 40"/>
                    <a:gd name="T19" fmla="*/ 3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0" h="18">
                      <a:moveTo>
                        <a:pt x="39" y="3"/>
                      </a:moveTo>
                      <a:lnTo>
                        <a:pt x="37" y="0"/>
                      </a:lnTo>
                      <a:lnTo>
                        <a:pt x="23" y="7"/>
                      </a:lnTo>
                      <a:lnTo>
                        <a:pt x="13" y="10"/>
                      </a:lnTo>
                      <a:lnTo>
                        <a:pt x="0" y="14"/>
                      </a:lnTo>
                      <a:lnTo>
                        <a:pt x="2" y="17"/>
                      </a:lnTo>
                      <a:lnTo>
                        <a:pt x="11" y="17"/>
                      </a:lnTo>
                      <a:lnTo>
                        <a:pt x="20" y="14"/>
                      </a:lnTo>
                      <a:lnTo>
                        <a:pt x="30" y="9"/>
                      </a:lnTo>
                      <a:lnTo>
                        <a:pt x="39" y="3"/>
                      </a:lnTo>
                    </a:path>
                  </a:pathLst>
                </a:custGeom>
                <a:solidFill>
                  <a:srgbClr val="FFE0C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9692" name="Freeform 252">
                  <a:extLst>
                    <a:ext uri="{FF2B5EF4-FFF2-40B4-BE49-F238E27FC236}">
                      <a16:creationId xmlns:a16="http://schemas.microsoft.com/office/drawing/2014/main" id="{117C1006-6856-4E63-93B0-F87981172785}"/>
                    </a:ext>
                  </a:extLst>
                </p:cNvPr>
                <p:cNvSpPr>
                  <a:spLocks/>
                </p:cNvSpPr>
                <p:nvPr/>
              </p:nvSpPr>
              <p:spPr bwMode="auto">
                <a:xfrm>
                  <a:off x="2570" y="1888"/>
                  <a:ext cx="41" cy="18"/>
                </a:xfrm>
                <a:custGeom>
                  <a:avLst/>
                  <a:gdLst>
                    <a:gd name="T0" fmla="*/ 40 w 41"/>
                    <a:gd name="T1" fmla="*/ 2 h 18"/>
                    <a:gd name="T2" fmla="*/ 37 w 41"/>
                    <a:gd name="T3" fmla="*/ 0 h 18"/>
                    <a:gd name="T4" fmla="*/ 24 w 41"/>
                    <a:gd name="T5" fmla="*/ 6 h 18"/>
                    <a:gd name="T6" fmla="*/ 13 w 41"/>
                    <a:gd name="T7" fmla="*/ 10 h 18"/>
                    <a:gd name="T8" fmla="*/ 0 w 41"/>
                    <a:gd name="T9" fmla="*/ 13 h 18"/>
                    <a:gd name="T10" fmla="*/ 2 w 41"/>
                    <a:gd name="T11" fmla="*/ 17 h 18"/>
                    <a:gd name="T12" fmla="*/ 11 w 41"/>
                    <a:gd name="T13" fmla="*/ 16 h 18"/>
                    <a:gd name="T14" fmla="*/ 21 w 41"/>
                    <a:gd name="T15" fmla="*/ 14 h 18"/>
                    <a:gd name="T16" fmla="*/ 32 w 41"/>
                    <a:gd name="T17" fmla="*/ 9 h 18"/>
                    <a:gd name="T18" fmla="*/ 40 w 41"/>
                    <a:gd name="T19" fmla="*/ 2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1" h="18">
                      <a:moveTo>
                        <a:pt x="40" y="2"/>
                      </a:moveTo>
                      <a:lnTo>
                        <a:pt x="37" y="0"/>
                      </a:lnTo>
                      <a:lnTo>
                        <a:pt x="24" y="6"/>
                      </a:lnTo>
                      <a:lnTo>
                        <a:pt x="13" y="10"/>
                      </a:lnTo>
                      <a:lnTo>
                        <a:pt x="0" y="13"/>
                      </a:lnTo>
                      <a:lnTo>
                        <a:pt x="2" y="17"/>
                      </a:lnTo>
                      <a:lnTo>
                        <a:pt x="11" y="16"/>
                      </a:lnTo>
                      <a:lnTo>
                        <a:pt x="21" y="14"/>
                      </a:lnTo>
                      <a:lnTo>
                        <a:pt x="32" y="9"/>
                      </a:lnTo>
                      <a:lnTo>
                        <a:pt x="40" y="2"/>
                      </a:lnTo>
                    </a:path>
                  </a:pathLst>
                </a:custGeom>
                <a:solidFill>
                  <a:srgbClr val="FFE0C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9693" name="Freeform 253">
                  <a:extLst>
                    <a:ext uri="{FF2B5EF4-FFF2-40B4-BE49-F238E27FC236}">
                      <a16:creationId xmlns:a16="http://schemas.microsoft.com/office/drawing/2014/main" id="{3968F524-1176-4C5F-9A84-483765B4DC19}"/>
                    </a:ext>
                  </a:extLst>
                </p:cNvPr>
                <p:cNvSpPr>
                  <a:spLocks/>
                </p:cNvSpPr>
                <p:nvPr/>
              </p:nvSpPr>
              <p:spPr bwMode="auto">
                <a:xfrm>
                  <a:off x="2553" y="1813"/>
                  <a:ext cx="47" cy="18"/>
                </a:xfrm>
                <a:custGeom>
                  <a:avLst/>
                  <a:gdLst>
                    <a:gd name="T0" fmla="*/ 46 w 47"/>
                    <a:gd name="T1" fmla="*/ 3 h 18"/>
                    <a:gd name="T2" fmla="*/ 41 w 47"/>
                    <a:gd name="T3" fmla="*/ 0 h 18"/>
                    <a:gd name="T4" fmla="*/ 25 w 47"/>
                    <a:gd name="T5" fmla="*/ 6 h 18"/>
                    <a:gd name="T6" fmla="*/ 13 w 47"/>
                    <a:gd name="T7" fmla="*/ 10 h 18"/>
                    <a:gd name="T8" fmla="*/ 0 w 47"/>
                    <a:gd name="T9" fmla="*/ 13 h 18"/>
                    <a:gd name="T10" fmla="*/ 3 w 47"/>
                    <a:gd name="T11" fmla="*/ 17 h 18"/>
                    <a:gd name="T12" fmla="*/ 11 w 47"/>
                    <a:gd name="T13" fmla="*/ 16 h 18"/>
                    <a:gd name="T14" fmla="*/ 21 w 47"/>
                    <a:gd name="T15" fmla="*/ 14 h 18"/>
                    <a:gd name="T16" fmla="*/ 33 w 47"/>
                    <a:gd name="T17" fmla="*/ 9 h 18"/>
                    <a:gd name="T18" fmla="*/ 46 w 47"/>
                    <a:gd name="T19" fmla="*/ 3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7" h="18">
                      <a:moveTo>
                        <a:pt x="46" y="3"/>
                      </a:moveTo>
                      <a:lnTo>
                        <a:pt x="41" y="0"/>
                      </a:lnTo>
                      <a:lnTo>
                        <a:pt x="25" y="6"/>
                      </a:lnTo>
                      <a:lnTo>
                        <a:pt x="13" y="10"/>
                      </a:lnTo>
                      <a:lnTo>
                        <a:pt x="0" y="13"/>
                      </a:lnTo>
                      <a:lnTo>
                        <a:pt x="3" y="17"/>
                      </a:lnTo>
                      <a:lnTo>
                        <a:pt x="11" y="16"/>
                      </a:lnTo>
                      <a:lnTo>
                        <a:pt x="21" y="14"/>
                      </a:lnTo>
                      <a:lnTo>
                        <a:pt x="33" y="9"/>
                      </a:lnTo>
                      <a:lnTo>
                        <a:pt x="46" y="3"/>
                      </a:lnTo>
                    </a:path>
                  </a:pathLst>
                </a:custGeom>
                <a:solidFill>
                  <a:srgbClr val="FFE0C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nvGrpSpPr>
            <p:cNvPr id="189694" name="Group 254">
              <a:extLst>
                <a:ext uri="{FF2B5EF4-FFF2-40B4-BE49-F238E27FC236}">
                  <a16:creationId xmlns:a16="http://schemas.microsoft.com/office/drawing/2014/main" id="{B6962858-90FB-4AB3-91CA-A5234E8D761C}"/>
                </a:ext>
              </a:extLst>
            </p:cNvPr>
            <p:cNvGrpSpPr>
              <a:grpSpLocks/>
            </p:cNvGrpSpPr>
            <p:nvPr/>
          </p:nvGrpSpPr>
          <p:grpSpPr bwMode="auto">
            <a:xfrm>
              <a:off x="2243" y="1203"/>
              <a:ext cx="542" cy="607"/>
              <a:chOff x="2243" y="1203"/>
              <a:chExt cx="542" cy="607"/>
            </a:xfrm>
          </p:grpSpPr>
          <p:sp>
            <p:nvSpPr>
              <p:cNvPr id="189695" name="Freeform 255">
                <a:extLst>
                  <a:ext uri="{FF2B5EF4-FFF2-40B4-BE49-F238E27FC236}">
                    <a16:creationId xmlns:a16="http://schemas.microsoft.com/office/drawing/2014/main" id="{41DCAB24-8227-4F9B-90BC-F1148A4163AC}"/>
                  </a:ext>
                </a:extLst>
              </p:cNvPr>
              <p:cNvSpPr>
                <a:spLocks/>
              </p:cNvSpPr>
              <p:nvPr/>
            </p:nvSpPr>
            <p:spPr bwMode="auto">
              <a:xfrm>
                <a:off x="2243" y="1203"/>
                <a:ext cx="542" cy="607"/>
              </a:xfrm>
              <a:custGeom>
                <a:avLst/>
                <a:gdLst>
                  <a:gd name="T0" fmla="*/ 387 w 542"/>
                  <a:gd name="T1" fmla="*/ 584 h 607"/>
                  <a:gd name="T2" fmla="*/ 392 w 542"/>
                  <a:gd name="T3" fmla="*/ 580 h 607"/>
                  <a:gd name="T4" fmla="*/ 394 w 542"/>
                  <a:gd name="T5" fmla="*/ 576 h 607"/>
                  <a:gd name="T6" fmla="*/ 397 w 542"/>
                  <a:gd name="T7" fmla="*/ 562 h 607"/>
                  <a:gd name="T8" fmla="*/ 418 w 542"/>
                  <a:gd name="T9" fmla="*/ 464 h 607"/>
                  <a:gd name="T10" fmla="*/ 434 w 542"/>
                  <a:gd name="T11" fmla="*/ 429 h 607"/>
                  <a:gd name="T12" fmla="*/ 448 w 542"/>
                  <a:gd name="T13" fmla="*/ 405 h 607"/>
                  <a:gd name="T14" fmla="*/ 475 w 542"/>
                  <a:gd name="T15" fmla="*/ 367 h 607"/>
                  <a:gd name="T16" fmla="*/ 503 w 542"/>
                  <a:gd name="T17" fmla="*/ 331 h 607"/>
                  <a:gd name="T18" fmla="*/ 523 w 542"/>
                  <a:gd name="T19" fmla="*/ 297 h 607"/>
                  <a:gd name="T20" fmla="*/ 534 w 542"/>
                  <a:gd name="T21" fmla="*/ 263 h 607"/>
                  <a:gd name="T22" fmla="*/ 541 w 542"/>
                  <a:gd name="T23" fmla="*/ 221 h 607"/>
                  <a:gd name="T24" fmla="*/ 537 w 542"/>
                  <a:gd name="T25" fmla="*/ 181 h 607"/>
                  <a:gd name="T26" fmla="*/ 525 w 542"/>
                  <a:gd name="T27" fmla="*/ 144 h 607"/>
                  <a:gd name="T28" fmla="*/ 506 w 542"/>
                  <a:gd name="T29" fmla="*/ 109 h 607"/>
                  <a:gd name="T30" fmla="*/ 473 w 542"/>
                  <a:gd name="T31" fmla="*/ 73 h 607"/>
                  <a:gd name="T32" fmla="*/ 438 w 542"/>
                  <a:gd name="T33" fmla="*/ 48 h 607"/>
                  <a:gd name="T34" fmla="*/ 394 w 542"/>
                  <a:gd name="T35" fmla="*/ 24 h 607"/>
                  <a:gd name="T36" fmla="*/ 342 w 542"/>
                  <a:gd name="T37" fmla="*/ 8 h 607"/>
                  <a:gd name="T38" fmla="*/ 298 w 542"/>
                  <a:gd name="T39" fmla="*/ 1 h 607"/>
                  <a:gd name="T40" fmla="*/ 250 w 542"/>
                  <a:gd name="T41" fmla="*/ 0 h 607"/>
                  <a:gd name="T42" fmla="*/ 209 w 542"/>
                  <a:gd name="T43" fmla="*/ 5 h 607"/>
                  <a:gd name="T44" fmla="*/ 168 w 542"/>
                  <a:gd name="T45" fmla="*/ 16 h 607"/>
                  <a:gd name="T46" fmla="*/ 133 w 542"/>
                  <a:gd name="T47" fmla="*/ 30 h 607"/>
                  <a:gd name="T48" fmla="*/ 97 w 542"/>
                  <a:gd name="T49" fmla="*/ 50 h 607"/>
                  <a:gd name="T50" fmla="*/ 64 w 542"/>
                  <a:gd name="T51" fmla="*/ 74 h 607"/>
                  <a:gd name="T52" fmla="*/ 37 w 542"/>
                  <a:gd name="T53" fmla="*/ 102 h 607"/>
                  <a:gd name="T54" fmla="*/ 13 w 542"/>
                  <a:gd name="T55" fmla="*/ 142 h 607"/>
                  <a:gd name="T56" fmla="*/ 1 w 542"/>
                  <a:gd name="T57" fmla="*/ 182 h 607"/>
                  <a:gd name="T58" fmla="*/ 0 w 542"/>
                  <a:gd name="T59" fmla="*/ 219 h 607"/>
                  <a:gd name="T60" fmla="*/ 3 w 542"/>
                  <a:gd name="T61" fmla="*/ 258 h 607"/>
                  <a:gd name="T62" fmla="*/ 16 w 542"/>
                  <a:gd name="T63" fmla="*/ 297 h 607"/>
                  <a:gd name="T64" fmla="*/ 38 w 542"/>
                  <a:gd name="T65" fmla="*/ 333 h 607"/>
                  <a:gd name="T66" fmla="*/ 63 w 542"/>
                  <a:gd name="T67" fmla="*/ 368 h 607"/>
                  <a:gd name="T68" fmla="*/ 99 w 542"/>
                  <a:gd name="T69" fmla="*/ 418 h 607"/>
                  <a:gd name="T70" fmla="*/ 114 w 542"/>
                  <a:gd name="T71" fmla="*/ 445 h 607"/>
                  <a:gd name="T72" fmla="*/ 125 w 542"/>
                  <a:gd name="T73" fmla="*/ 477 h 607"/>
                  <a:gd name="T74" fmla="*/ 133 w 542"/>
                  <a:gd name="T75" fmla="*/ 522 h 607"/>
                  <a:gd name="T76" fmla="*/ 140 w 542"/>
                  <a:gd name="T77" fmla="*/ 561 h 607"/>
                  <a:gd name="T78" fmla="*/ 145 w 542"/>
                  <a:gd name="T79" fmla="*/ 576 h 607"/>
                  <a:gd name="T80" fmla="*/ 147 w 542"/>
                  <a:gd name="T81" fmla="*/ 580 h 607"/>
                  <a:gd name="T82" fmla="*/ 154 w 542"/>
                  <a:gd name="T83" fmla="*/ 585 h 607"/>
                  <a:gd name="T84" fmla="*/ 169 w 542"/>
                  <a:gd name="T85" fmla="*/ 593 h 607"/>
                  <a:gd name="T86" fmla="*/ 188 w 542"/>
                  <a:gd name="T87" fmla="*/ 597 h 607"/>
                  <a:gd name="T88" fmla="*/ 208 w 542"/>
                  <a:gd name="T89" fmla="*/ 602 h 607"/>
                  <a:gd name="T90" fmla="*/ 229 w 542"/>
                  <a:gd name="T91" fmla="*/ 604 h 607"/>
                  <a:gd name="T92" fmla="*/ 250 w 542"/>
                  <a:gd name="T93" fmla="*/ 605 h 607"/>
                  <a:gd name="T94" fmla="*/ 269 w 542"/>
                  <a:gd name="T95" fmla="*/ 606 h 607"/>
                  <a:gd name="T96" fmla="*/ 290 w 542"/>
                  <a:gd name="T97" fmla="*/ 605 h 607"/>
                  <a:gd name="T98" fmla="*/ 312 w 542"/>
                  <a:gd name="T99" fmla="*/ 604 h 607"/>
                  <a:gd name="T100" fmla="*/ 332 w 542"/>
                  <a:gd name="T101" fmla="*/ 601 h 607"/>
                  <a:gd name="T102" fmla="*/ 350 w 542"/>
                  <a:gd name="T103" fmla="*/ 598 h 607"/>
                  <a:gd name="T104" fmla="*/ 368 w 542"/>
                  <a:gd name="T105" fmla="*/ 593 h 6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542" h="607">
                    <a:moveTo>
                      <a:pt x="379" y="589"/>
                    </a:moveTo>
                    <a:lnTo>
                      <a:pt x="383" y="587"/>
                    </a:lnTo>
                    <a:lnTo>
                      <a:pt x="387" y="584"/>
                    </a:lnTo>
                    <a:lnTo>
                      <a:pt x="389" y="583"/>
                    </a:lnTo>
                    <a:lnTo>
                      <a:pt x="390" y="581"/>
                    </a:lnTo>
                    <a:lnTo>
                      <a:pt x="392" y="580"/>
                    </a:lnTo>
                    <a:lnTo>
                      <a:pt x="392" y="578"/>
                    </a:lnTo>
                    <a:lnTo>
                      <a:pt x="393" y="577"/>
                    </a:lnTo>
                    <a:lnTo>
                      <a:pt x="394" y="576"/>
                    </a:lnTo>
                    <a:lnTo>
                      <a:pt x="395" y="574"/>
                    </a:lnTo>
                    <a:lnTo>
                      <a:pt x="395" y="571"/>
                    </a:lnTo>
                    <a:lnTo>
                      <a:pt x="397" y="562"/>
                    </a:lnTo>
                    <a:lnTo>
                      <a:pt x="413" y="483"/>
                    </a:lnTo>
                    <a:lnTo>
                      <a:pt x="416" y="472"/>
                    </a:lnTo>
                    <a:lnTo>
                      <a:pt x="418" y="464"/>
                    </a:lnTo>
                    <a:lnTo>
                      <a:pt x="422" y="453"/>
                    </a:lnTo>
                    <a:lnTo>
                      <a:pt x="428" y="440"/>
                    </a:lnTo>
                    <a:lnTo>
                      <a:pt x="434" y="429"/>
                    </a:lnTo>
                    <a:lnTo>
                      <a:pt x="439" y="420"/>
                    </a:lnTo>
                    <a:lnTo>
                      <a:pt x="443" y="412"/>
                    </a:lnTo>
                    <a:lnTo>
                      <a:pt x="448" y="405"/>
                    </a:lnTo>
                    <a:lnTo>
                      <a:pt x="457" y="391"/>
                    </a:lnTo>
                    <a:lnTo>
                      <a:pt x="466" y="379"/>
                    </a:lnTo>
                    <a:lnTo>
                      <a:pt x="475" y="367"/>
                    </a:lnTo>
                    <a:lnTo>
                      <a:pt x="482" y="359"/>
                    </a:lnTo>
                    <a:lnTo>
                      <a:pt x="495" y="342"/>
                    </a:lnTo>
                    <a:lnTo>
                      <a:pt x="503" y="331"/>
                    </a:lnTo>
                    <a:lnTo>
                      <a:pt x="510" y="321"/>
                    </a:lnTo>
                    <a:lnTo>
                      <a:pt x="516" y="310"/>
                    </a:lnTo>
                    <a:lnTo>
                      <a:pt x="523" y="297"/>
                    </a:lnTo>
                    <a:lnTo>
                      <a:pt x="527" y="286"/>
                    </a:lnTo>
                    <a:lnTo>
                      <a:pt x="531" y="274"/>
                    </a:lnTo>
                    <a:lnTo>
                      <a:pt x="534" y="263"/>
                    </a:lnTo>
                    <a:lnTo>
                      <a:pt x="537" y="252"/>
                    </a:lnTo>
                    <a:lnTo>
                      <a:pt x="540" y="237"/>
                    </a:lnTo>
                    <a:lnTo>
                      <a:pt x="541" y="221"/>
                    </a:lnTo>
                    <a:lnTo>
                      <a:pt x="541" y="205"/>
                    </a:lnTo>
                    <a:lnTo>
                      <a:pt x="539" y="193"/>
                    </a:lnTo>
                    <a:lnTo>
                      <a:pt x="537" y="181"/>
                    </a:lnTo>
                    <a:lnTo>
                      <a:pt x="534" y="171"/>
                    </a:lnTo>
                    <a:lnTo>
                      <a:pt x="530" y="157"/>
                    </a:lnTo>
                    <a:lnTo>
                      <a:pt x="525" y="144"/>
                    </a:lnTo>
                    <a:lnTo>
                      <a:pt x="519" y="131"/>
                    </a:lnTo>
                    <a:lnTo>
                      <a:pt x="513" y="120"/>
                    </a:lnTo>
                    <a:lnTo>
                      <a:pt x="506" y="109"/>
                    </a:lnTo>
                    <a:lnTo>
                      <a:pt x="495" y="96"/>
                    </a:lnTo>
                    <a:lnTo>
                      <a:pt x="484" y="83"/>
                    </a:lnTo>
                    <a:lnTo>
                      <a:pt x="473" y="73"/>
                    </a:lnTo>
                    <a:lnTo>
                      <a:pt x="462" y="64"/>
                    </a:lnTo>
                    <a:lnTo>
                      <a:pt x="451" y="56"/>
                    </a:lnTo>
                    <a:lnTo>
                      <a:pt x="438" y="48"/>
                    </a:lnTo>
                    <a:lnTo>
                      <a:pt x="426" y="40"/>
                    </a:lnTo>
                    <a:lnTo>
                      <a:pt x="411" y="33"/>
                    </a:lnTo>
                    <a:lnTo>
                      <a:pt x="394" y="24"/>
                    </a:lnTo>
                    <a:lnTo>
                      <a:pt x="378" y="18"/>
                    </a:lnTo>
                    <a:lnTo>
                      <a:pt x="359" y="12"/>
                    </a:lnTo>
                    <a:lnTo>
                      <a:pt x="342" y="8"/>
                    </a:lnTo>
                    <a:lnTo>
                      <a:pt x="328" y="5"/>
                    </a:lnTo>
                    <a:lnTo>
                      <a:pt x="312" y="2"/>
                    </a:lnTo>
                    <a:lnTo>
                      <a:pt x="298" y="1"/>
                    </a:lnTo>
                    <a:lnTo>
                      <a:pt x="282" y="0"/>
                    </a:lnTo>
                    <a:lnTo>
                      <a:pt x="267" y="0"/>
                    </a:lnTo>
                    <a:lnTo>
                      <a:pt x="250" y="0"/>
                    </a:lnTo>
                    <a:lnTo>
                      <a:pt x="236" y="1"/>
                    </a:lnTo>
                    <a:lnTo>
                      <a:pt x="221" y="3"/>
                    </a:lnTo>
                    <a:lnTo>
                      <a:pt x="209" y="5"/>
                    </a:lnTo>
                    <a:lnTo>
                      <a:pt x="194" y="9"/>
                    </a:lnTo>
                    <a:lnTo>
                      <a:pt x="181" y="12"/>
                    </a:lnTo>
                    <a:lnTo>
                      <a:pt x="168" y="16"/>
                    </a:lnTo>
                    <a:lnTo>
                      <a:pt x="156" y="20"/>
                    </a:lnTo>
                    <a:lnTo>
                      <a:pt x="145" y="25"/>
                    </a:lnTo>
                    <a:lnTo>
                      <a:pt x="133" y="30"/>
                    </a:lnTo>
                    <a:lnTo>
                      <a:pt x="122" y="36"/>
                    </a:lnTo>
                    <a:lnTo>
                      <a:pt x="108" y="43"/>
                    </a:lnTo>
                    <a:lnTo>
                      <a:pt x="97" y="50"/>
                    </a:lnTo>
                    <a:lnTo>
                      <a:pt x="87" y="57"/>
                    </a:lnTo>
                    <a:lnTo>
                      <a:pt x="75" y="65"/>
                    </a:lnTo>
                    <a:lnTo>
                      <a:pt x="64" y="74"/>
                    </a:lnTo>
                    <a:lnTo>
                      <a:pt x="54" y="83"/>
                    </a:lnTo>
                    <a:lnTo>
                      <a:pt x="46" y="91"/>
                    </a:lnTo>
                    <a:lnTo>
                      <a:pt x="37" y="102"/>
                    </a:lnTo>
                    <a:lnTo>
                      <a:pt x="28" y="115"/>
                    </a:lnTo>
                    <a:lnTo>
                      <a:pt x="19" y="129"/>
                    </a:lnTo>
                    <a:lnTo>
                      <a:pt x="13" y="142"/>
                    </a:lnTo>
                    <a:lnTo>
                      <a:pt x="9" y="156"/>
                    </a:lnTo>
                    <a:lnTo>
                      <a:pt x="4" y="170"/>
                    </a:lnTo>
                    <a:lnTo>
                      <a:pt x="1" y="182"/>
                    </a:lnTo>
                    <a:lnTo>
                      <a:pt x="0" y="195"/>
                    </a:lnTo>
                    <a:lnTo>
                      <a:pt x="0" y="208"/>
                    </a:lnTo>
                    <a:lnTo>
                      <a:pt x="0" y="219"/>
                    </a:lnTo>
                    <a:lnTo>
                      <a:pt x="0" y="232"/>
                    </a:lnTo>
                    <a:lnTo>
                      <a:pt x="0" y="243"/>
                    </a:lnTo>
                    <a:lnTo>
                      <a:pt x="3" y="258"/>
                    </a:lnTo>
                    <a:lnTo>
                      <a:pt x="6" y="270"/>
                    </a:lnTo>
                    <a:lnTo>
                      <a:pt x="10" y="283"/>
                    </a:lnTo>
                    <a:lnTo>
                      <a:pt x="16" y="297"/>
                    </a:lnTo>
                    <a:lnTo>
                      <a:pt x="22" y="310"/>
                    </a:lnTo>
                    <a:lnTo>
                      <a:pt x="30" y="321"/>
                    </a:lnTo>
                    <a:lnTo>
                      <a:pt x="38" y="333"/>
                    </a:lnTo>
                    <a:lnTo>
                      <a:pt x="47" y="345"/>
                    </a:lnTo>
                    <a:lnTo>
                      <a:pt x="55" y="357"/>
                    </a:lnTo>
                    <a:lnTo>
                      <a:pt x="63" y="368"/>
                    </a:lnTo>
                    <a:lnTo>
                      <a:pt x="72" y="381"/>
                    </a:lnTo>
                    <a:lnTo>
                      <a:pt x="86" y="399"/>
                    </a:lnTo>
                    <a:lnTo>
                      <a:pt x="99" y="418"/>
                    </a:lnTo>
                    <a:lnTo>
                      <a:pt x="106" y="427"/>
                    </a:lnTo>
                    <a:lnTo>
                      <a:pt x="110" y="435"/>
                    </a:lnTo>
                    <a:lnTo>
                      <a:pt x="114" y="445"/>
                    </a:lnTo>
                    <a:lnTo>
                      <a:pt x="118" y="456"/>
                    </a:lnTo>
                    <a:lnTo>
                      <a:pt x="122" y="466"/>
                    </a:lnTo>
                    <a:lnTo>
                      <a:pt x="125" y="477"/>
                    </a:lnTo>
                    <a:lnTo>
                      <a:pt x="127" y="492"/>
                    </a:lnTo>
                    <a:lnTo>
                      <a:pt x="131" y="509"/>
                    </a:lnTo>
                    <a:lnTo>
                      <a:pt x="133" y="522"/>
                    </a:lnTo>
                    <a:lnTo>
                      <a:pt x="136" y="538"/>
                    </a:lnTo>
                    <a:lnTo>
                      <a:pt x="138" y="550"/>
                    </a:lnTo>
                    <a:lnTo>
                      <a:pt x="140" y="561"/>
                    </a:lnTo>
                    <a:lnTo>
                      <a:pt x="143" y="571"/>
                    </a:lnTo>
                    <a:lnTo>
                      <a:pt x="145" y="574"/>
                    </a:lnTo>
                    <a:lnTo>
                      <a:pt x="145" y="576"/>
                    </a:lnTo>
                    <a:lnTo>
                      <a:pt x="145" y="577"/>
                    </a:lnTo>
                    <a:lnTo>
                      <a:pt x="146" y="578"/>
                    </a:lnTo>
                    <a:lnTo>
                      <a:pt x="147" y="580"/>
                    </a:lnTo>
                    <a:lnTo>
                      <a:pt x="149" y="582"/>
                    </a:lnTo>
                    <a:lnTo>
                      <a:pt x="151" y="584"/>
                    </a:lnTo>
                    <a:lnTo>
                      <a:pt x="154" y="585"/>
                    </a:lnTo>
                    <a:lnTo>
                      <a:pt x="158" y="588"/>
                    </a:lnTo>
                    <a:lnTo>
                      <a:pt x="163" y="590"/>
                    </a:lnTo>
                    <a:lnTo>
                      <a:pt x="169" y="593"/>
                    </a:lnTo>
                    <a:lnTo>
                      <a:pt x="175" y="595"/>
                    </a:lnTo>
                    <a:lnTo>
                      <a:pt x="182" y="596"/>
                    </a:lnTo>
                    <a:lnTo>
                      <a:pt x="188" y="597"/>
                    </a:lnTo>
                    <a:lnTo>
                      <a:pt x="193" y="599"/>
                    </a:lnTo>
                    <a:lnTo>
                      <a:pt x="201" y="600"/>
                    </a:lnTo>
                    <a:lnTo>
                      <a:pt x="208" y="602"/>
                    </a:lnTo>
                    <a:lnTo>
                      <a:pt x="214" y="602"/>
                    </a:lnTo>
                    <a:lnTo>
                      <a:pt x="221" y="603"/>
                    </a:lnTo>
                    <a:lnTo>
                      <a:pt x="229" y="604"/>
                    </a:lnTo>
                    <a:lnTo>
                      <a:pt x="236" y="604"/>
                    </a:lnTo>
                    <a:lnTo>
                      <a:pt x="242" y="605"/>
                    </a:lnTo>
                    <a:lnTo>
                      <a:pt x="250" y="605"/>
                    </a:lnTo>
                    <a:lnTo>
                      <a:pt x="256" y="606"/>
                    </a:lnTo>
                    <a:lnTo>
                      <a:pt x="263" y="606"/>
                    </a:lnTo>
                    <a:lnTo>
                      <a:pt x="269" y="606"/>
                    </a:lnTo>
                    <a:lnTo>
                      <a:pt x="276" y="606"/>
                    </a:lnTo>
                    <a:lnTo>
                      <a:pt x="284" y="606"/>
                    </a:lnTo>
                    <a:lnTo>
                      <a:pt x="290" y="605"/>
                    </a:lnTo>
                    <a:lnTo>
                      <a:pt x="296" y="605"/>
                    </a:lnTo>
                    <a:lnTo>
                      <a:pt x="304" y="604"/>
                    </a:lnTo>
                    <a:lnTo>
                      <a:pt x="312" y="604"/>
                    </a:lnTo>
                    <a:lnTo>
                      <a:pt x="318" y="603"/>
                    </a:lnTo>
                    <a:lnTo>
                      <a:pt x="326" y="602"/>
                    </a:lnTo>
                    <a:lnTo>
                      <a:pt x="332" y="601"/>
                    </a:lnTo>
                    <a:lnTo>
                      <a:pt x="338" y="600"/>
                    </a:lnTo>
                    <a:lnTo>
                      <a:pt x="345" y="599"/>
                    </a:lnTo>
                    <a:lnTo>
                      <a:pt x="350" y="598"/>
                    </a:lnTo>
                    <a:lnTo>
                      <a:pt x="357" y="596"/>
                    </a:lnTo>
                    <a:lnTo>
                      <a:pt x="362" y="595"/>
                    </a:lnTo>
                    <a:lnTo>
                      <a:pt x="368" y="593"/>
                    </a:lnTo>
                    <a:lnTo>
                      <a:pt x="374" y="591"/>
                    </a:lnTo>
                    <a:lnTo>
                      <a:pt x="379" y="589"/>
                    </a:lnTo>
                  </a:path>
                </a:pathLst>
              </a:custGeom>
              <a:solidFill>
                <a:schemeClr val="bg2"/>
              </a:solidFill>
              <a:ln w="12700" cap="rnd" cmpd="sng">
                <a:solidFill>
                  <a:srgbClr val="FFFFFF"/>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9696" name="Freeform 256">
                <a:extLst>
                  <a:ext uri="{FF2B5EF4-FFF2-40B4-BE49-F238E27FC236}">
                    <a16:creationId xmlns:a16="http://schemas.microsoft.com/office/drawing/2014/main" id="{C0A5859E-2D88-4D66-9804-D76856C08A16}"/>
                  </a:ext>
                </a:extLst>
              </p:cNvPr>
              <p:cNvSpPr>
                <a:spLocks/>
              </p:cNvSpPr>
              <p:nvPr/>
            </p:nvSpPr>
            <p:spPr bwMode="auto">
              <a:xfrm>
                <a:off x="2602" y="1296"/>
                <a:ext cx="91" cy="90"/>
              </a:xfrm>
              <a:custGeom>
                <a:avLst/>
                <a:gdLst>
                  <a:gd name="T0" fmla="*/ 0 w 91"/>
                  <a:gd name="T1" fmla="*/ 0 h 90"/>
                  <a:gd name="T2" fmla="*/ 24 w 91"/>
                  <a:gd name="T3" fmla="*/ 9 h 90"/>
                  <a:gd name="T4" fmla="*/ 45 w 91"/>
                  <a:gd name="T5" fmla="*/ 20 h 90"/>
                  <a:gd name="T6" fmla="*/ 62 w 91"/>
                  <a:gd name="T7" fmla="*/ 30 h 90"/>
                  <a:gd name="T8" fmla="*/ 73 w 91"/>
                  <a:gd name="T9" fmla="*/ 41 h 90"/>
                  <a:gd name="T10" fmla="*/ 81 w 91"/>
                  <a:gd name="T11" fmla="*/ 53 h 90"/>
                  <a:gd name="T12" fmla="*/ 86 w 91"/>
                  <a:gd name="T13" fmla="*/ 63 h 90"/>
                  <a:gd name="T14" fmla="*/ 90 w 91"/>
                  <a:gd name="T15" fmla="*/ 73 h 90"/>
                  <a:gd name="T16" fmla="*/ 58 w 91"/>
                  <a:gd name="T17" fmla="*/ 89 h 90"/>
                  <a:gd name="T18" fmla="*/ 55 w 91"/>
                  <a:gd name="T19" fmla="*/ 74 h 90"/>
                  <a:gd name="T20" fmla="*/ 50 w 91"/>
                  <a:gd name="T21" fmla="*/ 59 h 90"/>
                  <a:gd name="T22" fmla="*/ 42 w 91"/>
                  <a:gd name="T23" fmla="*/ 43 h 90"/>
                  <a:gd name="T24" fmla="*/ 33 w 91"/>
                  <a:gd name="T25" fmla="*/ 29 h 90"/>
                  <a:gd name="T26" fmla="*/ 19 w 91"/>
                  <a:gd name="T27" fmla="*/ 16 h 90"/>
                  <a:gd name="T28" fmla="*/ 0 w 91"/>
                  <a:gd name="T29" fmla="*/ 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91" h="90">
                    <a:moveTo>
                      <a:pt x="0" y="0"/>
                    </a:moveTo>
                    <a:lnTo>
                      <a:pt x="24" y="9"/>
                    </a:lnTo>
                    <a:lnTo>
                      <a:pt x="45" y="20"/>
                    </a:lnTo>
                    <a:lnTo>
                      <a:pt x="62" y="30"/>
                    </a:lnTo>
                    <a:lnTo>
                      <a:pt x="73" y="41"/>
                    </a:lnTo>
                    <a:lnTo>
                      <a:pt x="81" y="53"/>
                    </a:lnTo>
                    <a:lnTo>
                      <a:pt x="86" y="63"/>
                    </a:lnTo>
                    <a:lnTo>
                      <a:pt x="90" y="73"/>
                    </a:lnTo>
                    <a:lnTo>
                      <a:pt x="58" y="89"/>
                    </a:lnTo>
                    <a:lnTo>
                      <a:pt x="55" y="74"/>
                    </a:lnTo>
                    <a:lnTo>
                      <a:pt x="50" y="59"/>
                    </a:lnTo>
                    <a:lnTo>
                      <a:pt x="42" y="43"/>
                    </a:lnTo>
                    <a:lnTo>
                      <a:pt x="33" y="29"/>
                    </a:lnTo>
                    <a:lnTo>
                      <a:pt x="19" y="16"/>
                    </a:lnTo>
                    <a:lnTo>
                      <a:pt x="0" y="0"/>
                    </a:lnTo>
                  </a:path>
                </a:pathLst>
              </a:custGeom>
              <a:solidFill>
                <a:srgbClr val="FFFF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nvGrpSpPr>
          <p:cNvPr id="189697" name="Group 257">
            <a:extLst>
              <a:ext uri="{FF2B5EF4-FFF2-40B4-BE49-F238E27FC236}">
                <a16:creationId xmlns:a16="http://schemas.microsoft.com/office/drawing/2014/main" id="{5AF27913-D63E-4CEA-AF85-7F8794BE95ED}"/>
              </a:ext>
            </a:extLst>
          </p:cNvPr>
          <p:cNvGrpSpPr>
            <a:grpSpLocks/>
          </p:cNvGrpSpPr>
          <p:nvPr/>
        </p:nvGrpSpPr>
        <p:grpSpPr bwMode="auto">
          <a:xfrm>
            <a:off x="1812925" y="3581400"/>
            <a:ext cx="5638800" cy="1905000"/>
            <a:chOff x="1142" y="2295"/>
            <a:chExt cx="3552" cy="1200"/>
          </a:xfrm>
        </p:grpSpPr>
        <p:sp>
          <p:nvSpPr>
            <p:cNvPr id="189698" name="Rectangle 258">
              <a:extLst>
                <a:ext uri="{FF2B5EF4-FFF2-40B4-BE49-F238E27FC236}">
                  <a16:creationId xmlns:a16="http://schemas.microsoft.com/office/drawing/2014/main" id="{B5F761C0-2095-4D8E-ACF9-02E099B01F2A}"/>
                </a:ext>
              </a:extLst>
            </p:cNvPr>
            <p:cNvSpPr>
              <a:spLocks noChangeArrowheads="1"/>
            </p:cNvSpPr>
            <p:nvPr/>
          </p:nvSpPr>
          <p:spPr bwMode="auto">
            <a:xfrm>
              <a:off x="1430" y="2295"/>
              <a:ext cx="3264" cy="1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marL="762000" indent="-762000" defTabSz="762000">
                <a:defRPr kumimoji="1" sz="2400">
                  <a:solidFill>
                    <a:schemeClr val="tx1"/>
                  </a:solidFill>
                  <a:latin typeface="Times New Roman" panose="02020603050405020304" pitchFamily="18" charset="0"/>
                  <a:ea typeface="宋体" panose="02010600030101010101" pitchFamily="2" charset="-122"/>
                </a:defRPr>
              </a:lvl1pPr>
              <a:lvl2pPr marL="1238250" indent="-285750" defTabSz="762000">
                <a:defRPr kumimoji="1" sz="2400">
                  <a:solidFill>
                    <a:schemeClr val="tx1"/>
                  </a:solidFill>
                  <a:latin typeface="Times New Roman" panose="02020603050405020304" pitchFamily="18" charset="0"/>
                  <a:ea typeface="宋体" panose="02010600030101010101" pitchFamily="2" charset="-122"/>
                </a:defRPr>
              </a:lvl2pPr>
              <a:lvl3pPr marL="1657350" indent="-228600" defTabSz="762000">
                <a:defRPr kumimoji="1" sz="2400">
                  <a:solidFill>
                    <a:schemeClr val="tx1"/>
                  </a:solidFill>
                  <a:latin typeface="Times New Roman" panose="02020603050405020304" pitchFamily="18" charset="0"/>
                  <a:ea typeface="宋体" panose="02010600030101010101" pitchFamily="2" charset="-122"/>
                </a:defRPr>
              </a:lvl3pPr>
              <a:lvl4pPr marL="2076450" indent="-228600" defTabSz="762000">
                <a:defRPr kumimoji="1" sz="2400">
                  <a:solidFill>
                    <a:schemeClr val="tx1"/>
                  </a:solidFill>
                  <a:latin typeface="Times New Roman" panose="02020603050405020304" pitchFamily="18" charset="0"/>
                  <a:ea typeface="宋体" panose="02010600030101010101" pitchFamily="2" charset="-122"/>
                </a:defRPr>
              </a:lvl4pPr>
              <a:lvl5pPr marL="2495550" indent="-228600" defTabSz="762000">
                <a:defRPr kumimoji="1" sz="2400">
                  <a:solidFill>
                    <a:schemeClr val="tx1"/>
                  </a:solidFill>
                  <a:latin typeface="Times New Roman" panose="02020603050405020304" pitchFamily="18" charset="0"/>
                  <a:ea typeface="宋体" panose="02010600030101010101" pitchFamily="2" charset="-122"/>
                </a:defRPr>
              </a:lvl5pPr>
              <a:lvl6pPr marL="2952750" indent="-228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409950" indent="-228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867150" indent="-228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324350" indent="-228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lnSpc>
                  <a:spcPct val="145000"/>
                </a:lnSpc>
                <a:spcBef>
                  <a:spcPct val="20000"/>
                </a:spcBef>
                <a:buFont typeface="Wingdings" panose="05000000000000000000" pitchFamily="2" charset="2"/>
                <a:buNone/>
              </a:pPr>
              <a:r>
                <a:rPr lang="zh-CN" altLang="en-US" b="1">
                  <a:solidFill>
                    <a:srgbClr val="FF0000"/>
                  </a:solidFill>
                  <a:latin typeface="幼圆" panose="02010509060101010101" pitchFamily="49" charset="-122"/>
                  <a:ea typeface="幼圆" panose="02010509060101010101" pitchFamily="49" charset="-122"/>
                </a:rPr>
                <a:t>易于物理实现</a:t>
              </a:r>
            </a:p>
            <a:p>
              <a:pPr eaLnBrk="0" hangingPunct="0">
                <a:lnSpc>
                  <a:spcPct val="145000"/>
                </a:lnSpc>
                <a:spcBef>
                  <a:spcPct val="20000"/>
                </a:spcBef>
                <a:buFont typeface="Wingdings" panose="05000000000000000000" pitchFamily="2" charset="2"/>
                <a:buNone/>
              </a:pPr>
              <a:r>
                <a:rPr lang="zh-CN" altLang="en-US" b="1">
                  <a:solidFill>
                    <a:srgbClr val="FF0000"/>
                  </a:solidFill>
                  <a:latin typeface="幼圆" panose="02010509060101010101" pitchFamily="49" charset="-122"/>
                  <a:ea typeface="幼圆" panose="02010509060101010101" pitchFamily="49" charset="-122"/>
                </a:rPr>
                <a:t>运算规则简单</a:t>
              </a:r>
            </a:p>
            <a:p>
              <a:pPr eaLnBrk="0" hangingPunct="0">
                <a:lnSpc>
                  <a:spcPct val="145000"/>
                </a:lnSpc>
                <a:spcBef>
                  <a:spcPct val="20000"/>
                </a:spcBef>
                <a:buFont typeface="Wingdings" panose="05000000000000000000" pitchFamily="2" charset="2"/>
                <a:buNone/>
              </a:pPr>
              <a:r>
                <a:rPr lang="zh-CN" altLang="en-US" b="1">
                  <a:solidFill>
                    <a:srgbClr val="FF0000"/>
                  </a:solidFill>
                  <a:latin typeface="幼圆" panose="02010509060101010101" pitchFamily="49" charset="-122"/>
                  <a:ea typeface="幼圆" panose="02010509060101010101" pitchFamily="49" charset="-122"/>
                </a:rPr>
                <a:t>机器可靠性高</a:t>
              </a:r>
            </a:p>
            <a:p>
              <a:pPr eaLnBrk="0" hangingPunct="0">
                <a:lnSpc>
                  <a:spcPct val="145000"/>
                </a:lnSpc>
                <a:spcBef>
                  <a:spcPct val="20000"/>
                </a:spcBef>
                <a:buFont typeface="Wingdings" panose="05000000000000000000" pitchFamily="2" charset="2"/>
                <a:buNone/>
              </a:pPr>
              <a:r>
                <a:rPr lang="zh-CN" altLang="en-US" b="1">
                  <a:solidFill>
                    <a:srgbClr val="FF0000"/>
                  </a:solidFill>
                  <a:latin typeface="幼圆" panose="02010509060101010101" pitchFamily="49" charset="-122"/>
                  <a:ea typeface="幼圆" panose="02010509060101010101" pitchFamily="49" charset="-122"/>
                </a:rPr>
                <a:t>通用性强</a:t>
              </a:r>
            </a:p>
            <a:p>
              <a:pPr eaLnBrk="0" hangingPunct="0">
                <a:lnSpc>
                  <a:spcPct val="145000"/>
                </a:lnSpc>
                <a:spcBef>
                  <a:spcPct val="20000"/>
                </a:spcBef>
                <a:buFont typeface="Wingdings" panose="05000000000000000000" pitchFamily="2" charset="2"/>
                <a:buNone/>
              </a:pPr>
              <a:endParaRPr lang="en-US" altLang="zh-CN">
                <a:solidFill>
                  <a:srgbClr val="FF0000"/>
                </a:solidFill>
                <a:latin typeface="幼圆" panose="02010509060101010101" pitchFamily="49" charset="-122"/>
                <a:ea typeface="幼圆" panose="02010509060101010101" pitchFamily="49" charset="-122"/>
              </a:endParaRPr>
            </a:p>
          </p:txBody>
        </p:sp>
        <p:graphicFrame>
          <p:nvGraphicFramePr>
            <p:cNvPr id="189699" name="Object 259">
              <a:extLst>
                <a:ext uri="{FF2B5EF4-FFF2-40B4-BE49-F238E27FC236}">
                  <a16:creationId xmlns:a16="http://schemas.microsoft.com/office/drawing/2014/main" id="{98B6240F-2650-4932-A31D-832CC37CEB1E}"/>
                </a:ext>
              </a:extLst>
            </p:cNvPr>
            <p:cNvGraphicFramePr>
              <a:graphicFrameLocks noChangeAspect="1"/>
            </p:cNvGraphicFramePr>
            <p:nvPr/>
          </p:nvGraphicFramePr>
          <p:xfrm>
            <a:off x="1142" y="3207"/>
            <a:ext cx="218" cy="215"/>
          </p:xfrm>
          <a:graphic>
            <a:graphicData uri="http://schemas.openxmlformats.org/presentationml/2006/ole">
              <mc:AlternateContent xmlns:mc="http://schemas.openxmlformats.org/markup-compatibility/2006">
                <mc:Choice xmlns:v="urn:schemas-microsoft-com:vml" Requires="v">
                  <p:oleObj name="BMP 图象" r:id="rId4" imgW="685714" imgH="676369" progId="Paint.Picture">
                    <p:embed/>
                  </p:oleObj>
                </mc:Choice>
                <mc:Fallback>
                  <p:oleObj name="BMP 图象" r:id="rId4" imgW="685714" imgH="676369" progId="Paint.Picture">
                    <p:embed/>
                    <p:pic>
                      <p:nvPicPr>
                        <p:cNvPr id="0" name="Object 259"/>
                        <p:cNvPicPr>
                          <a:picLocks noChangeAspect="1" noChangeArrowheads="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142" y="3207"/>
                          <a:ext cx="218" cy="2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89700" name="Object 260">
              <a:extLst>
                <a:ext uri="{FF2B5EF4-FFF2-40B4-BE49-F238E27FC236}">
                  <a16:creationId xmlns:a16="http://schemas.microsoft.com/office/drawing/2014/main" id="{1080D8F5-ABE4-4091-9F3A-26D9CC715314}"/>
                </a:ext>
              </a:extLst>
            </p:cNvPr>
            <p:cNvGraphicFramePr>
              <a:graphicFrameLocks noChangeAspect="1"/>
            </p:cNvGraphicFramePr>
            <p:nvPr/>
          </p:nvGraphicFramePr>
          <p:xfrm>
            <a:off x="1142" y="2823"/>
            <a:ext cx="218" cy="215"/>
          </p:xfrm>
          <a:graphic>
            <a:graphicData uri="http://schemas.openxmlformats.org/presentationml/2006/ole">
              <mc:AlternateContent xmlns:mc="http://schemas.openxmlformats.org/markup-compatibility/2006">
                <mc:Choice xmlns:v="urn:schemas-microsoft-com:vml" Requires="v">
                  <p:oleObj name="BMP 图象" r:id="rId6" imgW="685714" imgH="676369" progId="Paint.Picture">
                    <p:embed/>
                  </p:oleObj>
                </mc:Choice>
                <mc:Fallback>
                  <p:oleObj name="BMP 图象" r:id="rId6" imgW="685714" imgH="676369" progId="Paint.Picture">
                    <p:embed/>
                    <p:pic>
                      <p:nvPicPr>
                        <p:cNvPr id="0" name="Object 260"/>
                        <p:cNvPicPr>
                          <a:picLocks noChangeAspect="1" noChangeArrowheads="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142" y="2823"/>
                          <a:ext cx="218" cy="2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89701" name="Object 261">
              <a:extLst>
                <a:ext uri="{FF2B5EF4-FFF2-40B4-BE49-F238E27FC236}">
                  <a16:creationId xmlns:a16="http://schemas.microsoft.com/office/drawing/2014/main" id="{AFC41D4E-B21F-43C8-A1C8-3027FEFF91A9}"/>
                </a:ext>
              </a:extLst>
            </p:cNvPr>
            <p:cNvGraphicFramePr>
              <a:graphicFrameLocks noChangeAspect="1"/>
            </p:cNvGraphicFramePr>
            <p:nvPr/>
          </p:nvGraphicFramePr>
          <p:xfrm>
            <a:off x="1142" y="2439"/>
            <a:ext cx="218" cy="215"/>
          </p:xfrm>
          <a:graphic>
            <a:graphicData uri="http://schemas.openxmlformats.org/presentationml/2006/ole">
              <mc:AlternateContent xmlns:mc="http://schemas.openxmlformats.org/markup-compatibility/2006">
                <mc:Choice xmlns:v="urn:schemas-microsoft-com:vml" Requires="v">
                  <p:oleObj name="BMP 图象" r:id="rId7" imgW="685714" imgH="676369" progId="Paint.Picture">
                    <p:embed/>
                  </p:oleObj>
                </mc:Choice>
                <mc:Fallback>
                  <p:oleObj name="BMP 图象" r:id="rId7" imgW="685714" imgH="676369" progId="Paint.Picture">
                    <p:embed/>
                    <p:pic>
                      <p:nvPicPr>
                        <p:cNvPr id="0" name="Object 261"/>
                        <p:cNvPicPr>
                          <a:picLocks noChangeAspect="1" noChangeArrowheads="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142" y="2439"/>
                          <a:ext cx="218" cy="2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aphicFrame>
        <p:nvGraphicFramePr>
          <p:cNvPr id="189703" name="Object 263">
            <a:extLst>
              <a:ext uri="{FF2B5EF4-FFF2-40B4-BE49-F238E27FC236}">
                <a16:creationId xmlns:a16="http://schemas.microsoft.com/office/drawing/2014/main" id="{67D8B634-8148-4B06-A770-B285B6F072C7}"/>
              </a:ext>
            </a:extLst>
          </p:cNvPr>
          <p:cNvGraphicFramePr>
            <a:graphicFrameLocks noChangeAspect="1"/>
          </p:cNvGraphicFramePr>
          <p:nvPr/>
        </p:nvGraphicFramePr>
        <p:xfrm>
          <a:off x="1828800" y="5684838"/>
          <a:ext cx="381000" cy="303212"/>
        </p:xfrm>
        <a:graphic>
          <a:graphicData uri="http://schemas.openxmlformats.org/presentationml/2006/ole">
            <mc:AlternateContent xmlns:mc="http://schemas.openxmlformats.org/markup-compatibility/2006">
              <mc:Choice xmlns:v="urn:schemas-microsoft-com:vml" Requires="v">
                <p:oleObj name="位图图像" r:id="rId8" imgW="685714" imgH="676369" progId="Paint.Picture">
                  <p:embed/>
                </p:oleObj>
              </mc:Choice>
              <mc:Fallback>
                <p:oleObj name="位图图像" r:id="rId8" imgW="685714" imgH="676369" progId="Paint.Picture">
                  <p:embed/>
                  <p:pic>
                    <p:nvPicPr>
                      <p:cNvPr id="0" name="Object 263"/>
                      <p:cNvPicPr>
                        <a:picLocks noChangeAspect="1" noChangeArrowheads="1"/>
                      </p:cNvPicPr>
                      <p:nvPr/>
                    </p:nvPicPr>
                    <p:blipFill>
                      <a:blip r:embed="rId9">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828800" y="5684838"/>
                        <a:ext cx="381000" cy="303212"/>
                      </a:xfrm>
                      <a:prstGeom prst="rect">
                        <a:avLst/>
                      </a:prstGeom>
                      <a:noFill/>
                      <a:ln>
                        <a:noFill/>
                      </a:ln>
                      <a:effectLst/>
                      <a:extLst>
                        <a:ext uri="{909E8E84-426E-40DD-AFC4-6F175D3DCCD1}">
                          <a14:hiddenFill xmlns:a14="http://schemas.microsoft.com/office/drawing/2010/main">
                            <a:solidFill>
                              <a:srgbClr val="CCCC00"/>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spd="slow">
    <p:blinds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nodeType="clickEffect">
                                  <p:stCondLst>
                                    <p:cond delay="0"/>
                                  </p:stCondLst>
                                  <p:childTnLst>
                                    <p:set>
                                      <p:cBhvr>
                                        <p:cTn id="6" dur="1" fill="hold">
                                          <p:stCondLst>
                                            <p:cond delay="0"/>
                                          </p:stCondLst>
                                        </p:cTn>
                                        <p:tgtEl>
                                          <p:spTgt spid="189655"/>
                                        </p:tgtEl>
                                        <p:attrNameLst>
                                          <p:attrName>style.visibility</p:attrName>
                                        </p:attrNameLst>
                                      </p:cBhvr>
                                      <p:to>
                                        <p:strVal val="visible"/>
                                      </p:to>
                                    </p:set>
                                    <p:animEffect transition="in" filter="slide(fromBottom)">
                                      <p:cBhvr>
                                        <p:cTn id="7" dur="500"/>
                                        <p:tgtEl>
                                          <p:spTgt spid="18965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nodeType="clickEffect">
                                  <p:stCondLst>
                                    <p:cond delay="0"/>
                                  </p:stCondLst>
                                  <p:childTnLst>
                                    <p:set>
                                      <p:cBhvr>
                                        <p:cTn id="11" dur="1" fill="hold">
                                          <p:stCondLst>
                                            <p:cond delay="499"/>
                                          </p:stCondLst>
                                        </p:cTn>
                                        <p:tgtEl>
                                          <p:spTgt spid="189675"/>
                                        </p:tgtEl>
                                        <p:attrNameLst>
                                          <p:attrName>style.visibility</p:attrName>
                                        </p:attrNameLst>
                                      </p:cBhvr>
                                      <p:to>
                                        <p:strVal val="visible"/>
                                      </p:to>
                                    </p:set>
                                  </p:childTnLst>
                                  <p:subTnLst>
                                    <p:audio>
                                      <p:cMediaNode>
                                        <p:cTn display="0" masterRel="sameClick">
                                          <p:stCondLst>
                                            <p:cond evt="begin" delay="0">
                                              <p:tn val="10"/>
                                            </p:cond>
                                          </p:stCondLst>
                                          <p:endCondLst>
                                            <p:cond evt="onStopAudio" delay="0">
                                              <p:tgtEl>
                                                <p:sldTgt/>
                                              </p:tgtEl>
                                            </p:cond>
                                          </p:endCondLst>
                                        </p:cTn>
                                        <p:tgtEl>
                                          <p:sndTgt r:embed="rId3" name="TYPE.WAV"/>
                                        </p:tgtEl>
                                      </p:cMediaNode>
                                    </p:audio>
                                  </p:subTnLst>
                                </p:cTn>
                              </p:par>
                            </p:childTnLst>
                          </p:cTn>
                        </p:par>
                      </p:childTnLst>
                    </p:cTn>
                  </p:par>
                  <p:par>
                    <p:cTn id="12" fill="hold" nodeType="clickPar">
                      <p:stCondLst>
                        <p:cond delay="indefinite"/>
                      </p:stCondLst>
                      <p:childTnLst>
                        <p:par>
                          <p:cTn id="13" fill="hold" nodeType="withGroup">
                            <p:stCondLst>
                              <p:cond delay="0"/>
                            </p:stCondLst>
                            <p:childTnLst>
                              <p:par>
                                <p:cTn id="14" presetID="1" presetClass="entr" presetSubtype="0" fill="hold" nodeType="clickEffect">
                                  <p:stCondLst>
                                    <p:cond delay="0"/>
                                  </p:stCondLst>
                                  <p:childTnLst>
                                    <p:set>
                                      <p:cBhvr>
                                        <p:cTn id="15" dur="1" fill="hold">
                                          <p:stCondLst>
                                            <p:cond delay="499"/>
                                          </p:stCondLst>
                                        </p:cTn>
                                        <p:tgtEl>
                                          <p:spTgt spid="189506"/>
                                        </p:tgtEl>
                                        <p:attrNameLst>
                                          <p:attrName>style.visibility</p:attrName>
                                        </p:attrNameLst>
                                      </p:cBhvr>
                                      <p:to>
                                        <p:strVal val="visible"/>
                                      </p:to>
                                    </p:set>
                                  </p:childTnLst>
                                  <p:subTnLst>
                                    <p:audio>
                                      <p:cMediaNode>
                                        <p:cTn display="0" masterRel="sameClick">
                                          <p:stCondLst>
                                            <p:cond evt="begin" delay="0">
                                              <p:tn val="14"/>
                                            </p:cond>
                                          </p:stCondLst>
                                          <p:endCondLst>
                                            <p:cond evt="onStopAudio" delay="0">
                                              <p:tgtEl>
                                                <p:sldTgt/>
                                              </p:tgtEl>
                                            </p:cond>
                                          </p:endCondLst>
                                        </p:cTn>
                                        <p:tgtEl>
                                          <p:sndTgt r:embed="rId3" name="TYPE.WAV"/>
                                        </p:tgtEl>
                                      </p:cMediaNode>
                                    </p:audio>
                                  </p:subTnLst>
                                </p:cTn>
                              </p:par>
                            </p:childTnLst>
                          </p:cTn>
                        </p:par>
                      </p:childTnLst>
                    </p:cTn>
                  </p:par>
                  <p:par>
                    <p:cTn id="16" fill="hold" nodeType="clickPar">
                      <p:stCondLst>
                        <p:cond delay="indefinite"/>
                      </p:stCondLst>
                      <p:childTnLst>
                        <p:par>
                          <p:cTn id="17" fill="hold" nodeType="withGroup">
                            <p:stCondLst>
                              <p:cond delay="0"/>
                            </p:stCondLst>
                            <p:childTnLst>
                              <p:par>
                                <p:cTn id="18" presetID="1" presetClass="entr" presetSubtype="0" fill="hold" nodeType="clickEffect">
                                  <p:stCondLst>
                                    <p:cond delay="0"/>
                                  </p:stCondLst>
                                  <p:childTnLst>
                                    <p:set>
                                      <p:cBhvr>
                                        <p:cTn id="19" dur="1" fill="hold">
                                          <p:stCondLst>
                                            <p:cond delay="499"/>
                                          </p:stCondLst>
                                        </p:cTn>
                                        <p:tgtEl>
                                          <p:spTgt spid="189463"/>
                                        </p:tgtEl>
                                        <p:attrNameLst>
                                          <p:attrName>style.visibility</p:attrName>
                                        </p:attrNameLst>
                                      </p:cBhvr>
                                      <p:to>
                                        <p:strVal val="visible"/>
                                      </p:to>
                                    </p:set>
                                  </p:childTnLst>
                                  <p:subTnLst>
                                    <p:audio>
                                      <p:cMediaNode>
                                        <p:cTn display="0" masterRel="sameClick">
                                          <p:stCondLst>
                                            <p:cond evt="begin" delay="0">
                                              <p:tn val="18"/>
                                            </p:cond>
                                          </p:stCondLst>
                                          <p:endCondLst>
                                            <p:cond evt="onStopAudio" delay="0">
                                              <p:tgtEl>
                                                <p:sldTgt/>
                                              </p:tgtEl>
                                            </p:cond>
                                          </p:endCondLst>
                                        </p:cTn>
                                        <p:tgtEl>
                                          <p:sndTgt r:embed="rId3" name="TYPE.WAV"/>
                                        </p:tgtEl>
                                      </p:cMediaNode>
                                    </p:audio>
                                  </p:subTnLst>
                                </p:cTn>
                              </p:par>
                            </p:childTnLst>
                          </p:cTn>
                        </p:par>
                      </p:childTnLst>
                    </p:cTn>
                  </p:par>
                  <p:par>
                    <p:cTn id="20" fill="hold" nodeType="clickPar">
                      <p:stCondLst>
                        <p:cond delay="indefinite"/>
                      </p:stCondLst>
                      <p:childTnLst>
                        <p:par>
                          <p:cTn id="21" fill="hold" nodeType="withGroup">
                            <p:stCondLst>
                              <p:cond delay="0"/>
                            </p:stCondLst>
                            <p:childTnLst>
                              <p:par>
                                <p:cTn id="22" presetID="12" presetClass="entr" presetSubtype="4" fill="hold" nodeType="clickEffect">
                                  <p:stCondLst>
                                    <p:cond delay="0"/>
                                  </p:stCondLst>
                                  <p:childTnLst>
                                    <p:set>
                                      <p:cBhvr>
                                        <p:cTn id="23" dur="1" fill="hold">
                                          <p:stCondLst>
                                            <p:cond delay="0"/>
                                          </p:stCondLst>
                                        </p:cTn>
                                        <p:tgtEl>
                                          <p:spTgt spid="189665"/>
                                        </p:tgtEl>
                                        <p:attrNameLst>
                                          <p:attrName>style.visibility</p:attrName>
                                        </p:attrNameLst>
                                      </p:cBhvr>
                                      <p:to>
                                        <p:strVal val="visible"/>
                                      </p:to>
                                    </p:set>
                                    <p:animEffect transition="in" filter="slide(fromBottom)">
                                      <p:cBhvr>
                                        <p:cTn id="24" dur="500"/>
                                        <p:tgtEl>
                                          <p:spTgt spid="189665"/>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4" presetClass="entr" presetSubtype="32" fill="hold" grpId="0" nodeType="clickEffect">
                                  <p:stCondLst>
                                    <p:cond delay="0"/>
                                  </p:stCondLst>
                                  <p:childTnLst>
                                    <p:set>
                                      <p:cBhvr>
                                        <p:cTn id="28" dur="1" fill="hold">
                                          <p:stCondLst>
                                            <p:cond delay="0"/>
                                          </p:stCondLst>
                                        </p:cTn>
                                        <p:tgtEl>
                                          <p:spTgt spid="189674"/>
                                        </p:tgtEl>
                                        <p:attrNameLst>
                                          <p:attrName>style.visibility</p:attrName>
                                        </p:attrNameLst>
                                      </p:cBhvr>
                                      <p:to>
                                        <p:strVal val="visible"/>
                                      </p:to>
                                    </p:set>
                                    <p:animEffect transition="in" filter="box(out)">
                                      <p:cBhvr>
                                        <p:cTn id="29" dur="500"/>
                                        <p:tgtEl>
                                          <p:spTgt spid="1896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9674" grpId="0" animBg="1" autoUpdateAnimBg="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3">
            <a:extLst>
              <a:ext uri="{FF2B5EF4-FFF2-40B4-BE49-F238E27FC236}">
                <a16:creationId xmlns:a16="http://schemas.microsoft.com/office/drawing/2014/main" id="{82010DCC-E4A7-410A-ACD5-CDDC89A31EB5}"/>
              </a:ext>
            </a:extLst>
          </p:cNvPr>
          <p:cNvSpPr>
            <a:spLocks noGrp="1"/>
          </p:cNvSpPr>
          <p:nvPr>
            <p:ph type="sldNum" sz="quarter" idx="12"/>
          </p:nvPr>
        </p:nvSpPr>
        <p:spPr/>
        <p:txBody>
          <a:bodyPr/>
          <a:lstStyle/>
          <a:p>
            <a:fld id="{E00B80CE-E00E-4E54-B632-7A331D843C95}" type="slidenum">
              <a:rPr lang="en-US" altLang="zh-CN"/>
              <a:pPr/>
              <a:t>4</a:t>
            </a:fld>
            <a:endParaRPr lang="en-US" altLang="zh-CN"/>
          </a:p>
        </p:txBody>
      </p:sp>
      <p:sp>
        <p:nvSpPr>
          <p:cNvPr id="196611" name="Text Box 3">
            <a:extLst>
              <a:ext uri="{FF2B5EF4-FFF2-40B4-BE49-F238E27FC236}">
                <a16:creationId xmlns:a16="http://schemas.microsoft.com/office/drawing/2014/main" id="{5CCCEC37-F674-40FB-AC5D-C20FBC5A4B2C}"/>
              </a:ext>
            </a:extLst>
          </p:cNvPr>
          <p:cNvSpPr txBox="1">
            <a:spLocks noChangeArrowheads="1"/>
          </p:cNvSpPr>
          <p:nvPr/>
        </p:nvSpPr>
        <p:spPr bwMode="auto">
          <a:xfrm>
            <a:off x="468313" y="1412875"/>
            <a:ext cx="8207375" cy="669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eaLnBrk="0" hangingPunct="0">
              <a:spcBef>
                <a:spcPct val="50000"/>
              </a:spcBef>
            </a:pPr>
            <a:r>
              <a:rPr lang="zh-CN" altLang="en-US" sz="4400" b="1">
                <a:solidFill>
                  <a:srgbClr val="0000FF"/>
                </a:solidFill>
              </a:rPr>
              <a:t>数据存储单位</a:t>
            </a:r>
          </a:p>
        </p:txBody>
      </p:sp>
      <p:sp>
        <p:nvSpPr>
          <p:cNvPr id="196612" name="Rectangle 4">
            <a:extLst>
              <a:ext uri="{FF2B5EF4-FFF2-40B4-BE49-F238E27FC236}">
                <a16:creationId xmlns:a16="http://schemas.microsoft.com/office/drawing/2014/main" id="{DB7EBA4A-0962-462D-91EE-3D1A2FAEB29D}"/>
              </a:ext>
            </a:extLst>
          </p:cNvPr>
          <p:cNvSpPr>
            <a:spLocks noChangeArrowheads="1"/>
          </p:cNvSpPr>
          <p:nvPr/>
        </p:nvSpPr>
        <p:spPr bwMode="auto">
          <a:xfrm>
            <a:off x="395288" y="2057400"/>
            <a:ext cx="8291512" cy="4540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ea typeface="宋体" panose="02010600030101010101" pitchFamily="2" charset="-122"/>
              </a:defRPr>
            </a:lvl1pPr>
            <a:lvl2pPr marL="692150" indent="-347663">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ea typeface="宋体" panose="02010600030101010101" pitchFamily="2" charset="-122"/>
              </a:defRPr>
            </a:lvl2pPr>
            <a:lvl3pPr marL="987425" indent="-293688">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281113" indent="-2921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1598613" indent="-315913">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055813" indent="-315913"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513013" indent="-315913"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2970213" indent="-315913"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427413" indent="-315913"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lvl="1">
              <a:buClr>
                <a:schemeClr val="hlink"/>
              </a:buClr>
              <a:buFont typeface="Wingdings" panose="05000000000000000000" pitchFamily="2" charset="2"/>
              <a:buChar char="Ø"/>
            </a:pPr>
            <a:r>
              <a:rPr lang="zh-CN" altLang="en-US" sz="2400" b="1" dirty="0">
                <a:solidFill>
                  <a:srgbClr val="FF0000"/>
                </a:solidFill>
                <a:latin typeface="幼圆" panose="02010509060101010101" pitchFamily="49" charset="-122"/>
                <a:ea typeface="幼圆" panose="02010509060101010101" pitchFamily="49" charset="-122"/>
              </a:rPr>
              <a:t>位</a:t>
            </a:r>
            <a:r>
              <a:rPr lang="en-US" altLang="zh-CN" sz="2400" b="1" dirty="0">
                <a:solidFill>
                  <a:srgbClr val="FF0000"/>
                </a:solidFill>
                <a:latin typeface="幼圆" panose="02010509060101010101" pitchFamily="49" charset="-122"/>
                <a:ea typeface="幼圆" panose="02010509060101010101" pitchFamily="49" charset="-122"/>
              </a:rPr>
              <a:t>(bit),</a:t>
            </a:r>
            <a:r>
              <a:rPr lang="zh-CN" altLang="en-US" sz="2400" b="1" dirty="0">
                <a:latin typeface="幼圆" panose="02010509060101010101" pitchFamily="49" charset="-122"/>
                <a:ea typeface="幼圆" panose="02010509060101010101" pitchFamily="49" charset="-122"/>
              </a:rPr>
              <a:t>简记为</a:t>
            </a:r>
            <a:r>
              <a:rPr lang="en-US" altLang="zh-CN" sz="2400" b="1" dirty="0">
                <a:solidFill>
                  <a:srgbClr val="FF0000"/>
                </a:solidFill>
                <a:latin typeface="幼圆" panose="02010509060101010101" pitchFamily="49" charset="-122"/>
                <a:ea typeface="幼圆" panose="02010509060101010101" pitchFamily="49" charset="-122"/>
              </a:rPr>
              <a:t>b</a:t>
            </a:r>
            <a:r>
              <a:rPr lang="zh-CN" altLang="en-US" sz="2400" b="1" dirty="0">
                <a:latin typeface="幼圆" panose="02010509060101010101" pitchFamily="49" charset="-122"/>
                <a:ea typeface="幼圆" panose="02010509060101010101" pitchFamily="49" charset="-122"/>
              </a:rPr>
              <a:t>，</a:t>
            </a:r>
            <a:r>
              <a:rPr lang="en-US" altLang="zh-CN" sz="2400" b="1" dirty="0">
                <a:latin typeface="幼圆" panose="02010509060101010101" pitchFamily="49" charset="-122"/>
                <a:ea typeface="幼圆" panose="02010509060101010101" pitchFamily="49" charset="-122"/>
              </a:rPr>
              <a:t>1</a:t>
            </a:r>
            <a:r>
              <a:rPr lang="zh-CN" altLang="en-US" sz="2400" b="1" dirty="0">
                <a:latin typeface="幼圆" panose="02010509060101010101" pitchFamily="49" charset="-122"/>
                <a:ea typeface="幼圆" panose="02010509060101010101" pitchFamily="49" charset="-122"/>
              </a:rPr>
              <a:t>比特为</a:t>
            </a:r>
            <a:r>
              <a:rPr lang="en-US" altLang="zh-CN" sz="2400" b="1" dirty="0">
                <a:latin typeface="幼圆" panose="02010509060101010101" pitchFamily="49" charset="-122"/>
                <a:ea typeface="幼圆" panose="02010509060101010101" pitchFamily="49" charset="-122"/>
              </a:rPr>
              <a:t>1</a:t>
            </a:r>
            <a:r>
              <a:rPr lang="zh-CN" altLang="en-US" sz="2400" b="1" dirty="0">
                <a:latin typeface="幼圆" panose="02010509060101010101" pitchFamily="49" charset="-122"/>
                <a:ea typeface="幼圆" panose="02010509060101010101" pitchFamily="49" charset="-122"/>
              </a:rPr>
              <a:t>个二进制位，它是计算机内部存储信息的最小单位</a:t>
            </a:r>
            <a:r>
              <a:rPr lang="en-US" altLang="zh-CN" sz="2400" b="1" dirty="0">
                <a:latin typeface="幼圆" panose="02010509060101010101" pitchFamily="49" charset="-122"/>
                <a:ea typeface="幼圆" panose="02010509060101010101" pitchFamily="49" charset="-122"/>
              </a:rPr>
              <a:t>.</a:t>
            </a:r>
          </a:p>
          <a:p>
            <a:pPr lvl="1" algn="just">
              <a:buFont typeface="Wingdings" panose="05000000000000000000" pitchFamily="2" charset="2"/>
              <a:buChar char="Ø"/>
            </a:pPr>
            <a:r>
              <a:rPr lang="zh-CN" altLang="en-US" sz="2400" b="1" dirty="0">
                <a:solidFill>
                  <a:srgbClr val="FF0000"/>
                </a:solidFill>
                <a:latin typeface="幼圆" panose="02010509060101010101" pitchFamily="49" charset="-122"/>
                <a:ea typeface="幼圆" panose="02010509060101010101" pitchFamily="49" charset="-122"/>
              </a:rPr>
              <a:t>字节</a:t>
            </a:r>
            <a:r>
              <a:rPr lang="en-US" altLang="zh-CN" sz="2400" b="1" dirty="0">
                <a:solidFill>
                  <a:srgbClr val="FF0000"/>
                </a:solidFill>
                <a:latin typeface="幼圆" panose="02010509060101010101" pitchFamily="49" charset="-122"/>
                <a:ea typeface="幼圆" panose="02010509060101010101" pitchFamily="49" charset="-122"/>
              </a:rPr>
              <a:t>(Byte),</a:t>
            </a:r>
            <a:r>
              <a:rPr lang="zh-CN" altLang="en-US" sz="2400" b="1" dirty="0">
                <a:latin typeface="幼圆" panose="02010509060101010101" pitchFamily="49" charset="-122"/>
                <a:ea typeface="幼圆" panose="02010509060101010101" pitchFamily="49" charset="-122"/>
              </a:rPr>
              <a:t>简记为</a:t>
            </a:r>
            <a:r>
              <a:rPr lang="en-US" altLang="zh-CN" sz="2400" b="1" dirty="0">
                <a:solidFill>
                  <a:srgbClr val="FF0000"/>
                </a:solidFill>
                <a:latin typeface="幼圆" panose="02010509060101010101" pitchFamily="49" charset="-122"/>
                <a:ea typeface="幼圆" panose="02010509060101010101" pitchFamily="49" charset="-122"/>
              </a:rPr>
              <a:t>B</a:t>
            </a:r>
            <a:r>
              <a:rPr lang="en-US" altLang="zh-CN" sz="2400" b="1" dirty="0">
                <a:latin typeface="幼圆" panose="02010509060101010101" pitchFamily="49" charset="-122"/>
                <a:ea typeface="幼圆" panose="02010509060101010101" pitchFamily="49" charset="-122"/>
              </a:rPr>
              <a:t>,1</a:t>
            </a:r>
            <a:r>
              <a:rPr lang="zh-CN" altLang="en-US" sz="2400" b="1" dirty="0">
                <a:latin typeface="幼圆" panose="02010509060101010101" pitchFamily="49" charset="-122"/>
                <a:ea typeface="幼圆" panose="02010509060101010101" pitchFamily="49" charset="-122"/>
              </a:rPr>
              <a:t>个字节为</a:t>
            </a:r>
            <a:r>
              <a:rPr lang="en-US" altLang="zh-CN" sz="2400" b="1" dirty="0">
                <a:latin typeface="幼圆" panose="02010509060101010101" pitchFamily="49" charset="-122"/>
                <a:ea typeface="幼圆" panose="02010509060101010101" pitchFamily="49" charset="-122"/>
              </a:rPr>
              <a:t>8</a:t>
            </a:r>
            <a:r>
              <a:rPr lang="zh-CN" altLang="en-US" sz="2400" b="1" dirty="0">
                <a:latin typeface="幼圆" panose="02010509060101010101" pitchFamily="49" charset="-122"/>
                <a:ea typeface="幼圆" panose="02010509060101010101" pitchFamily="49" charset="-122"/>
              </a:rPr>
              <a:t>个二进制位</a:t>
            </a:r>
            <a:r>
              <a:rPr lang="en-US" altLang="zh-CN" sz="2400" b="1" dirty="0">
                <a:latin typeface="幼圆" panose="02010509060101010101" pitchFamily="49" charset="-122"/>
                <a:ea typeface="幼圆" panose="02010509060101010101" pitchFamily="49" charset="-122"/>
              </a:rPr>
              <a:t>,</a:t>
            </a:r>
            <a:r>
              <a:rPr lang="zh-CN" altLang="en-US" sz="2400" b="1" dirty="0">
                <a:latin typeface="幼圆" panose="02010509060101010101" pitchFamily="49" charset="-122"/>
                <a:ea typeface="幼圆" panose="02010509060101010101" pitchFamily="49" charset="-122"/>
              </a:rPr>
              <a:t>即</a:t>
            </a:r>
            <a:r>
              <a:rPr lang="en-US" altLang="zh-CN" sz="2400" b="1" dirty="0">
                <a:latin typeface="幼圆" panose="02010509060101010101" pitchFamily="49" charset="-122"/>
                <a:ea typeface="幼圆" panose="02010509060101010101" pitchFamily="49" charset="-122"/>
              </a:rPr>
              <a:t>1B=8b.</a:t>
            </a:r>
            <a:r>
              <a:rPr lang="zh-CN" altLang="en-US" sz="2400" b="1" dirty="0">
                <a:latin typeface="幼圆" panose="02010509060101010101" pitchFamily="49" charset="-122"/>
                <a:ea typeface="幼圆" panose="02010509060101010101" pitchFamily="49" charset="-122"/>
              </a:rPr>
              <a:t>它是计算机内部存储信息的基本单位</a:t>
            </a:r>
            <a:r>
              <a:rPr lang="en-US" altLang="zh-CN" sz="2400" b="1" dirty="0">
                <a:latin typeface="幼圆" panose="02010509060101010101" pitchFamily="49" charset="-122"/>
                <a:ea typeface="幼圆" panose="02010509060101010101" pitchFamily="49" charset="-122"/>
              </a:rPr>
              <a:t>.</a:t>
            </a:r>
          </a:p>
          <a:p>
            <a:pPr lvl="1" algn="just">
              <a:buFont typeface="Wingdings" panose="05000000000000000000" pitchFamily="2" charset="2"/>
              <a:buChar char="Ø"/>
            </a:pPr>
            <a:r>
              <a:rPr lang="zh-CN" altLang="en-US" sz="2400" b="1" dirty="0">
                <a:latin typeface="幼圆" panose="02010509060101010101" pitchFamily="49" charset="-122"/>
                <a:ea typeface="幼圆" panose="02010509060101010101" pitchFamily="49" charset="-122"/>
              </a:rPr>
              <a:t>其他经常用到的信息存储单位还有</a:t>
            </a:r>
            <a:r>
              <a:rPr lang="en-US" altLang="zh-CN" sz="2400" b="1" dirty="0">
                <a:latin typeface="幼圆" panose="02010509060101010101" pitchFamily="49" charset="-122"/>
                <a:ea typeface="幼圆" panose="02010509060101010101" pitchFamily="49" charset="-122"/>
              </a:rPr>
              <a:t>:</a:t>
            </a:r>
            <a:r>
              <a:rPr lang="zh-CN" altLang="en-US" sz="2400" b="1" dirty="0">
                <a:solidFill>
                  <a:srgbClr val="FF0000"/>
                </a:solidFill>
                <a:latin typeface="幼圆" panose="02010509060101010101" pitchFamily="49" charset="-122"/>
                <a:ea typeface="幼圆" panose="02010509060101010101" pitchFamily="49" charset="-122"/>
              </a:rPr>
              <a:t>千字节（</a:t>
            </a:r>
            <a:r>
              <a:rPr lang="en-US" altLang="zh-CN" sz="2400" b="1" dirty="0">
                <a:solidFill>
                  <a:srgbClr val="FF0000"/>
                </a:solidFill>
                <a:latin typeface="幼圆" panose="02010509060101010101" pitchFamily="49" charset="-122"/>
                <a:ea typeface="幼圆" panose="02010509060101010101" pitchFamily="49" charset="-122"/>
              </a:rPr>
              <a:t>KB</a:t>
            </a:r>
            <a:r>
              <a:rPr lang="zh-CN" altLang="en-US" sz="2400" b="1" dirty="0">
                <a:solidFill>
                  <a:srgbClr val="FF0000"/>
                </a:solidFill>
                <a:latin typeface="幼圆" panose="02010509060101010101" pitchFamily="49" charset="-122"/>
                <a:ea typeface="幼圆" panose="02010509060101010101" pitchFamily="49" charset="-122"/>
              </a:rPr>
              <a:t>），兆字节（</a:t>
            </a:r>
            <a:r>
              <a:rPr lang="en-US" altLang="zh-CN" sz="2400" b="1" dirty="0">
                <a:solidFill>
                  <a:srgbClr val="FF0000"/>
                </a:solidFill>
                <a:latin typeface="幼圆" panose="02010509060101010101" pitchFamily="49" charset="-122"/>
                <a:ea typeface="幼圆" panose="02010509060101010101" pitchFamily="49" charset="-122"/>
              </a:rPr>
              <a:t>MB</a:t>
            </a:r>
            <a:r>
              <a:rPr lang="zh-CN" altLang="en-US" sz="2400" b="1" dirty="0">
                <a:solidFill>
                  <a:srgbClr val="FF0000"/>
                </a:solidFill>
                <a:latin typeface="幼圆" panose="02010509060101010101" pitchFamily="49" charset="-122"/>
                <a:ea typeface="幼圆" panose="02010509060101010101" pitchFamily="49" charset="-122"/>
              </a:rPr>
              <a:t>）、吉字节（</a:t>
            </a:r>
            <a:r>
              <a:rPr lang="en-US" altLang="zh-CN" sz="2400" b="1" dirty="0">
                <a:solidFill>
                  <a:srgbClr val="FF0000"/>
                </a:solidFill>
                <a:latin typeface="幼圆" panose="02010509060101010101" pitchFamily="49" charset="-122"/>
                <a:ea typeface="幼圆" panose="02010509060101010101" pitchFamily="49" charset="-122"/>
              </a:rPr>
              <a:t>GB</a:t>
            </a:r>
            <a:r>
              <a:rPr lang="zh-CN" altLang="en-US" sz="2400" b="1" dirty="0">
                <a:solidFill>
                  <a:srgbClr val="FF0000"/>
                </a:solidFill>
                <a:latin typeface="幼圆" panose="02010509060101010101" pitchFamily="49" charset="-122"/>
                <a:ea typeface="幼圆" panose="02010509060101010101" pitchFamily="49" charset="-122"/>
              </a:rPr>
              <a:t>）、太字节（</a:t>
            </a:r>
            <a:r>
              <a:rPr lang="en-US" altLang="zh-CN" sz="2400" b="1" dirty="0">
                <a:solidFill>
                  <a:srgbClr val="FF0000"/>
                </a:solidFill>
                <a:latin typeface="幼圆" panose="02010509060101010101" pitchFamily="49" charset="-122"/>
                <a:ea typeface="幼圆" panose="02010509060101010101" pitchFamily="49" charset="-122"/>
              </a:rPr>
              <a:t>TB</a:t>
            </a:r>
            <a:r>
              <a:rPr lang="zh-CN" altLang="en-US" sz="2400" b="1" dirty="0">
                <a:solidFill>
                  <a:srgbClr val="FF0000"/>
                </a:solidFill>
                <a:latin typeface="幼圆" panose="02010509060101010101" pitchFamily="49" charset="-122"/>
                <a:ea typeface="幼圆" panose="02010509060101010101" pitchFamily="49" charset="-122"/>
              </a:rPr>
              <a:t>）。</a:t>
            </a:r>
          </a:p>
          <a:p>
            <a:pPr>
              <a:spcBef>
                <a:spcPct val="5000"/>
              </a:spcBef>
              <a:buFont typeface="Wingdings" panose="05000000000000000000" pitchFamily="2" charset="2"/>
              <a:buNone/>
            </a:pPr>
            <a:r>
              <a:rPr kumimoji="1" lang="zh-CN" altLang="en-US" sz="2400" b="1" dirty="0">
                <a:latin typeface="幼圆" panose="02010509060101010101" pitchFamily="49" charset="-122"/>
                <a:ea typeface="幼圆" panose="02010509060101010101" pitchFamily="49" charset="-122"/>
              </a:rPr>
              <a:t>	它们的换算关系是：</a:t>
            </a:r>
          </a:p>
          <a:p>
            <a:pPr>
              <a:spcBef>
                <a:spcPct val="5000"/>
              </a:spcBef>
              <a:buFont typeface="Wingdings" panose="05000000000000000000" pitchFamily="2" charset="2"/>
              <a:buNone/>
            </a:pPr>
            <a:r>
              <a:rPr kumimoji="1" lang="zh-CN" altLang="en-US" sz="2400" b="1" dirty="0">
                <a:solidFill>
                  <a:srgbClr val="0000FF"/>
                </a:solidFill>
                <a:latin typeface="幼圆" panose="02010509060101010101" pitchFamily="49" charset="-122"/>
                <a:ea typeface="幼圆" panose="02010509060101010101" pitchFamily="49" charset="-122"/>
              </a:rPr>
              <a:t>		</a:t>
            </a:r>
            <a:r>
              <a:rPr kumimoji="1" lang="en-US" altLang="zh-CN" sz="2400" b="1" dirty="0">
                <a:solidFill>
                  <a:srgbClr val="0000FF"/>
                </a:solidFill>
                <a:latin typeface="幼圆" panose="02010509060101010101" pitchFamily="49" charset="-122"/>
                <a:ea typeface="幼圆" panose="02010509060101010101" pitchFamily="49" charset="-122"/>
              </a:rPr>
              <a:t>1 KB = 1024 B = 2</a:t>
            </a:r>
            <a:r>
              <a:rPr kumimoji="1" lang="en-US" altLang="zh-CN" sz="2400" b="1" baseline="30000" dirty="0">
                <a:solidFill>
                  <a:srgbClr val="0000FF"/>
                </a:solidFill>
                <a:latin typeface="幼圆" panose="02010509060101010101" pitchFamily="49" charset="-122"/>
                <a:ea typeface="幼圆" panose="02010509060101010101" pitchFamily="49" charset="-122"/>
              </a:rPr>
              <a:t>10</a:t>
            </a:r>
            <a:r>
              <a:rPr kumimoji="1" lang="en-US" altLang="zh-CN" sz="2400" b="1" dirty="0">
                <a:solidFill>
                  <a:srgbClr val="0000FF"/>
                </a:solidFill>
                <a:latin typeface="幼圆" panose="02010509060101010101" pitchFamily="49" charset="-122"/>
                <a:ea typeface="幼圆" panose="02010509060101010101" pitchFamily="49" charset="-122"/>
              </a:rPr>
              <a:t>B</a:t>
            </a:r>
          </a:p>
          <a:p>
            <a:pPr>
              <a:spcBef>
                <a:spcPct val="5000"/>
              </a:spcBef>
              <a:buFont typeface="Wingdings" panose="05000000000000000000" pitchFamily="2" charset="2"/>
              <a:buNone/>
            </a:pPr>
            <a:r>
              <a:rPr kumimoji="1" lang="en-US" altLang="zh-CN" sz="2400" b="1" dirty="0">
                <a:solidFill>
                  <a:srgbClr val="0000FF"/>
                </a:solidFill>
                <a:latin typeface="幼圆" panose="02010509060101010101" pitchFamily="49" charset="-122"/>
                <a:ea typeface="幼圆" panose="02010509060101010101" pitchFamily="49" charset="-122"/>
              </a:rPr>
              <a:t>		1 MB = 1024 KB = 2</a:t>
            </a:r>
            <a:r>
              <a:rPr kumimoji="1" lang="en-US" altLang="zh-CN" sz="2400" b="1" baseline="30000" dirty="0">
                <a:solidFill>
                  <a:srgbClr val="0000FF"/>
                </a:solidFill>
                <a:latin typeface="幼圆" panose="02010509060101010101" pitchFamily="49" charset="-122"/>
                <a:ea typeface="幼圆" panose="02010509060101010101" pitchFamily="49" charset="-122"/>
              </a:rPr>
              <a:t>20</a:t>
            </a:r>
            <a:r>
              <a:rPr kumimoji="1" lang="en-US" altLang="zh-CN" sz="2400" b="1" dirty="0">
                <a:solidFill>
                  <a:srgbClr val="0000FF"/>
                </a:solidFill>
                <a:latin typeface="幼圆" panose="02010509060101010101" pitchFamily="49" charset="-122"/>
                <a:ea typeface="幼圆" panose="02010509060101010101" pitchFamily="49" charset="-122"/>
              </a:rPr>
              <a:t>B</a:t>
            </a:r>
          </a:p>
          <a:p>
            <a:pPr>
              <a:spcBef>
                <a:spcPct val="5000"/>
              </a:spcBef>
              <a:buFont typeface="Wingdings" panose="05000000000000000000" pitchFamily="2" charset="2"/>
              <a:buNone/>
            </a:pPr>
            <a:r>
              <a:rPr kumimoji="1" lang="en-US" altLang="zh-CN" sz="2400" b="1" dirty="0">
                <a:solidFill>
                  <a:srgbClr val="0000FF"/>
                </a:solidFill>
                <a:latin typeface="幼圆" panose="02010509060101010101" pitchFamily="49" charset="-122"/>
                <a:ea typeface="幼圆" panose="02010509060101010101" pitchFamily="49" charset="-122"/>
              </a:rPr>
              <a:t>      1 GB = 1024 MB = 2</a:t>
            </a:r>
            <a:r>
              <a:rPr kumimoji="1" lang="en-US" altLang="zh-CN" sz="2400" b="1" baseline="30000" dirty="0">
                <a:solidFill>
                  <a:srgbClr val="0000FF"/>
                </a:solidFill>
                <a:latin typeface="幼圆" panose="02010509060101010101" pitchFamily="49" charset="-122"/>
                <a:ea typeface="幼圆" panose="02010509060101010101" pitchFamily="49" charset="-122"/>
              </a:rPr>
              <a:t>30</a:t>
            </a:r>
            <a:r>
              <a:rPr kumimoji="1" lang="en-US" altLang="zh-CN" sz="2400" b="1" dirty="0">
                <a:solidFill>
                  <a:srgbClr val="0000FF"/>
                </a:solidFill>
                <a:latin typeface="幼圆" panose="02010509060101010101" pitchFamily="49" charset="-122"/>
                <a:ea typeface="幼圆" panose="02010509060101010101" pitchFamily="49" charset="-122"/>
              </a:rPr>
              <a:t>B</a:t>
            </a:r>
          </a:p>
          <a:p>
            <a:pPr>
              <a:spcBef>
                <a:spcPct val="5000"/>
              </a:spcBef>
              <a:buFont typeface="Wingdings" panose="05000000000000000000" pitchFamily="2" charset="2"/>
              <a:buNone/>
            </a:pPr>
            <a:r>
              <a:rPr kumimoji="1" lang="en-US" altLang="zh-CN" sz="2400" b="1" dirty="0">
                <a:solidFill>
                  <a:srgbClr val="0000FF"/>
                </a:solidFill>
                <a:latin typeface="幼圆" panose="02010509060101010101" pitchFamily="49" charset="-122"/>
                <a:ea typeface="幼圆" panose="02010509060101010101" pitchFamily="49" charset="-122"/>
              </a:rPr>
              <a:t>		1 TB = 1024 GB = 2</a:t>
            </a:r>
            <a:r>
              <a:rPr kumimoji="1" lang="en-US" altLang="zh-CN" sz="2400" b="1" baseline="30000" dirty="0">
                <a:solidFill>
                  <a:srgbClr val="0000FF"/>
                </a:solidFill>
                <a:latin typeface="幼圆" panose="02010509060101010101" pitchFamily="49" charset="-122"/>
                <a:ea typeface="幼圆" panose="02010509060101010101" pitchFamily="49" charset="-122"/>
              </a:rPr>
              <a:t>40</a:t>
            </a:r>
            <a:r>
              <a:rPr kumimoji="1" lang="en-US" altLang="zh-CN" sz="2400" b="1" dirty="0">
                <a:solidFill>
                  <a:srgbClr val="0000FF"/>
                </a:solidFill>
                <a:latin typeface="幼圆" panose="02010509060101010101" pitchFamily="49" charset="-122"/>
                <a:ea typeface="幼圆" panose="02010509060101010101" pitchFamily="49" charset="-122"/>
              </a:rPr>
              <a:t>B</a:t>
            </a:r>
          </a:p>
        </p:txBody>
      </p:sp>
      <p:sp>
        <p:nvSpPr>
          <p:cNvPr id="196613" name="Rectangle 5">
            <a:extLst>
              <a:ext uri="{FF2B5EF4-FFF2-40B4-BE49-F238E27FC236}">
                <a16:creationId xmlns:a16="http://schemas.microsoft.com/office/drawing/2014/main" id="{8AB1AB9F-9FD2-443D-A7B3-FE3FB2369B50}"/>
              </a:ext>
            </a:extLst>
          </p:cNvPr>
          <p:cNvSpPr>
            <a:spLocks noChangeArrowheads="1"/>
          </p:cNvSpPr>
          <p:nvPr/>
        </p:nvSpPr>
        <p:spPr bwMode="auto">
          <a:xfrm>
            <a:off x="0" y="260350"/>
            <a:ext cx="9144000" cy="593725"/>
          </a:xfrm>
          <a:prstGeom prst="rect">
            <a:avLst/>
          </a:prstGeom>
          <a:solidFill>
            <a:srgbClr val="0000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lgn="ctr">
              <a:defRPr sz="3900" b="1">
                <a:solidFill>
                  <a:schemeClr val="bg1"/>
                </a:solidFill>
                <a:latin typeface="Times New Roman" panose="02020603050405020304" pitchFamily="18" charset="0"/>
                <a:ea typeface="宋体" panose="02010600030101010101" pitchFamily="2" charset="-122"/>
              </a:defRPr>
            </a:lvl1pPr>
            <a:lvl2pPr algn="ctr">
              <a:defRPr sz="3900" b="1">
                <a:solidFill>
                  <a:schemeClr val="bg1"/>
                </a:solidFill>
                <a:latin typeface="Times New Roman" panose="02020603050405020304" pitchFamily="18" charset="0"/>
                <a:ea typeface="宋体" panose="02010600030101010101" pitchFamily="2" charset="-122"/>
              </a:defRPr>
            </a:lvl2pPr>
            <a:lvl3pPr algn="ctr">
              <a:defRPr sz="3900" b="1">
                <a:solidFill>
                  <a:schemeClr val="bg1"/>
                </a:solidFill>
                <a:latin typeface="Times New Roman" panose="02020603050405020304" pitchFamily="18" charset="0"/>
                <a:ea typeface="宋体" panose="02010600030101010101" pitchFamily="2" charset="-122"/>
              </a:defRPr>
            </a:lvl3pPr>
            <a:lvl4pPr algn="ctr">
              <a:defRPr sz="3900" b="1">
                <a:solidFill>
                  <a:schemeClr val="bg1"/>
                </a:solidFill>
                <a:latin typeface="Times New Roman" panose="02020603050405020304" pitchFamily="18" charset="0"/>
                <a:ea typeface="宋体" panose="02010600030101010101" pitchFamily="2" charset="-122"/>
              </a:defRPr>
            </a:lvl4pPr>
            <a:lvl5pPr algn="ctr">
              <a:defRPr sz="3900" b="1">
                <a:solidFill>
                  <a:schemeClr val="bg1"/>
                </a:solidFill>
                <a:latin typeface="Times New Roman" panose="02020603050405020304" pitchFamily="18" charset="0"/>
                <a:ea typeface="宋体" panose="02010600030101010101" pitchFamily="2" charset="-122"/>
              </a:defRPr>
            </a:lvl5pPr>
            <a:lvl6pPr marL="457200" algn="ctr" fontAlgn="base">
              <a:spcBef>
                <a:spcPct val="0"/>
              </a:spcBef>
              <a:spcAft>
                <a:spcPct val="0"/>
              </a:spcAft>
              <a:defRPr sz="3900" b="1">
                <a:solidFill>
                  <a:schemeClr val="bg1"/>
                </a:solidFill>
                <a:latin typeface="Times New Roman" panose="02020603050405020304" pitchFamily="18" charset="0"/>
                <a:ea typeface="宋体" panose="02010600030101010101" pitchFamily="2" charset="-122"/>
              </a:defRPr>
            </a:lvl6pPr>
            <a:lvl7pPr marL="914400" algn="ctr" fontAlgn="base">
              <a:spcBef>
                <a:spcPct val="0"/>
              </a:spcBef>
              <a:spcAft>
                <a:spcPct val="0"/>
              </a:spcAft>
              <a:defRPr sz="3900" b="1">
                <a:solidFill>
                  <a:schemeClr val="bg1"/>
                </a:solidFill>
                <a:latin typeface="Times New Roman" panose="02020603050405020304" pitchFamily="18" charset="0"/>
                <a:ea typeface="宋体" panose="02010600030101010101" pitchFamily="2" charset="-122"/>
              </a:defRPr>
            </a:lvl7pPr>
            <a:lvl8pPr marL="1371600" algn="ctr" fontAlgn="base">
              <a:spcBef>
                <a:spcPct val="0"/>
              </a:spcBef>
              <a:spcAft>
                <a:spcPct val="0"/>
              </a:spcAft>
              <a:defRPr sz="3900" b="1">
                <a:solidFill>
                  <a:schemeClr val="bg1"/>
                </a:solidFill>
                <a:latin typeface="Times New Roman" panose="02020603050405020304" pitchFamily="18" charset="0"/>
                <a:ea typeface="宋体" panose="02010600030101010101" pitchFamily="2" charset="-122"/>
              </a:defRPr>
            </a:lvl8pPr>
            <a:lvl9pPr marL="1828800" algn="ctr" fontAlgn="base">
              <a:spcBef>
                <a:spcPct val="0"/>
              </a:spcBef>
              <a:spcAft>
                <a:spcPct val="0"/>
              </a:spcAft>
              <a:defRPr sz="3900" b="1">
                <a:solidFill>
                  <a:schemeClr val="bg1"/>
                </a:solidFill>
                <a:latin typeface="Times New Roman" panose="02020603050405020304" pitchFamily="18" charset="0"/>
                <a:ea typeface="宋体" panose="02010600030101010101" pitchFamily="2" charset="-122"/>
              </a:defRPr>
            </a:lvl9pPr>
          </a:lstStyle>
          <a:p>
            <a:r>
              <a:rPr kumimoji="1" lang="zh-CN" altLang="en-US" sz="3500">
                <a:solidFill>
                  <a:srgbClr val="FFFF00"/>
                </a:solidFill>
                <a:ea typeface="楷体_GB2312" pitchFamily="49" charset="-122"/>
              </a:rPr>
              <a:t>数据在计算机中的表示</a:t>
            </a:r>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96612">
                                            <p:txEl>
                                              <p:pRg st="0" end="0"/>
                                            </p:txEl>
                                          </p:spTgt>
                                        </p:tgtEl>
                                        <p:attrNameLst>
                                          <p:attrName>style.visibility</p:attrName>
                                        </p:attrNameLst>
                                      </p:cBhvr>
                                      <p:to>
                                        <p:strVal val="visible"/>
                                      </p:to>
                                    </p:set>
                                    <p:animEffect transition="in" filter="wipe(left)">
                                      <p:cBhvr>
                                        <p:cTn id="7" dur="500"/>
                                        <p:tgtEl>
                                          <p:spTgt spid="196612">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96612">
                                            <p:txEl>
                                              <p:pRg st="1" end="1"/>
                                            </p:txEl>
                                          </p:spTgt>
                                        </p:tgtEl>
                                        <p:attrNameLst>
                                          <p:attrName>style.visibility</p:attrName>
                                        </p:attrNameLst>
                                      </p:cBhvr>
                                      <p:to>
                                        <p:strVal val="visible"/>
                                      </p:to>
                                    </p:set>
                                    <p:animEffect transition="in" filter="wipe(left)">
                                      <p:cBhvr>
                                        <p:cTn id="12" dur="500"/>
                                        <p:tgtEl>
                                          <p:spTgt spid="196612">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96612">
                                            <p:txEl>
                                              <p:pRg st="2" end="2"/>
                                            </p:txEl>
                                          </p:spTgt>
                                        </p:tgtEl>
                                        <p:attrNameLst>
                                          <p:attrName>style.visibility</p:attrName>
                                        </p:attrNameLst>
                                      </p:cBhvr>
                                      <p:to>
                                        <p:strVal val="visible"/>
                                      </p:to>
                                    </p:set>
                                    <p:animEffect transition="in" filter="wipe(left)">
                                      <p:cBhvr>
                                        <p:cTn id="17" dur="500"/>
                                        <p:tgtEl>
                                          <p:spTgt spid="196612">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96612">
                                            <p:txEl>
                                              <p:pRg st="3" end="3"/>
                                            </p:txEl>
                                          </p:spTgt>
                                        </p:tgtEl>
                                        <p:attrNameLst>
                                          <p:attrName>style.visibility</p:attrName>
                                        </p:attrNameLst>
                                      </p:cBhvr>
                                      <p:to>
                                        <p:strVal val="visible"/>
                                      </p:to>
                                    </p:set>
                                    <p:animEffect transition="in" filter="wipe(left)">
                                      <p:cBhvr>
                                        <p:cTn id="22" dur="500"/>
                                        <p:tgtEl>
                                          <p:spTgt spid="196612">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96612">
                                            <p:txEl>
                                              <p:pRg st="4" end="4"/>
                                            </p:txEl>
                                          </p:spTgt>
                                        </p:tgtEl>
                                        <p:attrNameLst>
                                          <p:attrName>style.visibility</p:attrName>
                                        </p:attrNameLst>
                                      </p:cBhvr>
                                      <p:to>
                                        <p:strVal val="visible"/>
                                      </p:to>
                                    </p:set>
                                    <p:animEffect transition="in" filter="wipe(left)">
                                      <p:cBhvr>
                                        <p:cTn id="27" dur="500"/>
                                        <p:tgtEl>
                                          <p:spTgt spid="196612">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96612">
                                            <p:txEl>
                                              <p:pRg st="5" end="5"/>
                                            </p:txEl>
                                          </p:spTgt>
                                        </p:tgtEl>
                                        <p:attrNameLst>
                                          <p:attrName>style.visibility</p:attrName>
                                        </p:attrNameLst>
                                      </p:cBhvr>
                                      <p:to>
                                        <p:strVal val="visible"/>
                                      </p:to>
                                    </p:set>
                                    <p:animEffect transition="in" filter="wipe(left)">
                                      <p:cBhvr>
                                        <p:cTn id="32" dur="500"/>
                                        <p:tgtEl>
                                          <p:spTgt spid="196612">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96612">
                                            <p:txEl>
                                              <p:pRg st="6" end="6"/>
                                            </p:txEl>
                                          </p:spTgt>
                                        </p:tgtEl>
                                        <p:attrNameLst>
                                          <p:attrName>style.visibility</p:attrName>
                                        </p:attrNameLst>
                                      </p:cBhvr>
                                      <p:to>
                                        <p:strVal val="visible"/>
                                      </p:to>
                                    </p:set>
                                    <p:animEffect transition="in" filter="wipe(left)">
                                      <p:cBhvr>
                                        <p:cTn id="37" dur="500"/>
                                        <p:tgtEl>
                                          <p:spTgt spid="196612">
                                            <p:txEl>
                                              <p:pRg st="6" end="6"/>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96612">
                                            <p:txEl>
                                              <p:pRg st="7" end="7"/>
                                            </p:txEl>
                                          </p:spTgt>
                                        </p:tgtEl>
                                        <p:attrNameLst>
                                          <p:attrName>style.visibility</p:attrName>
                                        </p:attrNameLst>
                                      </p:cBhvr>
                                      <p:to>
                                        <p:strVal val="visible"/>
                                      </p:to>
                                    </p:set>
                                    <p:animEffect transition="in" filter="wipe(left)">
                                      <p:cBhvr>
                                        <p:cTn id="42" dur="500"/>
                                        <p:tgtEl>
                                          <p:spTgt spid="196612">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6612" grpId="0" build="p" bldLvl="2" autoUpdateAnimBg="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3">
            <a:extLst>
              <a:ext uri="{FF2B5EF4-FFF2-40B4-BE49-F238E27FC236}">
                <a16:creationId xmlns:a16="http://schemas.microsoft.com/office/drawing/2014/main" id="{509E625A-D06E-45E2-BED0-FFA7CF373F4B}"/>
              </a:ext>
            </a:extLst>
          </p:cNvPr>
          <p:cNvSpPr>
            <a:spLocks noGrp="1"/>
          </p:cNvSpPr>
          <p:nvPr>
            <p:ph type="sldNum" sz="quarter" idx="12"/>
          </p:nvPr>
        </p:nvSpPr>
        <p:spPr/>
        <p:txBody>
          <a:bodyPr/>
          <a:lstStyle/>
          <a:p>
            <a:fld id="{B3F4DB98-56AA-4131-AC13-36CF58826FA6}" type="slidenum">
              <a:rPr lang="en-US" altLang="zh-CN"/>
              <a:pPr/>
              <a:t>5</a:t>
            </a:fld>
            <a:endParaRPr lang="en-US" altLang="zh-CN"/>
          </a:p>
        </p:txBody>
      </p:sp>
      <p:sp>
        <p:nvSpPr>
          <p:cNvPr id="198659" name="Text Box 3">
            <a:extLst>
              <a:ext uri="{FF2B5EF4-FFF2-40B4-BE49-F238E27FC236}">
                <a16:creationId xmlns:a16="http://schemas.microsoft.com/office/drawing/2014/main" id="{1528E09F-DD3F-430B-A59C-949E74716F4E}"/>
              </a:ext>
            </a:extLst>
          </p:cNvPr>
          <p:cNvSpPr txBox="1">
            <a:spLocks noChangeArrowheads="1"/>
          </p:cNvSpPr>
          <p:nvPr/>
        </p:nvSpPr>
        <p:spPr bwMode="auto">
          <a:xfrm>
            <a:off x="468313" y="1412875"/>
            <a:ext cx="8207375" cy="669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eaLnBrk="0" hangingPunct="0">
              <a:spcBef>
                <a:spcPct val="50000"/>
              </a:spcBef>
            </a:pPr>
            <a:r>
              <a:rPr lang="zh-CN" altLang="en-US" sz="4400" b="1">
                <a:solidFill>
                  <a:srgbClr val="0000FF"/>
                </a:solidFill>
              </a:rPr>
              <a:t>二进制数的可读性差</a:t>
            </a:r>
          </a:p>
        </p:txBody>
      </p:sp>
      <p:sp>
        <p:nvSpPr>
          <p:cNvPr id="198660" name="Rectangle 4">
            <a:extLst>
              <a:ext uri="{FF2B5EF4-FFF2-40B4-BE49-F238E27FC236}">
                <a16:creationId xmlns:a16="http://schemas.microsoft.com/office/drawing/2014/main" id="{84B7572C-28F9-4761-8E2B-3B3C61000E65}"/>
              </a:ext>
            </a:extLst>
          </p:cNvPr>
          <p:cNvSpPr>
            <a:spLocks noChangeArrowheads="1"/>
          </p:cNvSpPr>
          <p:nvPr/>
        </p:nvSpPr>
        <p:spPr bwMode="auto">
          <a:xfrm>
            <a:off x="395288" y="2276475"/>
            <a:ext cx="8291512" cy="1947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ea typeface="宋体" panose="02010600030101010101" pitchFamily="2" charset="-122"/>
              </a:defRPr>
            </a:lvl1pPr>
            <a:lvl2pPr marL="692150" indent="-347663">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ea typeface="宋体" panose="02010600030101010101" pitchFamily="2" charset="-122"/>
              </a:defRPr>
            </a:lvl2pPr>
            <a:lvl3pPr marL="987425" indent="-293688">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281113" indent="-2921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1598613" indent="-315913">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055813" indent="-315913"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513013" indent="-315913"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2970213" indent="-315913"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427413" indent="-315913"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lvl="1">
              <a:buClr>
                <a:schemeClr val="hlink"/>
              </a:buClr>
              <a:buFont typeface="Wingdings" panose="05000000000000000000" pitchFamily="2" charset="2"/>
              <a:buChar char="Ø"/>
            </a:pPr>
            <a:r>
              <a:rPr lang="en-US" altLang="zh-CN" sz="2400" b="1">
                <a:latin typeface="宋体" panose="02010600030101010101" pitchFamily="2" charset="-122"/>
                <a:ea typeface="幼圆" panose="02010509060101010101" pitchFamily="49" charset="-122"/>
              </a:rPr>
              <a:t>“</a:t>
            </a:r>
            <a:r>
              <a:rPr lang="zh-CN" altLang="en-US" sz="2400" b="1">
                <a:latin typeface="幼圆" panose="02010509060101010101" pitchFamily="49" charset="-122"/>
                <a:ea typeface="幼圆" panose="02010509060101010101" pitchFamily="49" charset="-122"/>
              </a:rPr>
              <a:t>我已经教书</a:t>
            </a:r>
            <a:r>
              <a:rPr lang="en-US" altLang="zh-CN" sz="2400" b="1">
                <a:latin typeface="幼圆" panose="02010509060101010101" pitchFamily="49" charset="-122"/>
                <a:ea typeface="幼圆" panose="02010509060101010101" pitchFamily="49" charset="-122"/>
              </a:rPr>
              <a:t>11001</a:t>
            </a:r>
            <a:r>
              <a:rPr lang="zh-CN" altLang="en-US" sz="2400" b="1">
                <a:latin typeface="幼圆" panose="02010509060101010101" pitchFamily="49" charset="-122"/>
                <a:ea typeface="幼圆" panose="02010509060101010101" pitchFamily="49" charset="-122"/>
              </a:rPr>
              <a:t>年了</a:t>
            </a:r>
            <a:r>
              <a:rPr lang="zh-CN" altLang="en-US" sz="2400" b="1">
                <a:latin typeface="宋体" panose="02010600030101010101" pitchFamily="2" charset="-122"/>
                <a:ea typeface="幼圆" panose="02010509060101010101" pitchFamily="49" charset="-122"/>
              </a:rPr>
              <a:t>”</a:t>
            </a:r>
            <a:r>
              <a:rPr lang="zh-CN" altLang="en-US" sz="2400" b="1">
                <a:latin typeface="幼圆" panose="02010509060101010101" pitchFamily="49" charset="-122"/>
                <a:ea typeface="幼圆" panose="02010509060101010101" pitchFamily="49" charset="-122"/>
              </a:rPr>
              <a:t>（二进制）</a:t>
            </a:r>
          </a:p>
          <a:p>
            <a:pPr lvl="1">
              <a:buClr>
                <a:schemeClr val="hlink"/>
              </a:buClr>
              <a:buFont typeface="Wingdings" panose="05000000000000000000" pitchFamily="2" charset="2"/>
              <a:buNone/>
            </a:pPr>
            <a:r>
              <a:rPr lang="zh-CN" altLang="en-US" sz="2400" b="1">
                <a:latin typeface="幼圆" panose="02010509060101010101" pitchFamily="49" charset="-122"/>
                <a:ea typeface="幼圆" panose="02010509060101010101" pitchFamily="49" charset="-122"/>
              </a:rPr>
              <a:t>	</a:t>
            </a:r>
            <a:r>
              <a:rPr lang="zh-CN" altLang="en-US" sz="2400" b="1">
                <a:latin typeface="宋体" panose="02010600030101010101" pitchFamily="2" charset="-122"/>
                <a:ea typeface="幼圆" panose="02010509060101010101" pitchFamily="49" charset="-122"/>
              </a:rPr>
              <a:t>“</a:t>
            </a:r>
            <a:r>
              <a:rPr lang="zh-CN" altLang="en-US" sz="2400" b="1">
                <a:latin typeface="幼圆" panose="02010509060101010101" pitchFamily="49" charset="-122"/>
                <a:ea typeface="幼圆" panose="02010509060101010101" pitchFamily="49" charset="-122"/>
              </a:rPr>
              <a:t>我已经教书</a:t>
            </a:r>
            <a:r>
              <a:rPr lang="en-US" altLang="zh-CN" sz="2400" b="1">
                <a:latin typeface="幼圆" panose="02010509060101010101" pitchFamily="49" charset="-122"/>
                <a:ea typeface="幼圆" panose="02010509060101010101" pitchFamily="49" charset="-122"/>
              </a:rPr>
              <a:t>25</a:t>
            </a:r>
            <a:r>
              <a:rPr lang="zh-CN" altLang="en-US" sz="2400" b="1">
                <a:latin typeface="幼圆" panose="02010509060101010101" pitchFamily="49" charset="-122"/>
                <a:ea typeface="幼圆" panose="02010509060101010101" pitchFamily="49" charset="-122"/>
              </a:rPr>
              <a:t>年了</a:t>
            </a:r>
            <a:r>
              <a:rPr lang="zh-CN" altLang="en-US" sz="2400" b="1">
                <a:latin typeface="宋体" panose="02010600030101010101" pitchFamily="2" charset="-122"/>
                <a:ea typeface="幼圆" panose="02010509060101010101" pitchFamily="49" charset="-122"/>
              </a:rPr>
              <a:t>”</a:t>
            </a:r>
            <a:r>
              <a:rPr lang="zh-CN" altLang="en-US" sz="2400" b="1">
                <a:latin typeface="幼圆" panose="02010509060101010101" pitchFamily="49" charset="-122"/>
                <a:ea typeface="幼圆" panose="02010509060101010101" pitchFamily="49" charset="-122"/>
              </a:rPr>
              <a:t>（十进制）</a:t>
            </a:r>
          </a:p>
          <a:p>
            <a:pPr lvl="1" algn="just">
              <a:buFont typeface="Wingdings" panose="05000000000000000000" pitchFamily="2" charset="2"/>
              <a:buChar char="Ø"/>
            </a:pPr>
            <a:r>
              <a:rPr lang="en-US" altLang="zh-CN" sz="2400" b="1">
                <a:latin typeface="幼圆" panose="02010509060101010101" pitchFamily="49" charset="-122"/>
                <a:ea typeface="幼圆" panose="02010509060101010101" pitchFamily="49" charset="-122"/>
              </a:rPr>
              <a:t>IP</a:t>
            </a:r>
            <a:r>
              <a:rPr lang="zh-CN" altLang="en-US" sz="2400" b="1">
                <a:latin typeface="幼圆" panose="02010509060101010101" pitchFamily="49" charset="-122"/>
                <a:ea typeface="幼圆" panose="02010509060101010101" pitchFamily="49" charset="-122"/>
              </a:rPr>
              <a:t>地址：</a:t>
            </a:r>
            <a:r>
              <a:rPr lang="en-US" altLang="zh-CN" sz="2400" b="1">
                <a:latin typeface="幼圆" panose="02010509060101010101" pitchFamily="49" charset="-122"/>
                <a:ea typeface="幼圆" panose="02010509060101010101" pitchFamily="49" charset="-122"/>
              </a:rPr>
              <a:t>211.80.184.1</a:t>
            </a:r>
          </a:p>
          <a:p>
            <a:pPr lvl="1" algn="just">
              <a:buFont typeface="Wingdings" panose="05000000000000000000" pitchFamily="2" charset="2"/>
              <a:buNone/>
            </a:pPr>
            <a:r>
              <a:rPr lang="en-US" altLang="zh-CN" sz="2400" b="1">
                <a:latin typeface="幼圆" panose="02010509060101010101" pitchFamily="49" charset="-122"/>
                <a:ea typeface="幼圆" panose="02010509060101010101" pitchFamily="49" charset="-122"/>
              </a:rPr>
              <a:t>	IP</a:t>
            </a:r>
            <a:r>
              <a:rPr lang="zh-CN" altLang="en-US" sz="2400" b="1">
                <a:latin typeface="幼圆" panose="02010509060101010101" pitchFamily="49" charset="-122"/>
                <a:ea typeface="幼圆" panose="02010509060101010101" pitchFamily="49" charset="-122"/>
              </a:rPr>
              <a:t>地址：</a:t>
            </a:r>
            <a:r>
              <a:rPr lang="en-US" altLang="zh-CN" sz="2400" b="1">
                <a:latin typeface="幼圆" panose="02010509060101010101" pitchFamily="49" charset="-122"/>
                <a:ea typeface="幼圆" panose="02010509060101010101" pitchFamily="49" charset="-122"/>
              </a:rPr>
              <a:t>11010011.01010000.10111000.00000001</a:t>
            </a:r>
            <a:endParaRPr kumimoji="1" lang="en-US" altLang="zh-CN" sz="2400" b="1">
              <a:latin typeface="幼圆" panose="02010509060101010101" pitchFamily="49" charset="-122"/>
              <a:ea typeface="幼圆" panose="02010509060101010101" pitchFamily="49" charset="-122"/>
            </a:endParaRPr>
          </a:p>
        </p:txBody>
      </p:sp>
      <p:sp>
        <p:nvSpPr>
          <p:cNvPr id="198661" name="Text Box 5">
            <a:extLst>
              <a:ext uri="{FF2B5EF4-FFF2-40B4-BE49-F238E27FC236}">
                <a16:creationId xmlns:a16="http://schemas.microsoft.com/office/drawing/2014/main" id="{E2EA1E55-D6E9-4FD0-8723-F69B36957665}"/>
              </a:ext>
            </a:extLst>
          </p:cNvPr>
          <p:cNvSpPr txBox="1">
            <a:spLocks noChangeArrowheads="1"/>
          </p:cNvSpPr>
          <p:nvPr/>
        </p:nvSpPr>
        <p:spPr bwMode="auto">
          <a:xfrm>
            <a:off x="971550" y="4292600"/>
            <a:ext cx="7921625" cy="549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eaLnBrk="0" hangingPunct="0">
              <a:spcBef>
                <a:spcPct val="50000"/>
              </a:spcBef>
            </a:pPr>
            <a:r>
              <a:rPr lang="zh-CN" altLang="en-US" sz="3600" b="1">
                <a:solidFill>
                  <a:srgbClr val="5F5F5F"/>
                </a:solidFill>
                <a:ea typeface="楷体_GB2312" pitchFamily="49" charset="-122"/>
              </a:rPr>
              <a:t>面对这么长的数字，没有人会喜欢的。</a:t>
            </a:r>
          </a:p>
        </p:txBody>
      </p:sp>
      <p:sp>
        <p:nvSpPr>
          <p:cNvPr id="198662" name="Rectangle 6">
            <a:extLst>
              <a:ext uri="{FF2B5EF4-FFF2-40B4-BE49-F238E27FC236}">
                <a16:creationId xmlns:a16="http://schemas.microsoft.com/office/drawing/2014/main" id="{B6111C2E-7AA2-4675-A84A-C0D51908512D}"/>
              </a:ext>
            </a:extLst>
          </p:cNvPr>
          <p:cNvSpPr>
            <a:spLocks noChangeArrowheads="1"/>
          </p:cNvSpPr>
          <p:nvPr/>
        </p:nvSpPr>
        <p:spPr bwMode="auto">
          <a:xfrm>
            <a:off x="0" y="404813"/>
            <a:ext cx="9144000" cy="593725"/>
          </a:xfrm>
          <a:prstGeom prst="rect">
            <a:avLst/>
          </a:prstGeom>
          <a:solidFill>
            <a:srgbClr val="0000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lgn="ctr">
              <a:defRPr sz="3900" b="1">
                <a:solidFill>
                  <a:schemeClr val="bg1"/>
                </a:solidFill>
                <a:latin typeface="Times New Roman" panose="02020603050405020304" pitchFamily="18" charset="0"/>
                <a:ea typeface="宋体" panose="02010600030101010101" pitchFamily="2" charset="-122"/>
              </a:defRPr>
            </a:lvl1pPr>
            <a:lvl2pPr algn="ctr">
              <a:defRPr sz="3900" b="1">
                <a:solidFill>
                  <a:schemeClr val="bg1"/>
                </a:solidFill>
                <a:latin typeface="Times New Roman" panose="02020603050405020304" pitchFamily="18" charset="0"/>
                <a:ea typeface="宋体" panose="02010600030101010101" pitchFamily="2" charset="-122"/>
              </a:defRPr>
            </a:lvl2pPr>
            <a:lvl3pPr algn="ctr">
              <a:defRPr sz="3900" b="1">
                <a:solidFill>
                  <a:schemeClr val="bg1"/>
                </a:solidFill>
                <a:latin typeface="Times New Roman" panose="02020603050405020304" pitchFamily="18" charset="0"/>
                <a:ea typeface="宋体" panose="02010600030101010101" pitchFamily="2" charset="-122"/>
              </a:defRPr>
            </a:lvl3pPr>
            <a:lvl4pPr algn="ctr">
              <a:defRPr sz="3900" b="1">
                <a:solidFill>
                  <a:schemeClr val="bg1"/>
                </a:solidFill>
                <a:latin typeface="Times New Roman" panose="02020603050405020304" pitchFamily="18" charset="0"/>
                <a:ea typeface="宋体" panose="02010600030101010101" pitchFamily="2" charset="-122"/>
              </a:defRPr>
            </a:lvl4pPr>
            <a:lvl5pPr algn="ctr">
              <a:defRPr sz="3900" b="1">
                <a:solidFill>
                  <a:schemeClr val="bg1"/>
                </a:solidFill>
                <a:latin typeface="Times New Roman" panose="02020603050405020304" pitchFamily="18" charset="0"/>
                <a:ea typeface="宋体" panose="02010600030101010101" pitchFamily="2" charset="-122"/>
              </a:defRPr>
            </a:lvl5pPr>
            <a:lvl6pPr marL="457200" algn="ctr" fontAlgn="base">
              <a:spcBef>
                <a:spcPct val="0"/>
              </a:spcBef>
              <a:spcAft>
                <a:spcPct val="0"/>
              </a:spcAft>
              <a:defRPr sz="3900" b="1">
                <a:solidFill>
                  <a:schemeClr val="bg1"/>
                </a:solidFill>
                <a:latin typeface="Times New Roman" panose="02020603050405020304" pitchFamily="18" charset="0"/>
                <a:ea typeface="宋体" panose="02010600030101010101" pitchFamily="2" charset="-122"/>
              </a:defRPr>
            </a:lvl6pPr>
            <a:lvl7pPr marL="914400" algn="ctr" fontAlgn="base">
              <a:spcBef>
                <a:spcPct val="0"/>
              </a:spcBef>
              <a:spcAft>
                <a:spcPct val="0"/>
              </a:spcAft>
              <a:defRPr sz="3900" b="1">
                <a:solidFill>
                  <a:schemeClr val="bg1"/>
                </a:solidFill>
                <a:latin typeface="Times New Roman" panose="02020603050405020304" pitchFamily="18" charset="0"/>
                <a:ea typeface="宋体" panose="02010600030101010101" pitchFamily="2" charset="-122"/>
              </a:defRPr>
            </a:lvl7pPr>
            <a:lvl8pPr marL="1371600" algn="ctr" fontAlgn="base">
              <a:spcBef>
                <a:spcPct val="0"/>
              </a:spcBef>
              <a:spcAft>
                <a:spcPct val="0"/>
              </a:spcAft>
              <a:defRPr sz="3900" b="1">
                <a:solidFill>
                  <a:schemeClr val="bg1"/>
                </a:solidFill>
                <a:latin typeface="Times New Roman" panose="02020603050405020304" pitchFamily="18" charset="0"/>
                <a:ea typeface="宋体" panose="02010600030101010101" pitchFamily="2" charset="-122"/>
              </a:defRPr>
            </a:lvl8pPr>
            <a:lvl9pPr marL="1828800" algn="ctr" fontAlgn="base">
              <a:spcBef>
                <a:spcPct val="0"/>
              </a:spcBef>
              <a:spcAft>
                <a:spcPct val="0"/>
              </a:spcAft>
              <a:defRPr sz="3900" b="1">
                <a:solidFill>
                  <a:schemeClr val="bg1"/>
                </a:solidFill>
                <a:latin typeface="Times New Roman" panose="02020603050405020304" pitchFamily="18" charset="0"/>
                <a:ea typeface="宋体" panose="02010600030101010101" pitchFamily="2" charset="-122"/>
              </a:defRPr>
            </a:lvl9pPr>
          </a:lstStyle>
          <a:p>
            <a:r>
              <a:rPr kumimoji="1" lang="zh-CN" altLang="en-US" sz="3500">
                <a:solidFill>
                  <a:srgbClr val="FFFF00"/>
                </a:solidFill>
                <a:ea typeface="楷体_GB2312" pitchFamily="49" charset="-122"/>
              </a:rPr>
              <a:t>数据在计算机中的表示</a:t>
            </a:r>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98660">
                                            <p:txEl>
                                              <p:pRg st="0" end="0"/>
                                            </p:txEl>
                                          </p:spTgt>
                                        </p:tgtEl>
                                        <p:attrNameLst>
                                          <p:attrName>style.visibility</p:attrName>
                                        </p:attrNameLst>
                                      </p:cBhvr>
                                      <p:to>
                                        <p:strVal val="visible"/>
                                      </p:to>
                                    </p:set>
                                    <p:animEffect transition="in" filter="wipe(up)">
                                      <p:cBhvr>
                                        <p:cTn id="7" dur="500"/>
                                        <p:tgtEl>
                                          <p:spTgt spid="198660">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98660">
                                            <p:txEl>
                                              <p:pRg st="1" end="1"/>
                                            </p:txEl>
                                          </p:spTgt>
                                        </p:tgtEl>
                                        <p:attrNameLst>
                                          <p:attrName>style.visibility</p:attrName>
                                        </p:attrNameLst>
                                      </p:cBhvr>
                                      <p:to>
                                        <p:strVal val="visible"/>
                                      </p:to>
                                    </p:set>
                                    <p:animEffect transition="in" filter="wipe(up)">
                                      <p:cBhvr>
                                        <p:cTn id="12" dur="500"/>
                                        <p:tgtEl>
                                          <p:spTgt spid="198660">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198660">
                                            <p:txEl>
                                              <p:pRg st="2" end="2"/>
                                            </p:txEl>
                                          </p:spTgt>
                                        </p:tgtEl>
                                        <p:attrNameLst>
                                          <p:attrName>style.visibility</p:attrName>
                                        </p:attrNameLst>
                                      </p:cBhvr>
                                      <p:to>
                                        <p:strVal val="visible"/>
                                      </p:to>
                                    </p:set>
                                    <p:animEffect transition="in" filter="wipe(up)">
                                      <p:cBhvr>
                                        <p:cTn id="17" dur="500"/>
                                        <p:tgtEl>
                                          <p:spTgt spid="198660">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198660">
                                            <p:txEl>
                                              <p:pRg st="3" end="3"/>
                                            </p:txEl>
                                          </p:spTgt>
                                        </p:tgtEl>
                                        <p:attrNameLst>
                                          <p:attrName>style.visibility</p:attrName>
                                        </p:attrNameLst>
                                      </p:cBhvr>
                                      <p:to>
                                        <p:strVal val="visible"/>
                                      </p:to>
                                    </p:set>
                                    <p:animEffect transition="in" filter="wipe(up)">
                                      <p:cBhvr>
                                        <p:cTn id="22" dur="500"/>
                                        <p:tgtEl>
                                          <p:spTgt spid="198660">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98661"/>
                                        </p:tgtEl>
                                        <p:attrNameLst>
                                          <p:attrName>style.visibility</p:attrName>
                                        </p:attrNameLst>
                                      </p:cBhvr>
                                      <p:to>
                                        <p:strVal val="visible"/>
                                      </p:to>
                                    </p:set>
                                    <p:animEffect transition="in" filter="blinds(horizontal)">
                                      <p:cBhvr>
                                        <p:cTn id="27" dur="500"/>
                                        <p:tgtEl>
                                          <p:spTgt spid="1986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8660" grpId="0" build="p" bldLvl="2" autoUpdateAnimBg="0"/>
      <p:bldP spid="198661"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灯片编号占位符 3">
            <a:extLst>
              <a:ext uri="{FF2B5EF4-FFF2-40B4-BE49-F238E27FC236}">
                <a16:creationId xmlns:a16="http://schemas.microsoft.com/office/drawing/2014/main" id="{E61E768C-D0B2-4812-8FDE-13A934EE793A}"/>
              </a:ext>
            </a:extLst>
          </p:cNvPr>
          <p:cNvSpPr>
            <a:spLocks noGrp="1"/>
          </p:cNvSpPr>
          <p:nvPr>
            <p:ph type="sldNum" sz="quarter" idx="12"/>
          </p:nvPr>
        </p:nvSpPr>
        <p:spPr/>
        <p:txBody>
          <a:bodyPr/>
          <a:lstStyle/>
          <a:p>
            <a:fld id="{5CCE89EF-59B3-4B19-A3E8-9F08835D4765}" type="slidenum">
              <a:rPr lang="en-US" altLang="zh-CN"/>
              <a:pPr/>
              <a:t>6</a:t>
            </a:fld>
            <a:endParaRPr lang="en-US" altLang="zh-CN"/>
          </a:p>
        </p:txBody>
      </p:sp>
      <p:sp>
        <p:nvSpPr>
          <p:cNvPr id="200707" name="Text Box 3">
            <a:extLst>
              <a:ext uri="{FF2B5EF4-FFF2-40B4-BE49-F238E27FC236}">
                <a16:creationId xmlns:a16="http://schemas.microsoft.com/office/drawing/2014/main" id="{FE537BE2-17FE-4E67-9387-36E7A0A7AB21}"/>
              </a:ext>
            </a:extLst>
          </p:cNvPr>
          <p:cNvSpPr txBox="1">
            <a:spLocks noChangeArrowheads="1"/>
          </p:cNvSpPr>
          <p:nvPr/>
        </p:nvSpPr>
        <p:spPr bwMode="auto">
          <a:xfrm>
            <a:off x="468313" y="1412875"/>
            <a:ext cx="8207375" cy="669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eaLnBrk="0" hangingPunct="0">
              <a:spcBef>
                <a:spcPct val="50000"/>
              </a:spcBef>
            </a:pPr>
            <a:r>
              <a:rPr lang="zh-CN" altLang="en-US" sz="4400" b="1"/>
              <a:t>二进制数的可读性差</a:t>
            </a:r>
          </a:p>
        </p:txBody>
      </p:sp>
      <p:sp>
        <p:nvSpPr>
          <p:cNvPr id="200708" name="Text Box 4">
            <a:extLst>
              <a:ext uri="{FF2B5EF4-FFF2-40B4-BE49-F238E27FC236}">
                <a16:creationId xmlns:a16="http://schemas.microsoft.com/office/drawing/2014/main" id="{7EEC903A-5BA2-4C28-8E1A-BB43FC252B37}"/>
              </a:ext>
            </a:extLst>
          </p:cNvPr>
          <p:cNvSpPr txBox="1">
            <a:spLocks noChangeArrowheads="1"/>
          </p:cNvSpPr>
          <p:nvPr/>
        </p:nvSpPr>
        <p:spPr bwMode="auto">
          <a:xfrm>
            <a:off x="381000" y="2636838"/>
            <a:ext cx="7620000" cy="19224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7600" tIns="0" rIns="57600" bIns="0">
            <a:spAutoFit/>
          </a:bodyPr>
          <a:lstStyle/>
          <a:p>
            <a:pPr eaLnBrk="0" hangingPunct="0">
              <a:lnSpc>
                <a:spcPct val="200000"/>
              </a:lnSpc>
              <a:spcBef>
                <a:spcPct val="50000"/>
              </a:spcBef>
              <a:buClr>
                <a:srgbClr val="FF66FF"/>
              </a:buClr>
              <a:buFont typeface="Wingdings" panose="05000000000000000000" pitchFamily="2" charset="2"/>
              <a:buChar char="Ø"/>
            </a:pPr>
            <a:r>
              <a:rPr lang="zh-CN" altLang="en-US" sz="2800" b="1">
                <a:solidFill>
                  <a:srgbClr val="800080"/>
                </a:solidFill>
                <a:latin typeface="隶书" panose="02010509060101010101" pitchFamily="49" charset="-122"/>
                <a:ea typeface="隶书" panose="02010509060101010101" pitchFamily="49" charset="-122"/>
              </a:rPr>
              <a:t>用</a:t>
            </a:r>
            <a:r>
              <a:rPr lang="en-US" altLang="zh-CN" sz="2800" b="1">
                <a:solidFill>
                  <a:srgbClr val="800080"/>
                </a:solidFill>
                <a:latin typeface="隶书" panose="02010509060101010101" pitchFamily="49" charset="-122"/>
                <a:ea typeface="隶书" panose="02010509060101010101" pitchFamily="49" charset="-122"/>
              </a:rPr>
              <a:t>16</a:t>
            </a:r>
            <a:r>
              <a:rPr lang="zh-CN" altLang="en-US" sz="2800" b="1">
                <a:solidFill>
                  <a:srgbClr val="800080"/>
                </a:solidFill>
                <a:latin typeface="隶书" panose="02010509060101010101" pitchFamily="49" charset="-122"/>
                <a:ea typeface="隶书" panose="02010509060101010101" pitchFamily="49" charset="-122"/>
              </a:rPr>
              <a:t>进制十进制或</a:t>
            </a:r>
            <a:r>
              <a:rPr lang="en-US" altLang="zh-CN" sz="2800" b="1">
                <a:solidFill>
                  <a:srgbClr val="800080"/>
                </a:solidFill>
                <a:latin typeface="隶书" panose="02010509060101010101" pitchFamily="49" charset="-122"/>
                <a:ea typeface="隶书" panose="02010509060101010101" pitchFamily="49" charset="-122"/>
              </a:rPr>
              <a:t>8</a:t>
            </a:r>
            <a:r>
              <a:rPr lang="zh-CN" altLang="en-US" sz="2800" b="1">
                <a:solidFill>
                  <a:srgbClr val="800080"/>
                </a:solidFill>
                <a:latin typeface="隶书" panose="02010509060101010101" pitchFamily="49" charset="-122"/>
                <a:ea typeface="隶书" panose="02010509060101010101" pitchFamily="49" charset="-122"/>
              </a:rPr>
              <a:t>进制可以解决这个问题</a:t>
            </a:r>
          </a:p>
          <a:p>
            <a:pPr eaLnBrk="0" hangingPunct="0">
              <a:lnSpc>
                <a:spcPct val="200000"/>
              </a:lnSpc>
              <a:spcBef>
                <a:spcPct val="50000"/>
              </a:spcBef>
              <a:buClr>
                <a:srgbClr val="FF66FF"/>
              </a:buClr>
              <a:buFont typeface="Wingdings" panose="05000000000000000000" pitchFamily="2" charset="2"/>
              <a:buNone/>
            </a:pPr>
            <a:endParaRPr kumimoji="1" lang="en-US" altLang="zh-CN" sz="2800" b="1">
              <a:latin typeface="隶书" panose="02010509060101010101" pitchFamily="49" charset="-122"/>
              <a:ea typeface="隶书" panose="02010509060101010101" pitchFamily="49" charset="-122"/>
            </a:endParaRPr>
          </a:p>
        </p:txBody>
      </p:sp>
      <p:sp>
        <p:nvSpPr>
          <p:cNvPr id="200709" name="Rectangle 5">
            <a:extLst>
              <a:ext uri="{FF2B5EF4-FFF2-40B4-BE49-F238E27FC236}">
                <a16:creationId xmlns:a16="http://schemas.microsoft.com/office/drawing/2014/main" id="{637C07B3-3BB3-473A-8B21-CC42EFACB903}"/>
              </a:ext>
            </a:extLst>
          </p:cNvPr>
          <p:cNvSpPr>
            <a:spLocks noChangeArrowheads="1"/>
          </p:cNvSpPr>
          <p:nvPr/>
        </p:nvSpPr>
        <p:spPr bwMode="auto">
          <a:xfrm>
            <a:off x="533400" y="2236788"/>
            <a:ext cx="4648200" cy="685800"/>
          </a:xfrm>
          <a:prstGeom prst="rect">
            <a:avLst/>
          </a:prstGeom>
          <a:gradFill rotWithShape="0">
            <a:gsLst>
              <a:gs pos="0">
                <a:srgbClr val="00FF00">
                  <a:gamma/>
                  <a:shade val="46275"/>
                  <a:invGamma/>
                </a:srgbClr>
              </a:gs>
              <a:gs pos="50000">
                <a:srgbClr val="00FF00"/>
              </a:gs>
              <a:gs pos="100000">
                <a:srgbClr val="00FF00">
                  <a:gamma/>
                  <a:shade val="46275"/>
                  <a:invGamma/>
                </a:srgbClr>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nchor="b"/>
          <a:lstStyle>
            <a:lvl1pPr>
              <a:defRPr kumimoji="1" sz="2400">
                <a:solidFill>
                  <a:schemeClr val="tx1"/>
                </a:solidFill>
                <a:latin typeface="Times New Roman" panose="02020603050405020304" pitchFamily="18" charset="0"/>
                <a:ea typeface="宋体" panose="02010600030101010101" pitchFamily="2" charset="-122"/>
              </a:defRPr>
            </a:lvl1pPr>
            <a:lvl2pPr>
              <a:defRPr kumimoji="1" sz="2400">
                <a:solidFill>
                  <a:schemeClr val="tx1"/>
                </a:solidFill>
                <a:latin typeface="Times New Roman" panose="02020603050405020304" pitchFamily="18" charset="0"/>
                <a:ea typeface="宋体" panose="02010600030101010101" pitchFamily="2" charset="-122"/>
              </a:defRPr>
            </a:lvl2pPr>
            <a:lvl3pPr>
              <a:defRPr kumimoji="1" sz="2400">
                <a:solidFill>
                  <a:schemeClr val="tx1"/>
                </a:solidFill>
                <a:latin typeface="Times New Roman" panose="02020603050405020304" pitchFamily="18" charset="0"/>
                <a:ea typeface="宋体" panose="02010600030101010101" pitchFamily="2" charset="-122"/>
              </a:defRPr>
            </a:lvl3pPr>
            <a:lvl4pPr>
              <a:defRPr kumimoji="1" sz="2400">
                <a:solidFill>
                  <a:schemeClr val="tx1"/>
                </a:solidFill>
                <a:latin typeface="Times New Roman" panose="02020603050405020304" pitchFamily="18" charset="0"/>
                <a:ea typeface="宋体" panose="02010600030101010101" pitchFamily="2" charset="-122"/>
              </a:defRPr>
            </a:lvl4pPr>
            <a:lvl5pPr>
              <a:defRPr kumimoji="1" sz="2400">
                <a:solidFill>
                  <a:schemeClr val="tx1"/>
                </a:solidFill>
                <a:latin typeface="Times New Roman" panose="02020603050405020304" pitchFamily="18" charset="0"/>
                <a:ea typeface="宋体" panose="02010600030101010101" pitchFamily="2" charset="-122"/>
              </a:defRPr>
            </a:lvl5pPr>
            <a:lvl6pPr marL="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9144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1371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18288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6600" b="1">
                <a:solidFill>
                  <a:srgbClr val="FF6600"/>
                </a:solidFill>
                <a:effectLst>
                  <a:outerShdw blurRad="38100" dist="38100" dir="2700000" algn="tl">
                    <a:srgbClr val="000000"/>
                  </a:outerShdw>
                </a:effectLst>
                <a:latin typeface="隶书" panose="02010509060101010101" pitchFamily="49" charset="-122"/>
                <a:ea typeface="隶书" panose="02010509060101010101" pitchFamily="49" charset="-122"/>
              </a:rPr>
              <a:t>怎么办？</a:t>
            </a:r>
          </a:p>
        </p:txBody>
      </p:sp>
      <p:sp>
        <p:nvSpPr>
          <p:cNvPr id="200710" name="Rectangle 6">
            <a:extLst>
              <a:ext uri="{FF2B5EF4-FFF2-40B4-BE49-F238E27FC236}">
                <a16:creationId xmlns:a16="http://schemas.microsoft.com/office/drawing/2014/main" id="{04B6D379-7E98-43BF-90EB-FB8D7D3F2C1E}"/>
              </a:ext>
            </a:extLst>
          </p:cNvPr>
          <p:cNvSpPr>
            <a:spLocks noChangeArrowheads="1"/>
          </p:cNvSpPr>
          <p:nvPr/>
        </p:nvSpPr>
        <p:spPr bwMode="auto">
          <a:xfrm>
            <a:off x="533400" y="3551238"/>
            <a:ext cx="4648200" cy="685800"/>
          </a:xfrm>
          <a:prstGeom prst="rect">
            <a:avLst/>
          </a:prstGeom>
          <a:gradFill rotWithShape="0">
            <a:gsLst>
              <a:gs pos="0">
                <a:srgbClr val="00FF00">
                  <a:gamma/>
                  <a:shade val="46275"/>
                  <a:invGamma/>
                </a:srgbClr>
              </a:gs>
              <a:gs pos="50000">
                <a:srgbClr val="00FF00"/>
              </a:gs>
              <a:gs pos="100000">
                <a:srgbClr val="00FF00">
                  <a:gamma/>
                  <a:shade val="46275"/>
                  <a:invGamma/>
                </a:srgbClr>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nchor="b"/>
          <a:lstStyle>
            <a:lvl1pPr>
              <a:defRPr kumimoji="1" sz="2400">
                <a:solidFill>
                  <a:schemeClr val="tx1"/>
                </a:solidFill>
                <a:latin typeface="Times New Roman" panose="02020603050405020304" pitchFamily="18" charset="0"/>
                <a:ea typeface="宋体" panose="02010600030101010101" pitchFamily="2" charset="-122"/>
              </a:defRPr>
            </a:lvl1pPr>
            <a:lvl2pPr>
              <a:defRPr kumimoji="1" sz="2400">
                <a:solidFill>
                  <a:schemeClr val="tx1"/>
                </a:solidFill>
                <a:latin typeface="Times New Roman" panose="02020603050405020304" pitchFamily="18" charset="0"/>
                <a:ea typeface="宋体" panose="02010600030101010101" pitchFamily="2" charset="-122"/>
              </a:defRPr>
            </a:lvl2pPr>
            <a:lvl3pPr>
              <a:defRPr kumimoji="1" sz="2400">
                <a:solidFill>
                  <a:schemeClr val="tx1"/>
                </a:solidFill>
                <a:latin typeface="Times New Roman" panose="02020603050405020304" pitchFamily="18" charset="0"/>
                <a:ea typeface="宋体" panose="02010600030101010101" pitchFamily="2" charset="-122"/>
              </a:defRPr>
            </a:lvl3pPr>
            <a:lvl4pPr>
              <a:defRPr kumimoji="1" sz="2400">
                <a:solidFill>
                  <a:schemeClr val="tx1"/>
                </a:solidFill>
                <a:latin typeface="Times New Roman" panose="02020603050405020304" pitchFamily="18" charset="0"/>
                <a:ea typeface="宋体" panose="02010600030101010101" pitchFamily="2" charset="-122"/>
              </a:defRPr>
            </a:lvl4pPr>
            <a:lvl5pPr>
              <a:defRPr kumimoji="1" sz="2400">
                <a:solidFill>
                  <a:schemeClr val="tx1"/>
                </a:solidFill>
                <a:latin typeface="Times New Roman" panose="02020603050405020304" pitchFamily="18" charset="0"/>
                <a:ea typeface="宋体" panose="02010600030101010101" pitchFamily="2" charset="-122"/>
              </a:defRPr>
            </a:lvl5pPr>
            <a:lvl6pPr marL="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9144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1371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18288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6600" b="1">
                <a:solidFill>
                  <a:srgbClr val="FF6600"/>
                </a:solidFill>
                <a:effectLst>
                  <a:outerShdw blurRad="38100" dist="38100" dir="2700000" algn="tl">
                    <a:srgbClr val="000000"/>
                  </a:outerShdw>
                </a:effectLst>
                <a:latin typeface="隶书" panose="02010509060101010101" pitchFamily="49" charset="-122"/>
                <a:ea typeface="隶书" panose="02010509060101010101" pitchFamily="49" charset="-122"/>
              </a:rPr>
              <a:t>为什么？</a:t>
            </a:r>
          </a:p>
        </p:txBody>
      </p:sp>
      <p:sp>
        <p:nvSpPr>
          <p:cNvPr id="200711" name="Text Box 7">
            <a:extLst>
              <a:ext uri="{FF2B5EF4-FFF2-40B4-BE49-F238E27FC236}">
                <a16:creationId xmlns:a16="http://schemas.microsoft.com/office/drawing/2014/main" id="{AC72F85A-C846-4D30-ADE1-4BE96F2E2FAC}"/>
              </a:ext>
            </a:extLst>
          </p:cNvPr>
          <p:cNvSpPr txBox="1">
            <a:spLocks noChangeArrowheads="1"/>
          </p:cNvSpPr>
          <p:nvPr/>
        </p:nvSpPr>
        <p:spPr bwMode="auto">
          <a:xfrm>
            <a:off x="457200" y="3933825"/>
            <a:ext cx="7620000" cy="1922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7600" tIns="0" rIns="57600" bIns="0">
            <a:spAutoFit/>
          </a:bodyPr>
          <a:lstStyle/>
          <a:p>
            <a:pPr eaLnBrk="0" hangingPunct="0">
              <a:lnSpc>
                <a:spcPct val="200000"/>
              </a:lnSpc>
              <a:spcBef>
                <a:spcPct val="50000"/>
              </a:spcBef>
              <a:buClr>
                <a:srgbClr val="FF66FF"/>
              </a:buClr>
              <a:buFont typeface="Wingdings" panose="05000000000000000000" pitchFamily="2" charset="2"/>
              <a:buChar char="Ø"/>
            </a:pPr>
            <a:r>
              <a:rPr lang="zh-CN" altLang="en-US" sz="2800" b="1">
                <a:solidFill>
                  <a:srgbClr val="800080"/>
                </a:solidFill>
                <a:latin typeface="隶书" panose="02010509060101010101" pitchFamily="49" charset="-122"/>
                <a:ea typeface="隶书" panose="02010509060101010101" pitchFamily="49" charset="-122"/>
              </a:rPr>
              <a:t>进制越大，数的表达长度也就越短。</a:t>
            </a:r>
          </a:p>
          <a:p>
            <a:pPr eaLnBrk="0" hangingPunct="0">
              <a:lnSpc>
                <a:spcPct val="200000"/>
              </a:lnSpc>
              <a:spcBef>
                <a:spcPct val="50000"/>
              </a:spcBef>
              <a:buClr>
                <a:srgbClr val="FF66FF"/>
              </a:buClr>
              <a:buFont typeface="Wingdings" panose="05000000000000000000" pitchFamily="2" charset="2"/>
              <a:buChar char="Ø"/>
            </a:pPr>
            <a:endParaRPr kumimoji="1" lang="en-US" altLang="zh-CN" sz="2800" b="1">
              <a:latin typeface="隶书" panose="02010509060101010101" pitchFamily="49" charset="-122"/>
              <a:ea typeface="隶书" panose="02010509060101010101" pitchFamily="49" charset="-122"/>
            </a:endParaRPr>
          </a:p>
        </p:txBody>
      </p:sp>
      <p:sp>
        <p:nvSpPr>
          <p:cNvPr id="200712" name="Rectangle 8">
            <a:extLst>
              <a:ext uri="{FF2B5EF4-FFF2-40B4-BE49-F238E27FC236}">
                <a16:creationId xmlns:a16="http://schemas.microsoft.com/office/drawing/2014/main" id="{4F1219D8-70C0-478C-B5D1-F4F963C3A6EF}"/>
              </a:ext>
            </a:extLst>
          </p:cNvPr>
          <p:cNvSpPr>
            <a:spLocks noChangeArrowheads="1"/>
          </p:cNvSpPr>
          <p:nvPr/>
        </p:nvSpPr>
        <p:spPr bwMode="auto">
          <a:xfrm>
            <a:off x="533400" y="4941888"/>
            <a:ext cx="8610600" cy="685800"/>
          </a:xfrm>
          <a:prstGeom prst="rect">
            <a:avLst/>
          </a:prstGeom>
          <a:gradFill rotWithShape="0">
            <a:gsLst>
              <a:gs pos="0">
                <a:srgbClr val="00FF00">
                  <a:gamma/>
                  <a:shade val="46275"/>
                  <a:invGamma/>
                </a:srgbClr>
              </a:gs>
              <a:gs pos="50000">
                <a:srgbClr val="00FF00"/>
              </a:gs>
              <a:gs pos="100000">
                <a:srgbClr val="00FF00">
                  <a:gamma/>
                  <a:shade val="46275"/>
                  <a:invGamma/>
                </a:srgbClr>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nchor="b"/>
          <a:lstStyle>
            <a:lvl1pPr>
              <a:defRPr kumimoji="1" sz="2400">
                <a:solidFill>
                  <a:schemeClr val="tx1"/>
                </a:solidFill>
                <a:latin typeface="Times New Roman" panose="02020603050405020304" pitchFamily="18" charset="0"/>
                <a:ea typeface="宋体" panose="02010600030101010101" pitchFamily="2" charset="-122"/>
              </a:defRPr>
            </a:lvl1pPr>
            <a:lvl2pPr>
              <a:defRPr kumimoji="1" sz="2400">
                <a:solidFill>
                  <a:schemeClr val="tx1"/>
                </a:solidFill>
                <a:latin typeface="Times New Roman" panose="02020603050405020304" pitchFamily="18" charset="0"/>
                <a:ea typeface="宋体" panose="02010600030101010101" pitchFamily="2" charset="-122"/>
              </a:defRPr>
            </a:lvl2pPr>
            <a:lvl3pPr>
              <a:defRPr kumimoji="1" sz="2400">
                <a:solidFill>
                  <a:schemeClr val="tx1"/>
                </a:solidFill>
                <a:latin typeface="Times New Roman" panose="02020603050405020304" pitchFamily="18" charset="0"/>
                <a:ea typeface="宋体" panose="02010600030101010101" pitchFamily="2" charset="-122"/>
              </a:defRPr>
            </a:lvl3pPr>
            <a:lvl4pPr>
              <a:defRPr kumimoji="1" sz="2400">
                <a:solidFill>
                  <a:schemeClr val="tx1"/>
                </a:solidFill>
                <a:latin typeface="Times New Roman" panose="02020603050405020304" pitchFamily="18" charset="0"/>
                <a:ea typeface="宋体" panose="02010600030101010101" pitchFamily="2" charset="-122"/>
              </a:defRPr>
            </a:lvl4pPr>
            <a:lvl5pPr>
              <a:defRPr kumimoji="1" sz="2400">
                <a:solidFill>
                  <a:schemeClr val="tx1"/>
                </a:solidFill>
                <a:latin typeface="Times New Roman" panose="02020603050405020304" pitchFamily="18" charset="0"/>
                <a:ea typeface="宋体" panose="02010600030101010101" pitchFamily="2" charset="-122"/>
              </a:defRPr>
            </a:lvl5pPr>
            <a:lvl6pPr marL="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9144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1371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18288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6600" b="1">
                <a:solidFill>
                  <a:srgbClr val="FF6600"/>
                </a:solidFill>
                <a:effectLst>
                  <a:outerShdw blurRad="38100" dist="38100" dir="2700000" algn="tl">
                    <a:srgbClr val="000000"/>
                  </a:outerShdw>
                </a:effectLst>
                <a:latin typeface="隶书" panose="02010509060101010101" pitchFamily="49" charset="-122"/>
                <a:ea typeface="隶书" panose="02010509060101010101" pitchFamily="49" charset="-122"/>
              </a:rPr>
              <a:t>为什么不要其他进制</a:t>
            </a:r>
            <a:r>
              <a:rPr lang="en-US" altLang="zh-CN" sz="6600" b="1">
                <a:solidFill>
                  <a:srgbClr val="FF6600"/>
                </a:solidFill>
                <a:effectLst>
                  <a:outerShdw blurRad="38100" dist="38100" dir="2700000" algn="tl">
                    <a:srgbClr val="000000"/>
                  </a:outerShdw>
                </a:effectLst>
                <a:latin typeface="隶书" panose="02010509060101010101" pitchFamily="49" charset="-122"/>
                <a:ea typeface="隶书" panose="02010509060101010101" pitchFamily="49" charset="-122"/>
              </a:rPr>
              <a:t>?</a:t>
            </a:r>
          </a:p>
        </p:txBody>
      </p:sp>
      <p:sp>
        <p:nvSpPr>
          <p:cNvPr id="200713" name="Text Box 9">
            <a:extLst>
              <a:ext uri="{FF2B5EF4-FFF2-40B4-BE49-F238E27FC236}">
                <a16:creationId xmlns:a16="http://schemas.microsoft.com/office/drawing/2014/main" id="{6BF2A4AE-F8A1-4251-A127-3DB127484D1E}"/>
              </a:ext>
            </a:extLst>
          </p:cNvPr>
          <p:cNvSpPr txBox="1">
            <a:spLocks noChangeArrowheads="1"/>
          </p:cNvSpPr>
          <p:nvPr/>
        </p:nvSpPr>
        <p:spPr bwMode="auto">
          <a:xfrm>
            <a:off x="571500" y="5516563"/>
            <a:ext cx="8001000" cy="19224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7600" tIns="0" rIns="57600" bIns="0">
            <a:spAutoFit/>
          </a:bodyPr>
          <a:lstStyle/>
          <a:p>
            <a:pPr eaLnBrk="0" hangingPunct="0">
              <a:lnSpc>
                <a:spcPct val="200000"/>
              </a:lnSpc>
              <a:spcBef>
                <a:spcPct val="50000"/>
              </a:spcBef>
              <a:buClr>
                <a:srgbClr val="FF66FF"/>
              </a:buClr>
              <a:buFont typeface="Wingdings" panose="05000000000000000000" pitchFamily="2" charset="2"/>
              <a:buChar char="Ø"/>
            </a:pPr>
            <a:r>
              <a:rPr lang="en-US" altLang="zh-CN" sz="2800" b="1">
                <a:solidFill>
                  <a:srgbClr val="800080"/>
                </a:solidFill>
                <a:latin typeface="隶书" panose="02010509060101010101" pitchFamily="49" charset="-122"/>
                <a:ea typeface="隶书" panose="02010509060101010101" pitchFamily="49" charset="-122"/>
              </a:rPr>
              <a:t>2</a:t>
            </a:r>
            <a:r>
              <a:rPr lang="zh-CN" altLang="en-US" sz="2800" b="1">
                <a:solidFill>
                  <a:srgbClr val="800080"/>
                </a:solidFill>
                <a:latin typeface="隶书" panose="02010509060101010101" pitchFamily="49" charset="-122"/>
                <a:ea typeface="隶书" panose="02010509060101010101" pitchFamily="49" charset="-122"/>
              </a:rPr>
              <a:t>、</a:t>
            </a:r>
            <a:r>
              <a:rPr lang="en-US" altLang="zh-CN" sz="2800" b="1">
                <a:solidFill>
                  <a:srgbClr val="800080"/>
                </a:solidFill>
                <a:latin typeface="隶书" panose="02010509060101010101" pitchFamily="49" charset="-122"/>
                <a:ea typeface="隶书" panose="02010509060101010101" pitchFamily="49" charset="-122"/>
              </a:rPr>
              <a:t>8</a:t>
            </a:r>
            <a:r>
              <a:rPr lang="zh-CN" altLang="en-US" sz="2800" b="1">
                <a:solidFill>
                  <a:srgbClr val="800080"/>
                </a:solidFill>
                <a:latin typeface="隶书" panose="02010509060101010101" pitchFamily="49" charset="-122"/>
                <a:ea typeface="隶书" panose="02010509060101010101" pitchFamily="49" charset="-122"/>
              </a:rPr>
              <a:t>、</a:t>
            </a:r>
            <a:r>
              <a:rPr lang="en-US" altLang="zh-CN" sz="2800" b="1">
                <a:solidFill>
                  <a:srgbClr val="800080"/>
                </a:solidFill>
                <a:latin typeface="隶书" panose="02010509060101010101" pitchFamily="49" charset="-122"/>
                <a:ea typeface="隶书" panose="02010509060101010101" pitchFamily="49" charset="-122"/>
              </a:rPr>
              <a:t>16</a:t>
            </a:r>
            <a:r>
              <a:rPr lang="zh-CN" altLang="en-US" sz="2800" b="1">
                <a:solidFill>
                  <a:srgbClr val="800080"/>
                </a:solidFill>
                <a:latin typeface="隶书" panose="02010509060101010101" pitchFamily="49" charset="-122"/>
                <a:ea typeface="隶书" panose="02010509060101010101" pitchFamily="49" charset="-122"/>
              </a:rPr>
              <a:t>，分别是</a:t>
            </a:r>
            <a:r>
              <a:rPr lang="en-US" altLang="zh-CN" sz="2800" b="1">
                <a:solidFill>
                  <a:srgbClr val="800080"/>
                </a:solidFill>
                <a:latin typeface="隶书" panose="02010509060101010101" pitchFamily="49" charset="-122"/>
                <a:ea typeface="隶书" panose="02010509060101010101" pitchFamily="49" charset="-122"/>
              </a:rPr>
              <a:t>2</a:t>
            </a:r>
            <a:r>
              <a:rPr lang="zh-CN" altLang="en-US" sz="2800" b="1">
                <a:solidFill>
                  <a:srgbClr val="800080"/>
                </a:solidFill>
                <a:latin typeface="隶书" panose="02010509060101010101" pitchFamily="49" charset="-122"/>
                <a:ea typeface="隶书" panose="02010509060101010101" pitchFamily="49" charset="-122"/>
              </a:rPr>
              <a:t>的</a:t>
            </a:r>
            <a:r>
              <a:rPr lang="en-US" altLang="zh-CN" sz="2800" b="1">
                <a:solidFill>
                  <a:srgbClr val="800080"/>
                </a:solidFill>
                <a:latin typeface="隶书" panose="02010509060101010101" pitchFamily="49" charset="-122"/>
                <a:ea typeface="隶书" panose="02010509060101010101" pitchFamily="49" charset="-122"/>
              </a:rPr>
              <a:t>1</a:t>
            </a:r>
            <a:r>
              <a:rPr lang="zh-CN" altLang="en-US" sz="2800" b="1">
                <a:solidFill>
                  <a:srgbClr val="800080"/>
                </a:solidFill>
                <a:latin typeface="隶书" panose="02010509060101010101" pitchFamily="49" charset="-122"/>
                <a:ea typeface="隶书" panose="02010509060101010101" pitchFamily="49" charset="-122"/>
              </a:rPr>
              <a:t>次方，</a:t>
            </a:r>
            <a:r>
              <a:rPr lang="en-US" altLang="zh-CN" sz="2800" b="1">
                <a:solidFill>
                  <a:srgbClr val="800080"/>
                </a:solidFill>
                <a:latin typeface="隶书" panose="02010509060101010101" pitchFamily="49" charset="-122"/>
                <a:ea typeface="隶书" panose="02010509060101010101" pitchFamily="49" charset="-122"/>
              </a:rPr>
              <a:t>3</a:t>
            </a:r>
            <a:r>
              <a:rPr lang="zh-CN" altLang="en-US" sz="2800" b="1">
                <a:solidFill>
                  <a:srgbClr val="800080"/>
                </a:solidFill>
                <a:latin typeface="隶书" panose="02010509060101010101" pitchFamily="49" charset="-122"/>
                <a:ea typeface="隶书" panose="02010509060101010101" pitchFamily="49" charset="-122"/>
              </a:rPr>
              <a:t>次方，</a:t>
            </a:r>
            <a:r>
              <a:rPr lang="en-US" altLang="zh-CN" sz="2800" b="1">
                <a:solidFill>
                  <a:srgbClr val="800080"/>
                </a:solidFill>
                <a:latin typeface="隶书" panose="02010509060101010101" pitchFamily="49" charset="-122"/>
                <a:ea typeface="隶书" panose="02010509060101010101" pitchFamily="49" charset="-122"/>
              </a:rPr>
              <a:t>4</a:t>
            </a:r>
            <a:r>
              <a:rPr lang="zh-CN" altLang="en-US" sz="2800" b="1">
                <a:solidFill>
                  <a:srgbClr val="800080"/>
                </a:solidFill>
                <a:latin typeface="隶书" panose="02010509060101010101" pitchFamily="49" charset="-122"/>
                <a:ea typeface="隶书" panose="02010509060101010101" pitchFamily="49" charset="-122"/>
              </a:rPr>
              <a:t>次方。</a:t>
            </a:r>
          </a:p>
          <a:p>
            <a:pPr eaLnBrk="0" hangingPunct="0">
              <a:lnSpc>
                <a:spcPct val="200000"/>
              </a:lnSpc>
              <a:spcBef>
                <a:spcPct val="50000"/>
              </a:spcBef>
              <a:buClr>
                <a:srgbClr val="FF66FF"/>
              </a:buClr>
              <a:buFont typeface="Wingdings" panose="05000000000000000000" pitchFamily="2" charset="2"/>
              <a:buChar char="Ø"/>
            </a:pPr>
            <a:endParaRPr kumimoji="1" lang="en-US" altLang="zh-CN" sz="2800" b="1">
              <a:latin typeface="隶书" panose="02010509060101010101" pitchFamily="49" charset="-122"/>
              <a:ea typeface="隶书" panose="02010509060101010101" pitchFamily="49" charset="-122"/>
            </a:endParaRPr>
          </a:p>
        </p:txBody>
      </p:sp>
      <p:sp>
        <p:nvSpPr>
          <p:cNvPr id="200714" name="Rectangle 10">
            <a:extLst>
              <a:ext uri="{FF2B5EF4-FFF2-40B4-BE49-F238E27FC236}">
                <a16:creationId xmlns:a16="http://schemas.microsoft.com/office/drawing/2014/main" id="{C13BA3BF-BD03-4279-B410-5C7B771EEB9A}"/>
              </a:ext>
            </a:extLst>
          </p:cNvPr>
          <p:cNvSpPr>
            <a:spLocks noChangeArrowheads="1"/>
          </p:cNvSpPr>
          <p:nvPr/>
        </p:nvSpPr>
        <p:spPr bwMode="auto">
          <a:xfrm>
            <a:off x="0" y="260350"/>
            <a:ext cx="9144000" cy="593725"/>
          </a:xfrm>
          <a:prstGeom prst="rect">
            <a:avLst/>
          </a:prstGeom>
          <a:solidFill>
            <a:srgbClr val="0000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lgn="ctr">
              <a:defRPr sz="3900" b="1">
                <a:solidFill>
                  <a:schemeClr val="bg1"/>
                </a:solidFill>
                <a:latin typeface="Times New Roman" panose="02020603050405020304" pitchFamily="18" charset="0"/>
                <a:ea typeface="宋体" panose="02010600030101010101" pitchFamily="2" charset="-122"/>
              </a:defRPr>
            </a:lvl1pPr>
            <a:lvl2pPr algn="ctr">
              <a:defRPr sz="3900" b="1">
                <a:solidFill>
                  <a:schemeClr val="bg1"/>
                </a:solidFill>
                <a:latin typeface="Times New Roman" panose="02020603050405020304" pitchFamily="18" charset="0"/>
                <a:ea typeface="宋体" panose="02010600030101010101" pitchFamily="2" charset="-122"/>
              </a:defRPr>
            </a:lvl2pPr>
            <a:lvl3pPr algn="ctr">
              <a:defRPr sz="3900" b="1">
                <a:solidFill>
                  <a:schemeClr val="bg1"/>
                </a:solidFill>
                <a:latin typeface="Times New Roman" panose="02020603050405020304" pitchFamily="18" charset="0"/>
                <a:ea typeface="宋体" panose="02010600030101010101" pitchFamily="2" charset="-122"/>
              </a:defRPr>
            </a:lvl3pPr>
            <a:lvl4pPr algn="ctr">
              <a:defRPr sz="3900" b="1">
                <a:solidFill>
                  <a:schemeClr val="bg1"/>
                </a:solidFill>
                <a:latin typeface="Times New Roman" panose="02020603050405020304" pitchFamily="18" charset="0"/>
                <a:ea typeface="宋体" panose="02010600030101010101" pitchFamily="2" charset="-122"/>
              </a:defRPr>
            </a:lvl4pPr>
            <a:lvl5pPr algn="ctr">
              <a:defRPr sz="3900" b="1">
                <a:solidFill>
                  <a:schemeClr val="bg1"/>
                </a:solidFill>
                <a:latin typeface="Times New Roman" panose="02020603050405020304" pitchFamily="18" charset="0"/>
                <a:ea typeface="宋体" panose="02010600030101010101" pitchFamily="2" charset="-122"/>
              </a:defRPr>
            </a:lvl5pPr>
            <a:lvl6pPr marL="457200" algn="ctr" fontAlgn="base">
              <a:spcBef>
                <a:spcPct val="0"/>
              </a:spcBef>
              <a:spcAft>
                <a:spcPct val="0"/>
              </a:spcAft>
              <a:defRPr sz="3900" b="1">
                <a:solidFill>
                  <a:schemeClr val="bg1"/>
                </a:solidFill>
                <a:latin typeface="Times New Roman" panose="02020603050405020304" pitchFamily="18" charset="0"/>
                <a:ea typeface="宋体" panose="02010600030101010101" pitchFamily="2" charset="-122"/>
              </a:defRPr>
            </a:lvl6pPr>
            <a:lvl7pPr marL="914400" algn="ctr" fontAlgn="base">
              <a:spcBef>
                <a:spcPct val="0"/>
              </a:spcBef>
              <a:spcAft>
                <a:spcPct val="0"/>
              </a:spcAft>
              <a:defRPr sz="3900" b="1">
                <a:solidFill>
                  <a:schemeClr val="bg1"/>
                </a:solidFill>
                <a:latin typeface="Times New Roman" panose="02020603050405020304" pitchFamily="18" charset="0"/>
                <a:ea typeface="宋体" panose="02010600030101010101" pitchFamily="2" charset="-122"/>
              </a:defRPr>
            </a:lvl7pPr>
            <a:lvl8pPr marL="1371600" algn="ctr" fontAlgn="base">
              <a:spcBef>
                <a:spcPct val="0"/>
              </a:spcBef>
              <a:spcAft>
                <a:spcPct val="0"/>
              </a:spcAft>
              <a:defRPr sz="3900" b="1">
                <a:solidFill>
                  <a:schemeClr val="bg1"/>
                </a:solidFill>
                <a:latin typeface="Times New Roman" panose="02020603050405020304" pitchFamily="18" charset="0"/>
                <a:ea typeface="宋体" panose="02010600030101010101" pitchFamily="2" charset="-122"/>
              </a:defRPr>
            </a:lvl8pPr>
            <a:lvl9pPr marL="1828800" algn="ctr" fontAlgn="base">
              <a:spcBef>
                <a:spcPct val="0"/>
              </a:spcBef>
              <a:spcAft>
                <a:spcPct val="0"/>
              </a:spcAft>
              <a:defRPr sz="3900" b="1">
                <a:solidFill>
                  <a:schemeClr val="bg1"/>
                </a:solidFill>
                <a:latin typeface="Times New Roman" panose="02020603050405020304" pitchFamily="18" charset="0"/>
                <a:ea typeface="宋体" panose="02010600030101010101" pitchFamily="2" charset="-122"/>
              </a:defRPr>
            </a:lvl9pPr>
          </a:lstStyle>
          <a:p>
            <a:r>
              <a:rPr kumimoji="1" lang="zh-CN" altLang="en-US" sz="3500">
                <a:solidFill>
                  <a:srgbClr val="FFFF00"/>
                </a:solidFill>
                <a:ea typeface="楷体_GB2312" pitchFamily="49" charset="-122"/>
              </a:rPr>
              <a:t>数据在计算机中的表示</a:t>
            </a:r>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00708"/>
                                        </p:tgtEl>
                                        <p:attrNameLst>
                                          <p:attrName>style.visibility</p:attrName>
                                        </p:attrNameLst>
                                      </p:cBhvr>
                                      <p:to>
                                        <p:strVal val="visible"/>
                                      </p:to>
                                    </p:set>
                                    <p:anim calcmode="lin" valueType="num">
                                      <p:cBhvr additive="base">
                                        <p:cTn id="7" dur="500" fill="hold"/>
                                        <p:tgtEl>
                                          <p:spTgt spid="200708"/>
                                        </p:tgtEl>
                                        <p:attrNameLst>
                                          <p:attrName>ppt_x</p:attrName>
                                        </p:attrNameLst>
                                      </p:cBhvr>
                                      <p:tavLst>
                                        <p:tav tm="0">
                                          <p:val>
                                            <p:strVal val="0-#ppt_w/2"/>
                                          </p:val>
                                        </p:tav>
                                        <p:tav tm="100000">
                                          <p:val>
                                            <p:strVal val="#ppt_x"/>
                                          </p:val>
                                        </p:tav>
                                      </p:tavLst>
                                    </p:anim>
                                    <p:anim calcmode="lin" valueType="num">
                                      <p:cBhvr additive="base">
                                        <p:cTn id="8" dur="500" fill="hold"/>
                                        <p:tgtEl>
                                          <p:spTgt spid="200708"/>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00710"/>
                                        </p:tgtEl>
                                        <p:attrNameLst>
                                          <p:attrName>style.visibility</p:attrName>
                                        </p:attrNameLst>
                                      </p:cBhvr>
                                      <p:to>
                                        <p:strVal val="visible"/>
                                      </p:to>
                                    </p:set>
                                    <p:anim calcmode="lin" valueType="num">
                                      <p:cBhvr additive="base">
                                        <p:cTn id="13" dur="500" fill="hold"/>
                                        <p:tgtEl>
                                          <p:spTgt spid="200710"/>
                                        </p:tgtEl>
                                        <p:attrNameLst>
                                          <p:attrName>ppt_x</p:attrName>
                                        </p:attrNameLst>
                                      </p:cBhvr>
                                      <p:tavLst>
                                        <p:tav tm="0">
                                          <p:val>
                                            <p:strVal val="0-#ppt_w/2"/>
                                          </p:val>
                                        </p:tav>
                                        <p:tav tm="100000">
                                          <p:val>
                                            <p:strVal val="#ppt_x"/>
                                          </p:val>
                                        </p:tav>
                                      </p:tavLst>
                                    </p:anim>
                                    <p:anim calcmode="lin" valueType="num">
                                      <p:cBhvr additive="base">
                                        <p:cTn id="14" dur="500" fill="hold"/>
                                        <p:tgtEl>
                                          <p:spTgt spid="200710"/>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00711"/>
                                        </p:tgtEl>
                                        <p:attrNameLst>
                                          <p:attrName>style.visibility</p:attrName>
                                        </p:attrNameLst>
                                      </p:cBhvr>
                                      <p:to>
                                        <p:strVal val="visible"/>
                                      </p:to>
                                    </p:set>
                                    <p:anim calcmode="lin" valueType="num">
                                      <p:cBhvr additive="base">
                                        <p:cTn id="19" dur="500" fill="hold"/>
                                        <p:tgtEl>
                                          <p:spTgt spid="200711"/>
                                        </p:tgtEl>
                                        <p:attrNameLst>
                                          <p:attrName>ppt_x</p:attrName>
                                        </p:attrNameLst>
                                      </p:cBhvr>
                                      <p:tavLst>
                                        <p:tav tm="0">
                                          <p:val>
                                            <p:strVal val="0-#ppt_w/2"/>
                                          </p:val>
                                        </p:tav>
                                        <p:tav tm="100000">
                                          <p:val>
                                            <p:strVal val="#ppt_x"/>
                                          </p:val>
                                        </p:tav>
                                      </p:tavLst>
                                    </p:anim>
                                    <p:anim calcmode="lin" valueType="num">
                                      <p:cBhvr additive="base">
                                        <p:cTn id="20" dur="500" fill="hold"/>
                                        <p:tgtEl>
                                          <p:spTgt spid="200711"/>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200712"/>
                                        </p:tgtEl>
                                        <p:attrNameLst>
                                          <p:attrName>style.visibility</p:attrName>
                                        </p:attrNameLst>
                                      </p:cBhvr>
                                      <p:to>
                                        <p:strVal val="visible"/>
                                      </p:to>
                                    </p:set>
                                    <p:anim calcmode="lin" valueType="num">
                                      <p:cBhvr additive="base">
                                        <p:cTn id="25" dur="500" fill="hold"/>
                                        <p:tgtEl>
                                          <p:spTgt spid="200712"/>
                                        </p:tgtEl>
                                        <p:attrNameLst>
                                          <p:attrName>ppt_x</p:attrName>
                                        </p:attrNameLst>
                                      </p:cBhvr>
                                      <p:tavLst>
                                        <p:tav tm="0">
                                          <p:val>
                                            <p:strVal val="0-#ppt_w/2"/>
                                          </p:val>
                                        </p:tav>
                                        <p:tav tm="100000">
                                          <p:val>
                                            <p:strVal val="#ppt_x"/>
                                          </p:val>
                                        </p:tav>
                                      </p:tavLst>
                                    </p:anim>
                                    <p:anim calcmode="lin" valueType="num">
                                      <p:cBhvr additive="base">
                                        <p:cTn id="26" dur="500" fill="hold"/>
                                        <p:tgtEl>
                                          <p:spTgt spid="200712"/>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200713"/>
                                        </p:tgtEl>
                                        <p:attrNameLst>
                                          <p:attrName>style.visibility</p:attrName>
                                        </p:attrNameLst>
                                      </p:cBhvr>
                                      <p:to>
                                        <p:strVal val="visible"/>
                                      </p:to>
                                    </p:set>
                                    <p:anim calcmode="lin" valueType="num">
                                      <p:cBhvr additive="base">
                                        <p:cTn id="31" dur="500" fill="hold"/>
                                        <p:tgtEl>
                                          <p:spTgt spid="200713"/>
                                        </p:tgtEl>
                                        <p:attrNameLst>
                                          <p:attrName>ppt_x</p:attrName>
                                        </p:attrNameLst>
                                      </p:cBhvr>
                                      <p:tavLst>
                                        <p:tav tm="0">
                                          <p:val>
                                            <p:strVal val="0-#ppt_w/2"/>
                                          </p:val>
                                        </p:tav>
                                        <p:tav tm="100000">
                                          <p:val>
                                            <p:strVal val="#ppt_x"/>
                                          </p:val>
                                        </p:tav>
                                      </p:tavLst>
                                    </p:anim>
                                    <p:anim calcmode="lin" valueType="num">
                                      <p:cBhvr additive="base">
                                        <p:cTn id="32" dur="500" fill="hold"/>
                                        <p:tgtEl>
                                          <p:spTgt spid="20071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0708" grpId="0" autoUpdateAnimBg="0"/>
      <p:bldP spid="200710" grpId="0" animBg="1" autoUpdateAnimBg="0"/>
      <p:bldP spid="200711" grpId="0" autoUpdateAnimBg="0"/>
      <p:bldP spid="200712" grpId="0" animBg="1" autoUpdateAnimBg="0"/>
      <p:bldP spid="200713" grpId="0" autoUpdateAnimBg="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3">
            <a:extLst>
              <a:ext uri="{FF2B5EF4-FFF2-40B4-BE49-F238E27FC236}">
                <a16:creationId xmlns:a16="http://schemas.microsoft.com/office/drawing/2014/main" id="{DF7F3842-F689-4456-9301-A870DAFF2C8F}"/>
              </a:ext>
            </a:extLst>
          </p:cNvPr>
          <p:cNvSpPr>
            <a:spLocks noGrp="1"/>
          </p:cNvSpPr>
          <p:nvPr>
            <p:ph type="sldNum" sz="quarter" idx="12"/>
          </p:nvPr>
        </p:nvSpPr>
        <p:spPr/>
        <p:txBody>
          <a:bodyPr/>
          <a:lstStyle/>
          <a:p>
            <a:fld id="{A8BC0BFD-86A4-4DD1-B6FD-1FC2EF220463}" type="slidenum">
              <a:rPr lang="en-US" altLang="zh-CN"/>
              <a:pPr/>
              <a:t>7</a:t>
            </a:fld>
            <a:endParaRPr lang="en-US" altLang="zh-CN"/>
          </a:p>
        </p:txBody>
      </p:sp>
      <p:sp>
        <p:nvSpPr>
          <p:cNvPr id="202755" name="Text Box 3">
            <a:extLst>
              <a:ext uri="{FF2B5EF4-FFF2-40B4-BE49-F238E27FC236}">
                <a16:creationId xmlns:a16="http://schemas.microsoft.com/office/drawing/2014/main" id="{FAE9752C-AF7D-4DD1-B17C-F8C4EF8F0C01}"/>
              </a:ext>
            </a:extLst>
          </p:cNvPr>
          <p:cNvSpPr txBox="1">
            <a:spLocks noChangeArrowheads="1"/>
          </p:cNvSpPr>
          <p:nvPr/>
        </p:nvSpPr>
        <p:spPr bwMode="auto">
          <a:xfrm>
            <a:off x="468313" y="1412875"/>
            <a:ext cx="8424862"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eaLnBrk="0" hangingPunct="0">
              <a:spcBef>
                <a:spcPct val="50000"/>
              </a:spcBef>
            </a:pPr>
            <a:r>
              <a:rPr lang="zh-CN" altLang="en-US" sz="4000" b="1">
                <a:solidFill>
                  <a:srgbClr val="0000FF"/>
                </a:solidFill>
              </a:rPr>
              <a:t>十</a:t>
            </a:r>
            <a:r>
              <a:rPr lang="zh-CN" altLang="zh-CN" sz="4000" b="1">
                <a:solidFill>
                  <a:srgbClr val="0000FF"/>
                </a:solidFill>
              </a:rPr>
              <a:t>、</a:t>
            </a:r>
            <a:r>
              <a:rPr lang="zh-CN" altLang="en-US" sz="4000" b="1">
                <a:solidFill>
                  <a:srgbClr val="0000FF"/>
                </a:solidFill>
              </a:rPr>
              <a:t>二</a:t>
            </a:r>
            <a:r>
              <a:rPr lang="zh-CN" altLang="zh-CN" sz="4000" b="1">
                <a:solidFill>
                  <a:srgbClr val="0000FF"/>
                </a:solidFill>
                <a:ea typeface="楷体_GB2312" pitchFamily="49" charset="-122"/>
              </a:rPr>
              <a:t>、</a:t>
            </a:r>
            <a:r>
              <a:rPr lang="zh-CN" altLang="en-US" sz="4000" b="1">
                <a:solidFill>
                  <a:srgbClr val="0000FF"/>
                </a:solidFill>
              </a:rPr>
              <a:t>八</a:t>
            </a:r>
            <a:r>
              <a:rPr lang="zh-CN" altLang="zh-CN" sz="4000" b="1">
                <a:solidFill>
                  <a:srgbClr val="0000FF"/>
                </a:solidFill>
                <a:ea typeface="楷体_GB2312" pitchFamily="49" charset="-122"/>
              </a:rPr>
              <a:t>、</a:t>
            </a:r>
            <a:r>
              <a:rPr lang="zh-CN" altLang="en-US" sz="4000" b="1">
                <a:solidFill>
                  <a:srgbClr val="0000FF"/>
                </a:solidFill>
              </a:rPr>
              <a:t>十六进制数的书写格式</a:t>
            </a:r>
          </a:p>
        </p:txBody>
      </p:sp>
      <p:sp>
        <p:nvSpPr>
          <p:cNvPr id="202756" name="Rectangle 4">
            <a:extLst>
              <a:ext uri="{FF2B5EF4-FFF2-40B4-BE49-F238E27FC236}">
                <a16:creationId xmlns:a16="http://schemas.microsoft.com/office/drawing/2014/main" id="{2F0EEDB6-3906-494C-9EB5-A899802BAED4}"/>
              </a:ext>
            </a:extLst>
          </p:cNvPr>
          <p:cNvSpPr>
            <a:spLocks noChangeArrowheads="1"/>
          </p:cNvSpPr>
          <p:nvPr/>
        </p:nvSpPr>
        <p:spPr bwMode="auto">
          <a:xfrm>
            <a:off x="395288" y="2997200"/>
            <a:ext cx="8291512" cy="3860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ea typeface="宋体" panose="02010600030101010101" pitchFamily="2" charset="-122"/>
              </a:defRPr>
            </a:lvl1pPr>
            <a:lvl2pPr marL="692150" indent="-347663">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ea typeface="宋体" panose="02010600030101010101" pitchFamily="2" charset="-122"/>
              </a:defRPr>
            </a:lvl2pPr>
            <a:lvl3pPr marL="987425" indent="-293688">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281113" indent="-2921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1598613" indent="-315913">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055813" indent="-315913"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513013" indent="-315913"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2970213" indent="-315913"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427413" indent="-315913"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lvl="1" algn="just">
              <a:buFont typeface="Wingdings" panose="05000000000000000000" pitchFamily="2" charset="2"/>
              <a:buChar char="Ø"/>
            </a:pPr>
            <a:r>
              <a:rPr lang="zh-CN" altLang="en-US" sz="2400" b="1" dirty="0">
                <a:solidFill>
                  <a:srgbClr val="0000FF"/>
                </a:solidFill>
                <a:latin typeface="微软雅黑" panose="020B0503020204020204" pitchFamily="34" charset="-122"/>
                <a:ea typeface="微软雅黑" panose="020B0503020204020204" pitchFamily="34" charset="-122"/>
              </a:rPr>
              <a:t>十进制</a:t>
            </a:r>
            <a:r>
              <a:rPr lang="zh-CN" altLang="en-US" sz="2400" b="1" dirty="0">
                <a:latin typeface="微软雅黑" panose="020B0503020204020204" pitchFamily="34" charset="-122"/>
                <a:ea typeface="微软雅黑" panose="020B0503020204020204" pitchFamily="34" charset="-122"/>
              </a:rPr>
              <a:t>，可用</a:t>
            </a:r>
            <a:r>
              <a:rPr lang="zh-CN" altLang="en-US" sz="2400" b="1" dirty="0">
                <a:solidFill>
                  <a:srgbClr val="0000FF"/>
                </a:solidFill>
                <a:latin typeface="微软雅黑" panose="020B0503020204020204" pitchFamily="34" charset="-122"/>
                <a:ea typeface="微软雅黑" panose="020B0503020204020204" pitchFamily="34" charset="-122"/>
              </a:rPr>
              <a:t>后缀</a:t>
            </a:r>
            <a:r>
              <a:rPr lang="en-US" altLang="zh-CN" sz="2400" b="1" dirty="0">
                <a:solidFill>
                  <a:srgbClr val="0000FF"/>
                </a:solidFill>
                <a:latin typeface="微软雅黑" panose="020B0503020204020204" pitchFamily="34" charset="-122"/>
                <a:ea typeface="微软雅黑" panose="020B0503020204020204" pitchFamily="34" charset="-122"/>
              </a:rPr>
              <a:t>D</a:t>
            </a:r>
            <a:r>
              <a:rPr lang="zh-CN" altLang="en-US" sz="2400" b="1" dirty="0">
                <a:latin typeface="微软雅黑" panose="020B0503020204020204" pitchFamily="34" charset="-122"/>
                <a:ea typeface="微软雅黑" panose="020B0503020204020204" pitchFamily="34" charset="-122"/>
              </a:rPr>
              <a:t>（</a:t>
            </a:r>
            <a:r>
              <a:rPr lang="en-US" altLang="zh-CN" sz="2400" b="1" dirty="0">
                <a:latin typeface="微软雅黑" panose="020B0503020204020204" pitchFamily="34" charset="-122"/>
                <a:ea typeface="微软雅黑" panose="020B0503020204020204" pitchFamily="34" charset="-122"/>
              </a:rPr>
              <a:t>Decimal</a:t>
            </a:r>
            <a:r>
              <a:rPr lang="zh-CN" altLang="en-US" sz="2400" b="1" dirty="0">
                <a:latin typeface="微软雅黑" panose="020B0503020204020204" pitchFamily="34" charset="-122"/>
                <a:ea typeface="微软雅黑" panose="020B0503020204020204" pitchFamily="34" charset="-122"/>
              </a:rPr>
              <a:t>）表示</a:t>
            </a:r>
            <a:r>
              <a:rPr lang="en-US" altLang="zh-CN" sz="2400" b="1" dirty="0">
                <a:latin typeface="微软雅黑" panose="020B0503020204020204" pitchFamily="34" charset="-122"/>
                <a:ea typeface="微软雅黑" panose="020B0503020204020204" pitchFamily="34" charset="-122"/>
              </a:rPr>
              <a:t>,</a:t>
            </a:r>
            <a:r>
              <a:rPr lang="zh-CN" altLang="en-US" sz="2400" b="1" dirty="0">
                <a:latin typeface="微软雅黑" panose="020B0503020204020204" pitchFamily="34" charset="-122"/>
                <a:ea typeface="微软雅黑" panose="020B0503020204020204" pitchFamily="34" charset="-122"/>
              </a:rPr>
              <a:t>也可用下标</a:t>
            </a:r>
            <a:r>
              <a:rPr lang="en-US" altLang="zh-CN" sz="2400" b="1" dirty="0">
                <a:latin typeface="微软雅黑" panose="020B0503020204020204" pitchFamily="34" charset="-122"/>
                <a:ea typeface="微软雅黑" panose="020B0503020204020204" pitchFamily="34" charset="-122"/>
              </a:rPr>
              <a:t>10</a:t>
            </a:r>
            <a:r>
              <a:rPr lang="zh-CN" altLang="en-US" sz="2400" b="1" dirty="0">
                <a:latin typeface="微软雅黑" panose="020B0503020204020204" pitchFamily="34" charset="-122"/>
                <a:ea typeface="微软雅黑" panose="020B0503020204020204" pitchFamily="34" charset="-122"/>
              </a:rPr>
              <a:t>表示，如：</a:t>
            </a:r>
            <a:r>
              <a:rPr lang="en-US" altLang="zh-CN" sz="2400" b="1" dirty="0">
                <a:latin typeface="微软雅黑" panose="020B0503020204020204" pitchFamily="34" charset="-122"/>
                <a:ea typeface="微软雅黑" panose="020B0503020204020204" pitchFamily="34" charset="-122"/>
              </a:rPr>
              <a:t>369 </a:t>
            </a:r>
            <a:r>
              <a:rPr lang="en-US" altLang="zh-CN" sz="2400" b="1" dirty="0">
                <a:solidFill>
                  <a:srgbClr val="FF0000"/>
                </a:solidFill>
                <a:latin typeface="微软雅黑" panose="020B0503020204020204" pitchFamily="34" charset="-122"/>
                <a:ea typeface="微软雅黑" panose="020B0503020204020204" pitchFamily="34" charset="-122"/>
              </a:rPr>
              <a:t>D </a:t>
            </a:r>
            <a:r>
              <a:rPr lang="en-US" altLang="zh-CN" sz="2400" b="1" dirty="0">
                <a:latin typeface="微软雅黑" panose="020B0503020204020204" pitchFamily="34" charset="-122"/>
                <a:ea typeface="微软雅黑" panose="020B0503020204020204" pitchFamily="34" charset="-122"/>
              </a:rPr>
              <a:t>= (369)</a:t>
            </a:r>
            <a:r>
              <a:rPr lang="en-US" altLang="zh-CN" sz="2400" b="1" baseline="-25000" dirty="0">
                <a:solidFill>
                  <a:srgbClr val="FF0000"/>
                </a:solidFill>
                <a:latin typeface="微软雅黑" panose="020B0503020204020204" pitchFamily="34" charset="-122"/>
                <a:ea typeface="微软雅黑" panose="020B0503020204020204" pitchFamily="34" charset="-122"/>
              </a:rPr>
              <a:t>10</a:t>
            </a:r>
          </a:p>
          <a:p>
            <a:pPr lvl="1" algn="just">
              <a:buFont typeface="Wingdings" panose="05000000000000000000" pitchFamily="2" charset="2"/>
              <a:buChar char="Ø"/>
            </a:pPr>
            <a:r>
              <a:rPr lang="zh-CN" altLang="en-US" sz="2400" b="1" dirty="0">
                <a:solidFill>
                  <a:srgbClr val="0000FF"/>
                </a:solidFill>
                <a:latin typeface="微软雅黑" panose="020B0503020204020204" pitchFamily="34" charset="-122"/>
                <a:ea typeface="微软雅黑" panose="020B0503020204020204" pitchFamily="34" charset="-122"/>
              </a:rPr>
              <a:t>二进制</a:t>
            </a:r>
            <a:r>
              <a:rPr lang="zh-CN" altLang="en-US" sz="2400" b="1" dirty="0">
                <a:latin typeface="微软雅黑" panose="020B0503020204020204" pitchFamily="34" charset="-122"/>
                <a:ea typeface="微软雅黑" panose="020B0503020204020204" pitchFamily="34" charset="-122"/>
              </a:rPr>
              <a:t>，可用</a:t>
            </a:r>
            <a:r>
              <a:rPr lang="zh-CN" altLang="en-US" sz="2400" b="1" dirty="0">
                <a:solidFill>
                  <a:srgbClr val="0000FF"/>
                </a:solidFill>
                <a:latin typeface="微软雅黑" panose="020B0503020204020204" pitchFamily="34" charset="-122"/>
                <a:ea typeface="微软雅黑" panose="020B0503020204020204" pitchFamily="34" charset="-122"/>
              </a:rPr>
              <a:t>后缀</a:t>
            </a:r>
            <a:r>
              <a:rPr lang="en-US" altLang="zh-CN" sz="2400" b="1" dirty="0">
                <a:solidFill>
                  <a:srgbClr val="0000FF"/>
                </a:solidFill>
                <a:latin typeface="微软雅黑" panose="020B0503020204020204" pitchFamily="34" charset="-122"/>
                <a:ea typeface="微软雅黑" panose="020B0503020204020204" pitchFamily="34" charset="-122"/>
              </a:rPr>
              <a:t>B</a:t>
            </a:r>
            <a:r>
              <a:rPr lang="zh-CN" altLang="en-US" sz="2400" b="1" dirty="0">
                <a:latin typeface="微软雅黑" panose="020B0503020204020204" pitchFamily="34" charset="-122"/>
                <a:ea typeface="微软雅黑" panose="020B0503020204020204" pitchFamily="34" charset="-122"/>
              </a:rPr>
              <a:t>（</a:t>
            </a:r>
            <a:r>
              <a:rPr lang="en-US" altLang="zh-CN" sz="2400" b="1" dirty="0">
                <a:latin typeface="微软雅黑" panose="020B0503020204020204" pitchFamily="34" charset="-122"/>
                <a:ea typeface="微软雅黑" panose="020B0503020204020204" pitchFamily="34" charset="-122"/>
              </a:rPr>
              <a:t>Binary</a:t>
            </a:r>
            <a:r>
              <a:rPr lang="zh-CN" altLang="en-US" sz="2400" b="1" dirty="0">
                <a:latin typeface="微软雅黑" panose="020B0503020204020204" pitchFamily="34" charset="-122"/>
                <a:ea typeface="微软雅黑" panose="020B0503020204020204" pitchFamily="34" charset="-122"/>
              </a:rPr>
              <a:t>）表示，也可用下标２表示，如：</a:t>
            </a:r>
            <a:r>
              <a:rPr lang="en-US" altLang="zh-CN" sz="2400" b="1" dirty="0">
                <a:latin typeface="微软雅黑" panose="020B0503020204020204" pitchFamily="34" charset="-122"/>
                <a:ea typeface="微软雅黑" panose="020B0503020204020204" pitchFamily="34" charset="-122"/>
              </a:rPr>
              <a:t>1010 </a:t>
            </a:r>
            <a:r>
              <a:rPr lang="en-US" altLang="zh-CN" sz="2400" b="1" dirty="0">
                <a:solidFill>
                  <a:srgbClr val="FF0000"/>
                </a:solidFill>
                <a:latin typeface="微软雅黑" panose="020B0503020204020204" pitchFamily="34" charset="-122"/>
                <a:ea typeface="微软雅黑" panose="020B0503020204020204" pitchFamily="34" charset="-122"/>
              </a:rPr>
              <a:t>B</a:t>
            </a:r>
            <a:r>
              <a:rPr lang="en-US" altLang="zh-CN" sz="2400" b="1" dirty="0">
                <a:latin typeface="微软雅黑" panose="020B0503020204020204" pitchFamily="34" charset="-122"/>
                <a:ea typeface="微软雅黑" panose="020B0503020204020204" pitchFamily="34" charset="-122"/>
              </a:rPr>
              <a:t> = (1010)</a:t>
            </a:r>
            <a:r>
              <a:rPr lang="en-US" altLang="zh-CN" sz="2400" b="1" baseline="-25000" dirty="0">
                <a:solidFill>
                  <a:srgbClr val="FF0000"/>
                </a:solidFill>
                <a:latin typeface="微软雅黑" panose="020B0503020204020204" pitchFamily="34" charset="-122"/>
                <a:ea typeface="微软雅黑" panose="020B0503020204020204" pitchFamily="34" charset="-122"/>
              </a:rPr>
              <a:t>2</a:t>
            </a:r>
          </a:p>
          <a:p>
            <a:pPr lvl="1" algn="just">
              <a:buFont typeface="Wingdings" panose="05000000000000000000" pitchFamily="2" charset="2"/>
              <a:buChar char="Ø"/>
            </a:pPr>
            <a:r>
              <a:rPr lang="zh-CN" altLang="en-US" sz="2400" b="1" dirty="0">
                <a:latin typeface="微软雅黑" panose="020B0503020204020204" pitchFamily="34" charset="-122"/>
                <a:ea typeface="微软雅黑" panose="020B0503020204020204" pitchFamily="34" charset="-122"/>
              </a:rPr>
              <a:t>八进制，可用后缀</a:t>
            </a:r>
            <a:r>
              <a:rPr lang="en-US" altLang="zh-CN" sz="2400" b="1" dirty="0">
                <a:latin typeface="微软雅黑" panose="020B0503020204020204" pitchFamily="34" charset="-122"/>
                <a:ea typeface="微软雅黑" panose="020B0503020204020204" pitchFamily="34" charset="-122"/>
              </a:rPr>
              <a:t>Q</a:t>
            </a:r>
            <a:r>
              <a:rPr lang="zh-CN" altLang="en-US" sz="2400" b="1" dirty="0">
                <a:latin typeface="微软雅黑" panose="020B0503020204020204" pitchFamily="34" charset="-122"/>
                <a:ea typeface="微软雅黑" panose="020B0503020204020204" pitchFamily="34" charset="-122"/>
              </a:rPr>
              <a:t>（</a:t>
            </a:r>
            <a:r>
              <a:rPr lang="en-US" altLang="zh-CN" sz="2400" b="1" dirty="0">
                <a:latin typeface="微软雅黑" panose="020B0503020204020204" pitchFamily="34" charset="-122"/>
                <a:ea typeface="微软雅黑" panose="020B0503020204020204" pitchFamily="34" charset="-122"/>
              </a:rPr>
              <a:t>Octal</a:t>
            </a:r>
            <a:r>
              <a:rPr lang="zh-CN" altLang="en-US" sz="2400" b="1" dirty="0">
                <a:latin typeface="微软雅黑" panose="020B0503020204020204" pitchFamily="34" charset="-122"/>
                <a:ea typeface="微软雅黑" panose="020B0503020204020204" pitchFamily="34" charset="-122"/>
              </a:rPr>
              <a:t>）表示，也可用下标８表示，如：</a:t>
            </a:r>
            <a:r>
              <a:rPr lang="en-US" altLang="zh-CN" sz="2400" b="1" dirty="0">
                <a:latin typeface="微软雅黑" panose="020B0503020204020204" pitchFamily="34" charset="-122"/>
                <a:ea typeface="微软雅黑" panose="020B0503020204020204" pitchFamily="34" charset="-122"/>
              </a:rPr>
              <a:t>271 Q = (271)</a:t>
            </a:r>
            <a:r>
              <a:rPr lang="en-US" altLang="zh-CN" sz="2400" b="1" baseline="-25000" dirty="0">
                <a:latin typeface="微软雅黑" panose="020B0503020204020204" pitchFamily="34" charset="-122"/>
                <a:ea typeface="微软雅黑" panose="020B0503020204020204" pitchFamily="34" charset="-122"/>
              </a:rPr>
              <a:t>8</a:t>
            </a:r>
          </a:p>
          <a:p>
            <a:pPr lvl="1" algn="just">
              <a:buFont typeface="Wingdings" panose="05000000000000000000" pitchFamily="2" charset="2"/>
              <a:buChar char="Ø"/>
            </a:pPr>
            <a:r>
              <a:rPr lang="zh-CN" altLang="en-US" sz="2400" b="1" dirty="0">
                <a:solidFill>
                  <a:srgbClr val="0000FF"/>
                </a:solidFill>
                <a:latin typeface="微软雅黑" panose="020B0503020204020204" pitchFamily="34" charset="-122"/>
                <a:ea typeface="微软雅黑" panose="020B0503020204020204" pitchFamily="34" charset="-122"/>
              </a:rPr>
              <a:t>十六进制</a:t>
            </a:r>
            <a:r>
              <a:rPr lang="zh-CN" altLang="en-US" sz="2400" b="1" dirty="0">
                <a:latin typeface="微软雅黑" panose="020B0503020204020204" pitchFamily="34" charset="-122"/>
                <a:ea typeface="微软雅黑" panose="020B0503020204020204" pitchFamily="34" charset="-122"/>
              </a:rPr>
              <a:t>，可用</a:t>
            </a:r>
            <a:r>
              <a:rPr lang="zh-CN" altLang="en-US" sz="2400" b="1" dirty="0">
                <a:solidFill>
                  <a:srgbClr val="0000FF"/>
                </a:solidFill>
                <a:latin typeface="微软雅黑" panose="020B0503020204020204" pitchFamily="34" charset="-122"/>
                <a:ea typeface="微软雅黑" panose="020B0503020204020204" pitchFamily="34" charset="-122"/>
              </a:rPr>
              <a:t>后缀</a:t>
            </a:r>
            <a:r>
              <a:rPr lang="en-US" altLang="zh-CN" sz="2400" b="1" dirty="0">
                <a:solidFill>
                  <a:srgbClr val="0000FF"/>
                </a:solidFill>
                <a:latin typeface="微软雅黑" panose="020B0503020204020204" pitchFamily="34" charset="-122"/>
                <a:ea typeface="微软雅黑" panose="020B0503020204020204" pitchFamily="34" charset="-122"/>
              </a:rPr>
              <a:t>H</a:t>
            </a:r>
            <a:r>
              <a:rPr lang="zh-CN" altLang="en-US" sz="2400" b="1" dirty="0">
                <a:latin typeface="微软雅黑" panose="020B0503020204020204" pitchFamily="34" charset="-122"/>
                <a:ea typeface="微软雅黑" panose="020B0503020204020204" pitchFamily="34" charset="-122"/>
              </a:rPr>
              <a:t>（</a:t>
            </a:r>
            <a:r>
              <a:rPr lang="en-US" altLang="zh-CN" sz="2400" b="1" dirty="0">
                <a:latin typeface="微软雅黑" panose="020B0503020204020204" pitchFamily="34" charset="-122"/>
                <a:ea typeface="微软雅黑" panose="020B0503020204020204" pitchFamily="34" charset="-122"/>
              </a:rPr>
              <a:t>Hexadecimal</a:t>
            </a:r>
            <a:r>
              <a:rPr lang="zh-CN" altLang="en-US" sz="2400" b="1" dirty="0">
                <a:latin typeface="微软雅黑" panose="020B0503020204020204" pitchFamily="34" charset="-122"/>
                <a:ea typeface="微软雅黑" panose="020B0503020204020204" pitchFamily="34" charset="-122"/>
              </a:rPr>
              <a:t>）表示，也可以用下标</a:t>
            </a:r>
            <a:r>
              <a:rPr lang="en-US" altLang="zh-CN" sz="2400" b="1" dirty="0">
                <a:latin typeface="微软雅黑" panose="020B0503020204020204" pitchFamily="34" charset="-122"/>
                <a:ea typeface="微软雅黑" panose="020B0503020204020204" pitchFamily="34" charset="-122"/>
              </a:rPr>
              <a:t>16</a:t>
            </a:r>
            <a:r>
              <a:rPr lang="zh-CN" altLang="en-US" sz="2400" b="1" dirty="0">
                <a:latin typeface="微软雅黑" panose="020B0503020204020204" pitchFamily="34" charset="-122"/>
                <a:ea typeface="微软雅黑" panose="020B0503020204020204" pitchFamily="34" charset="-122"/>
              </a:rPr>
              <a:t>表示，它可以使用０</a:t>
            </a:r>
            <a:r>
              <a:rPr lang="en-US" altLang="zh-CN" sz="2400" b="1" dirty="0">
                <a:latin typeface="微软雅黑" panose="020B0503020204020204" pitchFamily="34" charset="-122"/>
                <a:ea typeface="微软雅黑" panose="020B0503020204020204" pitchFamily="34" charset="-122"/>
              </a:rPr>
              <a:t>,1,…,9,A,B,C,D,E,F</a:t>
            </a:r>
            <a:r>
              <a:rPr lang="zh-CN" altLang="en-US" sz="2400" b="1" dirty="0">
                <a:latin typeface="微软雅黑" panose="020B0503020204020204" pitchFamily="34" charset="-122"/>
                <a:ea typeface="微软雅黑" panose="020B0503020204020204" pitchFamily="34" charset="-122"/>
              </a:rPr>
              <a:t>如：</a:t>
            </a:r>
            <a:r>
              <a:rPr lang="en-US" altLang="zh-CN" sz="2400" b="1" dirty="0">
                <a:latin typeface="微软雅黑" panose="020B0503020204020204" pitchFamily="34" charset="-122"/>
                <a:ea typeface="微软雅黑" panose="020B0503020204020204" pitchFamily="34" charset="-122"/>
              </a:rPr>
              <a:t>1C2F </a:t>
            </a:r>
            <a:r>
              <a:rPr lang="en-US" altLang="zh-CN" sz="2400" b="1" dirty="0">
                <a:solidFill>
                  <a:srgbClr val="FF0000"/>
                </a:solidFill>
                <a:latin typeface="微软雅黑" panose="020B0503020204020204" pitchFamily="34" charset="-122"/>
                <a:ea typeface="微软雅黑" panose="020B0503020204020204" pitchFamily="34" charset="-122"/>
              </a:rPr>
              <a:t>H</a:t>
            </a:r>
            <a:r>
              <a:rPr lang="en-US" altLang="zh-CN" sz="2400" b="1" dirty="0">
                <a:latin typeface="微软雅黑" panose="020B0503020204020204" pitchFamily="34" charset="-122"/>
                <a:ea typeface="微软雅黑" panose="020B0503020204020204" pitchFamily="34" charset="-122"/>
              </a:rPr>
              <a:t> = (1C2F)</a:t>
            </a:r>
            <a:r>
              <a:rPr lang="en-US" altLang="zh-CN" sz="2400" b="1" baseline="-25000" dirty="0">
                <a:solidFill>
                  <a:srgbClr val="FF0000"/>
                </a:solidFill>
                <a:latin typeface="微软雅黑" panose="020B0503020204020204" pitchFamily="34" charset="-122"/>
                <a:ea typeface="微软雅黑" panose="020B0503020204020204" pitchFamily="34" charset="-122"/>
              </a:rPr>
              <a:t>16</a:t>
            </a:r>
          </a:p>
        </p:txBody>
      </p:sp>
      <p:sp>
        <p:nvSpPr>
          <p:cNvPr id="202757" name="Text Box 5">
            <a:extLst>
              <a:ext uri="{FF2B5EF4-FFF2-40B4-BE49-F238E27FC236}">
                <a16:creationId xmlns:a16="http://schemas.microsoft.com/office/drawing/2014/main" id="{F641F549-009C-49AE-8135-C16E26240778}"/>
              </a:ext>
            </a:extLst>
          </p:cNvPr>
          <p:cNvSpPr txBox="1">
            <a:spLocks noChangeArrowheads="1"/>
          </p:cNvSpPr>
          <p:nvPr/>
        </p:nvSpPr>
        <p:spPr bwMode="auto">
          <a:xfrm>
            <a:off x="395288" y="2205038"/>
            <a:ext cx="8064500" cy="730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eaLnBrk="0" hangingPunct="0">
              <a:spcBef>
                <a:spcPct val="50000"/>
              </a:spcBef>
            </a:pPr>
            <a:r>
              <a:rPr lang="zh-CN" altLang="en-US" sz="2400" b="1">
                <a:solidFill>
                  <a:srgbClr val="5F5F5F"/>
                </a:solidFill>
                <a:ea typeface="楷体_GB2312" pitchFamily="49" charset="-122"/>
              </a:rPr>
              <a:t>　　</a:t>
            </a:r>
            <a:r>
              <a:rPr lang="zh-CN" altLang="en-US" sz="2400" b="1">
                <a:ea typeface="楷体_GB2312" pitchFamily="49" charset="-122"/>
              </a:rPr>
              <a:t>任何一种进制数都有两种书写格式：用后缀表示；用括号和下标表示．</a:t>
            </a:r>
          </a:p>
        </p:txBody>
      </p:sp>
      <p:sp>
        <p:nvSpPr>
          <p:cNvPr id="202758" name="Rectangle 6">
            <a:extLst>
              <a:ext uri="{FF2B5EF4-FFF2-40B4-BE49-F238E27FC236}">
                <a16:creationId xmlns:a16="http://schemas.microsoft.com/office/drawing/2014/main" id="{63D29D1D-4D1A-4F6B-9C4C-D2D6823FFF6E}"/>
              </a:ext>
            </a:extLst>
          </p:cNvPr>
          <p:cNvSpPr>
            <a:spLocks noChangeArrowheads="1"/>
          </p:cNvSpPr>
          <p:nvPr/>
        </p:nvSpPr>
        <p:spPr bwMode="auto">
          <a:xfrm>
            <a:off x="0" y="260350"/>
            <a:ext cx="9144000" cy="593725"/>
          </a:xfrm>
          <a:prstGeom prst="rect">
            <a:avLst/>
          </a:prstGeom>
          <a:solidFill>
            <a:srgbClr val="0000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lgn="ctr">
              <a:defRPr sz="3900" b="1">
                <a:solidFill>
                  <a:schemeClr val="bg1"/>
                </a:solidFill>
                <a:latin typeface="Times New Roman" panose="02020603050405020304" pitchFamily="18" charset="0"/>
                <a:ea typeface="宋体" panose="02010600030101010101" pitchFamily="2" charset="-122"/>
              </a:defRPr>
            </a:lvl1pPr>
            <a:lvl2pPr algn="ctr">
              <a:defRPr sz="3900" b="1">
                <a:solidFill>
                  <a:schemeClr val="bg1"/>
                </a:solidFill>
                <a:latin typeface="Times New Roman" panose="02020603050405020304" pitchFamily="18" charset="0"/>
                <a:ea typeface="宋体" panose="02010600030101010101" pitchFamily="2" charset="-122"/>
              </a:defRPr>
            </a:lvl2pPr>
            <a:lvl3pPr algn="ctr">
              <a:defRPr sz="3900" b="1">
                <a:solidFill>
                  <a:schemeClr val="bg1"/>
                </a:solidFill>
                <a:latin typeface="Times New Roman" panose="02020603050405020304" pitchFamily="18" charset="0"/>
                <a:ea typeface="宋体" panose="02010600030101010101" pitchFamily="2" charset="-122"/>
              </a:defRPr>
            </a:lvl3pPr>
            <a:lvl4pPr algn="ctr">
              <a:defRPr sz="3900" b="1">
                <a:solidFill>
                  <a:schemeClr val="bg1"/>
                </a:solidFill>
                <a:latin typeface="Times New Roman" panose="02020603050405020304" pitchFamily="18" charset="0"/>
                <a:ea typeface="宋体" panose="02010600030101010101" pitchFamily="2" charset="-122"/>
              </a:defRPr>
            </a:lvl4pPr>
            <a:lvl5pPr algn="ctr">
              <a:defRPr sz="3900" b="1">
                <a:solidFill>
                  <a:schemeClr val="bg1"/>
                </a:solidFill>
                <a:latin typeface="Times New Roman" panose="02020603050405020304" pitchFamily="18" charset="0"/>
                <a:ea typeface="宋体" panose="02010600030101010101" pitchFamily="2" charset="-122"/>
              </a:defRPr>
            </a:lvl5pPr>
            <a:lvl6pPr marL="457200" algn="ctr" fontAlgn="base">
              <a:spcBef>
                <a:spcPct val="0"/>
              </a:spcBef>
              <a:spcAft>
                <a:spcPct val="0"/>
              </a:spcAft>
              <a:defRPr sz="3900" b="1">
                <a:solidFill>
                  <a:schemeClr val="bg1"/>
                </a:solidFill>
                <a:latin typeface="Times New Roman" panose="02020603050405020304" pitchFamily="18" charset="0"/>
                <a:ea typeface="宋体" panose="02010600030101010101" pitchFamily="2" charset="-122"/>
              </a:defRPr>
            </a:lvl6pPr>
            <a:lvl7pPr marL="914400" algn="ctr" fontAlgn="base">
              <a:spcBef>
                <a:spcPct val="0"/>
              </a:spcBef>
              <a:spcAft>
                <a:spcPct val="0"/>
              </a:spcAft>
              <a:defRPr sz="3900" b="1">
                <a:solidFill>
                  <a:schemeClr val="bg1"/>
                </a:solidFill>
                <a:latin typeface="Times New Roman" panose="02020603050405020304" pitchFamily="18" charset="0"/>
                <a:ea typeface="宋体" panose="02010600030101010101" pitchFamily="2" charset="-122"/>
              </a:defRPr>
            </a:lvl7pPr>
            <a:lvl8pPr marL="1371600" algn="ctr" fontAlgn="base">
              <a:spcBef>
                <a:spcPct val="0"/>
              </a:spcBef>
              <a:spcAft>
                <a:spcPct val="0"/>
              </a:spcAft>
              <a:defRPr sz="3900" b="1">
                <a:solidFill>
                  <a:schemeClr val="bg1"/>
                </a:solidFill>
                <a:latin typeface="Times New Roman" panose="02020603050405020304" pitchFamily="18" charset="0"/>
                <a:ea typeface="宋体" panose="02010600030101010101" pitchFamily="2" charset="-122"/>
              </a:defRPr>
            </a:lvl8pPr>
            <a:lvl9pPr marL="1828800" algn="ctr" fontAlgn="base">
              <a:spcBef>
                <a:spcPct val="0"/>
              </a:spcBef>
              <a:spcAft>
                <a:spcPct val="0"/>
              </a:spcAft>
              <a:defRPr sz="3900" b="1">
                <a:solidFill>
                  <a:schemeClr val="bg1"/>
                </a:solidFill>
                <a:latin typeface="Times New Roman" panose="02020603050405020304" pitchFamily="18" charset="0"/>
                <a:ea typeface="宋体" panose="02010600030101010101" pitchFamily="2" charset="-122"/>
              </a:defRPr>
            </a:lvl9pPr>
          </a:lstStyle>
          <a:p>
            <a:r>
              <a:rPr kumimoji="1" lang="zh-CN" altLang="en-US" sz="3500">
                <a:solidFill>
                  <a:srgbClr val="FFFF00"/>
                </a:solidFill>
                <a:ea typeface="楷体_GB2312" pitchFamily="49" charset="-122"/>
              </a:rPr>
              <a:t>数据在计算机中的表示</a:t>
            </a:r>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202756">
                                            <p:txEl>
                                              <p:pRg st="0" end="0"/>
                                            </p:txEl>
                                          </p:spTgt>
                                        </p:tgtEl>
                                        <p:attrNameLst>
                                          <p:attrName>style.visibility</p:attrName>
                                        </p:attrNameLst>
                                      </p:cBhvr>
                                      <p:to>
                                        <p:strVal val="visible"/>
                                      </p:to>
                                    </p:set>
                                    <p:animEffect transition="in" filter="wipe(up)">
                                      <p:cBhvr>
                                        <p:cTn id="7" dur="500"/>
                                        <p:tgtEl>
                                          <p:spTgt spid="202756">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202756">
                                            <p:txEl>
                                              <p:pRg st="1" end="1"/>
                                            </p:txEl>
                                          </p:spTgt>
                                        </p:tgtEl>
                                        <p:attrNameLst>
                                          <p:attrName>style.visibility</p:attrName>
                                        </p:attrNameLst>
                                      </p:cBhvr>
                                      <p:to>
                                        <p:strVal val="visible"/>
                                      </p:to>
                                    </p:set>
                                    <p:animEffect transition="in" filter="wipe(up)">
                                      <p:cBhvr>
                                        <p:cTn id="12" dur="500"/>
                                        <p:tgtEl>
                                          <p:spTgt spid="202756">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202756">
                                            <p:txEl>
                                              <p:pRg st="2" end="2"/>
                                            </p:txEl>
                                          </p:spTgt>
                                        </p:tgtEl>
                                        <p:attrNameLst>
                                          <p:attrName>style.visibility</p:attrName>
                                        </p:attrNameLst>
                                      </p:cBhvr>
                                      <p:to>
                                        <p:strVal val="visible"/>
                                      </p:to>
                                    </p:set>
                                    <p:animEffect transition="in" filter="wipe(up)">
                                      <p:cBhvr>
                                        <p:cTn id="17" dur="500"/>
                                        <p:tgtEl>
                                          <p:spTgt spid="202756">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202756">
                                            <p:txEl>
                                              <p:pRg st="3" end="3"/>
                                            </p:txEl>
                                          </p:spTgt>
                                        </p:tgtEl>
                                        <p:attrNameLst>
                                          <p:attrName>style.visibility</p:attrName>
                                        </p:attrNameLst>
                                      </p:cBhvr>
                                      <p:to>
                                        <p:strVal val="visible"/>
                                      </p:to>
                                    </p:set>
                                    <p:animEffect transition="in" filter="wipe(up)">
                                      <p:cBhvr>
                                        <p:cTn id="22" dur="500"/>
                                        <p:tgtEl>
                                          <p:spTgt spid="202756">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2756" grpId="0" build="p" bldLvl="2" autoUpdateAnimBg="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DE6E2727-7CC1-442D-AD79-1B7BEC702101}"/>
              </a:ext>
            </a:extLst>
          </p:cNvPr>
          <p:cNvSpPr>
            <a:spLocks noGrp="1"/>
          </p:cNvSpPr>
          <p:nvPr>
            <p:ph type="sldNum" sz="quarter" idx="12"/>
          </p:nvPr>
        </p:nvSpPr>
        <p:spPr/>
        <p:txBody>
          <a:bodyPr/>
          <a:lstStyle/>
          <a:p>
            <a:fld id="{D61C0CEF-70BE-43A9-8FBF-4BF84430F84F}" type="slidenum">
              <a:rPr lang="en-US" altLang="zh-CN"/>
              <a:pPr/>
              <a:t>8</a:t>
            </a:fld>
            <a:endParaRPr lang="en-US" altLang="zh-CN"/>
          </a:p>
        </p:txBody>
      </p:sp>
      <p:sp>
        <p:nvSpPr>
          <p:cNvPr id="14338" name="Rectangle 2">
            <a:extLst>
              <a:ext uri="{FF2B5EF4-FFF2-40B4-BE49-F238E27FC236}">
                <a16:creationId xmlns:a16="http://schemas.microsoft.com/office/drawing/2014/main" id="{83C897BF-D2CE-4385-AB85-5C75F53E0A07}"/>
              </a:ext>
            </a:extLst>
          </p:cNvPr>
          <p:cNvSpPr>
            <a:spLocks noGrp="1" noChangeArrowheads="1"/>
          </p:cNvSpPr>
          <p:nvPr>
            <p:ph type="title"/>
          </p:nvPr>
        </p:nvSpPr>
        <p:spPr>
          <a:xfrm>
            <a:off x="471488" y="355600"/>
            <a:ext cx="7207250" cy="401638"/>
          </a:xfr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solidFill>
                  <a:schemeClr val="tx1"/>
                </a:solidFill>
                <a:prstDash val="solid"/>
                <a:miter lim="800000"/>
                <a:headEnd/>
                <a:tailEnd/>
              </a14:hiddenLine>
            </a:ext>
          </a:extLst>
        </p:spPr>
        <p:txBody>
          <a:bodyPr lIns="92075" tIns="46038" rIns="92075" bIns="46038" anchor="ctr"/>
          <a:lstStyle/>
          <a:p>
            <a:r>
              <a:rPr lang="en-US" altLang="zh-CN" sz="3500" b="0">
                <a:sym typeface="Webdings" panose="05030102010509060703" pitchFamily="18" charset="2"/>
              </a:rPr>
              <a:t>1.3</a:t>
            </a:r>
            <a:r>
              <a:rPr lang="zh-CN" altLang="en-US" sz="3500" b="0">
                <a:sym typeface="Webdings" panose="05030102010509060703" pitchFamily="18" charset="2"/>
              </a:rPr>
              <a:t>计算机中的信息表示</a:t>
            </a:r>
          </a:p>
        </p:txBody>
      </p:sp>
      <p:sp>
        <p:nvSpPr>
          <p:cNvPr id="14339" name="Rectangle 3">
            <a:extLst>
              <a:ext uri="{FF2B5EF4-FFF2-40B4-BE49-F238E27FC236}">
                <a16:creationId xmlns:a16="http://schemas.microsoft.com/office/drawing/2014/main" id="{27DCCBD8-0AEB-4792-AEB4-A8EC707C3C68}"/>
              </a:ext>
            </a:extLst>
          </p:cNvPr>
          <p:cNvSpPr>
            <a:spLocks noGrp="1" noChangeArrowheads="1"/>
          </p:cNvSpPr>
          <p:nvPr>
            <p:ph type="body" idx="1"/>
          </p:nvPr>
        </p:nvSpPr>
        <p:spPr>
          <a:xfrm>
            <a:off x="152400" y="1066800"/>
            <a:ext cx="8839200" cy="5334000"/>
          </a:xfrm>
        </p:spPr>
        <p:txBody>
          <a:bodyPr/>
          <a:lstStyle/>
          <a:p>
            <a:pPr>
              <a:buFont typeface="Wingdings" panose="05000000000000000000" pitchFamily="2" charset="2"/>
              <a:buNone/>
            </a:pPr>
            <a:r>
              <a:rPr lang="zh-CN" altLang="en-US" sz="2600" b="1" dirty="0">
                <a:solidFill>
                  <a:srgbClr val="0000FF"/>
                </a:solidFill>
              </a:rPr>
              <a:t>数制</a:t>
            </a:r>
          </a:p>
          <a:p>
            <a:pPr>
              <a:buFont typeface="Wingdings" panose="05000000000000000000" pitchFamily="2" charset="2"/>
              <a:buNone/>
            </a:pPr>
            <a:r>
              <a:rPr lang="zh-CN" altLang="en-US" sz="2600" b="1" dirty="0">
                <a:cs typeface="Times New Roman" panose="02020603050405020304" pitchFamily="18" charset="0"/>
              </a:rPr>
              <a:t> 	</a:t>
            </a:r>
            <a:r>
              <a:rPr lang="en-US" altLang="zh-CN" sz="2200" b="1" dirty="0">
                <a:sym typeface="Wingdings 2" panose="05020102010507070707" pitchFamily="18" charset="2"/>
              </a:rPr>
              <a:t>1.  </a:t>
            </a:r>
            <a:r>
              <a:rPr lang="zh-CN" altLang="en-US" sz="2600" b="1" dirty="0"/>
              <a:t>进位计数制是一种计数的方法，习惯上最常用的是</a:t>
            </a:r>
            <a:r>
              <a:rPr lang="zh-CN" altLang="en-US" sz="2600" b="1" dirty="0">
                <a:solidFill>
                  <a:srgbClr val="FF3300"/>
                </a:solidFill>
              </a:rPr>
              <a:t>十进制</a:t>
            </a:r>
            <a:r>
              <a:rPr lang="zh-CN" altLang="en-US" sz="2600" b="1" dirty="0"/>
              <a:t>计数法。十进制数的基数为</a:t>
            </a:r>
            <a:r>
              <a:rPr lang="en-US" altLang="zh-CN" sz="2600" b="1" dirty="0"/>
              <a:t>10</a:t>
            </a:r>
            <a:r>
              <a:rPr lang="zh-CN" altLang="en-US" sz="2600" b="1" dirty="0"/>
              <a:t>，即其</a:t>
            </a:r>
            <a:r>
              <a:rPr lang="zh-CN" altLang="en-US" sz="2600" b="1" dirty="0">
                <a:solidFill>
                  <a:srgbClr val="FF3300"/>
                </a:solidFill>
              </a:rPr>
              <a:t>数码的个数为</a:t>
            </a:r>
            <a:r>
              <a:rPr lang="en-US" altLang="zh-CN" sz="2600" b="1" dirty="0">
                <a:solidFill>
                  <a:srgbClr val="FF3300"/>
                </a:solidFill>
              </a:rPr>
              <a:t>10</a:t>
            </a:r>
            <a:r>
              <a:rPr lang="zh-CN" altLang="en-US" sz="2600" b="1" dirty="0">
                <a:solidFill>
                  <a:srgbClr val="FF3300"/>
                </a:solidFill>
              </a:rPr>
              <a:t>（</a:t>
            </a:r>
            <a:r>
              <a:rPr lang="en-US" altLang="zh-CN" sz="2600" b="1" dirty="0">
                <a:solidFill>
                  <a:srgbClr val="FF3300"/>
                </a:solidFill>
              </a:rPr>
              <a:t>0…9</a:t>
            </a:r>
            <a:r>
              <a:rPr lang="zh-CN" altLang="en-US" sz="2600" b="1" dirty="0">
                <a:solidFill>
                  <a:srgbClr val="FF3300"/>
                </a:solidFill>
              </a:rPr>
              <a:t>）</a:t>
            </a:r>
            <a:r>
              <a:rPr lang="zh-CN" altLang="en-US" sz="2600" b="1" dirty="0"/>
              <a:t>，且遵循</a:t>
            </a:r>
            <a:r>
              <a:rPr lang="zh-CN" altLang="en-US" sz="2600" b="1" dirty="0">
                <a:solidFill>
                  <a:srgbClr val="FF3300"/>
                </a:solidFill>
              </a:rPr>
              <a:t>逢十进一</a:t>
            </a:r>
            <a:r>
              <a:rPr lang="zh-CN" altLang="en-US" sz="2600" b="1" dirty="0"/>
              <a:t>的规则。</a:t>
            </a:r>
          </a:p>
          <a:p>
            <a:pPr>
              <a:buFont typeface="Wingdings" panose="05000000000000000000" pitchFamily="2" charset="2"/>
              <a:buNone/>
            </a:pPr>
            <a:r>
              <a:rPr lang="zh-CN" altLang="en-US" sz="2600" b="1" dirty="0"/>
              <a:t>          </a:t>
            </a:r>
            <a:r>
              <a:rPr lang="zh-CN" altLang="en-US" sz="2200" b="1" dirty="0"/>
              <a:t>例如十进制数</a:t>
            </a:r>
            <a:r>
              <a:rPr lang="en-US" altLang="zh-CN" sz="2200" b="1" dirty="0"/>
              <a:t>335</a:t>
            </a:r>
            <a:r>
              <a:rPr lang="zh-CN" altLang="en-US" sz="2200" b="1" dirty="0"/>
              <a:t>可表示为：</a:t>
            </a:r>
          </a:p>
          <a:p>
            <a:pPr>
              <a:buFont typeface="Wingdings" panose="05000000000000000000" pitchFamily="2" charset="2"/>
              <a:buNone/>
            </a:pPr>
            <a:r>
              <a:rPr lang="zh-CN" altLang="en-US" sz="2200" b="1" dirty="0"/>
              <a:t>            </a:t>
            </a:r>
            <a:r>
              <a:rPr lang="en-US" altLang="zh-CN" sz="2200" b="1" dirty="0">
                <a:solidFill>
                  <a:srgbClr val="FF3300"/>
                </a:solidFill>
              </a:rPr>
              <a:t>10</a:t>
            </a:r>
            <a:r>
              <a:rPr lang="en-US" altLang="zh-CN" sz="2200" b="1" baseline="30000" dirty="0">
                <a:solidFill>
                  <a:srgbClr val="FF3300"/>
                </a:solidFill>
              </a:rPr>
              <a:t>2 </a:t>
            </a:r>
            <a:r>
              <a:rPr lang="en-US" altLang="zh-CN" sz="2200" b="1" dirty="0">
                <a:solidFill>
                  <a:srgbClr val="FF3300"/>
                </a:solidFill>
              </a:rPr>
              <a:t>10</a:t>
            </a:r>
            <a:r>
              <a:rPr lang="en-US" altLang="zh-CN" sz="2200" b="1" baseline="30000" dirty="0">
                <a:solidFill>
                  <a:srgbClr val="FF3300"/>
                </a:solidFill>
              </a:rPr>
              <a:t>1 </a:t>
            </a:r>
            <a:r>
              <a:rPr lang="en-US" altLang="zh-CN" sz="2200" b="1" dirty="0">
                <a:solidFill>
                  <a:srgbClr val="FF3300"/>
                </a:solidFill>
              </a:rPr>
              <a:t>10</a:t>
            </a:r>
            <a:r>
              <a:rPr lang="en-US" altLang="zh-CN" sz="2200" b="1" baseline="30000" dirty="0">
                <a:solidFill>
                  <a:srgbClr val="FF3300"/>
                </a:solidFill>
              </a:rPr>
              <a:t>0</a:t>
            </a:r>
          </a:p>
          <a:p>
            <a:pPr>
              <a:buFont typeface="Wingdings" panose="05000000000000000000" pitchFamily="2" charset="2"/>
              <a:buNone/>
            </a:pPr>
            <a:r>
              <a:rPr lang="en-US" altLang="zh-CN" sz="2200" b="1" dirty="0"/>
              <a:t>             </a:t>
            </a:r>
            <a:r>
              <a:rPr lang="zh-CN" altLang="en-US" sz="2000" b="1" dirty="0">
                <a:solidFill>
                  <a:srgbClr val="0000FF"/>
                </a:solidFill>
              </a:rPr>
              <a:t>百   十   个</a:t>
            </a:r>
          </a:p>
          <a:p>
            <a:pPr>
              <a:buFont typeface="Wingdings" panose="05000000000000000000" pitchFamily="2" charset="2"/>
              <a:buNone/>
            </a:pPr>
            <a:r>
              <a:rPr lang="zh-CN" altLang="en-US" sz="2200" b="1" dirty="0"/>
              <a:t>              </a:t>
            </a:r>
            <a:r>
              <a:rPr lang="en-US" altLang="zh-CN" sz="2200" b="1" dirty="0"/>
              <a:t>3    3    5=3</a:t>
            </a:r>
            <a:r>
              <a:rPr lang="en-US" altLang="zh-CN" sz="2200" b="1" dirty="0">
                <a:sym typeface="Symbol" panose="05050102010706020507" pitchFamily="18" charset="2"/>
              </a:rPr>
              <a:t></a:t>
            </a:r>
            <a:r>
              <a:rPr lang="en-US" altLang="zh-CN" sz="2200" b="1" dirty="0"/>
              <a:t>10</a:t>
            </a:r>
            <a:r>
              <a:rPr lang="en-US" altLang="zh-CN" sz="2200" b="1" baseline="30000" dirty="0"/>
              <a:t>2</a:t>
            </a:r>
            <a:r>
              <a:rPr lang="en-US" altLang="zh-CN" sz="2200" b="1" dirty="0"/>
              <a:t>+3 </a:t>
            </a:r>
            <a:r>
              <a:rPr lang="en-US" altLang="zh-CN" sz="2200" b="1" dirty="0">
                <a:sym typeface="Symbol" panose="05050102010706020507" pitchFamily="18" charset="2"/>
              </a:rPr>
              <a:t></a:t>
            </a:r>
            <a:r>
              <a:rPr lang="en-US" altLang="zh-CN" sz="2200" b="1" dirty="0"/>
              <a:t> 10</a:t>
            </a:r>
            <a:r>
              <a:rPr lang="en-US" altLang="zh-CN" sz="2200" b="1" baseline="30000" dirty="0"/>
              <a:t>1</a:t>
            </a:r>
            <a:r>
              <a:rPr lang="en-US" altLang="zh-CN" sz="2200" b="1" dirty="0"/>
              <a:t>+5 </a:t>
            </a:r>
            <a:r>
              <a:rPr lang="en-US" altLang="zh-CN" sz="2200" b="1" dirty="0">
                <a:sym typeface="Symbol" panose="05050102010706020507" pitchFamily="18" charset="2"/>
              </a:rPr>
              <a:t></a:t>
            </a:r>
            <a:r>
              <a:rPr lang="en-US" altLang="zh-CN" sz="2200" b="1" dirty="0"/>
              <a:t> 10</a:t>
            </a:r>
            <a:r>
              <a:rPr lang="en-US" altLang="zh-CN" sz="2200" b="1" baseline="30000" dirty="0"/>
              <a:t>0</a:t>
            </a:r>
            <a:endParaRPr lang="en-US" altLang="zh-CN" sz="2200" b="1" dirty="0"/>
          </a:p>
          <a:p>
            <a:pPr>
              <a:buFont typeface="Wingdings" panose="05000000000000000000" pitchFamily="2" charset="2"/>
              <a:buNone/>
            </a:pPr>
            <a:r>
              <a:rPr lang="en-US" altLang="zh-CN" sz="2600" b="1" dirty="0"/>
              <a:t> </a:t>
            </a:r>
            <a:r>
              <a:rPr lang="en-US" altLang="zh-CN" sz="2600" b="1" dirty="0">
                <a:cs typeface="Times New Roman" panose="02020603050405020304" pitchFamily="18" charset="0"/>
              </a:rPr>
              <a:t>        </a:t>
            </a:r>
            <a:r>
              <a:rPr lang="zh-CN" altLang="en-US" sz="2600" b="1" dirty="0"/>
              <a:t>其中相应于每位数字的</a:t>
            </a:r>
            <a:r>
              <a:rPr lang="en-US" altLang="zh-CN" sz="2600" b="1" dirty="0"/>
              <a:t>10</a:t>
            </a:r>
            <a:r>
              <a:rPr lang="en-US" altLang="zh-CN" sz="2600" b="1" baseline="30000" dirty="0"/>
              <a:t>k</a:t>
            </a:r>
            <a:r>
              <a:rPr lang="zh-CN" altLang="en-US" sz="2600" b="1" dirty="0"/>
              <a:t>（</a:t>
            </a:r>
            <a:r>
              <a:rPr lang="en-US" altLang="zh-CN" sz="2600" b="1" dirty="0"/>
              <a:t>k=0</a:t>
            </a:r>
            <a:r>
              <a:rPr lang="zh-CN" altLang="en-US" sz="2600" b="1" dirty="0"/>
              <a:t>，</a:t>
            </a:r>
            <a:r>
              <a:rPr lang="en-US" altLang="zh-CN" sz="2600" b="1" dirty="0"/>
              <a:t>1</a:t>
            </a:r>
            <a:r>
              <a:rPr lang="zh-CN" altLang="en-US" sz="2600" b="1" dirty="0"/>
              <a:t>，</a:t>
            </a:r>
            <a:r>
              <a:rPr lang="en-US" altLang="zh-CN" sz="2600" b="1" dirty="0"/>
              <a:t>2</a:t>
            </a:r>
            <a:r>
              <a:rPr lang="en-US" altLang="zh-CN" sz="2600" b="1" dirty="0">
                <a:latin typeface="Verdana" panose="020B0604030504040204" pitchFamily="34" charset="0"/>
              </a:rPr>
              <a:t>…</a:t>
            </a:r>
            <a:r>
              <a:rPr lang="zh-CN" altLang="en-US" sz="2600" b="1" dirty="0"/>
              <a:t>）称为该位数字的权，所以每位数字乘以其权所得到的乘积之和及为所表示数的值。</a:t>
            </a:r>
            <a:r>
              <a:rPr lang="zh-CN" altLang="en-US" sz="2600" b="1" dirty="0">
                <a:cs typeface="Times New Roman" panose="02020603050405020304" pitchFamily="18" charset="0"/>
              </a:rPr>
              <a:t>  </a:t>
            </a:r>
          </a:p>
        </p:txBody>
      </p:sp>
      <p:sp>
        <p:nvSpPr>
          <p:cNvPr id="14340" name="AutoShape 4">
            <a:extLst>
              <a:ext uri="{FF2B5EF4-FFF2-40B4-BE49-F238E27FC236}">
                <a16:creationId xmlns:a16="http://schemas.microsoft.com/office/drawing/2014/main" id="{81657DA4-E8E8-44D5-9527-69DDF746BDE7}"/>
              </a:ext>
            </a:extLst>
          </p:cNvPr>
          <p:cNvSpPr>
            <a:spLocks noChangeArrowheads="1"/>
          </p:cNvSpPr>
          <p:nvPr/>
        </p:nvSpPr>
        <p:spPr bwMode="auto">
          <a:xfrm>
            <a:off x="3429000" y="3352800"/>
            <a:ext cx="1524000" cy="685800"/>
          </a:xfrm>
          <a:prstGeom prst="wedgeRoundRectCallout">
            <a:avLst>
              <a:gd name="adj1" fmla="val -112398"/>
              <a:gd name="adj2" fmla="val 10185"/>
              <a:gd name="adj3" fmla="val 16667"/>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zh-CN" altLang="en-US" sz="2400" b="1">
                <a:solidFill>
                  <a:srgbClr val="FF0000"/>
                </a:solidFill>
              </a:rPr>
              <a:t>位权</a:t>
            </a:r>
          </a:p>
        </p:txBody>
      </p:sp>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4339">
                                            <p:txEl>
                                              <p:pRg st="0" end="0"/>
                                            </p:txEl>
                                          </p:spTgt>
                                        </p:tgtEl>
                                        <p:attrNameLst>
                                          <p:attrName>style.visibility</p:attrName>
                                        </p:attrNameLst>
                                      </p:cBhvr>
                                      <p:to>
                                        <p:strVal val="visible"/>
                                      </p:to>
                                    </p:set>
                                    <p:animEffect transition="in" filter="wipe(left)">
                                      <p:cBhvr>
                                        <p:cTn id="7" dur="500"/>
                                        <p:tgtEl>
                                          <p:spTgt spid="1433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4339">
                                            <p:txEl>
                                              <p:pRg st="1" end="1"/>
                                            </p:txEl>
                                          </p:spTgt>
                                        </p:tgtEl>
                                        <p:attrNameLst>
                                          <p:attrName>style.visibility</p:attrName>
                                        </p:attrNameLst>
                                      </p:cBhvr>
                                      <p:to>
                                        <p:strVal val="visible"/>
                                      </p:to>
                                    </p:set>
                                    <p:animEffect transition="in" filter="wipe(left)">
                                      <p:cBhvr>
                                        <p:cTn id="12" dur="500"/>
                                        <p:tgtEl>
                                          <p:spTgt spid="14339">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4339">
                                            <p:txEl>
                                              <p:pRg st="2" end="2"/>
                                            </p:txEl>
                                          </p:spTgt>
                                        </p:tgtEl>
                                        <p:attrNameLst>
                                          <p:attrName>style.visibility</p:attrName>
                                        </p:attrNameLst>
                                      </p:cBhvr>
                                      <p:to>
                                        <p:strVal val="visible"/>
                                      </p:to>
                                    </p:set>
                                    <p:animEffect transition="in" filter="wipe(left)">
                                      <p:cBhvr>
                                        <p:cTn id="17" dur="500"/>
                                        <p:tgtEl>
                                          <p:spTgt spid="14339">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4339">
                                            <p:txEl>
                                              <p:pRg st="3" end="3"/>
                                            </p:txEl>
                                          </p:spTgt>
                                        </p:tgtEl>
                                        <p:attrNameLst>
                                          <p:attrName>style.visibility</p:attrName>
                                        </p:attrNameLst>
                                      </p:cBhvr>
                                      <p:to>
                                        <p:strVal val="visible"/>
                                      </p:to>
                                    </p:set>
                                    <p:animEffect transition="in" filter="wipe(left)">
                                      <p:cBhvr>
                                        <p:cTn id="22" dur="500"/>
                                        <p:tgtEl>
                                          <p:spTgt spid="14339">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4339">
                                            <p:txEl>
                                              <p:pRg st="4" end="4"/>
                                            </p:txEl>
                                          </p:spTgt>
                                        </p:tgtEl>
                                        <p:attrNameLst>
                                          <p:attrName>style.visibility</p:attrName>
                                        </p:attrNameLst>
                                      </p:cBhvr>
                                      <p:to>
                                        <p:strVal val="visible"/>
                                      </p:to>
                                    </p:set>
                                    <p:animEffect transition="in" filter="wipe(left)">
                                      <p:cBhvr>
                                        <p:cTn id="27" dur="500"/>
                                        <p:tgtEl>
                                          <p:spTgt spid="14339">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4339">
                                            <p:txEl>
                                              <p:pRg st="5" end="5"/>
                                            </p:txEl>
                                          </p:spTgt>
                                        </p:tgtEl>
                                        <p:attrNameLst>
                                          <p:attrName>style.visibility</p:attrName>
                                        </p:attrNameLst>
                                      </p:cBhvr>
                                      <p:to>
                                        <p:strVal val="visible"/>
                                      </p:to>
                                    </p:set>
                                    <p:animEffect transition="in" filter="wipe(left)">
                                      <p:cBhvr>
                                        <p:cTn id="32" dur="500"/>
                                        <p:tgtEl>
                                          <p:spTgt spid="14339">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4339">
                                            <p:txEl>
                                              <p:pRg st="6" end="6"/>
                                            </p:txEl>
                                          </p:spTgt>
                                        </p:tgtEl>
                                        <p:attrNameLst>
                                          <p:attrName>style.visibility</p:attrName>
                                        </p:attrNameLst>
                                      </p:cBhvr>
                                      <p:to>
                                        <p:strVal val="visible"/>
                                      </p:to>
                                    </p:set>
                                    <p:animEffect transition="in" filter="wipe(left)">
                                      <p:cBhvr>
                                        <p:cTn id="37" dur="500"/>
                                        <p:tgtEl>
                                          <p:spTgt spid="14339">
                                            <p:txEl>
                                              <p:pRg st="6" end="6"/>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 presetClass="entr" presetSubtype="2" fill="hold" grpId="0" nodeType="clickEffect">
                                  <p:stCondLst>
                                    <p:cond delay="0"/>
                                  </p:stCondLst>
                                  <p:childTnLst>
                                    <p:set>
                                      <p:cBhvr>
                                        <p:cTn id="41" dur="1" fill="hold">
                                          <p:stCondLst>
                                            <p:cond delay="0"/>
                                          </p:stCondLst>
                                        </p:cTn>
                                        <p:tgtEl>
                                          <p:spTgt spid="14340"/>
                                        </p:tgtEl>
                                        <p:attrNameLst>
                                          <p:attrName>style.visibility</p:attrName>
                                        </p:attrNameLst>
                                      </p:cBhvr>
                                      <p:to>
                                        <p:strVal val="visible"/>
                                      </p:to>
                                    </p:set>
                                    <p:anim calcmode="lin" valueType="num">
                                      <p:cBhvr additive="base">
                                        <p:cTn id="42" dur="500" fill="hold"/>
                                        <p:tgtEl>
                                          <p:spTgt spid="14340"/>
                                        </p:tgtEl>
                                        <p:attrNameLst>
                                          <p:attrName>ppt_x</p:attrName>
                                        </p:attrNameLst>
                                      </p:cBhvr>
                                      <p:tavLst>
                                        <p:tav tm="0">
                                          <p:val>
                                            <p:strVal val="1+#ppt_w/2"/>
                                          </p:val>
                                        </p:tav>
                                        <p:tav tm="100000">
                                          <p:val>
                                            <p:strVal val="#ppt_x"/>
                                          </p:val>
                                        </p:tav>
                                      </p:tavLst>
                                    </p:anim>
                                    <p:anim calcmode="lin" valueType="num">
                                      <p:cBhvr additive="base">
                                        <p:cTn id="43" dur="500" fill="hold"/>
                                        <p:tgtEl>
                                          <p:spTgt spid="1434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9" grpId="0" build="p"/>
      <p:bldP spid="14340" grpId="0" animBg="1" autoUpdateAnimBg="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5">
            <a:extLst>
              <a:ext uri="{FF2B5EF4-FFF2-40B4-BE49-F238E27FC236}">
                <a16:creationId xmlns:a16="http://schemas.microsoft.com/office/drawing/2014/main" id="{31CC8C6B-859D-4BFB-9689-03E13E177316}"/>
              </a:ext>
            </a:extLst>
          </p:cNvPr>
          <p:cNvSpPr>
            <a:spLocks noGrp="1"/>
          </p:cNvSpPr>
          <p:nvPr>
            <p:ph type="sldNum" sz="quarter" idx="12"/>
          </p:nvPr>
        </p:nvSpPr>
        <p:spPr/>
        <p:txBody>
          <a:bodyPr/>
          <a:lstStyle/>
          <a:p>
            <a:fld id="{EFE89066-5E11-413F-BB39-290054DC1F44}" type="slidenum">
              <a:rPr lang="en-US" altLang="zh-CN"/>
              <a:pPr/>
              <a:t>9</a:t>
            </a:fld>
            <a:endParaRPr lang="en-US" altLang="zh-CN"/>
          </a:p>
        </p:txBody>
      </p:sp>
      <p:sp>
        <p:nvSpPr>
          <p:cNvPr id="38914" name="Rectangle 2">
            <a:extLst>
              <a:ext uri="{FF2B5EF4-FFF2-40B4-BE49-F238E27FC236}">
                <a16:creationId xmlns:a16="http://schemas.microsoft.com/office/drawing/2014/main" id="{F7F39ADE-A40C-4F87-B101-C4B871BCD936}"/>
              </a:ext>
            </a:extLst>
          </p:cNvPr>
          <p:cNvSpPr>
            <a:spLocks noGrp="1" noChangeArrowheads="1"/>
          </p:cNvSpPr>
          <p:nvPr>
            <p:ph type="title"/>
          </p:nvPr>
        </p:nvSpPr>
        <p:spPr>
          <a:xfrm>
            <a:off x="500063" y="381000"/>
            <a:ext cx="7316787" cy="398463"/>
          </a:xfr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solidFill>
                  <a:schemeClr val="tx1"/>
                </a:solidFill>
                <a:prstDash val="solid"/>
                <a:miter lim="800000"/>
                <a:headEnd/>
                <a:tailEnd/>
              </a14:hiddenLine>
            </a:ext>
          </a:extLst>
        </p:spPr>
        <p:txBody>
          <a:bodyPr lIns="92075" tIns="46038" rIns="92075" bIns="46038" anchor="ctr"/>
          <a:lstStyle/>
          <a:p>
            <a:r>
              <a:rPr lang="en-US" altLang="zh-CN" sz="3000" b="0">
                <a:sym typeface="Webdings" panose="05030102010509060703" pitchFamily="18" charset="2"/>
              </a:rPr>
              <a:t>1.3.1  </a:t>
            </a:r>
            <a:r>
              <a:rPr lang="zh-CN" altLang="en-US" sz="3000" b="0"/>
              <a:t>数制</a:t>
            </a:r>
          </a:p>
        </p:txBody>
      </p:sp>
      <p:sp>
        <p:nvSpPr>
          <p:cNvPr id="38915" name="Rectangle 3">
            <a:extLst>
              <a:ext uri="{FF2B5EF4-FFF2-40B4-BE49-F238E27FC236}">
                <a16:creationId xmlns:a16="http://schemas.microsoft.com/office/drawing/2014/main" id="{4367E73D-F103-4BF7-8FC1-6DEFE50F4425}"/>
              </a:ext>
            </a:extLst>
          </p:cNvPr>
          <p:cNvSpPr>
            <a:spLocks noGrp="1" noChangeArrowheads="1"/>
          </p:cNvSpPr>
          <p:nvPr>
            <p:ph type="body" idx="1"/>
          </p:nvPr>
        </p:nvSpPr>
        <p:spPr>
          <a:xfrm>
            <a:off x="152400" y="990600"/>
            <a:ext cx="8839200" cy="5486400"/>
          </a:xfrm>
        </p:spPr>
        <p:txBody>
          <a:bodyPr/>
          <a:lstStyle/>
          <a:p>
            <a:pPr>
              <a:lnSpc>
                <a:spcPct val="90000"/>
              </a:lnSpc>
              <a:buFont typeface="Wingdings" panose="05000000000000000000" pitchFamily="2" charset="2"/>
              <a:buNone/>
            </a:pPr>
            <a:r>
              <a:rPr lang="en-US" altLang="zh-CN" sz="2600" b="1" dirty="0">
                <a:sym typeface="Wingdings 2" panose="05020102010507070707" pitchFamily="18" charset="2"/>
              </a:rPr>
              <a:t>	2. </a:t>
            </a:r>
            <a:r>
              <a:rPr lang="zh-CN" altLang="en-US" b="1" dirty="0"/>
              <a:t>计算机中为便于存储及计算的物理实现，采用</a:t>
            </a:r>
            <a:r>
              <a:rPr lang="zh-CN" altLang="en-US" b="1" dirty="0">
                <a:solidFill>
                  <a:srgbClr val="FF3300"/>
                </a:solidFill>
              </a:rPr>
              <a:t>二进制数</a:t>
            </a:r>
            <a:r>
              <a:rPr lang="zh-CN" altLang="en-US" b="1" dirty="0"/>
              <a:t>。二进制数的基为</a:t>
            </a:r>
            <a:r>
              <a:rPr lang="en-US" altLang="zh-CN" b="1" dirty="0"/>
              <a:t>2</a:t>
            </a:r>
            <a:r>
              <a:rPr lang="zh-CN" altLang="en-US" b="1" dirty="0"/>
              <a:t>，只有</a:t>
            </a:r>
            <a:r>
              <a:rPr lang="en-US" altLang="zh-CN" b="1" dirty="0">
                <a:solidFill>
                  <a:srgbClr val="FF3300"/>
                </a:solidFill>
              </a:rPr>
              <a:t>0</a:t>
            </a:r>
            <a:r>
              <a:rPr lang="zh-CN" altLang="en-US" b="1" dirty="0">
                <a:solidFill>
                  <a:srgbClr val="FF3300"/>
                </a:solidFill>
              </a:rPr>
              <a:t>，</a:t>
            </a:r>
            <a:r>
              <a:rPr lang="en-US" altLang="zh-CN" b="1" dirty="0">
                <a:solidFill>
                  <a:srgbClr val="FF3300"/>
                </a:solidFill>
              </a:rPr>
              <a:t>1</a:t>
            </a:r>
            <a:r>
              <a:rPr lang="zh-CN" altLang="en-US" b="1" dirty="0">
                <a:solidFill>
                  <a:srgbClr val="FF3300"/>
                </a:solidFill>
              </a:rPr>
              <a:t>两个数码</a:t>
            </a:r>
            <a:r>
              <a:rPr lang="zh-CN" altLang="en-US" b="1" dirty="0"/>
              <a:t>，并遵循</a:t>
            </a:r>
            <a:r>
              <a:rPr lang="zh-CN" altLang="en-US" b="1" dirty="0">
                <a:solidFill>
                  <a:srgbClr val="FF3300"/>
                </a:solidFill>
              </a:rPr>
              <a:t>逢二进一</a:t>
            </a:r>
            <a:r>
              <a:rPr lang="zh-CN" altLang="en-US" b="1" dirty="0"/>
              <a:t>的的规则，它的各位权为</a:t>
            </a:r>
            <a:r>
              <a:rPr lang="en-US" altLang="zh-CN" b="1" dirty="0"/>
              <a:t>2</a:t>
            </a:r>
            <a:r>
              <a:rPr lang="en-US" altLang="zh-CN" b="1" baseline="30000" dirty="0"/>
              <a:t>k</a:t>
            </a:r>
            <a:r>
              <a:rPr lang="en-US" altLang="zh-CN" b="1" baseline="30000" dirty="0">
                <a:cs typeface="Times New Roman" panose="02020603050405020304" pitchFamily="18" charset="0"/>
              </a:rPr>
              <a:t> </a:t>
            </a:r>
            <a:r>
              <a:rPr lang="zh-CN" altLang="en-US" b="1" dirty="0"/>
              <a:t>，书写时在数字后面跟一英文字母</a:t>
            </a:r>
            <a:r>
              <a:rPr lang="zh-CN" altLang="en-US" b="1" dirty="0">
                <a:latin typeface="Verdana" panose="020B0604030504040204" pitchFamily="34" charset="0"/>
              </a:rPr>
              <a:t>“</a:t>
            </a:r>
            <a:r>
              <a:rPr lang="en-US" altLang="zh-CN" b="1" dirty="0"/>
              <a:t>B</a:t>
            </a:r>
            <a:r>
              <a:rPr lang="en-US" altLang="zh-CN" b="1" dirty="0">
                <a:latin typeface="Verdana" panose="020B0604030504040204" pitchFamily="34" charset="0"/>
              </a:rPr>
              <a:t>”</a:t>
            </a:r>
            <a:r>
              <a:rPr lang="zh-CN" altLang="en-US" b="1" dirty="0"/>
              <a:t>表示。</a:t>
            </a:r>
          </a:p>
          <a:p>
            <a:pPr>
              <a:lnSpc>
                <a:spcPct val="90000"/>
              </a:lnSpc>
              <a:buFont typeface="Wingdings" panose="05000000000000000000" pitchFamily="2" charset="2"/>
              <a:buNone/>
            </a:pPr>
            <a:r>
              <a:rPr lang="zh-CN" altLang="en-US" b="1" dirty="0">
                <a:cs typeface="Times New Roman" panose="02020603050405020304" pitchFamily="18" charset="0"/>
              </a:rPr>
              <a:t>        </a:t>
            </a:r>
            <a:r>
              <a:rPr lang="zh-CN" altLang="en-US" b="1" dirty="0"/>
              <a:t>例如：</a:t>
            </a:r>
          </a:p>
          <a:p>
            <a:pPr>
              <a:lnSpc>
                <a:spcPct val="90000"/>
              </a:lnSpc>
              <a:buFont typeface="Wingdings" panose="05000000000000000000" pitchFamily="2" charset="2"/>
              <a:buNone/>
            </a:pPr>
            <a:r>
              <a:rPr lang="zh-CN" altLang="en-US" b="1" dirty="0">
                <a:solidFill>
                  <a:srgbClr val="FF3300"/>
                </a:solidFill>
              </a:rPr>
              <a:t>      </a:t>
            </a:r>
            <a:r>
              <a:rPr lang="en-US" altLang="zh-CN" b="1" dirty="0">
                <a:solidFill>
                  <a:srgbClr val="FF3300"/>
                </a:solidFill>
              </a:rPr>
              <a:t>128   64  32   16   8    4     2     1</a:t>
            </a:r>
          </a:p>
          <a:p>
            <a:pPr>
              <a:lnSpc>
                <a:spcPct val="90000"/>
              </a:lnSpc>
              <a:buFont typeface="Wingdings" panose="05000000000000000000" pitchFamily="2" charset="2"/>
              <a:buNone/>
            </a:pPr>
            <a:r>
              <a:rPr lang="en-US" altLang="zh-CN" b="1" dirty="0">
                <a:solidFill>
                  <a:srgbClr val="FF3300"/>
                </a:solidFill>
              </a:rPr>
              <a:t>        2</a:t>
            </a:r>
            <a:r>
              <a:rPr lang="en-US" altLang="zh-CN" b="1" baseline="30000" dirty="0">
                <a:solidFill>
                  <a:srgbClr val="FF3300"/>
                </a:solidFill>
              </a:rPr>
              <a:t>7     </a:t>
            </a:r>
            <a:r>
              <a:rPr lang="en-US" altLang="zh-CN" b="1" dirty="0">
                <a:solidFill>
                  <a:srgbClr val="FF3300"/>
                </a:solidFill>
              </a:rPr>
              <a:t>2</a:t>
            </a:r>
            <a:r>
              <a:rPr lang="en-US" altLang="zh-CN" b="1" baseline="30000" dirty="0">
                <a:solidFill>
                  <a:srgbClr val="FF3300"/>
                </a:solidFill>
              </a:rPr>
              <a:t>6     </a:t>
            </a:r>
            <a:r>
              <a:rPr lang="en-US" altLang="zh-CN" b="1" dirty="0">
                <a:solidFill>
                  <a:srgbClr val="FF3300"/>
                </a:solidFill>
              </a:rPr>
              <a:t>2</a:t>
            </a:r>
            <a:r>
              <a:rPr lang="en-US" altLang="zh-CN" b="1" baseline="30000" dirty="0">
                <a:solidFill>
                  <a:srgbClr val="FF3300"/>
                </a:solidFill>
              </a:rPr>
              <a:t>5     </a:t>
            </a:r>
            <a:r>
              <a:rPr lang="en-US" altLang="zh-CN" b="1" dirty="0">
                <a:solidFill>
                  <a:srgbClr val="FF3300"/>
                </a:solidFill>
              </a:rPr>
              <a:t>2</a:t>
            </a:r>
            <a:r>
              <a:rPr lang="en-US" altLang="zh-CN" b="1" baseline="30000" dirty="0">
                <a:solidFill>
                  <a:srgbClr val="FF3300"/>
                </a:solidFill>
              </a:rPr>
              <a:t>4     </a:t>
            </a:r>
            <a:r>
              <a:rPr lang="en-US" altLang="zh-CN" b="1" dirty="0">
                <a:solidFill>
                  <a:srgbClr val="FF3300"/>
                </a:solidFill>
              </a:rPr>
              <a:t>2</a:t>
            </a:r>
            <a:r>
              <a:rPr lang="en-US" altLang="zh-CN" b="1" baseline="30000" dirty="0">
                <a:solidFill>
                  <a:srgbClr val="FF3300"/>
                </a:solidFill>
              </a:rPr>
              <a:t>3     </a:t>
            </a:r>
            <a:r>
              <a:rPr lang="en-US" altLang="zh-CN" b="1" dirty="0">
                <a:solidFill>
                  <a:srgbClr val="FF3300"/>
                </a:solidFill>
              </a:rPr>
              <a:t>2</a:t>
            </a:r>
            <a:r>
              <a:rPr lang="en-US" altLang="zh-CN" b="1" baseline="30000" dirty="0">
                <a:solidFill>
                  <a:srgbClr val="FF3300"/>
                </a:solidFill>
              </a:rPr>
              <a:t>2     </a:t>
            </a:r>
            <a:r>
              <a:rPr lang="en-US" altLang="zh-CN" b="1" dirty="0">
                <a:solidFill>
                  <a:srgbClr val="FF3300"/>
                </a:solidFill>
              </a:rPr>
              <a:t>2</a:t>
            </a:r>
            <a:r>
              <a:rPr lang="en-US" altLang="zh-CN" b="1" baseline="30000" dirty="0">
                <a:solidFill>
                  <a:srgbClr val="FF3300"/>
                </a:solidFill>
              </a:rPr>
              <a:t>1     </a:t>
            </a:r>
            <a:r>
              <a:rPr lang="en-US" altLang="zh-CN" b="1" dirty="0">
                <a:solidFill>
                  <a:srgbClr val="FF3300"/>
                </a:solidFill>
              </a:rPr>
              <a:t>2</a:t>
            </a:r>
            <a:r>
              <a:rPr lang="en-US" altLang="zh-CN" b="1" baseline="30000" dirty="0">
                <a:solidFill>
                  <a:srgbClr val="FF3300"/>
                </a:solidFill>
              </a:rPr>
              <a:t>0</a:t>
            </a:r>
          </a:p>
          <a:p>
            <a:pPr>
              <a:lnSpc>
                <a:spcPct val="90000"/>
              </a:lnSpc>
              <a:buFont typeface="Wingdings" panose="05000000000000000000" pitchFamily="2" charset="2"/>
              <a:buNone/>
            </a:pPr>
            <a:r>
              <a:rPr lang="en-US" altLang="zh-CN" sz="2400" b="1" dirty="0"/>
              <a:t>          </a:t>
            </a:r>
            <a:r>
              <a:rPr lang="en-US" altLang="zh-CN" sz="2400" b="1" dirty="0">
                <a:solidFill>
                  <a:srgbClr val="0000FF"/>
                </a:solidFill>
              </a:rPr>
              <a:t>D7   D6   D5   D4   D3   D2   D1   D0</a:t>
            </a:r>
            <a:r>
              <a:rPr lang="en-US" altLang="zh-CN" sz="2600" b="1" dirty="0"/>
              <a:t>               </a:t>
            </a:r>
          </a:p>
          <a:p>
            <a:pPr>
              <a:lnSpc>
                <a:spcPct val="90000"/>
              </a:lnSpc>
              <a:buFont typeface="Wingdings" panose="05000000000000000000" pitchFamily="2" charset="2"/>
              <a:buNone/>
            </a:pPr>
            <a:r>
              <a:rPr lang="en-US" altLang="zh-CN" sz="2600" b="1" dirty="0"/>
              <a:t>	      1      1     1     0     1     1     0     1   </a:t>
            </a:r>
            <a:r>
              <a:rPr lang="en-US" altLang="zh-CN" sz="2600" b="1" dirty="0">
                <a:solidFill>
                  <a:srgbClr val="0000FF"/>
                </a:solidFill>
              </a:rPr>
              <a:t>B</a:t>
            </a:r>
          </a:p>
          <a:p>
            <a:pPr>
              <a:lnSpc>
                <a:spcPct val="90000"/>
              </a:lnSpc>
              <a:buFont typeface="Wingdings" panose="05000000000000000000" pitchFamily="2" charset="2"/>
              <a:buNone/>
            </a:pPr>
            <a:r>
              <a:rPr lang="en-US" altLang="zh-CN" sz="2600" b="1" dirty="0"/>
              <a:t>	</a:t>
            </a:r>
            <a:r>
              <a:rPr lang="en-US" altLang="zh-CN" sz="2400" b="1" dirty="0"/>
              <a:t>= 1 </a:t>
            </a:r>
            <a:r>
              <a:rPr lang="en-US" altLang="zh-CN" sz="2400" b="1" dirty="0">
                <a:sym typeface="Symbol" panose="05050102010706020507" pitchFamily="18" charset="2"/>
              </a:rPr>
              <a:t></a:t>
            </a:r>
            <a:r>
              <a:rPr lang="en-US" altLang="zh-CN" sz="2400" b="1" dirty="0"/>
              <a:t> 2</a:t>
            </a:r>
            <a:r>
              <a:rPr lang="en-US" altLang="zh-CN" sz="2400" b="1" baseline="30000" dirty="0"/>
              <a:t>7</a:t>
            </a:r>
            <a:r>
              <a:rPr lang="en-US" altLang="zh-CN" sz="2400" b="1" dirty="0"/>
              <a:t>+ 1 </a:t>
            </a:r>
            <a:r>
              <a:rPr lang="en-US" altLang="zh-CN" sz="2400" b="1" dirty="0">
                <a:sym typeface="Symbol" panose="05050102010706020507" pitchFamily="18" charset="2"/>
              </a:rPr>
              <a:t></a:t>
            </a:r>
            <a:r>
              <a:rPr lang="en-US" altLang="zh-CN" sz="2400" b="1" dirty="0"/>
              <a:t> 2</a:t>
            </a:r>
            <a:r>
              <a:rPr lang="en-US" altLang="zh-CN" sz="2400" b="1" baseline="30000" dirty="0"/>
              <a:t>6</a:t>
            </a:r>
            <a:r>
              <a:rPr lang="en-US" altLang="zh-CN" sz="2400" b="1" dirty="0"/>
              <a:t>+ 1 </a:t>
            </a:r>
            <a:r>
              <a:rPr lang="en-US" altLang="zh-CN" sz="2400" b="1" dirty="0">
                <a:sym typeface="Symbol" panose="05050102010706020507" pitchFamily="18" charset="2"/>
              </a:rPr>
              <a:t></a:t>
            </a:r>
            <a:r>
              <a:rPr lang="en-US" altLang="zh-CN" sz="2400" b="1" dirty="0"/>
              <a:t> 2</a:t>
            </a:r>
            <a:r>
              <a:rPr lang="en-US" altLang="zh-CN" sz="2400" b="1" baseline="30000" dirty="0"/>
              <a:t>5</a:t>
            </a:r>
            <a:r>
              <a:rPr lang="en-US" altLang="zh-CN" sz="2400" b="1" dirty="0"/>
              <a:t>+0 </a:t>
            </a:r>
            <a:r>
              <a:rPr lang="en-US" altLang="zh-CN" sz="2400" b="1" dirty="0">
                <a:sym typeface="Symbol" panose="05050102010706020507" pitchFamily="18" charset="2"/>
              </a:rPr>
              <a:t></a:t>
            </a:r>
            <a:r>
              <a:rPr lang="en-US" altLang="zh-CN" sz="2400" b="1" dirty="0"/>
              <a:t> 2</a:t>
            </a:r>
            <a:r>
              <a:rPr lang="en-US" altLang="zh-CN" sz="2400" b="1" baseline="30000" dirty="0"/>
              <a:t>4</a:t>
            </a:r>
            <a:r>
              <a:rPr lang="en-US" altLang="zh-CN" sz="2400" b="1" dirty="0"/>
              <a:t>+1 </a:t>
            </a:r>
            <a:r>
              <a:rPr lang="en-US" altLang="zh-CN" sz="2400" b="1" dirty="0">
                <a:sym typeface="Symbol" panose="05050102010706020507" pitchFamily="18" charset="2"/>
              </a:rPr>
              <a:t></a:t>
            </a:r>
            <a:r>
              <a:rPr lang="en-US" altLang="zh-CN" sz="2400" b="1" dirty="0"/>
              <a:t> 2</a:t>
            </a:r>
            <a:r>
              <a:rPr lang="en-US" altLang="zh-CN" sz="2400" b="1" baseline="30000" dirty="0"/>
              <a:t>3</a:t>
            </a:r>
            <a:r>
              <a:rPr lang="en-US" altLang="zh-CN" sz="2400" b="1" dirty="0"/>
              <a:t>+1 </a:t>
            </a:r>
            <a:r>
              <a:rPr lang="en-US" altLang="zh-CN" sz="2400" b="1" dirty="0">
                <a:sym typeface="Symbol" panose="05050102010706020507" pitchFamily="18" charset="2"/>
              </a:rPr>
              <a:t></a:t>
            </a:r>
            <a:r>
              <a:rPr lang="en-US" altLang="zh-CN" sz="2400" b="1" dirty="0"/>
              <a:t> 2</a:t>
            </a:r>
            <a:r>
              <a:rPr lang="en-US" altLang="zh-CN" sz="2400" b="1" baseline="30000" dirty="0"/>
              <a:t>2</a:t>
            </a:r>
            <a:r>
              <a:rPr lang="en-US" altLang="zh-CN" sz="2400" b="1" dirty="0"/>
              <a:t>+0 </a:t>
            </a:r>
            <a:r>
              <a:rPr lang="en-US" altLang="zh-CN" sz="2400" b="1" dirty="0">
                <a:sym typeface="Symbol" panose="05050102010706020507" pitchFamily="18" charset="2"/>
              </a:rPr>
              <a:t></a:t>
            </a:r>
            <a:r>
              <a:rPr lang="en-US" altLang="zh-CN" sz="2400" b="1" dirty="0"/>
              <a:t> 2</a:t>
            </a:r>
            <a:r>
              <a:rPr lang="en-US" altLang="zh-CN" sz="2400" b="1" baseline="30000" dirty="0"/>
              <a:t>1</a:t>
            </a:r>
            <a:r>
              <a:rPr lang="en-US" altLang="zh-CN" sz="2400" b="1" dirty="0"/>
              <a:t>+1 </a:t>
            </a:r>
            <a:r>
              <a:rPr lang="en-US" altLang="zh-CN" sz="2400" b="1" dirty="0">
                <a:sym typeface="Symbol" panose="05050102010706020507" pitchFamily="18" charset="2"/>
              </a:rPr>
              <a:t></a:t>
            </a:r>
            <a:r>
              <a:rPr lang="en-US" altLang="zh-CN" sz="2400" b="1" dirty="0"/>
              <a:t>2</a:t>
            </a:r>
            <a:r>
              <a:rPr lang="en-US" altLang="zh-CN" sz="2400" b="1" baseline="30000" dirty="0"/>
              <a:t>0</a:t>
            </a:r>
            <a:endParaRPr lang="en-US" altLang="zh-CN" sz="2600" b="1" baseline="30000" dirty="0"/>
          </a:p>
          <a:p>
            <a:pPr>
              <a:lnSpc>
                <a:spcPct val="90000"/>
              </a:lnSpc>
              <a:buFont typeface="Wingdings" panose="05000000000000000000" pitchFamily="2" charset="2"/>
              <a:buNone/>
            </a:pPr>
            <a:r>
              <a:rPr lang="en-US" altLang="zh-CN" sz="2600" b="1" dirty="0"/>
              <a:t>	= 237</a:t>
            </a:r>
          </a:p>
        </p:txBody>
      </p:sp>
      <p:sp>
        <p:nvSpPr>
          <p:cNvPr id="38916" name="AutoShape 4">
            <a:extLst>
              <a:ext uri="{FF2B5EF4-FFF2-40B4-BE49-F238E27FC236}">
                <a16:creationId xmlns:a16="http://schemas.microsoft.com/office/drawing/2014/main" id="{11E8431D-C230-4523-B44E-1C0224FB4759}"/>
              </a:ext>
            </a:extLst>
          </p:cNvPr>
          <p:cNvSpPr>
            <a:spLocks noChangeArrowheads="1"/>
          </p:cNvSpPr>
          <p:nvPr/>
        </p:nvSpPr>
        <p:spPr bwMode="auto">
          <a:xfrm>
            <a:off x="7391400" y="2895600"/>
            <a:ext cx="1524000" cy="685800"/>
          </a:xfrm>
          <a:prstGeom prst="wedgeRoundRectCallout">
            <a:avLst>
              <a:gd name="adj1" fmla="val -119898"/>
              <a:gd name="adj2" fmla="val 59259"/>
              <a:gd name="adj3" fmla="val 16667"/>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zh-CN" altLang="en-US" sz="2800" b="1">
                <a:solidFill>
                  <a:srgbClr val="FF0000"/>
                </a:solidFill>
              </a:rPr>
              <a:t>位权</a:t>
            </a:r>
          </a:p>
        </p:txBody>
      </p:sp>
      <p:sp>
        <p:nvSpPr>
          <p:cNvPr id="38917" name="AutoShape 5">
            <a:extLst>
              <a:ext uri="{FF2B5EF4-FFF2-40B4-BE49-F238E27FC236}">
                <a16:creationId xmlns:a16="http://schemas.microsoft.com/office/drawing/2014/main" id="{DF415986-B102-47D8-BE59-9102EB81AE85}"/>
              </a:ext>
            </a:extLst>
          </p:cNvPr>
          <p:cNvSpPr>
            <a:spLocks noChangeArrowheads="1"/>
          </p:cNvSpPr>
          <p:nvPr/>
        </p:nvSpPr>
        <p:spPr bwMode="auto">
          <a:xfrm>
            <a:off x="7391400" y="4191000"/>
            <a:ext cx="1524000" cy="685800"/>
          </a:xfrm>
          <a:prstGeom prst="wedgeRoundRectCallout">
            <a:avLst>
              <a:gd name="adj1" fmla="val -114273"/>
              <a:gd name="adj2" fmla="val 46528"/>
              <a:gd name="adj3" fmla="val 16667"/>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zh-CN" altLang="en-US" sz="2400" b="1">
                <a:solidFill>
                  <a:srgbClr val="FF0000"/>
                </a:solidFill>
              </a:rPr>
              <a:t>末尾标记</a:t>
            </a:r>
          </a:p>
        </p:txBody>
      </p:sp>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8915">
                                            <p:txEl>
                                              <p:pRg st="0" end="0"/>
                                            </p:txEl>
                                          </p:spTgt>
                                        </p:tgtEl>
                                        <p:attrNameLst>
                                          <p:attrName>style.visibility</p:attrName>
                                        </p:attrNameLst>
                                      </p:cBhvr>
                                      <p:to>
                                        <p:strVal val="visible"/>
                                      </p:to>
                                    </p:set>
                                    <p:animEffect transition="in" filter="wipe(left)">
                                      <p:cBhvr>
                                        <p:cTn id="7" dur="500"/>
                                        <p:tgtEl>
                                          <p:spTgt spid="3891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8915">
                                            <p:txEl>
                                              <p:pRg st="1" end="1"/>
                                            </p:txEl>
                                          </p:spTgt>
                                        </p:tgtEl>
                                        <p:attrNameLst>
                                          <p:attrName>style.visibility</p:attrName>
                                        </p:attrNameLst>
                                      </p:cBhvr>
                                      <p:to>
                                        <p:strVal val="visible"/>
                                      </p:to>
                                    </p:set>
                                    <p:animEffect transition="in" filter="wipe(left)">
                                      <p:cBhvr>
                                        <p:cTn id="12" dur="500"/>
                                        <p:tgtEl>
                                          <p:spTgt spid="38915">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8915">
                                            <p:txEl>
                                              <p:pRg st="2" end="2"/>
                                            </p:txEl>
                                          </p:spTgt>
                                        </p:tgtEl>
                                        <p:attrNameLst>
                                          <p:attrName>style.visibility</p:attrName>
                                        </p:attrNameLst>
                                      </p:cBhvr>
                                      <p:to>
                                        <p:strVal val="visible"/>
                                      </p:to>
                                    </p:set>
                                    <p:animEffect transition="in" filter="wipe(left)">
                                      <p:cBhvr>
                                        <p:cTn id="17" dur="500"/>
                                        <p:tgtEl>
                                          <p:spTgt spid="38915">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8915">
                                            <p:txEl>
                                              <p:pRg st="3" end="3"/>
                                            </p:txEl>
                                          </p:spTgt>
                                        </p:tgtEl>
                                        <p:attrNameLst>
                                          <p:attrName>style.visibility</p:attrName>
                                        </p:attrNameLst>
                                      </p:cBhvr>
                                      <p:to>
                                        <p:strVal val="visible"/>
                                      </p:to>
                                    </p:set>
                                    <p:animEffect transition="in" filter="wipe(left)">
                                      <p:cBhvr>
                                        <p:cTn id="22" dur="500"/>
                                        <p:tgtEl>
                                          <p:spTgt spid="38915">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38915">
                                            <p:txEl>
                                              <p:pRg st="4" end="4"/>
                                            </p:txEl>
                                          </p:spTgt>
                                        </p:tgtEl>
                                        <p:attrNameLst>
                                          <p:attrName>style.visibility</p:attrName>
                                        </p:attrNameLst>
                                      </p:cBhvr>
                                      <p:to>
                                        <p:strVal val="visible"/>
                                      </p:to>
                                    </p:set>
                                    <p:animEffect transition="in" filter="wipe(left)">
                                      <p:cBhvr>
                                        <p:cTn id="27" dur="500"/>
                                        <p:tgtEl>
                                          <p:spTgt spid="38915">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38915">
                                            <p:txEl>
                                              <p:pRg st="5" end="5"/>
                                            </p:txEl>
                                          </p:spTgt>
                                        </p:tgtEl>
                                        <p:attrNameLst>
                                          <p:attrName>style.visibility</p:attrName>
                                        </p:attrNameLst>
                                      </p:cBhvr>
                                      <p:to>
                                        <p:strVal val="visible"/>
                                      </p:to>
                                    </p:set>
                                    <p:animEffect transition="in" filter="wipe(left)">
                                      <p:cBhvr>
                                        <p:cTn id="32" dur="500"/>
                                        <p:tgtEl>
                                          <p:spTgt spid="38915">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38915">
                                            <p:txEl>
                                              <p:pRg st="6" end="6"/>
                                            </p:txEl>
                                          </p:spTgt>
                                        </p:tgtEl>
                                        <p:attrNameLst>
                                          <p:attrName>style.visibility</p:attrName>
                                        </p:attrNameLst>
                                      </p:cBhvr>
                                      <p:to>
                                        <p:strVal val="visible"/>
                                      </p:to>
                                    </p:set>
                                    <p:animEffect transition="in" filter="wipe(left)">
                                      <p:cBhvr>
                                        <p:cTn id="37" dur="500"/>
                                        <p:tgtEl>
                                          <p:spTgt spid="38915">
                                            <p:txEl>
                                              <p:pRg st="6" end="6"/>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38915">
                                            <p:txEl>
                                              <p:pRg st="7" end="7"/>
                                            </p:txEl>
                                          </p:spTgt>
                                        </p:tgtEl>
                                        <p:attrNameLst>
                                          <p:attrName>style.visibility</p:attrName>
                                        </p:attrNameLst>
                                      </p:cBhvr>
                                      <p:to>
                                        <p:strVal val="visible"/>
                                      </p:to>
                                    </p:set>
                                    <p:animEffect transition="in" filter="wipe(left)">
                                      <p:cBhvr>
                                        <p:cTn id="42" dur="500"/>
                                        <p:tgtEl>
                                          <p:spTgt spid="38915">
                                            <p:txEl>
                                              <p:pRg st="7" end="7"/>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 presetClass="entr" presetSubtype="2" fill="hold" grpId="0" nodeType="clickEffect">
                                  <p:stCondLst>
                                    <p:cond delay="0"/>
                                  </p:stCondLst>
                                  <p:childTnLst>
                                    <p:set>
                                      <p:cBhvr>
                                        <p:cTn id="46" dur="1" fill="hold">
                                          <p:stCondLst>
                                            <p:cond delay="0"/>
                                          </p:stCondLst>
                                        </p:cTn>
                                        <p:tgtEl>
                                          <p:spTgt spid="38916"/>
                                        </p:tgtEl>
                                        <p:attrNameLst>
                                          <p:attrName>style.visibility</p:attrName>
                                        </p:attrNameLst>
                                      </p:cBhvr>
                                      <p:to>
                                        <p:strVal val="visible"/>
                                      </p:to>
                                    </p:set>
                                    <p:anim calcmode="lin" valueType="num">
                                      <p:cBhvr additive="base">
                                        <p:cTn id="47" dur="500" fill="hold"/>
                                        <p:tgtEl>
                                          <p:spTgt spid="38916"/>
                                        </p:tgtEl>
                                        <p:attrNameLst>
                                          <p:attrName>ppt_x</p:attrName>
                                        </p:attrNameLst>
                                      </p:cBhvr>
                                      <p:tavLst>
                                        <p:tav tm="0">
                                          <p:val>
                                            <p:strVal val="1+#ppt_w/2"/>
                                          </p:val>
                                        </p:tav>
                                        <p:tav tm="100000">
                                          <p:val>
                                            <p:strVal val="#ppt_x"/>
                                          </p:val>
                                        </p:tav>
                                      </p:tavLst>
                                    </p:anim>
                                    <p:anim calcmode="lin" valueType="num">
                                      <p:cBhvr additive="base">
                                        <p:cTn id="48" dur="500" fill="hold"/>
                                        <p:tgtEl>
                                          <p:spTgt spid="38916"/>
                                        </p:tgtEl>
                                        <p:attrNameLst>
                                          <p:attrName>ppt_y</p:attrName>
                                        </p:attrNameLst>
                                      </p:cBhvr>
                                      <p:tavLst>
                                        <p:tav tm="0">
                                          <p:val>
                                            <p:strVal val="#ppt_y"/>
                                          </p:val>
                                        </p:tav>
                                        <p:tav tm="100000">
                                          <p:val>
                                            <p:strVal val="#ppt_y"/>
                                          </p:val>
                                        </p:tav>
                                      </p:tavLst>
                                    </p:anim>
                                  </p:childTnLst>
                                </p:cTn>
                              </p:par>
                            </p:childTnLst>
                          </p:cTn>
                        </p:par>
                      </p:childTnLst>
                    </p:cTn>
                  </p:par>
                  <p:par>
                    <p:cTn id="49" fill="hold" nodeType="clickPar">
                      <p:stCondLst>
                        <p:cond delay="indefinite"/>
                      </p:stCondLst>
                      <p:childTnLst>
                        <p:par>
                          <p:cTn id="50" fill="hold" nodeType="withGroup">
                            <p:stCondLst>
                              <p:cond delay="0"/>
                            </p:stCondLst>
                            <p:childTnLst>
                              <p:par>
                                <p:cTn id="51" presetID="2" presetClass="entr" presetSubtype="2" fill="hold" grpId="0" nodeType="clickEffect">
                                  <p:stCondLst>
                                    <p:cond delay="0"/>
                                  </p:stCondLst>
                                  <p:childTnLst>
                                    <p:set>
                                      <p:cBhvr>
                                        <p:cTn id="52" dur="1" fill="hold">
                                          <p:stCondLst>
                                            <p:cond delay="0"/>
                                          </p:stCondLst>
                                        </p:cTn>
                                        <p:tgtEl>
                                          <p:spTgt spid="38917"/>
                                        </p:tgtEl>
                                        <p:attrNameLst>
                                          <p:attrName>style.visibility</p:attrName>
                                        </p:attrNameLst>
                                      </p:cBhvr>
                                      <p:to>
                                        <p:strVal val="visible"/>
                                      </p:to>
                                    </p:set>
                                    <p:anim calcmode="lin" valueType="num">
                                      <p:cBhvr additive="base">
                                        <p:cTn id="53" dur="500" fill="hold"/>
                                        <p:tgtEl>
                                          <p:spTgt spid="38917"/>
                                        </p:tgtEl>
                                        <p:attrNameLst>
                                          <p:attrName>ppt_x</p:attrName>
                                        </p:attrNameLst>
                                      </p:cBhvr>
                                      <p:tavLst>
                                        <p:tav tm="0">
                                          <p:val>
                                            <p:strVal val="1+#ppt_w/2"/>
                                          </p:val>
                                        </p:tav>
                                        <p:tav tm="100000">
                                          <p:val>
                                            <p:strVal val="#ppt_x"/>
                                          </p:val>
                                        </p:tav>
                                      </p:tavLst>
                                    </p:anim>
                                    <p:anim calcmode="lin" valueType="num">
                                      <p:cBhvr additive="base">
                                        <p:cTn id="54" dur="500" fill="hold"/>
                                        <p:tgtEl>
                                          <p:spTgt spid="38917"/>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1"/>
                                            </p:cond>
                                          </p:stCondLst>
                                          <p:endCondLst>
                                            <p:cond evt="onStopAudio" delay="0">
                                              <p:tgtEl>
                                                <p:sldTgt/>
                                              </p:tgtEl>
                                            </p:cond>
                                          </p:endCondLst>
                                        </p:cTn>
                                        <p:tgtEl>
                                          <p:sndTgt r:embed="rId2" name="whoosh.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15" grpId="0" build="p"/>
      <p:bldP spid="38916" grpId="0" animBg="1"/>
      <p:bldP spid="38917" grpId="0" animBg="1"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灯片编号占位符 5">
            <a:extLst>
              <a:ext uri="{FF2B5EF4-FFF2-40B4-BE49-F238E27FC236}">
                <a16:creationId xmlns:a16="http://schemas.microsoft.com/office/drawing/2014/main" id="{B67EAA86-7EED-41A1-AF9F-F32BD392C17A}"/>
              </a:ext>
            </a:extLst>
          </p:cNvPr>
          <p:cNvSpPr>
            <a:spLocks noGrp="1"/>
          </p:cNvSpPr>
          <p:nvPr>
            <p:ph type="sldNum" sz="quarter" idx="12"/>
          </p:nvPr>
        </p:nvSpPr>
        <p:spPr/>
        <p:txBody>
          <a:bodyPr/>
          <a:lstStyle/>
          <a:p>
            <a:fld id="{126D2388-C5FE-4359-ACB2-CD814FE2B251}" type="slidenum">
              <a:rPr lang="en-US" altLang="zh-CN"/>
              <a:pPr/>
              <a:t>10</a:t>
            </a:fld>
            <a:endParaRPr lang="en-US" altLang="zh-CN"/>
          </a:p>
        </p:txBody>
      </p:sp>
      <p:sp>
        <p:nvSpPr>
          <p:cNvPr id="15362" name="Rectangle 2">
            <a:extLst>
              <a:ext uri="{FF2B5EF4-FFF2-40B4-BE49-F238E27FC236}">
                <a16:creationId xmlns:a16="http://schemas.microsoft.com/office/drawing/2014/main" id="{0DF5CB6E-8C29-4AC8-91F2-A54E12087708}"/>
              </a:ext>
            </a:extLst>
          </p:cNvPr>
          <p:cNvSpPr>
            <a:spLocks noGrp="1" noChangeArrowheads="1"/>
          </p:cNvSpPr>
          <p:nvPr>
            <p:ph type="title"/>
          </p:nvPr>
        </p:nvSpPr>
        <p:spPr>
          <a:xfrm>
            <a:off x="152400" y="152400"/>
            <a:ext cx="8162925" cy="641350"/>
          </a:xfr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solidFill>
                  <a:schemeClr val="tx1"/>
                </a:solidFill>
                <a:prstDash val="solid"/>
                <a:miter lim="800000"/>
                <a:headEnd/>
                <a:tailEnd/>
              </a14:hiddenLine>
            </a:ext>
          </a:extLst>
        </p:spPr>
        <p:txBody>
          <a:bodyPr lIns="92075" tIns="46038" rIns="92075" bIns="46038" anchor="ctr"/>
          <a:lstStyle/>
          <a:p>
            <a:r>
              <a:rPr lang="en-US" altLang="zh-CN" sz="3500" b="0">
                <a:sym typeface="Webdings" panose="05030102010509060703" pitchFamily="18" charset="2"/>
              </a:rPr>
              <a:t>1.3.1  </a:t>
            </a:r>
            <a:r>
              <a:rPr lang="zh-CN" altLang="en-US" sz="3500" b="0"/>
              <a:t>数制</a:t>
            </a:r>
          </a:p>
        </p:txBody>
      </p:sp>
      <p:sp>
        <p:nvSpPr>
          <p:cNvPr id="15363" name="Rectangle 3">
            <a:extLst>
              <a:ext uri="{FF2B5EF4-FFF2-40B4-BE49-F238E27FC236}">
                <a16:creationId xmlns:a16="http://schemas.microsoft.com/office/drawing/2014/main" id="{0A173346-49A3-4E68-BA6A-67DC52990ABB}"/>
              </a:ext>
            </a:extLst>
          </p:cNvPr>
          <p:cNvSpPr>
            <a:spLocks noGrp="1" noChangeArrowheads="1"/>
          </p:cNvSpPr>
          <p:nvPr>
            <p:ph type="body" idx="1"/>
          </p:nvPr>
        </p:nvSpPr>
        <p:spPr>
          <a:xfrm>
            <a:off x="0" y="990600"/>
            <a:ext cx="9067800" cy="5410200"/>
          </a:xfrm>
        </p:spPr>
        <p:txBody>
          <a:bodyPr/>
          <a:lstStyle/>
          <a:p>
            <a:pPr>
              <a:buFont typeface="Wingdings" panose="05000000000000000000" pitchFamily="2" charset="2"/>
              <a:buNone/>
            </a:pPr>
            <a:r>
              <a:rPr lang="en-US" altLang="zh-CN" b="1"/>
              <a:t>   </a:t>
            </a:r>
            <a:r>
              <a:rPr lang="en-US" altLang="zh-CN" b="1">
                <a:sym typeface="Wingdings 2" panose="05020102010507070707" pitchFamily="18" charset="2"/>
              </a:rPr>
              <a:t> </a:t>
            </a:r>
            <a:r>
              <a:rPr lang="en-US" altLang="zh-CN" b="1"/>
              <a:t>n</a:t>
            </a:r>
            <a:r>
              <a:rPr lang="zh-CN" altLang="en-US" b="1"/>
              <a:t>位二进制数可以表示</a:t>
            </a:r>
            <a:r>
              <a:rPr lang="en-US" altLang="zh-CN" b="1"/>
              <a:t>2</a:t>
            </a:r>
            <a:r>
              <a:rPr lang="en-US" altLang="zh-CN" b="1" baseline="30000"/>
              <a:t>n</a:t>
            </a:r>
            <a:r>
              <a:rPr lang="zh-CN" altLang="en-US" b="1"/>
              <a:t>个数。如</a:t>
            </a:r>
            <a:r>
              <a:rPr lang="en-US" altLang="zh-CN" b="1"/>
              <a:t>3</a:t>
            </a:r>
            <a:r>
              <a:rPr lang="zh-CN" altLang="en-US" b="1"/>
              <a:t>位二进制数可以表示</a:t>
            </a:r>
            <a:r>
              <a:rPr lang="en-US" altLang="zh-CN" b="1"/>
              <a:t>8</a:t>
            </a:r>
            <a:r>
              <a:rPr lang="zh-CN" altLang="en-US" b="1"/>
              <a:t>个数，</a:t>
            </a:r>
            <a:r>
              <a:rPr lang="en-US" altLang="zh-CN" b="1"/>
              <a:t>4</a:t>
            </a:r>
            <a:r>
              <a:rPr lang="zh-CN" altLang="en-US" b="1"/>
              <a:t>位二进制数可以表示</a:t>
            </a:r>
            <a:r>
              <a:rPr lang="en-US" altLang="zh-CN" b="1"/>
              <a:t>16</a:t>
            </a:r>
            <a:r>
              <a:rPr lang="zh-CN" altLang="en-US" b="1"/>
              <a:t>个数：</a:t>
            </a:r>
          </a:p>
          <a:p>
            <a:pPr>
              <a:buFont typeface="Wingdings" panose="05000000000000000000" pitchFamily="2" charset="2"/>
              <a:buNone/>
            </a:pPr>
            <a:endParaRPr lang="zh-CN" altLang="en-US" b="1"/>
          </a:p>
          <a:p>
            <a:pPr>
              <a:buFont typeface="Wingdings" panose="05000000000000000000" pitchFamily="2" charset="2"/>
              <a:buNone/>
            </a:pPr>
            <a:endParaRPr lang="zh-CN" altLang="en-US" b="1"/>
          </a:p>
          <a:p>
            <a:pPr>
              <a:buFont typeface="Wingdings" panose="05000000000000000000" pitchFamily="2" charset="2"/>
              <a:buNone/>
            </a:pPr>
            <a:endParaRPr lang="zh-CN" altLang="en-US" b="1"/>
          </a:p>
          <a:p>
            <a:pPr>
              <a:buFont typeface="Wingdings" panose="05000000000000000000" pitchFamily="2" charset="2"/>
              <a:buNone/>
            </a:pPr>
            <a:r>
              <a:rPr lang="zh-CN" altLang="en-US" b="1">
                <a:solidFill>
                  <a:srgbClr val="FF6007"/>
                </a:solidFill>
              </a:rPr>
              <a:t>   </a:t>
            </a:r>
          </a:p>
          <a:p>
            <a:pPr>
              <a:buFont typeface="Wingdings" panose="05000000000000000000" pitchFamily="2" charset="2"/>
              <a:buNone/>
            </a:pPr>
            <a:r>
              <a:rPr lang="zh-CN" altLang="en-US" b="1">
                <a:solidFill>
                  <a:srgbClr val="FF0000"/>
                </a:solidFill>
              </a:rPr>
              <a:t>	</a:t>
            </a:r>
            <a:r>
              <a:rPr lang="zh-CN" altLang="en-US" b="1">
                <a:solidFill>
                  <a:schemeClr val="tx2"/>
                </a:solidFill>
              </a:rPr>
              <a:t>在计算机内部，所有的信息都是以二进制的形式存储和处理的。</a:t>
            </a:r>
            <a:r>
              <a:rPr lang="zh-CN" altLang="en-US" b="1"/>
              <a:t>其基本单位为</a:t>
            </a:r>
            <a:r>
              <a:rPr lang="zh-CN" altLang="en-US" b="1">
                <a:solidFill>
                  <a:srgbClr val="FF3300"/>
                </a:solidFill>
              </a:rPr>
              <a:t>一个二进制位（</a:t>
            </a:r>
            <a:r>
              <a:rPr lang="en-US" altLang="zh-CN" b="1">
                <a:solidFill>
                  <a:srgbClr val="FF3300"/>
                </a:solidFill>
              </a:rPr>
              <a:t>bit</a:t>
            </a:r>
            <a:r>
              <a:rPr lang="zh-CN" altLang="en-US" b="1">
                <a:solidFill>
                  <a:srgbClr val="FF3300"/>
                </a:solidFill>
              </a:rPr>
              <a:t>，比特）</a:t>
            </a:r>
            <a:r>
              <a:rPr lang="zh-CN" altLang="en-US" b="1"/>
              <a:t>，</a:t>
            </a:r>
            <a:r>
              <a:rPr lang="en-US" altLang="zh-CN" b="1">
                <a:solidFill>
                  <a:srgbClr val="FF3300"/>
                </a:solidFill>
              </a:rPr>
              <a:t>8</a:t>
            </a:r>
            <a:r>
              <a:rPr lang="zh-CN" altLang="en-US" b="1">
                <a:solidFill>
                  <a:srgbClr val="FF3300"/>
                </a:solidFill>
              </a:rPr>
              <a:t>位二进制数组成一个字节（</a:t>
            </a:r>
            <a:r>
              <a:rPr lang="en-US" altLang="zh-CN" b="1">
                <a:solidFill>
                  <a:srgbClr val="FF3300"/>
                </a:solidFill>
              </a:rPr>
              <a:t>Byte</a:t>
            </a:r>
            <a:r>
              <a:rPr lang="zh-CN" altLang="en-US" b="1">
                <a:solidFill>
                  <a:srgbClr val="FF3300"/>
                </a:solidFill>
              </a:rPr>
              <a:t>）</a:t>
            </a:r>
            <a:r>
              <a:rPr lang="zh-CN" altLang="en-US" b="1"/>
              <a:t>。</a:t>
            </a:r>
            <a:r>
              <a:rPr lang="zh-CN" altLang="en-US" b="1">
                <a:cs typeface="Times New Roman" panose="02020603050405020304" pitchFamily="18" charset="0"/>
              </a:rPr>
              <a:t>   </a:t>
            </a:r>
          </a:p>
        </p:txBody>
      </p:sp>
      <p:graphicFrame>
        <p:nvGraphicFramePr>
          <p:cNvPr id="15562" name="Group 202">
            <a:extLst>
              <a:ext uri="{FF2B5EF4-FFF2-40B4-BE49-F238E27FC236}">
                <a16:creationId xmlns:a16="http://schemas.microsoft.com/office/drawing/2014/main" id="{D73C84D1-A239-4473-AF3D-3F2E9668313A}"/>
              </a:ext>
            </a:extLst>
          </p:cNvPr>
          <p:cNvGraphicFramePr>
            <a:graphicFrameLocks noGrp="1"/>
          </p:cNvGraphicFramePr>
          <p:nvPr/>
        </p:nvGraphicFramePr>
        <p:xfrm>
          <a:off x="381000" y="2209800"/>
          <a:ext cx="8458200" cy="1617345"/>
        </p:xfrm>
        <a:graphic>
          <a:graphicData uri="http://schemas.openxmlformats.org/drawingml/2006/table">
            <a:tbl>
              <a:tblPr/>
              <a:tblGrid>
                <a:gridCol w="1381125">
                  <a:extLst>
                    <a:ext uri="{9D8B030D-6E8A-4147-A177-3AD203B41FA5}">
                      <a16:colId xmlns:a16="http://schemas.microsoft.com/office/drawing/2014/main" val="4010717695"/>
                    </a:ext>
                  </a:extLst>
                </a:gridCol>
                <a:gridCol w="863600">
                  <a:extLst>
                    <a:ext uri="{9D8B030D-6E8A-4147-A177-3AD203B41FA5}">
                      <a16:colId xmlns:a16="http://schemas.microsoft.com/office/drawing/2014/main" val="3177486745"/>
                    </a:ext>
                  </a:extLst>
                </a:gridCol>
                <a:gridCol w="862013">
                  <a:extLst>
                    <a:ext uri="{9D8B030D-6E8A-4147-A177-3AD203B41FA5}">
                      <a16:colId xmlns:a16="http://schemas.microsoft.com/office/drawing/2014/main" val="1714422013"/>
                    </a:ext>
                  </a:extLst>
                </a:gridCol>
                <a:gridCol w="949325">
                  <a:extLst>
                    <a:ext uri="{9D8B030D-6E8A-4147-A177-3AD203B41FA5}">
                      <a16:colId xmlns:a16="http://schemas.microsoft.com/office/drawing/2014/main" val="1216609732"/>
                    </a:ext>
                  </a:extLst>
                </a:gridCol>
                <a:gridCol w="863600">
                  <a:extLst>
                    <a:ext uri="{9D8B030D-6E8A-4147-A177-3AD203B41FA5}">
                      <a16:colId xmlns:a16="http://schemas.microsoft.com/office/drawing/2014/main" val="3309070282"/>
                    </a:ext>
                  </a:extLst>
                </a:gridCol>
                <a:gridCol w="863600">
                  <a:extLst>
                    <a:ext uri="{9D8B030D-6E8A-4147-A177-3AD203B41FA5}">
                      <a16:colId xmlns:a16="http://schemas.microsoft.com/office/drawing/2014/main" val="3659464254"/>
                    </a:ext>
                  </a:extLst>
                </a:gridCol>
                <a:gridCol w="862012">
                  <a:extLst>
                    <a:ext uri="{9D8B030D-6E8A-4147-A177-3AD203B41FA5}">
                      <a16:colId xmlns:a16="http://schemas.microsoft.com/office/drawing/2014/main" val="3383274434"/>
                    </a:ext>
                  </a:extLst>
                </a:gridCol>
                <a:gridCol w="949325">
                  <a:extLst>
                    <a:ext uri="{9D8B030D-6E8A-4147-A177-3AD203B41FA5}">
                      <a16:colId xmlns:a16="http://schemas.microsoft.com/office/drawing/2014/main" val="4120443392"/>
                    </a:ext>
                  </a:extLst>
                </a:gridCol>
                <a:gridCol w="863600">
                  <a:extLst>
                    <a:ext uri="{9D8B030D-6E8A-4147-A177-3AD203B41FA5}">
                      <a16:colId xmlns:a16="http://schemas.microsoft.com/office/drawing/2014/main" val="64506584"/>
                    </a:ext>
                  </a:extLst>
                </a:gridCol>
              </a:tblGrid>
              <a:tr h="304800">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indent="-112713">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indent="-220663">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indent="-382588">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indent="-54610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zh-CN" altLang="en-US" sz="2000" b="1" i="0" u="none" strike="noStrike" cap="none" normalizeH="0" baseline="0">
                          <a:ln>
                            <a:noFill/>
                          </a:ln>
                          <a:solidFill>
                            <a:srgbClr val="0000FF"/>
                          </a:solidFill>
                          <a:effectLst/>
                          <a:latin typeface="Arial" panose="020B0604020202020204" pitchFamily="34" charset="0"/>
                          <a:ea typeface="宋体" panose="02010600030101010101" pitchFamily="2" charset="-122"/>
                        </a:rPr>
                        <a:t>二进制数</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indent="-112713">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indent="-220663">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indent="-382588">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indent="-54610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2000" b="1" i="0" u="none" strike="noStrike" cap="none" normalizeH="0" baseline="0">
                          <a:ln>
                            <a:noFill/>
                          </a:ln>
                          <a:solidFill>
                            <a:srgbClr val="0000FF"/>
                          </a:solidFill>
                          <a:effectLst/>
                          <a:latin typeface="Arial" panose="020B0604020202020204" pitchFamily="34" charset="0"/>
                          <a:ea typeface="宋体" panose="02010600030101010101" pitchFamily="2" charset="-122"/>
                        </a:rPr>
                        <a:t>0000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indent="-112713">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indent="-220663">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indent="-382588">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indent="-54610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2000" b="1" i="0" u="none" strike="noStrike" cap="none" normalizeH="0" baseline="0">
                          <a:ln>
                            <a:noFill/>
                          </a:ln>
                          <a:solidFill>
                            <a:srgbClr val="0000FF"/>
                          </a:solidFill>
                          <a:effectLst/>
                          <a:latin typeface="Arial" panose="020B0604020202020204" pitchFamily="34" charset="0"/>
                          <a:ea typeface="宋体" panose="02010600030101010101" pitchFamily="2" charset="-122"/>
                        </a:rPr>
                        <a:t>0001</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indent="-112713">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indent="-220663">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indent="-382588">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indent="-54610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2000" b="1" i="0" u="none" strike="noStrike" cap="none" normalizeH="0" baseline="0">
                          <a:ln>
                            <a:noFill/>
                          </a:ln>
                          <a:solidFill>
                            <a:srgbClr val="0000FF"/>
                          </a:solidFill>
                          <a:effectLst/>
                          <a:latin typeface="Arial" panose="020B0604020202020204" pitchFamily="34" charset="0"/>
                          <a:ea typeface="宋体" panose="02010600030101010101" pitchFamily="2" charset="-122"/>
                        </a:rPr>
                        <a:t>0010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indent="-112713">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indent="-220663">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indent="-382588">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indent="-54610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2000" b="1" i="0" u="none" strike="noStrike" cap="none" normalizeH="0" baseline="0">
                          <a:ln>
                            <a:noFill/>
                          </a:ln>
                          <a:solidFill>
                            <a:srgbClr val="0000FF"/>
                          </a:solidFill>
                          <a:effectLst/>
                          <a:latin typeface="Arial" panose="020B0604020202020204" pitchFamily="34" charset="0"/>
                          <a:ea typeface="宋体" panose="02010600030101010101" pitchFamily="2" charset="-122"/>
                        </a:rPr>
                        <a:t>0011</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indent="-112713">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indent="-220663">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indent="-382588">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indent="-54610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2000" b="1" i="0" u="none" strike="noStrike" cap="none" normalizeH="0" baseline="0">
                          <a:ln>
                            <a:noFill/>
                          </a:ln>
                          <a:solidFill>
                            <a:srgbClr val="0000FF"/>
                          </a:solidFill>
                          <a:effectLst/>
                          <a:latin typeface="Arial" panose="020B0604020202020204" pitchFamily="34" charset="0"/>
                          <a:ea typeface="宋体" panose="02010600030101010101" pitchFamily="2" charset="-122"/>
                        </a:rPr>
                        <a:t>0100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indent="-112713">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indent="-220663">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indent="-382588">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indent="-54610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2000" b="1" i="0" u="none" strike="noStrike" cap="none" normalizeH="0" baseline="0">
                          <a:ln>
                            <a:noFill/>
                          </a:ln>
                          <a:solidFill>
                            <a:srgbClr val="0000FF"/>
                          </a:solidFill>
                          <a:effectLst/>
                          <a:latin typeface="Arial" panose="020B0604020202020204" pitchFamily="34" charset="0"/>
                          <a:ea typeface="宋体" panose="02010600030101010101" pitchFamily="2" charset="-122"/>
                        </a:rPr>
                        <a:t>0101</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indent="-112713">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indent="-220663">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indent="-382588">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indent="-54610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2000" b="1" i="0" u="none" strike="noStrike" cap="none" normalizeH="0" baseline="0">
                          <a:ln>
                            <a:noFill/>
                          </a:ln>
                          <a:solidFill>
                            <a:srgbClr val="0000FF"/>
                          </a:solidFill>
                          <a:effectLst/>
                          <a:latin typeface="Arial" panose="020B0604020202020204" pitchFamily="34" charset="0"/>
                          <a:ea typeface="宋体" panose="02010600030101010101" pitchFamily="2" charset="-122"/>
                        </a:rPr>
                        <a:t>0110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indent="-112713">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indent="-220663">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indent="-382588">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indent="-54610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2000" b="1" i="0" u="none" strike="noStrike" cap="none" normalizeH="0" baseline="0">
                          <a:ln>
                            <a:noFill/>
                          </a:ln>
                          <a:solidFill>
                            <a:srgbClr val="0000FF"/>
                          </a:solidFill>
                          <a:effectLst/>
                          <a:latin typeface="Arial" panose="020B0604020202020204" pitchFamily="34" charset="0"/>
                          <a:ea typeface="宋体" panose="02010600030101010101" pitchFamily="2" charset="-122"/>
                        </a:rPr>
                        <a:t>0111</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3316263398"/>
                  </a:ext>
                </a:extLst>
              </a:tr>
              <a:tr h="350838">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indent="-112713">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indent="-220663">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indent="-382588">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indent="-54610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十进制数</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381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indent="-112713">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indent="-220663">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indent="-382588">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indent="-54610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   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381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indent="-112713">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indent="-220663">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indent="-382588">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indent="-54610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   1</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381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indent="-112713">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indent="-220663">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indent="-382588">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indent="-54610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   2</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381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indent="-112713">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indent="-220663">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indent="-382588">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indent="-54610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   3</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381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indent="-112713">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indent="-220663">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indent="-382588">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indent="-54610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   4</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381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indent="-112713">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indent="-220663">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indent="-382588">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indent="-54610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   5</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381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indent="-112713">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indent="-220663">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indent="-382588">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indent="-54610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   6</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381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indent="-112713">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indent="-220663">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indent="-382588">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indent="-54610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   7</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381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2291425072"/>
                  </a:ext>
                </a:extLst>
              </a:tr>
              <a:tr h="428625">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indent="-112713">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indent="-220663">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indent="-382588">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indent="-54610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zh-CN" altLang="en-US" sz="2000" b="1" i="0" u="none" strike="noStrike" cap="none" normalizeH="0" baseline="0">
                          <a:ln>
                            <a:noFill/>
                          </a:ln>
                          <a:solidFill>
                            <a:srgbClr val="0000FF"/>
                          </a:solidFill>
                          <a:effectLst/>
                          <a:latin typeface="Arial" panose="020B0604020202020204" pitchFamily="34" charset="0"/>
                          <a:ea typeface="宋体" panose="02010600030101010101" pitchFamily="2" charset="-122"/>
                        </a:rPr>
                        <a:t>二进制数</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381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indent="-112713">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indent="-220663">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indent="-382588">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indent="-54610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2000" b="1" i="0" u="none" strike="noStrike" cap="none" normalizeH="0" baseline="0">
                          <a:ln>
                            <a:noFill/>
                          </a:ln>
                          <a:solidFill>
                            <a:srgbClr val="0000FF"/>
                          </a:solidFill>
                          <a:effectLst/>
                          <a:latin typeface="Arial" panose="020B0604020202020204" pitchFamily="34" charset="0"/>
                          <a:ea typeface="宋体" panose="02010600030101010101" pitchFamily="2" charset="-122"/>
                        </a:rPr>
                        <a:t>1000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381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indent="-112713">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indent="-220663">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indent="-382588">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indent="-54610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2000" b="1" i="0" u="none" strike="noStrike" cap="none" normalizeH="0" baseline="0">
                          <a:ln>
                            <a:noFill/>
                          </a:ln>
                          <a:solidFill>
                            <a:srgbClr val="0000FF"/>
                          </a:solidFill>
                          <a:effectLst/>
                          <a:latin typeface="Arial" panose="020B0604020202020204" pitchFamily="34" charset="0"/>
                          <a:ea typeface="宋体" panose="02010600030101010101" pitchFamily="2" charset="-122"/>
                        </a:rPr>
                        <a:t>1001</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381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indent="-112713">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indent="-220663">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indent="-382588">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indent="-54610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2000" b="1" i="0" u="none" strike="noStrike" cap="none" normalizeH="0" baseline="0">
                          <a:ln>
                            <a:noFill/>
                          </a:ln>
                          <a:solidFill>
                            <a:srgbClr val="0000FF"/>
                          </a:solidFill>
                          <a:effectLst/>
                          <a:latin typeface="Arial" panose="020B0604020202020204" pitchFamily="34" charset="0"/>
                          <a:ea typeface="宋体" panose="02010600030101010101" pitchFamily="2" charset="-122"/>
                        </a:rPr>
                        <a:t>1010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381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indent="-112713">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indent="-220663">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indent="-382588">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indent="-54610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2000" b="1" i="0" u="none" strike="noStrike" cap="none" normalizeH="0" baseline="0">
                          <a:ln>
                            <a:noFill/>
                          </a:ln>
                          <a:solidFill>
                            <a:srgbClr val="0000FF"/>
                          </a:solidFill>
                          <a:effectLst/>
                          <a:latin typeface="Arial" panose="020B0604020202020204" pitchFamily="34" charset="0"/>
                          <a:ea typeface="宋体" panose="02010600030101010101" pitchFamily="2" charset="-122"/>
                        </a:rPr>
                        <a:t>1011</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381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indent="-112713">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indent="-220663">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indent="-382588">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indent="-54610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2000" b="1" i="0" u="none" strike="noStrike" cap="none" normalizeH="0" baseline="0">
                          <a:ln>
                            <a:noFill/>
                          </a:ln>
                          <a:solidFill>
                            <a:srgbClr val="0000FF"/>
                          </a:solidFill>
                          <a:effectLst/>
                          <a:latin typeface="Arial" panose="020B0604020202020204" pitchFamily="34" charset="0"/>
                          <a:ea typeface="宋体" panose="02010600030101010101" pitchFamily="2" charset="-122"/>
                        </a:rPr>
                        <a:t>1100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381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indent="-112713">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indent="-220663">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indent="-382588">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indent="-54610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2000" b="1" i="0" u="none" strike="noStrike" cap="none" normalizeH="0" baseline="0">
                          <a:ln>
                            <a:noFill/>
                          </a:ln>
                          <a:solidFill>
                            <a:srgbClr val="0000FF"/>
                          </a:solidFill>
                          <a:effectLst/>
                          <a:latin typeface="Arial" panose="020B0604020202020204" pitchFamily="34" charset="0"/>
                          <a:ea typeface="宋体" panose="02010600030101010101" pitchFamily="2" charset="-122"/>
                        </a:rPr>
                        <a:t>1101</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381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indent="-112713">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indent="-220663">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indent="-382588">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indent="-54610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2000" b="1" i="0" u="none" strike="noStrike" cap="none" normalizeH="0" baseline="0">
                          <a:ln>
                            <a:noFill/>
                          </a:ln>
                          <a:solidFill>
                            <a:srgbClr val="0000FF"/>
                          </a:solidFill>
                          <a:effectLst/>
                          <a:latin typeface="Arial" panose="020B0604020202020204" pitchFamily="34" charset="0"/>
                          <a:ea typeface="宋体" panose="02010600030101010101" pitchFamily="2" charset="-122"/>
                        </a:rPr>
                        <a:t>1110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381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indent="-112713">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indent="-220663">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indent="-382588">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indent="-54610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2000" b="1" i="0" u="none" strike="noStrike" cap="none" normalizeH="0" baseline="0">
                          <a:ln>
                            <a:noFill/>
                          </a:ln>
                          <a:solidFill>
                            <a:srgbClr val="0000FF"/>
                          </a:solidFill>
                          <a:effectLst/>
                          <a:latin typeface="Arial" panose="020B0604020202020204" pitchFamily="34" charset="0"/>
                          <a:ea typeface="宋体" panose="02010600030101010101" pitchFamily="2" charset="-122"/>
                        </a:rPr>
                        <a:t>1111</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381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2880044781"/>
                  </a:ext>
                </a:extLst>
              </a:tr>
              <a:tr h="212725">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indent="-112713">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indent="-220663">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indent="-382588">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indent="-54610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十进制数</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indent="-112713">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indent="-220663">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indent="-382588">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indent="-54610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   8</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indent="-112713">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indent="-220663">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indent="-382588">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indent="-54610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   9</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indent="-112713">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indent="-220663">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indent="-382588">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indent="-54610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  10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indent="-112713">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indent="-220663">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indent="-382588">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indent="-54610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  11</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indent="-112713">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indent="-220663">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indent="-382588">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indent="-54610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   12</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indent="-112713">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indent="-220663">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indent="-382588">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indent="-54610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  13</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indent="-112713">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indent="-220663">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indent="-382588">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indent="-54610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   14</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indent="-112713">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indent="-220663">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indent="-382588">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indent="-54610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  15</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3839797375"/>
                  </a:ext>
                </a:extLst>
              </a:tr>
            </a:tbl>
          </a:graphicData>
        </a:graphic>
      </p:graphicFrame>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15562"/>
                                        </p:tgtEl>
                                        <p:attrNameLst>
                                          <p:attrName>style.visibility</p:attrName>
                                        </p:attrNameLst>
                                      </p:cBhvr>
                                      <p:to>
                                        <p:strVal val="visible"/>
                                      </p:to>
                                    </p:set>
                                    <p:animEffect transition="in" filter="blinds(horizontal)">
                                      <p:cBhvr>
                                        <p:cTn id="7" dur="500"/>
                                        <p:tgtEl>
                                          <p:spTgt spid="1556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5363">
                                            <p:txEl>
                                              <p:pRg st="0" end="0"/>
                                            </p:txEl>
                                          </p:spTgt>
                                        </p:tgtEl>
                                        <p:attrNameLst>
                                          <p:attrName>style.visibility</p:attrName>
                                        </p:attrNameLst>
                                      </p:cBhvr>
                                      <p:to>
                                        <p:strVal val="visible"/>
                                      </p:to>
                                    </p:set>
                                    <p:animEffect transition="in" filter="wipe(left)">
                                      <p:cBhvr>
                                        <p:cTn id="12" dur="500"/>
                                        <p:tgtEl>
                                          <p:spTgt spid="15363">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5363">
                                            <p:txEl>
                                              <p:pRg st="4" end="4"/>
                                            </p:txEl>
                                          </p:spTgt>
                                        </p:tgtEl>
                                        <p:attrNameLst>
                                          <p:attrName>style.visibility</p:attrName>
                                        </p:attrNameLst>
                                      </p:cBhvr>
                                      <p:to>
                                        <p:strVal val="visible"/>
                                      </p:to>
                                    </p:set>
                                    <p:animEffect transition="in" filter="wipe(left)">
                                      <p:cBhvr>
                                        <p:cTn id="17" dur="500"/>
                                        <p:tgtEl>
                                          <p:spTgt spid="15363">
                                            <p:txEl>
                                              <p:pRg st="4" end="4"/>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5363">
                                            <p:txEl>
                                              <p:pRg st="5" end="5"/>
                                            </p:txEl>
                                          </p:spTgt>
                                        </p:tgtEl>
                                        <p:attrNameLst>
                                          <p:attrName>style.visibility</p:attrName>
                                        </p:attrNameLst>
                                      </p:cBhvr>
                                      <p:to>
                                        <p:strVal val="visible"/>
                                      </p:to>
                                    </p:set>
                                    <p:animEffect transition="in" filter="wipe(left)">
                                      <p:cBhvr>
                                        <p:cTn id="22" dur="500"/>
                                        <p:tgtEl>
                                          <p:spTgt spid="1536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灯片编号占位符 5">
            <a:extLst>
              <a:ext uri="{FF2B5EF4-FFF2-40B4-BE49-F238E27FC236}">
                <a16:creationId xmlns:a16="http://schemas.microsoft.com/office/drawing/2014/main" id="{A84617CB-CBF7-405C-936C-B0AD53420A0F}"/>
              </a:ext>
            </a:extLst>
          </p:cNvPr>
          <p:cNvSpPr>
            <a:spLocks noGrp="1"/>
          </p:cNvSpPr>
          <p:nvPr>
            <p:ph type="sldNum" sz="quarter" idx="12"/>
          </p:nvPr>
        </p:nvSpPr>
        <p:spPr/>
        <p:txBody>
          <a:bodyPr/>
          <a:lstStyle/>
          <a:p>
            <a:fld id="{04406334-5F1D-4F53-BF57-1DAB129F23DC}" type="slidenum">
              <a:rPr lang="en-US" altLang="zh-CN"/>
              <a:pPr/>
              <a:t>11</a:t>
            </a:fld>
            <a:endParaRPr lang="en-US" altLang="zh-CN"/>
          </a:p>
        </p:txBody>
      </p:sp>
      <p:sp>
        <p:nvSpPr>
          <p:cNvPr id="16386" name="Rectangle 2">
            <a:extLst>
              <a:ext uri="{FF2B5EF4-FFF2-40B4-BE49-F238E27FC236}">
                <a16:creationId xmlns:a16="http://schemas.microsoft.com/office/drawing/2014/main" id="{4EE1BC3B-9FDB-474E-A35C-F2E77E939994}"/>
              </a:ext>
            </a:extLst>
          </p:cNvPr>
          <p:cNvSpPr>
            <a:spLocks noGrp="1" noChangeArrowheads="1"/>
          </p:cNvSpPr>
          <p:nvPr>
            <p:ph type="title"/>
          </p:nvPr>
        </p:nvSpPr>
        <p:spPr>
          <a:xfrm>
            <a:off x="152400" y="152400"/>
            <a:ext cx="8162925" cy="641350"/>
          </a:xfr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solidFill>
                  <a:schemeClr val="tx1"/>
                </a:solidFill>
                <a:prstDash val="solid"/>
                <a:miter lim="800000"/>
                <a:headEnd/>
                <a:tailEnd/>
              </a14:hiddenLine>
            </a:ext>
          </a:extLst>
        </p:spPr>
        <p:txBody>
          <a:bodyPr lIns="92075" tIns="46038" rIns="92075" bIns="46038" anchor="ctr"/>
          <a:lstStyle/>
          <a:p>
            <a:r>
              <a:rPr lang="en-US" altLang="zh-CN" sz="3500" b="0">
                <a:sym typeface="Webdings" panose="05030102010509060703" pitchFamily="18" charset="2"/>
              </a:rPr>
              <a:t>1.3.1  </a:t>
            </a:r>
            <a:r>
              <a:rPr lang="zh-CN" altLang="en-US" sz="3500" b="0"/>
              <a:t>数制</a:t>
            </a:r>
            <a:endParaRPr lang="zh-CN" altLang="en-US" sz="3500" b="0">
              <a:sym typeface="Webdings" panose="05030102010509060703" pitchFamily="18" charset="2"/>
            </a:endParaRPr>
          </a:p>
        </p:txBody>
      </p:sp>
      <p:sp>
        <p:nvSpPr>
          <p:cNvPr id="16387" name="Rectangle 3">
            <a:extLst>
              <a:ext uri="{FF2B5EF4-FFF2-40B4-BE49-F238E27FC236}">
                <a16:creationId xmlns:a16="http://schemas.microsoft.com/office/drawing/2014/main" id="{7FF01351-7AA0-454C-84F3-D7144D948483}"/>
              </a:ext>
            </a:extLst>
          </p:cNvPr>
          <p:cNvSpPr>
            <a:spLocks noGrp="1" noChangeArrowheads="1"/>
          </p:cNvSpPr>
          <p:nvPr>
            <p:ph type="body" idx="1"/>
          </p:nvPr>
        </p:nvSpPr>
        <p:spPr>
          <a:xfrm>
            <a:off x="76200" y="762000"/>
            <a:ext cx="8915400" cy="4495800"/>
          </a:xfrm>
        </p:spPr>
        <p:txBody>
          <a:bodyPr/>
          <a:lstStyle/>
          <a:p>
            <a:pPr>
              <a:buFont typeface="Wingdings" panose="05000000000000000000" pitchFamily="2" charset="2"/>
              <a:buNone/>
            </a:pPr>
            <a:r>
              <a:rPr lang="en-US" altLang="zh-CN" sz="2600" b="1">
                <a:sym typeface="Wingdings 2" panose="05020102010507070707" pitchFamily="18" charset="2"/>
              </a:rPr>
              <a:t>	3.  </a:t>
            </a:r>
            <a:r>
              <a:rPr lang="zh-CN" altLang="en-US" sz="2600" b="1">
                <a:solidFill>
                  <a:srgbClr val="FF3300"/>
                </a:solidFill>
              </a:rPr>
              <a:t>十六进制数</a:t>
            </a:r>
            <a:r>
              <a:rPr lang="zh-CN" altLang="en-US" sz="2600" b="1"/>
              <a:t>的表示。十六进制数作为书写和记忆方式。十六进制数的基数为</a:t>
            </a:r>
            <a:r>
              <a:rPr lang="en-US" altLang="zh-CN" sz="2600" b="1"/>
              <a:t>16</a:t>
            </a:r>
            <a:r>
              <a:rPr lang="zh-CN" altLang="en-US" sz="2600" b="1"/>
              <a:t>，共有</a:t>
            </a:r>
            <a:r>
              <a:rPr lang="en-US" altLang="zh-CN" sz="2600" b="1">
                <a:solidFill>
                  <a:srgbClr val="FF3300"/>
                </a:solidFill>
              </a:rPr>
              <a:t>16</a:t>
            </a:r>
            <a:r>
              <a:rPr lang="zh-CN" altLang="en-US" sz="2600" b="1">
                <a:solidFill>
                  <a:srgbClr val="FF3300"/>
                </a:solidFill>
              </a:rPr>
              <a:t>个数码，即</a:t>
            </a:r>
            <a:r>
              <a:rPr lang="en-US" altLang="zh-CN" sz="2600" b="1">
                <a:solidFill>
                  <a:srgbClr val="FF3300"/>
                </a:solidFill>
              </a:rPr>
              <a:t>0…9</a:t>
            </a:r>
            <a:r>
              <a:rPr lang="zh-CN" altLang="en-US" sz="2600" b="1">
                <a:solidFill>
                  <a:srgbClr val="FF3300"/>
                </a:solidFill>
              </a:rPr>
              <a:t>，</a:t>
            </a:r>
            <a:r>
              <a:rPr lang="en-US" altLang="zh-CN" sz="2600" b="1">
                <a:solidFill>
                  <a:srgbClr val="FF3300"/>
                </a:solidFill>
              </a:rPr>
              <a:t>A</a:t>
            </a:r>
            <a:r>
              <a:rPr lang="zh-CN" altLang="en-US" sz="2600" b="1">
                <a:solidFill>
                  <a:srgbClr val="FF3300"/>
                </a:solidFill>
              </a:rPr>
              <a:t>，</a:t>
            </a:r>
            <a:r>
              <a:rPr lang="en-US" altLang="zh-CN" sz="2600" b="1">
                <a:solidFill>
                  <a:srgbClr val="FF3300"/>
                </a:solidFill>
              </a:rPr>
              <a:t>B</a:t>
            </a:r>
            <a:r>
              <a:rPr lang="zh-CN" altLang="en-US" sz="2600" b="1">
                <a:solidFill>
                  <a:srgbClr val="FF3300"/>
                </a:solidFill>
              </a:rPr>
              <a:t>，</a:t>
            </a:r>
            <a:r>
              <a:rPr lang="en-US" altLang="zh-CN" sz="2600" b="1">
                <a:solidFill>
                  <a:srgbClr val="FF3300"/>
                </a:solidFill>
              </a:rPr>
              <a:t>C</a:t>
            </a:r>
            <a:r>
              <a:rPr lang="zh-CN" altLang="en-US" sz="2600" b="1">
                <a:solidFill>
                  <a:srgbClr val="FF3300"/>
                </a:solidFill>
              </a:rPr>
              <a:t>，</a:t>
            </a:r>
            <a:r>
              <a:rPr lang="en-US" altLang="zh-CN" sz="2600" b="1">
                <a:solidFill>
                  <a:srgbClr val="FF3300"/>
                </a:solidFill>
              </a:rPr>
              <a:t>D</a:t>
            </a:r>
            <a:r>
              <a:rPr lang="zh-CN" altLang="en-US" sz="2600" b="1">
                <a:solidFill>
                  <a:srgbClr val="FF3300"/>
                </a:solidFill>
              </a:rPr>
              <a:t>，</a:t>
            </a:r>
            <a:r>
              <a:rPr lang="en-US" altLang="zh-CN" sz="2600" b="1">
                <a:solidFill>
                  <a:srgbClr val="FF3300"/>
                </a:solidFill>
              </a:rPr>
              <a:t>E</a:t>
            </a:r>
            <a:r>
              <a:rPr lang="zh-CN" altLang="en-US" sz="2600" b="1">
                <a:solidFill>
                  <a:srgbClr val="FF3300"/>
                </a:solidFill>
              </a:rPr>
              <a:t>，</a:t>
            </a:r>
            <a:r>
              <a:rPr lang="en-US" altLang="zh-CN" sz="2600" b="1">
                <a:solidFill>
                  <a:srgbClr val="FF3300"/>
                </a:solidFill>
              </a:rPr>
              <a:t>F</a:t>
            </a:r>
            <a:r>
              <a:rPr lang="zh-CN" altLang="en-US" sz="2600" b="1">
                <a:solidFill>
                  <a:srgbClr val="FF3300"/>
                </a:solidFill>
              </a:rPr>
              <a:t>（</a:t>
            </a:r>
            <a:r>
              <a:rPr lang="en-US" altLang="zh-CN" sz="2600" b="1">
                <a:solidFill>
                  <a:srgbClr val="FF3300"/>
                </a:solidFill>
              </a:rPr>
              <a:t>A…F</a:t>
            </a:r>
            <a:r>
              <a:rPr lang="zh-CN" altLang="en-US" sz="2600" b="1">
                <a:solidFill>
                  <a:srgbClr val="FF3300"/>
                </a:solidFill>
              </a:rPr>
              <a:t>表示十进制数的</a:t>
            </a:r>
            <a:r>
              <a:rPr lang="en-US" altLang="zh-CN" sz="2600" b="1">
                <a:solidFill>
                  <a:srgbClr val="FF3300"/>
                </a:solidFill>
              </a:rPr>
              <a:t>10…15</a:t>
            </a:r>
            <a:r>
              <a:rPr lang="zh-CN" altLang="en-US" sz="2600" b="1">
                <a:solidFill>
                  <a:srgbClr val="FF3300"/>
                </a:solidFill>
              </a:rPr>
              <a:t>）</a:t>
            </a:r>
            <a:r>
              <a:rPr lang="zh-CN" altLang="en-US" sz="2600" b="1"/>
              <a:t>。十六进制数中各位的权是</a:t>
            </a:r>
            <a:r>
              <a:rPr lang="en-US" altLang="zh-CN" sz="2600" b="1"/>
              <a:t>16</a:t>
            </a:r>
            <a:r>
              <a:rPr lang="en-US" altLang="zh-CN" sz="2600" b="1" baseline="30000"/>
              <a:t>k</a:t>
            </a:r>
            <a:r>
              <a:rPr lang="zh-CN" altLang="en-US" sz="2600" b="1"/>
              <a:t>，遵循逢十六进一的规则。书写时在数字后面跟一英文字母</a:t>
            </a:r>
            <a:r>
              <a:rPr lang="zh-CN" altLang="en-US" sz="2600" b="1">
                <a:latin typeface="Verdana" panose="020B0604030504040204" pitchFamily="34" charset="0"/>
              </a:rPr>
              <a:t>“</a:t>
            </a:r>
            <a:r>
              <a:rPr lang="en-US" altLang="zh-CN" sz="2600" b="1"/>
              <a:t>H</a:t>
            </a:r>
            <a:r>
              <a:rPr lang="en-US" altLang="zh-CN" sz="2600" b="1">
                <a:latin typeface="Verdana" panose="020B0604030504040204" pitchFamily="34" charset="0"/>
              </a:rPr>
              <a:t>”</a:t>
            </a:r>
            <a:r>
              <a:rPr lang="zh-CN" altLang="en-US" sz="2600" b="1"/>
              <a:t>表示。它与二进制和十进制数的对应关系如下：</a:t>
            </a:r>
          </a:p>
          <a:p>
            <a:pPr>
              <a:buFont typeface="Wingdings" panose="05000000000000000000" pitchFamily="2" charset="2"/>
              <a:buNone/>
            </a:pPr>
            <a:endParaRPr lang="en-US" altLang="zh-CN" sz="2100" b="1"/>
          </a:p>
        </p:txBody>
      </p:sp>
      <p:graphicFrame>
        <p:nvGraphicFramePr>
          <p:cNvPr id="16606" name="Group 222">
            <a:extLst>
              <a:ext uri="{FF2B5EF4-FFF2-40B4-BE49-F238E27FC236}">
                <a16:creationId xmlns:a16="http://schemas.microsoft.com/office/drawing/2014/main" id="{C5D7A83B-E89D-4241-B2AD-FA136821C2C8}"/>
              </a:ext>
            </a:extLst>
          </p:cNvPr>
          <p:cNvGraphicFramePr>
            <a:graphicFrameLocks noGrp="1"/>
          </p:cNvGraphicFramePr>
          <p:nvPr/>
        </p:nvGraphicFramePr>
        <p:xfrm>
          <a:off x="228600" y="3722688"/>
          <a:ext cx="8686800" cy="2454275"/>
        </p:xfrm>
        <a:graphic>
          <a:graphicData uri="http://schemas.openxmlformats.org/drawingml/2006/table">
            <a:tbl>
              <a:tblPr/>
              <a:tblGrid>
                <a:gridCol w="1524000">
                  <a:extLst>
                    <a:ext uri="{9D8B030D-6E8A-4147-A177-3AD203B41FA5}">
                      <a16:colId xmlns:a16="http://schemas.microsoft.com/office/drawing/2014/main" val="1253831939"/>
                    </a:ext>
                  </a:extLst>
                </a:gridCol>
                <a:gridCol w="838200">
                  <a:extLst>
                    <a:ext uri="{9D8B030D-6E8A-4147-A177-3AD203B41FA5}">
                      <a16:colId xmlns:a16="http://schemas.microsoft.com/office/drawing/2014/main" val="3016713897"/>
                    </a:ext>
                  </a:extLst>
                </a:gridCol>
                <a:gridCol w="828675">
                  <a:extLst>
                    <a:ext uri="{9D8B030D-6E8A-4147-A177-3AD203B41FA5}">
                      <a16:colId xmlns:a16="http://schemas.microsoft.com/office/drawing/2014/main" val="2282802344"/>
                    </a:ext>
                  </a:extLst>
                </a:gridCol>
                <a:gridCol w="974725">
                  <a:extLst>
                    <a:ext uri="{9D8B030D-6E8A-4147-A177-3AD203B41FA5}">
                      <a16:colId xmlns:a16="http://schemas.microsoft.com/office/drawing/2014/main" val="2477079351"/>
                    </a:ext>
                  </a:extLst>
                </a:gridCol>
                <a:gridCol w="887413">
                  <a:extLst>
                    <a:ext uri="{9D8B030D-6E8A-4147-A177-3AD203B41FA5}">
                      <a16:colId xmlns:a16="http://schemas.microsoft.com/office/drawing/2014/main" val="3560790317"/>
                    </a:ext>
                  </a:extLst>
                </a:gridCol>
                <a:gridCol w="885825">
                  <a:extLst>
                    <a:ext uri="{9D8B030D-6E8A-4147-A177-3AD203B41FA5}">
                      <a16:colId xmlns:a16="http://schemas.microsoft.com/office/drawing/2014/main" val="2684240876"/>
                    </a:ext>
                  </a:extLst>
                </a:gridCol>
                <a:gridCol w="885825">
                  <a:extLst>
                    <a:ext uri="{9D8B030D-6E8A-4147-A177-3AD203B41FA5}">
                      <a16:colId xmlns:a16="http://schemas.microsoft.com/office/drawing/2014/main" val="3750849409"/>
                    </a:ext>
                  </a:extLst>
                </a:gridCol>
                <a:gridCol w="976312">
                  <a:extLst>
                    <a:ext uri="{9D8B030D-6E8A-4147-A177-3AD203B41FA5}">
                      <a16:colId xmlns:a16="http://schemas.microsoft.com/office/drawing/2014/main" val="1998496804"/>
                    </a:ext>
                  </a:extLst>
                </a:gridCol>
                <a:gridCol w="885825">
                  <a:extLst>
                    <a:ext uri="{9D8B030D-6E8A-4147-A177-3AD203B41FA5}">
                      <a16:colId xmlns:a16="http://schemas.microsoft.com/office/drawing/2014/main" val="1370968289"/>
                    </a:ext>
                  </a:extLst>
                </a:gridCol>
              </a:tblGrid>
              <a:tr h="304800">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indent="-112713">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indent="-220663">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indent="-382588">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indent="-54610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zh-CN" altLang="en-US" sz="2000" b="1" i="0" u="none" strike="noStrike" cap="none" normalizeH="0" baseline="0">
                          <a:ln>
                            <a:noFill/>
                          </a:ln>
                          <a:solidFill>
                            <a:srgbClr val="0000FF"/>
                          </a:solidFill>
                          <a:effectLst/>
                          <a:latin typeface="Arial" panose="020B0604020202020204" pitchFamily="34" charset="0"/>
                          <a:ea typeface="宋体" panose="02010600030101010101" pitchFamily="2" charset="-122"/>
                        </a:rPr>
                        <a:t>二进制数</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indent="-112713">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indent="-220663">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indent="-382588">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indent="-54610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2000" b="1" i="0" u="none" strike="noStrike" cap="none" normalizeH="0" baseline="0">
                          <a:ln>
                            <a:noFill/>
                          </a:ln>
                          <a:solidFill>
                            <a:srgbClr val="0000FF"/>
                          </a:solidFill>
                          <a:effectLst/>
                          <a:latin typeface="Arial" panose="020B0604020202020204" pitchFamily="34" charset="0"/>
                          <a:ea typeface="宋体" panose="02010600030101010101" pitchFamily="2" charset="-122"/>
                        </a:rPr>
                        <a:t>0000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indent="-112713">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indent="-220663">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indent="-382588">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indent="-54610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2000" b="1" i="0" u="none" strike="noStrike" cap="none" normalizeH="0" baseline="0">
                          <a:ln>
                            <a:noFill/>
                          </a:ln>
                          <a:solidFill>
                            <a:srgbClr val="0000FF"/>
                          </a:solidFill>
                          <a:effectLst/>
                          <a:latin typeface="Arial" panose="020B0604020202020204" pitchFamily="34" charset="0"/>
                          <a:ea typeface="宋体" panose="02010600030101010101" pitchFamily="2" charset="-122"/>
                        </a:rPr>
                        <a:t>0001</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indent="-112713">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indent="-220663">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indent="-382588">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indent="-54610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2000" b="1" i="0" u="none" strike="noStrike" cap="none" normalizeH="0" baseline="0">
                          <a:ln>
                            <a:noFill/>
                          </a:ln>
                          <a:solidFill>
                            <a:srgbClr val="0000FF"/>
                          </a:solidFill>
                          <a:effectLst/>
                          <a:latin typeface="Arial" panose="020B0604020202020204" pitchFamily="34" charset="0"/>
                          <a:ea typeface="宋体" panose="02010600030101010101" pitchFamily="2" charset="-122"/>
                        </a:rPr>
                        <a:t>0010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indent="-112713">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indent="-220663">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indent="-382588">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indent="-54610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2000" b="1" i="0" u="none" strike="noStrike" cap="none" normalizeH="0" baseline="0">
                          <a:ln>
                            <a:noFill/>
                          </a:ln>
                          <a:solidFill>
                            <a:srgbClr val="0000FF"/>
                          </a:solidFill>
                          <a:effectLst/>
                          <a:latin typeface="Arial" panose="020B0604020202020204" pitchFamily="34" charset="0"/>
                          <a:ea typeface="宋体" panose="02010600030101010101" pitchFamily="2" charset="-122"/>
                        </a:rPr>
                        <a:t>0011</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indent="-112713">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indent="-220663">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indent="-382588">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indent="-54610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2000" b="1" i="0" u="none" strike="noStrike" cap="none" normalizeH="0" baseline="0">
                          <a:ln>
                            <a:noFill/>
                          </a:ln>
                          <a:solidFill>
                            <a:srgbClr val="0000FF"/>
                          </a:solidFill>
                          <a:effectLst/>
                          <a:latin typeface="Arial" panose="020B0604020202020204" pitchFamily="34" charset="0"/>
                          <a:ea typeface="宋体" panose="02010600030101010101" pitchFamily="2" charset="-122"/>
                        </a:rPr>
                        <a:t>0100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indent="-112713">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indent="-220663">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indent="-382588">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indent="-54610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2000" b="1" i="0" u="none" strike="noStrike" cap="none" normalizeH="0" baseline="0">
                          <a:ln>
                            <a:noFill/>
                          </a:ln>
                          <a:solidFill>
                            <a:srgbClr val="0000FF"/>
                          </a:solidFill>
                          <a:effectLst/>
                          <a:latin typeface="Arial" panose="020B0604020202020204" pitchFamily="34" charset="0"/>
                          <a:ea typeface="宋体" panose="02010600030101010101" pitchFamily="2" charset="-122"/>
                        </a:rPr>
                        <a:t>0101</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indent="-112713">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indent="-220663">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indent="-382588">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indent="-54610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2000" b="1" i="0" u="none" strike="noStrike" cap="none" normalizeH="0" baseline="0">
                          <a:ln>
                            <a:noFill/>
                          </a:ln>
                          <a:solidFill>
                            <a:srgbClr val="0000FF"/>
                          </a:solidFill>
                          <a:effectLst/>
                          <a:latin typeface="Arial" panose="020B0604020202020204" pitchFamily="34" charset="0"/>
                          <a:ea typeface="宋体" panose="02010600030101010101" pitchFamily="2" charset="-122"/>
                        </a:rPr>
                        <a:t>0110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indent="-112713">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indent="-220663">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indent="-382588">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indent="-54610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2000" b="1" i="0" u="none" strike="noStrike" cap="none" normalizeH="0" baseline="0">
                          <a:ln>
                            <a:noFill/>
                          </a:ln>
                          <a:solidFill>
                            <a:srgbClr val="0000FF"/>
                          </a:solidFill>
                          <a:effectLst/>
                          <a:latin typeface="Arial" panose="020B0604020202020204" pitchFamily="34" charset="0"/>
                          <a:ea typeface="宋体" panose="02010600030101010101" pitchFamily="2" charset="-122"/>
                        </a:rPr>
                        <a:t>0111</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553908267"/>
                  </a:ext>
                </a:extLst>
              </a:tr>
              <a:tr h="473075">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indent="-112713">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indent="-220663">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indent="-382588">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indent="-54610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十进制数</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indent="-112713">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indent="-220663">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indent="-382588">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indent="-54610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   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indent="-112713">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indent="-220663">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indent="-382588">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indent="-54610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   1</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indent="-112713">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indent="-220663">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indent="-382588">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indent="-54610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   2</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indent="-112713">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indent="-220663">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indent="-382588">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indent="-54610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   3</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indent="-112713">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indent="-220663">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indent="-382588">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indent="-54610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   4</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indent="-112713">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indent="-220663">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indent="-382588">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indent="-54610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   5</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indent="-112713">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indent="-220663">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indent="-382588">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indent="-54610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   6</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indent="-112713">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indent="-220663">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indent="-382588">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indent="-54610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   7</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452051806"/>
                  </a:ext>
                </a:extLst>
              </a:tr>
              <a:tr h="304800">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indent="-112713">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indent="-220663">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indent="-382588">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indent="-54610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zh-CN" altLang="en-US" sz="2000" b="1" i="0" u="none" strike="noStrike" cap="none" normalizeH="0" baseline="0">
                          <a:ln>
                            <a:noFill/>
                          </a:ln>
                          <a:solidFill>
                            <a:srgbClr val="FF3300"/>
                          </a:solidFill>
                          <a:effectLst/>
                          <a:latin typeface="Arial" panose="020B0604020202020204" pitchFamily="34" charset="0"/>
                          <a:ea typeface="宋体" panose="02010600030101010101" pitchFamily="2" charset="-122"/>
                        </a:rPr>
                        <a:t>十六进制数</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381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indent="-112713">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indent="-220663">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indent="-382588">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indent="-54610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2000" b="1" i="0" u="none" strike="noStrike" cap="none" normalizeH="0" baseline="0">
                          <a:ln>
                            <a:noFill/>
                          </a:ln>
                          <a:solidFill>
                            <a:srgbClr val="FF3300"/>
                          </a:solidFill>
                          <a:effectLst/>
                          <a:latin typeface="Arial" panose="020B0604020202020204" pitchFamily="34" charset="0"/>
                          <a:ea typeface="宋体" panose="02010600030101010101" pitchFamily="2" charset="-122"/>
                        </a:rPr>
                        <a:t>   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381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indent="-112713">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indent="-220663">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indent="-382588">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indent="-54610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2000" b="1" i="0" u="none" strike="noStrike" cap="none" normalizeH="0" baseline="0">
                          <a:ln>
                            <a:noFill/>
                          </a:ln>
                          <a:solidFill>
                            <a:srgbClr val="FF3300"/>
                          </a:solidFill>
                          <a:effectLst/>
                          <a:latin typeface="Arial" panose="020B0604020202020204" pitchFamily="34" charset="0"/>
                          <a:ea typeface="宋体" panose="02010600030101010101" pitchFamily="2" charset="-122"/>
                        </a:rPr>
                        <a:t>   1</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381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indent="-112713">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indent="-220663">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indent="-382588">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indent="-54610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2000" b="1" i="0" u="none" strike="noStrike" cap="none" normalizeH="0" baseline="0">
                          <a:ln>
                            <a:noFill/>
                          </a:ln>
                          <a:solidFill>
                            <a:srgbClr val="FF3300"/>
                          </a:solidFill>
                          <a:effectLst/>
                          <a:latin typeface="Arial" panose="020B0604020202020204" pitchFamily="34" charset="0"/>
                          <a:ea typeface="宋体" panose="02010600030101010101" pitchFamily="2" charset="-122"/>
                        </a:rPr>
                        <a:t>   2</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381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indent="-112713">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indent="-220663">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indent="-382588">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indent="-54610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2000" b="1" i="0" u="none" strike="noStrike" cap="none" normalizeH="0" baseline="0">
                          <a:ln>
                            <a:noFill/>
                          </a:ln>
                          <a:solidFill>
                            <a:srgbClr val="FF3300"/>
                          </a:solidFill>
                          <a:effectLst/>
                          <a:latin typeface="Arial" panose="020B0604020202020204" pitchFamily="34" charset="0"/>
                          <a:ea typeface="宋体" panose="02010600030101010101" pitchFamily="2" charset="-122"/>
                        </a:rPr>
                        <a:t>   3</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381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indent="-112713">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indent="-220663">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indent="-382588">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indent="-54610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2000" b="1" i="0" u="none" strike="noStrike" cap="none" normalizeH="0" baseline="0">
                          <a:ln>
                            <a:noFill/>
                          </a:ln>
                          <a:solidFill>
                            <a:srgbClr val="FF3300"/>
                          </a:solidFill>
                          <a:effectLst/>
                          <a:latin typeface="Arial" panose="020B0604020202020204" pitchFamily="34" charset="0"/>
                          <a:ea typeface="宋体" panose="02010600030101010101" pitchFamily="2" charset="-122"/>
                        </a:rPr>
                        <a:t>   4</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381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indent="-112713">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indent="-220663">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indent="-382588">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indent="-54610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2000" b="1" i="0" u="none" strike="noStrike" cap="none" normalizeH="0" baseline="0">
                          <a:ln>
                            <a:noFill/>
                          </a:ln>
                          <a:solidFill>
                            <a:srgbClr val="FF3300"/>
                          </a:solidFill>
                          <a:effectLst/>
                          <a:latin typeface="Arial" panose="020B0604020202020204" pitchFamily="34" charset="0"/>
                          <a:ea typeface="宋体" panose="02010600030101010101" pitchFamily="2" charset="-122"/>
                        </a:rPr>
                        <a:t>   5</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381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indent="-112713">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indent="-220663">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indent="-382588">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indent="-54610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2000" b="1" i="0" u="none" strike="noStrike" cap="none" normalizeH="0" baseline="0">
                          <a:ln>
                            <a:noFill/>
                          </a:ln>
                          <a:solidFill>
                            <a:srgbClr val="FF3300"/>
                          </a:solidFill>
                          <a:effectLst/>
                          <a:latin typeface="Arial" panose="020B0604020202020204" pitchFamily="34" charset="0"/>
                          <a:ea typeface="宋体" panose="02010600030101010101" pitchFamily="2" charset="-122"/>
                        </a:rPr>
                        <a:t>   6</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381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indent="-112713">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indent="-220663">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indent="-382588">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indent="-54610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2000" b="1" i="0" u="none" strike="noStrike" cap="none" normalizeH="0" baseline="0">
                          <a:ln>
                            <a:noFill/>
                          </a:ln>
                          <a:solidFill>
                            <a:srgbClr val="FF3300"/>
                          </a:solidFill>
                          <a:effectLst/>
                          <a:latin typeface="Arial" panose="020B0604020202020204" pitchFamily="34" charset="0"/>
                          <a:ea typeface="宋体" panose="02010600030101010101" pitchFamily="2" charset="-122"/>
                        </a:rPr>
                        <a:t>   7</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381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2346908027"/>
                  </a:ext>
                </a:extLst>
              </a:tr>
              <a:tr h="319088">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indent="-112713">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indent="-220663">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indent="-382588">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indent="-54610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zh-CN" altLang="en-US" sz="2000" b="1" i="0" u="none" strike="noStrike" cap="none" normalizeH="0" baseline="0">
                          <a:ln>
                            <a:noFill/>
                          </a:ln>
                          <a:solidFill>
                            <a:srgbClr val="0000FF"/>
                          </a:solidFill>
                          <a:effectLst/>
                          <a:latin typeface="Arial" panose="020B0604020202020204" pitchFamily="34" charset="0"/>
                          <a:ea typeface="宋体" panose="02010600030101010101" pitchFamily="2" charset="-122"/>
                        </a:rPr>
                        <a:t>二进制数</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381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indent="-112713">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indent="-220663">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indent="-382588">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indent="-54610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2000" b="1" i="0" u="none" strike="noStrike" cap="none" normalizeH="0" baseline="0">
                          <a:ln>
                            <a:noFill/>
                          </a:ln>
                          <a:solidFill>
                            <a:srgbClr val="0000FF"/>
                          </a:solidFill>
                          <a:effectLst/>
                          <a:latin typeface="Arial" panose="020B0604020202020204" pitchFamily="34" charset="0"/>
                          <a:ea typeface="宋体" panose="02010600030101010101" pitchFamily="2" charset="-122"/>
                        </a:rPr>
                        <a:t>1000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381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indent="-112713">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indent="-220663">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indent="-382588">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indent="-54610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2000" b="1" i="0" u="none" strike="noStrike" cap="none" normalizeH="0" baseline="0">
                          <a:ln>
                            <a:noFill/>
                          </a:ln>
                          <a:solidFill>
                            <a:srgbClr val="0000FF"/>
                          </a:solidFill>
                          <a:effectLst/>
                          <a:latin typeface="Arial" panose="020B0604020202020204" pitchFamily="34" charset="0"/>
                          <a:ea typeface="宋体" panose="02010600030101010101" pitchFamily="2" charset="-122"/>
                        </a:rPr>
                        <a:t>1001</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381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indent="-112713">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indent="-220663">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indent="-382588">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indent="-54610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2000" b="1" i="0" u="none" strike="noStrike" cap="none" normalizeH="0" baseline="0">
                          <a:ln>
                            <a:noFill/>
                          </a:ln>
                          <a:solidFill>
                            <a:srgbClr val="0000FF"/>
                          </a:solidFill>
                          <a:effectLst/>
                          <a:latin typeface="Arial" panose="020B0604020202020204" pitchFamily="34" charset="0"/>
                          <a:ea typeface="宋体" panose="02010600030101010101" pitchFamily="2" charset="-122"/>
                        </a:rPr>
                        <a:t>1010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381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indent="-112713">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indent="-220663">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indent="-382588">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indent="-54610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2000" b="1" i="0" u="none" strike="noStrike" cap="none" normalizeH="0" baseline="0">
                          <a:ln>
                            <a:noFill/>
                          </a:ln>
                          <a:solidFill>
                            <a:srgbClr val="0000FF"/>
                          </a:solidFill>
                          <a:effectLst/>
                          <a:latin typeface="Arial" panose="020B0604020202020204" pitchFamily="34" charset="0"/>
                          <a:ea typeface="宋体" panose="02010600030101010101" pitchFamily="2" charset="-122"/>
                        </a:rPr>
                        <a:t>1011</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381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indent="-112713">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indent="-220663">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indent="-382588">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indent="-54610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2000" b="1" i="0" u="none" strike="noStrike" cap="none" normalizeH="0" baseline="0">
                          <a:ln>
                            <a:noFill/>
                          </a:ln>
                          <a:solidFill>
                            <a:srgbClr val="0000FF"/>
                          </a:solidFill>
                          <a:effectLst/>
                          <a:latin typeface="Arial" panose="020B0604020202020204" pitchFamily="34" charset="0"/>
                          <a:ea typeface="宋体" panose="02010600030101010101" pitchFamily="2" charset="-122"/>
                        </a:rPr>
                        <a:t>1100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381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indent="-112713">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indent="-220663">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indent="-382588">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indent="-54610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2000" b="1" i="0" u="none" strike="noStrike" cap="none" normalizeH="0" baseline="0">
                          <a:ln>
                            <a:noFill/>
                          </a:ln>
                          <a:solidFill>
                            <a:srgbClr val="0000FF"/>
                          </a:solidFill>
                          <a:effectLst/>
                          <a:latin typeface="Arial" panose="020B0604020202020204" pitchFamily="34" charset="0"/>
                          <a:ea typeface="宋体" panose="02010600030101010101" pitchFamily="2" charset="-122"/>
                        </a:rPr>
                        <a:t>1101</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381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indent="-112713">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indent="-220663">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indent="-382588">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indent="-54610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2000" b="1" i="0" u="none" strike="noStrike" cap="none" normalizeH="0" baseline="0">
                          <a:ln>
                            <a:noFill/>
                          </a:ln>
                          <a:solidFill>
                            <a:srgbClr val="0000FF"/>
                          </a:solidFill>
                          <a:effectLst/>
                          <a:latin typeface="Arial" panose="020B0604020202020204" pitchFamily="34" charset="0"/>
                          <a:ea typeface="宋体" panose="02010600030101010101" pitchFamily="2" charset="-122"/>
                        </a:rPr>
                        <a:t>1110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381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indent="-112713">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indent="-220663">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indent="-382588">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indent="-54610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2000" b="1" i="0" u="none" strike="noStrike" cap="none" normalizeH="0" baseline="0">
                          <a:ln>
                            <a:noFill/>
                          </a:ln>
                          <a:solidFill>
                            <a:srgbClr val="0000FF"/>
                          </a:solidFill>
                          <a:effectLst/>
                          <a:latin typeface="Arial" panose="020B0604020202020204" pitchFamily="34" charset="0"/>
                          <a:ea typeface="宋体" panose="02010600030101010101" pitchFamily="2" charset="-122"/>
                        </a:rPr>
                        <a:t>1111</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381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677785485"/>
                  </a:ext>
                </a:extLst>
              </a:tr>
              <a:tr h="212725">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indent="-112713">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indent="-220663">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indent="-382588">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indent="-54610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十进制数</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indent="-112713">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indent="-220663">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indent="-382588">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indent="-54610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   8</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indent="-112713">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indent="-220663">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indent="-382588">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indent="-54610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   9</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indent="-112713">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indent="-220663">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indent="-382588">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indent="-54610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  10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indent="-112713">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indent="-220663">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indent="-382588">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indent="-54610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  11</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indent="-112713">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indent="-220663">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indent="-382588">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indent="-54610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   12</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indent="-112713">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indent="-220663">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indent="-382588">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indent="-54610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  13</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indent="-112713">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indent="-220663">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indent="-382588">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indent="-54610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   14</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indent="-112713">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indent="-220663">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indent="-382588">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indent="-54610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  15</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3681506722"/>
                  </a:ext>
                </a:extLst>
              </a:tr>
              <a:tr h="212725">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indent="-112713">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indent="-220663">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indent="-382588">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indent="-54610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zh-CN" altLang="en-US" sz="2000" b="1" i="0" u="none" strike="noStrike" cap="none" normalizeH="0" baseline="0">
                          <a:ln>
                            <a:noFill/>
                          </a:ln>
                          <a:solidFill>
                            <a:srgbClr val="FF3300"/>
                          </a:solidFill>
                          <a:effectLst/>
                          <a:latin typeface="Arial" panose="020B0604020202020204" pitchFamily="34" charset="0"/>
                          <a:ea typeface="宋体" panose="02010600030101010101" pitchFamily="2" charset="-122"/>
                        </a:rPr>
                        <a:t>十六进制数</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indent="-112713">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indent="-220663">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indent="-382588">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indent="-54610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2000" b="1" i="0" u="none" strike="noStrike" cap="none" normalizeH="0" baseline="0">
                          <a:ln>
                            <a:noFill/>
                          </a:ln>
                          <a:solidFill>
                            <a:srgbClr val="FF3300"/>
                          </a:solidFill>
                          <a:effectLst/>
                          <a:latin typeface="Arial" panose="020B0604020202020204" pitchFamily="34" charset="0"/>
                          <a:ea typeface="宋体" panose="02010600030101010101" pitchFamily="2" charset="-122"/>
                        </a:rPr>
                        <a:t>   8</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indent="-112713">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indent="-220663">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indent="-382588">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indent="-54610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2000" b="1" i="0" u="none" strike="noStrike" cap="none" normalizeH="0" baseline="0">
                          <a:ln>
                            <a:noFill/>
                          </a:ln>
                          <a:solidFill>
                            <a:srgbClr val="FF3300"/>
                          </a:solidFill>
                          <a:effectLst/>
                          <a:latin typeface="Arial" panose="020B0604020202020204" pitchFamily="34" charset="0"/>
                          <a:ea typeface="宋体" panose="02010600030101010101" pitchFamily="2" charset="-122"/>
                        </a:rPr>
                        <a:t>   9</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indent="-112713">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indent="-220663">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indent="-382588">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indent="-54610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2000" b="1" i="0" u="none" strike="noStrike" cap="none" normalizeH="0" baseline="0">
                          <a:ln>
                            <a:noFill/>
                          </a:ln>
                          <a:solidFill>
                            <a:srgbClr val="FF3300"/>
                          </a:solidFill>
                          <a:effectLst/>
                          <a:latin typeface="Arial" panose="020B0604020202020204" pitchFamily="34" charset="0"/>
                          <a:ea typeface="宋体" panose="02010600030101010101" pitchFamily="2" charset="-122"/>
                        </a:rPr>
                        <a:t>   A</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indent="-112713">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indent="-220663">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indent="-382588">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indent="-54610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2000" b="1" i="0" u="none" strike="noStrike" cap="none" normalizeH="0" baseline="0">
                          <a:ln>
                            <a:noFill/>
                          </a:ln>
                          <a:solidFill>
                            <a:srgbClr val="FF3300"/>
                          </a:solidFill>
                          <a:effectLst/>
                          <a:latin typeface="Arial" panose="020B0604020202020204" pitchFamily="34" charset="0"/>
                          <a:ea typeface="宋体" panose="02010600030101010101" pitchFamily="2" charset="-122"/>
                        </a:rPr>
                        <a:t>   B</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indent="-112713">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indent="-220663">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indent="-382588">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indent="-54610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2000" b="1" i="0" u="none" strike="noStrike" cap="none" normalizeH="0" baseline="0">
                          <a:ln>
                            <a:noFill/>
                          </a:ln>
                          <a:solidFill>
                            <a:srgbClr val="FF3300"/>
                          </a:solidFill>
                          <a:effectLst/>
                          <a:latin typeface="Arial" panose="020B0604020202020204" pitchFamily="34" charset="0"/>
                          <a:ea typeface="宋体" panose="02010600030101010101" pitchFamily="2" charset="-122"/>
                        </a:rPr>
                        <a:t>    C</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indent="-112713">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indent="-220663">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indent="-382588">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indent="-54610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2000" b="1" i="0" u="none" strike="noStrike" cap="none" normalizeH="0" baseline="0">
                          <a:ln>
                            <a:noFill/>
                          </a:ln>
                          <a:solidFill>
                            <a:srgbClr val="FF3300"/>
                          </a:solidFill>
                          <a:effectLst/>
                          <a:latin typeface="Arial" panose="020B0604020202020204" pitchFamily="34" charset="0"/>
                          <a:ea typeface="宋体" panose="02010600030101010101" pitchFamily="2" charset="-122"/>
                        </a:rPr>
                        <a:t>   D</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indent="-112713">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indent="-220663">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indent="-382588">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indent="-54610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2000" b="1" i="0" u="none" strike="noStrike" cap="none" normalizeH="0" baseline="0">
                          <a:ln>
                            <a:noFill/>
                          </a:ln>
                          <a:solidFill>
                            <a:srgbClr val="FF3300"/>
                          </a:solidFill>
                          <a:effectLst/>
                          <a:latin typeface="Arial" panose="020B0604020202020204" pitchFamily="34" charset="0"/>
                          <a:ea typeface="宋体" panose="02010600030101010101" pitchFamily="2" charset="-122"/>
                        </a:rPr>
                        <a:t>    E</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indent="-112713">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indent="-220663">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indent="-382588">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indent="-54610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indent="-546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2000" b="1" i="0" u="none" strike="noStrike" cap="none" normalizeH="0" baseline="0">
                          <a:ln>
                            <a:noFill/>
                          </a:ln>
                          <a:solidFill>
                            <a:srgbClr val="FF3300"/>
                          </a:solidFill>
                          <a:effectLst/>
                          <a:latin typeface="Arial" panose="020B0604020202020204" pitchFamily="34" charset="0"/>
                          <a:ea typeface="宋体" panose="02010600030101010101" pitchFamily="2" charset="-122"/>
                        </a:rPr>
                        <a:t>   F</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39959690"/>
                  </a:ext>
                </a:extLst>
              </a:tr>
            </a:tbl>
          </a:graphicData>
        </a:graphic>
      </p:graphicFrame>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6387">
                                            <p:txEl>
                                              <p:pRg st="0" end="0"/>
                                            </p:txEl>
                                          </p:spTgt>
                                        </p:tgtEl>
                                        <p:attrNameLst>
                                          <p:attrName>style.visibility</p:attrName>
                                        </p:attrNameLst>
                                      </p:cBhvr>
                                      <p:to>
                                        <p:strVal val="visible"/>
                                      </p:to>
                                    </p:set>
                                    <p:animEffect transition="in" filter="wipe(left)">
                                      <p:cBhvr>
                                        <p:cTn id="7" dur="500"/>
                                        <p:tgtEl>
                                          <p:spTgt spid="1638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16606"/>
                                        </p:tgtEl>
                                        <p:attrNameLst>
                                          <p:attrName>style.visibility</p:attrName>
                                        </p:attrNameLst>
                                      </p:cBhvr>
                                      <p:to>
                                        <p:strVal val="visible"/>
                                      </p:to>
                                    </p:set>
                                    <p:animEffect transition="in" filter="blinds(horizontal)">
                                      <p:cBhvr>
                                        <p:cTn id="12" dur="500"/>
                                        <p:tgtEl>
                                          <p:spTgt spid="166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7"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5">
            <a:extLst>
              <a:ext uri="{FF2B5EF4-FFF2-40B4-BE49-F238E27FC236}">
                <a16:creationId xmlns:a16="http://schemas.microsoft.com/office/drawing/2014/main" id="{063047A5-675D-4671-A79A-1FB3D8C39DF1}"/>
              </a:ext>
            </a:extLst>
          </p:cNvPr>
          <p:cNvSpPr>
            <a:spLocks noGrp="1"/>
          </p:cNvSpPr>
          <p:nvPr>
            <p:ph type="sldNum" sz="quarter" idx="12"/>
          </p:nvPr>
        </p:nvSpPr>
        <p:spPr/>
        <p:txBody>
          <a:bodyPr/>
          <a:lstStyle/>
          <a:p>
            <a:fld id="{46AC2B19-7845-4753-B2B7-FBF637A00B70}" type="slidenum">
              <a:rPr lang="en-US" altLang="zh-CN"/>
              <a:pPr/>
              <a:t>12</a:t>
            </a:fld>
            <a:endParaRPr lang="en-US" altLang="zh-CN"/>
          </a:p>
        </p:txBody>
      </p:sp>
      <p:sp>
        <p:nvSpPr>
          <p:cNvPr id="17410" name="Rectangle 2">
            <a:extLst>
              <a:ext uri="{FF2B5EF4-FFF2-40B4-BE49-F238E27FC236}">
                <a16:creationId xmlns:a16="http://schemas.microsoft.com/office/drawing/2014/main" id="{190A47E6-3F05-41E8-A0D6-F7ACA87344A0}"/>
              </a:ext>
            </a:extLst>
          </p:cNvPr>
          <p:cNvSpPr>
            <a:spLocks noGrp="1" noChangeArrowheads="1"/>
          </p:cNvSpPr>
          <p:nvPr>
            <p:ph type="title"/>
          </p:nvPr>
        </p:nvSpPr>
        <p:spPr>
          <a:xfrm>
            <a:off x="228600" y="228600"/>
            <a:ext cx="8162925" cy="641350"/>
          </a:xfr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solidFill>
                  <a:schemeClr val="tx1"/>
                </a:solidFill>
                <a:prstDash val="solid"/>
                <a:miter lim="800000"/>
                <a:headEnd/>
                <a:tailEnd/>
              </a14:hiddenLine>
            </a:ext>
          </a:extLst>
        </p:spPr>
        <p:txBody>
          <a:bodyPr lIns="92075" tIns="46038" rIns="92075" bIns="46038" anchor="ctr"/>
          <a:lstStyle/>
          <a:p>
            <a:r>
              <a:rPr lang="en-US" altLang="zh-CN" sz="3500" b="0">
                <a:sym typeface="Webdings" panose="05030102010509060703" pitchFamily="18" charset="2"/>
              </a:rPr>
              <a:t>1.3.2 </a:t>
            </a:r>
            <a:r>
              <a:rPr lang="zh-CN" altLang="en-US" sz="3500" b="0">
                <a:sym typeface="Webdings" panose="05030102010509060703" pitchFamily="18" charset="2"/>
              </a:rPr>
              <a:t>不同进位计数制之间的转换</a:t>
            </a:r>
          </a:p>
        </p:txBody>
      </p:sp>
      <p:sp>
        <p:nvSpPr>
          <p:cNvPr id="17411" name="Rectangle 3">
            <a:extLst>
              <a:ext uri="{FF2B5EF4-FFF2-40B4-BE49-F238E27FC236}">
                <a16:creationId xmlns:a16="http://schemas.microsoft.com/office/drawing/2014/main" id="{B2DE33A2-BFE6-4506-AD00-D9315586C38C}"/>
              </a:ext>
            </a:extLst>
          </p:cNvPr>
          <p:cNvSpPr>
            <a:spLocks noGrp="1" noChangeArrowheads="1"/>
          </p:cNvSpPr>
          <p:nvPr>
            <p:ph type="body" idx="1"/>
          </p:nvPr>
        </p:nvSpPr>
        <p:spPr>
          <a:xfrm>
            <a:off x="152400" y="1066800"/>
            <a:ext cx="8839200" cy="5257800"/>
          </a:xfrm>
        </p:spPr>
        <p:txBody>
          <a:bodyPr/>
          <a:lstStyle/>
          <a:p>
            <a:pPr>
              <a:lnSpc>
                <a:spcPct val="90000"/>
              </a:lnSpc>
              <a:buFont typeface="Wingdings" panose="05000000000000000000" pitchFamily="2" charset="2"/>
              <a:buNone/>
            </a:pPr>
            <a:r>
              <a:rPr lang="zh-CN" altLang="en-US" sz="2600" b="1" dirty="0">
                <a:solidFill>
                  <a:srgbClr val="0000FF"/>
                </a:solidFill>
              </a:rPr>
              <a:t>一、二进制数与十进制数之间的转换</a:t>
            </a:r>
          </a:p>
          <a:p>
            <a:pPr>
              <a:lnSpc>
                <a:spcPct val="90000"/>
              </a:lnSpc>
              <a:buFont typeface="Wingdings" panose="05000000000000000000" pitchFamily="2" charset="2"/>
              <a:buNone/>
            </a:pPr>
            <a:r>
              <a:rPr lang="zh-CN" altLang="en-US" sz="2600" b="1" dirty="0">
                <a:cs typeface="Times New Roman" panose="02020603050405020304" pitchFamily="18" charset="0"/>
              </a:rPr>
              <a:t>	</a:t>
            </a:r>
            <a:r>
              <a:rPr lang="en-US" altLang="zh-CN" sz="2600" b="1" dirty="0">
                <a:solidFill>
                  <a:srgbClr val="0000FF"/>
                </a:solidFill>
                <a:cs typeface="Times New Roman" panose="02020603050405020304" pitchFamily="18" charset="0"/>
              </a:rPr>
              <a:t>1.</a:t>
            </a:r>
            <a:r>
              <a:rPr lang="zh-CN" altLang="en-US" sz="2600" b="1" dirty="0">
                <a:solidFill>
                  <a:srgbClr val="0000FF"/>
                </a:solidFill>
              </a:rPr>
              <a:t>二进制数转换为十进制数：</a:t>
            </a:r>
            <a:r>
              <a:rPr lang="zh-CN" altLang="en-US" sz="2600" b="1" dirty="0">
                <a:solidFill>
                  <a:srgbClr val="FF3300"/>
                </a:solidFill>
              </a:rPr>
              <a:t>按位权展开求和</a:t>
            </a:r>
          </a:p>
          <a:p>
            <a:pPr>
              <a:lnSpc>
                <a:spcPct val="90000"/>
              </a:lnSpc>
              <a:buFont typeface="Wingdings" panose="05000000000000000000" pitchFamily="2" charset="2"/>
              <a:buNone/>
            </a:pPr>
            <a:r>
              <a:rPr lang="zh-CN" altLang="en-US" sz="2600" b="1" dirty="0"/>
              <a:t>    各位二进制数码乘以与其对应的权之和即为与该二进制数相对应的十进制数。</a:t>
            </a:r>
          </a:p>
          <a:p>
            <a:pPr>
              <a:lnSpc>
                <a:spcPct val="90000"/>
              </a:lnSpc>
              <a:buFont typeface="Wingdings" panose="05000000000000000000" pitchFamily="2" charset="2"/>
              <a:buNone/>
            </a:pPr>
            <a:r>
              <a:rPr lang="zh-CN" altLang="en-US" sz="2600" b="1" dirty="0"/>
              <a:t>       例如：</a:t>
            </a:r>
          </a:p>
          <a:p>
            <a:pPr>
              <a:lnSpc>
                <a:spcPct val="90000"/>
              </a:lnSpc>
              <a:buFont typeface="Wingdings" panose="05000000000000000000" pitchFamily="2" charset="2"/>
              <a:buNone/>
            </a:pPr>
            <a:r>
              <a:rPr lang="zh-CN" altLang="en-US" sz="2600" b="1" dirty="0"/>
              <a:t>           </a:t>
            </a:r>
            <a:r>
              <a:rPr lang="en-US" altLang="zh-CN" sz="2600" b="1" dirty="0">
                <a:solidFill>
                  <a:srgbClr val="FF3300"/>
                </a:solidFill>
              </a:rPr>
              <a:t>101101B</a:t>
            </a:r>
          </a:p>
          <a:p>
            <a:pPr>
              <a:lnSpc>
                <a:spcPct val="90000"/>
              </a:lnSpc>
              <a:buFont typeface="Wingdings" panose="05000000000000000000" pitchFamily="2" charset="2"/>
              <a:buNone/>
            </a:pPr>
            <a:r>
              <a:rPr lang="en-US" altLang="zh-CN" sz="2600" b="1" dirty="0">
                <a:solidFill>
                  <a:srgbClr val="FF3300"/>
                </a:solidFill>
              </a:rPr>
              <a:t>         =1</a:t>
            </a:r>
            <a:r>
              <a:rPr lang="en-US" altLang="zh-CN" sz="2100" b="1" dirty="0">
                <a:solidFill>
                  <a:srgbClr val="FF3300"/>
                </a:solidFill>
                <a:sym typeface="Symbol" panose="05050102010706020507" pitchFamily="18" charset="2"/>
              </a:rPr>
              <a:t></a:t>
            </a:r>
            <a:r>
              <a:rPr lang="en-US" altLang="zh-CN" sz="2600" b="1" dirty="0">
                <a:solidFill>
                  <a:srgbClr val="FF3300"/>
                </a:solidFill>
              </a:rPr>
              <a:t>2</a:t>
            </a:r>
            <a:r>
              <a:rPr lang="en-US" altLang="zh-CN" sz="2600" b="1" baseline="30000" dirty="0">
                <a:solidFill>
                  <a:srgbClr val="FF3300"/>
                </a:solidFill>
              </a:rPr>
              <a:t>5 </a:t>
            </a:r>
            <a:r>
              <a:rPr lang="en-US" altLang="zh-CN" sz="2600" b="1" dirty="0">
                <a:solidFill>
                  <a:srgbClr val="FF3300"/>
                </a:solidFill>
              </a:rPr>
              <a:t>+ 0</a:t>
            </a:r>
            <a:r>
              <a:rPr lang="en-US" altLang="zh-CN" sz="2100" b="1" dirty="0">
                <a:solidFill>
                  <a:srgbClr val="FF3300"/>
                </a:solidFill>
                <a:sym typeface="Symbol" panose="05050102010706020507" pitchFamily="18" charset="2"/>
              </a:rPr>
              <a:t></a:t>
            </a:r>
            <a:r>
              <a:rPr lang="en-US" altLang="zh-CN" sz="2600" b="1" dirty="0">
                <a:solidFill>
                  <a:srgbClr val="FF3300"/>
                </a:solidFill>
              </a:rPr>
              <a:t>2</a:t>
            </a:r>
            <a:r>
              <a:rPr lang="en-US" altLang="zh-CN" sz="2600" b="1" baseline="30000" dirty="0">
                <a:solidFill>
                  <a:srgbClr val="FF3300"/>
                </a:solidFill>
              </a:rPr>
              <a:t>4 </a:t>
            </a:r>
            <a:r>
              <a:rPr lang="en-US" altLang="zh-CN" sz="2600" b="1" dirty="0">
                <a:solidFill>
                  <a:srgbClr val="FF3300"/>
                </a:solidFill>
              </a:rPr>
              <a:t>+ 1</a:t>
            </a:r>
            <a:r>
              <a:rPr lang="en-US" altLang="zh-CN" sz="2100" b="1" dirty="0">
                <a:solidFill>
                  <a:srgbClr val="FF3300"/>
                </a:solidFill>
                <a:sym typeface="Symbol" panose="05050102010706020507" pitchFamily="18" charset="2"/>
              </a:rPr>
              <a:t></a:t>
            </a:r>
            <a:r>
              <a:rPr lang="en-US" altLang="zh-CN" sz="2600" b="1" dirty="0">
                <a:solidFill>
                  <a:srgbClr val="FF3300"/>
                </a:solidFill>
              </a:rPr>
              <a:t>2</a:t>
            </a:r>
            <a:r>
              <a:rPr lang="en-US" altLang="zh-CN" sz="2600" b="1" baseline="30000" dirty="0">
                <a:solidFill>
                  <a:srgbClr val="FF3300"/>
                </a:solidFill>
              </a:rPr>
              <a:t>3 </a:t>
            </a:r>
            <a:r>
              <a:rPr lang="en-US" altLang="zh-CN" sz="2600" b="1" dirty="0">
                <a:solidFill>
                  <a:srgbClr val="FF3300"/>
                </a:solidFill>
              </a:rPr>
              <a:t>+ 1</a:t>
            </a:r>
            <a:r>
              <a:rPr lang="en-US" altLang="zh-CN" sz="2100" b="1" dirty="0">
                <a:solidFill>
                  <a:srgbClr val="FF3300"/>
                </a:solidFill>
                <a:sym typeface="Symbol" panose="05050102010706020507" pitchFamily="18" charset="2"/>
              </a:rPr>
              <a:t></a:t>
            </a:r>
            <a:r>
              <a:rPr lang="en-US" altLang="zh-CN" sz="2600" b="1" dirty="0">
                <a:solidFill>
                  <a:srgbClr val="FF3300"/>
                </a:solidFill>
              </a:rPr>
              <a:t>2</a:t>
            </a:r>
            <a:r>
              <a:rPr lang="en-US" altLang="zh-CN" sz="2600" b="1" baseline="30000" dirty="0">
                <a:solidFill>
                  <a:srgbClr val="FF3300"/>
                </a:solidFill>
              </a:rPr>
              <a:t>2 </a:t>
            </a:r>
            <a:r>
              <a:rPr lang="en-US" altLang="zh-CN" sz="2600" b="1" dirty="0">
                <a:solidFill>
                  <a:srgbClr val="FF3300"/>
                </a:solidFill>
              </a:rPr>
              <a:t>+ 0</a:t>
            </a:r>
            <a:r>
              <a:rPr lang="en-US" altLang="zh-CN" sz="2100" b="1" dirty="0">
                <a:solidFill>
                  <a:srgbClr val="FF3300"/>
                </a:solidFill>
                <a:sym typeface="Symbol" panose="05050102010706020507" pitchFamily="18" charset="2"/>
              </a:rPr>
              <a:t></a:t>
            </a:r>
            <a:r>
              <a:rPr lang="en-US" altLang="zh-CN" sz="2600" b="1" dirty="0">
                <a:solidFill>
                  <a:srgbClr val="FF3300"/>
                </a:solidFill>
              </a:rPr>
              <a:t>2</a:t>
            </a:r>
            <a:r>
              <a:rPr lang="en-US" altLang="zh-CN" sz="2600" b="1" baseline="30000" dirty="0">
                <a:solidFill>
                  <a:srgbClr val="FF3300"/>
                </a:solidFill>
              </a:rPr>
              <a:t>1 </a:t>
            </a:r>
            <a:r>
              <a:rPr lang="en-US" altLang="zh-CN" sz="2600" b="1" dirty="0">
                <a:solidFill>
                  <a:srgbClr val="FF3300"/>
                </a:solidFill>
              </a:rPr>
              <a:t>+ 1</a:t>
            </a:r>
            <a:r>
              <a:rPr lang="en-US" altLang="zh-CN" sz="2100" b="1" dirty="0">
                <a:solidFill>
                  <a:srgbClr val="FF3300"/>
                </a:solidFill>
                <a:sym typeface="Symbol" panose="05050102010706020507" pitchFamily="18" charset="2"/>
              </a:rPr>
              <a:t></a:t>
            </a:r>
            <a:r>
              <a:rPr lang="en-US" altLang="zh-CN" sz="2600" b="1" dirty="0">
                <a:solidFill>
                  <a:srgbClr val="FF3300"/>
                </a:solidFill>
              </a:rPr>
              <a:t>2</a:t>
            </a:r>
            <a:r>
              <a:rPr lang="en-US" altLang="zh-CN" sz="2600" b="1" baseline="30000" dirty="0">
                <a:solidFill>
                  <a:srgbClr val="FF3300"/>
                </a:solidFill>
              </a:rPr>
              <a:t>0</a:t>
            </a:r>
          </a:p>
          <a:p>
            <a:pPr>
              <a:lnSpc>
                <a:spcPct val="90000"/>
              </a:lnSpc>
              <a:buFont typeface="Wingdings" panose="05000000000000000000" pitchFamily="2" charset="2"/>
              <a:buNone/>
            </a:pPr>
            <a:r>
              <a:rPr lang="en-US" altLang="zh-CN" sz="2600" b="1" dirty="0">
                <a:solidFill>
                  <a:srgbClr val="FF3300"/>
                </a:solidFill>
              </a:rPr>
              <a:t>         =45</a:t>
            </a:r>
          </a:p>
          <a:p>
            <a:pPr>
              <a:lnSpc>
                <a:spcPct val="90000"/>
              </a:lnSpc>
              <a:buFont typeface="Wingdings" panose="05000000000000000000" pitchFamily="2" charset="2"/>
              <a:buNone/>
            </a:pPr>
            <a:r>
              <a:rPr lang="en-US" altLang="zh-CN" sz="2600" b="1" dirty="0">
                <a:cs typeface="Times New Roman" panose="02020603050405020304" pitchFamily="18" charset="0"/>
              </a:rPr>
              <a:t>	</a:t>
            </a:r>
            <a:r>
              <a:rPr lang="en-US" altLang="zh-CN" sz="2600" b="1" dirty="0">
                <a:solidFill>
                  <a:srgbClr val="0000FF"/>
                </a:solidFill>
                <a:cs typeface="Times New Roman" panose="02020603050405020304" pitchFamily="18" charset="0"/>
              </a:rPr>
              <a:t>2.</a:t>
            </a:r>
            <a:r>
              <a:rPr lang="zh-CN" altLang="en-US" sz="2600" b="1" dirty="0">
                <a:solidFill>
                  <a:srgbClr val="0000FF"/>
                </a:solidFill>
              </a:rPr>
              <a:t>十进制数转换为二进制数</a:t>
            </a:r>
          </a:p>
          <a:p>
            <a:pPr>
              <a:lnSpc>
                <a:spcPct val="90000"/>
              </a:lnSpc>
              <a:buFont typeface="Wingdings" panose="05000000000000000000" pitchFamily="2" charset="2"/>
              <a:buNone/>
            </a:pPr>
            <a:r>
              <a:rPr lang="zh-CN" altLang="en-US" sz="2600" b="1" dirty="0">
                <a:solidFill>
                  <a:srgbClr val="FF3300"/>
                </a:solidFill>
                <a:sym typeface="Wingdings" panose="05000000000000000000" pitchFamily="2" charset="2"/>
              </a:rPr>
              <a:t>   除二取余法，余数反序排列</a:t>
            </a:r>
          </a:p>
          <a:p>
            <a:pPr>
              <a:lnSpc>
                <a:spcPct val="90000"/>
              </a:lnSpc>
              <a:buFont typeface="Wingdings" panose="05000000000000000000" pitchFamily="2" charset="2"/>
              <a:buNone/>
            </a:pPr>
            <a:r>
              <a:rPr lang="zh-CN" altLang="en-US" sz="2600" b="1" dirty="0">
                <a:sym typeface="Wingdings" panose="05000000000000000000" pitchFamily="2" charset="2"/>
              </a:rPr>
              <a:t>   把要转换的十进制数的整数部分不断除以</a:t>
            </a:r>
            <a:r>
              <a:rPr lang="en-US" altLang="zh-CN" sz="2600" b="1" dirty="0">
                <a:sym typeface="Wingdings" panose="05000000000000000000" pitchFamily="2" charset="2"/>
              </a:rPr>
              <a:t>2</a:t>
            </a:r>
            <a:r>
              <a:rPr lang="zh-CN" altLang="en-US" sz="2600" b="1" dirty="0">
                <a:sym typeface="Wingdings" panose="05000000000000000000" pitchFamily="2" charset="2"/>
              </a:rPr>
              <a:t>，并记下余数，直到商为</a:t>
            </a:r>
            <a:r>
              <a:rPr lang="en-US" altLang="zh-CN" sz="2600" b="1" dirty="0">
                <a:sym typeface="Wingdings" panose="05000000000000000000" pitchFamily="2" charset="2"/>
              </a:rPr>
              <a:t>0</a:t>
            </a:r>
            <a:r>
              <a:rPr lang="zh-CN" altLang="en-US" sz="2600" b="1" dirty="0">
                <a:sym typeface="Wingdings" panose="05000000000000000000" pitchFamily="2" charset="2"/>
              </a:rPr>
              <a:t>。</a:t>
            </a:r>
            <a:r>
              <a:rPr lang="zh-CN" altLang="en-US" sz="2100" b="1" dirty="0">
                <a:sym typeface="Wingdings" panose="05000000000000000000" pitchFamily="2" charset="2"/>
              </a:rPr>
              <a:t>     </a:t>
            </a:r>
            <a:endParaRPr lang="zh-CN" altLang="en-US" sz="2100" b="1" dirty="0"/>
          </a:p>
          <a:p>
            <a:pPr>
              <a:lnSpc>
                <a:spcPct val="90000"/>
              </a:lnSpc>
              <a:buFont typeface="Wingdings" panose="05000000000000000000" pitchFamily="2" charset="2"/>
              <a:buNone/>
            </a:pPr>
            <a:endParaRPr lang="en-US" altLang="zh-CN" sz="2100" b="1" dirty="0"/>
          </a:p>
        </p:txBody>
      </p:sp>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7411">
                                            <p:txEl>
                                              <p:pRg st="0" end="0"/>
                                            </p:txEl>
                                          </p:spTgt>
                                        </p:tgtEl>
                                        <p:attrNameLst>
                                          <p:attrName>style.visibility</p:attrName>
                                        </p:attrNameLst>
                                      </p:cBhvr>
                                      <p:to>
                                        <p:strVal val="visible"/>
                                      </p:to>
                                    </p:set>
                                    <p:animEffect transition="in" filter="wipe(left)">
                                      <p:cBhvr>
                                        <p:cTn id="7" dur="500"/>
                                        <p:tgtEl>
                                          <p:spTgt spid="1741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7411">
                                            <p:txEl>
                                              <p:pRg st="1" end="1"/>
                                            </p:txEl>
                                          </p:spTgt>
                                        </p:tgtEl>
                                        <p:attrNameLst>
                                          <p:attrName>style.visibility</p:attrName>
                                        </p:attrNameLst>
                                      </p:cBhvr>
                                      <p:to>
                                        <p:strVal val="visible"/>
                                      </p:to>
                                    </p:set>
                                    <p:animEffect transition="in" filter="wipe(left)">
                                      <p:cBhvr>
                                        <p:cTn id="12" dur="500"/>
                                        <p:tgtEl>
                                          <p:spTgt spid="17411">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7411">
                                            <p:txEl>
                                              <p:pRg st="2" end="2"/>
                                            </p:txEl>
                                          </p:spTgt>
                                        </p:tgtEl>
                                        <p:attrNameLst>
                                          <p:attrName>style.visibility</p:attrName>
                                        </p:attrNameLst>
                                      </p:cBhvr>
                                      <p:to>
                                        <p:strVal val="visible"/>
                                      </p:to>
                                    </p:set>
                                    <p:animEffect transition="in" filter="wipe(left)">
                                      <p:cBhvr>
                                        <p:cTn id="17" dur="500"/>
                                        <p:tgtEl>
                                          <p:spTgt spid="17411">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7411">
                                            <p:txEl>
                                              <p:pRg st="3" end="3"/>
                                            </p:txEl>
                                          </p:spTgt>
                                        </p:tgtEl>
                                        <p:attrNameLst>
                                          <p:attrName>style.visibility</p:attrName>
                                        </p:attrNameLst>
                                      </p:cBhvr>
                                      <p:to>
                                        <p:strVal val="visible"/>
                                      </p:to>
                                    </p:set>
                                    <p:animEffect transition="in" filter="wipe(left)">
                                      <p:cBhvr>
                                        <p:cTn id="22" dur="500"/>
                                        <p:tgtEl>
                                          <p:spTgt spid="17411">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7411">
                                            <p:txEl>
                                              <p:pRg st="4" end="4"/>
                                            </p:txEl>
                                          </p:spTgt>
                                        </p:tgtEl>
                                        <p:attrNameLst>
                                          <p:attrName>style.visibility</p:attrName>
                                        </p:attrNameLst>
                                      </p:cBhvr>
                                      <p:to>
                                        <p:strVal val="visible"/>
                                      </p:to>
                                    </p:set>
                                    <p:animEffect transition="in" filter="wipe(left)">
                                      <p:cBhvr>
                                        <p:cTn id="27" dur="500"/>
                                        <p:tgtEl>
                                          <p:spTgt spid="17411">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7411">
                                            <p:txEl>
                                              <p:pRg st="5" end="5"/>
                                            </p:txEl>
                                          </p:spTgt>
                                        </p:tgtEl>
                                        <p:attrNameLst>
                                          <p:attrName>style.visibility</p:attrName>
                                        </p:attrNameLst>
                                      </p:cBhvr>
                                      <p:to>
                                        <p:strVal val="visible"/>
                                      </p:to>
                                    </p:set>
                                    <p:animEffect transition="in" filter="wipe(left)">
                                      <p:cBhvr>
                                        <p:cTn id="32" dur="500"/>
                                        <p:tgtEl>
                                          <p:spTgt spid="17411">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7411">
                                            <p:txEl>
                                              <p:pRg st="6" end="6"/>
                                            </p:txEl>
                                          </p:spTgt>
                                        </p:tgtEl>
                                        <p:attrNameLst>
                                          <p:attrName>style.visibility</p:attrName>
                                        </p:attrNameLst>
                                      </p:cBhvr>
                                      <p:to>
                                        <p:strVal val="visible"/>
                                      </p:to>
                                    </p:set>
                                    <p:animEffect transition="in" filter="wipe(left)">
                                      <p:cBhvr>
                                        <p:cTn id="37" dur="500"/>
                                        <p:tgtEl>
                                          <p:spTgt spid="17411">
                                            <p:txEl>
                                              <p:pRg st="6" end="6"/>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7411">
                                            <p:txEl>
                                              <p:pRg st="7" end="7"/>
                                            </p:txEl>
                                          </p:spTgt>
                                        </p:tgtEl>
                                        <p:attrNameLst>
                                          <p:attrName>style.visibility</p:attrName>
                                        </p:attrNameLst>
                                      </p:cBhvr>
                                      <p:to>
                                        <p:strVal val="visible"/>
                                      </p:to>
                                    </p:set>
                                    <p:animEffect transition="in" filter="wipe(left)">
                                      <p:cBhvr>
                                        <p:cTn id="42" dur="500"/>
                                        <p:tgtEl>
                                          <p:spTgt spid="17411">
                                            <p:txEl>
                                              <p:pRg st="7" end="7"/>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17411">
                                            <p:txEl>
                                              <p:pRg st="8" end="8"/>
                                            </p:txEl>
                                          </p:spTgt>
                                        </p:tgtEl>
                                        <p:attrNameLst>
                                          <p:attrName>style.visibility</p:attrName>
                                        </p:attrNameLst>
                                      </p:cBhvr>
                                      <p:to>
                                        <p:strVal val="visible"/>
                                      </p:to>
                                    </p:set>
                                    <p:animEffect transition="in" filter="wipe(left)">
                                      <p:cBhvr>
                                        <p:cTn id="47" dur="500"/>
                                        <p:tgtEl>
                                          <p:spTgt spid="17411">
                                            <p:txEl>
                                              <p:pRg st="8" end="8"/>
                                            </p:txEl>
                                          </p:spTgt>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17411">
                                            <p:txEl>
                                              <p:pRg st="9" end="9"/>
                                            </p:txEl>
                                          </p:spTgt>
                                        </p:tgtEl>
                                        <p:attrNameLst>
                                          <p:attrName>style.visibility</p:attrName>
                                        </p:attrNameLst>
                                      </p:cBhvr>
                                      <p:to>
                                        <p:strVal val="visible"/>
                                      </p:to>
                                    </p:set>
                                    <p:animEffect transition="in" filter="wipe(left)">
                                      <p:cBhvr>
                                        <p:cTn id="52" dur="500"/>
                                        <p:tgtEl>
                                          <p:spTgt spid="17411">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1"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r>
              <a:rPr lang="zh-CN" altLang="en-US"/>
              <a:t>十进制</a:t>
            </a:r>
            <a:r>
              <a:rPr lang="en-US" altLang="zh-CN">
                <a:sym typeface="Wingdings" pitchFamily="2" charset="2"/>
              </a:rPr>
              <a:t></a:t>
            </a:r>
            <a:r>
              <a:rPr lang="zh-CN" altLang="en-US">
                <a:sym typeface="Wingdings" pitchFamily="2" charset="2"/>
              </a:rPr>
              <a:t>二进制</a:t>
            </a:r>
            <a:endParaRPr lang="zh-CN" altLang="en-US"/>
          </a:p>
        </p:txBody>
      </p:sp>
      <p:sp>
        <p:nvSpPr>
          <p:cNvPr id="36867" name="内容占位符 2"/>
          <p:cNvSpPr>
            <a:spLocks noGrp="1"/>
          </p:cNvSpPr>
          <p:nvPr>
            <p:ph idx="1"/>
          </p:nvPr>
        </p:nvSpPr>
        <p:spPr>
          <a:xfrm>
            <a:off x="488494" y="1279246"/>
            <a:ext cx="8229600" cy="4411662"/>
          </a:xfrm>
        </p:spPr>
        <p:txBody>
          <a:bodyPr/>
          <a:lstStyle/>
          <a:p>
            <a:r>
              <a:rPr lang="zh-CN" altLang="en-US" b="1" i="1" dirty="0">
                <a:latin typeface="微软雅黑" panose="020B0503020204020204" pitchFamily="34" charset="-122"/>
                <a:ea typeface="微软雅黑" panose="020B0503020204020204" pitchFamily="34" charset="-122"/>
              </a:rPr>
              <a:t>余数法：</a:t>
            </a:r>
            <a:r>
              <a:rPr lang="zh-CN" altLang="en-US" b="1" dirty="0">
                <a:latin typeface="微软雅黑" panose="020B0503020204020204" pitchFamily="34" charset="-122"/>
                <a:ea typeface="微软雅黑" panose="020B0503020204020204" pitchFamily="34" charset="-122"/>
              </a:rPr>
              <a:t>除基数取余数、由下而上排列，</a:t>
            </a:r>
            <a:r>
              <a:rPr lang="zh-CN" altLang="en-US" b="1" dirty="0">
                <a:solidFill>
                  <a:srgbClr val="00B050"/>
                </a:solidFill>
                <a:latin typeface="微软雅黑" panose="020B0503020204020204" pitchFamily="34" charset="-122"/>
                <a:ea typeface="微软雅黑" panose="020B0503020204020204" pitchFamily="34" charset="-122"/>
              </a:rPr>
              <a:t>先余为低位，后余为高位</a:t>
            </a:r>
            <a:r>
              <a:rPr lang="zh-CN" altLang="en-US" b="1" dirty="0">
                <a:latin typeface="微软雅黑" panose="020B0503020204020204" pitchFamily="34" charset="-122"/>
                <a:ea typeface="微软雅黑" panose="020B0503020204020204" pitchFamily="34" charset="-122"/>
              </a:rPr>
              <a:t>。</a:t>
            </a:r>
          </a:p>
          <a:p>
            <a:r>
              <a:rPr lang="zh-CN" altLang="en-US" b="1" i="1" dirty="0">
                <a:latin typeface="微软雅黑" panose="020B0503020204020204" pitchFamily="34" charset="-122"/>
                <a:ea typeface="微软雅黑" panose="020B0503020204020204" pitchFamily="34" charset="-122"/>
              </a:rPr>
              <a:t>示例：</a:t>
            </a:r>
            <a:endParaRPr lang="zh-CN" altLang="en-US" b="1" dirty="0">
              <a:latin typeface="微软雅黑" panose="020B0503020204020204" pitchFamily="34" charset="-122"/>
              <a:ea typeface="微软雅黑" panose="020B0503020204020204" pitchFamily="34" charset="-122"/>
            </a:endParaRPr>
          </a:p>
          <a:p>
            <a:endParaRPr lang="zh-CN" altLang="en-US" b="1" dirty="0">
              <a:latin typeface="微软雅黑" panose="020B0503020204020204" pitchFamily="34" charset="-122"/>
              <a:ea typeface="微软雅黑" panose="020B0503020204020204" pitchFamily="34" charset="-122"/>
            </a:endParaRPr>
          </a:p>
        </p:txBody>
      </p:sp>
      <p:sp>
        <p:nvSpPr>
          <p:cNvPr id="36868" name="Text Box 27"/>
          <p:cNvSpPr txBox="1">
            <a:spLocks noChangeArrowheads="1"/>
          </p:cNvSpPr>
          <p:nvPr/>
        </p:nvSpPr>
        <p:spPr bwMode="auto">
          <a:xfrm>
            <a:off x="2133600" y="2377063"/>
            <a:ext cx="2915402" cy="37251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square" anchor="ctr">
            <a:spAutoFit/>
          </a:bodyPr>
          <a:lstStyle>
            <a:lvl1pPr eaLnBrk="0" hangingPunct="0">
              <a:defRPr sz="2400">
                <a:solidFill>
                  <a:schemeClr val="tx1"/>
                </a:solidFill>
                <a:latin typeface="Times New Roman" pitchFamily="18" charset="0"/>
                <a:ea typeface="宋体" pitchFamily="2" charset="-122"/>
              </a:defRPr>
            </a:lvl1pPr>
            <a:lvl2pPr marL="742950" indent="-285750" eaLnBrk="0" hangingPunct="0">
              <a:defRPr sz="2400">
                <a:solidFill>
                  <a:schemeClr val="tx1"/>
                </a:solidFill>
                <a:latin typeface="Times New Roman" pitchFamily="18" charset="0"/>
                <a:ea typeface="宋体" pitchFamily="2" charset="-122"/>
              </a:defRPr>
            </a:lvl2pPr>
            <a:lvl3pPr marL="1143000" indent="-228600" eaLnBrk="0" hangingPunct="0">
              <a:defRPr sz="2400">
                <a:solidFill>
                  <a:schemeClr val="tx1"/>
                </a:solidFill>
                <a:latin typeface="Times New Roman" pitchFamily="18" charset="0"/>
                <a:ea typeface="宋体" pitchFamily="2" charset="-122"/>
              </a:defRPr>
            </a:lvl3pPr>
            <a:lvl4pPr marL="1600200" indent="-228600" eaLnBrk="0" hangingPunct="0">
              <a:defRPr sz="2400">
                <a:solidFill>
                  <a:schemeClr val="tx1"/>
                </a:solidFill>
                <a:latin typeface="Times New Roman" pitchFamily="18" charset="0"/>
                <a:ea typeface="宋体" pitchFamily="2" charset="-122"/>
              </a:defRPr>
            </a:lvl4pPr>
            <a:lvl5pPr marL="2057400" indent="-228600" eaLnBrk="0" hangingPunct="0">
              <a:defRPr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400">
                <a:solidFill>
                  <a:schemeClr val="tx1"/>
                </a:solidFill>
                <a:latin typeface="Times New Roman" pitchFamily="18" charset="0"/>
                <a:ea typeface="宋体" pitchFamily="2" charset="-122"/>
              </a:defRPr>
            </a:lvl9pPr>
          </a:lstStyle>
          <a:p>
            <a:pPr algn="r" eaLnBrk="1" hangingPunct="1"/>
            <a:r>
              <a:rPr lang="en-US" altLang="zh-CN" sz="2951" dirty="0">
                <a:latin typeface="Arial" charset="0"/>
              </a:rPr>
              <a:t>2    75          </a:t>
            </a:r>
            <a:r>
              <a:rPr lang="en-US" altLang="zh-CN" sz="2951" dirty="0">
                <a:solidFill>
                  <a:srgbClr val="FF0000"/>
                </a:solidFill>
                <a:latin typeface="Arial" charset="0"/>
              </a:rPr>
              <a:t>1</a:t>
            </a:r>
          </a:p>
          <a:p>
            <a:pPr algn="r" eaLnBrk="1" hangingPunct="1"/>
            <a:r>
              <a:rPr lang="en-US" altLang="zh-CN" sz="2951" dirty="0">
                <a:latin typeface="Arial" charset="0"/>
              </a:rPr>
              <a:t> 2   37          </a:t>
            </a:r>
            <a:r>
              <a:rPr lang="en-US" altLang="zh-CN" sz="2951" dirty="0">
                <a:solidFill>
                  <a:srgbClr val="FF0000"/>
                </a:solidFill>
                <a:latin typeface="Arial" charset="0"/>
              </a:rPr>
              <a:t>1</a:t>
            </a:r>
          </a:p>
          <a:p>
            <a:pPr algn="r" eaLnBrk="1" hangingPunct="1"/>
            <a:r>
              <a:rPr lang="en-US" altLang="zh-CN" sz="2951" dirty="0">
                <a:latin typeface="Arial" charset="0"/>
              </a:rPr>
              <a:t>  2 18          </a:t>
            </a:r>
            <a:r>
              <a:rPr lang="en-US" altLang="zh-CN" sz="2951" dirty="0">
                <a:solidFill>
                  <a:srgbClr val="FF0000"/>
                </a:solidFill>
                <a:latin typeface="Arial" charset="0"/>
              </a:rPr>
              <a:t>0</a:t>
            </a:r>
          </a:p>
          <a:p>
            <a:pPr algn="r" eaLnBrk="1" hangingPunct="1"/>
            <a:r>
              <a:rPr lang="en-US" altLang="zh-CN" sz="2951" dirty="0">
                <a:latin typeface="Arial" charset="0"/>
              </a:rPr>
              <a:t>      2   9          </a:t>
            </a:r>
            <a:r>
              <a:rPr lang="en-US" altLang="zh-CN" sz="2951" dirty="0">
                <a:solidFill>
                  <a:srgbClr val="FF0000"/>
                </a:solidFill>
                <a:latin typeface="Arial" charset="0"/>
              </a:rPr>
              <a:t>1</a:t>
            </a:r>
          </a:p>
          <a:p>
            <a:pPr algn="r" eaLnBrk="1" hangingPunct="1"/>
            <a:r>
              <a:rPr lang="en-US" altLang="zh-CN" sz="2951" dirty="0">
                <a:latin typeface="Arial" charset="0"/>
              </a:rPr>
              <a:t>   2   4         </a:t>
            </a:r>
            <a:r>
              <a:rPr lang="en-US" altLang="zh-CN" sz="2951" dirty="0">
                <a:solidFill>
                  <a:srgbClr val="FF0000"/>
                </a:solidFill>
                <a:latin typeface="Arial" charset="0"/>
              </a:rPr>
              <a:t>0</a:t>
            </a:r>
          </a:p>
          <a:p>
            <a:pPr algn="r" eaLnBrk="1" hangingPunct="1"/>
            <a:r>
              <a:rPr lang="en-US" altLang="zh-CN" sz="2951" dirty="0">
                <a:latin typeface="Arial" charset="0"/>
              </a:rPr>
              <a:t>     2  2         </a:t>
            </a:r>
            <a:r>
              <a:rPr lang="en-US" altLang="zh-CN" sz="2951" dirty="0">
                <a:solidFill>
                  <a:srgbClr val="FF0000"/>
                </a:solidFill>
                <a:latin typeface="Arial" charset="0"/>
              </a:rPr>
              <a:t>0</a:t>
            </a:r>
          </a:p>
          <a:p>
            <a:pPr algn="r" eaLnBrk="1" hangingPunct="1"/>
            <a:r>
              <a:rPr lang="en-US" altLang="zh-CN" sz="2951" dirty="0">
                <a:latin typeface="Arial" charset="0"/>
              </a:rPr>
              <a:t>    2  1         </a:t>
            </a:r>
            <a:r>
              <a:rPr lang="en-US" altLang="zh-CN" sz="2951" dirty="0">
                <a:solidFill>
                  <a:srgbClr val="FF0000"/>
                </a:solidFill>
                <a:latin typeface="Arial" charset="0"/>
              </a:rPr>
              <a:t>1</a:t>
            </a:r>
          </a:p>
          <a:p>
            <a:pPr eaLnBrk="1" hangingPunct="1"/>
            <a:r>
              <a:rPr lang="en-US" altLang="zh-CN" sz="2951" dirty="0">
                <a:latin typeface="Arial" charset="0"/>
              </a:rPr>
              <a:t>              </a:t>
            </a:r>
            <a:r>
              <a:rPr lang="en-US" altLang="zh-CN" sz="2951" dirty="0">
                <a:solidFill>
                  <a:srgbClr val="33CC33"/>
                </a:solidFill>
                <a:latin typeface="Arial" charset="0"/>
              </a:rPr>
              <a:t>0</a:t>
            </a:r>
            <a:endParaRPr lang="zh-CN" altLang="zh-CN" sz="1610" dirty="0">
              <a:latin typeface="Arial" charset="0"/>
            </a:endParaRPr>
          </a:p>
        </p:txBody>
      </p:sp>
      <p:grpSp>
        <p:nvGrpSpPr>
          <p:cNvPr id="36869" name="Group 28"/>
          <p:cNvGrpSpPr>
            <a:grpSpLocks/>
          </p:cNvGrpSpPr>
          <p:nvPr/>
        </p:nvGrpSpPr>
        <p:grpSpPr bwMode="auto">
          <a:xfrm>
            <a:off x="2892801" y="2474991"/>
            <a:ext cx="1397000" cy="3066456"/>
            <a:chOff x="1616" y="1344"/>
            <a:chExt cx="880" cy="2160"/>
          </a:xfrm>
        </p:grpSpPr>
        <p:grpSp>
          <p:nvGrpSpPr>
            <p:cNvPr id="36872" name="Group 29"/>
            <p:cNvGrpSpPr>
              <a:grpSpLocks/>
            </p:cNvGrpSpPr>
            <p:nvPr/>
          </p:nvGrpSpPr>
          <p:grpSpPr bwMode="auto">
            <a:xfrm>
              <a:off x="1616" y="1344"/>
              <a:ext cx="640" cy="240"/>
              <a:chOff x="1008" y="1104"/>
              <a:chExt cx="576" cy="288"/>
            </a:xfrm>
          </p:grpSpPr>
          <p:sp>
            <p:nvSpPr>
              <p:cNvPr id="36891" name="Line 30"/>
              <p:cNvSpPr>
                <a:spLocks noChangeShapeType="1"/>
              </p:cNvSpPr>
              <p:nvPr/>
            </p:nvSpPr>
            <p:spPr bwMode="auto">
              <a:xfrm>
                <a:off x="1008" y="1104"/>
                <a:ext cx="0" cy="288"/>
              </a:xfrm>
              <a:prstGeom prst="line">
                <a:avLst/>
              </a:prstGeom>
              <a:noFill/>
              <a:ln w="31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6892" name="Line 31"/>
              <p:cNvSpPr>
                <a:spLocks noChangeShapeType="1"/>
              </p:cNvSpPr>
              <p:nvPr/>
            </p:nvSpPr>
            <p:spPr bwMode="auto">
              <a:xfrm>
                <a:off x="1008" y="1392"/>
                <a:ext cx="576" cy="0"/>
              </a:xfrm>
              <a:prstGeom prst="line">
                <a:avLst/>
              </a:prstGeom>
              <a:noFill/>
              <a:ln w="31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36873" name="Group 32"/>
            <p:cNvGrpSpPr>
              <a:grpSpLocks/>
            </p:cNvGrpSpPr>
            <p:nvPr/>
          </p:nvGrpSpPr>
          <p:grpSpPr bwMode="auto">
            <a:xfrm>
              <a:off x="1712" y="1632"/>
              <a:ext cx="576" cy="261"/>
              <a:chOff x="1008" y="1104"/>
              <a:chExt cx="576" cy="288"/>
            </a:xfrm>
          </p:grpSpPr>
          <p:sp>
            <p:nvSpPr>
              <p:cNvPr id="36889" name="Line 33"/>
              <p:cNvSpPr>
                <a:spLocks noChangeShapeType="1"/>
              </p:cNvSpPr>
              <p:nvPr/>
            </p:nvSpPr>
            <p:spPr bwMode="auto">
              <a:xfrm>
                <a:off x="1008" y="1104"/>
                <a:ext cx="0" cy="288"/>
              </a:xfrm>
              <a:prstGeom prst="line">
                <a:avLst/>
              </a:prstGeom>
              <a:noFill/>
              <a:ln w="31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6890" name="Line 34"/>
              <p:cNvSpPr>
                <a:spLocks noChangeShapeType="1"/>
              </p:cNvSpPr>
              <p:nvPr/>
            </p:nvSpPr>
            <p:spPr bwMode="auto">
              <a:xfrm>
                <a:off x="1008" y="1392"/>
                <a:ext cx="576" cy="0"/>
              </a:xfrm>
              <a:prstGeom prst="line">
                <a:avLst/>
              </a:prstGeom>
              <a:noFill/>
              <a:ln w="31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36874" name="Group 35"/>
            <p:cNvGrpSpPr>
              <a:grpSpLocks/>
            </p:cNvGrpSpPr>
            <p:nvPr/>
          </p:nvGrpSpPr>
          <p:grpSpPr bwMode="auto">
            <a:xfrm>
              <a:off x="1808" y="1947"/>
              <a:ext cx="576" cy="261"/>
              <a:chOff x="1008" y="1104"/>
              <a:chExt cx="576" cy="288"/>
            </a:xfrm>
          </p:grpSpPr>
          <p:sp>
            <p:nvSpPr>
              <p:cNvPr id="36887" name="Line 36"/>
              <p:cNvSpPr>
                <a:spLocks noChangeShapeType="1"/>
              </p:cNvSpPr>
              <p:nvPr/>
            </p:nvSpPr>
            <p:spPr bwMode="auto">
              <a:xfrm>
                <a:off x="1008" y="1104"/>
                <a:ext cx="0" cy="288"/>
              </a:xfrm>
              <a:prstGeom prst="line">
                <a:avLst/>
              </a:prstGeom>
              <a:noFill/>
              <a:ln w="31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6888" name="Line 37"/>
              <p:cNvSpPr>
                <a:spLocks noChangeShapeType="1"/>
              </p:cNvSpPr>
              <p:nvPr/>
            </p:nvSpPr>
            <p:spPr bwMode="auto">
              <a:xfrm>
                <a:off x="1008" y="1392"/>
                <a:ext cx="576" cy="0"/>
              </a:xfrm>
              <a:prstGeom prst="line">
                <a:avLst/>
              </a:prstGeom>
              <a:noFill/>
              <a:ln w="31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36875" name="Group 38"/>
            <p:cNvGrpSpPr>
              <a:grpSpLocks/>
            </p:cNvGrpSpPr>
            <p:nvPr/>
          </p:nvGrpSpPr>
          <p:grpSpPr bwMode="auto">
            <a:xfrm>
              <a:off x="1824" y="2256"/>
              <a:ext cx="576" cy="247"/>
              <a:chOff x="1008" y="1104"/>
              <a:chExt cx="576" cy="288"/>
            </a:xfrm>
          </p:grpSpPr>
          <p:sp>
            <p:nvSpPr>
              <p:cNvPr id="36885" name="Line 39"/>
              <p:cNvSpPr>
                <a:spLocks noChangeShapeType="1"/>
              </p:cNvSpPr>
              <p:nvPr/>
            </p:nvSpPr>
            <p:spPr bwMode="auto">
              <a:xfrm>
                <a:off x="1008" y="1104"/>
                <a:ext cx="0" cy="288"/>
              </a:xfrm>
              <a:prstGeom prst="line">
                <a:avLst/>
              </a:prstGeom>
              <a:noFill/>
              <a:ln w="31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6886" name="Line 40"/>
              <p:cNvSpPr>
                <a:spLocks noChangeShapeType="1"/>
              </p:cNvSpPr>
              <p:nvPr/>
            </p:nvSpPr>
            <p:spPr bwMode="auto">
              <a:xfrm>
                <a:off x="1008" y="1392"/>
                <a:ext cx="576" cy="0"/>
              </a:xfrm>
              <a:prstGeom prst="line">
                <a:avLst/>
              </a:prstGeom>
              <a:noFill/>
              <a:ln w="31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36876" name="Group 41"/>
            <p:cNvGrpSpPr>
              <a:grpSpLocks/>
            </p:cNvGrpSpPr>
            <p:nvPr/>
          </p:nvGrpSpPr>
          <p:grpSpPr bwMode="auto">
            <a:xfrm>
              <a:off x="1920" y="2592"/>
              <a:ext cx="576" cy="247"/>
              <a:chOff x="1008" y="1104"/>
              <a:chExt cx="576" cy="288"/>
            </a:xfrm>
          </p:grpSpPr>
          <p:sp>
            <p:nvSpPr>
              <p:cNvPr id="36883" name="Line 42"/>
              <p:cNvSpPr>
                <a:spLocks noChangeShapeType="1"/>
              </p:cNvSpPr>
              <p:nvPr/>
            </p:nvSpPr>
            <p:spPr bwMode="auto">
              <a:xfrm>
                <a:off x="1008" y="1104"/>
                <a:ext cx="0" cy="288"/>
              </a:xfrm>
              <a:prstGeom prst="line">
                <a:avLst/>
              </a:prstGeom>
              <a:noFill/>
              <a:ln w="31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6884" name="Line 43"/>
              <p:cNvSpPr>
                <a:spLocks noChangeShapeType="1"/>
              </p:cNvSpPr>
              <p:nvPr/>
            </p:nvSpPr>
            <p:spPr bwMode="auto">
              <a:xfrm>
                <a:off x="1008" y="1392"/>
                <a:ext cx="576" cy="0"/>
              </a:xfrm>
              <a:prstGeom prst="line">
                <a:avLst/>
              </a:prstGeom>
              <a:noFill/>
              <a:ln w="31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36877" name="Group 44"/>
            <p:cNvGrpSpPr>
              <a:grpSpLocks/>
            </p:cNvGrpSpPr>
            <p:nvPr/>
          </p:nvGrpSpPr>
          <p:grpSpPr bwMode="auto">
            <a:xfrm>
              <a:off x="2016" y="2921"/>
              <a:ext cx="480" cy="247"/>
              <a:chOff x="1008" y="1104"/>
              <a:chExt cx="576" cy="288"/>
            </a:xfrm>
          </p:grpSpPr>
          <p:sp>
            <p:nvSpPr>
              <p:cNvPr id="36881" name="Line 45"/>
              <p:cNvSpPr>
                <a:spLocks noChangeShapeType="1"/>
              </p:cNvSpPr>
              <p:nvPr/>
            </p:nvSpPr>
            <p:spPr bwMode="auto">
              <a:xfrm>
                <a:off x="1008" y="1104"/>
                <a:ext cx="0" cy="288"/>
              </a:xfrm>
              <a:prstGeom prst="line">
                <a:avLst/>
              </a:prstGeom>
              <a:noFill/>
              <a:ln w="31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6882" name="Line 46"/>
              <p:cNvSpPr>
                <a:spLocks noChangeShapeType="1"/>
              </p:cNvSpPr>
              <p:nvPr/>
            </p:nvSpPr>
            <p:spPr bwMode="auto">
              <a:xfrm>
                <a:off x="1008" y="1392"/>
                <a:ext cx="576" cy="0"/>
              </a:xfrm>
              <a:prstGeom prst="line">
                <a:avLst/>
              </a:prstGeom>
              <a:noFill/>
              <a:ln w="31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36878" name="Group 47"/>
            <p:cNvGrpSpPr>
              <a:grpSpLocks/>
            </p:cNvGrpSpPr>
            <p:nvPr/>
          </p:nvGrpSpPr>
          <p:grpSpPr bwMode="auto">
            <a:xfrm>
              <a:off x="2016" y="3264"/>
              <a:ext cx="480" cy="240"/>
              <a:chOff x="1008" y="1104"/>
              <a:chExt cx="576" cy="288"/>
            </a:xfrm>
          </p:grpSpPr>
          <p:sp>
            <p:nvSpPr>
              <p:cNvPr id="36879" name="Line 48"/>
              <p:cNvSpPr>
                <a:spLocks noChangeShapeType="1"/>
              </p:cNvSpPr>
              <p:nvPr/>
            </p:nvSpPr>
            <p:spPr bwMode="auto">
              <a:xfrm>
                <a:off x="1008" y="1104"/>
                <a:ext cx="0" cy="288"/>
              </a:xfrm>
              <a:prstGeom prst="line">
                <a:avLst/>
              </a:prstGeom>
              <a:noFill/>
              <a:ln w="31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6880" name="Line 49"/>
              <p:cNvSpPr>
                <a:spLocks noChangeShapeType="1"/>
              </p:cNvSpPr>
              <p:nvPr/>
            </p:nvSpPr>
            <p:spPr bwMode="auto">
              <a:xfrm>
                <a:off x="1008" y="1392"/>
                <a:ext cx="576" cy="0"/>
              </a:xfrm>
              <a:prstGeom prst="line">
                <a:avLst/>
              </a:prstGeom>
              <a:noFill/>
              <a:ln w="31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sp>
        <p:nvSpPr>
          <p:cNvPr id="36870" name="Line 50"/>
          <p:cNvSpPr>
            <a:spLocks noChangeShapeType="1"/>
          </p:cNvSpPr>
          <p:nvPr/>
        </p:nvSpPr>
        <p:spPr bwMode="auto">
          <a:xfrm flipV="1">
            <a:off x="5181600" y="2406848"/>
            <a:ext cx="0" cy="3747890"/>
          </a:xfrm>
          <a:prstGeom prst="line">
            <a:avLst/>
          </a:prstGeom>
          <a:noFill/>
          <a:ln w="38100">
            <a:solidFill>
              <a:srgbClr val="FF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6871" name="Text Box 52"/>
          <p:cNvSpPr txBox="1">
            <a:spLocks noChangeArrowheads="1"/>
          </p:cNvSpPr>
          <p:nvPr/>
        </p:nvSpPr>
        <p:spPr bwMode="auto">
          <a:xfrm>
            <a:off x="5486401" y="3218690"/>
            <a:ext cx="3352800" cy="532775"/>
          </a:xfrm>
          <a:prstGeom prst="rect">
            <a:avLst/>
          </a:prstGeom>
          <a:solidFill>
            <a:srgbClr val="E7E0E8"/>
          </a:solidFill>
          <a:ln w="9525">
            <a:miter lim="800000"/>
            <a:headEnd/>
            <a:tailEnd/>
          </a:ln>
          <a:scene3d>
            <a:camera prst="legacyObliqueTopRight"/>
            <a:lightRig rig="legacyHarsh3" dir="b"/>
          </a:scene3d>
          <a:sp3d extrusionH="430200" prstMaterial="legacyMatte">
            <a:bevelT w="13500" h="13500" prst="angle"/>
            <a:bevelB w="13500" h="13500" prst="angle"/>
            <a:extrusionClr>
              <a:srgbClr val="006600"/>
            </a:extrusionClr>
          </a:sp3d>
        </p:spPr>
        <p:txBody>
          <a:bodyPr anchor="ctr">
            <a:spAutoFit/>
            <a:flatTx/>
          </a:bodyPr>
          <a:lstStyle>
            <a:lvl1pPr eaLnBrk="0" hangingPunct="0">
              <a:defRPr sz="2400">
                <a:solidFill>
                  <a:schemeClr val="tx1"/>
                </a:solidFill>
                <a:latin typeface="Times New Roman" pitchFamily="18" charset="0"/>
                <a:ea typeface="宋体" pitchFamily="2" charset="-122"/>
              </a:defRPr>
            </a:lvl1pPr>
            <a:lvl2pPr marL="742950" indent="-285750" eaLnBrk="0" hangingPunct="0">
              <a:defRPr sz="2400">
                <a:solidFill>
                  <a:schemeClr val="tx1"/>
                </a:solidFill>
                <a:latin typeface="Times New Roman" pitchFamily="18" charset="0"/>
                <a:ea typeface="宋体" pitchFamily="2" charset="-122"/>
              </a:defRPr>
            </a:lvl2pPr>
            <a:lvl3pPr marL="1143000" indent="-228600" eaLnBrk="0" hangingPunct="0">
              <a:defRPr sz="2400">
                <a:solidFill>
                  <a:schemeClr val="tx1"/>
                </a:solidFill>
                <a:latin typeface="Times New Roman" pitchFamily="18" charset="0"/>
                <a:ea typeface="宋体" pitchFamily="2" charset="-122"/>
              </a:defRPr>
            </a:lvl3pPr>
            <a:lvl4pPr marL="1600200" indent="-228600" eaLnBrk="0" hangingPunct="0">
              <a:defRPr sz="2400">
                <a:solidFill>
                  <a:schemeClr val="tx1"/>
                </a:solidFill>
                <a:latin typeface="Times New Roman" pitchFamily="18" charset="0"/>
                <a:ea typeface="宋体" pitchFamily="2" charset="-122"/>
              </a:defRPr>
            </a:lvl4pPr>
            <a:lvl5pPr marL="2057400" indent="-228600" eaLnBrk="0" hangingPunct="0">
              <a:defRPr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400">
                <a:solidFill>
                  <a:schemeClr val="tx1"/>
                </a:solidFill>
                <a:latin typeface="Times New Roman" pitchFamily="18" charset="0"/>
                <a:ea typeface="宋体" pitchFamily="2" charset="-122"/>
              </a:defRPr>
            </a:lvl9pPr>
          </a:lstStyle>
          <a:p>
            <a:pPr algn="ctr" eaLnBrk="1" hangingPunct="1"/>
            <a:r>
              <a:rPr lang="zh-CN" altLang="en-US" sz="2862" b="1">
                <a:solidFill>
                  <a:srgbClr val="FFFF00"/>
                </a:solidFill>
                <a:ea typeface="隶书" pitchFamily="49" charset="-122"/>
              </a:rPr>
              <a:t>结果为：</a:t>
            </a:r>
            <a:r>
              <a:rPr lang="en-US" altLang="zh-CN" sz="2862" b="1">
                <a:solidFill>
                  <a:srgbClr val="FFFF00"/>
                </a:solidFill>
              </a:rPr>
              <a:t>1001011</a:t>
            </a:r>
            <a:endParaRPr lang="zh-CN" altLang="zh-CN" sz="1610">
              <a:latin typeface="Arial" charset="0"/>
            </a:endParaRPr>
          </a:p>
        </p:txBody>
      </p:sp>
    </p:spTree>
    <p:extLst>
      <p:ext uri="{BB962C8B-B14F-4D97-AF65-F5344CB8AC3E}">
        <p14:creationId xmlns:p14="http://schemas.microsoft.com/office/powerpoint/2010/main" val="1200071826"/>
      </p:ext>
    </p:extLst>
  </p:cSld>
  <p:clrMapOvr>
    <a:masterClrMapping/>
  </p:clrMapOvr>
  <p:transition spd="slow">
    <p:pull dir="ru"/>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r>
              <a:rPr lang="zh-CN" altLang="en-US"/>
              <a:t>十进制小数 </a:t>
            </a:r>
            <a:r>
              <a:rPr lang="en-US" altLang="zh-CN">
                <a:sym typeface="Wingdings" pitchFamily="2" charset="2"/>
              </a:rPr>
              <a:t></a:t>
            </a:r>
            <a:r>
              <a:rPr lang="zh-CN" altLang="en-US"/>
              <a:t>二进制小数</a:t>
            </a:r>
          </a:p>
        </p:txBody>
      </p:sp>
      <p:sp>
        <p:nvSpPr>
          <p:cNvPr id="38915" name="Rectangle 2"/>
          <p:cNvSpPr>
            <a:spLocks noChangeArrowheads="1"/>
          </p:cNvSpPr>
          <p:nvPr/>
        </p:nvSpPr>
        <p:spPr bwMode="auto">
          <a:xfrm>
            <a:off x="381000" y="1598007"/>
            <a:ext cx="8540750" cy="44967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anchor="ctr">
            <a:spAutoFit/>
          </a:bodyPr>
          <a:lstStyle/>
          <a:p>
            <a:r>
              <a:rPr lang="zh-CN" altLang="en-US" sz="2862" b="1" i="1" dirty="0">
                <a:solidFill>
                  <a:srgbClr val="0066CC"/>
                </a:solidFill>
                <a:latin typeface="微软雅黑" panose="020B0503020204020204" pitchFamily="34" charset="-122"/>
                <a:ea typeface="微软雅黑" panose="020B0503020204020204" pitchFamily="34" charset="-122"/>
              </a:rPr>
              <a:t>进位法：</a:t>
            </a:r>
            <a:r>
              <a:rPr lang="zh-CN" altLang="en-US" sz="2862" b="1" dirty="0">
                <a:latin typeface="微软雅黑" panose="020B0503020204020204" pitchFamily="34" charset="-122"/>
                <a:ea typeface="微软雅黑" panose="020B0503020204020204" pitchFamily="34" charset="-122"/>
              </a:rPr>
              <a:t>用十进制小数乘基数，当</a:t>
            </a:r>
            <a:r>
              <a:rPr lang="zh-CN" altLang="en-US" sz="2862" b="1" dirty="0">
                <a:solidFill>
                  <a:srgbClr val="FF0000"/>
                </a:solidFill>
                <a:latin typeface="微软雅黑" panose="020B0503020204020204" pitchFamily="34" charset="-122"/>
                <a:ea typeface="微软雅黑" panose="020B0503020204020204" pitchFamily="34" charset="-122"/>
              </a:rPr>
              <a:t>积为</a:t>
            </a:r>
            <a:r>
              <a:rPr lang="en-US" altLang="zh-CN" sz="2862" b="1" dirty="0">
                <a:solidFill>
                  <a:srgbClr val="FF0000"/>
                </a:solidFill>
                <a:latin typeface="微软雅黑" panose="020B0503020204020204" pitchFamily="34" charset="-122"/>
                <a:ea typeface="微软雅黑" panose="020B0503020204020204" pitchFamily="34" charset="-122"/>
              </a:rPr>
              <a:t>0</a:t>
            </a:r>
            <a:r>
              <a:rPr lang="zh-CN" altLang="en-US" sz="2862" b="1" dirty="0">
                <a:latin typeface="微软雅黑" panose="020B0503020204020204" pitchFamily="34" charset="-122"/>
                <a:ea typeface="微软雅黑" panose="020B0503020204020204" pitchFamily="34" charset="-122"/>
              </a:rPr>
              <a:t>或</a:t>
            </a:r>
            <a:r>
              <a:rPr lang="zh-CN" altLang="en-US" sz="2862" b="1" dirty="0">
                <a:solidFill>
                  <a:srgbClr val="FF0000"/>
                </a:solidFill>
                <a:latin typeface="微软雅黑" panose="020B0503020204020204" pitchFamily="34" charset="-122"/>
                <a:ea typeface="微软雅黑" panose="020B0503020204020204" pitchFamily="34" charset="-122"/>
              </a:rPr>
              <a:t>达到</a:t>
            </a:r>
          </a:p>
          <a:p>
            <a:r>
              <a:rPr lang="zh-CN" altLang="en-US" sz="2862" b="1" dirty="0">
                <a:solidFill>
                  <a:srgbClr val="FF0000"/>
                </a:solidFill>
                <a:latin typeface="微软雅黑" panose="020B0503020204020204" pitchFamily="34" charset="-122"/>
                <a:ea typeface="微软雅黑" panose="020B0503020204020204" pitchFamily="34" charset="-122"/>
              </a:rPr>
              <a:t>所要求的精度</a:t>
            </a:r>
            <a:r>
              <a:rPr lang="zh-CN" altLang="en-US" sz="2862" b="1" dirty="0">
                <a:latin typeface="微软雅黑" panose="020B0503020204020204" pitchFamily="34" charset="-122"/>
                <a:ea typeface="微软雅黑" panose="020B0503020204020204" pitchFamily="34" charset="-122"/>
              </a:rPr>
              <a:t>时，将整数部分</a:t>
            </a:r>
            <a:r>
              <a:rPr lang="zh-CN" altLang="en-US" sz="2862" b="1" dirty="0">
                <a:solidFill>
                  <a:srgbClr val="0070C0"/>
                </a:solidFill>
                <a:latin typeface="微软雅黑" panose="020B0503020204020204" pitchFamily="34" charset="-122"/>
                <a:ea typeface="微软雅黑" panose="020B0503020204020204" pitchFamily="34" charset="-122"/>
              </a:rPr>
              <a:t>由上而下</a:t>
            </a:r>
            <a:r>
              <a:rPr lang="zh-CN" altLang="en-US" sz="2862" b="1" dirty="0">
                <a:latin typeface="微软雅黑" panose="020B0503020204020204" pitchFamily="34" charset="-122"/>
                <a:ea typeface="微软雅黑" panose="020B0503020204020204" pitchFamily="34" charset="-122"/>
              </a:rPr>
              <a:t>排列。</a:t>
            </a:r>
          </a:p>
          <a:p>
            <a:r>
              <a:rPr lang="zh-CN" altLang="en-US" sz="2862" b="1" i="1" dirty="0">
                <a:solidFill>
                  <a:srgbClr val="0066CC"/>
                </a:solidFill>
                <a:latin typeface="微软雅黑" panose="020B0503020204020204" pitchFamily="34" charset="-122"/>
                <a:ea typeface="微软雅黑" panose="020B0503020204020204" pitchFamily="34" charset="-122"/>
              </a:rPr>
              <a:t>示例：</a:t>
            </a:r>
          </a:p>
          <a:p>
            <a:r>
              <a:rPr lang="zh-CN" altLang="en-US" sz="2862" b="1" i="1" dirty="0">
                <a:latin typeface="隶书" pitchFamily="49" charset="-122"/>
                <a:ea typeface="隶书" pitchFamily="49" charset="-122"/>
              </a:rPr>
              <a:t>           </a:t>
            </a:r>
            <a:r>
              <a:rPr lang="en-US" altLang="zh-CN" sz="2862" dirty="0">
                <a:latin typeface="宋体" pitchFamily="2" charset="-122"/>
              </a:rPr>
              <a:t>0.625</a:t>
            </a:r>
          </a:p>
          <a:p>
            <a:r>
              <a:rPr lang="en-US" altLang="zh-CN" sz="2862" dirty="0">
                <a:latin typeface="宋体" pitchFamily="2" charset="-122"/>
              </a:rPr>
              <a:t>         </a:t>
            </a:r>
            <a:r>
              <a:rPr lang="en-US" altLang="zh-CN" sz="1252" dirty="0">
                <a:latin typeface="宋体" pitchFamily="2" charset="-122"/>
              </a:rPr>
              <a:t>╳ </a:t>
            </a:r>
            <a:r>
              <a:rPr lang="en-US" altLang="zh-CN" sz="2862" dirty="0">
                <a:latin typeface="宋体" pitchFamily="2" charset="-122"/>
              </a:rPr>
              <a:t>     2</a:t>
            </a:r>
          </a:p>
          <a:p>
            <a:r>
              <a:rPr lang="en-US" altLang="zh-CN" sz="2862" dirty="0">
                <a:latin typeface="宋体" pitchFamily="2" charset="-122"/>
              </a:rPr>
              <a:t>           </a:t>
            </a:r>
            <a:r>
              <a:rPr lang="en-US" altLang="zh-CN" sz="2862" dirty="0">
                <a:solidFill>
                  <a:srgbClr val="FF0000"/>
                </a:solidFill>
                <a:latin typeface="宋体" pitchFamily="2" charset="-122"/>
              </a:rPr>
              <a:t>1</a:t>
            </a:r>
            <a:r>
              <a:rPr lang="en-US" altLang="zh-CN" sz="2862" dirty="0">
                <a:latin typeface="宋体" pitchFamily="2" charset="-122"/>
              </a:rPr>
              <a:t>.250     </a:t>
            </a:r>
            <a:r>
              <a:rPr lang="zh-CN" altLang="en-US" sz="2504" dirty="0">
                <a:latin typeface="宋体" pitchFamily="2" charset="-122"/>
              </a:rPr>
              <a:t>整数为</a:t>
            </a:r>
            <a:r>
              <a:rPr lang="en-US" altLang="zh-CN" sz="2504" dirty="0">
                <a:latin typeface="宋体" pitchFamily="2" charset="-122"/>
              </a:rPr>
              <a:t>1</a:t>
            </a:r>
            <a:endParaRPr lang="en-US" altLang="zh-CN" sz="2862" dirty="0">
              <a:latin typeface="宋体" pitchFamily="2" charset="-122"/>
            </a:endParaRPr>
          </a:p>
          <a:p>
            <a:r>
              <a:rPr lang="en-US" altLang="zh-CN" sz="2862" dirty="0">
                <a:latin typeface="宋体" pitchFamily="2" charset="-122"/>
              </a:rPr>
              <a:t>         </a:t>
            </a:r>
            <a:r>
              <a:rPr lang="en-US" altLang="zh-CN" sz="1252" dirty="0">
                <a:latin typeface="宋体" pitchFamily="2" charset="-122"/>
              </a:rPr>
              <a:t>╳</a:t>
            </a:r>
            <a:r>
              <a:rPr lang="en-US" altLang="zh-CN" sz="2862" dirty="0">
                <a:latin typeface="宋体" pitchFamily="2" charset="-122"/>
              </a:rPr>
              <a:t>    2</a:t>
            </a:r>
          </a:p>
          <a:p>
            <a:r>
              <a:rPr lang="en-US" altLang="zh-CN" sz="2862" dirty="0">
                <a:latin typeface="宋体" pitchFamily="2" charset="-122"/>
              </a:rPr>
              <a:t>           </a:t>
            </a:r>
            <a:r>
              <a:rPr lang="en-US" altLang="zh-CN" sz="2862" dirty="0">
                <a:solidFill>
                  <a:srgbClr val="FF0000"/>
                </a:solidFill>
                <a:latin typeface="宋体" pitchFamily="2" charset="-122"/>
              </a:rPr>
              <a:t>0</a:t>
            </a:r>
            <a:r>
              <a:rPr lang="en-US" altLang="zh-CN" sz="2862" dirty="0">
                <a:latin typeface="宋体" pitchFamily="2" charset="-122"/>
              </a:rPr>
              <a:t>.50      </a:t>
            </a:r>
            <a:r>
              <a:rPr lang="zh-CN" altLang="en-US" sz="2504" dirty="0">
                <a:latin typeface="宋体" pitchFamily="2" charset="-122"/>
              </a:rPr>
              <a:t>整数为</a:t>
            </a:r>
            <a:r>
              <a:rPr lang="en-US" altLang="zh-CN" sz="2504" dirty="0">
                <a:latin typeface="宋体" pitchFamily="2" charset="-122"/>
              </a:rPr>
              <a:t>0</a:t>
            </a:r>
            <a:endParaRPr lang="en-US" altLang="zh-CN" sz="2862" dirty="0">
              <a:latin typeface="宋体" pitchFamily="2" charset="-122"/>
            </a:endParaRPr>
          </a:p>
          <a:p>
            <a:r>
              <a:rPr lang="en-US" altLang="zh-CN" sz="2862" dirty="0">
                <a:latin typeface="宋体" pitchFamily="2" charset="-122"/>
              </a:rPr>
              <a:t>         </a:t>
            </a:r>
            <a:r>
              <a:rPr lang="en-US" altLang="zh-CN" sz="1252" dirty="0">
                <a:latin typeface="宋体" pitchFamily="2" charset="-122"/>
              </a:rPr>
              <a:t>╳</a:t>
            </a:r>
            <a:r>
              <a:rPr lang="en-US" altLang="zh-CN" sz="2862" dirty="0">
                <a:latin typeface="宋体" pitchFamily="2" charset="-122"/>
              </a:rPr>
              <a:t>   2</a:t>
            </a:r>
          </a:p>
          <a:p>
            <a:r>
              <a:rPr lang="en-US" altLang="zh-CN" sz="2862" dirty="0">
                <a:latin typeface="宋体" pitchFamily="2" charset="-122"/>
              </a:rPr>
              <a:t>           </a:t>
            </a:r>
            <a:r>
              <a:rPr lang="en-US" altLang="zh-CN" sz="2862" dirty="0">
                <a:solidFill>
                  <a:srgbClr val="FF0000"/>
                </a:solidFill>
                <a:latin typeface="宋体" pitchFamily="2" charset="-122"/>
              </a:rPr>
              <a:t>1</a:t>
            </a:r>
            <a:r>
              <a:rPr lang="en-US" altLang="zh-CN" sz="2862" dirty="0">
                <a:latin typeface="宋体" pitchFamily="2" charset="-122"/>
              </a:rPr>
              <a:t>.</a:t>
            </a:r>
            <a:r>
              <a:rPr lang="en-US" altLang="zh-CN" sz="2862" dirty="0">
                <a:solidFill>
                  <a:srgbClr val="33CC33"/>
                </a:solidFill>
                <a:latin typeface="宋体" pitchFamily="2" charset="-122"/>
              </a:rPr>
              <a:t>0</a:t>
            </a:r>
            <a:r>
              <a:rPr lang="en-US" altLang="zh-CN" sz="2862" dirty="0">
                <a:latin typeface="宋体" pitchFamily="2" charset="-122"/>
              </a:rPr>
              <a:t>       </a:t>
            </a:r>
            <a:r>
              <a:rPr lang="zh-CN" altLang="en-US" sz="2504" dirty="0">
                <a:latin typeface="宋体" pitchFamily="2" charset="-122"/>
              </a:rPr>
              <a:t>整数为</a:t>
            </a:r>
            <a:r>
              <a:rPr lang="en-US" altLang="zh-CN" sz="2504" dirty="0">
                <a:latin typeface="宋体" pitchFamily="2" charset="-122"/>
              </a:rPr>
              <a:t>1   </a:t>
            </a:r>
            <a:r>
              <a:rPr lang="zh-CN" altLang="en-US" sz="2504" dirty="0">
                <a:latin typeface="宋体" pitchFamily="2" charset="-122"/>
              </a:rPr>
              <a:t>小数值为</a:t>
            </a:r>
            <a:r>
              <a:rPr lang="en-US" altLang="zh-CN" sz="2504" dirty="0">
                <a:latin typeface="宋体" pitchFamily="2" charset="-122"/>
              </a:rPr>
              <a:t>0</a:t>
            </a:r>
            <a:endParaRPr lang="zh-CN" altLang="zh-CN" sz="1610" dirty="0">
              <a:latin typeface="Arial" charset="0"/>
            </a:endParaRPr>
          </a:p>
        </p:txBody>
      </p:sp>
      <p:sp>
        <p:nvSpPr>
          <p:cNvPr id="38916" name="Line 3"/>
          <p:cNvSpPr>
            <a:spLocks noChangeShapeType="1"/>
          </p:cNvSpPr>
          <p:nvPr/>
        </p:nvSpPr>
        <p:spPr bwMode="auto">
          <a:xfrm>
            <a:off x="1905000" y="3880450"/>
            <a:ext cx="2286000" cy="0"/>
          </a:xfrm>
          <a:prstGeom prst="line">
            <a:avLst/>
          </a:prstGeom>
          <a:noFill/>
          <a:ln w="31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8917" name="Line 4"/>
          <p:cNvSpPr>
            <a:spLocks noChangeShapeType="1"/>
          </p:cNvSpPr>
          <p:nvPr/>
        </p:nvSpPr>
        <p:spPr bwMode="auto">
          <a:xfrm>
            <a:off x="1905000" y="4781932"/>
            <a:ext cx="2286000" cy="0"/>
          </a:xfrm>
          <a:prstGeom prst="line">
            <a:avLst/>
          </a:prstGeom>
          <a:noFill/>
          <a:ln w="31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8918" name="Line 5"/>
          <p:cNvSpPr>
            <a:spLocks noChangeShapeType="1"/>
          </p:cNvSpPr>
          <p:nvPr/>
        </p:nvSpPr>
        <p:spPr bwMode="auto">
          <a:xfrm>
            <a:off x="1979613" y="5618109"/>
            <a:ext cx="2286000" cy="0"/>
          </a:xfrm>
          <a:prstGeom prst="line">
            <a:avLst/>
          </a:prstGeom>
          <a:noFill/>
          <a:ln w="31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8919" name="Text Box 6"/>
          <p:cNvSpPr txBox="1">
            <a:spLocks noChangeArrowheads="1"/>
          </p:cNvSpPr>
          <p:nvPr/>
        </p:nvSpPr>
        <p:spPr bwMode="auto">
          <a:xfrm>
            <a:off x="5946775" y="3166162"/>
            <a:ext cx="2892425" cy="532775"/>
          </a:xfrm>
          <a:prstGeom prst="rect">
            <a:avLst/>
          </a:prstGeom>
          <a:solidFill>
            <a:srgbClr val="CCFFFF"/>
          </a:solidFill>
          <a:ln w="9525">
            <a:miter lim="800000"/>
            <a:headEnd/>
            <a:tailEnd/>
          </a:ln>
          <a:scene3d>
            <a:camera prst="legacyObliqueTopRight"/>
            <a:lightRig rig="legacyHarsh3" dir="b"/>
          </a:scene3d>
          <a:sp3d extrusionH="430200" prstMaterial="legacyMatte">
            <a:bevelT w="13500" h="13500" prst="angle"/>
            <a:bevelB w="13500" h="13500" prst="angle"/>
            <a:extrusionClr>
              <a:srgbClr val="006600"/>
            </a:extrusionClr>
          </a:sp3d>
        </p:spPr>
        <p:txBody>
          <a:bodyPr anchor="ctr">
            <a:spAutoFit/>
            <a:flatTx/>
          </a:bodyPr>
          <a:lstStyle>
            <a:lvl1pPr eaLnBrk="0" hangingPunct="0">
              <a:defRPr sz="2400">
                <a:solidFill>
                  <a:schemeClr val="tx1"/>
                </a:solidFill>
                <a:latin typeface="Times New Roman" pitchFamily="18" charset="0"/>
                <a:ea typeface="宋体" pitchFamily="2" charset="-122"/>
              </a:defRPr>
            </a:lvl1pPr>
            <a:lvl2pPr marL="742950" indent="-285750" eaLnBrk="0" hangingPunct="0">
              <a:defRPr sz="2400">
                <a:solidFill>
                  <a:schemeClr val="tx1"/>
                </a:solidFill>
                <a:latin typeface="Times New Roman" pitchFamily="18" charset="0"/>
                <a:ea typeface="宋体" pitchFamily="2" charset="-122"/>
              </a:defRPr>
            </a:lvl2pPr>
            <a:lvl3pPr marL="1143000" indent="-228600" eaLnBrk="0" hangingPunct="0">
              <a:defRPr sz="2400">
                <a:solidFill>
                  <a:schemeClr val="tx1"/>
                </a:solidFill>
                <a:latin typeface="Times New Roman" pitchFamily="18" charset="0"/>
                <a:ea typeface="宋体" pitchFamily="2" charset="-122"/>
              </a:defRPr>
            </a:lvl3pPr>
            <a:lvl4pPr marL="1600200" indent="-228600" eaLnBrk="0" hangingPunct="0">
              <a:defRPr sz="2400">
                <a:solidFill>
                  <a:schemeClr val="tx1"/>
                </a:solidFill>
                <a:latin typeface="Times New Roman" pitchFamily="18" charset="0"/>
                <a:ea typeface="宋体" pitchFamily="2" charset="-122"/>
              </a:defRPr>
            </a:lvl4pPr>
            <a:lvl5pPr marL="2057400" indent="-228600" eaLnBrk="0" hangingPunct="0">
              <a:defRPr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400">
                <a:solidFill>
                  <a:schemeClr val="tx1"/>
                </a:solidFill>
                <a:latin typeface="Times New Roman" pitchFamily="18" charset="0"/>
                <a:ea typeface="宋体" pitchFamily="2" charset="-122"/>
              </a:defRPr>
            </a:lvl9pPr>
          </a:lstStyle>
          <a:p>
            <a:pPr algn="ctr" eaLnBrk="1" hangingPunct="1"/>
            <a:r>
              <a:rPr lang="zh-CN" altLang="en-US" sz="2862" b="1">
                <a:solidFill>
                  <a:srgbClr val="FFFF00"/>
                </a:solidFill>
                <a:ea typeface="隶书" pitchFamily="49" charset="-122"/>
              </a:rPr>
              <a:t>结果为：</a:t>
            </a:r>
            <a:r>
              <a:rPr lang="en-US" altLang="zh-CN" sz="2862" b="1">
                <a:solidFill>
                  <a:srgbClr val="FFFF00"/>
                </a:solidFill>
                <a:ea typeface="隶书" pitchFamily="49" charset="-122"/>
              </a:rPr>
              <a:t>0.</a:t>
            </a:r>
            <a:r>
              <a:rPr lang="en-US" altLang="zh-CN" sz="2862" b="1">
                <a:solidFill>
                  <a:srgbClr val="FFFF00"/>
                </a:solidFill>
              </a:rPr>
              <a:t>101</a:t>
            </a:r>
            <a:endParaRPr lang="zh-CN" altLang="zh-CN" sz="1610">
              <a:latin typeface="Arial" charset="0"/>
            </a:endParaRPr>
          </a:p>
        </p:txBody>
      </p:sp>
      <p:sp>
        <p:nvSpPr>
          <p:cNvPr id="38920" name="Line 7"/>
          <p:cNvSpPr>
            <a:spLocks noChangeShapeType="1"/>
          </p:cNvSpPr>
          <p:nvPr/>
        </p:nvSpPr>
        <p:spPr bwMode="auto">
          <a:xfrm>
            <a:off x="5662295" y="3292713"/>
            <a:ext cx="0" cy="2930169"/>
          </a:xfrm>
          <a:prstGeom prst="line">
            <a:avLst/>
          </a:prstGeom>
          <a:noFill/>
          <a:ln w="47625">
            <a:solidFill>
              <a:srgbClr val="FF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Tree>
    <p:extLst>
      <p:ext uri="{BB962C8B-B14F-4D97-AF65-F5344CB8AC3E}">
        <p14:creationId xmlns:p14="http://schemas.microsoft.com/office/powerpoint/2010/main" val="1937432221"/>
      </p:ext>
    </p:extLst>
  </p:cSld>
  <p:clrMapOvr>
    <a:masterClrMapping/>
  </p:clrMapOvr>
  <p:transition spd="slow">
    <p:pull dir="ru"/>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5">
            <a:extLst>
              <a:ext uri="{FF2B5EF4-FFF2-40B4-BE49-F238E27FC236}">
                <a16:creationId xmlns:a16="http://schemas.microsoft.com/office/drawing/2014/main" id="{A417DAB8-CCC8-4796-9C46-E629781776D5}"/>
              </a:ext>
            </a:extLst>
          </p:cNvPr>
          <p:cNvSpPr>
            <a:spLocks noGrp="1"/>
          </p:cNvSpPr>
          <p:nvPr>
            <p:ph type="sldNum" sz="quarter" idx="12"/>
          </p:nvPr>
        </p:nvSpPr>
        <p:spPr/>
        <p:txBody>
          <a:bodyPr/>
          <a:lstStyle/>
          <a:p>
            <a:fld id="{D7634F16-E1AD-4FDC-AD35-7FDA8DDE8C90}" type="slidenum">
              <a:rPr lang="en-US" altLang="zh-CN"/>
              <a:pPr/>
              <a:t>15</a:t>
            </a:fld>
            <a:endParaRPr lang="en-US" altLang="zh-CN"/>
          </a:p>
        </p:txBody>
      </p:sp>
      <p:sp>
        <p:nvSpPr>
          <p:cNvPr id="20482" name="Rectangle 2">
            <a:extLst>
              <a:ext uri="{FF2B5EF4-FFF2-40B4-BE49-F238E27FC236}">
                <a16:creationId xmlns:a16="http://schemas.microsoft.com/office/drawing/2014/main" id="{2BB22919-2D43-4BE1-BA7D-0B1EDAB56C76}"/>
              </a:ext>
            </a:extLst>
          </p:cNvPr>
          <p:cNvSpPr>
            <a:spLocks noGrp="1" noChangeArrowheads="1"/>
          </p:cNvSpPr>
          <p:nvPr>
            <p:ph type="title"/>
          </p:nvPr>
        </p:nvSpPr>
        <p:spPr>
          <a:xfrm>
            <a:off x="142875" y="76200"/>
            <a:ext cx="8162925" cy="641350"/>
          </a:xfr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solidFill>
                  <a:schemeClr val="tx1"/>
                </a:solidFill>
                <a:prstDash val="solid"/>
                <a:miter lim="800000"/>
                <a:headEnd/>
                <a:tailEnd/>
              </a14:hiddenLine>
            </a:ext>
          </a:extLst>
        </p:spPr>
        <p:txBody>
          <a:bodyPr lIns="92075" tIns="46038" rIns="92075" bIns="46038" anchor="ctr"/>
          <a:lstStyle/>
          <a:p>
            <a:r>
              <a:rPr lang="en-US" altLang="zh-CN" sz="3500" b="0">
                <a:sym typeface="Webdings" panose="05030102010509060703" pitchFamily="18" charset="2"/>
              </a:rPr>
              <a:t>1.3.2 </a:t>
            </a:r>
            <a:r>
              <a:rPr lang="zh-CN" altLang="en-US" sz="3500" b="0">
                <a:sym typeface="Webdings" panose="05030102010509060703" pitchFamily="18" charset="2"/>
              </a:rPr>
              <a:t>不同进位计数制之间的转换</a:t>
            </a:r>
          </a:p>
        </p:txBody>
      </p:sp>
      <p:sp>
        <p:nvSpPr>
          <p:cNvPr id="20483" name="Rectangle 3">
            <a:extLst>
              <a:ext uri="{FF2B5EF4-FFF2-40B4-BE49-F238E27FC236}">
                <a16:creationId xmlns:a16="http://schemas.microsoft.com/office/drawing/2014/main" id="{66DA1F5A-E503-48B6-84DF-37D451F29D94}"/>
              </a:ext>
            </a:extLst>
          </p:cNvPr>
          <p:cNvSpPr>
            <a:spLocks noGrp="1" noChangeArrowheads="1"/>
          </p:cNvSpPr>
          <p:nvPr>
            <p:ph type="body" idx="1"/>
          </p:nvPr>
        </p:nvSpPr>
        <p:spPr>
          <a:xfrm>
            <a:off x="271463" y="914400"/>
            <a:ext cx="8720137" cy="5715000"/>
          </a:xfrm>
        </p:spPr>
        <p:txBody>
          <a:bodyPr/>
          <a:lstStyle/>
          <a:p>
            <a:pPr>
              <a:lnSpc>
                <a:spcPct val="90000"/>
              </a:lnSpc>
              <a:buFont typeface="Wingdings" panose="05000000000000000000" pitchFamily="2" charset="2"/>
              <a:buNone/>
            </a:pPr>
            <a:r>
              <a:rPr lang="zh-CN" altLang="en-US" sz="2600" b="1" dirty="0">
                <a:solidFill>
                  <a:srgbClr val="0000FF"/>
                </a:solidFill>
              </a:rPr>
              <a:t>二、十六进制数与十进制数之间的转换</a:t>
            </a:r>
          </a:p>
          <a:p>
            <a:pPr>
              <a:lnSpc>
                <a:spcPct val="90000"/>
              </a:lnSpc>
              <a:buFont typeface="Wingdings" panose="05000000000000000000" pitchFamily="2" charset="2"/>
              <a:buNone/>
            </a:pPr>
            <a:r>
              <a:rPr lang="zh-CN" altLang="en-US" b="1" dirty="0">
                <a:cs typeface="Times New Roman" panose="02020603050405020304" pitchFamily="18" charset="0"/>
              </a:rPr>
              <a:t>   </a:t>
            </a:r>
            <a:r>
              <a:rPr lang="en-US" altLang="zh-CN" b="1" dirty="0">
                <a:solidFill>
                  <a:srgbClr val="0000FF"/>
                </a:solidFill>
                <a:cs typeface="Times New Roman" panose="02020603050405020304" pitchFamily="18" charset="0"/>
              </a:rPr>
              <a:t>1.</a:t>
            </a:r>
            <a:r>
              <a:rPr lang="zh-CN" altLang="en-US" sz="2600" b="1" dirty="0">
                <a:solidFill>
                  <a:srgbClr val="0000FF"/>
                </a:solidFill>
              </a:rPr>
              <a:t>十六进制数转换为十进制数：按位权计算相加</a:t>
            </a:r>
          </a:p>
          <a:p>
            <a:pPr>
              <a:lnSpc>
                <a:spcPct val="90000"/>
              </a:lnSpc>
              <a:buFont typeface="Wingdings" panose="05000000000000000000" pitchFamily="2" charset="2"/>
              <a:buNone/>
            </a:pPr>
            <a:r>
              <a:rPr lang="zh-CN" altLang="en-US" sz="2600" b="1" dirty="0"/>
              <a:t>         各位十六进制数码乘以与其对应的权之和即为与该十六进制数相对应的十进制数。</a:t>
            </a:r>
          </a:p>
          <a:p>
            <a:pPr>
              <a:lnSpc>
                <a:spcPct val="90000"/>
              </a:lnSpc>
              <a:buFont typeface="Wingdings" panose="05000000000000000000" pitchFamily="2" charset="2"/>
              <a:buNone/>
            </a:pPr>
            <a:r>
              <a:rPr lang="zh-CN" altLang="en-US" sz="2600" b="1" dirty="0"/>
              <a:t>    </a:t>
            </a:r>
            <a:r>
              <a:rPr lang="zh-CN" altLang="en-US" sz="2600" b="1" dirty="0">
                <a:solidFill>
                  <a:srgbClr val="FF3300"/>
                </a:solidFill>
              </a:rPr>
              <a:t>例：</a:t>
            </a:r>
            <a:r>
              <a:rPr lang="en-US" altLang="zh-CN" sz="2600" b="1" dirty="0">
                <a:solidFill>
                  <a:srgbClr val="FF3300"/>
                </a:solidFill>
              </a:rPr>
              <a:t>3ACH=3 </a:t>
            </a:r>
            <a:r>
              <a:rPr lang="en-US" altLang="zh-CN" sz="2600" b="1" dirty="0">
                <a:solidFill>
                  <a:srgbClr val="FF3300"/>
                </a:solidFill>
                <a:sym typeface="Symbol" panose="05050102010706020507" pitchFamily="18" charset="2"/>
              </a:rPr>
              <a:t></a:t>
            </a:r>
            <a:r>
              <a:rPr lang="en-US" altLang="zh-CN" sz="2600" b="1" dirty="0">
                <a:solidFill>
                  <a:srgbClr val="FF3300"/>
                </a:solidFill>
              </a:rPr>
              <a:t> 16</a:t>
            </a:r>
            <a:r>
              <a:rPr lang="en-US" altLang="zh-CN" sz="2600" b="1" baseline="30000" dirty="0">
                <a:solidFill>
                  <a:srgbClr val="FF3300"/>
                </a:solidFill>
              </a:rPr>
              <a:t>2</a:t>
            </a:r>
            <a:r>
              <a:rPr lang="en-US" altLang="zh-CN" sz="2600" b="1" dirty="0">
                <a:solidFill>
                  <a:srgbClr val="FF3300"/>
                </a:solidFill>
              </a:rPr>
              <a:t>+10 </a:t>
            </a:r>
            <a:r>
              <a:rPr lang="en-US" altLang="zh-CN" sz="2600" b="1" dirty="0">
                <a:solidFill>
                  <a:srgbClr val="FF3300"/>
                </a:solidFill>
                <a:sym typeface="Symbol" panose="05050102010706020507" pitchFamily="18" charset="2"/>
              </a:rPr>
              <a:t></a:t>
            </a:r>
            <a:r>
              <a:rPr lang="en-US" altLang="zh-CN" sz="2600" b="1" dirty="0">
                <a:solidFill>
                  <a:srgbClr val="FF3300"/>
                </a:solidFill>
              </a:rPr>
              <a:t> 16</a:t>
            </a:r>
            <a:r>
              <a:rPr lang="en-US" altLang="zh-CN" sz="2600" b="1" baseline="30000" dirty="0">
                <a:solidFill>
                  <a:srgbClr val="FF3300"/>
                </a:solidFill>
              </a:rPr>
              <a:t>1</a:t>
            </a:r>
            <a:r>
              <a:rPr lang="en-US" altLang="zh-CN" sz="2600" b="1" dirty="0">
                <a:solidFill>
                  <a:srgbClr val="FF3300"/>
                </a:solidFill>
              </a:rPr>
              <a:t>+12 </a:t>
            </a:r>
            <a:r>
              <a:rPr lang="en-US" altLang="zh-CN" sz="2600" b="1" dirty="0">
                <a:solidFill>
                  <a:srgbClr val="FF3300"/>
                </a:solidFill>
                <a:sym typeface="Symbol" panose="05050102010706020507" pitchFamily="18" charset="2"/>
              </a:rPr>
              <a:t></a:t>
            </a:r>
            <a:r>
              <a:rPr lang="en-US" altLang="zh-CN" sz="2600" b="1" dirty="0">
                <a:solidFill>
                  <a:srgbClr val="FF3300"/>
                </a:solidFill>
              </a:rPr>
              <a:t> 16</a:t>
            </a:r>
            <a:r>
              <a:rPr lang="en-US" altLang="zh-CN" sz="2600" b="1" baseline="30000" dirty="0">
                <a:solidFill>
                  <a:srgbClr val="FF3300"/>
                </a:solidFill>
              </a:rPr>
              <a:t>0</a:t>
            </a:r>
            <a:r>
              <a:rPr lang="en-US" altLang="zh-CN" sz="2600" b="1" dirty="0">
                <a:solidFill>
                  <a:srgbClr val="FF3300"/>
                </a:solidFill>
              </a:rPr>
              <a:t>=940</a:t>
            </a:r>
          </a:p>
          <a:p>
            <a:pPr>
              <a:lnSpc>
                <a:spcPct val="90000"/>
              </a:lnSpc>
              <a:buFont typeface="Wingdings" panose="05000000000000000000" pitchFamily="2" charset="2"/>
              <a:buNone/>
            </a:pPr>
            <a:r>
              <a:rPr lang="en-US" altLang="zh-CN" sz="2600" b="1" dirty="0">
                <a:cs typeface="Times New Roman" panose="02020603050405020304" pitchFamily="18" charset="0"/>
              </a:rPr>
              <a:t>    </a:t>
            </a:r>
            <a:r>
              <a:rPr lang="en-US" altLang="zh-CN" sz="2600" b="1" dirty="0">
                <a:solidFill>
                  <a:srgbClr val="0000FF"/>
                </a:solidFill>
                <a:cs typeface="Times New Roman" panose="02020603050405020304" pitchFamily="18" charset="0"/>
              </a:rPr>
              <a:t>2.</a:t>
            </a:r>
            <a:r>
              <a:rPr lang="zh-CN" altLang="en-US" sz="2600" b="1" dirty="0">
                <a:solidFill>
                  <a:srgbClr val="0000FF"/>
                </a:solidFill>
              </a:rPr>
              <a:t>十进制数转换为十六进制数</a:t>
            </a:r>
          </a:p>
          <a:p>
            <a:pPr>
              <a:lnSpc>
                <a:spcPct val="90000"/>
              </a:lnSpc>
              <a:buFont typeface="Wingdings" panose="05000000000000000000" pitchFamily="2" charset="2"/>
              <a:buNone/>
            </a:pPr>
            <a:r>
              <a:rPr lang="zh-CN" altLang="en-US" sz="2600" b="1" dirty="0">
                <a:solidFill>
                  <a:srgbClr val="0000FF"/>
                </a:solidFill>
                <a:sym typeface="Wingdings" panose="05000000000000000000" pitchFamily="2" charset="2"/>
              </a:rPr>
              <a:t>    除</a:t>
            </a:r>
            <a:r>
              <a:rPr lang="en-US" altLang="zh-CN" sz="2600" b="1" dirty="0">
                <a:solidFill>
                  <a:srgbClr val="0000FF"/>
                </a:solidFill>
                <a:sym typeface="Wingdings" panose="05000000000000000000" pitchFamily="2" charset="2"/>
              </a:rPr>
              <a:t>16</a:t>
            </a:r>
            <a:r>
              <a:rPr lang="zh-CN" altLang="en-US" sz="2600" b="1" dirty="0">
                <a:solidFill>
                  <a:srgbClr val="0000FF"/>
                </a:solidFill>
                <a:sym typeface="Wingdings" panose="05000000000000000000" pitchFamily="2" charset="2"/>
              </a:rPr>
              <a:t>取余，余数反序排列</a:t>
            </a:r>
          </a:p>
          <a:p>
            <a:pPr>
              <a:lnSpc>
                <a:spcPct val="90000"/>
              </a:lnSpc>
              <a:buFont typeface="Wingdings" panose="05000000000000000000" pitchFamily="2" charset="2"/>
              <a:buNone/>
            </a:pPr>
            <a:r>
              <a:rPr lang="zh-CN" altLang="en-US" sz="2600" b="1" dirty="0">
                <a:sym typeface="Wingdings" panose="05000000000000000000" pitchFamily="2" charset="2"/>
              </a:rPr>
              <a:t>          把要转换的十进制数的整数部分不断除以</a:t>
            </a:r>
            <a:r>
              <a:rPr lang="en-US" altLang="zh-CN" sz="2600" b="1" dirty="0">
                <a:sym typeface="Wingdings" panose="05000000000000000000" pitchFamily="2" charset="2"/>
              </a:rPr>
              <a:t>16</a:t>
            </a:r>
            <a:r>
              <a:rPr lang="zh-CN" altLang="en-US" sz="2600" b="1" dirty="0">
                <a:sym typeface="Wingdings" panose="05000000000000000000" pitchFamily="2" charset="2"/>
              </a:rPr>
              <a:t>，并记下余数，直到商为</a:t>
            </a:r>
            <a:r>
              <a:rPr lang="en-US" altLang="zh-CN" sz="2600" b="1" dirty="0">
                <a:sym typeface="Wingdings" panose="05000000000000000000" pitchFamily="2" charset="2"/>
              </a:rPr>
              <a:t>0</a:t>
            </a:r>
            <a:r>
              <a:rPr lang="zh-CN" altLang="en-US" sz="2600" b="1" dirty="0">
                <a:sym typeface="Wingdings" panose="05000000000000000000" pitchFamily="2" charset="2"/>
              </a:rPr>
              <a:t>。                       </a:t>
            </a:r>
            <a:r>
              <a:rPr lang="zh-CN" altLang="en-US" sz="2600" b="1" dirty="0">
                <a:solidFill>
                  <a:srgbClr val="FF3300"/>
                </a:solidFill>
                <a:sym typeface="Wingdings" panose="05000000000000000000" pitchFamily="2" charset="2"/>
              </a:rPr>
              <a:t>余数</a:t>
            </a:r>
          </a:p>
          <a:p>
            <a:pPr>
              <a:lnSpc>
                <a:spcPct val="90000"/>
              </a:lnSpc>
              <a:buFont typeface="Wingdings" panose="05000000000000000000" pitchFamily="2" charset="2"/>
              <a:buNone/>
            </a:pPr>
            <a:r>
              <a:rPr lang="zh-CN" altLang="en-US" sz="2600" b="1" dirty="0">
                <a:sym typeface="Wingdings" panose="05000000000000000000" pitchFamily="2" charset="2"/>
              </a:rPr>
              <a:t>    </a:t>
            </a:r>
            <a:r>
              <a:rPr lang="zh-CN" altLang="en-US" sz="2600" b="1" dirty="0">
                <a:solidFill>
                  <a:srgbClr val="FF3300"/>
                </a:solidFill>
                <a:sym typeface="Wingdings" panose="05000000000000000000" pitchFamily="2" charset="2"/>
              </a:rPr>
              <a:t>例：</a:t>
            </a:r>
            <a:r>
              <a:rPr lang="en-US" altLang="zh-CN" sz="2600" b="1" dirty="0">
                <a:solidFill>
                  <a:srgbClr val="FF3300"/>
                </a:solidFill>
                <a:sym typeface="Wingdings" panose="05000000000000000000" pitchFamily="2" charset="2"/>
              </a:rPr>
              <a:t>N=334         334/16=20          </a:t>
            </a:r>
            <a:r>
              <a:rPr lang="zh-CN" altLang="en-US" sz="2600" b="1" dirty="0">
                <a:solidFill>
                  <a:srgbClr val="FF3300"/>
                </a:solidFill>
                <a:sym typeface="Wingdings" panose="05000000000000000000" pitchFamily="2" charset="2"/>
              </a:rPr>
              <a:t>（</a:t>
            </a:r>
            <a:r>
              <a:rPr lang="en-US" altLang="zh-CN" sz="2600" b="1" dirty="0">
                <a:solidFill>
                  <a:srgbClr val="FF3300"/>
                </a:solidFill>
                <a:sym typeface="Wingdings" panose="05000000000000000000" pitchFamily="2" charset="2"/>
              </a:rPr>
              <a:t>a</a:t>
            </a:r>
            <a:r>
              <a:rPr lang="en-US" altLang="zh-CN" sz="2600" b="1" baseline="-2000" dirty="0">
                <a:solidFill>
                  <a:srgbClr val="FF3300"/>
                </a:solidFill>
                <a:sym typeface="Wingdings" panose="05000000000000000000" pitchFamily="2" charset="2"/>
              </a:rPr>
              <a:t>0</a:t>
            </a:r>
            <a:r>
              <a:rPr lang="en-US" altLang="zh-CN" sz="2600" b="1" dirty="0">
                <a:solidFill>
                  <a:srgbClr val="FF3300"/>
                </a:solidFill>
                <a:sym typeface="Wingdings" panose="05000000000000000000" pitchFamily="2" charset="2"/>
              </a:rPr>
              <a:t>=14</a:t>
            </a:r>
            <a:r>
              <a:rPr lang="zh-CN" altLang="en-US" sz="2600" b="1" dirty="0">
                <a:solidFill>
                  <a:srgbClr val="FF3300"/>
                </a:solidFill>
                <a:sym typeface="Wingdings" panose="05000000000000000000" pitchFamily="2" charset="2"/>
              </a:rPr>
              <a:t>）</a:t>
            </a:r>
          </a:p>
          <a:p>
            <a:pPr>
              <a:lnSpc>
                <a:spcPct val="90000"/>
              </a:lnSpc>
              <a:buFont typeface="Wingdings" panose="05000000000000000000" pitchFamily="2" charset="2"/>
              <a:buNone/>
            </a:pPr>
            <a:r>
              <a:rPr lang="zh-CN" altLang="en-US" sz="2600" b="1" dirty="0">
                <a:solidFill>
                  <a:srgbClr val="FF3300"/>
                </a:solidFill>
                <a:sym typeface="Wingdings" panose="05000000000000000000" pitchFamily="2" charset="2"/>
              </a:rPr>
              <a:t>                                 </a:t>
            </a:r>
            <a:r>
              <a:rPr lang="en-US" altLang="zh-CN" sz="2600" b="1" dirty="0">
                <a:solidFill>
                  <a:srgbClr val="FF3300"/>
                </a:solidFill>
                <a:sym typeface="Wingdings" panose="05000000000000000000" pitchFamily="2" charset="2"/>
              </a:rPr>
              <a:t>20/16=1            </a:t>
            </a:r>
            <a:r>
              <a:rPr lang="zh-CN" altLang="en-US" sz="2600" b="1" dirty="0">
                <a:solidFill>
                  <a:srgbClr val="FF3300"/>
                </a:solidFill>
                <a:sym typeface="Wingdings" panose="05000000000000000000" pitchFamily="2" charset="2"/>
              </a:rPr>
              <a:t>（</a:t>
            </a:r>
            <a:r>
              <a:rPr lang="en-US" altLang="zh-CN" sz="2600" b="1" dirty="0">
                <a:solidFill>
                  <a:srgbClr val="FF3300"/>
                </a:solidFill>
                <a:sym typeface="Wingdings" panose="05000000000000000000" pitchFamily="2" charset="2"/>
              </a:rPr>
              <a:t>a</a:t>
            </a:r>
            <a:r>
              <a:rPr lang="en-US" altLang="zh-CN" sz="2600" b="1" baseline="-2000" dirty="0">
                <a:solidFill>
                  <a:srgbClr val="FF3300"/>
                </a:solidFill>
                <a:sym typeface="Wingdings" panose="05000000000000000000" pitchFamily="2" charset="2"/>
              </a:rPr>
              <a:t>1</a:t>
            </a:r>
            <a:r>
              <a:rPr lang="en-US" altLang="zh-CN" sz="2600" b="1" dirty="0">
                <a:solidFill>
                  <a:srgbClr val="FF3300"/>
                </a:solidFill>
                <a:sym typeface="Wingdings" panose="05000000000000000000" pitchFamily="2" charset="2"/>
              </a:rPr>
              <a:t>=4</a:t>
            </a:r>
            <a:r>
              <a:rPr lang="zh-CN" altLang="en-US" sz="2600" b="1" dirty="0">
                <a:solidFill>
                  <a:srgbClr val="FF3300"/>
                </a:solidFill>
                <a:sym typeface="Wingdings" panose="05000000000000000000" pitchFamily="2" charset="2"/>
              </a:rPr>
              <a:t>）</a:t>
            </a:r>
          </a:p>
          <a:p>
            <a:pPr>
              <a:lnSpc>
                <a:spcPct val="90000"/>
              </a:lnSpc>
              <a:buFont typeface="Wingdings" panose="05000000000000000000" pitchFamily="2" charset="2"/>
              <a:buNone/>
            </a:pPr>
            <a:r>
              <a:rPr lang="zh-CN" altLang="en-US" sz="2600" b="1" dirty="0">
                <a:solidFill>
                  <a:srgbClr val="FF3300"/>
                </a:solidFill>
                <a:sym typeface="Wingdings" panose="05000000000000000000" pitchFamily="2" charset="2"/>
              </a:rPr>
              <a:t>                                 </a:t>
            </a:r>
            <a:r>
              <a:rPr lang="en-US" altLang="zh-CN" sz="2600" b="1" dirty="0">
                <a:solidFill>
                  <a:srgbClr val="FF3300"/>
                </a:solidFill>
                <a:sym typeface="Wingdings" panose="05000000000000000000" pitchFamily="2" charset="2"/>
              </a:rPr>
              <a:t>1/16=0              </a:t>
            </a:r>
            <a:r>
              <a:rPr lang="zh-CN" altLang="en-US" sz="2600" b="1" dirty="0">
                <a:solidFill>
                  <a:srgbClr val="FF3300"/>
                </a:solidFill>
                <a:sym typeface="Wingdings" panose="05000000000000000000" pitchFamily="2" charset="2"/>
              </a:rPr>
              <a:t>（</a:t>
            </a:r>
            <a:r>
              <a:rPr lang="en-US" altLang="zh-CN" sz="2600" b="1" dirty="0">
                <a:solidFill>
                  <a:srgbClr val="FF3300"/>
                </a:solidFill>
                <a:sym typeface="Wingdings" panose="05000000000000000000" pitchFamily="2" charset="2"/>
              </a:rPr>
              <a:t>a</a:t>
            </a:r>
            <a:r>
              <a:rPr lang="en-US" altLang="zh-CN" sz="2600" b="1" baseline="-2000" dirty="0">
                <a:solidFill>
                  <a:srgbClr val="FF3300"/>
                </a:solidFill>
                <a:sym typeface="Wingdings" panose="05000000000000000000" pitchFamily="2" charset="2"/>
              </a:rPr>
              <a:t>2</a:t>
            </a:r>
            <a:r>
              <a:rPr lang="en-US" altLang="zh-CN" sz="2600" b="1" dirty="0">
                <a:solidFill>
                  <a:srgbClr val="FF3300"/>
                </a:solidFill>
                <a:sym typeface="Wingdings" panose="05000000000000000000" pitchFamily="2" charset="2"/>
              </a:rPr>
              <a:t>=1</a:t>
            </a:r>
            <a:r>
              <a:rPr lang="zh-CN" altLang="en-US" sz="2600" b="1" dirty="0">
                <a:solidFill>
                  <a:srgbClr val="FF3300"/>
                </a:solidFill>
                <a:sym typeface="Wingdings" panose="05000000000000000000" pitchFamily="2" charset="2"/>
              </a:rPr>
              <a:t>）</a:t>
            </a:r>
          </a:p>
          <a:p>
            <a:pPr>
              <a:lnSpc>
                <a:spcPct val="90000"/>
              </a:lnSpc>
              <a:buFont typeface="Wingdings" panose="05000000000000000000" pitchFamily="2" charset="2"/>
              <a:buNone/>
            </a:pPr>
            <a:r>
              <a:rPr lang="zh-CN" altLang="en-US" sz="2600" b="1" dirty="0">
                <a:solidFill>
                  <a:srgbClr val="FF3300"/>
                </a:solidFill>
                <a:sym typeface="Wingdings" panose="05000000000000000000" pitchFamily="2" charset="2"/>
              </a:rPr>
              <a:t>                  所以：</a:t>
            </a:r>
            <a:r>
              <a:rPr lang="en-US" altLang="zh-CN" sz="2600" b="1" dirty="0">
                <a:solidFill>
                  <a:srgbClr val="FF3300"/>
                </a:solidFill>
                <a:sym typeface="Wingdings" panose="05000000000000000000" pitchFamily="2" charset="2"/>
              </a:rPr>
              <a:t>N=334=a</a:t>
            </a:r>
            <a:r>
              <a:rPr lang="en-US" altLang="zh-CN" sz="2600" b="1" baseline="-25000" dirty="0">
                <a:solidFill>
                  <a:srgbClr val="FF3300"/>
                </a:solidFill>
                <a:sym typeface="Wingdings" panose="05000000000000000000" pitchFamily="2" charset="2"/>
              </a:rPr>
              <a:t>2</a:t>
            </a:r>
            <a:r>
              <a:rPr lang="en-US" altLang="zh-CN" sz="2600" b="1" dirty="0">
                <a:solidFill>
                  <a:srgbClr val="FF3300"/>
                </a:solidFill>
                <a:sym typeface="Wingdings" panose="05000000000000000000" pitchFamily="2" charset="2"/>
              </a:rPr>
              <a:t>a</a:t>
            </a:r>
            <a:r>
              <a:rPr lang="en-US" altLang="zh-CN" sz="2600" b="1" baseline="-25000" dirty="0">
                <a:solidFill>
                  <a:srgbClr val="FF3300"/>
                </a:solidFill>
                <a:sym typeface="Wingdings" panose="05000000000000000000" pitchFamily="2" charset="2"/>
              </a:rPr>
              <a:t>1</a:t>
            </a:r>
            <a:r>
              <a:rPr lang="en-US" altLang="zh-CN" sz="2600" b="1" dirty="0">
                <a:solidFill>
                  <a:srgbClr val="FF3300"/>
                </a:solidFill>
                <a:sym typeface="Wingdings" panose="05000000000000000000" pitchFamily="2" charset="2"/>
              </a:rPr>
              <a:t>a</a:t>
            </a:r>
            <a:r>
              <a:rPr lang="en-US" altLang="zh-CN" sz="2600" b="1" baseline="-25000" dirty="0">
                <a:solidFill>
                  <a:srgbClr val="FF3300"/>
                </a:solidFill>
                <a:sym typeface="Wingdings" panose="05000000000000000000" pitchFamily="2" charset="2"/>
              </a:rPr>
              <a:t>0</a:t>
            </a:r>
            <a:r>
              <a:rPr lang="en-US" altLang="zh-CN" sz="2600" b="1" dirty="0">
                <a:solidFill>
                  <a:srgbClr val="FF3300"/>
                </a:solidFill>
                <a:sym typeface="Wingdings" panose="05000000000000000000" pitchFamily="2" charset="2"/>
              </a:rPr>
              <a:t>H=14EH</a:t>
            </a:r>
          </a:p>
        </p:txBody>
      </p:sp>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0483">
                                            <p:txEl>
                                              <p:pRg st="0" end="0"/>
                                            </p:txEl>
                                          </p:spTgt>
                                        </p:tgtEl>
                                        <p:attrNameLst>
                                          <p:attrName>style.visibility</p:attrName>
                                        </p:attrNameLst>
                                      </p:cBhvr>
                                      <p:to>
                                        <p:strVal val="visible"/>
                                      </p:to>
                                    </p:set>
                                    <p:animEffect transition="in" filter="wipe(left)">
                                      <p:cBhvr>
                                        <p:cTn id="7" dur="500"/>
                                        <p:tgtEl>
                                          <p:spTgt spid="2048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0483">
                                            <p:txEl>
                                              <p:pRg st="1" end="1"/>
                                            </p:txEl>
                                          </p:spTgt>
                                        </p:tgtEl>
                                        <p:attrNameLst>
                                          <p:attrName>style.visibility</p:attrName>
                                        </p:attrNameLst>
                                      </p:cBhvr>
                                      <p:to>
                                        <p:strVal val="visible"/>
                                      </p:to>
                                    </p:set>
                                    <p:animEffect transition="in" filter="wipe(left)">
                                      <p:cBhvr>
                                        <p:cTn id="12" dur="500"/>
                                        <p:tgtEl>
                                          <p:spTgt spid="2048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0483">
                                            <p:txEl>
                                              <p:pRg st="2" end="2"/>
                                            </p:txEl>
                                          </p:spTgt>
                                        </p:tgtEl>
                                        <p:attrNameLst>
                                          <p:attrName>style.visibility</p:attrName>
                                        </p:attrNameLst>
                                      </p:cBhvr>
                                      <p:to>
                                        <p:strVal val="visible"/>
                                      </p:to>
                                    </p:set>
                                    <p:animEffect transition="in" filter="wipe(left)">
                                      <p:cBhvr>
                                        <p:cTn id="17" dur="500"/>
                                        <p:tgtEl>
                                          <p:spTgt spid="20483">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0483">
                                            <p:txEl>
                                              <p:pRg st="3" end="3"/>
                                            </p:txEl>
                                          </p:spTgt>
                                        </p:tgtEl>
                                        <p:attrNameLst>
                                          <p:attrName>style.visibility</p:attrName>
                                        </p:attrNameLst>
                                      </p:cBhvr>
                                      <p:to>
                                        <p:strVal val="visible"/>
                                      </p:to>
                                    </p:set>
                                    <p:animEffect transition="in" filter="wipe(left)">
                                      <p:cBhvr>
                                        <p:cTn id="22" dur="500"/>
                                        <p:tgtEl>
                                          <p:spTgt spid="20483">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0483">
                                            <p:txEl>
                                              <p:pRg st="4" end="4"/>
                                            </p:txEl>
                                          </p:spTgt>
                                        </p:tgtEl>
                                        <p:attrNameLst>
                                          <p:attrName>style.visibility</p:attrName>
                                        </p:attrNameLst>
                                      </p:cBhvr>
                                      <p:to>
                                        <p:strVal val="visible"/>
                                      </p:to>
                                    </p:set>
                                    <p:animEffect transition="in" filter="wipe(left)">
                                      <p:cBhvr>
                                        <p:cTn id="27" dur="500"/>
                                        <p:tgtEl>
                                          <p:spTgt spid="20483">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0483">
                                            <p:txEl>
                                              <p:pRg st="5" end="5"/>
                                            </p:txEl>
                                          </p:spTgt>
                                        </p:tgtEl>
                                        <p:attrNameLst>
                                          <p:attrName>style.visibility</p:attrName>
                                        </p:attrNameLst>
                                      </p:cBhvr>
                                      <p:to>
                                        <p:strVal val="visible"/>
                                      </p:to>
                                    </p:set>
                                    <p:animEffect transition="in" filter="wipe(left)">
                                      <p:cBhvr>
                                        <p:cTn id="32" dur="500"/>
                                        <p:tgtEl>
                                          <p:spTgt spid="20483">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20483">
                                            <p:txEl>
                                              <p:pRg st="6" end="6"/>
                                            </p:txEl>
                                          </p:spTgt>
                                        </p:tgtEl>
                                        <p:attrNameLst>
                                          <p:attrName>style.visibility</p:attrName>
                                        </p:attrNameLst>
                                      </p:cBhvr>
                                      <p:to>
                                        <p:strVal val="visible"/>
                                      </p:to>
                                    </p:set>
                                    <p:animEffect transition="in" filter="wipe(left)">
                                      <p:cBhvr>
                                        <p:cTn id="37" dur="500"/>
                                        <p:tgtEl>
                                          <p:spTgt spid="20483">
                                            <p:txEl>
                                              <p:pRg st="6" end="6"/>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20483">
                                            <p:txEl>
                                              <p:pRg st="7" end="7"/>
                                            </p:txEl>
                                          </p:spTgt>
                                        </p:tgtEl>
                                        <p:attrNameLst>
                                          <p:attrName>style.visibility</p:attrName>
                                        </p:attrNameLst>
                                      </p:cBhvr>
                                      <p:to>
                                        <p:strVal val="visible"/>
                                      </p:to>
                                    </p:set>
                                    <p:animEffect transition="in" filter="wipe(left)">
                                      <p:cBhvr>
                                        <p:cTn id="42" dur="500"/>
                                        <p:tgtEl>
                                          <p:spTgt spid="20483">
                                            <p:txEl>
                                              <p:pRg st="7" end="7"/>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20483">
                                            <p:txEl>
                                              <p:pRg st="8" end="8"/>
                                            </p:txEl>
                                          </p:spTgt>
                                        </p:tgtEl>
                                        <p:attrNameLst>
                                          <p:attrName>style.visibility</p:attrName>
                                        </p:attrNameLst>
                                      </p:cBhvr>
                                      <p:to>
                                        <p:strVal val="visible"/>
                                      </p:to>
                                    </p:set>
                                    <p:animEffect transition="in" filter="wipe(left)">
                                      <p:cBhvr>
                                        <p:cTn id="47" dur="500"/>
                                        <p:tgtEl>
                                          <p:spTgt spid="20483">
                                            <p:txEl>
                                              <p:pRg st="8" end="8"/>
                                            </p:txEl>
                                          </p:spTgt>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20483">
                                            <p:txEl>
                                              <p:pRg st="9" end="9"/>
                                            </p:txEl>
                                          </p:spTgt>
                                        </p:tgtEl>
                                        <p:attrNameLst>
                                          <p:attrName>style.visibility</p:attrName>
                                        </p:attrNameLst>
                                      </p:cBhvr>
                                      <p:to>
                                        <p:strVal val="visible"/>
                                      </p:to>
                                    </p:set>
                                    <p:animEffect transition="in" filter="wipe(left)">
                                      <p:cBhvr>
                                        <p:cTn id="52" dur="500"/>
                                        <p:tgtEl>
                                          <p:spTgt spid="20483">
                                            <p:txEl>
                                              <p:pRg st="9" end="9"/>
                                            </p:txEl>
                                          </p:spTgt>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20483">
                                            <p:txEl>
                                              <p:pRg st="10" end="10"/>
                                            </p:txEl>
                                          </p:spTgt>
                                        </p:tgtEl>
                                        <p:attrNameLst>
                                          <p:attrName>style.visibility</p:attrName>
                                        </p:attrNameLst>
                                      </p:cBhvr>
                                      <p:to>
                                        <p:strVal val="visible"/>
                                      </p:to>
                                    </p:set>
                                    <p:animEffect transition="in" filter="wipe(left)">
                                      <p:cBhvr>
                                        <p:cTn id="57" dur="500"/>
                                        <p:tgtEl>
                                          <p:spTgt spid="2048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a:spLocks/>
          </p:cNvSpPr>
          <p:nvPr/>
        </p:nvSpPr>
        <p:spPr bwMode="auto">
          <a:xfrm>
            <a:off x="533401" y="1384696"/>
            <a:ext cx="8229600" cy="1022152"/>
          </a:xfrm>
          <a:prstGeom prst="rect">
            <a:avLst/>
          </a:prstGeom>
          <a:noFill/>
          <a:ln w="9525">
            <a:noFill/>
            <a:miter lim="800000"/>
            <a:headEnd/>
            <a:tailEnd/>
          </a:ln>
          <a:effectLst/>
        </p:spPr>
        <p:txBody>
          <a:bodyPr anchor="ctr"/>
          <a:lstStyle/>
          <a:p>
            <a:pPr eaLnBrk="0" hangingPunct="0">
              <a:defRPr/>
            </a:pPr>
            <a:r>
              <a:rPr kumimoji="1" lang="zh-CN" altLang="en-US" sz="3577" b="1" kern="0" dirty="0">
                <a:solidFill>
                  <a:srgbClr val="660066"/>
                </a:solidFill>
                <a:effectLst>
                  <a:outerShdw blurRad="38100" dist="38100" dir="2700000" algn="tl">
                    <a:srgbClr val="C0C0C0"/>
                  </a:outerShdw>
                </a:effectLst>
                <a:latin typeface="+mj-lt"/>
                <a:ea typeface="+mj-ea"/>
                <a:cs typeface="+mj-cs"/>
              </a:rPr>
              <a:t>二进制和八进制的关系</a:t>
            </a:r>
          </a:p>
        </p:txBody>
      </p:sp>
      <p:sp>
        <p:nvSpPr>
          <p:cNvPr id="37968" name="Text Box 80"/>
          <p:cNvSpPr txBox="1">
            <a:spLocks noChangeArrowheads="1"/>
          </p:cNvSpPr>
          <p:nvPr/>
        </p:nvSpPr>
        <p:spPr bwMode="auto">
          <a:xfrm>
            <a:off x="685800" y="2951997"/>
            <a:ext cx="6917278" cy="1525418"/>
          </a:xfrm>
          <a:prstGeom prst="rect">
            <a:avLst/>
          </a:prstGeom>
          <a:noFill/>
          <a:ln w="9525">
            <a:noFill/>
            <a:miter lim="800000"/>
            <a:headEnd/>
            <a:tailEnd/>
          </a:ln>
          <a:effectLst>
            <a:prstShdw prst="shdw17" dist="17961" dir="2700000">
              <a:schemeClr val="accent1">
                <a:gamma/>
                <a:shade val="60000"/>
                <a:invGamma/>
              </a:schemeClr>
            </a:prstShdw>
          </a:effectLst>
        </p:spPr>
        <p:txBody>
          <a:bodyPr wrap="none">
            <a:spAutoFit/>
          </a:bodyPr>
          <a:lstStyle/>
          <a:p>
            <a:pPr>
              <a:defRPr/>
            </a:pPr>
            <a:r>
              <a:rPr kumimoji="1" lang="en-US" altLang="zh-CN" sz="2504" b="1" dirty="0"/>
              <a:t>Octal → Binary∶----  </a:t>
            </a:r>
            <a:r>
              <a:rPr kumimoji="1" lang="zh-CN" altLang="en-US" sz="2504" b="1" dirty="0">
                <a:solidFill>
                  <a:srgbClr val="990033"/>
                </a:solidFill>
              </a:rPr>
              <a:t>以小数点定位，一拆为三</a:t>
            </a:r>
          </a:p>
          <a:p>
            <a:pPr>
              <a:defRPr/>
            </a:pPr>
            <a:endParaRPr kumimoji="1" lang="zh-CN" altLang="en-US" sz="2504" b="1" dirty="0"/>
          </a:p>
          <a:p>
            <a:pPr>
              <a:defRPr/>
            </a:pPr>
            <a:r>
              <a:rPr kumimoji="1" lang="zh-CN" altLang="en-US" sz="2504" b="1" dirty="0"/>
              <a:t>３３５</a:t>
            </a:r>
            <a:r>
              <a:rPr kumimoji="1" lang="en-US" altLang="zh-CN" sz="2504" b="1" dirty="0">
                <a:solidFill>
                  <a:srgbClr val="FF6600"/>
                </a:solidFill>
              </a:rPr>
              <a:t>O</a:t>
            </a:r>
            <a:r>
              <a:rPr kumimoji="1" lang="en-US" altLang="zh-CN" sz="2504" b="1" dirty="0"/>
              <a:t> </a:t>
            </a:r>
            <a:r>
              <a:rPr kumimoji="1" lang="zh-CN" altLang="en-US" sz="2504" b="1" dirty="0"/>
              <a:t>＝</a:t>
            </a:r>
            <a:r>
              <a:rPr kumimoji="1" lang="zh-CN" altLang="en-US" sz="2504" b="1" u="sng" dirty="0"/>
              <a:t>１１</a:t>
            </a:r>
            <a:r>
              <a:rPr kumimoji="1" lang="zh-CN" altLang="en-US" sz="2504" b="1" dirty="0"/>
              <a:t>  </a:t>
            </a:r>
            <a:r>
              <a:rPr kumimoji="1" lang="zh-CN" altLang="en-US" sz="2504" b="1" u="sng" dirty="0"/>
              <a:t>０１１</a:t>
            </a:r>
            <a:r>
              <a:rPr kumimoji="1" lang="zh-CN" altLang="en-US" sz="2504" b="1" dirty="0"/>
              <a:t>  </a:t>
            </a:r>
            <a:r>
              <a:rPr kumimoji="1" lang="zh-CN" altLang="en-US" sz="2504" b="1" u="sng" dirty="0"/>
              <a:t>１０１</a:t>
            </a:r>
            <a:r>
              <a:rPr kumimoji="1" lang="en-US" altLang="zh-CN" sz="2504" b="1" dirty="0">
                <a:solidFill>
                  <a:srgbClr val="FF6600"/>
                </a:solidFill>
              </a:rPr>
              <a:t>B</a:t>
            </a:r>
          </a:p>
          <a:p>
            <a:pPr>
              <a:defRPr/>
            </a:pPr>
            <a:endParaRPr lang="zh-CN" altLang="en-US" dirty="0"/>
          </a:p>
        </p:txBody>
      </p:sp>
    </p:spTree>
    <p:extLst>
      <p:ext uri="{BB962C8B-B14F-4D97-AF65-F5344CB8AC3E}">
        <p14:creationId xmlns:p14="http://schemas.microsoft.com/office/powerpoint/2010/main" val="3629762873"/>
      </p:ext>
    </p:extLst>
  </p:cSld>
  <p:clrMapOvr>
    <a:masterClrMapping/>
  </p:clrMapOvr>
  <p:transition spd="slow">
    <p:pull dir="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内容占位符 2"/>
          <p:cNvSpPr>
            <a:spLocks/>
          </p:cNvSpPr>
          <p:nvPr/>
        </p:nvSpPr>
        <p:spPr bwMode="auto">
          <a:xfrm>
            <a:off x="381000" y="907692"/>
            <a:ext cx="7772401" cy="245316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marL="306655" indent="-306655" eaLnBrk="0" hangingPunct="0">
              <a:spcBef>
                <a:spcPct val="20000"/>
              </a:spcBef>
              <a:buClr>
                <a:srgbClr val="CC00FF"/>
              </a:buClr>
              <a:buSzPct val="75000"/>
            </a:pPr>
            <a:r>
              <a:rPr kumimoji="1" lang="zh-CN" altLang="en-US" sz="2504">
                <a:solidFill>
                  <a:srgbClr val="990033"/>
                </a:solidFill>
                <a:latin typeface="隶书" pitchFamily="49" charset="-122"/>
                <a:ea typeface="隶书" pitchFamily="49" charset="-122"/>
              </a:rPr>
              <a:t>以小数点定位，三位并一</a:t>
            </a:r>
          </a:p>
          <a:p>
            <a:pPr marL="306655" indent="-306655" eaLnBrk="0" hangingPunct="0">
              <a:spcBef>
                <a:spcPct val="20000"/>
              </a:spcBef>
              <a:buClr>
                <a:srgbClr val="CC00FF"/>
              </a:buClr>
              <a:buSzPct val="75000"/>
            </a:pPr>
            <a:r>
              <a:rPr kumimoji="1" lang="zh-CN" altLang="en-US" sz="2504">
                <a:latin typeface="隶书" pitchFamily="49" charset="-122"/>
                <a:ea typeface="隶书" pitchFamily="49" charset="-122"/>
              </a:rPr>
              <a:t>１１１ １１０ １００ </a:t>
            </a:r>
            <a:r>
              <a:rPr kumimoji="1" lang="en-US" altLang="zh-CN" sz="2504">
                <a:latin typeface="隶书" pitchFamily="49" charset="-122"/>
                <a:ea typeface="隶书" pitchFamily="49" charset="-122"/>
              </a:rPr>
              <a:t>.</a:t>
            </a:r>
            <a:r>
              <a:rPr kumimoji="1" lang="zh-CN" altLang="en-US" sz="2504">
                <a:latin typeface="隶书" pitchFamily="49" charset="-122"/>
                <a:ea typeface="隶书" pitchFamily="49" charset="-122"/>
              </a:rPr>
              <a:t>１０</a:t>
            </a:r>
            <a:r>
              <a:rPr kumimoji="1" lang="en-US" altLang="zh-CN" sz="2504" b="1">
                <a:solidFill>
                  <a:srgbClr val="FF6600"/>
                </a:solidFill>
                <a:latin typeface="隶书" pitchFamily="49" charset="-122"/>
                <a:ea typeface="隶书" pitchFamily="49" charset="-122"/>
              </a:rPr>
              <a:t>B</a:t>
            </a:r>
            <a:r>
              <a:rPr kumimoji="1" lang="en-US" altLang="zh-CN" sz="2504">
                <a:latin typeface="隶书" pitchFamily="49" charset="-122"/>
                <a:ea typeface="隶书" pitchFamily="49" charset="-122"/>
              </a:rPr>
              <a:t> </a:t>
            </a:r>
            <a:r>
              <a:rPr kumimoji="1" lang="zh-CN" altLang="en-US" sz="2504">
                <a:latin typeface="隶书" pitchFamily="49" charset="-122"/>
                <a:ea typeface="隶书" pitchFamily="49" charset="-122"/>
              </a:rPr>
              <a:t>＝７６４</a:t>
            </a:r>
            <a:r>
              <a:rPr kumimoji="1" lang="en-US" altLang="zh-CN" sz="2504">
                <a:latin typeface="隶书" pitchFamily="49" charset="-122"/>
                <a:ea typeface="隶书" pitchFamily="49" charset="-122"/>
              </a:rPr>
              <a:t>.</a:t>
            </a:r>
            <a:r>
              <a:rPr kumimoji="1" lang="zh-CN" altLang="en-US" sz="2504">
                <a:latin typeface="隶书" pitchFamily="49" charset="-122"/>
                <a:ea typeface="隶书" pitchFamily="49" charset="-122"/>
              </a:rPr>
              <a:t>４</a:t>
            </a:r>
            <a:r>
              <a:rPr kumimoji="1" lang="en-US" altLang="zh-CN" sz="2504" b="1">
                <a:solidFill>
                  <a:srgbClr val="FF6600"/>
                </a:solidFill>
                <a:latin typeface="隶书" pitchFamily="49" charset="-122"/>
                <a:ea typeface="隶书" pitchFamily="49" charset="-122"/>
              </a:rPr>
              <a:t>O</a:t>
            </a:r>
          </a:p>
          <a:p>
            <a:pPr marL="306655" indent="-306655" eaLnBrk="0" hangingPunct="0">
              <a:spcBef>
                <a:spcPct val="20000"/>
              </a:spcBef>
              <a:buClr>
                <a:srgbClr val="CC00FF"/>
              </a:buClr>
              <a:buSzPct val="75000"/>
            </a:pPr>
            <a:r>
              <a:rPr kumimoji="1" lang="zh-CN" altLang="en-US" sz="2504">
                <a:solidFill>
                  <a:srgbClr val="990033"/>
                </a:solidFill>
                <a:latin typeface="隶书" pitchFamily="49" charset="-122"/>
                <a:ea typeface="隶书" pitchFamily="49" charset="-122"/>
              </a:rPr>
              <a:t>注</a:t>
            </a:r>
            <a:r>
              <a:rPr kumimoji="1" lang="en-US" altLang="zh-CN" sz="2504">
                <a:solidFill>
                  <a:srgbClr val="990033"/>
                </a:solidFill>
                <a:latin typeface="隶书" pitchFamily="49" charset="-122"/>
                <a:ea typeface="隶书" pitchFamily="49" charset="-122"/>
              </a:rPr>
              <a:t>:</a:t>
            </a:r>
            <a:r>
              <a:rPr kumimoji="1" lang="en-US" altLang="zh-CN" sz="2504">
                <a:latin typeface="隶书" pitchFamily="49" charset="-122"/>
                <a:ea typeface="隶书" pitchFamily="49" charset="-122"/>
              </a:rPr>
              <a:t> </a:t>
            </a:r>
            <a:r>
              <a:rPr kumimoji="1" lang="zh-CN" altLang="en-US" sz="2504">
                <a:solidFill>
                  <a:srgbClr val="990033"/>
                </a:solidFill>
                <a:latin typeface="隶书" pitchFamily="49" charset="-122"/>
                <a:ea typeface="隶书" pitchFamily="49" charset="-122"/>
              </a:rPr>
              <a:t>整数部分不足三位的左边补０，小数不足三位右边补０。</a:t>
            </a:r>
          </a:p>
        </p:txBody>
      </p:sp>
      <p:graphicFrame>
        <p:nvGraphicFramePr>
          <p:cNvPr id="5" name="内容占位符 4"/>
          <p:cNvGraphicFramePr>
            <a:graphicFrameLocks noGrp="1"/>
          </p:cNvGraphicFramePr>
          <p:nvPr>
            <p:ph idx="1"/>
          </p:nvPr>
        </p:nvGraphicFramePr>
        <p:xfrm>
          <a:off x="762000" y="2747565"/>
          <a:ext cx="7772400" cy="3407171"/>
        </p:xfrm>
        <a:graphic>
          <a:graphicData uri="http://schemas.openxmlformats.org/drawingml/2006/table">
            <a:tbl>
              <a:tblPr/>
              <a:tblGrid>
                <a:gridCol w="1036638">
                  <a:extLst>
                    <a:ext uri="{9D8B030D-6E8A-4147-A177-3AD203B41FA5}">
                      <a16:colId xmlns:a16="http://schemas.microsoft.com/office/drawing/2014/main" val="20000"/>
                    </a:ext>
                  </a:extLst>
                </a:gridCol>
                <a:gridCol w="839787">
                  <a:extLst>
                    <a:ext uri="{9D8B030D-6E8A-4147-A177-3AD203B41FA5}">
                      <a16:colId xmlns:a16="http://schemas.microsoft.com/office/drawing/2014/main" val="20001"/>
                    </a:ext>
                  </a:extLst>
                </a:gridCol>
                <a:gridCol w="866775">
                  <a:extLst>
                    <a:ext uri="{9D8B030D-6E8A-4147-A177-3AD203B41FA5}">
                      <a16:colId xmlns:a16="http://schemas.microsoft.com/office/drawing/2014/main" val="20002"/>
                    </a:ext>
                  </a:extLst>
                </a:gridCol>
                <a:gridCol w="819150">
                  <a:extLst>
                    <a:ext uri="{9D8B030D-6E8A-4147-A177-3AD203B41FA5}">
                      <a16:colId xmlns:a16="http://schemas.microsoft.com/office/drawing/2014/main" val="20003"/>
                    </a:ext>
                  </a:extLst>
                </a:gridCol>
                <a:gridCol w="841375">
                  <a:extLst>
                    <a:ext uri="{9D8B030D-6E8A-4147-A177-3AD203B41FA5}">
                      <a16:colId xmlns:a16="http://schemas.microsoft.com/office/drawing/2014/main" val="20004"/>
                    </a:ext>
                  </a:extLst>
                </a:gridCol>
                <a:gridCol w="842963">
                  <a:extLst>
                    <a:ext uri="{9D8B030D-6E8A-4147-A177-3AD203B41FA5}">
                      <a16:colId xmlns:a16="http://schemas.microsoft.com/office/drawing/2014/main" val="20005"/>
                    </a:ext>
                  </a:extLst>
                </a:gridCol>
                <a:gridCol w="841375">
                  <a:extLst>
                    <a:ext uri="{9D8B030D-6E8A-4147-A177-3AD203B41FA5}">
                      <a16:colId xmlns:a16="http://schemas.microsoft.com/office/drawing/2014/main" val="20006"/>
                    </a:ext>
                  </a:extLst>
                </a:gridCol>
                <a:gridCol w="841375">
                  <a:extLst>
                    <a:ext uri="{9D8B030D-6E8A-4147-A177-3AD203B41FA5}">
                      <a16:colId xmlns:a16="http://schemas.microsoft.com/office/drawing/2014/main" val="20007"/>
                    </a:ext>
                  </a:extLst>
                </a:gridCol>
                <a:gridCol w="842962">
                  <a:extLst>
                    <a:ext uri="{9D8B030D-6E8A-4147-A177-3AD203B41FA5}">
                      <a16:colId xmlns:a16="http://schemas.microsoft.com/office/drawing/2014/main" val="20008"/>
                    </a:ext>
                  </a:extLst>
                </a:gridCol>
              </a:tblGrid>
              <a:tr h="738221">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800" b="1" i="0" u="none" strike="noStrike" cap="none" normalizeH="0" baseline="0" dirty="0">
                          <a:ln>
                            <a:noFill/>
                          </a:ln>
                          <a:solidFill>
                            <a:srgbClr val="FFFFFF"/>
                          </a:solidFill>
                          <a:effectLst/>
                          <a:latin typeface="隶书" pitchFamily="49" charset="-122"/>
                          <a:ea typeface="隶书" pitchFamily="49" charset="-122"/>
                        </a:rPr>
                        <a:t>二进制</a:t>
                      </a:r>
                    </a:p>
                  </a:txBody>
                  <a:tcPr marT="40886" marB="4088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rgbClr val="FFFFFF"/>
                          </a:solidFill>
                          <a:effectLst/>
                          <a:latin typeface="隶书" pitchFamily="49" charset="-122"/>
                          <a:ea typeface="隶书" pitchFamily="49" charset="-122"/>
                        </a:rPr>
                        <a:t>000</a:t>
                      </a:r>
                      <a:endParaRPr kumimoji="0" lang="zh-CN" altLang="en-US" sz="1600" b="1" i="0" u="none" strike="noStrike" cap="none" normalizeH="0" baseline="0">
                        <a:ln>
                          <a:noFill/>
                        </a:ln>
                        <a:solidFill>
                          <a:srgbClr val="FFFFFF"/>
                        </a:solidFill>
                        <a:effectLst/>
                        <a:latin typeface="隶书" pitchFamily="49" charset="-122"/>
                        <a:ea typeface="隶书" pitchFamily="49" charset="-122"/>
                      </a:endParaRPr>
                    </a:p>
                  </a:txBody>
                  <a:tcPr marT="40886" marB="4088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rgbClr val="FFFFFF"/>
                          </a:solidFill>
                          <a:effectLst/>
                          <a:latin typeface="隶书" pitchFamily="49" charset="-122"/>
                          <a:ea typeface="隶书" pitchFamily="49" charset="-122"/>
                        </a:rPr>
                        <a:t>001</a:t>
                      </a:r>
                      <a:endParaRPr kumimoji="0" lang="zh-CN" altLang="en-US" sz="1600" b="1" i="0" u="none" strike="noStrike" cap="none" normalizeH="0" baseline="0">
                        <a:ln>
                          <a:noFill/>
                        </a:ln>
                        <a:solidFill>
                          <a:srgbClr val="FFFFFF"/>
                        </a:solidFill>
                        <a:effectLst/>
                        <a:latin typeface="隶书" pitchFamily="49" charset="-122"/>
                        <a:ea typeface="隶书" pitchFamily="49" charset="-122"/>
                      </a:endParaRPr>
                    </a:p>
                  </a:txBody>
                  <a:tcPr marT="40886" marB="4088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rgbClr val="FFFFFF"/>
                          </a:solidFill>
                          <a:effectLst/>
                          <a:latin typeface="隶书" pitchFamily="49" charset="-122"/>
                          <a:ea typeface="隶书" pitchFamily="49" charset="-122"/>
                        </a:rPr>
                        <a:t>010</a:t>
                      </a:r>
                      <a:endParaRPr kumimoji="0" lang="zh-CN" altLang="en-US" sz="1600" b="1" i="0" u="none" strike="noStrike" cap="none" normalizeH="0" baseline="0">
                        <a:ln>
                          <a:noFill/>
                        </a:ln>
                        <a:solidFill>
                          <a:srgbClr val="FFFFFF"/>
                        </a:solidFill>
                        <a:effectLst/>
                        <a:latin typeface="隶书" pitchFamily="49" charset="-122"/>
                        <a:ea typeface="隶书" pitchFamily="49" charset="-122"/>
                      </a:endParaRPr>
                    </a:p>
                  </a:txBody>
                  <a:tcPr marT="40886" marB="4088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600" b="0" i="0" u="none" strike="noStrike" cap="none" normalizeH="0" baseline="0">
                          <a:ln>
                            <a:noFill/>
                          </a:ln>
                          <a:solidFill>
                            <a:srgbClr val="FF0000"/>
                          </a:solidFill>
                          <a:effectLst/>
                          <a:latin typeface="隶书" pitchFamily="49" charset="-122"/>
                          <a:ea typeface="隶书" pitchFamily="49" charset="-122"/>
                        </a:rPr>
                        <a:t>？</a:t>
                      </a:r>
                    </a:p>
                  </a:txBody>
                  <a:tcPr marT="40886" marB="4088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rgbClr val="FFFFFF"/>
                          </a:solidFill>
                          <a:effectLst/>
                          <a:latin typeface="隶书" pitchFamily="49" charset="-122"/>
                          <a:ea typeface="隶书" pitchFamily="49" charset="-122"/>
                        </a:rPr>
                        <a:t>100</a:t>
                      </a:r>
                      <a:endParaRPr kumimoji="0" lang="zh-CN" altLang="en-US" sz="1600" b="1" i="0" u="none" strike="noStrike" cap="none" normalizeH="0" baseline="0">
                        <a:ln>
                          <a:noFill/>
                        </a:ln>
                        <a:solidFill>
                          <a:srgbClr val="FFFFFF"/>
                        </a:solidFill>
                        <a:effectLst/>
                        <a:latin typeface="隶书" pitchFamily="49" charset="-122"/>
                        <a:ea typeface="隶书" pitchFamily="49" charset="-122"/>
                      </a:endParaRPr>
                    </a:p>
                  </a:txBody>
                  <a:tcPr marT="40886" marB="4088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rgbClr val="FFFFFF"/>
                          </a:solidFill>
                          <a:effectLst/>
                          <a:latin typeface="隶书" pitchFamily="49" charset="-122"/>
                          <a:ea typeface="隶书" pitchFamily="49" charset="-122"/>
                        </a:rPr>
                        <a:t>101</a:t>
                      </a:r>
                      <a:endParaRPr kumimoji="0" lang="zh-CN" altLang="en-US" sz="1600" b="1" i="0" u="none" strike="noStrike" cap="none" normalizeH="0" baseline="0">
                        <a:ln>
                          <a:noFill/>
                        </a:ln>
                        <a:solidFill>
                          <a:srgbClr val="FFFFFF"/>
                        </a:solidFill>
                        <a:effectLst/>
                        <a:latin typeface="隶书" pitchFamily="49" charset="-122"/>
                        <a:ea typeface="隶书" pitchFamily="49" charset="-122"/>
                      </a:endParaRPr>
                    </a:p>
                  </a:txBody>
                  <a:tcPr marT="40886" marB="4088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600" b="0" i="0" u="none" strike="noStrike" cap="none" normalizeH="0" baseline="0">
                          <a:ln>
                            <a:noFill/>
                          </a:ln>
                          <a:solidFill>
                            <a:srgbClr val="FF0000"/>
                          </a:solidFill>
                          <a:effectLst/>
                          <a:latin typeface="隶书" pitchFamily="49" charset="-122"/>
                          <a:ea typeface="隶书" pitchFamily="49" charset="-122"/>
                        </a:rPr>
                        <a:t>？</a:t>
                      </a:r>
                    </a:p>
                  </a:txBody>
                  <a:tcPr marT="40886" marB="4088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rgbClr val="FFFFFF"/>
                          </a:solidFill>
                          <a:effectLst/>
                          <a:latin typeface="隶书" pitchFamily="49" charset="-122"/>
                          <a:ea typeface="隶书" pitchFamily="49" charset="-122"/>
                        </a:rPr>
                        <a:t>111</a:t>
                      </a:r>
                      <a:endParaRPr kumimoji="0" lang="zh-CN" altLang="en-US" sz="1600" b="1" i="0" u="none" strike="noStrike" cap="none" normalizeH="0" baseline="0">
                        <a:ln>
                          <a:noFill/>
                        </a:ln>
                        <a:solidFill>
                          <a:srgbClr val="FFFFFF"/>
                        </a:solidFill>
                        <a:effectLst/>
                        <a:latin typeface="隶书" pitchFamily="49" charset="-122"/>
                        <a:ea typeface="隶书" pitchFamily="49" charset="-122"/>
                      </a:endParaRPr>
                    </a:p>
                  </a:txBody>
                  <a:tcPr marT="40886" marB="4088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tx1"/>
                    </a:solidFill>
                  </a:tcPr>
                </a:tc>
                <a:extLst>
                  <a:ext uri="{0D108BD9-81ED-4DB2-BD59-A6C34878D82A}">
                    <a16:rowId xmlns:a16="http://schemas.microsoft.com/office/drawing/2014/main" val="10000"/>
                  </a:ext>
                </a:extLst>
              </a:tr>
              <a:tr h="53379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800" b="1" i="0" u="none" strike="noStrike" cap="none" normalizeH="0" baseline="0" dirty="0">
                          <a:ln>
                            <a:noFill/>
                          </a:ln>
                          <a:solidFill>
                            <a:schemeClr val="tx1"/>
                          </a:solidFill>
                          <a:effectLst/>
                          <a:latin typeface="隶书" pitchFamily="49" charset="-122"/>
                          <a:ea typeface="隶书" pitchFamily="49" charset="-122"/>
                        </a:rPr>
                        <a:t>八进制</a:t>
                      </a:r>
                    </a:p>
                  </a:txBody>
                  <a:tcPr marT="40886" marB="4088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3DECB"/>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dirty="0">
                          <a:ln>
                            <a:noFill/>
                          </a:ln>
                          <a:solidFill>
                            <a:schemeClr val="tx1"/>
                          </a:solidFill>
                          <a:effectLst/>
                          <a:latin typeface="隶书" pitchFamily="49" charset="-122"/>
                          <a:ea typeface="隶书" pitchFamily="49" charset="-122"/>
                        </a:rPr>
                        <a:t>0</a:t>
                      </a:r>
                      <a:endParaRPr kumimoji="0" lang="zh-CN" altLang="en-US" sz="1600" b="1" i="0" u="none" strike="noStrike" cap="none" normalizeH="0" baseline="0" dirty="0">
                        <a:ln>
                          <a:noFill/>
                        </a:ln>
                        <a:solidFill>
                          <a:schemeClr val="tx1"/>
                        </a:solidFill>
                        <a:effectLst/>
                        <a:latin typeface="隶书" pitchFamily="49" charset="-122"/>
                        <a:ea typeface="隶书" pitchFamily="49" charset="-122"/>
                      </a:endParaRPr>
                    </a:p>
                  </a:txBody>
                  <a:tcPr marT="40886" marB="4088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3DECB"/>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dirty="0">
                          <a:ln>
                            <a:noFill/>
                          </a:ln>
                          <a:solidFill>
                            <a:schemeClr val="tx1"/>
                          </a:solidFill>
                          <a:effectLst/>
                          <a:latin typeface="隶书" pitchFamily="49" charset="-122"/>
                          <a:ea typeface="隶书" pitchFamily="49" charset="-122"/>
                        </a:rPr>
                        <a:t>1</a:t>
                      </a:r>
                      <a:endParaRPr kumimoji="0" lang="zh-CN" altLang="en-US" sz="1600" b="1" i="0" u="none" strike="noStrike" cap="none" normalizeH="0" baseline="0" dirty="0">
                        <a:ln>
                          <a:noFill/>
                        </a:ln>
                        <a:solidFill>
                          <a:schemeClr val="tx1"/>
                        </a:solidFill>
                        <a:effectLst/>
                        <a:latin typeface="隶书" pitchFamily="49" charset="-122"/>
                        <a:ea typeface="隶书" pitchFamily="49" charset="-122"/>
                      </a:endParaRPr>
                    </a:p>
                  </a:txBody>
                  <a:tcPr marT="40886" marB="4088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3DECB"/>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dirty="0">
                          <a:ln>
                            <a:noFill/>
                          </a:ln>
                          <a:solidFill>
                            <a:schemeClr val="tx1"/>
                          </a:solidFill>
                          <a:effectLst/>
                          <a:latin typeface="隶书" pitchFamily="49" charset="-122"/>
                          <a:ea typeface="隶书" pitchFamily="49" charset="-122"/>
                        </a:rPr>
                        <a:t>2</a:t>
                      </a:r>
                      <a:endParaRPr kumimoji="0" lang="zh-CN" altLang="en-US" sz="1600" b="1" i="0" u="none" strike="noStrike" cap="none" normalizeH="0" baseline="0" dirty="0">
                        <a:ln>
                          <a:noFill/>
                        </a:ln>
                        <a:solidFill>
                          <a:schemeClr val="tx1"/>
                        </a:solidFill>
                        <a:effectLst/>
                        <a:latin typeface="隶书" pitchFamily="49" charset="-122"/>
                        <a:ea typeface="隶书" pitchFamily="49" charset="-122"/>
                      </a:endParaRPr>
                    </a:p>
                  </a:txBody>
                  <a:tcPr marT="40886" marB="4088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3DECB"/>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dirty="0">
                          <a:ln>
                            <a:noFill/>
                          </a:ln>
                          <a:solidFill>
                            <a:schemeClr val="tx1"/>
                          </a:solidFill>
                          <a:effectLst/>
                          <a:latin typeface="隶书" pitchFamily="49" charset="-122"/>
                          <a:ea typeface="隶书" pitchFamily="49" charset="-122"/>
                        </a:rPr>
                        <a:t>3</a:t>
                      </a:r>
                      <a:endParaRPr kumimoji="0" lang="zh-CN" altLang="en-US" sz="1600" b="1" i="0" u="none" strike="noStrike" cap="none" normalizeH="0" baseline="0" dirty="0">
                        <a:ln>
                          <a:noFill/>
                        </a:ln>
                        <a:solidFill>
                          <a:schemeClr val="tx1"/>
                        </a:solidFill>
                        <a:effectLst/>
                        <a:latin typeface="隶书" pitchFamily="49" charset="-122"/>
                        <a:ea typeface="隶书" pitchFamily="49" charset="-122"/>
                      </a:endParaRPr>
                    </a:p>
                  </a:txBody>
                  <a:tcPr marT="40886" marB="4088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3DECB"/>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dirty="0">
                          <a:ln>
                            <a:noFill/>
                          </a:ln>
                          <a:solidFill>
                            <a:schemeClr val="tx1"/>
                          </a:solidFill>
                          <a:effectLst/>
                          <a:latin typeface="隶书" pitchFamily="49" charset="-122"/>
                          <a:ea typeface="隶书" pitchFamily="49" charset="-122"/>
                        </a:rPr>
                        <a:t>4</a:t>
                      </a:r>
                      <a:endParaRPr kumimoji="0" lang="zh-CN" altLang="en-US" sz="1600" b="1" i="0" u="none" strike="noStrike" cap="none" normalizeH="0" baseline="0" dirty="0">
                        <a:ln>
                          <a:noFill/>
                        </a:ln>
                        <a:solidFill>
                          <a:schemeClr val="tx1"/>
                        </a:solidFill>
                        <a:effectLst/>
                        <a:latin typeface="隶书" pitchFamily="49" charset="-122"/>
                        <a:ea typeface="隶书" pitchFamily="49" charset="-122"/>
                      </a:endParaRPr>
                    </a:p>
                  </a:txBody>
                  <a:tcPr marT="40886" marB="4088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3DECB"/>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dirty="0">
                          <a:ln>
                            <a:noFill/>
                          </a:ln>
                          <a:solidFill>
                            <a:schemeClr val="tx1"/>
                          </a:solidFill>
                          <a:effectLst/>
                          <a:latin typeface="隶书" pitchFamily="49" charset="-122"/>
                          <a:ea typeface="隶书" pitchFamily="49" charset="-122"/>
                        </a:rPr>
                        <a:t>5</a:t>
                      </a:r>
                      <a:endParaRPr kumimoji="0" lang="zh-CN" altLang="en-US" sz="1600" b="1" i="0" u="none" strike="noStrike" cap="none" normalizeH="0" baseline="0" dirty="0">
                        <a:ln>
                          <a:noFill/>
                        </a:ln>
                        <a:solidFill>
                          <a:schemeClr val="tx1"/>
                        </a:solidFill>
                        <a:effectLst/>
                        <a:latin typeface="隶书" pitchFamily="49" charset="-122"/>
                        <a:ea typeface="隶书" pitchFamily="49" charset="-122"/>
                      </a:endParaRPr>
                    </a:p>
                  </a:txBody>
                  <a:tcPr marT="40886" marB="4088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3DECB"/>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dirty="0">
                          <a:ln>
                            <a:noFill/>
                          </a:ln>
                          <a:solidFill>
                            <a:schemeClr val="tx1"/>
                          </a:solidFill>
                          <a:effectLst/>
                          <a:latin typeface="隶书" pitchFamily="49" charset="-122"/>
                          <a:ea typeface="隶书" pitchFamily="49" charset="-122"/>
                        </a:rPr>
                        <a:t>6</a:t>
                      </a:r>
                      <a:endParaRPr kumimoji="0" lang="zh-CN" altLang="en-US" sz="1600" b="1" i="0" u="none" strike="noStrike" cap="none" normalizeH="0" baseline="0" dirty="0">
                        <a:ln>
                          <a:noFill/>
                        </a:ln>
                        <a:solidFill>
                          <a:schemeClr val="tx1"/>
                        </a:solidFill>
                        <a:effectLst/>
                        <a:latin typeface="隶书" pitchFamily="49" charset="-122"/>
                        <a:ea typeface="隶书" pitchFamily="49" charset="-122"/>
                      </a:endParaRPr>
                    </a:p>
                  </a:txBody>
                  <a:tcPr marT="40886" marB="4088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3DECB"/>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dirty="0">
                          <a:ln>
                            <a:noFill/>
                          </a:ln>
                          <a:solidFill>
                            <a:schemeClr val="tx1"/>
                          </a:solidFill>
                          <a:effectLst/>
                          <a:latin typeface="隶书" pitchFamily="49" charset="-122"/>
                          <a:ea typeface="隶书" pitchFamily="49" charset="-122"/>
                        </a:rPr>
                        <a:t>7</a:t>
                      </a:r>
                      <a:endParaRPr kumimoji="0" lang="zh-CN" altLang="en-US" sz="1600" b="1" i="0" u="none" strike="noStrike" cap="none" normalizeH="0" baseline="0" dirty="0">
                        <a:ln>
                          <a:noFill/>
                        </a:ln>
                        <a:solidFill>
                          <a:schemeClr val="tx1"/>
                        </a:solidFill>
                        <a:effectLst/>
                        <a:latin typeface="隶书" pitchFamily="49" charset="-122"/>
                        <a:ea typeface="隶书" pitchFamily="49" charset="-122"/>
                      </a:endParaRPr>
                    </a:p>
                  </a:txBody>
                  <a:tcPr marT="40886" marB="4088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3DECB"/>
                    </a:solidFill>
                  </a:tcPr>
                </a:tc>
                <a:extLst>
                  <a:ext uri="{0D108BD9-81ED-4DB2-BD59-A6C34878D82A}">
                    <a16:rowId xmlns:a16="http://schemas.microsoft.com/office/drawing/2014/main" val="10001"/>
                  </a:ext>
                </a:extLst>
              </a:tr>
              <a:tr h="53379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800" b="1" i="0" u="none" strike="noStrike" cap="none" normalizeH="0" baseline="0">
                          <a:ln>
                            <a:noFill/>
                          </a:ln>
                          <a:solidFill>
                            <a:schemeClr val="tx1"/>
                          </a:solidFill>
                          <a:effectLst/>
                          <a:latin typeface="隶书" pitchFamily="49" charset="-122"/>
                          <a:ea typeface="隶书" pitchFamily="49" charset="-122"/>
                        </a:rPr>
                        <a:t>二进制</a:t>
                      </a:r>
                    </a:p>
                  </a:txBody>
                  <a:tcPr marT="40886" marB="4088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FE7"/>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600" b="1" i="0" u="none" strike="noStrike" kern="1200" cap="none" normalizeH="0" baseline="0" dirty="0">
                          <a:ln>
                            <a:noFill/>
                          </a:ln>
                          <a:solidFill>
                            <a:srgbClr val="FF0000"/>
                          </a:solidFill>
                          <a:effectLst/>
                          <a:latin typeface="隶书" pitchFamily="49" charset="-122"/>
                          <a:ea typeface="隶书" pitchFamily="49" charset="-122"/>
                          <a:cs typeface="+mn-cs"/>
                        </a:rPr>
                        <a:t>？</a:t>
                      </a:r>
                    </a:p>
                  </a:txBody>
                  <a:tcPr marT="40886" marB="4088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FE7"/>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隶书" pitchFamily="49" charset="-122"/>
                          <a:ea typeface="隶书" pitchFamily="49" charset="-122"/>
                        </a:rPr>
                        <a:t>1001</a:t>
                      </a:r>
                      <a:endParaRPr kumimoji="0" lang="zh-CN" altLang="en-US" sz="1600" b="1" i="0" u="none" strike="noStrike" cap="none" normalizeH="0" baseline="0">
                        <a:ln>
                          <a:noFill/>
                        </a:ln>
                        <a:solidFill>
                          <a:schemeClr val="tx1"/>
                        </a:solidFill>
                        <a:effectLst/>
                        <a:latin typeface="隶书" pitchFamily="49" charset="-122"/>
                        <a:ea typeface="隶书" pitchFamily="49" charset="-122"/>
                      </a:endParaRPr>
                    </a:p>
                  </a:txBody>
                  <a:tcPr marT="40886" marB="4088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FE7"/>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隶书" pitchFamily="49" charset="-122"/>
                          <a:ea typeface="隶书" pitchFamily="49" charset="-122"/>
                        </a:rPr>
                        <a:t>1010</a:t>
                      </a:r>
                      <a:endParaRPr kumimoji="0" lang="zh-CN" altLang="en-US" sz="1600" b="1" i="0" u="none" strike="noStrike" cap="none" normalizeH="0" baseline="0">
                        <a:ln>
                          <a:noFill/>
                        </a:ln>
                        <a:solidFill>
                          <a:schemeClr val="tx1"/>
                        </a:solidFill>
                        <a:effectLst/>
                        <a:latin typeface="隶书" pitchFamily="49" charset="-122"/>
                        <a:ea typeface="隶书" pitchFamily="49" charset="-122"/>
                      </a:endParaRPr>
                    </a:p>
                  </a:txBody>
                  <a:tcPr marT="40886" marB="4088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FE7"/>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600" b="1" i="0" u="none" strike="noStrike" kern="1200" cap="none" normalizeH="0" baseline="0" dirty="0">
                          <a:ln>
                            <a:noFill/>
                          </a:ln>
                          <a:solidFill>
                            <a:srgbClr val="FF0000"/>
                          </a:solidFill>
                          <a:effectLst/>
                          <a:latin typeface="隶书" pitchFamily="49" charset="-122"/>
                          <a:ea typeface="隶书" pitchFamily="49" charset="-122"/>
                          <a:cs typeface="+mn-cs"/>
                        </a:rPr>
                        <a:t>？</a:t>
                      </a:r>
                    </a:p>
                  </a:txBody>
                  <a:tcPr marT="40886" marB="4088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FE7"/>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隶书" pitchFamily="49" charset="-122"/>
                          <a:ea typeface="隶书" pitchFamily="49" charset="-122"/>
                        </a:rPr>
                        <a:t>1100</a:t>
                      </a:r>
                      <a:endParaRPr kumimoji="0" lang="zh-CN" altLang="en-US" sz="1600" b="1" i="0" u="none" strike="noStrike" cap="none" normalizeH="0" baseline="0">
                        <a:ln>
                          <a:noFill/>
                        </a:ln>
                        <a:solidFill>
                          <a:schemeClr val="tx1"/>
                        </a:solidFill>
                        <a:effectLst/>
                        <a:latin typeface="隶书" pitchFamily="49" charset="-122"/>
                        <a:ea typeface="隶书" pitchFamily="49" charset="-122"/>
                      </a:endParaRPr>
                    </a:p>
                  </a:txBody>
                  <a:tcPr marT="40886" marB="4088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FE7"/>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隶书" pitchFamily="49" charset="-122"/>
                          <a:ea typeface="隶书" pitchFamily="49" charset="-122"/>
                        </a:rPr>
                        <a:t>1101</a:t>
                      </a:r>
                      <a:endParaRPr kumimoji="0" lang="zh-CN" altLang="en-US" sz="1600" b="1" i="0" u="none" strike="noStrike" cap="none" normalizeH="0" baseline="0">
                        <a:ln>
                          <a:noFill/>
                        </a:ln>
                        <a:solidFill>
                          <a:schemeClr val="tx1"/>
                        </a:solidFill>
                        <a:effectLst/>
                        <a:latin typeface="隶书" pitchFamily="49" charset="-122"/>
                        <a:ea typeface="隶书" pitchFamily="49" charset="-122"/>
                      </a:endParaRPr>
                    </a:p>
                  </a:txBody>
                  <a:tcPr marT="40886" marB="4088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FE7"/>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隶书" pitchFamily="49" charset="-122"/>
                          <a:ea typeface="隶书" pitchFamily="49" charset="-122"/>
                        </a:rPr>
                        <a:t>1110</a:t>
                      </a:r>
                      <a:endParaRPr kumimoji="0" lang="zh-CN" altLang="en-US" sz="1600" b="1" i="0" u="none" strike="noStrike" cap="none" normalizeH="0" baseline="0">
                        <a:ln>
                          <a:noFill/>
                        </a:ln>
                        <a:solidFill>
                          <a:schemeClr val="tx1"/>
                        </a:solidFill>
                        <a:effectLst/>
                        <a:latin typeface="隶书" pitchFamily="49" charset="-122"/>
                        <a:ea typeface="隶书" pitchFamily="49" charset="-122"/>
                      </a:endParaRPr>
                    </a:p>
                  </a:txBody>
                  <a:tcPr marT="40886" marB="4088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FE7"/>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dirty="0">
                          <a:ln>
                            <a:noFill/>
                          </a:ln>
                          <a:solidFill>
                            <a:schemeClr val="tx1"/>
                          </a:solidFill>
                          <a:effectLst/>
                          <a:latin typeface="隶书" pitchFamily="49" charset="-122"/>
                          <a:ea typeface="隶书" pitchFamily="49" charset="-122"/>
                        </a:rPr>
                        <a:t>1111</a:t>
                      </a:r>
                      <a:endParaRPr kumimoji="0" lang="zh-CN" altLang="en-US" sz="1600" b="1" i="0" u="none" strike="noStrike" cap="none" normalizeH="0" baseline="0" dirty="0">
                        <a:ln>
                          <a:noFill/>
                        </a:ln>
                        <a:solidFill>
                          <a:schemeClr val="tx1"/>
                        </a:solidFill>
                        <a:effectLst/>
                        <a:latin typeface="隶书" pitchFamily="49" charset="-122"/>
                        <a:ea typeface="隶书" pitchFamily="49" charset="-122"/>
                      </a:endParaRPr>
                    </a:p>
                  </a:txBody>
                  <a:tcPr marT="40886" marB="4088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FE7"/>
                    </a:solidFill>
                  </a:tcPr>
                </a:tc>
                <a:extLst>
                  <a:ext uri="{0D108BD9-81ED-4DB2-BD59-A6C34878D82A}">
                    <a16:rowId xmlns:a16="http://schemas.microsoft.com/office/drawing/2014/main" val="10002"/>
                  </a:ext>
                </a:extLst>
              </a:tr>
              <a:tr h="53379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800" b="1" i="0" u="none" strike="noStrike" cap="none" normalizeH="0" baseline="0">
                          <a:ln>
                            <a:noFill/>
                          </a:ln>
                          <a:solidFill>
                            <a:schemeClr val="tx1"/>
                          </a:solidFill>
                          <a:effectLst/>
                          <a:latin typeface="隶书" pitchFamily="49" charset="-122"/>
                          <a:ea typeface="隶书" pitchFamily="49" charset="-122"/>
                        </a:rPr>
                        <a:t>八进制</a:t>
                      </a:r>
                    </a:p>
                  </a:txBody>
                  <a:tcPr marT="40886" marB="4088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3DECB"/>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隶书" pitchFamily="49" charset="-122"/>
                          <a:ea typeface="隶书" pitchFamily="49" charset="-122"/>
                        </a:rPr>
                        <a:t>10</a:t>
                      </a:r>
                      <a:endParaRPr kumimoji="0" lang="zh-CN" altLang="en-US" sz="1600" b="1" i="0" u="none" strike="noStrike" cap="none" normalizeH="0" baseline="0">
                        <a:ln>
                          <a:noFill/>
                        </a:ln>
                        <a:solidFill>
                          <a:schemeClr val="tx1"/>
                        </a:solidFill>
                        <a:effectLst/>
                        <a:latin typeface="隶书" pitchFamily="49" charset="-122"/>
                        <a:ea typeface="隶书" pitchFamily="49" charset="-122"/>
                      </a:endParaRPr>
                    </a:p>
                  </a:txBody>
                  <a:tcPr marT="40886" marB="4088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3DECB"/>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隶书" pitchFamily="49" charset="-122"/>
                          <a:ea typeface="隶书" pitchFamily="49" charset="-122"/>
                        </a:rPr>
                        <a:t>11</a:t>
                      </a:r>
                      <a:endParaRPr kumimoji="0" lang="zh-CN" altLang="en-US" sz="1600" b="1" i="0" u="none" strike="noStrike" cap="none" normalizeH="0" baseline="0">
                        <a:ln>
                          <a:noFill/>
                        </a:ln>
                        <a:solidFill>
                          <a:schemeClr val="tx1"/>
                        </a:solidFill>
                        <a:effectLst/>
                        <a:latin typeface="隶书" pitchFamily="49" charset="-122"/>
                        <a:ea typeface="隶书" pitchFamily="49" charset="-122"/>
                      </a:endParaRPr>
                    </a:p>
                  </a:txBody>
                  <a:tcPr marT="40886" marB="4088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3DECB"/>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隶书" pitchFamily="49" charset="-122"/>
                          <a:ea typeface="隶书" pitchFamily="49" charset="-122"/>
                        </a:rPr>
                        <a:t>12</a:t>
                      </a:r>
                      <a:endParaRPr kumimoji="0" lang="zh-CN" altLang="en-US" sz="1600" b="1" i="0" u="none" strike="noStrike" cap="none" normalizeH="0" baseline="0">
                        <a:ln>
                          <a:noFill/>
                        </a:ln>
                        <a:solidFill>
                          <a:schemeClr val="tx1"/>
                        </a:solidFill>
                        <a:effectLst/>
                        <a:latin typeface="隶书" pitchFamily="49" charset="-122"/>
                        <a:ea typeface="隶书" pitchFamily="49" charset="-122"/>
                      </a:endParaRPr>
                    </a:p>
                  </a:txBody>
                  <a:tcPr marT="40886" marB="4088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3DECB"/>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隶书" pitchFamily="49" charset="-122"/>
                          <a:ea typeface="隶书" pitchFamily="49" charset="-122"/>
                        </a:rPr>
                        <a:t>13</a:t>
                      </a:r>
                      <a:endParaRPr kumimoji="0" lang="zh-CN" altLang="en-US" sz="1600" b="1" i="0" u="none" strike="noStrike" cap="none" normalizeH="0" baseline="0">
                        <a:ln>
                          <a:noFill/>
                        </a:ln>
                        <a:solidFill>
                          <a:schemeClr val="tx1"/>
                        </a:solidFill>
                        <a:effectLst/>
                        <a:latin typeface="隶书" pitchFamily="49" charset="-122"/>
                        <a:ea typeface="隶书" pitchFamily="49" charset="-122"/>
                      </a:endParaRPr>
                    </a:p>
                  </a:txBody>
                  <a:tcPr marT="40886" marB="4088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3DECB"/>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隶书" pitchFamily="49" charset="-122"/>
                          <a:ea typeface="隶书" pitchFamily="49" charset="-122"/>
                        </a:rPr>
                        <a:t>14</a:t>
                      </a:r>
                      <a:endParaRPr kumimoji="0" lang="zh-CN" altLang="en-US" sz="1600" b="1" i="0" u="none" strike="noStrike" cap="none" normalizeH="0" baseline="0">
                        <a:ln>
                          <a:noFill/>
                        </a:ln>
                        <a:solidFill>
                          <a:schemeClr val="tx1"/>
                        </a:solidFill>
                        <a:effectLst/>
                        <a:latin typeface="隶书" pitchFamily="49" charset="-122"/>
                        <a:ea typeface="隶书" pitchFamily="49" charset="-122"/>
                      </a:endParaRPr>
                    </a:p>
                  </a:txBody>
                  <a:tcPr marT="40886" marB="4088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3DECB"/>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600" b="1" i="0" u="none" strike="noStrike" kern="1200" cap="none" normalizeH="0" baseline="0" dirty="0">
                          <a:ln>
                            <a:noFill/>
                          </a:ln>
                          <a:solidFill>
                            <a:srgbClr val="FF0000"/>
                          </a:solidFill>
                          <a:effectLst/>
                          <a:latin typeface="隶书" pitchFamily="49" charset="-122"/>
                          <a:ea typeface="隶书" pitchFamily="49" charset="-122"/>
                          <a:cs typeface="+mn-cs"/>
                        </a:rPr>
                        <a:t>？</a:t>
                      </a:r>
                    </a:p>
                  </a:txBody>
                  <a:tcPr marT="40886" marB="4088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3DECB"/>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隶书" pitchFamily="49" charset="-122"/>
                          <a:ea typeface="隶书" pitchFamily="49" charset="-122"/>
                        </a:rPr>
                        <a:t>16</a:t>
                      </a:r>
                      <a:endParaRPr kumimoji="0" lang="zh-CN" altLang="en-US" sz="1600" b="1" i="0" u="none" strike="noStrike" cap="none" normalizeH="0" baseline="0">
                        <a:ln>
                          <a:noFill/>
                        </a:ln>
                        <a:solidFill>
                          <a:schemeClr val="tx1"/>
                        </a:solidFill>
                        <a:effectLst/>
                        <a:latin typeface="隶书" pitchFamily="49" charset="-122"/>
                        <a:ea typeface="隶书" pitchFamily="49" charset="-122"/>
                      </a:endParaRPr>
                    </a:p>
                  </a:txBody>
                  <a:tcPr marT="40886" marB="4088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3DECB"/>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dirty="0">
                          <a:ln>
                            <a:noFill/>
                          </a:ln>
                          <a:solidFill>
                            <a:schemeClr val="tx1"/>
                          </a:solidFill>
                          <a:effectLst/>
                          <a:latin typeface="隶书" pitchFamily="49" charset="-122"/>
                          <a:ea typeface="隶书" pitchFamily="49" charset="-122"/>
                        </a:rPr>
                        <a:t>17</a:t>
                      </a:r>
                      <a:endParaRPr kumimoji="0" lang="zh-CN" altLang="en-US" sz="1600" b="1" i="0" u="none" strike="noStrike" cap="none" normalizeH="0" baseline="0" dirty="0">
                        <a:ln>
                          <a:noFill/>
                        </a:ln>
                        <a:solidFill>
                          <a:schemeClr val="tx1"/>
                        </a:solidFill>
                        <a:effectLst/>
                        <a:latin typeface="隶书" pitchFamily="49" charset="-122"/>
                        <a:ea typeface="隶书" pitchFamily="49" charset="-122"/>
                      </a:endParaRPr>
                    </a:p>
                  </a:txBody>
                  <a:tcPr marT="40886" marB="4088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3DECB"/>
                    </a:solidFill>
                  </a:tcPr>
                </a:tc>
                <a:extLst>
                  <a:ext uri="{0D108BD9-81ED-4DB2-BD59-A6C34878D82A}">
                    <a16:rowId xmlns:a16="http://schemas.microsoft.com/office/drawing/2014/main" val="10003"/>
                  </a:ext>
                </a:extLst>
              </a:tr>
              <a:tr h="53379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800" b="1" i="0" u="none" strike="noStrike" cap="none" normalizeH="0" baseline="0">
                          <a:ln>
                            <a:noFill/>
                          </a:ln>
                          <a:solidFill>
                            <a:schemeClr val="tx1"/>
                          </a:solidFill>
                          <a:effectLst/>
                          <a:latin typeface="隶书" pitchFamily="49" charset="-122"/>
                          <a:ea typeface="隶书" pitchFamily="49" charset="-122"/>
                        </a:rPr>
                        <a:t>二进制</a:t>
                      </a:r>
                    </a:p>
                  </a:txBody>
                  <a:tcPr marT="40886" marB="4088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FE7"/>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600" b="1" i="0" u="none" strike="noStrike" kern="1200" cap="none" normalizeH="0" baseline="0" dirty="0">
                          <a:ln>
                            <a:noFill/>
                          </a:ln>
                          <a:solidFill>
                            <a:srgbClr val="FF0000"/>
                          </a:solidFill>
                          <a:effectLst/>
                          <a:latin typeface="隶书" pitchFamily="49" charset="-122"/>
                          <a:ea typeface="隶书" pitchFamily="49" charset="-122"/>
                          <a:cs typeface="+mn-cs"/>
                        </a:rPr>
                        <a:t>？</a:t>
                      </a:r>
                    </a:p>
                  </a:txBody>
                  <a:tcPr marT="40886" marB="4088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FE7"/>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600" b="1" i="0" u="none" strike="noStrike" kern="1200" cap="none" normalizeH="0" baseline="0" dirty="0">
                          <a:ln>
                            <a:noFill/>
                          </a:ln>
                          <a:solidFill>
                            <a:srgbClr val="FF0000"/>
                          </a:solidFill>
                          <a:effectLst/>
                          <a:latin typeface="隶书" pitchFamily="49" charset="-122"/>
                          <a:ea typeface="隶书" pitchFamily="49" charset="-122"/>
                          <a:cs typeface="+mn-cs"/>
                        </a:rPr>
                        <a:t>？</a:t>
                      </a:r>
                    </a:p>
                  </a:txBody>
                  <a:tcPr marT="40886" marB="4088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FE7"/>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kern="1200" cap="none" normalizeH="0" baseline="0" dirty="0">
                          <a:ln>
                            <a:noFill/>
                          </a:ln>
                          <a:solidFill>
                            <a:srgbClr val="FF0000"/>
                          </a:solidFill>
                          <a:effectLst/>
                          <a:latin typeface="隶书" pitchFamily="49" charset="-122"/>
                          <a:ea typeface="隶书" pitchFamily="49" charset="-122"/>
                          <a:cs typeface="+mn-cs"/>
                        </a:rPr>
                        <a:t>?</a:t>
                      </a:r>
                      <a:endParaRPr kumimoji="0" lang="zh-CN" altLang="en-US" sz="1600" b="1" i="0" u="none" strike="noStrike" kern="1200" cap="none" normalizeH="0" baseline="0" dirty="0">
                        <a:ln>
                          <a:noFill/>
                        </a:ln>
                        <a:solidFill>
                          <a:srgbClr val="FF0000"/>
                        </a:solidFill>
                        <a:effectLst/>
                        <a:latin typeface="隶书" pitchFamily="49" charset="-122"/>
                        <a:ea typeface="隶书" pitchFamily="49" charset="-122"/>
                        <a:cs typeface="+mn-cs"/>
                      </a:endParaRPr>
                    </a:p>
                  </a:txBody>
                  <a:tcPr marT="40886" marB="4088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FE7"/>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kern="1200" cap="none" normalizeH="0" baseline="0" dirty="0">
                          <a:ln>
                            <a:noFill/>
                          </a:ln>
                          <a:solidFill>
                            <a:srgbClr val="FF0000"/>
                          </a:solidFill>
                          <a:effectLst/>
                          <a:latin typeface="隶书" pitchFamily="49" charset="-122"/>
                          <a:ea typeface="隶书" pitchFamily="49" charset="-122"/>
                          <a:cs typeface="+mn-cs"/>
                        </a:rPr>
                        <a:t>?</a:t>
                      </a:r>
                      <a:endParaRPr kumimoji="0" lang="zh-CN" altLang="en-US" sz="1600" b="1" i="0" u="none" strike="noStrike" kern="1200" cap="none" normalizeH="0" baseline="0" dirty="0">
                        <a:ln>
                          <a:noFill/>
                        </a:ln>
                        <a:solidFill>
                          <a:srgbClr val="FF0000"/>
                        </a:solidFill>
                        <a:effectLst/>
                        <a:latin typeface="隶书" pitchFamily="49" charset="-122"/>
                        <a:ea typeface="隶书" pitchFamily="49" charset="-122"/>
                        <a:cs typeface="+mn-cs"/>
                      </a:endParaRPr>
                    </a:p>
                  </a:txBody>
                  <a:tcPr marT="40886" marB="4088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FE7"/>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kern="1200" cap="none" normalizeH="0" baseline="0" dirty="0">
                          <a:ln>
                            <a:noFill/>
                          </a:ln>
                          <a:solidFill>
                            <a:srgbClr val="FF0000"/>
                          </a:solidFill>
                          <a:effectLst/>
                          <a:latin typeface="隶书" pitchFamily="49" charset="-122"/>
                          <a:ea typeface="隶书" pitchFamily="49" charset="-122"/>
                          <a:cs typeface="+mn-cs"/>
                        </a:rPr>
                        <a:t>?</a:t>
                      </a:r>
                      <a:endParaRPr kumimoji="0" lang="zh-CN" altLang="en-US" sz="1600" b="1" i="0" u="none" strike="noStrike" kern="1200" cap="none" normalizeH="0" baseline="0" dirty="0">
                        <a:ln>
                          <a:noFill/>
                        </a:ln>
                        <a:solidFill>
                          <a:srgbClr val="FF0000"/>
                        </a:solidFill>
                        <a:effectLst/>
                        <a:latin typeface="隶书" pitchFamily="49" charset="-122"/>
                        <a:ea typeface="隶书" pitchFamily="49" charset="-122"/>
                        <a:cs typeface="+mn-cs"/>
                      </a:endParaRPr>
                    </a:p>
                  </a:txBody>
                  <a:tcPr marT="40886" marB="4088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FE7"/>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kern="1200" cap="none" normalizeH="0" baseline="0" dirty="0">
                          <a:ln>
                            <a:noFill/>
                          </a:ln>
                          <a:solidFill>
                            <a:srgbClr val="FF0000"/>
                          </a:solidFill>
                          <a:effectLst/>
                          <a:latin typeface="隶书" pitchFamily="49" charset="-122"/>
                          <a:ea typeface="隶书" pitchFamily="49" charset="-122"/>
                          <a:cs typeface="+mn-cs"/>
                        </a:rPr>
                        <a:t>?</a:t>
                      </a:r>
                      <a:endParaRPr kumimoji="0" lang="zh-CN" altLang="en-US" sz="1600" b="1" i="0" u="none" strike="noStrike" kern="1200" cap="none" normalizeH="0" baseline="0" dirty="0">
                        <a:ln>
                          <a:noFill/>
                        </a:ln>
                        <a:solidFill>
                          <a:srgbClr val="FF0000"/>
                        </a:solidFill>
                        <a:effectLst/>
                        <a:latin typeface="隶书" pitchFamily="49" charset="-122"/>
                        <a:ea typeface="隶书" pitchFamily="49" charset="-122"/>
                        <a:cs typeface="+mn-cs"/>
                      </a:endParaRPr>
                    </a:p>
                  </a:txBody>
                  <a:tcPr marT="40886" marB="4088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FE7"/>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kern="1200" cap="none" normalizeH="0" baseline="0" dirty="0">
                          <a:ln>
                            <a:noFill/>
                          </a:ln>
                          <a:solidFill>
                            <a:srgbClr val="FF0000"/>
                          </a:solidFill>
                          <a:effectLst/>
                          <a:latin typeface="隶书" pitchFamily="49" charset="-122"/>
                          <a:ea typeface="隶书" pitchFamily="49" charset="-122"/>
                          <a:cs typeface="+mn-cs"/>
                        </a:rPr>
                        <a:t>?</a:t>
                      </a:r>
                      <a:endParaRPr kumimoji="0" lang="zh-CN" altLang="en-US" sz="1600" b="1" i="0" u="none" strike="noStrike" kern="1200" cap="none" normalizeH="0" baseline="0" dirty="0">
                        <a:ln>
                          <a:noFill/>
                        </a:ln>
                        <a:solidFill>
                          <a:srgbClr val="FF0000"/>
                        </a:solidFill>
                        <a:effectLst/>
                        <a:latin typeface="隶书" pitchFamily="49" charset="-122"/>
                        <a:ea typeface="隶书" pitchFamily="49" charset="-122"/>
                        <a:cs typeface="+mn-cs"/>
                      </a:endParaRPr>
                    </a:p>
                  </a:txBody>
                  <a:tcPr marT="40886" marB="4088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FE7"/>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kern="1200" cap="none" normalizeH="0" baseline="0" dirty="0">
                          <a:ln>
                            <a:noFill/>
                          </a:ln>
                          <a:solidFill>
                            <a:srgbClr val="FF0000"/>
                          </a:solidFill>
                          <a:effectLst/>
                          <a:latin typeface="隶书" pitchFamily="49" charset="-122"/>
                          <a:ea typeface="隶书" pitchFamily="49" charset="-122"/>
                          <a:cs typeface="+mn-cs"/>
                        </a:rPr>
                        <a:t>?</a:t>
                      </a:r>
                      <a:endParaRPr kumimoji="0" lang="zh-CN" altLang="en-US" sz="1600" b="1" i="0" u="none" strike="noStrike" kern="1200" cap="none" normalizeH="0" baseline="0" dirty="0">
                        <a:ln>
                          <a:noFill/>
                        </a:ln>
                        <a:solidFill>
                          <a:srgbClr val="FF0000"/>
                        </a:solidFill>
                        <a:effectLst/>
                        <a:latin typeface="隶书" pitchFamily="49" charset="-122"/>
                        <a:ea typeface="隶书" pitchFamily="49" charset="-122"/>
                        <a:cs typeface="+mn-cs"/>
                      </a:endParaRPr>
                    </a:p>
                  </a:txBody>
                  <a:tcPr marT="40886" marB="4088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FE7"/>
                    </a:solidFill>
                  </a:tcPr>
                </a:tc>
                <a:extLst>
                  <a:ext uri="{0D108BD9-81ED-4DB2-BD59-A6C34878D82A}">
                    <a16:rowId xmlns:a16="http://schemas.microsoft.com/office/drawing/2014/main" val="10004"/>
                  </a:ext>
                </a:extLst>
              </a:tr>
              <a:tr h="53379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800" b="1" i="0" u="none" strike="noStrike" cap="none" normalizeH="0" baseline="0">
                          <a:ln>
                            <a:noFill/>
                          </a:ln>
                          <a:solidFill>
                            <a:schemeClr val="tx1"/>
                          </a:solidFill>
                          <a:effectLst/>
                          <a:latin typeface="隶书" pitchFamily="49" charset="-122"/>
                          <a:ea typeface="隶书" pitchFamily="49" charset="-122"/>
                        </a:rPr>
                        <a:t>八进制</a:t>
                      </a:r>
                    </a:p>
                  </a:txBody>
                  <a:tcPr marT="40886" marB="4088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3DECB"/>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隶书" pitchFamily="49" charset="-122"/>
                          <a:ea typeface="隶书" pitchFamily="49" charset="-122"/>
                        </a:rPr>
                        <a:t>20</a:t>
                      </a:r>
                      <a:endParaRPr kumimoji="0" lang="zh-CN" altLang="en-US" sz="1600" b="1" i="0" u="none" strike="noStrike" cap="none" normalizeH="0" baseline="0">
                        <a:ln>
                          <a:noFill/>
                        </a:ln>
                        <a:solidFill>
                          <a:schemeClr val="tx1"/>
                        </a:solidFill>
                        <a:effectLst/>
                        <a:latin typeface="隶书" pitchFamily="49" charset="-122"/>
                        <a:ea typeface="隶书" pitchFamily="49" charset="-122"/>
                      </a:endParaRPr>
                    </a:p>
                  </a:txBody>
                  <a:tcPr marT="40886" marB="4088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3DECB"/>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隶书" pitchFamily="49" charset="-122"/>
                          <a:ea typeface="隶书" pitchFamily="49" charset="-122"/>
                        </a:rPr>
                        <a:t>21</a:t>
                      </a:r>
                      <a:endParaRPr kumimoji="0" lang="zh-CN" altLang="en-US" sz="1600" b="1" i="0" u="none" strike="noStrike" cap="none" normalizeH="0" baseline="0">
                        <a:ln>
                          <a:noFill/>
                        </a:ln>
                        <a:solidFill>
                          <a:schemeClr val="tx1"/>
                        </a:solidFill>
                        <a:effectLst/>
                        <a:latin typeface="隶书" pitchFamily="49" charset="-122"/>
                        <a:ea typeface="隶书" pitchFamily="49" charset="-122"/>
                      </a:endParaRPr>
                    </a:p>
                  </a:txBody>
                  <a:tcPr marT="40886" marB="4088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3DECB"/>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隶书" pitchFamily="49" charset="-122"/>
                          <a:ea typeface="隶书" pitchFamily="49" charset="-122"/>
                        </a:rPr>
                        <a:t>22</a:t>
                      </a:r>
                      <a:endParaRPr kumimoji="0" lang="zh-CN" altLang="en-US" sz="1600" b="1" i="0" u="none" strike="noStrike" cap="none" normalizeH="0" baseline="0">
                        <a:ln>
                          <a:noFill/>
                        </a:ln>
                        <a:solidFill>
                          <a:schemeClr val="tx1"/>
                        </a:solidFill>
                        <a:effectLst/>
                        <a:latin typeface="隶书" pitchFamily="49" charset="-122"/>
                        <a:ea typeface="隶书" pitchFamily="49" charset="-122"/>
                      </a:endParaRPr>
                    </a:p>
                  </a:txBody>
                  <a:tcPr marT="40886" marB="4088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3DECB"/>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隶书" pitchFamily="49" charset="-122"/>
                          <a:ea typeface="隶书" pitchFamily="49" charset="-122"/>
                        </a:rPr>
                        <a:t>23</a:t>
                      </a:r>
                      <a:endParaRPr kumimoji="0" lang="zh-CN" altLang="en-US" sz="1600" b="1" i="0" u="none" strike="noStrike" cap="none" normalizeH="0" baseline="0">
                        <a:ln>
                          <a:noFill/>
                        </a:ln>
                        <a:solidFill>
                          <a:schemeClr val="tx1"/>
                        </a:solidFill>
                        <a:effectLst/>
                        <a:latin typeface="隶书" pitchFamily="49" charset="-122"/>
                        <a:ea typeface="隶书" pitchFamily="49" charset="-122"/>
                      </a:endParaRPr>
                    </a:p>
                  </a:txBody>
                  <a:tcPr marT="40886" marB="4088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3DECB"/>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隶书" pitchFamily="49" charset="-122"/>
                          <a:ea typeface="隶书" pitchFamily="49" charset="-122"/>
                        </a:rPr>
                        <a:t>24</a:t>
                      </a:r>
                      <a:endParaRPr kumimoji="0" lang="zh-CN" altLang="en-US" sz="1600" b="1" i="0" u="none" strike="noStrike" cap="none" normalizeH="0" baseline="0">
                        <a:ln>
                          <a:noFill/>
                        </a:ln>
                        <a:solidFill>
                          <a:schemeClr val="tx1"/>
                        </a:solidFill>
                        <a:effectLst/>
                        <a:latin typeface="隶书" pitchFamily="49" charset="-122"/>
                        <a:ea typeface="隶书" pitchFamily="49" charset="-122"/>
                      </a:endParaRPr>
                    </a:p>
                  </a:txBody>
                  <a:tcPr marT="40886" marB="4088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3DECB"/>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隶书" pitchFamily="49" charset="-122"/>
                          <a:ea typeface="隶书" pitchFamily="49" charset="-122"/>
                        </a:rPr>
                        <a:t>25</a:t>
                      </a:r>
                      <a:endParaRPr kumimoji="0" lang="zh-CN" altLang="en-US" sz="1600" b="1" i="0" u="none" strike="noStrike" cap="none" normalizeH="0" baseline="0">
                        <a:ln>
                          <a:noFill/>
                        </a:ln>
                        <a:solidFill>
                          <a:schemeClr val="tx1"/>
                        </a:solidFill>
                        <a:effectLst/>
                        <a:latin typeface="隶书" pitchFamily="49" charset="-122"/>
                        <a:ea typeface="隶书" pitchFamily="49" charset="-122"/>
                      </a:endParaRPr>
                    </a:p>
                  </a:txBody>
                  <a:tcPr marT="40886" marB="4088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3DECB"/>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隶书" pitchFamily="49" charset="-122"/>
                          <a:ea typeface="隶书" pitchFamily="49" charset="-122"/>
                        </a:rPr>
                        <a:t>26</a:t>
                      </a:r>
                      <a:endParaRPr kumimoji="0" lang="zh-CN" altLang="en-US" sz="1600" b="1" i="0" u="none" strike="noStrike" cap="none" normalizeH="0" baseline="0">
                        <a:ln>
                          <a:noFill/>
                        </a:ln>
                        <a:solidFill>
                          <a:schemeClr val="tx1"/>
                        </a:solidFill>
                        <a:effectLst/>
                        <a:latin typeface="隶书" pitchFamily="49" charset="-122"/>
                        <a:ea typeface="隶书" pitchFamily="49" charset="-122"/>
                      </a:endParaRPr>
                    </a:p>
                  </a:txBody>
                  <a:tcPr marT="40886" marB="4088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3DECB"/>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dirty="0">
                          <a:ln>
                            <a:noFill/>
                          </a:ln>
                          <a:solidFill>
                            <a:schemeClr val="tx1"/>
                          </a:solidFill>
                          <a:effectLst/>
                          <a:latin typeface="隶书" pitchFamily="49" charset="-122"/>
                          <a:ea typeface="隶书" pitchFamily="49" charset="-122"/>
                        </a:rPr>
                        <a:t>27</a:t>
                      </a:r>
                      <a:endParaRPr kumimoji="0" lang="zh-CN" altLang="en-US" sz="1600" b="1" i="0" u="none" strike="noStrike" cap="none" normalizeH="0" baseline="0" dirty="0">
                        <a:ln>
                          <a:noFill/>
                        </a:ln>
                        <a:solidFill>
                          <a:schemeClr val="tx1"/>
                        </a:solidFill>
                        <a:effectLst/>
                        <a:latin typeface="隶书" pitchFamily="49" charset="-122"/>
                        <a:ea typeface="隶书" pitchFamily="49" charset="-122"/>
                      </a:endParaRPr>
                    </a:p>
                  </a:txBody>
                  <a:tcPr marT="40886" marB="4088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3DECB"/>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429919084"/>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a:noFill/>
          <a:extLst>
            <a:ext uri="{909E8E84-426E-40DD-AFC4-6F175D3DCCD1}">
              <a14:hiddenFill xmlns:a14="http://schemas.microsoft.com/office/drawing/2010/main">
                <a:solidFill>
                  <a:srgbClr val="FFFFFF"/>
                </a:solidFill>
              </a14:hiddenFill>
            </a:ext>
          </a:extLst>
        </p:spPr>
        <p:txBody>
          <a:bodyPr/>
          <a:lstStyle/>
          <a:p>
            <a:r>
              <a:rPr lang="zh-CN" altLang="en-US">
                <a:effectLst/>
              </a:rPr>
              <a:t>二进制</a:t>
            </a:r>
            <a:r>
              <a:rPr lang="en-US" altLang="zh-CN">
                <a:effectLst/>
                <a:sym typeface="Wingdings" pitchFamily="2" charset="2"/>
              </a:rPr>
              <a:t></a:t>
            </a:r>
            <a:r>
              <a:rPr lang="zh-CN" altLang="en-US">
                <a:effectLst/>
                <a:sym typeface="Wingdings" pitchFamily="2" charset="2"/>
              </a:rPr>
              <a:t>十六进制</a:t>
            </a:r>
            <a:endParaRPr lang="zh-CN" altLang="en-US">
              <a:effectLst/>
            </a:endParaRPr>
          </a:p>
        </p:txBody>
      </p:sp>
      <p:sp>
        <p:nvSpPr>
          <p:cNvPr id="81924" name="Rectangle 4"/>
          <p:cNvSpPr>
            <a:spLocks noChangeArrowheads="1"/>
          </p:cNvSpPr>
          <p:nvPr/>
        </p:nvSpPr>
        <p:spPr bwMode="auto">
          <a:xfrm>
            <a:off x="611560" y="1988840"/>
            <a:ext cx="8208912" cy="1938992"/>
          </a:xfrm>
          <a:prstGeom prst="rect">
            <a:avLst/>
          </a:prstGeom>
          <a:noFill/>
          <a:ln w="9525">
            <a:noFill/>
            <a:miter lim="800000"/>
            <a:headEnd/>
            <a:tailEnd/>
          </a:ln>
          <a:effectLst>
            <a:prstShdw prst="shdw17" dist="17961" dir="2700000">
              <a:schemeClr val="accent1">
                <a:gamma/>
                <a:shade val="60000"/>
                <a:invGamma/>
              </a:schemeClr>
            </a:prstShdw>
          </a:effectLst>
        </p:spPr>
        <p:txBody>
          <a:bodyPr wrap="square">
            <a:spAutoFit/>
          </a:bodyPr>
          <a:lstStyle/>
          <a:p>
            <a:pPr>
              <a:defRPr/>
            </a:pPr>
            <a:r>
              <a:rPr kumimoji="1" lang="en-US" altLang="zh-CN" sz="2400" b="1" dirty="0"/>
              <a:t>Binary → Hexadecimal∶---- </a:t>
            </a:r>
            <a:r>
              <a:rPr kumimoji="1" lang="zh-CN" altLang="en-US" sz="2400" b="1" dirty="0">
                <a:solidFill>
                  <a:srgbClr val="990033"/>
                </a:solidFill>
              </a:rPr>
              <a:t>以小数点定位，四位并一</a:t>
            </a:r>
          </a:p>
          <a:p>
            <a:pPr>
              <a:defRPr/>
            </a:pPr>
            <a:r>
              <a:rPr kumimoji="1" lang="zh-CN" altLang="en-US" sz="2400" b="1" dirty="0"/>
              <a:t>        </a:t>
            </a:r>
            <a:r>
              <a:rPr kumimoji="1" lang="zh-CN" altLang="en-US" sz="2400" b="1" u="sng" dirty="0"/>
              <a:t>１１０１</a:t>
            </a:r>
            <a:r>
              <a:rPr kumimoji="1" lang="zh-CN" altLang="en-US" sz="2400" b="1" dirty="0"/>
              <a:t>  </a:t>
            </a:r>
            <a:r>
              <a:rPr kumimoji="1" lang="zh-CN" altLang="en-US" sz="2400" b="1" u="sng" dirty="0"/>
              <a:t>００１１</a:t>
            </a:r>
            <a:r>
              <a:rPr kumimoji="1" lang="en-US" altLang="zh-CN" sz="2400" b="1" u="sng" dirty="0">
                <a:solidFill>
                  <a:srgbClr val="FF6600"/>
                </a:solidFill>
              </a:rPr>
              <a:t>B</a:t>
            </a:r>
            <a:r>
              <a:rPr kumimoji="1" lang="en-US" altLang="zh-CN" sz="2400" b="1" dirty="0"/>
              <a:t> </a:t>
            </a:r>
            <a:r>
              <a:rPr kumimoji="1" lang="zh-CN" altLang="en-US" sz="2400" b="1" dirty="0"/>
              <a:t>＝</a:t>
            </a:r>
            <a:r>
              <a:rPr kumimoji="1" lang="en-US" altLang="zh-CN" sz="2400" b="1" dirty="0" err="1"/>
              <a:t>D3</a:t>
            </a:r>
            <a:r>
              <a:rPr kumimoji="1" lang="en-US" altLang="zh-CN" sz="2400" b="1" dirty="0" err="1">
                <a:solidFill>
                  <a:srgbClr val="FF6600"/>
                </a:solidFill>
              </a:rPr>
              <a:t>H</a:t>
            </a:r>
            <a:endParaRPr kumimoji="1" lang="en-US" altLang="zh-CN" sz="2400" b="1" dirty="0">
              <a:solidFill>
                <a:srgbClr val="FF6600"/>
              </a:solidFill>
            </a:endParaRPr>
          </a:p>
          <a:p>
            <a:pPr>
              <a:defRPr/>
            </a:pPr>
            <a:endParaRPr kumimoji="1" lang="en-US" altLang="zh-CN" sz="2400" b="1" dirty="0"/>
          </a:p>
          <a:p>
            <a:pPr>
              <a:defRPr/>
            </a:pPr>
            <a:r>
              <a:rPr kumimoji="1" lang="en-US" altLang="zh-CN" sz="2400" b="1" dirty="0"/>
              <a:t>Hexadecimal → Binary∶---- </a:t>
            </a:r>
            <a:r>
              <a:rPr kumimoji="1" lang="zh-CN" altLang="en-US" sz="2400" b="1" dirty="0">
                <a:solidFill>
                  <a:srgbClr val="990033"/>
                </a:solidFill>
              </a:rPr>
              <a:t>以小数点定位，一拆为四</a:t>
            </a:r>
          </a:p>
          <a:p>
            <a:pPr>
              <a:defRPr/>
            </a:pPr>
            <a:r>
              <a:rPr kumimoji="1" lang="zh-CN" altLang="en-US" sz="2400" b="1" dirty="0"/>
              <a:t>	３Ａ２</a:t>
            </a:r>
            <a:r>
              <a:rPr kumimoji="1" lang="en-US" altLang="zh-CN" sz="2400" b="1" dirty="0">
                <a:solidFill>
                  <a:srgbClr val="FF6600"/>
                </a:solidFill>
              </a:rPr>
              <a:t>H</a:t>
            </a:r>
            <a:r>
              <a:rPr kumimoji="1" lang="en-US" altLang="zh-CN" sz="2400" b="1" dirty="0"/>
              <a:t> </a:t>
            </a:r>
            <a:r>
              <a:rPr kumimoji="1" lang="zh-CN" altLang="en-US" sz="2400" b="1" dirty="0"/>
              <a:t>＝</a:t>
            </a:r>
            <a:r>
              <a:rPr kumimoji="1" lang="zh-CN" altLang="en-US" sz="2400" b="1" u="sng" dirty="0"/>
              <a:t>００１１</a:t>
            </a:r>
            <a:r>
              <a:rPr kumimoji="1" lang="zh-CN" altLang="en-US" sz="2400" b="1" dirty="0"/>
              <a:t>  </a:t>
            </a:r>
            <a:r>
              <a:rPr kumimoji="1" lang="zh-CN" altLang="en-US" sz="2400" b="1" u="sng" dirty="0"/>
              <a:t>１０１０</a:t>
            </a:r>
            <a:r>
              <a:rPr kumimoji="1" lang="zh-CN" altLang="en-US" sz="2400" b="1" dirty="0"/>
              <a:t>  </a:t>
            </a:r>
            <a:r>
              <a:rPr kumimoji="1" lang="zh-CN" altLang="en-US" sz="2400" b="1" u="sng" dirty="0"/>
              <a:t>００１０</a:t>
            </a:r>
            <a:r>
              <a:rPr kumimoji="1" lang="en-US" altLang="zh-CN" sz="2400" b="1" dirty="0">
                <a:solidFill>
                  <a:srgbClr val="FF6600"/>
                </a:solidFill>
              </a:rPr>
              <a:t>B</a:t>
            </a:r>
          </a:p>
        </p:txBody>
      </p:sp>
    </p:spTree>
    <p:extLst>
      <p:ext uri="{BB962C8B-B14F-4D97-AF65-F5344CB8AC3E}">
        <p14:creationId xmlns:p14="http://schemas.microsoft.com/office/powerpoint/2010/main" val="550917368"/>
      </p:ext>
    </p:extLst>
  </p:cSld>
  <p:clrMapOvr>
    <a:masterClrMapping/>
  </p:clrMapOvr>
  <p:transition spd="slow">
    <p:pull dir="ru"/>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r>
              <a:rPr lang="zh-CN" altLang="en-US" dirty="0"/>
              <a:t>二进制和十六进制的关系</a:t>
            </a:r>
          </a:p>
        </p:txBody>
      </p:sp>
      <p:sp>
        <p:nvSpPr>
          <p:cNvPr id="4" name="标题 1"/>
          <p:cNvSpPr txBox="1">
            <a:spLocks/>
          </p:cNvSpPr>
          <p:nvPr/>
        </p:nvSpPr>
        <p:spPr bwMode="auto">
          <a:xfrm>
            <a:off x="457201" y="2543135"/>
            <a:ext cx="8229600" cy="1022152"/>
          </a:xfrm>
          <a:prstGeom prst="rect">
            <a:avLst/>
          </a:prstGeom>
          <a:noFill/>
          <a:ln w="9525">
            <a:noFill/>
            <a:miter lim="800000"/>
            <a:headEnd/>
            <a:tailEnd/>
          </a:ln>
          <a:effectLst/>
        </p:spPr>
        <p:txBody>
          <a:bodyPr anchor="ctr"/>
          <a:lstStyle/>
          <a:p>
            <a:pPr eaLnBrk="0" hangingPunct="0">
              <a:defRPr/>
            </a:pPr>
            <a:endParaRPr kumimoji="1" lang="zh-CN" altLang="en-US" sz="3577" b="1" kern="0" dirty="0">
              <a:solidFill>
                <a:srgbClr val="660066"/>
              </a:solidFill>
              <a:effectLst>
                <a:outerShdw blurRad="38100" dist="38100" dir="2700000" algn="tl">
                  <a:srgbClr val="C0C0C0"/>
                </a:outerShdw>
              </a:effectLst>
              <a:latin typeface="+mj-lt"/>
              <a:ea typeface="+mj-ea"/>
              <a:cs typeface="+mj-cs"/>
            </a:endParaRPr>
          </a:p>
        </p:txBody>
      </p:sp>
      <p:graphicFrame>
        <p:nvGraphicFramePr>
          <p:cNvPr id="5" name="表格 4"/>
          <p:cNvGraphicFramePr>
            <a:graphicFrameLocks noGrp="1"/>
          </p:cNvGraphicFramePr>
          <p:nvPr/>
        </p:nvGraphicFramePr>
        <p:xfrm>
          <a:off x="685800" y="1725414"/>
          <a:ext cx="7848602" cy="3713815"/>
        </p:xfrm>
        <a:graphic>
          <a:graphicData uri="http://schemas.openxmlformats.org/drawingml/2006/table">
            <a:tbl>
              <a:tblPr firstRow="1" bandRow="1">
                <a:tableStyleId>{073A0DAA-6AF3-43AB-8588-CEC1D06C72B9}</a:tableStyleId>
              </a:tblPr>
              <a:tblGrid>
                <a:gridCol w="1045714">
                  <a:extLst>
                    <a:ext uri="{9D8B030D-6E8A-4147-A177-3AD203B41FA5}">
                      <a16:colId xmlns:a16="http://schemas.microsoft.com/office/drawing/2014/main" val="20000"/>
                    </a:ext>
                  </a:extLst>
                </a:gridCol>
                <a:gridCol w="850361">
                  <a:extLst>
                    <a:ext uri="{9D8B030D-6E8A-4147-A177-3AD203B41FA5}">
                      <a16:colId xmlns:a16="http://schemas.microsoft.com/office/drawing/2014/main" val="20001"/>
                    </a:ext>
                  </a:extLst>
                </a:gridCol>
                <a:gridCol w="850361">
                  <a:extLst>
                    <a:ext uri="{9D8B030D-6E8A-4147-A177-3AD203B41FA5}">
                      <a16:colId xmlns:a16="http://schemas.microsoft.com/office/drawing/2014/main" val="20002"/>
                    </a:ext>
                  </a:extLst>
                </a:gridCol>
                <a:gridCol w="850361">
                  <a:extLst>
                    <a:ext uri="{9D8B030D-6E8A-4147-A177-3AD203B41FA5}">
                      <a16:colId xmlns:a16="http://schemas.microsoft.com/office/drawing/2014/main" val="20003"/>
                    </a:ext>
                  </a:extLst>
                </a:gridCol>
                <a:gridCol w="850361">
                  <a:extLst>
                    <a:ext uri="{9D8B030D-6E8A-4147-A177-3AD203B41FA5}">
                      <a16:colId xmlns:a16="http://schemas.microsoft.com/office/drawing/2014/main" val="20004"/>
                    </a:ext>
                  </a:extLst>
                </a:gridCol>
                <a:gridCol w="850361">
                  <a:extLst>
                    <a:ext uri="{9D8B030D-6E8A-4147-A177-3AD203B41FA5}">
                      <a16:colId xmlns:a16="http://schemas.microsoft.com/office/drawing/2014/main" val="20005"/>
                    </a:ext>
                  </a:extLst>
                </a:gridCol>
                <a:gridCol w="850361">
                  <a:extLst>
                    <a:ext uri="{9D8B030D-6E8A-4147-A177-3AD203B41FA5}">
                      <a16:colId xmlns:a16="http://schemas.microsoft.com/office/drawing/2014/main" val="20006"/>
                    </a:ext>
                  </a:extLst>
                </a:gridCol>
                <a:gridCol w="850361">
                  <a:extLst>
                    <a:ext uri="{9D8B030D-6E8A-4147-A177-3AD203B41FA5}">
                      <a16:colId xmlns:a16="http://schemas.microsoft.com/office/drawing/2014/main" val="20007"/>
                    </a:ext>
                  </a:extLst>
                </a:gridCol>
                <a:gridCol w="850361">
                  <a:extLst>
                    <a:ext uri="{9D8B030D-6E8A-4147-A177-3AD203B41FA5}">
                      <a16:colId xmlns:a16="http://schemas.microsoft.com/office/drawing/2014/main" val="20008"/>
                    </a:ext>
                  </a:extLst>
                </a:gridCol>
              </a:tblGrid>
              <a:tr h="613291">
                <a:tc>
                  <a:txBody>
                    <a:bodyPr/>
                    <a:lstStyle/>
                    <a:p>
                      <a:pPr algn="ctr"/>
                      <a:r>
                        <a:rPr lang="zh-CN" altLang="en-US" sz="1800" dirty="0"/>
                        <a:t>二进制</a:t>
                      </a:r>
                    </a:p>
                  </a:txBody>
                  <a:tcPr marT="40886" marB="40886" anchor="ctr"/>
                </a:tc>
                <a:tc>
                  <a:txBody>
                    <a:bodyPr/>
                    <a:lstStyle/>
                    <a:p>
                      <a:pPr algn="ctr"/>
                      <a:r>
                        <a:rPr lang="en-US" altLang="zh-CN" sz="1600" dirty="0"/>
                        <a:t>0000</a:t>
                      </a:r>
                      <a:endParaRPr lang="zh-CN" altLang="en-US" sz="1600" dirty="0"/>
                    </a:p>
                  </a:txBody>
                  <a:tcPr marT="40886" marB="40886" anchor="ctr"/>
                </a:tc>
                <a:tc>
                  <a:txBody>
                    <a:bodyPr/>
                    <a:lstStyle/>
                    <a:p>
                      <a:pPr algn="ctr"/>
                      <a:r>
                        <a:rPr lang="en-US" altLang="zh-CN" sz="1600" dirty="0"/>
                        <a:t>0001</a:t>
                      </a:r>
                      <a:endParaRPr lang="zh-CN" altLang="en-US" sz="1600" dirty="0"/>
                    </a:p>
                  </a:txBody>
                  <a:tcPr marT="40886" marB="40886" anchor="ctr"/>
                </a:tc>
                <a:tc>
                  <a:txBody>
                    <a:bodyPr/>
                    <a:lstStyle/>
                    <a:p>
                      <a:pPr algn="ctr"/>
                      <a:r>
                        <a:rPr lang="en-US" altLang="zh-CN" sz="1600" dirty="0"/>
                        <a:t>0010</a:t>
                      </a:r>
                      <a:endParaRPr lang="zh-CN" altLang="en-US" sz="1600" dirty="0"/>
                    </a:p>
                  </a:txBody>
                  <a:tcPr marT="40886" marB="40886" anchor="ctr"/>
                </a:tc>
                <a:tc>
                  <a:txBody>
                    <a:bodyPr/>
                    <a:lstStyle/>
                    <a:p>
                      <a:pPr algn="ctr"/>
                      <a:r>
                        <a:rPr lang="en-US" altLang="zh-CN" sz="1600" dirty="0"/>
                        <a:t>0011</a:t>
                      </a:r>
                      <a:endParaRPr lang="zh-CN" altLang="en-US" sz="1600" dirty="0"/>
                    </a:p>
                  </a:txBody>
                  <a:tcPr marT="40886" marB="40886" anchor="ctr"/>
                </a:tc>
                <a:tc>
                  <a:txBody>
                    <a:bodyPr/>
                    <a:lstStyle/>
                    <a:p>
                      <a:pPr algn="ctr"/>
                      <a:r>
                        <a:rPr lang="en-US" altLang="zh-CN" sz="1600" dirty="0"/>
                        <a:t>0100</a:t>
                      </a:r>
                      <a:endParaRPr lang="zh-CN" altLang="en-US" sz="1600" dirty="0"/>
                    </a:p>
                  </a:txBody>
                  <a:tcPr marT="40886" marB="40886" anchor="ctr"/>
                </a:tc>
                <a:tc>
                  <a:txBody>
                    <a:bodyPr/>
                    <a:lstStyle/>
                    <a:p>
                      <a:pPr algn="ctr"/>
                      <a:r>
                        <a:rPr lang="en-US" altLang="zh-CN" sz="1600" dirty="0"/>
                        <a:t>0101</a:t>
                      </a:r>
                      <a:endParaRPr lang="zh-CN" altLang="en-US" sz="1600" dirty="0"/>
                    </a:p>
                  </a:txBody>
                  <a:tcPr marT="40886" marB="40886" anchor="ctr"/>
                </a:tc>
                <a:tc>
                  <a:txBody>
                    <a:bodyPr/>
                    <a:lstStyle/>
                    <a:p>
                      <a:pPr algn="ctr"/>
                      <a:r>
                        <a:rPr lang="en-US" altLang="zh-CN" sz="1600" dirty="0"/>
                        <a:t>0110</a:t>
                      </a:r>
                      <a:endParaRPr lang="zh-CN" altLang="en-US" sz="1600" dirty="0"/>
                    </a:p>
                  </a:txBody>
                  <a:tcPr marT="40886" marB="40886" anchor="ctr"/>
                </a:tc>
                <a:tc>
                  <a:txBody>
                    <a:bodyPr/>
                    <a:lstStyle/>
                    <a:p>
                      <a:pPr algn="ctr"/>
                      <a:r>
                        <a:rPr lang="en-US" altLang="zh-CN" sz="1600" dirty="0"/>
                        <a:t>0111</a:t>
                      </a:r>
                      <a:endParaRPr lang="zh-CN" altLang="en-US" sz="1600" dirty="0"/>
                    </a:p>
                  </a:txBody>
                  <a:tcPr marT="40886" marB="40886" anchor="ctr"/>
                </a:tc>
                <a:extLst>
                  <a:ext uri="{0D108BD9-81ED-4DB2-BD59-A6C34878D82A}">
                    <a16:rowId xmlns:a16="http://schemas.microsoft.com/office/drawing/2014/main" val="10000"/>
                  </a:ext>
                </a:extLst>
              </a:tr>
              <a:tr h="442932">
                <a:tc>
                  <a:txBody>
                    <a:bodyPr/>
                    <a:lstStyle/>
                    <a:p>
                      <a:pPr algn="ctr"/>
                      <a:r>
                        <a:rPr lang="en-US" altLang="zh-CN" sz="1800" dirty="0"/>
                        <a:t>16</a:t>
                      </a:r>
                      <a:r>
                        <a:rPr lang="zh-CN" altLang="en-US" sz="1800" dirty="0"/>
                        <a:t>进制</a:t>
                      </a:r>
                    </a:p>
                  </a:txBody>
                  <a:tcPr marT="40886" marB="40886" anchor="ctr"/>
                </a:tc>
                <a:tc>
                  <a:txBody>
                    <a:bodyPr/>
                    <a:lstStyle/>
                    <a:p>
                      <a:pPr algn="ctr"/>
                      <a:r>
                        <a:rPr lang="en-US" altLang="zh-CN" sz="1600" dirty="0"/>
                        <a:t>0</a:t>
                      </a:r>
                      <a:endParaRPr lang="zh-CN" altLang="en-US" sz="1600" dirty="0"/>
                    </a:p>
                  </a:txBody>
                  <a:tcPr marT="40886" marB="40886" anchor="ctr"/>
                </a:tc>
                <a:tc>
                  <a:txBody>
                    <a:bodyPr/>
                    <a:lstStyle/>
                    <a:p>
                      <a:pPr algn="ctr"/>
                      <a:r>
                        <a:rPr lang="en-US" altLang="zh-CN" sz="1600" dirty="0"/>
                        <a:t>1</a:t>
                      </a:r>
                      <a:endParaRPr lang="zh-CN" altLang="en-US" sz="1600" dirty="0"/>
                    </a:p>
                  </a:txBody>
                  <a:tcPr marT="40886" marB="40886" anchor="ctr"/>
                </a:tc>
                <a:tc>
                  <a:txBody>
                    <a:bodyPr/>
                    <a:lstStyle/>
                    <a:p>
                      <a:pPr algn="ctr"/>
                      <a:r>
                        <a:rPr lang="en-US" altLang="zh-CN" sz="1600" dirty="0"/>
                        <a:t>2</a:t>
                      </a:r>
                      <a:endParaRPr lang="zh-CN" altLang="en-US" sz="1600" dirty="0"/>
                    </a:p>
                  </a:txBody>
                  <a:tcPr marT="40886" marB="40886" anchor="ctr"/>
                </a:tc>
                <a:tc>
                  <a:txBody>
                    <a:bodyPr/>
                    <a:lstStyle/>
                    <a:p>
                      <a:pPr algn="ctr"/>
                      <a:r>
                        <a:rPr lang="en-US" altLang="zh-CN" sz="1600" dirty="0"/>
                        <a:t>3</a:t>
                      </a:r>
                      <a:endParaRPr lang="zh-CN" altLang="en-US" sz="1600" dirty="0"/>
                    </a:p>
                  </a:txBody>
                  <a:tcPr marT="40886" marB="40886" anchor="ctr"/>
                </a:tc>
                <a:tc>
                  <a:txBody>
                    <a:bodyPr/>
                    <a:lstStyle/>
                    <a:p>
                      <a:pPr algn="ctr"/>
                      <a:r>
                        <a:rPr lang="en-US" altLang="zh-CN" sz="1600" dirty="0"/>
                        <a:t>4</a:t>
                      </a:r>
                      <a:endParaRPr lang="zh-CN" altLang="en-US" sz="1600" dirty="0"/>
                    </a:p>
                  </a:txBody>
                  <a:tcPr marT="40886" marB="40886" anchor="ctr"/>
                </a:tc>
                <a:tc>
                  <a:txBody>
                    <a:bodyPr/>
                    <a:lstStyle/>
                    <a:p>
                      <a:pPr algn="ctr"/>
                      <a:r>
                        <a:rPr lang="en-US" altLang="zh-CN" sz="1600" dirty="0"/>
                        <a:t>5</a:t>
                      </a:r>
                      <a:endParaRPr lang="zh-CN" altLang="en-US" sz="1600" dirty="0"/>
                    </a:p>
                  </a:txBody>
                  <a:tcPr marT="40886" marB="40886" anchor="ctr"/>
                </a:tc>
                <a:tc>
                  <a:txBody>
                    <a:bodyPr/>
                    <a:lstStyle/>
                    <a:p>
                      <a:pPr algn="ctr"/>
                      <a:r>
                        <a:rPr lang="en-US" altLang="zh-CN" sz="1600" dirty="0"/>
                        <a:t>6</a:t>
                      </a:r>
                      <a:endParaRPr lang="zh-CN" altLang="en-US" sz="1600" dirty="0"/>
                    </a:p>
                  </a:txBody>
                  <a:tcPr marT="40886" marB="40886" anchor="ctr"/>
                </a:tc>
                <a:tc>
                  <a:txBody>
                    <a:bodyPr/>
                    <a:lstStyle/>
                    <a:p>
                      <a:pPr algn="ctr"/>
                      <a:r>
                        <a:rPr lang="en-US" altLang="zh-CN" sz="1600" dirty="0"/>
                        <a:t>7</a:t>
                      </a:r>
                      <a:endParaRPr lang="zh-CN" altLang="en-US" sz="1600" dirty="0"/>
                    </a:p>
                  </a:txBody>
                  <a:tcPr marT="40886" marB="40886" anchor="ctr"/>
                </a:tc>
                <a:extLst>
                  <a:ext uri="{0D108BD9-81ED-4DB2-BD59-A6C34878D82A}">
                    <a16:rowId xmlns:a16="http://schemas.microsoft.com/office/drawing/2014/main" val="10001"/>
                  </a:ext>
                </a:extLst>
              </a:tr>
              <a:tr h="442932">
                <a:tc>
                  <a:txBody>
                    <a:bodyPr/>
                    <a:lstStyle/>
                    <a:p>
                      <a:pPr algn="ctr"/>
                      <a:r>
                        <a:rPr lang="zh-CN" altLang="en-US" sz="1800" dirty="0"/>
                        <a:t>二进制</a:t>
                      </a:r>
                    </a:p>
                  </a:txBody>
                  <a:tcPr marT="40886" marB="40886" anchor="ctr"/>
                </a:tc>
                <a:tc>
                  <a:txBody>
                    <a:bodyPr/>
                    <a:lstStyle/>
                    <a:p>
                      <a:pPr algn="ctr"/>
                      <a:r>
                        <a:rPr lang="en-US" altLang="zh-CN" sz="1600" dirty="0"/>
                        <a:t>1000</a:t>
                      </a:r>
                      <a:endParaRPr lang="zh-CN" altLang="en-US" sz="1600" dirty="0"/>
                    </a:p>
                  </a:txBody>
                  <a:tcPr marT="40886" marB="40886" anchor="ctr"/>
                </a:tc>
                <a:tc>
                  <a:txBody>
                    <a:bodyPr/>
                    <a:lstStyle/>
                    <a:p>
                      <a:pPr algn="ctr"/>
                      <a:r>
                        <a:rPr lang="en-US" altLang="zh-CN" sz="1600" dirty="0"/>
                        <a:t>1001</a:t>
                      </a:r>
                      <a:endParaRPr lang="zh-CN" altLang="en-US" sz="1600" dirty="0"/>
                    </a:p>
                  </a:txBody>
                  <a:tcPr marT="40886" marB="40886" anchor="ctr"/>
                </a:tc>
                <a:tc>
                  <a:txBody>
                    <a:bodyPr/>
                    <a:lstStyle/>
                    <a:p>
                      <a:pPr algn="ctr"/>
                      <a:r>
                        <a:rPr lang="en-US" altLang="zh-CN" sz="1600" dirty="0"/>
                        <a:t>1010</a:t>
                      </a:r>
                      <a:endParaRPr lang="zh-CN" altLang="en-US" sz="1600" dirty="0"/>
                    </a:p>
                  </a:txBody>
                  <a:tcPr marT="40886" marB="40886" anchor="ctr"/>
                </a:tc>
                <a:tc>
                  <a:txBody>
                    <a:bodyPr/>
                    <a:lstStyle/>
                    <a:p>
                      <a:pPr algn="ctr"/>
                      <a:r>
                        <a:rPr lang="en-US" altLang="zh-CN" sz="1600" dirty="0"/>
                        <a:t>1011</a:t>
                      </a:r>
                      <a:endParaRPr lang="zh-CN" altLang="en-US" sz="1600" dirty="0"/>
                    </a:p>
                  </a:txBody>
                  <a:tcPr marT="40886" marB="40886" anchor="ctr"/>
                </a:tc>
                <a:tc>
                  <a:txBody>
                    <a:bodyPr/>
                    <a:lstStyle/>
                    <a:p>
                      <a:pPr algn="ctr"/>
                      <a:r>
                        <a:rPr lang="en-US" altLang="zh-CN" sz="1600" dirty="0"/>
                        <a:t>1100</a:t>
                      </a:r>
                      <a:endParaRPr lang="zh-CN" altLang="en-US" sz="1600" dirty="0"/>
                    </a:p>
                  </a:txBody>
                  <a:tcPr marT="40886" marB="40886" anchor="ctr"/>
                </a:tc>
                <a:tc>
                  <a:txBody>
                    <a:bodyPr/>
                    <a:lstStyle/>
                    <a:p>
                      <a:pPr algn="ctr"/>
                      <a:r>
                        <a:rPr lang="en-US" altLang="zh-CN" sz="1600" dirty="0"/>
                        <a:t>1101</a:t>
                      </a:r>
                      <a:endParaRPr lang="zh-CN" altLang="en-US" sz="1600" dirty="0"/>
                    </a:p>
                  </a:txBody>
                  <a:tcPr marT="40886" marB="40886" anchor="ctr"/>
                </a:tc>
                <a:tc>
                  <a:txBody>
                    <a:bodyPr/>
                    <a:lstStyle/>
                    <a:p>
                      <a:pPr algn="ctr"/>
                      <a:r>
                        <a:rPr lang="en-US" altLang="zh-CN" sz="1600" dirty="0"/>
                        <a:t>1110</a:t>
                      </a:r>
                      <a:endParaRPr lang="zh-CN" altLang="en-US" sz="1600" dirty="0"/>
                    </a:p>
                  </a:txBody>
                  <a:tcPr marT="40886" marB="40886" anchor="ctr"/>
                </a:tc>
                <a:tc>
                  <a:txBody>
                    <a:bodyPr/>
                    <a:lstStyle/>
                    <a:p>
                      <a:pPr algn="ctr"/>
                      <a:r>
                        <a:rPr lang="en-US" altLang="zh-CN" sz="1600" dirty="0"/>
                        <a:t>1111</a:t>
                      </a:r>
                      <a:endParaRPr lang="zh-CN" altLang="en-US" sz="1600" dirty="0"/>
                    </a:p>
                  </a:txBody>
                  <a:tcPr marT="40886" marB="40886" anchor="ctr"/>
                </a:tc>
                <a:extLst>
                  <a:ext uri="{0D108BD9-81ED-4DB2-BD59-A6C34878D82A}">
                    <a16:rowId xmlns:a16="http://schemas.microsoft.com/office/drawing/2014/main" val="10002"/>
                  </a:ext>
                </a:extLst>
              </a:tr>
              <a:tr h="442932">
                <a:tc>
                  <a:txBody>
                    <a:bodyPr/>
                    <a:lstStyle/>
                    <a:p>
                      <a:pPr algn="ctr"/>
                      <a:r>
                        <a:rPr lang="en-US" altLang="zh-CN" sz="1800" dirty="0"/>
                        <a:t>16</a:t>
                      </a:r>
                      <a:r>
                        <a:rPr lang="zh-CN" altLang="en-US" sz="1800" dirty="0"/>
                        <a:t>进制</a:t>
                      </a:r>
                    </a:p>
                  </a:txBody>
                  <a:tcPr marT="40886" marB="40886" anchor="ctr"/>
                </a:tc>
                <a:tc>
                  <a:txBody>
                    <a:bodyPr/>
                    <a:lstStyle/>
                    <a:p>
                      <a:pPr algn="ctr"/>
                      <a:r>
                        <a:rPr lang="en-US" altLang="zh-CN" sz="1600" dirty="0"/>
                        <a:t>8</a:t>
                      </a:r>
                      <a:endParaRPr lang="zh-CN" altLang="en-US" sz="1600" dirty="0"/>
                    </a:p>
                  </a:txBody>
                  <a:tcPr marT="40886" marB="40886" anchor="ctr"/>
                </a:tc>
                <a:tc>
                  <a:txBody>
                    <a:bodyPr/>
                    <a:lstStyle/>
                    <a:p>
                      <a:pPr algn="ctr"/>
                      <a:r>
                        <a:rPr lang="en-US" altLang="zh-CN" sz="1600" dirty="0"/>
                        <a:t>9</a:t>
                      </a:r>
                      <a:endParaRPr lang="zh-CN" altLang="en-US" sz="1600" dirty="0"/>
                    </a:p>
                  </a:txBody>
                  <a:tcPr marT="40886" marB="40886" anchor="ctr"/>
                </a:tc>
                <a:tc>
                  <a:txBody>
                    <a:bodyPr/>
                    <a:lstStyle/>
                    <a:p>
                      <a:pPr algn="ctr"/>
                      <a:r>
                        <a:rPr lang="en-US" altLang="zh-CN" sz="1600" dirty="0"/>
                        <a:t>a</a:t>
                      </a:r>
                      <a:endParaRPr lang="zh-CN" altLang="en-US" sz="1600" dirty="0"/>
                    </a:p>
                  </a:txBody>
                  <a:tcPr marT="40886" marB="40886" anchor="ctr"/>
                </a:tc>
                <a:tc>
                  <a:txBody>
                    <a:bodyPr/>
                    <a:lstStyle/>
                    <a:p>
                      <a:pPr algn="ctr"/>
                      <a:r>
                        <a:rPr lang="en-US" altLang="zh-CN" sz="1600" dirty="0"/>
                        <a:t>b</a:t>
                      </a:r>
                      <a:endParaRPr lang="zh-CN" altLang="en-US" sz="1600" dirty="0"/>
                    </a:p>
                  </a:txBody>
                  <a:tcPr marT="40886" marB="40886" anchor="ctr"/>
                </a:tc>
                <a:tc>
                  <a:txBody>
                    <a:bodyPr/>
                    <a:lstStyle/>
                    <a:p>
                      <a:pPr algn="ctr"/>
                      <a:r>
                        <a:rPr lang="en-US" altLang="zh-CN" sz="1600" dirty="0"/>
                        <a:t>c</a:t>
                      </a:r>
                      <a:endParaRPr lang="zh-CN" altLang="en-US" sz="1600" dirty="0"/>
                    </a:p>
                  </a:txBody>
                  <a:tcPr marT="40886" marB="40886" anchor="ctr"/>
                </a:tc>
                <a:tc>
                  <a:txBody>
                    <a:bodyPr/>
                    <a:lstStyle/>
                    <a:p>
                      <a:pPr algn="ctr"/>
                      <a:r>
                        <a:rPr lang="en-US" altLang="zh-CN" sz="1600" dirty="0"/>
                        <a:t>d</a:t>
                      </a:r>
                      <a:endParaRPr lang="zh-CN" altLang="en-US" sz="1600" dirty="0"/>
                    </a:p>
                  </a:txBody>
                  <a:tcPr marT="40886" marB="40886" anchor="ctr"/>
                </a:tc>
                <a:tc>
                  <a:txBody>
                    <a:bodyPr/>
                    <a:lstStyle/>
                    <a:p>
                      <a:pPr algn="ctr"/>
                      <a:r>
                        <a:rPr lang="en-US" altLang="zh-CN" sz="1600" dirty="0"/>
                        <a:t>e</a:t>
                      </a:r>
                      <a:endParaRPr lang="zh-CN" altLang="en-US" sz="1600" dirty="0"/>
                    </a:p>
                  </a:txBody>
                  <a:tcPr marT="40886" marB="40886" anchor="ctr"/>
                </a:tc>
                <a:tc>
                  <a:txBody>
                    <a:bodyPr/>
                    <a:lstStyle/>
                    <a:p>
                      <a:pPr algn="ctr"/>
                      <a:r>
                        <a:rPr lang="en-US" altLang="zh-CN" sz="1600" dirty="0"/>
                        <a:t>f</a:t>
                      </a:r>
                      <a:endParaRPr lang="zh-CN" altLang="en-US" sz="1600" dirty="0"/>
                    </a:p>
                  </a:txBody>
                  <a:tcPr marT="40886" marB="40886" anchor="ctr"/>
                </a:tc>
                <a:extLst>
                  <a:ext uri="{0D108BD9-81ED-4DB2-BD59-A6C34878D82A}">
                    <a16:rowId xmlns:a16="http://schemas.microsoft.com/office/drawing/2014/main" val="10003"/>
                  </a:ext>
                </a:extLst>
              </a:tr>
              <a:tr h="442932">
                <a:tc>
                  <a:txBody>
                    <a:bodyPr/>
                    <a:lstStyle/>
                    <a:p>
                      <a:pPr algn="ctr"/>
                      <a:r>
                        <a:rPr lang="zh-CN" altLang="en-US" sz="1800" dirty="0"/>
                        <a:t>二进制</a:t>
                      </a:r>
                    </a:p>
                  </a:txBody>
                  <a:tcPr marT="40886" marB="40886" anchor="ctr"/>
                </a:tc>
                <a:tc>
                  <a:txBody>
                    <a:bodyPr/>
                    <a:lstStyle/>
                    <a:p>
                      <a:pPr algn="ctr"/>
                      <a:r>
                        <a:rPr lang="en-US" altLang="zh-CN" sz="1600" dirty="0"/>
                        <a:t>10000</a:t>
                      </a:r>
                      <a:endParaRPr lang="zh-CN" altLang="en-US" sz="1600" dirty="0"/>
                    </a:p>
                  </a:txBody>
                  <a:tcPr marT="40886" marB="40886" anchor="ctr"/>
                </a:tc>
                <a:tc>
                  <a:txBody>
                    <a:bodyPr/>
                    <a:lstStyle/>
                    <a:p>
                      <a:pPr algn="ctr"/>
                      <a:r>
                        <a:rPr lang="en-US" altLang="zh-CN" sz="1600" dirty="0"/>
                        <a:t>10001</a:t>
                      </a:r>
                      <a:endParaRPr lang="zh-CN" altLang="en-US" sz="1600" dirty="0"/>
                    </a:p>
                  </a:txBody>
                  <a:tcPr marT="40886" marB="40886" anchor="ctr"/>
                </a:tc>
                <a:tc>
                  <a:txBody>
                    <a:bodyPr/>
                    <a:lstStyle/>
                    <a:p>
                      <a:pPr algn="ctr"/>
                      <a:r>
                        <a:rPr lang="en-US" altLang="zh-CN" sz="1600" dirty="0"/>
                        <a:t>10010</a:t>
                      </a:r>
                      <a:endParaRPr lang="zh-CN" altLang="en-US" sz="1600" dirty="0"/>
                    </a:p>
                  </a:txBody>
                  <a:tcPr marT="40886" marB="40886" anchor="ctr"/>
                </a:tc>
                <a:tc>
                  <a:txBody>
                    <a:bodyPr/>
                    <a:lstStyle/>
                    <a:p>
                      <a:pPr algn="ctr"/>
                      <a:r>
                        <a:rPr lang="en-US" altLang="zh-CN" sz="1600" dirty="0"/>
                        <a:t>10011</a:t>
                      </a:r>
                      <a:endParaRPr lang="zh-CN" altLang="en-US" sz="1600" dirty="0"/>
                    </a:p>
                  </a:txBody>
                  <a:tcPr marT="40886" marB="40886" anchor="ctr"/>
                </a:tc>
                <a:tc>
                  <a:txBody>
                    <a:bodyPr/>
                    <a:lstStyle/>
                    <a:p>
                      <a:pPr algn="ctr"/>
                      <a:r>
                        <a:rPr lang="en-US" altLang="zh-CN" sz="1600" dirty="0"/>
                        <a:t>10100</a:t>
                      </a:r>
                      <a:endParaRPr lang="zh-CN" altLang="en-US" sz="1600" dirty="0"/>
                    </a:p>
                  </a:txBody>
                  <a:tcPr marT="40886" marB="40886" anchor="ctr"/>
                </a:tc>
                <a:tc>
                  <a:txBody>
                    <a:bodyPr/>
                    <a:lstStyle/>
                    <a:p>
                      <a:pPr algn="ctr"/>
                      <a:r>
                        <a:rPr lang="en-US" altLang="zh-CN" sz="1600" dirty="0"/>
                        <a:t>10101</a:t>
                      </a:r>
                      <a:endParaRPr lang="zh-CN" altLang="en-US" sz="1600" dirty="0"/>
                    </a:p>
                  </a:txBody>
                  <a:tcPr marT="40886" marB="40886" anchor="ctr"/>
                </a:tc>
                <a:tc>
                  <a:txBody>
                    <a:bodyPr/>
                    <a:lstStyle/>
                    <a:p>
                      <a:pPr algn="ctr"/>
                      <a:r>
                        <a:rPr lang="en-US" altLang="zh-CN" sz="1600" dirty="0"/>
                        <a:t>10110</a:t>
                      </a:r>
                      <a:endParaRPr lang="zh-CN" altLang="en-US" sz="1600" dirty="0"/>
                    </a:p>
                  </a:txBody>
                  <a:tcPr marT="40886" marB="40886" anchor="ctr"/>
                </a:tc>
                <a:tc>
                  <a:txBody>
                    <a:bodyPr/>
                    <a:lstStyle/>
                    <a:p>
                      <a:pPr algn="ctr"/>
                      <a:r>
                        <a:rPr lang="en-US" altLang="zh-CN" sz="1600" dirty="0"/>
                        <a:t>10111</a:t>
                      </a:r>
                      <a:endParaRPr lang="zh-CN" altLang="en-US" sz="1600" dirty="0"/>
                    </a:p>
                  </a:txBody>
                  <a:tcPr marT="40886" marB="40886" anchor="ctr"/>
                </a:tc>
                <a:extLst>
                  <a:ext uri="{0D108BD9-81ED-4DB2-BD59-A6C34878D82A}">
                    <a16:rowId xmlns:a16="http://schemas.microsoft.com/office/drawing/2014/main" val="10004"/>
                  </a:ext>
                </a:extLst>
              </a:tr>
              <a:tr h="442932">
                <a:tc>
                  <a:txBody>
                    <a:bodyPr/>
                    <a:lstStyle/>
                    <a:p>
                      <a:pPr algn="ctr"/>
                      <a:r>
                        <a:rPr lang="en-US" altLang="zh-CN" sz="1800" dirty="0"/>
                        <a:t>16</a:t>
                      </a:r>
                      <a:r>
                        <a:rPr lang="zh-CN" altLang="en-US" sz="1800" dirty="0"/>
                        <a:t>进制</a:t>
                      </a:r>
                    </a:p>
                  </a:txBody>
                  <a:tcPr marT="40886" marB="40886" anchor="ctr"/>
                </a:tc>
                <a:tc>
                  <a:txBody>
                    <a:bodyPr/>
                    <a:lstStyle/>
                    <a:p>
                      <a:pPr algn="ctr"/>
                      <a:r>
                        <a:rPr lang="en-US" altLang="zh-CN" sz="1600" dirty="0"/>
                        <a:t>10</a:t>
                      </a:r>
                      <a:endParaRPr lang="zh-CN" altLang="en-US" sz="1600" dirty="0"/>
                    </a:p>
                  </a:txBody>
                  <a:tcPr marT="40886" marB="40886" anchor="ctr"/>
                </a:tc>
                <a:tc>
                  <a:txBody>
                    <a:bodyPr/>
                    <a:lstStyle/>
                    <a:p>
                      <a:pPr algn="ctr"/>
                      <a:r>
                        <a:rPr lang="en-US" altLang="zh-CN" sz="1600" dirty="0"/>
                        <a:t>11</a:t>
                      </a:r>
                      <a:endParaRPr lang="zh-CN" altLang="en-US" sz="1600" dirty="0"/>
                    </a:p>
                  </a:txBody>
                  <a:tcPr marT="40886" marB="40886" anchor="ctr"/>
                </a:tc>
                <a:tc>
                  <a:txBody>
                    <a:bodyPr/>
                    <a:lstStyle/>
                    <a:p>
                      <a:pPr algn="ctr"/>
                      <a:r>
                        <a:rPr lang="en-US" altLang="zh-CN" sz="1600" dirty="0"/>
                        <a:t>12</a:t>
                      </a:r>
                      <a:endParaRPr lang="zh-CN" altLang="en-US" sz="1600" dirty="0"/>
                    </a:p>
                  </a:txBody>
                  <a:tcPr marT="40886" marB="40886" anchor="ctr"/>
                </a:tc>
                <a:tc>
                  <a:txBody>
                    <a:bodyPr/>
                    <a:lstStyle/>
                    <a:p>
                      <a:pPr algn="ctr"/>
                      <a:r>
                        <a:rPr lang="en-US" altLang="zh-CN" sz="1600" dirty="0"/>
                        <a:t>13</a:t>
                      </a:r>
                      <a:endParaRPr lang="zh-CN" altLang="en-US" sz="1600" dirty="0"/>
                    </a:p>
                  </a:txBody>
                  <a:tcPr marT="40886" marB="40886" anchor="ctr"/>
                </a:tc>
                <a:tc>
                  <a:txBody>
                    <a:bodyPr/>
                    <a:lstStyle/>
                    <a:p>
                      <a:pPr algn="ctr"/>
                      <a:r>
                        <a:rPr lang="en-US" altLang="zh-CN" sz="1600" dirty="0"/>
                        <a:t>14</a:t>
                      </a:r>
                      <a:endParaRPr lang="zh-CN" altLang="en-US" sz="1600" dirty="0"/>
                    </a:p>
                  </a:txBody>
                  <a:tcPr marT="40886" marB="40886" anchor="ctr"/>
                </a:tc>
                <a:tc>
                  <a:txBody>
                    <a:bodyPr/>
                    <a:lstStyle/>
                    <a:p>
                      <a:pPr algn="ctr"/>
                      <a:r>
                        <a:rPr lang="en-US" altLang="zh-CN" sz="1600" dirty="0"/>
                        <a:t>15</a:t>
                      </a:r>
                      <a:endParaRPr lang="zh-CN" altLang="en-US" sz="1600" dirty="0"/>
                    </a:p>
                  </a:txBody>
                  <a:tcPr marT="40886" marB="40886" anchor="ctr"/>
                </a:tc>
                <a:tc>
                  <a:txBody>
                    <a:bodyPr/>
                    <a:lstStyle/>
                    <a:p>
                      <a:pPr algn="ctr"/>
                      <a:r>
                        <a:rPr lang="en-US" altLang="zh-CN" sz="1600" dirty="0"/>
                        <a:t>16</a:t>
                      </a:r>
                      <a:endParaRPr lang="zh-CN" altLang="en-US" sz="1600" dirty="0"/>
                    </a:p>
                  </a:txBody>
                  <a:tcPr marT="40886" marB="40886" anchor="ctr"/>
                </a:tc>
                <a:tc>
                  <a:txBody>
                    <a:bodyPr/>
                    <a:lstStyle/>
                    <a:p>
                      <a:pPr algn="ctr"/>
                      <a:r>
                        <a:rPr lang="en-US" altLang="zh-CN" sz="1600" dirty="0"/>
                        <a:t>17</a:t>
                      </a:r>
                      <a:endParaRPr lang="zh-CN" altLang="en-US" sz="1600" dirty="0"/>
                    </a:p>
                  </a:txBody>
                  <a:tcPr marT="40886" marB="40886" anchor="ctr"/>
                </a:tc>
                <a:extLst>
                  <a:ext uri="{0D108BD9-81ED-4DB2-BD59-A6C34878D82A}">
                    <a16:rowId xmlns:a16="http://schemas.microsoft.com/office/drawing/2014/main" val="10005"/>
                  </a:ext>
                </a:extLst>
              </a:tr>
              <a:tr h="442932">
                <a:tc>
                  <a:txBody>
                    <a:bodyPr/>
                    <a:lstStyle/>
                    <a:p>
                      <a:pPr algn="ctr"/>
                      <a:r>
                        <a:rPr lang="zh-CN" altLang="en-US" sz="1800" dirty="0"/>
                        <a:t>二进制</a:t>
                      </a:r>
                    </a:p>
                  </a:txBody>
                  <a:tcPr marT="40886" marB="40886" anchor="ctr"/>
                </a:tc>
                <a:tc>
                  <a:txBody>
                    <a:bodyPr/>
                    <a:lstStyle/>
                    <a:p>
                      <a:pPr algn="ctr"/>
                      <a:r>
                        <a:rPr lang="en-US" altLang="zh-CN" sz="1600" dirty="0"/>
                        <a:t>11000</a:t>
                      </a:r>
                      <a:endParaRPr lang="zh-CN" altLang="en-US" sz="1600" dirty="0"/>
                    </a:p>
                  </a:txBody>
                  <a:tcPr marT="40886" marB="40886" anchor="ctr"/>
                </a:tc>
                <a:tc>
                  <a:txBody>
                    <a:bodyPr/>
                    <a:lstStyle/>
                    <a:p>
                      <a:pPr algn="ctr"/>
                      <a:r>
                        <a:rPr lang="en-US" altLang="zh-CN" sz="1600" dirty="0"/>
                        <a:t>11001</a:t>
                      </a:r>
                      <a:endParaRPr lang="zh-CN" altLang="en-US" sz="1600" dirty="0"/>
                    </a:p>
                  </a:txBody>
                  <a:tcPr marT="40886" marB="40886" anchor="ctr"/>
                </a:tc>
                <a:tc>
                  <a:txBody>
                    <a:bodyPr/>
                    <a:lstStyle/>
                    <a:p>
                      <a:pPr algn="ctr"/>
                      <a:r>
                        <a:rPr lang="en-US" altLang="zh-CN" sz="1600" dirty="0"/>
                        <a:t>11010</a:t>
                      </a:r>
                      <a:endParaRPr lang="zh-CN" altLang="en-US" sz="1600" dirty="0"/>
                    </a:p>
                  </a:txBody>
                  <a:tcPr marT="40886" marB="40886" anchor="ctr"/>
                </a:tc>
                <a:tc>
                  <a:txBody>
                    <a:bodyPr/>
                    <a:lstStyle/>
                    <a:p>
                      <a:pPr algn="ctr"/>
                      <a:r>
                        <a:rPr lang="en-US" altLang="zh-CN" sz="1600" dirty="0"/>
                        <a:t>11011</a:t>
                      </a:r>
                      <a:endParaRPr lang="zh-CN" altLang="en-US" sz="1600" dirty="0"/>
                    </a:p>
                  </a:txBody>
                  <a:tcPr marT="40886" marB="40886" anchor="ctr"/>
                </a:tc>
                <a:tc>
                  <a:txBody>
                    <a:bodyPr/>
                    <a:lstStyle/>
                    <a:p>
                      <a:pPr algn="ctr"/>
                      <a:r>
                        <a:rPr lang="en-US" altLang="zh-CN" sz="1600" dirty="0"/>
                        <a:t>11100</a:t>
                      </a:r>
                      <a:endParaRPr lang="zh-CN" altLang="en-US" sz="1600" dirty="0"/>
                    </a:p>
                  </a:txBody>
                  <a:tcPr marT="40886" marB="40886" anchor="ctr"/>
                </a:tc>
                <a:tc>
                  <a:txBody>
                    <a:bodyPr/>
                    <a:lstStyle/>
                    <a:p>
                      <a:pPr algn="ctr"/>
                      <a:r>
                        <a:rPr lang="en-US" altLang="zh-CN" sz="1600" dirty="0"/>
                        <a:t>11101</a:t>
                      </a:r>
                      <a:endParaRPr lang="zh-CN" altLang="en-US" sz="1600" dirty="0"/>
                    </a:p>
                  </a:txBody>
                  <a:tcPr marT="40886" marB="40886" anchor="ctr"/>
                </a:tc>
                <a:tc>
                  <a:txBody>
                    <a:bodyPr/>
                    <a:lstStyle/>
                    <a:p>
                      <a:pPr algn="ctr"/>
                      <a:r>
                        <a:rPr lang="en-US" altLang="zh-CN" sz="1600" dirty="0"/>
                        <a:t>11110</a:t>
                      </a:r>
                      <a:endParaRPr lang="zh-CN" altLang="en-US" sz="1600" dirty="0"/>
                    </a:p>
                  </a:txBody>
                  <a:tcPr marT="40886" marB="40886" anchor="ctr"/>
                </a:tc>
                <a:tc>
                  <a:txBody>
                    <a:bodyPr/>
                    <a:lstStyle/>
                    <a:p>
                      <a:pPr algn="ctr"/>
                      <a:r>
                        <a:rPr lang="en-US" altLang="zh-CN" sz="1600" dirty="0"/>
                        <a:t>11111</a:t>
                      </a:r>
                      <a:endParaRPr lang="zh-CN" altLang="en-US" sz="1600" dirty="0"/>
                    </a:p>
                  </a:txBody>
                  <a:tcPr marT="40886" marB="40886" anchor="ctr"/>
                </a:tc>
                <a:extLst>
                  <a:ext uri="{0D108BD9-81ED-4DB2-BD59-A6C34878D82A}">
                    <a16:rowId xmlns:a16="http://schemas.microsoft.com/office/drawing/2014/main" val="10006"/>
                  </a:ext>
                </a:extLst>
              </a:tr>
              <a:tr h="442932">
                <a:tc>
                  <a:txBody>
                    <a:bodyPr/>
                    <a:lstStyle/>
                    <a:p>
                      <a:pPr algn="ctr"/>
                      <a:r>
                        <a:rPr lang="en-US" altLang="zh-CN" sz="1800" dirty="0"/>
                        <a:t>16</a:t>
                      </a:r>
                      <a:r>
                        <a:rPr lang="zh-CN" altLang="en-US" sz="1800" dirty="0"/>
                        <a:t>进制</a:t>
                      </a:r>
                    </a:p>
                  </a:txBody>
                  <a:tcPr marT="40886" marB="40886" anchor="ctr"/>
                </a:tc>
                <a:tc>
                  <a:txBody>
                    <a:bodyPr/>
                    <a:lstStyle/>
                    <a:p>
                      <a:pPr algn="ctr"/>
                      <a:r>
                        <a:rPr lang="en-US" altLang="zh-CN" sz="1600" dirty="0"/>
                        <a:t>18</a:t>
                      </a:r>
                      <a:endParaRPr lang="zh-CN" altLang="en-US" sz="1600" dirty="0"/>
                    </a:p>
                  </a:txBody>
                  <a:tcPr marT="40886" marB="40886" anchor="ctr"/>
                </a:tc>
                <a:tc>
                  <a:txBody>
                    <a:bodyPr/>
                    <a:lstStyle/>
                    <a:p>
                      <a:pPr algn="ctr"/>
                      <a:r>
                        <a:rPr lang="en-US" altLang="zh-CN" sz="1600" dirty="0"/>
                        <a:t>19</a:t>
                      </a:r>
                      <a:endParaRPr lang="zh-CN" altLang="en-US" sz="1600" dirty="0"/>
                    </a:p>
                  </a:txBody>
                  <a:tcPr marT="40886" marB="40886" anchor="ctr"/>
                </a:tc>
                <a:tc>
                  <a:txBody>
                    <a:bodyPr/>
                    <a:lstStyle/>
                    <a:p>
                      <a:pPr algn="ctr"/>
                      <a:r>
                        <a:rPr lang="en-US" altLang="zh-CN" sz="1600" dirty="0"/>
                        <a:t>1a</a:t>
                      </a:r>
                      <a:endParaRPr lang="zh-CN" altLang="en-US" sz="1600" dirty="0"/>
                    </a:p>
                  </a:txBody>
                  <a:tcPr marT="40886" marB="40886" anchor="ctr"/>
                </a:tc>
                <a:tc>
                  <a:txBody>
                    <a:bodyPr/>
                    <a:lstStyle/>
                    <a:p>
                      <a:pPr algn="ctr"/>
                      <a:r>
                        <a:rPr lang="en-US" altLang="zh-CN" sz="1600" dirty="0"/>
                        <a:t>1b</a:t>
                      </a:r>
                      <a:endParaRPr lang="zh-CN" altLang="en-US" sz="1600" dirty="0"/>
                    </a:p>
                  </a:txBody>
                  <a:tcPr marT="40886" marB="40886" anchor="ctr"/>
                </a:tc>
                <a:tc>
                  <a:txBody>
                    <a:bodyPr/>
                    <a:lstStyle/>
                    <a:p>
                      <a:pPr algn="ctr"/>
                      <a:r>
                        <a:rPr lang="en-US" altLang="zh-CN" sz="1600" dirty="0"/>
                        <a:t>1c</a:t>
                      </a:r>
                      <a:endParaRPr lang="zh-CN" altLang="en-US" sz="1600" dirty="0"/>
                    </a:p>
                  </a:txBody>
                  <a:tcPr marT="40886" marB="40886" anchor="ctr"/>
                </a:tc>
                <a:tc>
                  <a:txBody>
                    <a:bodyPr/>
                    <a:lstStyle/>
                    <a:p>
                      <a:pPr algn="ctr"/>
                      <a:r>
                        <a:rPr lang="en-US" altLang="zh-CN" sz="1600" dirty="0"/>
                        <a:t>1d</a:t>
                      </a:r>
                      <a:endParaRPr lang="zh-CN" altLang="en-US" sz="1600" dirty="0"/>
                    </a:p>
                  </a:txBody>
                  <a:tcPr marT="40886" marB="40886" anchor="ctr"/>
                </a:tc>
                <a:tc>
                  <a:txBody>
                    <a:bodyPr/>
                    <a:lstStyle/>
                    <a:p>
                      <a:pPr algn="ctr"/>
                      <a:r>
                        <a:rPr lang="en-US" altLang="zh-CN" sz="1600" dirty="0"/>
                        <a:t>1e</a:t>
                      </a:r>
                      <a:endParaRPr lang="zh-CN" altLang="en-US" sz="1600" dirty="0"/>
                    </a:p>
                  </a:txBody>
                  <a:tcPr marT="40886" marB="40886" anchor="ctr"/>
                </a:tc>
                <a:tc>
                  <a:txBody>
                    <a:bodyPr/>
                    <a:lstStyle/>
                    <a:p>
                      <a:pPr algn="ctr"/>
                      <a:r>
                        <a:rPr lang="en-US" altLang="zh-CN" sz="1600" dirty="0"/>
                        <a:t>1f</a:t>
                      </a:r>
                      <a:endParaRPr lang="zh-CN" altLang="en-US" sz="1600" dirty="0"/>
                    </a:p>
                  </a:txBody>
                  <a:tcPr marT="40886" marB="40886" anchor="ctr"/>
                </a:tc>
                <a:extLst>
                  <a:ext uri="{0D108BD9-81ED-4DB2-BD59-A6C34878D82A}">
                    <a16:rowId xmlns:a16="http://schemas.microsoft.com/office/drawing/2014/main" val="10007"/>
                  </a:ext>
                </a:extLst>
              </a:tr>
            </a:tbl>
          </a:graphicData>
        </a:graphic>
      </p:graphicFrame>
      <p:graphicFrame>
        <p:nvGraphicFramePr>
          <p:cNvPr id="6" name="表格 5"/>
          <p:cNvGraphicFramePr>
            <a:graphicFrameLocks noGrp="1"/>
          </p:cNvGraphicFramePr>
          <p:nvPr/>
        </p:nvGraphicFramePr>
        <p:xfrm>
          <a:off x="400048" y="3238766"/>
          <a:ext cx="8458209" cy="885864"/>
        </p:xfrm>
        <a:graphic>
          <a:graphicData uri="http://schemas.openxmlformats.org/drawingml/2006/table">
            <a:tbl>
              <a:tblPr firstRow="1" bandRow="1">
                <a:tableStyleId>{327F97BB-C833-4FB7-BDE5-3F7075034690}</a:tableStyleId>
              </a:tblPr>
              <a:tblGrid>
                <a:gridCol w="939801">
                  <a:extLst>
                    <a:ext uri="{9D8B030D-6E8A-4147-A177-3AD203B41FA5}">
                      <a16:colId xmlns:a16="http://schemas.microsoft.com/office/drawing/2014/main" val="20000"/>
                    </a:ext>
                  </a:extLst>
                </a:gridCol>
                <a:gridCol w="939801">
                  <a:extLst>
                    <a:ext uri="{9D8B030D-6E8A-4147-A177-3AD203B41FA5}">
                      <a16:colId xmlns:a16="http://schemas.microsoft.com/office/drawing/2014/main" val="20001"/>
                    </a:ext>
                  </a:extLst>
                </a:gridCol>
                <a:gridCol w="939801">
                  <a:extLst>
                    <a:ext uri="{9D8B030D-6E8A-4147-A177-3AD203B41FA5}">
                      <a16:colId xmlns:a16="http://schemas.microsoft.com/office/drawing/2014/main" val="20002"/>
                    </a:ext>
                  </a:extLst>
                </a:gridCol>
                <a:gridCol w="685799">
                  <a:extLst>
                    <a:ext uri="{9D8B030D-6E8A-4147-A177-3AD203B41FA5}">
                      <a16:colId xmlns:a16="http://schemas.microsoft.com/office/drawing/2014/main" val="20003"/>
                    </a:ext>
                  </a:extLst>
                </a:gridCol>
                <a:gridCol w="1193803">
                  <a:extLst>
                    <a:ext uri="{9D8B030D-6E8A-4147-A177-3AD203B41FA5}">
                      <a16:colId xmlns:a16="http://schemas.microsoft.com/office/drawing/2014/main" val="20004"/>
                    </a:ext>
                  </a:extLst>
                </a:gridCol>
                <a:gridCol w="939801">
                  <a:extLst>
                    <a:ext uri="{9D8B030D-6E8A-4147-A177-3AD203B41FA5}">
                      <a16:colId xmlns:a16="http://schemas.microsoft.com/office/drawing/2014/main" val="20005"/>
                    </a:ext>
                  </a:extLst>
                </a:gridCol>
                <a:gridCol w="939801">
                  <a:extLst>
                    <a:ext uri="{9D8B030D-6E8A-4147-A177-3AD203B41FA5}">
                      <a16:colId xmlns:a16="http://schemas.microsoft.com/office/drawing/2014/main" val="20006"/>
                    </a:ext>
                  </a:extLst>
                </a:gridCol>
                <a:gridCol w="939801">
                  <a:extLst>
                    <a:ext uri="{9D8B030D-6E8A-4147-A177-3AD203B41FA5}">
                      <a16:colId xmlns:a16="http://schemas.microsoft.com/office/drawing/2014/main" val="20007"/>
                    </a:ext>
                  </a:extLst>
                </a:gridCol>
                <a:gridCol w="939801">
                  <a:extLst>
                    <a:ext uri="{9D8B030D-6E8A-4147-A177-3AD203B41FA5}">
                      <a16:colId xmlns:a16="http://schemas.microsoft.com/office/drawing/2014/main" val="20008"/>
                    </a:ext>
                  </a:extLst>
                </a:gridCol>
              </a:tblGrid>
              <a:tr h="442932">
                <a:tc>
                  <a:txBody>
                    <a:bodyPr/>
                    <a:lstStyle/>
                    <a:p>
                      <a:pPr algn="ctr"/>
                      <a:r>
                        <a:rPr lang="zh-CN" altLang="en-US" sz="1800" dirty="0">
                          <a:solidFill>
                            <a:srgbClr val="002060"/>
                          </a:solidFill>
                        </a:rPr>
                        <a:t>二进制</a:t>
                      </a:r>
                    </a:p>
                  </a:txBody>
                  <a:tcPr marT="40886" marB="4088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600" dirty="0">
                          <a:solidFill>
                            <a:srgbClr val="002060"/>
                          </a:solidFill>
                        </a:rPr>
                        <a:t>101000</a:t>
                      </a:r>
                      <a:endParaRPr lang="zh-CN" altLang="en-US" sz="1600" dirty="0">
                        <a:solidFill>
                          <a:srgbClr val="002060"/>
                        </a:solidFill>
                      </a:endParaRPr>
                    </a:p>
                  </a:txBody>
                  <a:tcPr marT="40886" marB="4088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600" dirty="0">
                          <a:solidFill>
                            <a:srgbClr val="002060"/>
                          </a:solidFill>
                        </a:rPr>
                        <a:t>111001</a:t>
                      </a:r>
                      <a:endParaRPr lang="zh-CN" altLang="en-US" sz="1600" dirty="0">
                        <a:solidFill>
                          <a:srgbClr val="002060"/>
                        </a:solidFill>
                      </a:endParaRPr>
                    </a:p>
                  </a:txBody>
                  <a:tcPr marT="40886" marB="4088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1600" dirty="0">
                        <a:solidFill>
                          <a:srgbClr val="002060"/>
                        </a:solidFill>
                      </a:endParaRPr>
                    </a:p>
                  </a:txBody>
                  <a:tcPr marT="40886" marB="4088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600" dirty="0">
                          <a:solidFill>
                            <a:srgbClr val="002060"/>
                          </a:solidFill>
                        </a:rPr>
                        <a:t>1111011</a:t>
                      </a:r>
                      <a:endParaRPr lang="zh-CN" altLang="en-US" sz="1600" dirty="0">
                        <a:solidFill>
                          <a:srgbClr val="002060"/>
                        </a:solidFill>
                      </a:endParaRPr>
                    </a:p>
                  </a:txBody>
                  <a:tcPr marT="40886" marB="4088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1600" dirty="0">
                        <a:solidFill>
                          <a:srgbClr val="002060"/>
                        </a:solidFill>
                      </a:endParaRPr>
                    </a:p>
                  </a:txBody>
                  <a:tcPr marT="40886" marB="4088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600" dirty="0">
                          <a:solidFill>
                            <a:srgbClr val="002060"/>
                          </a:solidFill>
                        </a:rPr>
                        <a:t>101101</a:t>
                      </a:r>
                      <a:endParaRPr lang="zh-CN" altLang="en-US" sz="1600" dirty="0">
                        <a:solidFill>
                          <a:srgbClr val="002060"/>
                        </a:solidFill>
                      </a:endParaRPr>
                    </a:p>
                  </a:txBody>
                  <a:tcPr marT="40886" marB="4088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600" dirty="0">
                          <a:solidFill>
                            <a:srgbClr val="002060"/>
                          </a:solidFill>
                        </a:rPr>
                        <a:t>11110</a:t>
                      </a:r>
                      <a:endParaRPr lang="zh-CN" altLang="en-US" sz="1600" dirty="0">
                        <a:solidFill>
                          <a:srgbClr val="002060"/>
                        </a:solidFill>
                      </a:endParaRPr>
                    </a:p>
                  </a:txBody>
                  <a:tcPr marT="40886" marB="4088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600" dirty="0">
                          <a:solidFill>
                            <a:srgbClr val="002060"/>
                          </a:solidFill>
                        </a:rPr>
                        <a:t>101111</a:t>
                      </a:r>
                      <a:endParaRPr lang="zh-CN" altLang="en-US" sz="1600" dirty="0">
                        <a:solidFill>
                          <a:srgbClr val="002060"/>
                        </a:solidFill>
                      </a:endParaRPr>
                    </a:p>
                  </a:txBody>
                  <a:tcPr marT="40886" marB="4088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442932">
                <a:tc>
                  <a:txBody>
                    <a:bodyPr/>
                    <a:lstStyle/>
                    <a:p>
                      <a:pPr algn="ctr"/>
                      <a:r>
                        <a:rPr lang="en-US" altLang="zh-CN" sz="1800" dirty="0">
                          <a:solidFill>
                            <a:srgbClr val="002060"/>
                          </a:solidFill>
                        </a:rPr>
                        <a:t>16</a:t>
                      </a:r>
                      <a:r>
                        <a:rPr lang="zh-CN" altLang="en-US" sz="1800" dirty="0">
                          <a:solidFill>
                            <a:srgbClr val="002060"/>
                          </a:solidFill>
                        </a:rPr>
                        <a:t>进制</a:t>
                      </a:r>
                    </a:p>
                  </a:txBody>
                  <a:tcPr marT="40886" marB="4088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1600" dirty="0">
                        <a:solidFill>
                          <a:srgbClr val="002060"/>
                        </a:solidFill>
                      </a:endParaRPr>
                    </a:p>
                  </a:txBody>
                  <a:tcPr marT="40886" marB="4088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1600" dirty="0">
                        <a:solidFill>
                          <a:srgbClr val="002060"/>
                        </a:solidFill>
                      </a:endParaRPr>
                    </a:p>
                  </a:txBody>
                  <a:tcPr marT="40886" marB="4088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600" dirty="0">
                          <a:solidFill>
                            <a:srgbClr val="002060"/>
                          </a:solidFill>
                        </a:rPr>
                        <a:t>38</a:t>
                      </a:r>
                      <a:endParaRPr lang="zh-CN" altLang="en-US" sz="1600" dirty="0">
                        <a:solidFill>
                          <a:srgbClr val="002060"/>
                        </a:solidFill>
                      </a:endParaRPr>
                    </a:p>
                  </a:txBody>
                  <a:tcPr marT="40886" marB="4088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1600" dirty="0">
                        <a:solidFill>
                          <a:srgbClr val="002060"/>
                        </a:solidFill>
                      </a:endParaRPr>
                    </a:p>
                  </a:txBody>
                  <a:tcPr marT="40886" marB="4088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600" dirty="0">
                          <a:solidFill>
                            <a:srgbClr val="002060"/>
                          </a:solidFill>
                        </a:rPr>
                        <a:t>7a</a:t>
                      </a:r>
                      <a:endParaRPr lang="zh-CN" altLang="en-US" sz="1600" dirty="0">
                        <a:solidFill>
                          <a:srgbClr val="002060"/>
                        </a:solidFill>
                      </a:endParaRPr>
                    </a:p>
                  </a:txBody>
                  <a:tcPr marT="40886" marB="4088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1600" dirty="0">
                        <a:solidFill>
                          <a:srgbClr val="002060"/>
                        </a:solidFill>
                      </a:endParaRPr>
                    </a:p>
                  </a:txBody>
                  <a:tcPr marT="40886" marB="4088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1600" dirty="0">
                        <a:solidFill>
                          <a:srgbClr val="002060"/>
                        </a:solidFill>
                      </a:endParaRPr>
                    </a:p>
                  </a:txBody>
                  <a:tcPr marT="40886" marB="4088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1600" dirty="0">
                        <a:solidFill>
                          <a:srgbClr val="002060"/>
                        </a:solidFill>
                      </a:endParaRPr>
                    </a:p>
                  </a:txBody>
                  <a:tcPr marT="40886" marB="4088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
        <p:nvSpPr>
          <p:cNvPr id="39012" name="Text Box 100"/>
          <p:cNvSpPr txBox="1">
            <a:spLocks noChangeArrowheads="1"/>
          </p:cNvSpPr>
          <p:nvPr/>
        </p:nvSpPr>
        <p:spPr bwMode="auto">
          <a:xfrm>
            <a:off x="1568450" y="3735646"/>
            <a:ext cx="441146" cy="369332"/>
          </a:xfrm>
          <a:prstGeom prst="rect">
            <a:avLst/>
          </a:prstGeom>
          <a:noFill/>
          <a:ln w="9525">
            <a:noFill/>
            <a:miter lim="800000"/>
            <a:headEnd/>
            <a:tailEnd/>
          </a:ln>
          <a:effectLst>
            <a:prstShdw prst="shdw17" dist="17961" dir="2700000">
              <a:schemeClr val="accent1">
                <a:gamma/>
                <a:shade val="60000"/>
                <a:invGamma/>
              </a:schemeClr>
            </a:prstShdw>
          </a:effectLst>
        </p:spPr>
        <p:txBody>
          <a:bodyPr wrap="none">
            <a:spAutoFit/>
          </a:bodyPr>
          <a:lstStyle/>
          <a:p>
            <a:pPr>
              <a:defRPr/>
            </a:pPr>
            <a:r>
              <a:rPr lang="en-US" altLang="zh-CN" b="1" dirty="0">
                <a:solidFill>
                  <a:srgbClr val="FF6600"/>
                </a:solidFill>
              </a:rPr>
              <a:t>28</a:t>
            </a:r>
          </a:p>
        </p:txBody>
      </p:sp>
      <p:sp>
        <p:nvSpPr>
          <p:cNvPr id="39013" name="Text Box 101"/>
          <p:cNvSpPr txBox="1">
            <a:spLocks noChangeArrowheads="1"/>
          </p:cNvSpPr>
          <p:nvPr/>
        </p:nvSpPr>
        <p:spPr bwMode="auto">
          <a:xfrm>
            <a:off x="2482850" y="3756444"/>
            <a:ext cx="441146" cy="369332"/>
          </a:xfrm>
          <a:prstGeom prst="rect">
            <a:avLst/>
          </a:prstGeom>
          <a:noFill/>
          <a:ln w="9525">
            <a:noFill/>
            <a:miter lim="800000"/>
            <a:headEnd/>
            <a:tailEnd/>
          </a:ln>
          <a:effectLst>
            <a:prstShdw prst="shdw17" dist="17961" dir="2700000">
              <a:schemeClr val="accent1">
                <a:gamma/>
                <a:shade val="60000"/>
                <a:invGamma/>
              </a:schemeClr>
            </a:prstShdw>
          </a:effectLst>
        </p:spPr>
        <p:txBody>
          <a:bodyPr wrap="none">
            <a:spAutoFit/>
          </a:bodyPr>
          <a:lstStyle/>
          <a:p>
            <a:pPr>
              <a:defRPr/>
            </a:pPr>
            <a:r>
              <a:rPr lang="en-US" altLang="zh-CN" b="1" dirty="0">
                <a:solidFill>
                  <a:srgbClr val="FF6600"/>
                </a:solidFill>
              </a:rPr>
              <a:t>39</a:t>
            </a:r>
          </a:p>
        </p:txBody>
      </p:sp>
      <p:sp>
        <p:nvSpPr>
          <p:cNvPr id="39014" name="Text Box 102"/>
          <p:cNvSpPr txBox="1">
            <a:spLocks noChangeArrowheads="1"/>
          </p:cNvSpPr>
          <p:nvPr/>
        </p:nvSpPr>
        <p:spPr bwMode="auto">
          <a:xfrm>
            <a:off x="3140988" y="3292714"/>
            <a:ext cx="1126213" cy="340093"/>
          </a:xfrm>
          <a:prstGeom prst="rect">
            <a:avLst/>
          </a:prstGeom>
          <a:noFill/>
          <a:ln w="9525">
            <a:noFill/>
            <a:miter lim="800000"/>
            <a:headEnd/>
            <a:tailEnd/>
          </a:ln>
          <a:effectLst>
            <a:prstShdw prst="shdw17" dist="17961" dir="2700000">
              <a:schemeClr val="accent1">
                <a:gamma/>
                <a:shade val="60000"/>
                <a:invGamma/>
              </a:schemeClr>
            </a:prstShdw>
          </a:effectLst>
        </p:spPr>
        <p:txBody>
          <a:bodyPr wrap="square">
            <a:spAutoFit/>
          </a:bodyPr>
          <a:lstStyle/>
          <a:p>
            <a:pPr>
              <a:defRPr/>
            </a:pPr>
            <a:r>
              <a:rPr lang="en-US" altLang="zh-CN" sz="1610" b="1" dirty="0">
                <a:solidFill>
                  <a:srgbClr val="FF6600"/>
                </a:solidFill>
              </a:rPr>
              <a:t>111000</a:t>
            </a:r>
          </a:p>
        </p:txBody>
      </p:sp>
      <p:sp>
        <p:nvSpPr>
          <p:cNvPr id="39015" name="Text Box 103"/>
          <p:cNvSpPr txBox="1">
            <a:spLocks noChangeArrowheads="1"/>
          </p:cNvSpPr>
          <p:nvPr/>
        </p:nvSpPr>
        <p:spPr bwMode="auto">
          <a:xfrm>
            <a:off x="4267200" y="3747003"/>
            <a:ext cx="453970" cy="369332"/>
          </a:xfrm>
          <a:prstGeom prst="rect">
            <a:avLst/>
          </a:prstGeom>
          <a:noFill/>
          <a:ln w="9525">
            <a:noFill/>
            <a:miter lim="800000"/>
            <a:headEnd/>
            <a:tailEnd/>
          </a:ln>
          <a:effectLst>
            <a:prstShdw prst="shdw17" dist="17961" dir="2700000">
              <a:schemeClr val="accent1">
                <a:gamma/>
                <a:shade val="60000"/>
                <a:invGamma/>
              </a:schemeClr>
            </a:prstShdw>
          </a:effectLst>
        </p:spPr>
        <p:txBody>
          <a:bodyPr wrap="none">
            <a:spAutoFit/>
          </a:bodyPr>
          <a:lstStyle/>
          <a:p>
            <a:pPr>
              <a:defRPr/>
            </a:pPr>
            <a:r>
              <a:rPr lang="en-US" altLang="zh-CN" b="1" dirty="0">
                <a:solidFill>
                  <a:srgbClr val="FF6600"/>
                </a:solidFill>
              </a:rPr>
              <a:t>7b</a:t>
            </a:r>
          </a:p>
        </p:txBody>
      </p:sp>
      <p:sp>
        <p:nvSpPr>
          <p:cNvPr id="39016" name="Text Box 104"/>
          <p:cNvSpPr txBox="1">
            <a:spLocks noChangeArrowheads="1"/>
          </p:cNvSpPr>
          <p:nvPr/>
        </p:nvSpPr>
        <p:spPr bwMode="auto">
          <a:xfrm>
            <a:off x="5100275" y="3301233"/>
            <a:ext cx="958339" cy="340093"/>
          </a:xfrm>
          <a:prstGeom prst="rect">
            <a:avLst/>
          </a:prstGeom>
          <a:noFill/>
          <a:ln w="9525">
            <a:noFill/>
            <a:miter lim="800000"/>
            <a:headEnd/>
            <a:tailEnd/>
          </a:ln>
          <a:effectLst>
            <a:prstShdw prst="shdw17" dist="17961" dir="2700000">
              <a:schemeClr val="accent1">
                <a:gamma/>
                <a:shade val="60000"/>
                <a:invGamma/>
              </a:schemeClr>
            </a:prstShdw>
          </a:effectLst>
        </p:spPr>
        <p:txBody>
          <a:bodyPr wrap="none">
            <a:spAutoFit/>
          </a:bodyPr>
          <a:lstStyle/>
          <a:p>
            <a:pPr>
              <a:defRPr/>
            </a:pPr>
            <a:r>
              <a:rPr lang="en-US" altLang="zh-CN" sz="1610" b="1" dirty="0">
                <a:solidFill>
                  <a:srgbClr val="FF6600"/>
                </a:solidFill>
              </a:rPr>
              <a:t>1111010</a:t>
            </a:r>
          </a:p>
        </p:txBody>
      </p:sp>
      <p:sp>
        <p:nvSpPr>
          <p:cNvPr id="39017" name="Text Box 105"/>
          <p:cNvSpPr txBox="1">
            <a:spLocks noChangeArrowheads="1"/>
          </p:cNvSpPr>
          <p:nvPr/>
        </p:nvSpPr>
        <p:spPr bwMode="auto">
          <a:xfrm>
            <a:off x="6248401" y="3701574"/>
            <a:ext cx="453970" cy="369332"/>
          </a:xfrm>
          <a:prstGeom prst="rect">
            <a:avLst/>
          </a:prstGeom>
          <a:noFill/>
          <a:ln w="9525">
            <a:noFill/>
            <a:miter lim="800000"/>
            <a:headEnd/>
            <a:tailEnd/>
          </a:ln>
          <a:effectLst>
            <a:prstShdw prst="shdw17" dist="17961" dir="2700000">
              <a:schemeClr val="accent1">
                <a:gamma/>
                <a:shade val="60000"/>
                <a:invGamma/>
              </a:schemeClr>
            </a:prstShdw>
          </a:effectLst>
        </p:spPr>
        <p:txBody>
          <a:bodyPr wrap="none">
            <a:spAutoFit/>
          </a:bodyPr>
          <a:lstStyle/>
          <a:p>
            <a:pPr>
              <a:defRPr/>
            </a:pPr>
            <a:r>
              <a:rPr lang="en-US" altLang="zh-CN" b="1" dirty="0">
                <a:solidFill>
                  <a:srgbClr val="FF6600"/>
                </a:solidFill>
              </a:rPr>
              <a:t>2d</a:t>
            </a:r>
          </a:p>
        </p:txBody>
      </p:sp>
      <p:sp>
        <p:nvSpPr>
          <p:cNvPr id="39018" name="Text Box 106"/>
          <p:cNvSpPr txBox="1">
            <a:spLocks noChangeArrowheads="1"/>
          </p:cNvSpPr>
          <p:nvPr/>
        </p:nvSpPr>
        <p:spPr bwMode="auto">
          <a:xfrm>
            <a:off x="7239000" y="3701574"/>
            <a:ext cx="441146" cy="369332"/>
          </a:xfrm>
          <a:prstGeom prst="rect">
            <a:avLst/>
          </a:prstGeom>
          <a:noFill/>
          <a:ln w="9525">
            <a:noFill/>
            <a:miter lim="800000"/>
            <a:headEnd/>
            <a:tailEnd/>
          </a:ln>
          <a:effectLst>
            <a:prstShdw prst="shdw17" dist="17961" dir="2700000">
              <a:schemeClr val="accent1">
                <a:gamma/>
                <a:shade val="60000"/>
                <a:invGamma/>
              </a:schemeClr>
            </a:prstShdw>
          </a:effectLst>
        </p:spPr>
        <p:txBody>
          <a:bodyPr wrap="none">
            <a:spAutoFit/>
          </a:bodyPr>
          <a:lstStyle/>
          <a:p>
            <a:pPr>
              <a:defRPr/>
            </a:pPr>
            <a:r>
              <a:rPr lang="en-US" altLang="zh-CN" b="1">
                <a:solidFill>
                  <a:srgbClr val="FF6600"/>
                </a:solidFill>
              </a:rPr>
              <a:t>1e</a:t>
            </a:r>
          </a:p>
        </p:txBody>
      </p:sp>
      <p:sp>
        <p:nvSpPr>
          <p:cNvPr id="39019" name="Text Box 107"/>
          <p:cNvSpPr txBox="1">
            <a:spLocks noChangeArrowheads="1"/>
          </p:cNvSpPr>
          <p:nvPr/>
        </p:nvSpPr>
        <p:spPr bwMode="auto">
          <a:xfrm>
            <a:off x="8153400" y="3701574"/>
            <a:ext cx="389850" cy="369332"/>
          </a:xfrm>
          <a:prstGeom prst="rect">
            <a:avLst/>
          </a:prstGeom>
          <a:noFill/>
          <a:ln w="9525">
            <a:noFill/>
            <a:miter lim="800000"/>
            <a:headEnd/>
            <a:tailEnd/>
          </a:ln>
          <a:effectLst>
            <a:prstShdw prst="shdw17" dist="17961" dir="2700000">
              <a:schemeClr val="accent1">
                <a:gamma/>
                <a:shade val="60000"/>
                <a:invGamma/>
              </a:schemeClr>
            </a:prstShdw>
          </a:effectLst>
        </p:spPr>
        <p:txBody>
          <a:bodyPr wrap="none">
            <a:spAutoFit/>
          </a:bodyPr>
          <a:lstStyle/>
          <a:p>
            <a:pPr>
              <a:defRPr/>
            </a:pPr>
            <a:r>
              <a:rPr lang="en-US" altLang="zh-CN" b="1">
                <a:solidFill>
                  <a:srgbClr val="FF6600"/>
                </a:solidFill>
              </a:rPr>
              <a:t>2f</a:t>
            </a:r>
          </a:p>
        </p:txBody>
      </p:sp>
    </p:spTree>
    <p:extLst>
      <p:ext uri="{BB962C8B-B14F-4D97-AF65-F5344CB8AC3E}">
        <p14:creationId xmlns:p14="http://schemas.microsoft.com/office/powerpoint/2010/main" val="2436828123"/>
      </p:ext>
    </p:extLst>
  </p:cSld>
  <p:clrMapOvr>
    <a:masterClrMapping/>
  </p:clrMapOvr>
  <p:transition spd="slow">
    <p:pull dir="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1+#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9012"/>
                                        </p:tgtEl>
                                        <p:attrNameLst>
                                          <p:attrName>style.visibility</p:attrName>
                                        </p:attrNameLst>
                                      </p:cBhvr>
                                      <p:to>
                                        <p:strVal val="visible"/>
                                      </p:to>
                                    </p:set>
                                    <p:anim calcmode="lin" valueType="num">
                                      <p:cBhvr additive="base">
                                        <p:cTn id="13" dur="500" fill="hold"/>
                                        <p:tgtEl>
                                          <p:spTgt spid="39012"/>
                                        </p:tgtEl>
                                        <p:attrNameLst>
                                          <p:attrName>ppt_x</p:attrName>
                                        </p:attrNameLst>
                                      </p:cBhvr>
                                      <p:tavLst>
                                        <p:tav tm="0">
                                          <p:val>
                                            <p:strVal val="#ppt_x"/>
                                          </p:val>
                                        </p:tav>
                                        <p:tav tm="100000">
                                          <p:val>
                                            <p:strVal val="#ppt_x"/>
                                          </p:val>
                                        </p:tav>
                                      </p:tavLst>
                                    </p:anim>
                                    <p:anim calcmode="lin" valueType="num">
                                      <p:cBhvr additive="base">
                                        <p:cTn id="14" dur="500" fill="hold"/>
                                        <p:tgtEl>
                                          <p:spTgt spid="39012"/>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9013"/>
                                        </p:tgtEl>
                                        <p:attrNameLst>
                                          <p:attrName>style.visibility</p:attrName>
                                        </p:attrNameLst>
                                      </p:cBhvr>
                                      <p:to>
                                        <p:strVal val="visible"/>
                                      </p:to>
                                    </p:set>
                                    <p:anim calcmode="lin" valueType="num">
                                      <p:cBhvr additive="base">
                                        <p:cTn id="19" dur="500" fill="hold"/>
                                        <p:tgtEl>
                                          <p:spTgt spid="39013"/>
                                        </p:tgtEl>
                                        <p:attrNameLst>
                                          <p:attrName>ppt_x</p:attrName>
                                        </p:attrNameLst>
                                      </p:cBhvr>
                                      <p:tavLst>
                                        <p:tav tm="0">
                                          <p:val>
                                            <p:strVal val="#ppt_x"/>
                                          </p:val>
                                        </p:tav>
                                        <p:tav tm="100000">
                                          <p:val>
                                            <p:strVal val="#ppt_x"/>
                                          </p:val>
                                        </p:tav>
                                      </p:tavLst>
                                    </p:anim>
                                    <p:anim calcmode="lin" valueType="num">
                                      <p:cBhvr additive="base">
                                        <p:cTn id="20" dur="500" fill="hold"/>
                                        <p:tgtEl>
                                          <p:spTgt spid="39013"/>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9014"/>
                                        </p:tgtEl>
                                        <p:attrNameLst>
                                          <p:attrName>style.visibility</p:attrName>
                                        </p:attrNameLst>
                                      </p:cBhvr>
                                      <p:to>
                                        <p:strVal val="visible"/>
                                      </p:to>
                                    </p:set>
                                    <p:anim calcmode="lin" valueType="num">
                                      <p:cBhvr additive="base">
                                        <p:cTn id="25" dur="500" fill="hold"/>
                                        <p:tgtEl>
                                          <p:spTgt spid="39014"/>
                                        </p:tgtEl>
                                        <p:attrNameLst>
                                          <p:attrName>ppt_x</p:attrName>
                                        </p:attrNameLst>
                                      </p:cBhvr>
                                      <p:tavLst>
                                        <p:tav tm="0">
                                          <p:val>
                                            <p:strVal val="#ppt_x"/>
                                          </p:val>
                                        </p:tav>
                                        <p:tav tm="100000">
                                          <p:val>
                                            <p:strVal val="#ppt_x"/>
                                          </p:val>
                                        </p:tav>
                                      </p:tavLst>
                                    </p:anim>
                                    <p:anim calcmode="lin" valueType="num">
                                      <p:cBhvr additive="base">
                                        <p:cTn id="26" dur="500" fill="hold"/>
                                        <p:tgtEl>
                                          <p:spTgt spid="39014"/>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9015"/>
                                        </p:tgtEl>
                                        <p:attrNameLst>
                                          <p:attrName>style.visibility</p:attrName>
                                        </p:attrNameLst>
                                      </p:cBhvr>
                                      <p:to>
                                        <p:strVal val="visible"/>
                                      </p:to>
                                    </p:set>
                                    <p:anim calcmode="lin" valueType="num">
                                      <p:cBhvr additive="base">
                                        <p:cTn id="31" dur="500" fill="hold"/>
                                        <p:tgtEl>
                                          <p:spTgt spid="39015"/>
                                        </p:tgtEl>
                                        <p:attrNameLst>
                                          <p:attrName>ppt_x</p:attrName>
                                        </p:attrNameLst>
                                      </p:cBhvr>
                                      <p:tavLst>
                                        <p:tav tm="0">
                                          <p:val>
                                            <p:strVal val="#ppt_x"/>
                                          </p:val>
                                        </p:tav>
                                        <p:tav tm="100000">
                                          <p:val>
                                            <p:strVal val="#ppt_x"/>
                                          </p:val>
                                        </p:tav>
                                      </p:tavLst>
                                    </p:anim>
                                    <p:anim calcmode="lin" valueType="num">
                                      <p:cBhvr additive="base">
                                        <p:cTn id="32" dur="500" fill="hold"/>
                                        <p:tgtEl>
                                          <p:spTgt spid="39015"/>
                                        </p:tgtEl>
                                        <p:attrNameLst>
                                          <p:attrName>ppt_y</p:attrName>
                                        </p:attrNameLst>
                                      </p:cBhvr>
                                      <p:tavLst>
                                        <p:tav tm="0">
                                          <p:val>
                                            <p:strVal val="1+#ppt_h/2"/>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9016"/>
                                        </p:tgtEl>
                                        <p:attrNameLst>
                                          <p:attrName>style.visibility</p:attrName>
                                        </p:attrNameLst>
                                      </p:cBhvr>
                                      <p:to>
                                        <p:strVal val="visible"/>
                                      </p:to>
                                    </p:set>
                                    <p:anim calcmode="lin" valueType="num">
                                      <p:cBhvr additive="base">
                                        <p:cTn id="37" dur="500" fill="hold"/>
                                        <p:tgtEl>
                                          <p:spTgt spid="39016"/>
                                        </p:tgtEl>
                                        <p:attrNameLst>
                                          <p:attrName>ppt_x</p:attrName>
                                        </p:attrNameLst>
                                      </p:cBhvr>
                                      <p:tavLst>
                                        <p:tav tm="0">
                                          <p:val>
                                            <p:strVal val="#ppt_x"/>
                                          </p:val>
                                        </p:tav>
                                        <p:tav tm="100000">
                                          <p:val>
                                            <p:strVal val="#ppt_x"/>
                                          </p:val>
                                        </p:tav>
                                      </p:tavLst>
                                    </p:anim>
                                    <p:anim calcmode="lin" valueType="num">
                                      <p:cBhvr additive="base">
                                        <p:cTn id="38" dur="500" fill="hold"/>
                                        <p:tgtEl>
                                          <p:spTgt spid="39016"/>
                                        </p:tgtEl>
                                        <p:attrNameLst>
                                          <p:attrName>ppt_y</p:attrName>
                                        </p:attrNameLst>
                                      </p:cBhvr>
                                      <p:tavLst>
                                        <p:tav tm="0">
                                          <p:val>
                                            <p:strVal val="1+#ppt_h/2"/>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9017"/>
                                        </p:tgtEl>
                                        <p:attrNameLst>
                                          <p:attrName>style.visibility</p:attrName>
                                        </p:attrNameLst>
                                      </p:cBhvr>
                                      <p:to>
                                        <p:strVal val="visible"/>
                                      </p:to>
                                    </p:set>
                                    <p:anim calcmode="lin" valueType="num">
                                      <p:cBhvr additive="base">
                                        <p:cTn id="43" dur="500" fill="hold"/>
                                        <p:tgtEl>
                                          <p:spTgt spid="39017"/>
                                        </p:tgtEl>
                                        <p:attrNameLst>
                                          <p:attrName>ppt_x</p:attrName>
                                        </p:attrNameLst>
                                      </p:cBhvr>
                                      <p:tavLst>
                                        <p:tav tm="0">
                                          <p:val>
                                            <p:strVal val="#ppt_x"/>
                                          </p:val>
                                        </p:tav>
                                        <p:tav tm="100000">
                                          <p:val>
                                            <p:strVal val="#ppt_x"/>
                                          </p:val>
                                        </p:tav>
                                      </p:tavLst>
                                    </p:anim>
                                    <p:anim calcmode="lin" valueType="num">
                                      <p:cBhvr additive="base">
                                        <p:cTn id="44" dur="500" fill="hold"/>
                                        <p:tgtEl>
                                          <p:spTgt spid="39017"/>
                                        </p:tgtEl>
                                        <p:attrNameLst>
                                          <p:attrName>ppt_y</p:attrName>
                                        </p:attrNameLst>
                                      </p:cBhvr>
                                      <p:tavLst>
                                        <p:tav tm="0">
                                          <p:val>
                                            <p:strVal val="1+#ppt_h/2"/>
                                          </p:val>
                                        </p:tav>
                                        <p:tav tm="100000">
                                          <p:val>
                                            <p:strVal val="#ppt_y"/>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39018"/>
                                        </p:tgtEl>
                                        <p:attrNameLst>
                                          <p:attrName>style.visibility</p:attrName>
                                        </p:attrNameLst>
                                      </p:cBhvr>
                                      <p:to>
                                        <p:strVal val="visible"/>
                                      </p:to>
                                    </p:set>
                                    <p:anim calcmode="lin" valueType="num">
                                      <p:cBhvr additive="base">
                                        <p:cTn id="49" dur="500" fill="hold"/>
                                        <p:tgtEl>
                                          <p:spTgt spid="39018"/>
                                        </p:tgtEl>
                                        <p:attrNameLst>
                                          <p:attrName>ppt_x</p:attrName>
                                        </p:attrNameLst>
                                      </p:cBhvr>
                                      <p:tavLst>
                                        <p:tav tm="0">
                                          <p:val>
                                            <p:strVal val="#ppt_x"/>
                                          </p:val>
                                        </p:tav>
                                        <p:tav tm="100000">
                                          <p:val>
                                            <p:strVal val="#ppt_x"/>
                                          </p:val>
                                        </p:tav>
                                      </p:tavLst>
                                    </p:anim>
                                    <p:anim calcmode="lin" valueType="num">
                                      <p:cBhvr additive="base">
                                        <p:cTn id="50" dur="500" fill="hold"/>
                                        <p:tgtEl>
                                          <p:spTgt spid="39018"/>
                                        </p:tgtEl>
                                        <p:attrNameLst>
                                          <p:attrName>ppt_y</p:attrName>
                                        </p:attrNameLst>
                                      </p:cBhvr>
                                      <p:tavLst>
                                        <p:tav tm="0">
                                          <p:val>
                                            <p:strVal val="1+#ppt_h/2"/>
                                          </p:val>
                                        </p:tav>
                                        <p:tav tm="100000">
                                          <p:val>
                                            <p:strVal val="#ppt_y"/>
                                          </p:val>
                                        </p:tav>
                                      </p:tavLst>
                                    </p:anim>
                                  </p:childTnLst>
                                </p:cTn>
                              </p:par>
                            </p:childTnLst>
                          </p:cTn>
                        </p:par>
                      </p:childTnLst>
                    </p:cTn>
                  </p:par>
                  <p:par>
                    <p:cTn id="51" fill="hold" nodeType="clickPar">
                      <p:stCondLst>
                        <p:cond delay="indefinite"/>
                      </p:stCondLst>
                      <p:childTnLst>
                        <p:par>
                          <p:cTn id="52" fill="hold" nodeType="withGroup">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39019"/>
                                        </p:tgtEl>
                                        <p:attrNameLst>
                                          <p:attrName>style.visibility</p:attrName>
                                        </p:attrNameLst>
                                      </p:cBhvr>
                                      <p:to>
                                        <p:strVal val="visible"/>
                                      </p:to>
                                    </p:set>
                                    <p:anim calcmode="lin" valueType="num">
                                      <p:cBhvr additive="base">
                                        <p:cTn id="55" dur="500" fill="hold"/>
                                        <p:tgtEl>
                                          <p:spTgt spid="39019"/>
                                        </p:tgtEl>
                                        <p:attrNameLst>
                                          <p:attrName>ppt_x</p:attrName>
                                        </p:attrNameLst>
                                      </p:cBhvr>
                                      <p:tavLst>
                                        <p:tav tm="0">
                                          <p:val>
                                            <p:strVal val="#ppt_x"/>
                                          </p:val>
                                        </p:tav>
                                        <p:tav tm="100000">
                                          <p:val>
                                            <p:strVal val="#ppt_x"/>
                                          </p:val>
                                        </p:tav>
                                      </p:tavLst>
                                    </p:anim>
                                    <p:anim calcmode="lin" valueType="num">
                                      <p:cBhvr additive="base">
                                        <p:cTn id="56" dur="500" fill="hold"/>
                                        <p:tgtEl>
                                          <p:spTgt spid="3901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012" grpId="0"/>
      <p:bldP spid="39013" grpId="0"/>
      <p:bldP spid="39014" grpId="0"/>
      <p:bldP spid="39015" grpId="0"/>
      <p:bldP spid="39016" grpId="0"/>
      <p:bldP spid="39017" grpId="0"/>
      <p:bldP spid="39018" grpId="0"/>
      <p:bldP spid="39019" grpId="0"/>
    </p:bldLst>
  </p:timing>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 name="灯片编号占位符 5">
            <a:extLst>
              <a:ext uri="{FF2B5EF4-FFF2-40B4-BE49-F238E27FC236}">
                <a16:creationId xmlns:a16="http://schemas.microsoft.com/office/drawing/2014/main" id="{97F2F18A-74C0-4CC1-ACC2-007D517CDD6D}"/>
              </a:ext>
            </a:extLst>
          </p:cNvPr>
          <p:cNvSpPr>
            <a:spLocks noGrp="1"/>
          </p:cNvSpPr>
          <p:nvPr>
            <p:ph type="sldNum" sz="quarter" idx="12"/>
          </p:nvPr>
        </p:nvSpPr>
        <p:spPr/>
        <p:txBody>
          <a:bodyPr/>
          <a:lstStyle/>
          <a:p>
            <a:fld id="{8CDC0C45-5AAA-4620-A0C8-95286177101E}" type="slidenum">
              <a:rPr lang="en-US" altLang="zh-CN"/>
              <a:pPr/>
              <a:t>20</a:t>
            </a:fld>
            <a:endParaRPr lang="en-US" altLang="zh-CN"/>
          </a:p>
        </p:txBody>
      </p:sp>
      <p:sp>
        <p:nvSpPr>
          <p:cNvPr id="161795" name="Rectangle 3">
            <a:extLst>
              <a:ext uri="{FF2B5EF4-FFF2-40B4-BE49-F238E27FC236}">
                <a16:creationId xmlns:a16="http://schemas.microsoft.com/office/drawing/2014/main" id="{3F60C290-D090-48D9-96CD-87A19EB5804D}"/>
              </a:ext>
            </a:extLst>
          </p:cNvPr>
          <p:cNvSpPr>
            <a:spLocks noGrp="1" noChangeArrowheads="1"/>
          </p:cNvSpPr>
          <p:nvPr>
            <p:ph type="body" idx="1"/>
          </p:nvPr>
        </p:nvSpPr>
        <p:spPr>
          <a:xfrm>
            <a:off x="990600" y="3352800"/>
            <a:ext cx="7772400" cy="1676400"/>
          </a:xfrm>
        </p:spPr>
        <p:txBody>
          <a:bodyPr/>
          <a:lstStyle/>
          <a:p>
            <a:pPr>
              <a:lnSpc>
                <a:spcPct val="90000"/>
              </a:lnSpc>
              <a:buClr>
                <a:schemeClr val="tx1"/>
              </a:buClr>
              <a:buFont typeface="Wingdings" panose="05000000000000000000" pitchFamily="2" charset="2"/>
              <a:buNone/>
            </a:pPr>
            <a:endParaRPr lang="en-US" altLang="zh-CN" sz="1100" b="1" dirty="0"/>
          </a:p>
          <a:p>
            <a:pPr>
              <a:lnSpc>
                <a:spcPct val="90000"/>
              </a:lnSpc>
              <a:buClr>
                <a:schemeClr val="tx1"/>
              </a:buClr>
              <a:buFont typeface="Wingdings" panose="05000000000000000000" pitchFamily="2" charset="2"/>
              <a:buNone/>
            </a:pPr>
            <a:r>
              <a:rPr lang="en-US" altLang="zh-CN" sz="3500" b="1" dirty="0">
                <a:latin typeface="宋体" panose="02010600030101010101" pitchFamily="2" charset="-122"/>
              </a:rPr>
              <a:t>【</a:t>
            </a:r>
            <a:r>
              <a:rPr lang="zh-CN" altLang="en-US" sz="3500" b="1" dirty="0">
                <a:latin typeface="宋体" panose="02010600030101010101" pitchFamily="2" charset="-122"/>
              </a:rPr>
              <a:t>例</a:t>
            </a:r>
            <a:r>
              <a:rPr lang="en-US" altLang="zh-CN" sz="3500" b="1" dirty="0">
                <a:latin typeface="宋体" panose="02010600030101010101" pitchFamily="2" charset="-122"/>
              </a:rPr>
              <a:t>】</a:t>
            </a:r>
            <a:r>
              <a:rPr lang="en-US" altLang="zh-CN" sz="3900" b="1" dirty="0">
                <a:latin typeface="宋体" panose="02010600030101010101" pitchFamily="2" charset="-122"/>
              </a:rPr>
              <a:t>		00110101B</a:t>
            </a:r>
          </a:p>
          <a:p>
            <a:pPr>
              <a:lnSpc>
                <a:spcPct val="90000"/>
              </a:lnSpc>
              <a:buClr>
                <a:schemeClr val="tx1"/>
              </a:buClr>
              <a:buFont typeface="Wingdings" panose="05000000000000000000" pitchFamily="2" charset="2"/>
              <a:buNone/>
            </a:pPr>
            <a:r>
              <a:rPr lang="en-US" altLang="zh-CN" sz="3900" b="1" dirty="0">
                <a:latin typeface="宋体" panose="02010600030101010101" pitchFamily="2" charset="-122"/>
              </a:rPr>
              <a:t>			+	10011100B</a:t>
            </a:r>
            <a:r>
              <a:rPr lang="en-US" altLang="zh-CN" sz="3500" b="1" dirty="0">
                <a:latin typeface="宋体" panose="02010600030101010101" pitchFamily="2" charset="-122"/>
              </a:rPr>
              <a:t>	</a:t>
            </a:r>
            <a:endParaRPr lang="en-US" altLang="zh-CN" sz="3900" b="1" dirty="0">
              <a:latin typeface="宋体" panose="02010600030101010101" pitchFamily="2" charset="-122"/>
            </a:endParaRPr>
          </a:p>
        </p:txBody>
      </p:sp>
      <p:sp>
        <p:nvSpPr>
          <p:cNvPr id="161796" name="Line 4">
            <a:extLst>
              <a:ext uri="{FF2B5EF4-FFF2-40B4-BE49-F238E27FC236}">
                <a16:creationId xmlns:a16="http://schemas.microsoft.com/office/drawing/2014/main" id="{3FD4C5FC-A6CC-46CE-B3C4-F11505735F2B}"/>
              </a:ext>
            </a:extLst>
          </p:cNvPr>
          <p:cNvSpPr>
            <a:spLocks noChangeShapeType="1"/>
          </p:cNvSpPr>
          <p:nvPr/>
        </p:nvSpPr>
        <p:spPr bwMode="auto">
          <a:xfrm>
            <a:off x="2303463" y="5029200"/>
            <a:ext cx="4537075"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1797" name="Rectangle 5">
            <a:extLst>
              <a:ext uri="{FF2B5EF4-FFF2-40B4-BE49-F238E27FC236}">
                <a16:creationId xmlns:a16="http://schemas.microsoft.com/office/drawing/2014/main" id="{F40ADAA6-DF33-480A-A9CE-17C2985E4178}"/>
              </a:ext>
            </a:extLst>
          </p:cNvPr>
          <p:cNvSpPr>
            <a:spLocks noChangeArrowheads="1"/>
          </p:cNvSpPr>
          <p:nvPr/>
        </p:nvSpPr>
        <p:spPr bwMode="auto">
          <a:xfrm>
            <a:off x="647700" y="1574800"/>
            <a:ext cx="405923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20000"/>
              </a:spcBef>
            </a:pPr>
            <a:r>
              <a:rPr kumimoji="1" lang="en-US" altLang="zh-CN" sz="3200" b="1">
                <a:latin typeface="Times New Roman" panose="02020603050405020304" pitchFamily="18" charset="0"/>
              </a:rPr>
              <a:t>⒈  </a:t>
            </a:r>
            <a:r>
              <a:rPr kumimoji="1" lang="zh-CN" altLang="en-US" sz="3200" b="1">
                <a:solidFill>
                  <a:srgbClr val="0000FF"/>
                </a:solidFill>
                <a:latin typeface="Times New Roman" panose="02020603050405020304" pitchFamily="18" charset="0"/>
              </a:rPr>
              <a:t>二进制数加法运算</a:t>
            </a:r>
          </a:p>
        </p:txBody>
      </p:sp>
      <p:sp>
        <p:nvSpPr>
          <p:cNvPr id="161798" name="Rectangle 6">
            <a:extLst>
              <a:ext uri="{FF2B5EF4-FFF2-40B4-BE49-F238E27FC236}">
                <a16:creationId xmlns:a16="http://schemas.microsoft.com/office/drawing/2014/main" id="{624ECA8D-CF73-4687-9BD0-680A1D93F13B}"/>
              </a:ext>
            </a:extLst>
          </p:cNvPr>
          <p:cNvSpPr>
            <a:spLocks noChangeArrowheads="1"/>
          </p:cNvSpPr>
          <p:nvPr/>
        </p:nvSpPr>
        <p:spPr bwMode="auto">
          <a:xfrm>
            <a:off x="1219200" y="2286000"/>
            <a:ext cx="6781800" cy="1311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zh-CN" altLang="en-US" sz="3200" b="1" dirty="0">
                <a:latin typeface="Times New Roman" panose="02020603050405020304" pitchFamily="18" charset="0"/>
              </a:rPr>
              <a:t>规则：</a:t>
            </a:r>
            <a:r>
              <a:rPr kumimoji="1" lang="en-US" altLang="zh-CN" sz="3200" b="1" dirty="0">
                <a:solidFill>
                  <a:srgbClr val="9933FF"/>
                </a:solidFill>
                <a:latin typeface="Times New Roman" panose="02020603050405020304" pitchFamily="18" charset="0"/>
              </a:rPr>
              <a:t>0 + 0 = 0</a:t>
            </a:r>
            <a:r>
              <a:rPr kumimoji="1" lang="zh-CN" altLang="en-US" sz="3200" b="1" dirty="0">
                <a:latin typeface="Times New Roman" panose="02020603050405020304" pitchFamily="18" charset="0"/>
              </a:rPr>
              <a:t>，</a:t>
            </a:r>
            <a:r>
              <a:rPr kumimoji="1" lang="en-US" altLang="zh-CN" sz="3200" b="1" dirty="0">
                <a:solidFill>
                  <a:srgbClr val="9933FF"/>
                </a:solidFill>
                <a:latin typeface="Times New Roman" panose="02020603050405020304" pitchFamily="18" charset="0"/>
              </a:rPr>
              <a:t>0 + 1 = 1 + 0 = 1</a:t>
            </a:r>
            <a:r>
              <a:rPr kumimoji="1" lang="zh-CN" altLang="en-US" sz="3200" b="1" dirty="0">
                <a:latin typeface="Times New Roman" panose="02020603050405020304" pitchFamily="18" charset="0"/>
              </a:rPr>
              <a:t>，</a:t>
            </a:r>
          </a:p>
          <a:p>
            <a:pPr>
              <a:spcBef>
                <a:spcPct val="50000"/>
              </a:spcBef>
            </a:pPr>
            <a:r>
              <a:rPr kumimoji="1" lang="zh-CN" altLang="en-US" sz="3200" b="1" dirty="0">
                <a:solidFill>
                  <a:srgbClr val="9933FF"/>
                </a:solidFill>
                <a:latin typeface="Times New Roman" panose="02020603050405020304" pitchFamily="18" charset="0"/>
              </a:rPr>
              <a:t>            </a:t>
            </a:r>
            <a:r>
              <a:rPr kumimoji="1" lang="en-US" altLang="zh-CN" sz="3200" b="1" dirty="0">
                <a:solidFill>
                  <a:srgbClr val="9933FF"/>
                </a:solidFill>
                <a:latin typeface="Times New Roman" panose="02020603050405020304" pitchFamily="18" charset="0"/>
              </a:rPr>
              <a:t>1 + 1 =10</a:t>
            </a:r>
            <a:r>
              <a:rPr kumimoji="1" lang="zh-CN" altLang="en-US" sz="3200" b="1" dirty="0">
                <a:latin typeface="Times New Roman" panose="02020603050405020304" pitchFamily="18" charset="0"/>
              </a:rPr>
              <a:t>（向高位进</a:t>
            </a:r>
            <a:r>
              <a:rPr kumimoji="1" lang="en-US" altLang="zh-CN" sz="3200" b="1" dirty="0">
                <a:latin typeface="Times New Roman" panose="02020603050405020304" pitchFamily="18" charset="0"/>
              </a:rPr>
              <a:t>1</a:t>
            </a:r>
            <a:r>
              <a:rPr kumimoji="1" lang="zh-CN" altLang="en-US" sz="3200" b="1" dirty="0">
                <a:latin typeface="Times New Roman" panose="02020603050405020304" pitchFamily="18" charset="0"/>
              </a:rPr>
              <a:t>）。</a:t>
            </a:r>
          </a:p>
        </p:txBody>
      </p:sp>
      <p:sp>
        <p:nvSpPr>
          <p:cNvPr id="161799" name="Rectangle 7">
            <a:extLst>
              <a:ext uri="{FF2B5EF4-FFF2-40B4-BE49-F238E27FC236}">
                <a16:creationId xmlns:a16="http://schemas.microsoft.com/office/drawing/2014/main" id="{009C1D4E-941E-418F-96D9-3F0B7881D674}"/>
              </a:ext>
            </a:extLst>
          </p:cNvPr>
          <p:cNvSpPr>
            <a:spLocks noChangeArrowheads="1"/>
          </p:cNvSpPr>
          <p:nvPr/>
        </p:nvSpPr>
        <p:spPr bwMode="auto">
          <a:xfrm>
            <a:off x="3708400" y="5084763"/>
            <a:ext cx="2906713"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20000"/>
              </a:spcBef>
            </a:pPr>
            <a:r>
              <a:rPr kumimoji="1" lang="en-US" altLang="zh-CN" sz="4000" b="1">
                <a:latin typeface="宋体" panose="02010600030101010101" pitchFamily="2" charset="-122"/>
              </a:rPr>
              <a:t>11010001B</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61797"/>
                                        </p:tgtEl>
                                        <p:attrNameLst>
                                          <p:attrName>style.visibility</p:attrName>
                                        </p:attrNameLst>
                                      </p:cBhvr>
                                      <p:to>
                                        <p:strVal val="visible"/>
                                      </p:to>
                                    </p:set>
                                    <p:animEffect transition="in" filter="wipe(left)">
                                      <p:cBhvr>
                                        <p:cTn id="7" dur="500"/>
                                        <p:tgtEl>
                                          <p:spTgt spid="16179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61798"/>
                                        </p:tgtEl>
                                        <p:attrNameLst>
                                          <p:attrName>style.visibility</p:attrName>
                                        </p:attrNameLst>
                                      </p:cBhvr>
                                      <p:to>
                                        <p:strVal val="visible"/>
                                      </p:to>
                                    </p:set>
                                    <p:animEffect transition="in" filter="wipe(up)">
                                      <p:cBhvr>
                                        <p:cTn id="12" dur="500"/>
                                        <p:tgtEl>
                                          <p:spTgt spid="16179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61795">
                                            <p:txEl>
                                              <p:pRg st="1" end="1"/>
                                            </p:txEl>
                                          </p:spTgt>
                                        </p:tgtEl>
                                        <p:attrNameLst>
                                          <p:attrName>style.visibility</p:attrName>
                                        </p:attrNameLst>
                                      </p:cBhvr>
                                      <p:to>
                                        <p:strVal val="visible"/>
                                      </p:to>
                                    </p:set>
                                    <p:animEffect transition="in" filter="wipe(left)">
                                      <p:cBhvr>
                                        <p:cTn id="17" dur="500"/>
                                        <p:tgtEl>
                                          <p:spTgt spid="161795">
                                            <p:txEl>
                                              <p:pRg st="1" end="1"/>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61795">
                                            <p:txEl>
                                              <p:pRg st="2" end="2"/>
                                            </p:txEl>
                                          </p:spTgt>
                                        </p:tgtEl>
                                        <p:attrNameLst>
                                          <p:attrName>style.visibility</p:attrName>
                                        </p:attrNameLst>
                                      </p:cBhvr>
                                      <p:to>
                                        <p:strVal val="visible"/>
                                      </p:to>
                                    </p:set>
                                    <p:animEffect transition="in" filter="wipe(left)">
                                      <p:cBhvr>
                                        <p:cTn id="22" dur="500"/>
                                        <p:tgtEl>
                                          <p:spTgt spid="161795">
                                            <p:txEl>
                                              <p:pRg st="2" end="2"/>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161796"/>
                                        </p:tgtEl>
                                        <p:attrNameLst>
                                          <p:attrName>style.visibility</p:attrName>
                                        </p:attrNameLst>
                                      </p:cBhvr>
                                      <p:to>
                                        <p:strVal val="visible"/>
                                      </p:to>
                                    </p:set>
                                    <p:animEffect transition="in" filter="wipe(left)">
                                      <p:cBhvr>
                                        <p:cTn id="27" dur="500"/>
                                        <p:tgtEl>
                                          <p:spTgt spid="161796"/>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2" fill="hold" grpId="0" nodeType="clickEffect">
                                  <p:stCondLst>
                                    <p:cond delay="0"/>
                                  </p:stCondLst>
                                  <p:childTnLst>
                                    <p:set>
                                      <p:cBhvr>
                                        <p:cTn id="31" dur="1" fill="hold">
                                          <p:stCondLst>
                                            <p:cond delay="0"/>
                                          </p:stCondLst>
                                        </p:cTn>
                                        <p:tgtEl>
                                          <p:spTgt spid="161799"/>
                                        </p:tgtEl>
                                        <p:attrNameLst>
                                          <p:attrName>style.visibility</p:attrName>
                                        </p:attrNameLst>
                                      </p:cBhvr>
                                      <p:to>
                                        <p:strVal val="visible"/>
                                      </p:to>
                                    </p:set>
                                    <p:animEffect transition="in" filter="wipe(right)">
                                      <p:cBhvr>
                                        <p:cTn id="32" dur="500"/>
                                        <p:tgtEl>
                                          <p:spTgt spid="1617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1795" grpId="0" build="p" autoUpdateAnimBg="0"/>
      <p:bldP spid="161797" grpId="0" autoUpdateAnimBg="0"/>
      <p:bldP spid="161798" grpId="0" autoUpdateAnimBg="0"/>
      <p:bldP spid="161799" grpId="0" autoUpdateAnimBg="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灯片编号占位符 5">
            <a:extLst>
              <a:ext uri="{FF2B5EF4-FFF2-40B4-BE49-F238E27FC236}">
                <a16:creationId xmlns:a16="http://schemas.microsoft.com/office/drawing/2014/main" id="{CA3244E4-8D4C-412D-8107-8C9A553B35E5}"/>
              </a:ext>
            </a:extLst>
          </p:cNvPr>
          <p:cNvSpPr>
            <a:spLocks noGrp="1"/>
          </p:cNvSpPr>
          <p:nvPr>
            <p:ph type="sldNum" sz="quarter" idx="12"/>
          </p:nvPr>
        </p:nvSpPr>
        <p:spPr/>
        <p:txBody>
          <a:bodyPr/>
          <a:lstStyle/>
          <a:p>
            <a:fld id="{F3003FEC-7D79-4485-8D2C-37E2E483B1F0}" type="slidenum">
              <a:rPr lang="en-US" altLang="zh-CN"/>
              <a:pPr/>
              <a:t>21</a:t>
            </a:fld>
            <a:endParaRPr lang="en-US" altLang="zh-CN"/>
          </a:p>
        </p:txBody>
      </p:sp>
      <p:sp>
        <p:nvSpPr>
          <p:cNvPr id="162818" name="Rectangle 2">
            <a:extLst>
              <a:ext uri="{FF2B5EF4-FFF2-40B4-BE49-F238E27FC236}">
                <a16:creationId xmlns:a16="http://schemas.microsoft.com/office/drawing/2014/main" id="{D34586C5-4653-4122-9B39-C8E19068BD97}"/>
              </a:ext>
            </a:extLst>
          </p:cNvPr>
          <p:cNvSpPr>
            <a:spLocks noChangeArrowheads="1"/>
          </p:cNvSpPr>
          <p:nvPr/>
        </p:nvSpPr>
        <p:spPr bwMode="auto">
          <a:xfrm>
            <a:off x="838200" y="3505200"/>
            <a:ext cx="6913563" cy="1447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ea typeface="宋体" panose="02010600030101010101" pitchFamily="2" charset="-122"/>
              </a:defRPr>
            </a:lvl1pPr>
            <a:lvl2pPr marL="692150" indent="-347663">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ea typeface="宋体" panose="02010600030101010101" pitchFamily="2" charset="-122"/>
              </a:defRPr>
            </a:lvl2pPr>
            <a:lvl3pPr marL="987425" indent="-293688">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281113" indent="-2921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1598613" indent="-315913">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055813" indent="-315913"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513013" indent="-315913"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2970213" indent="-315913"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427413" indent="-315913"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buClr>
                <a:schemeClr val="tx1"/>
              </a:buClr>
              <a:buFont typeface="Wingdings" panose="05000000000000000000" pitchFamily="2" charset="2"/>
              <a:buNone/>
            </a:pPr>
            <a:r>
              <a:rPr lang="en-US" altLang="zh-CN" sz="3400" b="1">
                <a:latin typeface="宋体" panose="02010600030101010101" pitchFamily="2" charset="-122"/>
              </a:rPr>
              <a:t>【</a:t>
            </a:r>
            <a:r>
              <a:rPr lang="zh-CN" altLang="en-US" sz="3400" b="1">
                <a:latin typeface="宋体" panose="02010600030101010101" pitchFamily="2" charset="-122"/>
              </a:rPr>
              <a:t>例</a:t>
            </a:r>
            <a:r>
              <a:rPr lang="en-US" altLang="zh-CN" sz="3400" b="1">
                <a:latin typeface="宋体" panose="02010600030101010101" pitchFamily="2" charset="-122"/>
              </a:rPr>
              <a:t>】</a:t>
            </a:r>
            <a:r>
              <a:rPr lang="en-US" altLang="zh-CN" sz="3900" b="1">
                <a:latin typeface="宋体" panose="02010600030101010101" pitchFamily="2" charset="-122"/>
              </a:rPr>
              <a:t>		10110101B</a:t>
            </a:r>
          </a:p>
          <a:p>
            <a:pPr>
              <a:buClr>
                <a:schemeClr val="tx1"/>
              </a:buClr>
              <a:buFont typeface="Wingdings" panose="05000000000000000000" pitchFamily="2" charset="2"/>
              <a:buNone/>
            </a:pPr>
            <a:r>
              <a:rPr lang="en-US" altLang="zh-CN" sz="3900" b="1">
                <a:latin typeface="宋体" panose="02010600030101010101" pitchFamily="2" charset="-122"/>
              </a:rPr>
              <a:t>			-	10011100B</a:t>
            </a:r>
            <a:r>
              <a:rPr lang="en-US" altLang="zh-CN" sz="3900" b="1"/>
              <a:t>	</a:t>
            </a:r>
          </a:p>
        </p:txBody>
      </p:sp>
      <p:sp>
        <p:nvSpPr>
          <p:cNvPr id="162819" name="Line 3">
            <a:extLst>
              <a:ext uri="{FF2B5EF4-FFF2-40B4-BE49-F238E27FC236}">
                <a16:creationId xmlns:a16="http://schemas.microsoft.com/office/drawing/2014/main" id="{48DD09AA-EF1E-4C75-AB4C-61BDF09B6CFE}"/>
              </a:ext>
            </a:extLst>
          </p:cNvPr>
          <p:cNvSpPr>
            <a:spLocks noChangeShapeType="1"/>
          </p:cNvSpPr>
          <p:nvPr/>
        </p:nvSpPr>
        <p:spPr bwMode="auto">
          <a:xfrm>
            <a:off x="1981200" y="5029200"/>
            <a:ext cx="453548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2820" name="Rectangle 4">
            <a:extLst>
              <a:ext uri="{FF2B5EF4-FFF2-40B4-BE49-F238E27FC236}">
                <a16:creationId xmlns:a16="http://schemas.microsoft.com/office/drawing/2014/main" id="{DB2586B3-4AB7-49E1-BCAA-940977E1000C}"/>
              </a:ext>
            </a:extLst>
          </p:cNvPr>
          <p:cNvSpPr>
            <a:spLocks noChangeArrowheads="1"/>
          </p:cNvSpPr>
          <p:nvPr/>
        </p:nvSpPr>
        <p:spPr bwMode="auto">
          <a:xfrm>
            <a:off x="1130300" y="1889125"/>
            <a:ext cx="7315200" cy="1311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zh-CN" altLang="en-US" sz="3200" b="1">
                <a:latin typeface="Times New Roman" panose="02020603050405020304" pitchFamily="18" charset="0"/>
              </a:rPr>
              <a:t>规则：</a:t>
            </a:r>
            <a:r>
              <a:rPr kumimoji="1" lang="en-US" altLang="zh-CN" sz="3200" b="1">
                <a:solidFill>
                  <a:srgbClr val="9933FF"/>
                </a:solidFill>
                <a:latin typeface="Times New Roman" panose="02020603050405020304" pitchFamily="18" charset="0"/>
              </a:rPr>
              <a:t>0 – 0 = 0</a:t>
            </a:r>
            <a:r>
              <a:rPr kumimoji="1" lang="zh-CN" altLang="en-US" sz="3200" b="1">
                <a:latin typeface="Times New Roman" panose="02020603050405020304" pitchFamily="18" charset="0"/>
              </a:rPr>
              <a:t>，</a:t>
            </a:r>
            <a:r>
              <a:rPr kumimoji="1" lang="en-US" altLang="zh-CN" sz="3200" b="1">
                <a:solidFill>
                  <a:srgbClr val="9933FF"/>
                </a:solidFill>
                <a:latin typeface="Times New Roman" panose="02020603050405020304" pitchFamily="18" charset="0"/>
              </a:rPr>
              <a:t>1 – 0 = 0</a:t>
            </a:r>
            <a:r>
              <a:rPr kumimoji="1" lang="zh-CN" altLang="en-US" sz="3200" b="1">
                <a:latin typeface="Times New Roman" panose="02020603050405020304" pitchFamily="18" charset="0"/>
              </a:rPr>
              <a:t>，</a:t>
            </a:r>
            <a:r>
              <a:rPr kumimoji="1" lang="en-US" altLang="zh-CN" sz="3200" b="1">
                <a:solidFill>
                  <a:srgbClr val="9933FF"/>
                </a:solidFill>
                <a:latin typeface="Times New Roman" panose="02020603050405020304" pitchFamily="18" charset="0"/>
              </a:rPr>
              <a:t>1 – 1 = 0</a:t>
            </a:r>
            <a:r>
              <a:rPr kumimoji="1" lang="zh-CN" altLang="en-US" sz="3200" b="1">
                <a:latin typeface="Times New Roman" panose="02020603050405020304" pitchFamily="18" charset="0"/>
              </a:rPr>
              <a:t>，</a:t>
            </a:r>
          </a:p>
          <a:p>
            <a:pPr>
              <a:spcBef>
                <a:spcPct val="50000"/>
              </a:spcBef>
            </a:pPr>
            <a:r>
              <a:rPr kumimoji="1" lang="zh-CN" altLang="en-US" sz="3200" b="1">
                <a:latin typeface="Times New Roman" panose="02020603050405020304" pitchFamily="18" charset="0"/>
              </a:rPr>
              <a:t>	   </a:t>
            </a:r>
            <a:r>
              <a:rPr kumimoji="1" lang="en-US" altLang="zh-CN" sz="3200" b="1">
                <a:solidFill>
                  <a:srgbClr val="9933FF"/>
                </a:solidFill>
                <a:latin typeface="Times New Roman" panose="02020603050405020304" pitchFamily="18" charset="0"/>
              </a:rPr>
              <a:t>0 – 1 = 1</a:t>
            </a:r>
            <a:r>
              <a:rPr kumimoji="1" lang="zh-CN" altLang="en-US" sz="3200" b="1">
                <a:latin typeface="Times New Roman" panose="02020603050405020304" pitchFamily="18" charset="0"/>
              </a:rPr>
              <a:t>（向高位借</a:t>
            </a:r>
            <a:r>
              <a:rPr kumimoji="1" lang="en-US" altLang="zh-CN" sz="3200" b="1">
                <a:latin typeface="Times New Roman" panose="02020603050405020304" pitchFamily="18" charset="0"/>
              </a:rPr>
              <a:t>1</a:t>
            </a:r>
            <a:r>
              <a:rPr kumimoji="1" lang="zh-CN" altLang="en-US" sz="3200" b="1">
                <a:latin typeface="Times New Roman" panose="02020603050405020304" pitchFamily="18" charset="0"/>
              </a:rPr>
              <a:t>）。</a:t>
            </a:r>
          </a:p>
        </p:txBody>
      </p:sp>
      <p:sp>
        <p:nvSpPr>
          <p:cNvPr id="162821" name="Rectangle 5">
            <a:extLst>
              <a:ext uri="{FF2B5EF4-FFF2-40B4-BE49-F238E27FC236}">
                <a16:creationId xmlns:a16="http://schemas.microsoft.com/office/drawing/2014/main" id="{102757AB-BD1F-42ED-8F87-B81A1713901E}"/>
              </a:ext>
            </a:extLst>
          </p:cNvPr>
          <p:cNvSpPr>
            <a:spLocks noChangeArrowheads="1"/>
          </p:cNvSpPr>
          <p:nvPr/>
        </p:nvSpPr>
        <p:spPr bwMode="auto">
          <a:xfrm>
            <a:off x="506413" y="1173163"/>
            <a:ext cx="4160837"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20000"/>
              </a:spcBef>
            </a:pPr>
            <a:r>
              <a:rPr kumimoji="1" lang="en-US" altLang="zh-CN" sz="3200" b="1">
                <a:latin typeface="Times New Roman" panose="02020603050405020304" pitchFamily="18" charset="0"/>
              </a:rPr>
              <a:t>⒉  </a:t>
            </a:r>
            <a:r>
              <a:rPr kumimoji="1" lang="zh-CN" altLang="en-US" sz="3200" b="1">
                <a:solidFill>
                  <a:srgbClr val="0000FF"/>
                </a:solidFill>
                <a:latin typeface="Times New Roman" panose="02020603050405020304" pitchFamily="18" charset="0"/>
              </a:rPr>
              <a:t>二进制数减法运算</a:t>
            </a:r>
            <a:r>
              <a:rPr kumimoji="1" lang="zh-CN" altLang="en-US" sz="3200">
                <a:solidFill>
                  <a:srgbClr val="0000FF"/>
                </a:solidFill>
                <a:latin typeface="Times New Roman" panose="02020603050405020304" pitchFamily="18" charset="0"/>
              </a:rPr>
              <a:t> </a:t>
            </a:r>
          </a:p>
        </p:txBody>
      </p:sp>
      <p:sp>
        <p:nvSpPr>
          <p:cNvPr id="162822" name="Rectangle 6">
            <a:extLst>
              <a:ext uri="{FF2B5EF4-FFF2-40B4-BE49-F238E27FC236}">
                <a16:creationId xmlns:a16="http://schemas.microsoft.com/office/drawing/2014/main" id="{2D613BE0-FE8B-41E1-BB03-0D3E43E24611}"/>
              </a:ext>
            </a:extLst>
          </p:cNvPr>
          <p:cNvSpPr>
            <a:spLocks noChangeArrowheads="1"/>
          </p:cNvSpPr>
          <p:nvPr/>
        </p:nvSpPr>
        <p:spPr bwMode="auto">
          <a:xfrm>
            <a:off x="3563938" y="5084763"/>
            <a:ext cx="33845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20000"/>
              </a:spcBef>
            </a:pPr>
            <a:r>
              <a:rPr kumimoji="1" lang="en-US" altLang="zh-CN" sz="4000" b="1">
                <a:latin typeface="宋体" panose="02010600030101010101" pitchFamily="2" charset="-122"/>
              </a:rPr>
              <a:t>00011001B</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62820"/>
                                        </p:tgtEl>
                                        <p:attrNameLst>
                                          <p:attrName>style.visibility</p:attrName>
                                        </p:attrNameLst>
                                      </p:cBhvr>
                                      <p:to>
                                        <p:strVal val="visible"/>
                                      </p:to>
                                    </p:set>
                                    <p:animEffect transition="in" filter="wipe(left)">
                                      <p:cBhvr>
                                        <p:cTn id="7" dur="500"/>
                                        <p:tgtEl>
                                          <p:spTgt spid="16282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62818"/>
                                        </p:tgtEl>
                                        <p:attrNameLst>
                                          <p:attrName>style.visibility</p:attrName>
                                        </p:attrNameLst>
                                      </p:cBhvr>
                                      <p:to>
                                        <p:strVal val="visible"/>
                                      </p:to>
                                    </p:set>
                                    <p:animEffect transition="in" filter="wipe(left)">
                                      <p:cBhvr>
                                        <p:cTn id="12" dur="500"/>
                                        <p:tgtEl>
                                          <p:spTgt spid="16281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162819"/>
                                        </p:tgtEl>
                                        <p:attrNameLst>
                                          <p:attrName>style.visibility</p:attrName>
                                        </p:attrNameLst>
                                      </p:cBhvr>
                                      <p:to>
                                        <p:strVal val="visible"/>
                                      </p:to>
                                    </p:set>
                                    <p:animEffect transition="in" filter="wipe(left)">
                                      <p:cBhvr>
                                        <p:cTn id="17" dur="500"/>
                                        <p:tgtEl>
                                          <p:spTgt spid="16281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2" fill="hold" grpId="0" nodeType="clickEffect">
                                  <p:stCondLst>
                                    <p:cond delay="0"/>
                                  </p:stCondLst>
                                  <p:childTnLst>
                                    <p:set>
                                      <p:cBhvr>
                                        <p:cTn id="21" dur="1" fill="hold">
                                          <p:stCondLst>
                                            <p:cond delay="0"/>
                                          </p:stCondLst>
                                        </p:cTn>
                                        <p:tgtEl>
                                          <p:spTgt spid="162822"/>
                                        </p:tgtEl>
                                        <p:attrNameLst>
                                          <p:attrName>style.visibility</p:attrName>
                                        </p:attrNameLst>
                                      </p:cBhvr>
                                      <p:to>
                                        <p:strVal val="visible"/>
                                      </p:to>
                                    </p:set>
                                    <p:animEffect transition="in" filter="wipe(right)">
                                      <p:cBhvr>
                                        <p:cTn id="22" dur="500"/>
                                        <p:tgtEl>
                                          <p:spTgt spid="1628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2818" grpId="0" autoUpdateAnimBg="0"/>
      <p:bldP spid="162820" grpId="0" autoUpdateAnimBg="0"/>
      <p:bldP spid="162822" grpId="0" autoUpdateAnimBg="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灯片编号占位符 5">
            <a:extLst>
              <a:ext uri="{FF2B5EF4-FFF2-40B4-BE49-F238E27FC236}">
                <a16:creationId xmlns:a16="http://schemas.microsoft.com/office/drawing/2014/main" id="{ED6F3939-90ED-44DE-AB54-AE9AA3238AF3}"/>
              </a:ext>
            </a:extLst>
          </p:cNvPr>
          <p:cNvSpPr>
            <a:spLocks noGrp="1"/>
          </p:cNvSpPr>
          <p:nvPr>
            <p:ph type="sldNum" sz="quarter" idx="12"/>
          </p:nvPr>
        </p:nvSpPr>
        <p:spPr/>
        <p:txBody>
          <a:bodyPr/>
          <a:lstStyle/>
          <a:p>
            <a:fld id="{320234F7-C8F6-4A40-9DFB-16F7C9DB6E90}" type="slidenum">
              <a:rPr lang="en-US" altLang="zh-CN"/>
              <a:pPr/>
              <a:t>22</a:t>
            </a:fld>
            <a:endParaRPr lang="en-US" altLang="zh-CN"/>
          </a:p>
        </p:txBody>
      </p:sp>
      <p:sp>
        <p:nvSpPr>
          <p:cNvPr id="163842" name="Rectangle 2">
            <a:extLst>
              <a:ext uri="{FF2B5EF4-FFF2-40B4-BE49-F238E27FC236}">
                <a16:creationId xmlns:a16="http://schemas.microsoft.com/office/drawing/2014/main" id="{190200BE-B44F-4457-A5D8-586A2A8237A5}"/>
              </a:ext>
            </a:extLst>
          </p:cNvPr>
          <p:cNvSpPr>
            <a:spLocks noChangeArrowheads="1"/>
          </p:cNvSpPr>
          <p:nvPr/>
        </p:nvSpPr>
        <p:spPr bwMode="auto">
          <a:xfrm>
            <a:off x="990600" y="3733800"/>
            <a:ext cx="7561263" cy="68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ea typeface="宋体" panose="02010600030101010101" pitchFamily="2" charset="-122"/>
              </a:defRPr>
            </a:lvl1pPr>
            <a:lvl2pPr marL="692150" indent="-347663">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ea typeface="宋体" panose="02010600030101010101" pitchFamily="2" charset="-122"/>
              </a:defRPr>
            </a:lvl2pPr>
            <a:lvl3pPr marL="987425" indent="-293688">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281113" indent="-2921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1598613" indent="-315913">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055813" indent="-315913"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513013" indent="-315913"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2970213" indent="-315913"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427413" indent="-315913"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buClr>
                <a:schemeClr val="tx1"/>
              </a:buClr>
              <a:buFont typeface="Wingdings" panose="05000000000000000000" pitchFamily="2" charset="2"/>
              <a:buNone/>
            </a:pPr>
            <a:r>
              <a:rPr lang="en-US" altLang="zh-CN" sz="3900" b="1"/>
              <a:t>				</a:t>
            </a:r>
            <a:r>
              <a:rPr lang="en-US" altLang="zh-CN" sz="3900" b="1">
                <a:latin typeface="宋体" panose="02010600030101010101" pitchFamily="2" charset="-122"/>
              </a:rPr>
              <a:t>1101</a:t>
            </a:r>
            <a:r>
              <a:rPr lang="en-US" altLang="zh-CN" sz="3900" b="1"/>
              <a:t>       	  	</a:t>
            </a:r>
          </a:p>
        </p:txBody>
      </p:sp>
      <p:sp>
        <p:nvSpPr>
          <p:cNvPr id="163843" name="Line 3">
            <a:extLst>
              <a:ext uri="{FF2B5EF4-FFF2-40B4-BE49-F238E27FC236}">
                <a16:creationId xmlns:a16="http://schemas.microsoft.com/office/drawing/2014/main" id="{A3D26A6C-B4F2-4F38-AF86-43BCFA750C40}"/>
              </a:ext>
            </a:extLst>
          </p:cNvPr>
          <p:cNvSpPr>
            <a:spLocks noChangeShapeType="1"/>
          </p:cNvSpPr>
          <p:nvPr/>
        </p:nvSpPr>
        <p:spPr bwMode="auto">
          <a:xfrm>
            <a:off x="1924050" y="3740150"/>
            <a:ext cx="424815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3844" name="Line 4">
            <a:extLst>
              <a:ext uri="{FF2B5EF4-FFF2-40B4-BE49-F238E27FC236}">
                <a16:creationId xmlns:a16="http://schemas.microsoft.com/office/drawing/2014/main" id="{B368DCA8-E019-4048-A965-BE6E134837EF}"/>
              </a:ext>
            </a:extLst>
          </p:cNvPr>
          <p:cNvSpPr>
            <a:spLocks noChangeShapeType="1"/>
          </p:cNvSpPr>
          <p:nvPr/>
        </p:nvSpPr>
        <p:spPr bwMode="auto">
          <a:xfrm>
            <a:off x="1981200" y="5199063"/>
            <a:ext cx="424815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3845" name="Rectangle 5">
            <a:extLst>
              <a:ext uri="{FF2B5EF4-FFF2-40B4-BE49-F238E27FC236}">
                <a16:creationId xmlns:a16="http://schemas.microsoft.com/office/drawing/2014/main" id="{6B1A8FE2-0101-4E34-8AD8-44B97E0DB42B}"/>
              </a:ext>
            </a:extLst>
          </p:cNvPr>
          <p:cNvSpPr>
            <a:spLocks noChangeArrowheads="1"/>
          </p:cNvSpPr>
          <p:nvPr/>
        </p:nvSpPr>
        <p:spPr bwMode="auto">
          <a:xfrm>
            <a:off x="481013" y="944563"/>
            <a:ext cx="4160837"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20000"/>
              </a:spcBef>
            </a:pPr>
            <a:r>
              <a:rPr kumimoji="1" lang="en-US" altLang="zh-CN" sz="3200" b="1">
                <a:latin typeface="Times New Roman" panose="02020603050405020304" pitchFamily="18" charset="0"/>
              </a:rPr>
              <a:t>⒊   </a:t>
            </a:r>
            <a:r>
              <a:rPr kumimoji="1" lang="zh-CN" altLang="en-US" sz="3200" b="1">
                <a:solidFill>
                  <a:srgbClr val="0000FF"/>
                </a:solidFill>
                <a:latin typeface="Times New Roman" panose="02020603050405020304" pitchFamily="18" charset="0"/>
              </a:rPr>
              <a:t>二进制数乘法运算</a:t>
            </a:r>
          </a:p>
        </p:txBody>
      </p:sp>
      <p:sp>
        <p:nvSpPr>
          <p:cNvPr id="163846" name="Rectangle 6">
            <a:extLst>
              <a:ext uri="{FF2B5EF4-FFF2-40B4-BE49-F238E27FC236}">
                <a16:creationId xmlns:a16="http://schemas.microsoft.com/office/drawing/2014/main" id="{0B0D96F1-5D48-49D3-BA16-C8F38E720D0A}"/>
              </a:ext>
            </a:extLst>
          </p:cNvPr>
          <p:cNvSpPr>
            <a:spLocks noChangeArrowheads="1"/>
          </p:cNvSpPr>
          <p:nvPr/>
        </p:nvSpPr>
        <p:spPr bwMode="auto">
          <a:xfrm>
            <a:off x="890588" y="1600200"/>
            <a:ext cx="80772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en-US" altLang="zh-CN" sz="3200" b="1">
                <a:latin typeface="Times New Roman" panose="02020603050405020304" pitchFamily="18" charset="0"/>
              </a:rPr>
              <a:t>   </a:t>
            </a:r>
            <a:r>
              <a:rPr kumimoji="1" lang="zh-CN" altLang="en-US" sz="3200" b="1">
                <a:latin typeface="Times New Roman" panose="02020603050405020304" pitchFamily="18" charset="0"/>
              </a:rPr>
              <a:t>规则：</a:t>
            </a:r>
            <a:r>
              <a:rPr kumimoji="1" lang="en-US" altLang="zh-CN" sz="3200" b="1">
                <a:solidFill>
                  <a:srgbClr val="9933FF"/>
                </a:solidFill>
                <a:latin typeface="Times New Roman" panose="02020603050405020304" pitchFamily="18" charset="0"/>
              </a:rPr>
              <a:t>0×0=0</a:t>
            </a:r>
            <a:r>
              <a:rPr kumimoji="1" lang="zh-CN" altLang="en-US" sz="3200" b="1">
                <a:latin typeface="Times New Roman" panose="02020603050405020304" pitchFamily="18" charset="0"/>
              </a:rPr>
              <a:t>，</a:t>
            </a:r>
            <a:r>
              <a:rPr kumimoji="1" lang="en-US" altLang="zh-CN" sz="3200" b="1">
                <a:solidFill>
                  <a:srgbClr val="9933FF"/>
                </a:solidFill>
                <a:latin typeface="Times New Roman" panose="02020603050405020304" pitchFamily="18" charset="0"/>
              </a:rPr>
              <a:t>1×0=0×1=0</a:t>
            </a:r>
            <a:r>
              <a:rPr kumimoji="1" lang="zh-CN" altLang="en-US" sz="3200" b="1">
                <a:latin typeface="Times New Roman" panose="02020603050405020304" pitchFamily="18" charset="0"/>
              </a:rPr>
              <a:t>，</a:t>
            </a:r>
            <a:r>
              <a:rPr kumimoji="1" lang="en-US" altLang="zh-CN" sz="3200" b="1">
                <a:solidFill>
                  <a:srgbClr val="9933FF"/>
                </a:solidFill>
                <a:latin typeface="Times New Roman" panose="02020603050405020304" pitchFamily="18" charset="0"/>
              </a:rPr>
              <a:t>1×1=1</a:t>
            </a:r>
            <a:r>
              <a:rPr kumimoji="1" lang="zh-CN" altLang="en-US" sz="3200" b="1">
                <a:latin typeface="Times New Roman" panose="02020603050405020304" pitchFamily="18" charset="0"/>
              </a:rPr>
              <a:t>。</a:t>
            </a:r>
          </a:p>
        </p:txBody>
      </p:sp>
      <p:sp>
        <p:nvSpPr>
          <p:cNvPr id="163847" name="Rectangle 7">
            <a:extLst>
              <a:ext uri="{FF2B5EF4-FFF2-40B4-BE49-F238E27FC236}">
                <a16:creationId xmlns:a16="http://schemas.microsoft.com/office/drawing/2014/main" id="{8A4D9137-3AFF-4E3D-9EDB-7CBD8F06A717}"/>
              </a:ext>
            </a:extLst>
          </p:cNvPr>
          <p:cNvSpPr>
            <a:spLocks noChangeArrowheads="1"/>
          </p:cNvSpPr>
          <p:nvPr/>
        </p:nvSpPr>
        <p:spPr bwMode="auto">
          <a:xfrm>
            <a:off x="990600" y="2403475"/>
            <a:ext cx="6173788" cy="1311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en-US" altLang="zh-CN" sz="3600" b="1">
                <a:latin typeface="宋体" panose="02010600030101010101" pitchFamily="2" charset="-122"/>
              </a:rPr>
              <a:t>【</a:t>
            </a:r>
            <a:r>
              <a:rPr kumimoji="1" lang="zh-CN" altLang="en-US" sz="3600" b="1">
                <a:latin typeface="宋体" panose="02010600030101010101" pitchFamily="2" charset="-122"/>
              </a:rPr>
              <a:t>例</a:t>
            </a:r>
            <a:r>
              <a:rPr kumimoji="1" lang="en-US" altLang="zh-CN" sz="3600" b="1">
                <a:latin typeface="宋体" panose="02010600030101010101" pitchFamily="2" charset="-122"/>
              </a:rPr>
              <a:t>】  </a:t>
            </a:r>
            <a:r>
              <a:rPr kumimoji="1" lang="en-US" altLang="zh-CN" sz="4000" b="1">
                <a:latin typeface="宋体" panose="02010600030101010101" pitchFamily="2" charset="-122"/>
              </a:rPr>
              <a:t>	1101B</a:t>
            </a:r>
          </a:p>
          <a:p>
            <a:r>
              <a:rPr kumimoji="1" lang="en-US" altLang="zh-CN" sz="3600" b="1">
                <a:latin typeface="宋体" panose="02010600030101010101" pitchFamily="2" charset="-122"/>
              </a:rPr>
              <a:t>       ×   </a:t>
            </a:r>
            <a:r>
              <a:rPr kumimoji="1" lang="en-US" altLang="zh-CN" sz="4000" b="1">
                <a:latin typeface="宋体" panose="02010600030101010101" pitchFamily="2" charset="-122"/>
              </a:rPr>
              <a:t>1001B</a:t>
            </a:r>
          </a:p>
        </p:txBody>
      </p:sp>
      <p:sp>
        <p:nvSpPr>
          <p:cNvPr id="163848" name="Rectangle 8">
            <a:extLst>
              <a:ext uri="{FF2B5EF4-FFF2-40B4-BE49-F238E27FC236}">
                <a16:creationId xmlns:a16="http://schemas.microsoft.com/office/drawing/2014/main" id="{88E1E4CC-F2D5-4876-A75F-E41507215942}"/>
              </a:ext>
            </a:extLst>
          </p:cNvPr>
          <p:cNvSpPr>
            <a:spLocks noChangeArrowheads="1"/>
          </p:cNvSpPr>
          <p:nvPr/>
        </p:nvSpPr>
        <p:spPr bwMode="auto">
          <a:xfrm>
            <a:off x="2954338" y="5148263"/>
            <a:ext cx="22288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20000"/>
              </a:spcBef>
            </a:pPr>
            <a:r>
              <a:rPr kumimoji="1" lang="en-US" altLang="zh-CN" sz="4000" b="1">
                <a:latin typeface="宋体" panose="02010600030101010101" pitchFamily="2" charset="-122"/>
              </a:rPr>
              <a:t>1110101B</a:t>
            </a:r>
          </a:p>
        </p:txBody>
      </p:sp>
      <p:sp>
        <p:nvSpPr>
          <p:cNvPr id="163849" name="Rectangle 9">
            <a:extLst>
              <a:ext uri="{FF2B5EF4-FFF2-40B4-BE49-F238E27FC236}">
                <a16:creationId xmlns:a16="http://schemas.microsoft.com/office/drawing/2014/main" id="{44D32587-78FC-400E-959B-7AC79311AEAC}"/>
              </a:ext>
            </a:extLst>
          </p:cNvPr>
          <p:cNvSpPr>
            <a:spLocks noChangeArrowheads="1"/>
          </p:cNvSpPr>
          <p:nvPr/>
        </p:nvSpPr>
        <p:spPr bwMode="auto">
          <a:xfrm>
            <a:off x="1908175" y="4327525"/>
            <a:ext cx="29273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20000"/>
              </a:spcBef>
            </a:pPr>
            <a:r>
              <a:rPr kumimoji="1" lang="en-US" altLang="zh-CN" sz="4000" b="1">
                <a:latin typeface="宋体" panose="02010600030101010101" pitchFamily="2" charset="-122"/>
              </a:rPr>
              <a:t>+   1101</a:t>
            </a:r>
            <a:r>
              <a:rPr kumimoji="1" lang="en-US" altLang="zh-CN" sz="4000" b="1">
                <a:latin typeface="Times New Roman" panose="02020603050405020304" pitchFamily="18" charset="0"/>
              </a:rPr>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63846"/>
                                        </p:tgtEl>
                                        <p:attrNameLst>
                                          <p:attrName>style.visibility</p:attrName>
                                        </p:attrNameLst>
                                      </p:cBhvr>
                                      <p:to>
                                        <p:strVal val="visible"/>
                                      </p:to>
                                    </p:set>
                                    <p:animEffect transition="in" filter="wipe(left)">
                                      <p:cBhvr>
                                        <p:cTn id="7" dur="500"/>
                                        <p:tgtEl>
                                          <p:spTgt spid="16384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63847"/>
                                        </p:tgtEl>
                                        <p:attrNameLst>
                                          <p:attrName>style.visibility</p:attrName>
                                        </p:attrNameLst>
                                      </p:cBhvr>
                                      <p:to>
                                        <p:strVal val="visible"/>
                                      </p:to>
                                    </p:set>
                                    <p:animEffect transition="in" filter="wipe(left)">
                                      <p:cBhvr>
                                        <p:cTn id="12" dur="500"/>
                                        <p:tgtEl>
                                          <p:spTgt spid="16384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163843"/>
                                        </p:tgtEl>
                                        <p:attrNameLst>
                                          <p:attrName>style.visibility</p:attrName>
                                        </p:attrNameLst>
                                      </p:cBhvr>
                                      <p:to>
                                        <p:strVal val="visible"/>
                                      </p:to>
                                    </p:set>
                                    <p:animEffect transition="in" filter="wipe(left)">
                                      <p:cBhvr>
                                        <p:cTn id="17" dur="500"/>
                                        <p:tgtEl>
                                          <p:spTgt spid="16384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63842"/>
                                        </p:tgtEl>
                                        <p:attrNameLst>
                                          <p:attrName>style.visibility</p:attrName>
                                        </p:attrNameLst>
                                      </p:cBhvr>
                                      <p:to>
                                        <p:strVal val="visible"/>
                                      </p:to>
                                    </p:set>
                                    <p:animEffect transition="in" filter="wipe(left)">
                                      <p:cBhvr>
                                        <p:cTn id="22" dur="500"/>
                                        <p:tgtEl>
                                          <p:spTgt spid="163842"/>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63849"/>
                                        </p:tgtEl>
                                        <p:attrNameLst>
                                          <p:attrName>style.visibility</p:attrName>
                                        </p:attrNameLst>
                                      </p:cBhvr>
                                      <p:to>
                                        <p:strVal val="visible"/>
                                      </p:to>
                                    </p:set>
                                    <p:animEffect transition="in" filter="wipe(left)">
                                      <p:cBhvr>
                                        <p:cTn id="27" dur="500"/>
                                        <p:tgtEl>
                                          <p:spTgt spid="163849"/>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163844"/>
                                        </p:tgtEl>
                                        <p:attrNameLst>
                                          <p:attrName>style.visibility</p:attrName>
                                        </p:attrNameLst>
                                      </p:cBhvr>
                                      <p:to>
                                        <p:strVal val="visible"/>
                                      </p:to>
                                    </p:set>
                                    <p:animEffect transition="in" filter="wipe(left)">
                                      <p:cBhvr>
                                        <p:cTn id="32" dur="500"/>
                                        <p:tgtEl>
                                          <p:spTgt spid="163844"/>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2" fill="hold" grpId="0" nodeType="clickEffect">
                                  <p:stCondLst>
                                    <p:cond delay="0"/>
                                  </p:stCondLst>
                                  <p:iterate type="lt">
                                    <p:tmPct val="100000"/>
                                  </p:iterate>
                                  <p:childTnLst>
                                    <p:set>
                                      <p:cBhvr>
                                        <p:cTn id="36" dur="1" fill="hold">
                                          <p:stCondLst>
                                            <p:cond delay="0"/>
                                          </p:stCondLst>
                                        </p:cTn>
                                        <p:tgtEl>
                                          <p:spTgt spid="163848"/>
                                        </p:tgtEl>
                                        <p:attrNameLst>
                                          <p:attrName>style.visibility</p:attrName>
                                        </p:attrNameLst>
                                      </p:cBhvr>
                                      <p:to>
                                        <p:strVal val="visible"/>
                                      </p:to>
                                    </p:set>
                                    <p:animEffect transition="in" filter="wipe(right)">
                                      <p:cBhvr>
                                        <p:cTn id="37" dur="75"/>
                                        <p:tgtEl>
                                          <p:spTgt spid="1638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42" grpId="0" autoUpdateAnimBg="0"/>
      <p:bldP spid="163846" grpId="0" autoUpdateAnimBg="0"/>
      <p:bldP spid="163847" grpId="0" autoUpdateAnimBg="0"/>
      <p:bldP spid="163848" grpId="0" autoUpdateAnimBg="0"/>
      <p:bldP spid="163849" grpId="0" autoUpdateAnimBg="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灯片编号占位符 4">
            <a:extLst>
              <a:ext uri="{FF2B5EF4-FFF2-40B4-BE49-F238E27FC236}">
                <a16:creationId xmlns:a16="http://schemas.microsoft.com/office/drawing/2014/main" id="{12C813E0-518E-4B45-AECA-D5FA16FB5BDA}"/>
              </a:ext>
            </a:extLst>
          </p:cNvPr>
          <p:cNvSpPr>
            <a:spLocks noGrp="1"/>
          </p:cNvSpPr>
          <p:nvPr>
            <p:ph type="sldNum" sz="quarter" idx="12"/>
          </p:nvPr>
        </p:nvSpPr>
        <p:spPr/>
        <p:txBody>
          <a:bodyPr/>
          <a:lstStyle/>
          <a:p>
            <a:fld id="{BE34382B-7A4D-473C-A264-4F6DC5C7F816}" type="slidenum">
              <a:rPr lang="en-US" altLang="zh-CN"/>
              <a:pPr/>
              <a:t>23</a:t>
            </a:fld>
            <a:endParaRPr lang="en-US" altLang="zh-CN"/>
          </a:p>
        </p:txBody>
      </p:sp>
      <p:sp>
        <p:nvSpPr>
          <p:cNvPr id="164866" name="Rectangle 2">
            <a:extLst>
              <a:ext uri="{FF2B5EF4-FFF2-40B4-BE49-F238E27FC236}">
                <a16:creationId xmlns:a16="http://schemas.microsoft.com/office/drawing/2014/main" id="{8F70537C-0A30-4849-9A1C-BBABD2C78E53}"/>
              </a:ext>
            </a:extLst>
          </p:cNvPr>
          <p:cNvSpPr>
            <a:spLocks noChangeArrowheads="1"/>
          </p:cNvSpPr>
          <p:nvPr/>
        </p:nvSpPr>
        <p:spPr bwMode="auto">
          <a:xfrm>
            <a:off x="609600" y="563563"/>
            <a:ext cx="4160838"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20000"/>
              </a:spcBef>
            </a:pPr>
            <a:r>
              <a:rPr kumimoji="1" lang="en-US" altLang="zh-CN" sz="3200" b="1">
                <a:latin typeface="Times New Roman" panose="02020603050405020304" pitchFamily="18" charset="0"/>
              </a:rPr>
              <a:t>⒋   </a:t>
            </a:r>
            <a:r>
              <a:rPr kumimoji="1" lang="zh-CN" altLang="en-US" sz="3200" b="1">
                <a:solidFill>
                  <a:srgbClr val="0000FF"/>
                </a:solidFill>
                <a:latin typeface="Times New Roman" panose="02020603050405020304" pitchFamily="18" charset="0"/>
              </a:rPr>
              <a:t>二进制数除法运算</a:t>
            </a:r>
          </a:p>
        </p:txBody>
      </p:sp>
      <p:sp>
        <p:nvSpPr>
          <p:cNvPr id="164867" name="Rectangle 3">
            <a:extLst>
              <a:ext uri="{FF2B5EF4-FFF2-40B4-BE49-F238E27FC236}">
                <a16:creationId xmlns:a16="http://schemas.microsoft.com/office/drawing/2014/main" id="{8FA8446F-9335-438E-A1C8-75E12C539B45}"/>
              </a:ext>
            </a:extLst>
          </p:cNvPr>
          <p:cNvSpPr>
            <a:spLocks noChangeArrowheads="1"/>
          </p:cNvSpPr>
          <p:nvPr/>
        </p:nvSpPr>
        <p:spPr bwMode="auto">
          <a:xfrm>
            <a:off x="1330325" y="1143000"/>
            <a:ext cx="4767652"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20000"/>
              </a:spcBef>
            </a:pPr>
            <a:r>
              <a:rPr kumimoji="1" lang="zh-CN" altLang="en-US" sz="3200" b="1" dirty="0">
                <a:latin typeface="Times New Roman" panose="02020603050405020304" pitchFamily="18" charset="0"/>
              </a:rPr>
              <a:t>规则：</a:t>
            </a:r>
            <a:r>
              <a:rPr kumimoji="1" lang="en-US" altLang="zh-CN" sz="3200" b="1" dirty="0">
                <a:solidFill>
                  <a:srgbClr val="9933FF"/>
                </a:solidFill>
                <a:latin typeface="Times New Roman" panose="02020603050405020304" pitchFamily="18" charset="0"/>
              </a:rPr>
              <a:t>0÷1=0</a:t>
            </a:r>
            <a:r>
              <a:rPr kumimoji="1" lang="zh-CN" altLang="en-US" sz="3200" b="1" dirty="0">
                <a:latin typeface="Times New Roman" panose="02020603050405020304" pitchFamily="18" charset="0"/>
              </a:rPr>
              <a:t>，</a:t>
            </a:r>
            <a:r>
              <a:rPr kumimoji="1" lang="en-US" altLang="zh-CN" sz="3200" b="1" dirty="0">
                <a:solidFill>
                  <a:srgbClr val="9933FF"/>
                </a:solidFill>
                <a:latin typeface="Times New Roman" panose="02020603050405020304" pitchFamily="18" charset="0"/>
              </a:rPr>
              <a:t>1÷1=1</a:t>
            </a:r>
            <a:r>
              <a:rPr kumimoji="1" lang="zh-CN" altLang="en-US" sz="3200" b="1" dirty="0">
                <a:latin typeface="Times New Roman" panose="02020603050405020304" pitchFamily="18" charset="0"/>
              </a:rPr>
              <a:t>。</a:t>
            </a:r>
          </a:p>
        </p:txBody>
      </p:sp>
      <p:sp>
        <p:nvSpPr>
          <p:cNvPr id="164868" name="Rectangle 4">
            <a:extLst>
              <a:ext uri="{FF2B5EF4-FFF2-40B4-BE49-F238E27FC236}">
                <a16:creationId xmlns:a16="http://schemas.microsoft.com/office/drawing/2014/main" id="{7573361C-FA81-4DCC-BA28-B48CEC4CBD29}"/>
              </a:ext>
            </a:extLst>
          </p:cNvPr>
          <p:cNvSpPr>
            <a:spLocks noChangeArrowheads="1"/>
          </p:cNvSpPr>
          <p:nvPr/>
        </p:nvSpPr>
        <p:spPr bwMode="auto">
          <a:xfrm>
            <a:off x="4095750" y="31813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grpSp>
        <p:nvGrpSpPr>
          <p:cNvPr id="164869" name="Group 5">
            <a:extLst>
              <a:ext uri="{FF2B5EF4-FFF2-40B4-BE49-F238E27FC236}">
                <a16:creationId xmlns:a16="http://schemas.microsoft.com/office/drawing/2014/main" id="{F6975C38-0C97-4C4E-918B-4C16D37E2FA4}"/>
              </a:ext>
            </a:extLst>
          </p:cNvPr>
          <p:cNvGrpSpPr>
            <a:grpSpLocks/>
          </p:cNvGrpSpPr>
          <p:nvPr/>
        </p:nvGrpSpPr>
        <p:grpSpPr bwMode="auto">
          <a:xfrm>
            <a:off x="1154113" y="1700213"/>
            <a:ext cx="7010400" cy="4038600"/>
            <a:chOff x="727" y="1071"/>
            <a:chExt cx="4416" cy="2544"/>
          </a:xfrm>
        </p:grpSpPr>
        <p:sp>
          <p:nvSpPr>
            <p:cNvPr id="164870" name="Line 6">
              <a:extLst>
                <a:ext uri="{FF2B5EF4-FFF2-40B4-BE49-F238E27FC236}">
                  <a16:creationId xmlns:a16="http://schemas.microsoft.com/office/drawing/2014/main" id="{B4C347C2-19BA-476E-B5EE-537E19B971DB}"/>
                </a:ext>
              </a:extLst>
            </p:cNvPr>
            <p:cNvSpPr>
              <a:spLocks noChangeShapeType="1"/>
            </p:cNvSpPr>
            <p:nvPr/>
          </p:nvSpPr>
          <p:spPr bwMode="auto">
            <a:xfrm>
              <a:off x="1756" y="3231"/>
              <a:ext cx="294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164871" name="Group 7">
              <a:extLst>
                <a:ext uri="{FF2B5EF4-FFF2-40B4-BE49-F238E27FC236}">
                  <a16:creationId xmlns:a16="http://schemas.microsoft.com/office/drawing/2014/main" id="{3FE5A593-E09E-4030-9D89-2455D62676EE}"/>
                </a:ext>
              </a:extLst>
            </p:cNvPr>
            <p:cNvGrpSpPr>
              <a:grpSpLocks/>
            </p:cNvGrpSpPr>
            <p:nvPr/>
          </p:nvGrpSpPr>
          <p:grpSpPr bwMode="auto">
            <a:xfrm>
              <a:off x="727" y="1071"/>
              <a:ext cx="4416" cy="2544"/>
              <a:chOff x="727" y="1071"/>
              <a:chExt cx="4416" cy="2544"/>
            </a:xfrm>
          </p:grpSpPr>
          <p:sp>
            <p:nvSpPr>
              <p:cNvPr id="164872" name="Rectangle 8">
                <a:extLst>
                  <a:ext uri="{FF2B5EF4-FFF2-40B4-BE49-F238E27FC236}">
                    <a16:creationId xmlns:a16="http://schemas.microsoft.com/office/drawing/2014/main" id="{56E14452-F271-4B55-899B-8AC78C7B26DF}"/>
                  </a:ext>
                </a:extLst>
              </p:cNvPr>
              <p:cNvSpPr>
                <a:spLocks noChangeArrowheads="1"/>
              </p:cNvSpPr>
              <p:nvPr/>
            </p:nvSpPr>
            <p:spPr bwMode="auto">
              <a:xfrm>
                <a:off x="3936" y="3173"/>
                <a:ext cx="277"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20000"/>
                  </a:spcBef>
                </a:pPr>
                <a:r>
                  <a:rPr kumimoji="1" lang="en-US" altLang="zh-CN" sz="4000" b="1">
                    <a:latin typeface="宋体" panose="02010600030101010101" pitchFamily="2" charset="-122"/>
                  </a:rPr>
                  <a:t>1</a:t>
                </a:r>
              </a:p>
            </p:txBody>
          </p:sp>
          <p:sp>
            <p:nvSpPr>
              <p:cNvPr id="164873" name="Rectangle 9">
                <a:extLst>
                  <a:ext uri="{FF2B5EF4-FFF2-40B4-BE49-F238E27FC236}">
                    <a16:creationId xmlns:a16="http://schemas.microsoft.com/office/drawing/2014/main" id="{96F1C4A9-151A-4CC7-BE57-5F344FE07927}"/>
                  </a:ext>
                </a:extLst>
              </p:cNvPr>
              <p:cNvSpPr>
                <a:spLocks noChangeArrowheads="1"/>
              </p:cNvSpPr>
              <p:nvPr/>
            </p:nvSpPr>
            <p:spPr bwMode="auto">
              <a:xfrm>
                <a:off x="3431" y="2456"/>
                <a:ext cx="1285" cy="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ea typeface="宋体" panose="02010600030101010101" pitchFamily="2" charset="-122"/>
                  </a:defRPr>
                </a:lvl1pPr>
                <a:lvl2pPr marL="692150" indent="-347663">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ea typeface="宋体" panose="02010600030101010101" pitchFamily="2" charset="-122"/>
                  </a:defRPr>
                </a:lvl2pPr>
                <a:lvl3pPr marL="987425" indent="-293688">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281113" indent="-2921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1598613" indent="-315913">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055813" indent="-315913"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513013" indent="-315913"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2970213" indent="-315913"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427413" indent="-315913"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buClr>
                    <a:schemeClr val="tx1"/>
                  </a:buClr>
                  <a:buFont typeface="Wingdings" panose="05000000000000000000" pitchFamily="2" charset="2"/>
                  <a:buNone/>
                </a:pPr>
                <a:r>
                  <a:rPr lang="en-US" altLang="zh-CN" sz="3900" b="1">
                    <a:latin typeface="宋体" panose="02010600030101010101" pitchFamily="2" charset="-122"/>
                  </a:rPr>
                  <a:t>1110</a:t>
                </a:r>
              </a:p>
            </p:txBody>
          </p:sp>
          <p:sp>
            <p:nvSpPr>
              <p:cNvPr id="164874" name="Rectangle 10">
                <a:extLst>
                  <a:ext uri="{FF2B5EF4-FFF2-40B4-BE49-F238E27FC236}">
                    <a16:creationId xmlns:a16="http://schemas.microsoft.com/office/drawing/2014/main" id="{188A8C42-6C11-466B-BB9F-5753D526B5B2}"/>
                  </a:ext>
                </a:extLst>
              </p:cNvPr>
              <p:cNvSpPr>
                <a:spLocks noChangeArrowheads="1"/>
              </p:cNvSpPr>
              <p:nvPr/>
            </p:nvSpPr>
            <p:spPr bwMode="auto">
              <a:xfrm>
                <a:off x="727" y="1071"/>
                <a:ext cx="4416" cy="11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en-US" altLang="zh-CN" sz="3600" b="1">
                    <a:latin typeface="Times New Roman" panose="02020603050405020304" pitchFamily="18" charset="0"/>
                  </a:rPr>
                  <a:t>【</a:t>
                </a:r>
                <a:r>
                  <a:rPr kumimoji="1" lang="zh-CN" altLang="en-US" sz="3600" b="1">
                    <a:latin typeface="Times New Roman" panose="02020603050405020304" pitchFamily="18" charset="0"/>
                  </a:rPr>
                  <a:t>例</a:t>
                </a:r>
                <a:r>
                  <a:rPr kumimoji="1" lang="en-US" altLang="zh-CN" sz="3600" b="1">
                    <a:latin typeface="Times New Roman" panose="02020603050405020304" pitchFamily="18" charset="0"/>
                  </a:rPr>
                  <a:t>】</a:t>
                </a:r>
                <a:r>
                  <a:rPr kumimoji="1" lang="en-US" altLang="zh-CN" sz="4000" b="1">
                    <a:latin typeface="Times New Roman" panose="02020603050405020304" pitchFamily="18" charset="0"/>
                  </a:rPr>
                  <a:t>		 </a:t>
                </a:r>
              </a:p>
              <a:p>
                <a:pPr>
                  <a:spcBef>
                    <a:spcPct val="50000"/>
                  </a:spcBef>
                </a:pPr>
                <a:r>
                  <a:rPr kumimoji="1" lang="en-US" altLang="zh-CN" sz="4000" b="1">
                    <a:latin typeface="Times New Roman" panose="02020603050405020304" pitchFamily="18" charset="0"/>
                  </a:rPr>
                  <a:t>               </a:t>
                </a:r>
                <a:r>
                  <a:rPr kumimoji="1" lang="en-US" altLang="zh-CN" sz="4000" b="1">
                    <a:latin typeface="宋体" panose="02010600030101010101" pitchFamily="2" charset="-122"/>
                  </a:rPr>
                  <a:t>1101</a:t>
                </a:r>
                <a:r>
                  <a:rPr kumimoji="1" lang="en-US" altLang="zh-CN" sz="4800" b="1">
                    <a:latin typeface="宋体" panose="02010600030101010101" pitchFamily="2" charset="-122"/>
                  </a:rPr>
                  <a:t>√</a:t>
                </a:r>
                <a:r>
                  <a:rPr kumimoji="1" lang="en-US" altLang="zh-CN" sz="4000" b="1">
                    <a:latin typeface="宋体" panose="02010600030101010101" pitchFamily="2" charset="-122"/>
                  </a:rPr>
                  <a:t>1110110</a:t>
                </a:r>
              </a:p>
            </p:txBody>
          </p:sp>
          <p:sp>
            <p:nvSpPr>
              <p:cNvPr id="164875" name="Line 11">
                <a:extLst>
                  <a:ext uri="{FF2B5EF4-FFF2-40B4-BE49-F238E27FC236}">
                    <a16:creationId xmlns:a16="http://schemas.microsoft.com/office/drawing/2014/main" id="{028DA8ED-BAF2-4704-85AD-007BD29D4167}"/>
                  </a:ext>
                </a:extLst>
              </p:cNvPr>
              <p:cNvSpPr>
                <a:spLocks noChangeShapeType="1"/>
              </p:cNvSpPr>
              <p:nvPr/>
            </p:nvSpPr>
            <p:spPr bwMode="auto">
              <a:xfrm>
                <a:off x="2920" y="1816"/>
                <a:ext cx="1452"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4876" name="Line 12">
                <a:extLst>
                  <a:ext uri="{FF2B5EF4-FFF2-40B4-BE49-F238E27FC236}">
                    <a16:creationId xmlns:a16="http://schemas.microsoft.com/office/drawing/2014/main" id="{478CF433-8577-4218-8552-663BCE632CD0}"/>
                  </a:ext>
                </a:extLst>
              </p:cNvPr>
              <p:cNvSpPr>
                <a:spLocks noChangeShapeType="1"/>
              </p:cNvSpPr>
              <p:nvPr/>
            </p:nvSpPr>
            <p:spPr bwMode="auto">
              <a:xfrm>
                <a:off x="1745" y="2511"/>
                <a:ext cx="294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4877" name="Rectangle 13">
                <a:extLst>
                  <a:ext uri="{FF2B5EF4-FFF2-40B4-BE49-F238E27FC236}">
                    <a16:creationId xmlns:a16="http://schemas.microsoft.com/office/drawing/2014/main" id="{74DCB926-EF97-498B-B958-716458984549}"/>
                  </a:ext>
                </a:extLst>
              </p:cNvPr>
              <p:cNvSpPr>
                <a:spLocks noChangeArrowheads="1"/>
              </p:cNvSpPr>
              <p:nvPr/>
            </p:nvSpPr>
            <p:spPr bwMode="auto">
              <a:xfrm>
                <a:off x="3432" y="1359"/>
                <a:ext cx="1468"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20000"/>
                  </a:spcBef>
                </a:pPr>
                <a:r>
                  <a:rPr kumimoji="1" lang="en-US" altLang="zh-CN" sz="4000" b="1">
                    <a:latin typeface="宋体" panose="02010600030101010101" pitchFamily="2" charset="-122"/>
                  </a:rPr>
                  <a:t>1001</a:t>
                </a:r>
              </a:p>
            </p:txBody>
          </p:sp>
          <p:sp>
            <p:nvSpPr>
              <p:cNvPr id="164878" name="Rectangle 14">
                <a:extLst>
                  <a:ext uri="{FF2B5EF4-FFF2-40B4-BE49-F238E27FC236}">
                    <a16:creationId xmlns:a16="http://schemas.microsoft.com/office/drawing/2014/main" id="{C1D543C3-0923-4213-82AD-C18E0A59DD40}"/>
                  </a:ext>
                </a:extLst>
              </p:cNvPr>
              <p:cNvSpPr>
                <a:spLocks noChangeArrowheads="1"/>
              </p:cNvSpPr>
              <p:nvPr/>
            </p:nvSpPr>
            <p:spPr bwMode="auto">
              <a:xfrm>
                <a:off x="2580" y="2102"/>
                <a:ext cx="1752"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20000"/>
                  </a:spcBef>
                </a:pPr>
                <a:r>
                  <a:rPr kumimoji="1" lang="zh-CN" altLang="en-US" sz="3600" b="1" dirty="0">
                    <a:latin typeface="Times New Roman" panose="02020603050405020304" pitchFamily="18" charset="0"/>
                  </a:rPr>
                  <a:t>－</a:t>
                </a:r>
                <a:r>
                  <a:rPr kumimoji="1" lang="zh-CN" altLang="en-US" sz="4000" b="1" dirty="0">
                    <a:latin typeface="Times New Roman" panose="02020603050405020304" pitchFamily="18" charset="0"/>
                  </a:rPr>
                  <a:t> </a:t>
                </a:r>
                <a:r>
                  <a:rPr kumimoji="1" lang="en-US" altLang="zh-CN" sz="4000" b="1" dirty="0">
                    <a:latin typeface="宋体" panose="02010600030101010101" pitchFamily="2" charset="-122"/>
                  </a:rPr>
                  <a:t>1101</a:t>
                </a:r>
              </a:p>
            </p:txBody>
          </p:sp>
          <p:sp>
            <p:nvSpPr>
              <p:cNvPr id="164879" name="Rectangle 15">
                <a:extLst>
                  <a:ext uri="{FF2B5EF4-FFF2-40B4-BE49-F238E27FC236}">
                    <a16:creationId xmlns:a16="http://schemas.microsoft.com/office/drawing/2014/main" id="{381934EC-7B4D-4E19-B42D-2C958540709E}"/>
                  </a:ext>
                </a:extLst>
              </p:cNvPr>
              <p:cNvSpPr>
                <a:spLocks noChangeArrowheads="1"/>
              </p:cNvSpPr>
              <p:nvPr/>
            </p:nvSpPr>
            <p:spPr bwMode="auto">
              <a:xfrm>
                <a:off x="2519" y="2799"/>
                <a:ext cx="1689"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20000"/>
                  </a:spcBef>
                </a:pPr>
                <a:r>
                  <a:rPr kumimoji="1" lang="zh-CN" altLang="en-US" sz="3600" b="1">
                    <a:latin typeface="Times New Roman" panose="02020603050405020304" pitchFamily="18" charset="0"/>
                  </a:rPr>
                  <a:t>－</a:t>
                </a:r>
                <a:r>
                  <a:rPr kumimoji="1" lang="zh-CN" altLang="en-US" sz="4000" b="1">
                    <a:latin typeface="Times New Roman" panose="02020603050405020304" pitchFamily="18" charset="0"/>
                  </a:rPr>
                  <a:t>        </a:t>
                </a:r>
                <a:r>
                  <a:rPr kumimoji="1" lang="en-US" altLang="zh-CN" sz="4000" b="1">
                    <a:latin typeface="宋体" panose="02010600030101010101" pitchFamily="2" charset="-122"/>
                  </a:rPr>
                  <a:t>1101</a:t>
                </a:r>
              </a:p>
            </p:txBody>
          </p:sp>
        </p:grpSp>
      </p:gr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灯片编号占位符 5">
            <a:extLst>
              <a:ext uri="{FF2B5EF4-FFF2-40B4-BE49-F238E27FC236}">
                <a16:creationId xmlns:a16="http://schemas.microsoft.com/office/drawing/2014/main" id="{56884355-B76E-476B-80DF-69FC5CD32773}"/>
              </a:ext>
            </a:extLst>
          </p:cNvPr>
          <p:cNvSpPr>
            <a:spLocks noGrp="1"/>
          </p:cNvSpPr>
          <p:nvPr>
            <p:ph type="sldNum" sz="quarter" idx="12"/>
          </p:nvPr>
        </p:nvSpPr>
        <p:spPr/>
        <p:txBody>
          <a:bodyPr/>
          <a:lstStyle/>
          <a:p>
            <a:fld id="{EA1ACB3C-EB28-4698-9F51-43A816B8E460}" type="slidenum">
              <a:rPr lang="en-US" altLang="zh-CN"/>
              <a:pPr/>
              <a:t>24</a:t>
            </a:fld>
            <a:endParaRPr lang="en-US" altLang="zh-CN"/>
          </a:p>
        </p:txBody>
      </p:sp>
      <p:sp>
        <p:nvSpPr>
          <p:cNvPr id="165890" name="Rectangle 2">
            <a:extLst>
              <a:ext uri="{FF2B5EF4-FFF2-40B4-BE49-F238E27FC236}">
                <a16:creationId xmlns:a16="http://schemas.microsoft.com/office/drawing/2014/main" id="{4DFD1714-7898-44A5-90EF-92750B8C8D52}"/>
              </a:ext>
            </a:extLst>
          </p:cNvPr>
          <p:cNvSpPr>
            <a:spLocks noChangeArrowheads="1"/>
          </p:cNvSpPr>
          <p:nvPr/>
        </p:nvSpPr>
        <p:spPr bwMode="auto">
          <a:xfrm>
            <a:off x="609600" y="812800"/>
            <a:ext cx="416401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20000"/>
              </a:spcBef>
            </a:pPr>
            <a:r>
              <a:rPr kumimoji="1" lang="en-US" altLang="zh-CN" sz="3200" b="1">
                <a:latin typeface="Times New Roman" panose="02020603050405020304" pitchFamily="18" charset="0"/>
              </a:rPr>
              <a:t>⒌   </a:t>
            </a:r>
            <a:r>
              <a:rPr kumimoji="1" lang="zh-CN" altLang="en-US" sz="3200" b="1">
                <a:latin typeface="Times New Roman" panose="02020603050405020304" pitchFamily="18" charset="0"/>
              </a:rPr>
              <a:t>二进制数“</a:t>
            </a:r>
            <a:r>
              <a:rPr kumimoji="1" lang="zh-CN" altLang="en-US" sz="3200" b="1">
                <a:solidFill>
                  <a:srgbClr val="9933FF"/>
                </a:solidFill>
                <a:latin typeface="Times New Roman" panose="02020603050405020304" pitchFamily="18" charset="0"/>
              </a:rPr>
              <a:t>与</a:t>
            </a:r>
            <a:r>
              <a:rPr kumimoji="1" lang="zh-CN" altLang="en-US" sz="3200" b="1">
                <a:latin typeface="Times New Roman" panose="02020603050405020304" pitchFamily="18" charset="0"/>
              </a:rPr>
              <a:t>”运算</a:t>
            </a:r>
          </a:p>
        </p:txBody>
      </p:sp>
      <p:sp>
        <p:nvSpPr>
          <p:cNvPr id="165891" name="Rectangle 3">
            <a:extLst>
              <a:ext uri="{FF2B5EF4-FFF2-40B4-BE49-F238E27FC236}">
                <a16:creationId xmlns:a16="http://schemas.microsoft.com/office/drawing/2014/main" id="{DFBDFBDD-E2B4-48D9-8F48-503C9BB8C372}"/>
              </a:ext>
            </a:extLst>
          </p:cNvPr>
          <p:cNvSpPr>
            <a:spLocks noChangeArrowheads="1"/>
          </p:cNvSpPr>
          <p:nvPr/>
        </p:nvSpPr>
        <p:spPr bwMode="auto">
          <a:xfrm>
            <a:off x="1312863" y="1489075"/>
            <a:ext cx="7086600" cy="1311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zh-CN" altLang="en-US" sz="3200" b="1" dirty="0">
                <a:latin typeface="Times New Roman" panose="02020603050405020304" pitchFamily="18" charset="0"/>
              </a:rPr>
              <a:t>规则：</a:t>
            </a:r>
            <a:r>
              <a:rPr kumimoji="1" lang="en-US" altLang="zh-CN" sz="3200" b="1" dirty="0">
                <a:solidFill>
                  <a:srgbClr val="9933FF"/>
                </a:solidFill>
                <a:latin typeface="Times New Roman" panose="02020603050405020304" pitchFamily="18" charset="0"/>
              </a:rPr>
              <a:t>0 &amp; 0 = 0</a:t>
            </a:r>
            <a:r>
              <a:rPr kumimoji="1" lang="zh-CN" altLang="en-US" sz="3200" b="1" dirty="0">
                <a:latin typeface="Times New Roman" panose="02020603050405020304" pitchFamily="18" charset="0"/>
              </a:rPr>
              <a:t>，</a:t>
            </a:r>
            <a:r>
              <a:rPr kumimoji="1" lang="en-US" altLang="zh-CN" sz="3200" b="1" dirty="0">
                <a:solidFill>
                  <a:srgbClr val="9933FF"/>
                </a:solidFill>
                <a:latin typeface="Times New Roman" panose="02020603050405020304" pitchFamily="18" charset="0"/>
              </a:rPr>
              <a:t>0 &amp; 1 = 0</a:t>
            </a:r>
            <a:r>
              <a:rPr kumimoji="1" lang="zh-CN" altLang="en-US" sz="3200" b="1" dirty="0">
                <a:latin typeface="Times New Roman" panose="02020603050405020304" pitchFamily="18" charset="0"/>
              </a:rPr>
              <a:t>，</a:t>
            </a:r>
          </a:p>
          <a:p>
            <a:pPr>
              <a:spcBef>
                <a:spcPct val="50000"/>
              </a:spcBef>
            </a:pPr>
            <a:r>
              <a:rPr kumimoji="1" lang="zh-CN" altLang="en-US" sz="3200" b="1" dirty="0">
                <a:solidFill>
                  <a:srgbClr val="9933FF"/>
                </a:solidFill>
                <a:latin typeface="Times New Roman" panose="02020603050405020304" pitchFamily="18" charset="0"/>
              </a:rPr>
              <a:t>	   </a:t>
            </a:r>
            <a:r>
              <a:rPr kumimoji="1" lang="en-US" altLang="zh-CN" sz="3200" b="1" dirty="0">
                <a:solidFill>
                  <a:srgbClr val="9933FF"/>
                </a:solidFill>
                <a:latin typeface="Times New Roman" panose="02020603050405020304" pitchFamily="18" charset="0"/>
              </a:rPr>
              <a:t>1 &amp; 0 = 0</a:t>
            </a:r>
            <a:r>
              <a:rPr kumimoji="1" lang="zh-CN" altLang="en-US" sz="3200" b="1" dirty="0">
                <a:latin typeface="Times New Roman" panose="02020603050405020304" pitchFamily="18" charset="0"/>
              </a:rPr>
              <a:t>，</a:t>
            </a:r>
            <a:r>
              <a:rPr kumimoji="1" lang="en-US" altLang="zh-CN" sz="3200" b="1" dirty="0">
                <a:solidFill>
                  <a:srgbClr val="9933FF"/>
                </a:solidFill>
                <a:latin typeface="Times New Roman" panose="02020603050405020304" pitchFamily="18" charset="0"/>
              </a:rPr>
              <a:t>1 &amp; 1 = 1</a:t>
            </a:r>
            <a:r>
              <a:rPr kumimoji="1" lang="zh-CN" altLang="en-US" sz="3200" b="1" dirty="0">
                <a:latin typeface="Times New Roman" panose="02020603050405020304" pitchFamily="18" charset="0"/>
              </a:rPr>
              <a:t>。</a:t>
            </a:r>
          </a:p>
        </p:txBody>
      </p:sp>
      <p:grpSp>
        <p:nvGrpSpPr>
          <p:cNvPr id="165892" name="Group 4">
            <a:extLst>
              <a:ext uri="{FF2B5EF4-FFF2-40B4-BE49-F238E27FC236}">
                <a16:creationId xmlns:a16="http://schemas.microsoft.com/office/drawing/2014/main" id="{EFA8391D-D3AB-483B-85AF-13C190BB7EC0}"/>
              </a:ext>
            </a:extLst>
          </p:cNvPr>
          <p:cNvGrpSpPr>
            <a:grpSpLocks/>
          </p:cNvGrpSpPr>
          <p:nvPr/>
        </p:nvGrpSpPr>
        <p:grpSpPr bwMode="auto">
          <a:xfrm>
            <a:off x="1114425" y="3205163"/>
            <a:ext cx="6913563" cy="2168525"/>
            <a:chOff x="702" y="1962"/>
            <a:chExt cx="4355" cy="1366"/>
          </a:xfrm>
        </p:grpSpPr>
        <p:sp>
          <p:nvSpPr>
            <p:cNvPr id="165893" name="Rectangle 5">
              <a:extLst>
                <a:ext uri="{FF2B5EF4-FFF2-40B4-BE49-F238E27FC236}">
                  <a16:creationId xmlns:a16="http://schemas.microsoft.com/office/drawing/2014/main" id="{5CFB4251-874F-4DEE-8EBE-D21AA41D31EE}"/>
                </a:ext>
              </a:extLst>
            </p:cNvPr>
            <p:cNvSpPr>
              <a:spLocks noChangeArrowheads="1"/>
            </p:cNvSpPr>
            <p:nvPr/>
          </p:nvSpPr>
          <p:spPr bwMode="auto">
            <a:xfrm>
              <a:off x="702" y="1962"/>
              <a:ext cx="4355" cy="8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ea typeface="宋体" panose="02010600030101010101" pitchFamily="2" charset="-122"/>
                </a:defRPr>
              </a:lvl1pPr>
              <a:lvl2pPr marL="692150" indent="-347663">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ea typeface="宋体" panose="02010600030101010101" pitchFamily="2" charset="-122"/>
                </a:defRPr>
              </a:lvl2pPr>
              <a:lvl3pPr marL="987425" indent="-293688">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281113" indent="-2921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1598613" indent="-315913">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055813" indent="-315913"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513013" indent="-315913"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2970213" indent="-315913"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427413" indent="-315913"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buClr>
                  <a:schemeClr val="tx1"/>
                </a:buClr>
                <a:buFont typeface="Wingdings" panose="05000000000000000000" pitchFamily="2" charset="2"/>
                <a:buNone/>
              </a:pPr>
              <a:r>
                <a:rPr lang="en-US" altLang="zh-CN" sz="3400" b="1" dirty="0">
                  <a:latin typeface="宋体" panose="02010600030101010101" pitchFamily="2" charset="-122"/>
                </a:rPr>
                <a:t>【</a:t>
              </a:r>
              <a:r>
                <a:rPr lang="zh-CN" altLang="en-US" sz="3400" b="1" dirty="0">
                  <a:latin typeface="宋体" panose="02010600030101010101" pitchFamily="2" charset="-122"/>
                </a:rPr>
                <a:t>例</a:t>
              </a:r>
              <a:r>
                <a:rPr lang="en-US" altLang="zh-CN" sz="3400" b="1" dirty="0">
                  <a:latin typeface="宋体" panose="02010600030101010101" pitchFamily="2" charset="-122"/>
                </a:rPr>
                <a:t>】</a:t>
              </a:r>
              <a:r>
                <a:rPr lang="en-US" altLang="zh-CN" sz="3900" b="1" dirty="0">
                  <a:latin typeface="宋体" panose="02010600030101010101" pitchFamily="2" charset="-122"/>
                </a:rPr>
                <a:t>		10110101B</a:t>
              </a:r>
            </a:p>
            <a:p>
              <a:pPr>
                <a:buClr>
                  <a:schemeClr val="tx1"/>
                </a:buClr>
                <a:buFont typeface="Wingdings" panose="05000000000000000000" pitchFamily="2" charset="2"/>
                <a:buNone/>
              </a:pPr>
              <a:r>
                <a:rPr lang="en-US" altLang="zh-CN" sz="3900" b="1" dirty="0">
                  <a:latin typeface="宋体" panose="02010600030101010101" pitchFamily="2" charset="-122"/>
                </a:rPr>
                <a:t>		 &amp;  	10011100B</a:t>
              </a:r>
            </a:p>
          </p:txBody>
        </p:sp>
        <p:sp>
          <p:nvSpPr>
            <p:cNvPr id="165894" name="Line 6">
              <a:extLst>
                <a:ext uri="{FF2B5EF4-FFF2-40B4-BE49-F238E27FC236}">
                  <a16:creationId xmlns:a16="http://schemas.microsoft.com/office/drawing/2014/main" id="{717EEF19-5D3F-400F-9C3F-B5EB6F37EAAA}"/>
                </a:ext>
              </a:extLst>
            </p:cNvPr>
            <p:cNvSpPr>
              <a:spLocks noChangeShapeType="1"/>
            </p:cNvSpPr>
            <p:nvPr/>
          </p:nvSpPr>
          <p:spPr bwMode="auto">
            <a:xfrm>
              <a:off x="1383" y="2886"/>
              <a:ext cx="294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5895" name="Rectangle 7">
              <a:extLst>
                <a:ext uri="{FF2B5EF4-FFF2-40B4-BE49-F238E27FC236}">
                  <a16:creationId xmlns:a16="http://schemas.microsoft.com/office/drawing/2014/main" id="{769A1C4C-488B-4967-BFEC-AC72B0546E4C}"/>
                </a:ext>
              </a:extLst>
            </p:cNvPr>
            <p:cNvSpPr>
              <a:spLocks noChangeArrowheads="1"/>
            </p:cNvSpPr>
            <p:nvPr/>
          </p:nvSpPr>
          <p:spPr bwMode="auto">
            <a:xfrm>
              <a:off x="2426" y="2886"/>
              <a:ext cx="2450"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20000"/>
                </a:spcBef>
              </a:pPr>
              <a:r>
                <a:rPr kumimoji="1" lang="en-US" altLang="zh-CN" sz="4000" b="1">
                  <a:latin typeface="宋体" panose="02010600030101010101" pitchFamily="2" charset="-122"/>
                </a:rPr>
                <a:t>10010100B</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65891"/>
                                        </p:tgtEl>
                                        <p:attrNameLst>
                                          <p:attrName>style.visibility</p:attrName>
                                        </p:attrNameLst>
                                      </p:cBhvr>
                                      <p:to>
                                        <p:strVal val="visible"/>
                                      </p:to>
                                    </p:set>
                                    <p:animEffect transition="in" filter="wipe(left)">
                                      <p:cBhvr>
                                        <p:cTn id="7" dur="500"/>
                                        <p:tgtEl>
                                          <p:spTgt spid="16589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8" fill="hold" nodeType="clickEffect">
                                  <p:stCondLst>
                                    <p:cond delay="0"/>
                                  </p:stCondLst>
                                  <p:childTnLst>
                                    <p:set>
                                      <p:cBhvr>
                                        <p:cTn id="11" dur="1" fill="hold">
                                          <p:stCondLst>
                                            <p:cond delay="0"/>
                                          </p:stCondLst>
                                        </p:cTn>
                                        <p:tgtEl>
                                          <p:spTgt spid="165892"/>
                                        </p:tgtEl>
                                        <p:attrNameLst>
                                          <p:attrName>style.visibility</p:attrName>
                                        </p:attrNameLst>
                                      </p:cBhvr>
                                      <p:to>
                                        <p:strVal val="visible"/>
                                      </p:to>
                                    </p:set>
                                    <p:anim calcmode="lin" valueType="num">
                                      <p:cBhvr additive="base">
                                        <p:cTn id="12" dur="500" fill="hold"/>
                                        <p:tgtEl>
                                          <p:spTgt spid="165892"/>
                                        </p:tgtEl>
                                        <p:attrNameLst>
                                          <p:attrName>ppt_x</p:attrName>
                                        </p:attrNameLst>
                                      </p:cBhvr>
                                      <p:tavLst>
                                        <p:tav tm="0">
                                          <p:val>
                                            <p:strVal val="0-#ppt_w/2"/>
                                          </p:val>
                                        </p:tav>
                                        <p:tav tm="100000">
                                          <p:val>
                                            <p:strVal val="#ppt_x"/>
                                          </p:val>
                                        </p:tav>
                                      </p:tavLst>
                                    </p:anim>
                                    <p:anim calcmode="lin" valueType="num">
                                      <p:cBhvr additive="base">
                                        <p:cTn id="13" dur="500" fill="hold"/>
                                        <p:tgtEl>
                                          <p:spTgt spid="16589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5891" grpId="0" autoUpdateAnimBg="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灯片编号占位符 5">
            <a:extLst>
              <a:ext uri="{FF2B5EF4-FFF2-40B4-BE49-F238E27FC236}">
                <a16:creationId xmlns:a16="http://schemas.microsoft.com/office/drawing/2014/main" id="{2E5CF29C-A4B2-49EE-87EB-8C566266C0A1}"/>
              </a:ext>
            </a:extLst>
          </p:cNvPr>
          <p:cNvSpPr>
            <a:spLocks noGrp="1"/>
          </p:cNvSpPr>
          <p:nvPr>
            <p:ph type="sldNum" sz="quarter" idx="12"/>
          </p:nvPr>
        </p:nvSpPr>
        <p:spPr/>
        <p:txBody>
          <a:bodyPr/>
          <a:lstStyle/>
          <a:p>
            <a:fld id="{B0B12875-300B-4D8A-A28A-98CCBE44E96F}" type="slidenum">
              <a:rPr lang="en-US" altLang="zh-CN"/>
              <a:pPr/>
              <a:t>25</a:t>
            </a:fld>
            <a:endParaRPr lang="en-US" altLang="zh-CN"/>
          </a:p>
        </p:txBody>
      </p:sp>
      <p:sp>
        <p:nvSpPr>
          <p:cNvPr id="166914" name="Rectangle 2">
            <a:extLst>
              <a:ext uri="{FF2B5EF4-FFF2-40B4-BE49-F238E27FC236}">
                <a16:creationId xmlns:a16="http://schemas.microsoft.com/office/drawing/2014/main" id="{A9CE49F9-E3F0-48F7-8796-F327FD6EB1C9}"/>
              </a:ext>
            </a:extLst>
          </p:cNvPr>
          <p:cNvSpPr>
            <a:spLocks noChangeArrowheads="1"/>
          </p:cNvSpPr>
          <p:nvPr/>
        </p:nvSpPr>
        <p:spPr bwMode="auto">
          <a:xfrm>
            <a:off x="1743075" y="2001838"/>
            <a:ext cx="5867400" cy="1311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zh-CN" altLang="en-US" sz="3200" b="1" dirty="0">
                <a:latin typeface="Times New Roman" panose="02020603050405020304" pitchFamily="18" charset="0"/>
              </a:rPr>
              <a:t>规则： </a:t>
            </a:r>
            <a:r>
              <a:rPr kumimoji="1" lang="en-US" altLang="zh-CN" sz="3200" b="1" dirty="0">
                <a:solidFill>
                  <a:srgbClr val="9933FF"/>
                </a:solidFill>
                <a:latin typeface="Times New Roman" panose="02020603050405020304" pitchFamily="18" charset="0"/>
              </a:rPr>
              <a:t>0 | 0 = 0</a:t>
            </a:r>
            <a:r>
              <a:rPr kumimoji="1" lang="zh-CN" altLang="en-US" sz="3200" b="1" dirty="0">
                <a:latin typeface="Times New Roman" panose="02020603050405020304" pitchFamily="18" charset="0"/>
              </a:rPr>
              <a:t>，</a:t>
            </a:r>
            <a:r>
              <a:rPr kumimoji="1" lang="en-US" altLang="zh-CN" sz="3200" b="1" dirty="0">
                <a:solidFill>
                  <a:srgbClr val="9933FF"/>
                </a:solidFill>
                <a:latin typeface="Times New Roman" panose="02020603050405020304" pitchFamily="18" charset="0"/>
              </a:rPr>
              <a:t>0 | 1 = 1</a:t>
            </a:r>
            <a:r>
              <a:rPr kumimoji="1" lang="zh-CN" altLang="en-US" sz="3200" b="1" dirty="0">
                <a:latin typeface="Times New Roman" panose="02020603050405020304" pitchFamily="18" charset="0"/>
              </a:rPr>
              <a:t>，</a:t>
            </a:r>
          </a:p>
          <a:p>
            <a:pPr>
              <a:spcBef>
                <a:spcPct val="50000"/>
              </a:spcBef>
            </a:pPr>
            <a:r>
              <a:rPr kumimoji="1" lang="zh-CN" altLang="en-US" sz="3200" b="1" dirty="0">
                <a:latin typeface="Times New Roman" panose="02020603050405020304" pitchFamily="18" charset="0"/>
              </a:rPr>
              <a:t>	    </a:t>
            </a:r>
            <a:r>
              <a:rPr kumimoji="1" lang="en-US" altLang="zh-CN" sz="3200" b="1" dirty="0">
                <a:solidFill>
                  <a:srgbClr val="9933FF"/>
                </a:solidFill>
                <a:latin typeface="Times New Roman" panose="02020603050405020304" pitchFamily="18" charset="0"/>
              </a:rPr>
              <a:t>1 | 0 = 1</a:t>
            </a:r>
            <a:r>
              <a:rPr kumimoji="1" lang="zh-CN" altLang="en-US" sz="3200" b="1" dirty="0">
                <a:latin typeface="Times New Roman" panose="02020603050405020304" pitchFamily="18" charset="0"/>
              </a:rPr>
              <a:t>，</a:t>
            </a:r>
            <a:r>
              <a:rPr kumimoji="1" lang="en-US" altLang="zh-CN" sz="3200" b="1" dirty="0">
                <a:solidFill>
                  <a:srgbClr val="9933FF"/>
                </a:solidFill>
                <a:latin typeface="Times New Roman" panose="02020603050405020304" pitchFamily="18" charset="0"/>
              </a:rPr>
              <a:t>1 | 1 = 1</a:t>
            </a:r>
            <a:r>
              <a:rPr kumimoji="1" lang="zh-CN" altLang="en-US" sz="3200" b="1" dirty="0">
                <a:latin typeface="Times New Roman" panose="02020603050405020304" pitchFamily="18" charset="0"/>
              </a:rPr>
              <a:t>。</a:t>
            </a:r>
          </a:p>
        </p:txBody>
      </p:sp>
      <p:sp>
        <p:nvSpPr>
          <p:cNvPr id="166915" name="Rectangle 3">
            <a:extLst>
              <a:ext uri="{FF2B5EF4-FFF2-40B4-BE49-F238E27FC236}">
                <a16:creationId xmlns:a16="http://schemas.microsoft.com/office/drawing/2014/main" id="{7DD410AC-C81D-40D0-AFB7-AA3444AA6A63}"/>
              </a:ext>
            </a:extLst>
          </p:cNvPr>
          <p:cNvSpPr>
            <a:spLocks noChangeArrowheads="1"/>
          </p:cNvSpPr>
          <p:nvPr/>
        </p:nvSpPr>
        <p:spPr bwMode="auto">
          <a:xfrm>
            <a:off x="990600" y="1371600"/>
            <a:ext cx="415925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20000"/>
              </a:spcBef>
            </a:pPr>
            <a:r>
              <a:rPr kumimoji="1" lang="en-US" altLang="zh-CN" sz="3200" b="1">
                <a:latin typeface="Times New Roman" panose="02020603050405020304" pitchFamily="18" charset="0"/>
              </a:rPr>
              <a:t>⒍   </a:t>
            </a:r>
            <a:r>
              <a:rPr kumimoji="1" lang="zh-CN" altLang="en-US" sz="3200" b="1">
                <a:solidFill>
                  <a:srgbClr val="0000FF"/>
                </a:solidFill>
                <a:latin typeface="Times New Roman" panose="02020603050405020304" pitchFamily="18" charset="0"/>
              </a:rPr>
              <a:t>二进制数“或”运算</a:t>
            </a:r>
          </a:p>
        </p:txBody>
      </p:sp>
      <p:grpSp>
        <p:nvGrpSpPr>
          <p:cNvPr id="166916" name="Group 4">
            <a:extLst>
              <a:ext uri="{FF2B5EF4-FFF2-40B4-BE49-F238E27FC236}">
                <a16:creationId xmlns:a16="http://schemas.microsoft.com/office/drawing/2014/main" id="{AB72C571-1FF5-4729-AFB4-B7E094998467}"/>
              </a:ext>
            </a:extLst>
          </p:cNvPr>
          <p:cNvGrpSpPr>
            <a:grpSpLocks/>
          </p:cNvGrpSpPr>
          <p:nvPr/>
        </p:nvGrpSpPr>
        <p:grpSpPr bwMode="auto">
          <a:xfrm>
            <a:off x="1114425" y="3505200"/>
            <a:ext cx="6913563" cy="2138363"/>
            <a:chOff x="702" y="2208"/>
            <a:chExt cx="4355" cy="1347"/>
          </a:xfrm>
        </p:grpSpPr>
        <p:sp>
          <p:nvSpPr>
            <p:cNvPr id="166917" name="Rectangle 5">
              <a:extLst>
                <a:ext uri="{FF2B5EF4-FFF2-40B4-BE49-F238E27FC236}">
                  <a16:creationId xmlns:a16="http://schemas.microsoft.com/office/drawing/2014/main" id="{FDE65D34-3DAA-4C05-8A8A-0D74451D9956}"/>
                </a:ext>
              </a:extLst>
            </p:cNvPr>
            <p:cNvSpPr>
              <a:spLocks noChangeArrowheads="1"/>
            </p:cNvSpPr>
            <p:nvPr/>
          </p:nvSpPr>
          <p:spPr bwMode="auto">
            <a:xfrm>
              <a:off x="702" y="2208"/>
              <a:ext cx="4355" cy="8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ea typeface="宋体" panose="02010600030101010101" pitchFamily="2" charset="-122"/>
                </a:defRPr>
              </a:lvl1pPr>
              <a:lvl2pPr marL="692150" indent="-347663">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ea typeface="宋体" panose="02010600030101010101" pitchFamily="2" charset="-122"/>
                </a:defRPr>
              </a:lvl2pPr>
              <a:lvl3pPr marL="987425" indent="-293688">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281113" indent="-2921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1598613" indent="-315913">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055813" indent="-315913"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513013" indent="-315913"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2970213" indent="-315913"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427413" indent="-315913"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buClr>
                  <a:schemeClr val="tx1"/>
                </a:buClr>
                <a:buFont typeface="Wingdings" panose="05000000000000000000" pitchFamily="2" charset="2"/>
                <a:buNone/>
              </a:pPr>
              <a:r>
                <a:rPr lang="en-US" altLang="zh-CN" sz="3400" b="1" dirty="0">
                  <a:latin typeface="宋体" panose="02010600030101010101" pitchFamily="2" charset="-122"/>
                </a:rPr>
                <a:t>【</a:t>
              </a:r>
              <a:r>
                <a:rPr lang="zh-CN" altLang="en-US" sz="3400" b="1" dirty="0">
                  <a:latin typeface="宋体" panose="02010600030101010101" pitchFamily="2" charset="-122"/>
                </a:rPr>
                <a:t>例</a:t>
              </a:r>
              <a:r>
                <a:rPr lang="en-US" altLang="zh-CN" sz="3400" b="1" dirty="0">
                  <a:latin typeface="宋体" panose="02010600030101010101" pitchFamily="2" charset="-122"/>
                </a:rPr>
                <a:t>】</a:t>
              </a:r>
              <a:r>
                <a:rPr lang="en-US" altLang="zh-CN" sz="3900" b="1" dirty="0">
                  <a:latin typeface="宋体" panose="02010600030101010101" pitchFamily="2" charset="-122"/>
                </a:rPr>
                <a:t>		10110101B</a:t>
              </a:r>
            </a:p>
            <a:p>
              <a:pPr>
                <a:buClr>
                  <a:schemeClr val="tx1"/>
                </a:buClr>
                <a:buFont typeface="Wingdings" panose="05000000000000000000" pitchFamily="2" charset="2"/>
                <a:buNone/>
              </a:pPr>
              <a:r>
                <a:rPr lang="en-US" altLang="zh-CN" sz="3900" b="1" dirty="0">
                  <a:latin typeface="宋体" panose="02010600030101010101" pitchFamily="2" charset="-122"/>
                </a:rPr>
                <a:t>		  </a:t>
              </a:r>
              <a:r>
                <a:rPr kumimoji="1" lang="en-US" altLang="zh-CN" sz="4000" b="1" dirty="0">
                  <a:solidFill>
                    <a:srgbClr val="9933FF"/>
                  </a:solidFill>
                  <a:latin typeface="Times New Roman" panose="02020603050405020304" pitchFamily="18" charset="0"/>
                </a:rPr>
                <a:t>|</a:t>
              </a:r>
              <a:r>
                <a:rPr lang="en-US" altLang="zh-CN" sz="3900" b="1" dirty="0">
                  <a:latin typeface="宋体" panose="02010600030101010101" pitchFamily="2" charset="-122"/>
                </a:rPr>
                <a:t> 	    10011100B</a:t>
              </a:r>
            </a:p>
          </p:txBody>
        </p:sp>
        <p:sp>
          <p:nvSpPr>
            <p:cNvPr id="166918" name="Line 6">
              <a:extLst>
                <a:ext uri="{FF2B5EF4-FFF2-40B4-BE49-F238E27FC236}">
                  <a16:creationId xmlns:a16="http://schemas.microsoft.com/office/drawing/2014/main" id="{05CCA2F9-0C66-4254-91CB-836EED844AC3}"/>
                </a:ext>
              </a:extLst>
            </p:cNvPr>
            <p:cNvSpPr>
              <a:spLocks noChangeShapeType="1"/>
            </p:cNvSpPr>
            <p:nvPr/>
          </p:nvSpPr>
          <p:spPr bwMode="auto">
            <a:xfrm>
              <a:off x="1358" y="3120"/>
              <a:ext cx="30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6919" name="Rectangle 7">
              <a:extLst>
                <a:ext uri="{FF2B5EF4-FFF2-40B4-BE49-F238E27FC236}">
                  <a16:creationId xmlns:a16="http://schemas.microsoft.com/office/drawing/2014/main" id="{800E5D68-DDCA-4A49-B65F-1063BE29794D}"/>
                </a:ext>
              </a:extLst>
            </p:cNvPr>
            <p:cNvSpPr>
              <a:spLocks noChangeArrowheads="1"/>
            </p:cNvSpPr>
            <p:nvPr/>
          </p:nvSpPr>
          <p:spPr bwMode="auto">
            <a:xfrm>
              <a:off x="2427" y="3113"/>
              <a:ext cx="2494"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20000"/>
                </a:spcBef>
              </a:pPr>
              <a:r>
                <a:rPr kumimoji="1" lang="en-US" altLang="zh-CN" sz="4000" b="1">
                  <a:latin typeface="宋体" panose="02010600030101010101" pitchFamily="2" charset="-122"/>
                </a:rPr>
                <a:t>10111101B</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66914"/>
                                        </p:tgtEl>
                                        <p:attrNameLst>
                                          <p:attrName>style.visibility</p:attrName>
                                        </p:attrNameLst>
                                      </p:cBhvr>
                                      <p:to>
                                        <p:strVal val="visible"/>
                                      </p:to>
                                    </p:set>
                                    <p:animEffect transition="in" filter="wipe(left)">
                                      <p:cBhvr>
                                        <p:cTn id="7" dur="500"/>
                                        <p:tgtEl>
                                          <p:spTgt spid="16691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8" fill="hold" nodeType="clickEffect">
                                  <p:stCondLst>
                                    <p:cond delay="0"/>
                                  </p:stCondLst>
                                  <p:childTnLst>
                                    <p:set>
                                      <p:cBhvr>
                                        <p:cTn id="11" dur="1" fill="hold">
                                          <p:stCondLst>
                                            <p:cond delay="0"/>
                                          </p:stCondLst>
                                        </p:cTn>
                                        <p:tgtEl>
                                          <p:spTgt spid="166916"/>
                                        </p:tgtEl>
                                        <p:attrNameLst>
                                          <p:attrName>style.visibility</p:attrName>
                                        </p:attrNameLst>
                                      </p:cBhvr>
                                      <p:to>
                                        <p:strVal val="visible"/>
                                      </p:to>
                                    </p:set>
                                    <p:anim calcmode="lin" valueType="num">
                                      <p:cBhvr additive="base">
                                        <p:cTn id="12" dur="500" fill="hold"/>
                                        <p:tgtEl>
                                          <p:spTgt spid="166916"/>
                                        </p:tgtEl>
                                        <p:attrNameLst>
                                          <p:attrName>ppt_x</p:attrName>
                                        </p:attrNameLst>
                                      </p:cBhvr>
                                      <p:tavLst>
                                        <p:tav tm="0">
                                          <p:val>
                                            <p:strVal val="0-#ppt_w/2"/>
                                          </p:val>
                                        </p:tav>
                                        <p:tav tm="100000">
                                          <p:val>
                                            <p:strVal val="#ppt_x"/>
                                          </p:val>
                                        </p:tav>
                                      </p:tavLst>
                                    </p:anim>
                                    <p:anim calcmode="lin" valueType="num">
                                      <p:cBhvr additive="base">
                                        <p:cTn id="13" dur="500" fill="hold"/>
                                        <p:tgtEl>
                                          <p:spTgt spid="16691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6914" grpId="0" autoUpdateAnimBg="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灯片编号占位符 5">
            <a:extLst>
              <a:ext uri="{FF2B5EF4-FFF2-40B4-BE49-F238E27FC236}">
                <a16:creationId xmlns:a16="http://schemas.microsoft.com/office/drawing/2014/main" id="{459984E1-39AF-4A1A-BAD7-2962C31E92A7}"/>
              </a:ext>
            </a:extLst>
          </p:cNvPr>
          <p:cNvSpPr>
            <a:spLocks noGrp="1"/>
          </p:cNvSpPr>
          <p:nvPr>
            <p:ph type="sldNum" sz="quarter" idx="12"/>
          </p:nvPr>
        </p:nvSpPr>
        <p:spPr/>
        <p:txBody>
          <a:bodyPr/>
          <a:lstStyle/>
          <a:p>
            <a:fld id="{D24B2A51-476C-4E07-B680-30B58837A1BF}" type="slidenum">
              <a:rPr lang="en-US" altLang="zh-CN"/>
              <a:pPr/>
              <a:t>26</a:t>
            </a:fld>
            <a:endParaRPr lang="en-US" altLang="zh-CN"/>
          </a:p>
        </p:txBody>
      </p:sp>
      <p:sp>
        <p:nvSpPr>
          <p:cNvPr id="167938" name="Rectangle 2">
            <a:extLst>
              <a:ext uri="{FF2B5EF4-FFF2-40B4-BE49-F238E27FC236}">
                <a16:creationId xmlns:a16="http://schemas.microsoft.com/office/drawing/2014/main" id="{57BF6A26-8B5E-4C34-801D-7C3D6499804E}"/>
              </a:ext>
            </a:extLst>
          </p:cNvPr>
          <p:cNvSpPr>
            <a:spLocks noChangeArrowheads="1"/>
          </p:cNvSpPr>
          <p:nvPr/>
        </p:nvSpPr>
        <p:spPr bwMode="auto">
          <a:xfrm>
            <a:off x="1066800" y="1193800"/>
            <a:ext cx="446563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20000"/>
              </a:spcBef>
            </a:pPr>
            <a:r>
              <a:rPr kumimoji="1" lang="en-US" altLang="zh-CN" sz="3200" b="1">
                <a:latin typeface="Times New Roman" panose="02020603050405020304" pitchFamily="18" charset="0"/>
              </a:rPr>
              <a:t>⒎  </a:t>
            </a:r>
            <a:r>
              <a:rPr kumimoji="1" lang="zh-CN" altLang="en-US" sz="3200" b="1">
                <a:solidFill>
                  <a:srgbClr val="0000FF"/>
                </a:solidFill>
                <a:latin typeface="Times New Roman" panose="02020603050405020304" pitchFamily="18" charset="0"/>
              </a:rPr>
              <a:t>二进制数“异或”运算</a:t>
            </a:r>
          </a:p>
        </p:txBody>
      </p:sp>
      <p:sp>
        <p:nvSpPr>
          <p:cNvPr id="167939" name="Rectangle 3">
            <a:extLst>
              <a:ext uri="{FF2B5EF4-FFF2-40B4-BE49-F238E27FC236}">
                <a16:creationId xmlns:a16="http://schemas.microsoft.com/office/drawing/2014/main" id="{8B9584F7-3A37-44DF-84B5-A68F0FBAAEF8}"/>
              </a:ext>
            </a:extLst>
          </p:cNvPr>
          <p:cNvSpPr>
            <a:spLocks noChangeArrowheads="1"/>
          </p:cNvSpPr>
          <p:nvPr/>
        </p:nvSpPr>
        <p:spPr bwMode="auto">
          <a:xfrm>
            <a:off x="1676400" y="1889125"/>
            <a:ext cx="6553200" cy="1311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zh-CN" altLang="en-US" sz="3200" b="1" dirty="0">
                <a:latin typeface="Times New Roman" panose="02020603050405020304" pitchFamily="18" charset="0"/>
              </a:rPr>
              <a:t>规则：</a:t>
            </a:r>
            <a:r>
              <a:rPr kumimoji="1" lang="en-US" altLang="zh-CN" sz="3200" b="1" dirty="0">
                <a:solidFill>
                  <a:srgbClr val="9933FF"/>
                </a:solidFill>
                <a:latin typeface="Times New Roman" panose="02020603050405020304" pitchFamily="18" charset="0"/>
              </a:rPr>
              <a:t>0 </a:t>
            </a:r>
            <a:r>
              <a:rPr kumimoji="1" lang="en-US" altLang="zh-CN" sz="3200" b="1" dirty="0">
                <a:solidFill>
                  <a:srgbClr val="9933FF"/>
                </a:solidFill>
                <a:latin typeface="宋体" panose="02010600030101010101" pitchFamily="2" charset="-122"/>
              </a:rPr>
              <a:t>^ </a:t>
            </a:r>
            <a:r>
              <a:rPr kumimoji="1" lang="en-US" altLang="zh-CN" sz="3200" b="1" dirty="0">
                <a:solidFill>
                  <a:srgbClr val="9933FF"/>
                </a:solidFill>
                <a:latin typeface="Times New Roman" panose="02020603050405020304" pitchFamily="18" charset="0"/>
              </a:rPr>
              <a:t>0 = 0</a:t>
            </a:r>
            <a:r>
              <a:rPr kumimoji="1" lang="zh-CN" altLang="en-US" sz="3200" b="1" dirty="0">
                <a:latin typeface="Times New Roman" panose="02020603050405020304" pitchFamily="18" charset="0"/>
              </a:rPr>
              <a:t>，</a:t>
            </a:r>
            <a:r>
              <a:rPr kumimoji="1" lang="en-US" altLang="zh-CN" sz="3200" b="1" dirty="0">
                <a:solidFill>
                  <a:srgbClr val="9933FF"/>
                </a:solidFill>
                <a:latin typeface="Times New Roman" panose="02020603050405020304" pitchFamily="18" charset="0"/>
              </a:rPr>
              <a:t>0</a:t>
            </a:r>
            <a:r>
              <a:rPr kumimoji="1" lang="en-US" altLang="zh-CN" sz="3200" b="1" dirty="0">
                <a:solidFill>
                  <a:srgbClr val="9933FF"/>
                </a:solidFill>
                <a:latin typeface="宋体" panose="02010600030101010101" pitchFamily="2" charset="-122"/>
              </a:rPr>
              <a:t> ^ </a:t>
            </a:r>
            <a:r>
              <a:rPr kumimoji="1" lang="en-US" altLang="zh-CN" sz="3200" b="1" dirty="0">
                <a:solidFill>
                  <a:srgbClr val="9933FF"/>
                </a:solidFill>
                <a:latin typeface="Times New Roman" panose="02020603050405020304" pitchFamily="18" charset="0"/>
              </a:rPr>
              <a:t>1 = 1</a:t>
            </a:r>
            <a:r>
              <a:rPr kumimoji="1" lang="zh-CN" altLang="en-US" sz="3200" b="1" dirty="0">
                <a:latin typeface="Times New Roman" panose="02020603050405020304" pitchFamily="18" charset="0"/>
              </a:rPr>
              <a:t>，</a:t>
            </a:r>
          </a:p>
          <a:p>
            <a:pPr>
              <a:spcBef>
                <a:spcPct val="50000"/>
              </a:spcBef>
            </a:pPr>
            <a:r>
              <a:rPr kumimoji="1" lang="zh-CN" altLang="en-US" sz="3200" b="1" dirty="0">
                <a:solidFill>
                  <a:srgbClr val="9933FF"/>
                </a:solidFill>
                <a:latin typeface="Times New Roman" panose="02020603050405020304" pitchFamily="18" charset="0"/>
              </a:rPr>
              <a:t>            </a:t>
            </a:r>
            <a:r>
              <a:rPr kumimoji="1" lang="en-US" altLang="zh-CN" sz="3200" b="1" dirty="0">
                <a:solidFill>
                  <a:srgbClr val="9933FF"/>
                </a:solidFill>
                <a:latin typeface="Times New Roman" panose="02020603050405020304" pitchFamily="18" charset="0"/>
              </a:rPr>
              <a:t>1</a:t>
            </a:r>
            <a:r>
              <a:rPr kumimoji="1" lang="en-US" altLang="zh-CN" sz="3200" b="1" dirty="0">
                <a:solidFill>
                  <a:srgbClr val="9933FF"/>
                </a:solidFill>
                <a:latin typeface="宋体" panose="02010600030101010101" pitchFamily="2" charset="-122"/>
              </a:rPr>
              <a:t> ^ </a:t>
            </a:r>
            <a:r>
              <a:rPr kumimoji="1" lang="en-US" altLang="zh-CN" sz="3200" b="1" dirty="0">
                <a:solidFill>
                  <a:srgbClr val="9933FF"/>
                </a:solidFill>
                <a:latin typeface="Times New Roman" panose="02020603050405020304" pitchFamily="18" charset="0"/>
              </a:rPr>
              <a:t>0 = 1</a:t>
            </a:r>
            <a:r>
              <a:rPr kumimoji="1" lang="zh-CN" altLang="en-US" sz="3200" b="1" dirty="0">
                <a:latin typeface="Times New Roman" panose="02020603050405020304" pitchFamily="18" charset="0"/>
              </a:rPr>
              <a:t>，</a:t>
            </a:r>
            <a:r>
              <a:rPr kumimoji="1" lang="en-US" altLang="zh-CN" sz="3200" b="1" dirty="0">
                <a:solidFill>
                  <a:srgbClr val="9933FF"/>
                </a:solidFill>
                <a:latin typeface="Times New Roman" panose="02020603050405020304" pitchFamily="18" charset="0"/>
              </a:rPr>
              <a:t>1</a:t>
            </a:r>
            <a:r>
              <a:rPr kumimoji="1" lang="en-US" altLang="zh-CN" sz="3200" b="1" dirty="0">
                <a:solidFill>
                  <a:srgbClr val="9933FF"/>
                </a:solidFill>
                <a:latin typeface="宋体" panose="02010600030101010101" pitchFamily="2" charset="-122"/>
              </a:rPr>
              <a:t> ^ </a:t>
            </a:r>
            <a:r>
              <a:rPr kumimoji="1" lang="en-US" altLang="zh-CN" sz="3200" b="1" dirty="0">
                <a:solidFill>
                  <a:srgbClr val="9933FF"/>
                </a:solidFill>
                <a:latin typeface="Times New Roman" panose="02020603050405020304" pitchFamily="18" charset="0"/>
              </a:rPr>
              <a:t>1 = 0</a:t>
            </a:r>
            <a:r>
              <a:rPr kumimoji="1" lang="zh-CN" altLang="en-US" sz="3200" b="1" dirty="0">
                <a:latin typeface="Times New Roman" panose="02020603050405020304" pitchFamily="18" charset="0"/>
              </a:rPr>
              <a:t>。</a:t>
            </a:r>
          </a:p>
        </p:txBody>
      </p:sp>
      <p:grpSp>
        <p:nvGrpSpPr>
          <p:cNvPr id="167940" name="Group 4">
            <a:extLst>
              <a:ext uri="{FF2B5EF4-FFF2-40B4-BE49-F238E27FC236}">
                <a16:creationId xmlns:a16="http://schemas.microsoft.com/office/drawing/2014/main" id="{0325B622-2E20-4F22-A28C-E71ED4BB7CA5}"/>
              </a:ext>
            </a:extLst>
          </p:cNvPr>
          <p:cNvGrpSpPr>
            <a:grpSpLocks/>
          </p:cNvGrpSpPr>
          <p:nvPr/>
        </p:nvGrpSpPr>
        <p:grpSpPr bwMode="auto">
          <a:xfrm>
            <a:off x="1114425" y="3505200"/>
            <a:ext cx="6913563" cy="2228850"/>
            <a:chOff x="702" y="2208"/>
            <a:chExt cx="4355" cy="1404"/>
          </a:xfrm>
        </p:grpSpPr>
        <p:sp>
          <p:nvSpPr>
            <p:cNvPr id="167941" name="Rectangle 5">
              <a:extLst>
                <a:ext uri="{FF2B5EF4-FFF2-40B4-BE49-F238E27FC236}">
                  <a16:creationId xmlns:a16="http://schemas.microsoft.com/office/drawing/2014/main" id="{4D92CF5C-E429-4C71-9499-6C42F2DFA9AD}"/>
                </a:ext>
              </a:extLst>
            </p:cNvPr>
            <p:cNvSpPr>
              <a:spLocks noChangeArrowheads="1"/>
            </p:cNvSpPr>
            <p:nvPr/>
          </p:nvSpPr>
          <p:spPr bwMode="auto">
            <a:xfrm>
              <a:off x="702" y="2208"/>
              <a:ext cx="4355" cy="9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ea typeface="宋体" panose="02010600030101010101" pitchFamily="2" charset="-122"/>
                </a:defRPr>
              </a:lvl1pPr>
              <a:lvl2pPr marL="692150" indent="-347663">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ea typeface="宋体" panose="02010600030101010101" pitchFamily="2" charset="-122"/>
                </a:defRPr>
              </a:lvl2pPr>
              <a:lvl3pPr marL="987425" indent="-293688">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281113" indent="-2921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1598613" indent="-315913">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055813" indent="-315913"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513013" indent="-315913"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2970213" indent="-315913"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427413" indent="-315913"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buClr>
                  <a:schemeClr val="tx1"/>
                </a:buClr>
                <a:buFont typeface="Wingdings" panose="05000000000000000000" pitchFamily="2" charset="2"/>
                <a:buNone/>
              </a:pPr>
              <a:r>
                <a:rPr lang="en-US" altLang="zh-CN" sz="3900" b="1" dirty="0">
                  <a:latin typeface="宋体" panose="02010600030101010101" pitchFamily="2" charset="-122"/>
                </a:rPr>
                <a:t>【</a:t>
              </a:r>
              <a:r>
                <a:rPr lang="zh-CN" altLang="en-US" sz="3900" b="1" dirty="0">
                  <a:latin typeface="宋体" panose="02010600030101010101" pitchFamily="2" charset="-122"/>
                </a:rPr>
                <a:t>例</a:t>
              </a:r>
              <a:r>
                <a:rPr lang="en-US" altLang="zh-CN" sz="3900" b="1" dirty="0">
                  <a:latin typeface="宋体" panose="02010600030101010101" pitchFamily="2" charset="-122"/>
                </a:rPr>
                <a:t>】		10110101B</a:t>
              </a:r>
            </a:p>
            <a:p>
              <a:pPr>
                <a:buClr>
                  <a:schemeClr val="tx1"/>
                </a:buClr>
                <a:buFont typeface="Wingdings" panose="05000000000000000000" pitchFamily="2" charset="2"/>
                <a:buNone/>
              </a:pPr>
              <a:r>
                <a:rPr lang="en-US" altLang="zh-CN" sz="3900" b="1" dirty="0">
                  <a:latin typeface="宋体" panose="02010600030101010101" pitchFamily="2" charset="-122"/>
                </a:rPr>
                <a:t>		  </a:t>
              </a:r>
              <a:r>
                <a:rPr kumimoji="1" lang="en-US" altLang="zh-CN" sz="4000" b="1" dirty="0">
                  <a:solidFill>
                    <a:srgbClr val="9933FF"/>
                  </a:solidFill>
                  <a:latin typeface="宋体" panose="02010600030101010101" pitchFamily="2" charset="-122"/>
                </a:rPr>
                <a:t>^</a:t>
              </a:r>
              <a:r>
                <a:rPr lang="en-US" altLang="zh-CN" sz="3900" b="1" dirty="0">
                  <a:latin typeface="宋体" panose="02010600030101010101" pitchFamily="2" charset="-122"/>
                </a:rPr>
                <a:t> 	10011100B</a:t>
              </a:r>
            </a:p>
          </p:txBody>
        </p:sp>
        <p:sp>
          <p:nvSpPr>
            <p:cNvPr id="167942" name="Line 6">
              <a:extLst>
                <a:ext uri="{FF2B5EF4-FFF2-40B4-BE49-F238E27FC236}">
                  <a16:creationId xmlns:a16="http://schemas.microsoft.com/office/drawing/2014/main" id="{2EFF409D-68DE-46F1-886C-F22C62E8351A}"/>
                </a:ext>
              </a:extLst>
            </p:cNvPr>
            <p:cNvSpPr>
              <a:spLocks noChangeShapeType="1"/>
            </p:cNvSpPr>
            <p:nvPr/>
          </p:nvSpPr>
          <p:spPr bwMode="auto">
            <a:xfrm flipV="1">
              <a:off x="1536" y="3162"/>
              <a:ext cx="3003" cy="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7943" name="Rectangle 7">
              <a:extLst>
                <a:ext uri="{FF2B5EF4-FFF2-40B4-BE49-F238E27FC236}">
                  <a16:creationId xmlns:a16="http://schemas.microsoft.com/office/drawing/2014/main" id="{8BE522D7-B285-4A27-86C4-3E53CEAF838C}"/>
                </a:ext>
              </a:extLst>
            </p:cNvPr>
            <p:cNvSpPr>
              <a:spLocks noChangeArrowheads="1"/>
            </p:cNvSpPr>
            <p:nvPr/>
          </p:nvSpPr>
          <p:spPr bwMode="auto">
            <a:xfrm>
              <a:off x="2427" y="3170"/>
              <a:ext cx="2222"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20000"/>
                </a:spcBef>
              </a:pPr>
              <a:r>
                <a:rPr kumimoji="1" lang="en-US" altLang="zh-CN" sz="4000" b="1">
                  <a:latin typeface="宋体" panose="02010600030101010101" pitchFamily="2" charset="-122"/>
                </a:rPr>
                <a:t>00101001B</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67939"/>
                                        </p:tgtEl>
                                        <p:attrNameLst>
                                          <p:attrName>style.visibility</p:attrName>
                                        </p:attrNameLst>
                                      </p:cBhvr>
                                      <p:to>
                                        <p:strVal val="visible"/>
                                      </p:to>
                                    </p:set>
                                    <p:animEffect transition="in" filter="wipe(left)">
                                      <p:cBhvr>
                                        <p:cTn id="7" dur="500"/>
                                        <p:tgtEl>
                                          <p:spTgt spid="16793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8" fill="hold" nodeType="clickEffect">
                                  <p:stCondLst>
                                    <p:cond delay="0"/>
                                  </p:stCondLst>
                                  <p:childTnLst>
                                    <p:set>
                                      <p:cBhvr>
                                        <p:cTn id="11" dur="1" fill="hold">
                                          <p:stCondLst>
                                            <p:cond delay="0"/>
                                          </p:stCondLst>
                                        </p:cTn>
                                        <p:tgtEl>
                                          <p:spTgt spid="167940"/>
                                        </p:tgtEl>
                                        <p:attrNameLst>
                                          <p:attrName>style.visibility</p:attrName>
                                        </p:attrNameLst>
                                      </p:cBhvr>
                                      <p:to>
                                        <p:strVal val="visible"/>
                                      </p:to>
                                    </p:set>
                                    <p:anim calcmode="lin" valueType="num">
                                      <p:cBhvr additive="base">
                                        <p:cTn id="12" dur="500" fill="hold"/>
                                        <p:tgtEl>
                                          <p:spTgt spid="167940"/>
                                        </p:tgtEl>
                                        <p:attrNameLst>
                                          <p:attrName>ppt_x</p:attrName>
                                        </p:attrNameLst>
                                      </p:cBhvr>
                                      <p:tavLst>
                                        <p:tav tm="0">
                                          <p:val>
                                            <p:strVal val="0-#ppt_w/2"/>
                                          </p:val>
                                        </p:tav>
                                        <p:tav tm="100000">
                                          <p:val>
                                            <p:strVal val="#ppt_x"/>
                                          </p:val>
                                        </p:tav>
                                      </p:tavLst>
                                    </p:anim>
                                    <p:anim calcmode="lin" valueType="num">
                                      <p:cBhvr additive="base">
                                        <p:cTn id="13" dur="500" fill="hold"/>
                                        <p:tgtEl>
                                          <p:spTgt spid="16794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7939" grpId="0" autoUpdateAnimBg="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灯片编号占位符 5">
            <a:extLst>
              <a:ext uri="{FF2B5EF4-FFF2-40B4-BE49-F238E27FC236}">
                <a16:creationId xmlns:a16="http://schemas.microsoft.com/office/drawing/2014/main" id="{5BFB1EEA-74F9-4C7D-B96D-E236928CB800}"/>
              </a:ext>
            </a:extLst>
          </p:cNvPr>
          <p:cNvSpPr>
            <a:spLocks noGrp="1"/>
          </p:cNvSpPr>
          <p:nvPr>
            <p:ph type="sldNum" sz="quarter" idx="12"/>
          </p:nvPr>
        </p:nvSpPr>
        <p:spPr/>
        <p:txBody>
          <a:bodyPr/>
          <a:lstStyle/>
          <a:p>
            <a:fld id="{856B411A-421C-43E3-98B3-A8ADD0B67F30}" type="slidenum">
              <a:rPr lang="en-US" altLang="zh-CN"/>
              <a:pPr/>
              <a:t>27</a:t>
            </a:fld>
            <a:endParaRPr lang="en-US" altLang="zh-CN"/>
          </a:p>
        </p:txBody>
      </p:sp>
      <p:sp>
        <p:nvSpPr>
          <p:cNvPr id="23554" name="Rectangle 2">
            <a:extLst>
              <a:ext uri="{FF2B5EF4-FFF2-40B4-BE49-F238E27FC236}">
                <a16:creationId xmlns:a16="http://schemas.microsoft.com/office/drawing/2014/main" id="{A7E39B5A-FC60-43D9-885E-8066F67B041D}"/>
              </a:ext>
            </a:extLst>
          </p:cNvPr>
          <p:cNvSpPr>
            <a:spLocks noGrp="1" noChangeArrowheads="1"/>
          </p:cNvSpPr>
          <p:nvPr>
            <p:ph type="title"/>
          </p:nvPr>
        </p:nvSpPr>
        <p:spPr>
          <a:xfrm>
            <a:off x="152400" y="152400"/>
            <a:ext cx="8162925" cy="641350"/>
          </a:xfr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solidFill>
                  <a:schemeClr val="tx1"/>
                </a:solidFill>
                <a:prstDash val="solid"/>
                <a:miter lim="800000"/>
                <a:headEnd/>
                <a:tailEnd/>
              </a14:hiddenLine>
            </a:ext>
          </a:extLst>
        </p:spPr>
        <p:txBody>
          <a:bodyPr lIns="92075" tIns="46038" rIns="92075" bIns="46038" anchor="ctr"/>
          <a:lstStyle/>
          <a:p>
            <a:r>
              <a:rPr lang="en-US" altLang="zh-CN" sz="3500" b="0">
                <a:sym typeface="Webdings" panose="05030102010509060703" pitchFamily="18" charset="2"/>
              </a:rPr>
              <a:t>1.3.3  </a:t>
            </a:r>
            <a:r>
              <a:rPr lang="zh-CN" altLang="en-US" sz="3500" b="0">
                <a:sym typeface="Webdings" panose="05030102010509060703" pitchFamily="18" charset="2"/>
              </a:rPr>
              <a:t>二进制数和十六进制数运算</a:t>
            </a:r>
          </a:p>
        </p:txBody>
      </p:sp>
      <p:sp>
        <p:nvSpPr>
          <p:cNvPr id="23555" name="Rectangle 3">
            <a:extLst>
              <a:ext uri="{FF2B5EF4-FFF2-40B4-BE49-F238E27FC236}">
                <a16:creationId xmlns:a16="http://schemas.microsoft.com/office/drawing/2014/main" id="{6E75C40D-9B85-4F6A-BDA4-406A78D06765}"/>
              </a:ext>
            </a:extLst>
          </p:cNvPr>
          <p:cNvSpPr>
            <a:spLocks noGrp="1" noChangeArrowheads="1"/>
          </p:cNvSpPr>
          <p:nvPr>
            <p:ph type="body" idx="1"/>
          </p:nvPr>
        </p:nvSpPr>
        <p:spPr>
          <a:xfrm>
            <a:off x="228600" y="914400"/>
            <a:ext cx="8763000" cy="5638800"/>
          </a:xfrm>
        </p:spPr>
        <p:txBody>
          <a:bodyPr/>
          <a:lstStyle/>
          <a:p>
            <a:pPr>
              <a:buFont typeface="Wingdings" panose="05000000000000000000" pitchFamily="2" charset="2"/>
              <a:buNone/>
            </a:pPr>
            <a:r>
              <a:rPr lang="en-US" altLang="zh-CN" sz="2600" b="1">
                <a:sym typeface="Wingdings 2" panose="05020102010507070707" pitchFamily="18" charset="2"/>
              </a:rPr>
              <a:t>8</a:t>
            </a:r>
            <a:r>
              <a:rPr lang="zh-CN" altLang="en-US" sz="2600" b="1">
                <a:sym typeface="Wingdings 2" panose="05020102010507070707" pitchFamily="18" charset="2"/>
              </a:rPr>
              <a:t>、</a:t>
            </a:r>
            <a:r>
              <a:rPr lang="zh-CN" altLang="en-US" sz="2600" b="1">
                <a:solidFill>
                  <a:srgbClr val="0000FF"/>
                </a:solidFill>
                <a:sym typeface="Webdings" panose="05030102010509060703" pitchFamily="18" charset="2"/>
              </a:rPr>
              <a:t>十六进制数的加法运算（遵循逢十六进一的规则）</a:t>
            </a:r>
          </a:p>
          <a:p>
            <a:pPr>
              <a:buFont typeface="Wingdings" panose="05000000000000000000" pitchFamily="2" charset="2"/>
              <a:buNone/>
            </a:pPr>
            <a:r>
              <a:rPr lang="zh-CN" altLang="en-US" sz="2600" b="1">
                <a:sym typeface="Webdings" panose="05030102010509060703" pitchFamily="18" charset="2"/>
              </a:rPr>
              <a:t>      例：                      </a:t>
            </a:r>
          </a:p>
        </p:txBody>
      </p:sp>
      <p:sp>
        <p:nvSpPr>
          <p:cNvPr id="23556" name="Text Box 4">
            <a:extLst>
              <a:ext uri="{FF2B5EF4-FFF2-40B4-BE49-F238E27FC236}">
                <a16:creationId xmlns:a16="http://schemas.microsoft.com/office/drawing/2014/main" id="{A9452691-B7F1-40A9-A08E-7EC6C604E4EB}"/>
              </a:ext>
            </a:extLst>
          </p:cNvPr>
          <p:cNvSpPr txBox="1">
            <a:spLocks noChangeArrowheads="1"/>
          </p:cNvSpPr>
          <p:nvPr/>
        </p:nvSpPr>
        <p:spPr bwMode="auto">
          <a:xfrm>
            <a:off x="4267200" y="4800600"/>
            <a:ext cx="549275" cy="808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a:spAutoFit/>
          </a:bodyPr>
          <a:lstStyle/>
          <a:p>
            <a:endParaRPr kumimoji="1" lang="zh-CN" altLang="zh-CN" sz="2400">
              <a:latin typeface="Verdana" panose="020B0604030504040204" pitchFamily="34" charset="0"/>
            </a:endParaRPr>
          </a:p>
        </p:txBody>
      </p:sp>
      <p:grpSp>
        <p:nvGrpSpPr>
          <p:cNvPr id="23559" name="Group 7">
            <a:extLst>
              <a:ext uri="{FF2B5EF4-FFF2-40B4-BE49-F238E27FC236}">
                <a16:creationId xmlns:a16="http://schemas.microsoft.com/office/drawing/2014/main" id="{46F3B293-88C6-4228-9A55-2AC94529B5CD}"/>
              </a:ext>
            </a:extLst>
          </p:cNvPr>
          <p:cNvGrpSpPr>
            <a:grpSpLocks/>
          </p:cNvGrpSpPr>
          <p:nvPr/>
        </p:nvGrpSpPr>
        <p:grpSpPr bwMode="auto">
          <a:xfrm>
            <a:off x="2660125" y="2010270"/>
            <a:ext cx="4289950" cy="1373188"/>
            <a:chOff x="1145" y="3284"/>
            <a:chExt cx="1320" cy="865"/>
          </a:xfrm>
        </p:grpSpPr>
        <p:sp>
          <p:nvSpPr>
            <p:cNvPr id="23557" name="Text Box 5">
              <a:extLst>
                <a:ext uri="{FF2B5EF4-FFF2-40B4-BE49-F238E27FC236}">
                  <a16:creationId xmlns:a16="http://schemas.microsoft.com/office/drawing/2014/main" id="{205D0380-AA5B-4366-97B7-F334CA2FC508}"/>
                </a:ext>
              </a:extLst>
            </p:cNvPr>
            <p:cNvSpPr txBox="1">
              <a:spLocks noChangeArrowheads="1"/>
            </p:cNvSpPr>
            <p:nvPr/>
          </p:nvSpPr>
          <p:spPr bwMode="auto">
            <a:xfrm>
              <a:off x="1152" y="3284"/>
              <a:ext cx="1313" cy="8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en-US" altLang="zh-CN" sz="2800">
                  <a:latin typeface="Verdana" panose="020B0604030504040204" pitchFamily="34" charset="0"/>
                </a:rPr>
                <a:t>    </a:t>
              </a:r>
              <a:r>
                <a:rPr kumimoji="1" lang="en-US" altLang="zh-CN" sz="2800">
                  <a:solidFill>
                    <a:srgbClr val="FF3300"/>
                  </a:solidFill>
                  <a:latin typeface="Verdana" panose="020B0604030504040204" pitchFamily="34" charset="0"/>
                </a:rPr>
                <a:t>3 A 4 DH</a:t>
              </a:r>
            </a:p>
            <a:p>
              <a:r>
                <a:rPr kumimoji="1" lang="en-US" altLang="zh-CN" sz="2800">
                  <a:solidFill>
                    <a:srgbClr val="FF3300"/>
                  </a:solidFill>
                  <a:latin typeface="Verdana" panose="020B0604030504040204" pitchFamily="34" charset="0"/>
                </a:rPr>
                <a:t> + 6 9 F 2H</a:t>
              </a:r>
            </a:p>
            <a:p>
              <a:r>
                <a:rPr kumimoji="1" lang="en-US" altLang="zh-CN" sz="2800">
                  <a:solidFill>
                    <a:srgbClr val="FF3300"/>
                  </a:solidFill>
                  <a:latin typeface="Verdana" panose="020B0604030504040204" pitchFamily="34" charset="0"/>
                </a:rPr>
                <a:t>    A 4 3 FH  </a:t>
              </a:r>
            </a:p>
          </p:txBody>
        </p:sp>
        <p:sp>
          <p:nvSpPr>
            <p:cNvPr id="23558" name="Line 6">
              <a:extLst>
                <a:ext uri="{FF2B5EF4-FFF2-40B4-BE49-F238E27FC236}">
                  <a16:creationId xmlns:a16="http://schemas.microsoft.com/office/drawing/2014/main" id="{93208F62-D29C-4B52-AC79-FA8AC870D747}"/>
                </a:ext>
              </a:extLst>
            </p:cNvPr>
            <p:cNvSpPr>
              <a:spLocks noChangeShapeType="1"/>
            </p:cNvSpPr>
            <p:nvPr/>
          </p:nvSpPr>
          <p:spPr bwMode="auto">
            <a:xfrm>
              <a:off x="1145" y="3860"/>
              <a:ext cx="120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spTree>
  </p:cSld>
  <p:clrMapOvr>
    <a:masterClrMapping/>
  </p:clrMapOvr>
  <p:transition spd="slow">
    <p:random/>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灯片编号占位符 5">
            <a:extLst>
              <a:ext uri="{FF2B5EF4-FFF2-40B4-BE49-F238E27FC236}">
                <a16:creationId xmlns:a16="http://schemas.microsoft.com/office/drawing/2014/main" id="{DC89A77C-1F40-4873-9B53-83FDFDB1C755}"/>
              </a:ext>
            </a:extLst>
          </p:cNvPr>
          <p:cNvSpPr>
            <a:spLocks noGrp="1"/>
          </p:cNvSpPr>
          <p:nvPr>
            <p:ph type="sldNum" sz="quarter" idx="12"/>
          </p:nvPr>
        </p:nvSpPr>
        <p:spPr/>
        <p:txBody>
          <a:bodyPr/>
          <a:lstStyle/>
          <a:p>
            <a:fld id="{8334F2F9-7E4D-4A2F-95AB-EBD0FE838D40}" type="slidenum">
              <a:rPr lang="en-US" altLang="zh-CN"/>
              <a:pPr/>
              <a:t>28</a:t>
            </a:fld>
            <a:endParaRPr lang="en-US" altLang="zh-CN"/>
          </a:p>
        </p:txBody>
      </p:sp>
      <p:sp>
        <p:nvSpPr>
          <p:cNvPr id="177160" name="AutoShape 8">
            <a:extLst>
              <a:ext uri="{FF2B5EF4-FFF2-40B4-BE49-F238E27FC236}">
                <a16:creationId xmlns:a16="http://schemas.microsoft.com/office/drawing/2014/main" id="{302618CE-4EF0-4890-B648-8255CC4C4F3E}"/>
              </a:ext>
            </a:extLst>
          </p:cNvPr>
          <p:cNvSpPr>
            <a:spLocks noChangeArrowheads="1"/>
          </p:cNvSpPr>
          <p:nvPr/>
        </p:nvSpPr>
        <p:spPr bwMode="auto">
          <a:xfrm>
            <a:off x="990600" y="1274763"/>
            <a:ext cx="6243638" cy="3602037"/>
          </a:xfrm>
          <a:prstGeom prst="bevel">
            <a:avLst>
              <a:gd name="adj" fmla="val 931"/>
            </a:avLst>
          </a:prstGeom>
          <a:solidFill>
            <a:srgbClr val="000099"/>
          </a:solidFill>
          <a:ln w="9525">
            <a:solidFill>
              <a:srgbClr val="000000"/>
            </a:solidFill>
            <a:miter lim="800000"/>
            <a:headEnd/>
            <a:tailEnd/>
          </a:ln>
          <a:effectLst/>
          <a:extLst>
            <a:ext uri="{AF507438-7753-43E0-B8FC-AC1667EBCBE1}">
              <a14:hiddenEffects xmlns:a14="http://schemas.microsoft.com/office/drawing/2010/main">
                <a:effectLst>
                  <a:outerShdw dist="17961" dir="2700000" algn="ctr" rotWithShape="0">
                    <a:srgbClr val="000000">
                      <a:gamma/>
                      <a:shade val="60000"/>
                      <a:invGamma/>
                    </a:srgbClr>
                  </a:outerShdw>
                </a:effectLst>
              </a14:hiddenEffects>
            </a:ext>
          </a:extLst>
        </p:spPr>
        <p:txBody>
          <a:bodyPr lIns="45720" tIns="36000" rIns="0" bIns="36000">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1524000">
              <a:defRPr kumimoji="1" sz="2400">
                <a:solidFill>
                  <a:schemeClr val="tx1"/>
                </a:solidFill>
                <a:latin typeface="Times New Roman" panose="02020603050405020304" pitchFamily="18" charset="0"/>
                <a:ea typeface="宋体" panose="02010600030101010101" pitchFamily="2" charset="-122"/>
              </a:defRPr>
            </a:lvl2pPr>
            <a:lvl3pPr marL="1714500">
              <a:defRPr kumimoji="1" sz="2400">
                <a:solidFill>
                  <a:schemeClr val="tx1"/>
                </a:solidFill>
                <a:latin typeface="Times New Roman" panose="02020603050405020304" pitchFamily="18" charset="0"/>
                <a:ea typeface="宋体" panose="02010600030101010101" pitchFamily="2" charset="-122"/>
              </a:defRPr>
            </a:lvl3pPr>
            <a:lvl4pPr marL="1905000">
              <a:defRPr kumimoji="1" sz="2400">
                <a:solidFill>
                  <a:schemeClr val="tx1"/>
                </a:solidFill>
                <a:latin typeface="Times New Roman" panose="02020603050405020304" pitchFamily="18" charset="0"/>
                <a:ea typeface="宋体" panose="02010600030101010101" pitchFamily="2" charset="-122"/>
              </a:defRPr>
            </a:lvl4pPr>
            <a:lvl5pPr marL="2095500">
              <a:defRPr kumimoji="1" sz="2400">
                <a:solidFill>
                  <a:schemeClr val="tx1"/>
                </a:solidFill>
                <a:latin typeface="Times New Roman" panose="02020603050405020304" pitchFamily="18" charset="0"/>
                <a:ea typeface="宋体" panose="02010600030101010101" pitchFamily="2" charset="-122"/>
              </a:defRPr>
            </a:lvl5pPr>
            <a:lvl6pPr marL="25527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0099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671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9243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spcAft>
                <a:spcPct val="10000"/>
              </a:spcAft>
            </a:pPr>
            <a:r>
              <a:rPr kumimoji="0" lang="zh-CN" altLang="en-US" sz="2600" b="1" dirty="0">
                <a:solidFill>
                  <a:schemeClr val="accent1"/>
                </a:solidFill>
              </a:rPr>
              <a:t>数字</a:t>
            </a:r>
            <a:r>
              <a:rPr kumimoji="0" lang="zh-CN" altLang="en-US" sz="2600" b="1" dirty="0">
                <a:solidFill>
                  <a:schemeClr val="bg1"/>
                </a:solidFill>
              </a:rPr>
              <a:t>→二进制数，</a:t>
            </a:r>
            <a:r>
              <a:rPr kumimoji="0" lang="zh-CN" altLang="en-US" sz="2600" b="1" dirty="0">
                <a:solidFill>
                  <a:schemeClr val="accent1"/>
                </a:solidFill>
              </a:rPr>
              <a:t>字符</a:t>
            </a:r>
            <a:r>
              <a:rPr kumimoji="0" lang="zh-CN" altLang="en-US" sz="2600" b="1" dirty="0">
                <a:solidFill>
                  <a:schemeClr val="bg1"/>
                </a:solidFill>
              </a:rPr>
              <a:t>：二进制编码</a:t>
            </a:r>
          </a:p>
          <a:p>
            <a:pPr>
              <a:spcAft>
                <a:spcPct val="10000"/>
              </a:spcAft>
            </a:pPr>
            <a:r>
              <a:rPr kumimoji="0" lang="zh-CN" altLang="en-US" sz="2600" b="1" dirty="0">
                <a:solidFill>
                  <a:schemeClr val="accent1"/>
                </a:solidFill>
              </a:rPr>
              <a:t>字符编码</a:t>
            </a:r>
            <a:r>
              <a:rPr kumimoji="0" lang="zh-CN" altLang="en-US" sz="2600" b="1" dirty="0">
                <a:solidFill>
                  <a:schemeClr val="bg1"/>
                </a:solidFill>
              </a:rPr>
              <a:t>：每个字符对应一个整数值</a:t>
            </a:r>
          </a:p>
          <a:p>
            <a:pPr>
              <a:spcAft>
                <a:spcPct val="10000"/>
              </a:spcAft>
            </a:pPr>
            <a:r>
              <a:rPr kumimoji="0" lang="zh-CN" altLang="en-US" sz="2600" b="1" dirty="0">
                <a:solidFill>
                  <a:schemeClr val="bg1"/>
                </a:solidFill>
              </a:rPr>
              <a:t>字符编码标准：</a:t>
            </a:r>
          </a:p>
          <a:p>
            <a:pPr>
              <a:spcAft>
                <a:spcPct val="10000"/>
              </a:spcAft>
            </a:pPr>
            <a:r>
              <a:rPr kumimoji="0" lang="zh-CN" altLang="en-US" sz="2600" b="1" dirty="0">
                <a:solidFill>
                  <a:schemeClr val="bg1"/>
                </a:solidFill>
              </a:rPr>
              <a:t>  </a:t>
            </a:r>
            <a:r>
              <a:rPr kumimoji="0" lang="en-US" altLang="zh-CN" sz="2600" dirty="0">
                <a:solidFill>
                  <a:schemeClr val="bg1"/>
                </a:solidFill>
              </a:rPr>
              <a:t>ASCII</a:t>
            </a:r>
            <a:r>
              <a:rPr kumimoji="0" lang="zh-CN" altLang="en-US" sz="2600" dirty="0">
                <a:solidFill>
                  <a:schemeClr val="bg1"/>
                </a:solidFill>
              </a:rPr>
              <a:t>码：美国标准信息交换代码</a:t>
            </a:r>
          </a:p>
          <a:p>
            <a:pPr>
              <a:spcAft>
                <a:spcPct val="10000"/>
              </a:spcAft>
            </a:pPr>
            <a:r>
              <a:rPr kumimoji="0" lang="zh-CN" altLang="en-US" sz="2600" dirty="0">
                <a:solidFill>
                  <a:schemeClr val="bg1"/>
                </a:solidFill>
              </a:rPr>
              <a:t>    </a:t>
            </a:r>
            <a:r>
              <a:rPr kumimoji="0" lang="en-US" altLang="zh-CN" sz="2600" dirty="0">
                <a:solidFill>
                  <a:schemeClr val="bg1"/>
                </a:solidFill>
              </a:rPr>
              <a:t>American Standard Code </a:t>
            </a:r>
          </a:p>
          <a:p>
            <a:pPr>
              <a:spcAft>
                <a:spcPct val="10000"/>
              </a:spcAft>
            </a:pPr>
            <a:r>
              <a:rPr kumimoji="0" lang="en-US" altLang="zh-CN" sz="2600" dirty="0">
                <a:solidFill>
                  <a:schemeClr val="bg1"/>
                </a:solidFill>
              </a:rPr>
              <a:t>      for Information Interchange</a:t>
            </a:r>
          </a:p>
          <a:p>
            <a:pPr>
              <a:spcAft>
                <a:spcPct val="10000"/>
              </a:spcAft>
            </a:pPr>
            <a:r>
              <a:rPr kumimoji="0" lang="zh-CN" altLang="en-US" sz="2600" b="1" dirty="0">
                <a:solidFill>
                  <a:schemeClr val="accent1"/>
                </a:solidFill>
              </a:rPr>
              <a:t>规定</a:t>
            </a:r>
            <a:r>
              <a:rPr kumimoji="0" lang="zh-CN" altLang="en-US" sz="2600" b="1" dirty="0">
                <a:solidFill>
                  <a:schemeClr val="bg1"/>
                </a:solidFill>
              </a:rPr>
              <a:t>：字节</a:t>
            </a:r>
            <a:r>
              <a:rPr kumimoji="0" lang="en-US" altLang="zh-CN" sz="2600" b="1" dirty="0">
                <a:solidFill>
                  <a:schemeClr val="bg1"/>
                </a:solidFill>
              </a:rPr>
              <a:t>(</a:t>
            </a:r>
            <a:r>
              <a:rPr kumimoji="0" lang="zh-CN" altLang="en-US" sz="2600" b="1" dirty="0">
                <a:solidFill>
                  <a:schemeClr val="bg1"/>
                </a:solidFill>
              </a:rPr>
              <a:t>８位</a:t>
            </a:r>
            <a:r>
              <a:rPr kumimoji="0" lang="en-US" altLang="zh-CN" sz="2600" b="1" dirty="0">
                <a:solidFill>
                  <a:schemeClr val="bg1"/>
                </a:solidFill>
              </a:rPr>
              <a:t>)</a:t>
            </a:r>
            <a:r>
              <a:rPr kumimoji="0" lang="zh-CN" altLang="en-US" sz="2600" b="1" dirty="0">
                <a:solidFill>
                  <a:schemeClr val="bg1"/>
                </a:solidFill>
              </a:rPr>
              <a:t>最高位为０，</a:t>
            </a:r>
          </a:p>
          <a:p>
            <a:pPr>
              <a:spcAft>
                <a:spcPct val="10000"/>
              </a:spcAft>
            </a:pPr>
            <a:r>
              <a:rPr kumimoji="0" lang="zh-CN" altLang="en-US" sz="2600" b="1" dirty="0">
                <a:solidFill>
                  <a:schemeClr val="bg1"/>
                </a:solidFill>
              </a:rPr>
              <a:t>      ７位给出</a:t>
            </a:r>
            <a:r>
              <a:rPr kumimoji="0" lang="en-US" altLang="zh-CN" sz="2600" b="1" dirty="0">
                <a:solidFill>
                  <a:schemeClr val="bg1"/>
                </a:solidFill>
              </a:rPr>
              <a:t>128</a:t>
            </a:r>
            <a:r>
              <a:rPr kumimoji="0" lang="zh-CN" altLang="en-US" sz="2600" b="1" dirty="0">
                <a:solidFill>
                  <a:schemeClr val="bg1"/>
                </a:solidFill>
              </a:rPr>
              <a:t>个编码。      </a:t>
            </a:r>
          </a:p>
        </p:txBody>
      </p:sp>
      <p:sp>
        <p:nvSpPr>
          <p:cNvPr id="177161" name="AutoShape 9">
            <a:extLst>
              <a:ext uri="{FF2B5EF4-FFF2-40B4-BE49-F238E27FC236}">
                <a16:creationId xmlns:a16="http://schemas.microsoft.com/office/drawing/2014/main" id="{4E9D7336-D6BA-417D-89DB-00008FD2AEA6}"/>
              </a:ext>
            </a:extLst>
          </p:cNvPr>
          <p:cNvSpPr>
            <a:spLocks noChangeArrowheads="1"/>
          </p:cNvSpPr>
          <p:nvPr>
            <p:ph type="title"/>
          </p:nvPr>
        </p:nvSpPr>
        <p:spPr>
          <a:xfrm>
            <a:off x="2474913" y="92075"/>
            <a:ext cx="3371850" cy="627063"/>
          </a:xfrm>
          <a:prstGeom prst="bevel">
            <a:avLst>
              <a:gd name="adj" fmla="val 8875"/>
            </a:avLst>
          </a:prstGeom>
          <a:gradFill rotWithShape="1">
            <a:gsLst>
              <a:gs pos="0">
                <a:srgbClr val="CC6600"/>
              </a:gs>
              <a:gs pos="100000">
                <a:srgbClr val="CC6600">
                  <a:gamma/>
                  <a:shade val="46275"/>
                  <a:invGamma/>
                </a:srgbClr>
              </a:gs>
            </a:gsLst>
            <a:lin ang="5400000" scaled="1"/>
          </a:gradFill>
          <a:ln/>
          <a:extLst>
            <a:ext uri="{91240B29-F687-4F45-9708-019B960494DF}">
              <a14:hiddenLine xmlns:a14="http://schemas.microsoft.com/office/drawing/2010/main" w="9525">
                <a:solidFill>
                  <a:schemeClr val="tx1"/>
                </a:solidFill>
                <a:miter lim="800000"/>
                <a:headEnd type="none" w="med" len="med"/>
                <a:tailEnd type="none" w="med" len="med"/>
              </a14:hiddenLine>
            </a:ext>
          </a:extLst>
        </p:spPr>
        <p:txBody>
          <a:bodyPr lIns="0" tIns="0" rIns="0" bIns="72000" anchor="ctr">
            <a:spAutoFit/>
          </a:bodyPr>
          <a:lstStyle/>
          <a:p>
            <a:r>
              <a:rPr lang="en-US" altLang="zh-CN" sz="3000" b="0">
                <a:solidFill>
                  <a:srgbClr val="99FF33"/>
                </a:solidFill>
                <a:latin typeface="楷体_GB2312" pitchFamily="49" charset="-122"/>
                <a:ea typeface="楷体_GB2312" pitchFamily="49" charset="-122"/>
              </a:rPr>
              <a:t>1.4 </a:t>
            </a:r>
            <a:r>
              <a:rPr lang="zh-CN" altLang="en-US" sz="3000" b="0">
                <a:solidFill>
                  <a:srgbClr val="99FF33"/>
                </a:solidFill>
                <a:latin typeface="楷体_GB2312" pitchFamily="49" charset="-122"/>
                <a:ea typeface="楷体_GB2312" pitchFamily="49" charset="-122"/>
              </a:rPr>
              <a:t>字符表示法</a:t>
            </a:r>
          </a:p>
        </p:txBody>
      </p:sp>
      <p:grpSp>
        <p:nvGrpSpPr>
          <p:cNvPr id="177162" name="Group 10">
            <a:extLst>
              <a:ext uri="{FF2B5EF4-FFF2-40B4-BE49-F238E27FC236}">
                <a16:creationId xmlns:a16="http://schemas.microsoft.com/office/drawing/2014/main" id="{59F917A8-394C-4BEC-84F9-FCA38F4B0AC9}"/>
              </a:ext>
            </a:extLst>
          </p:cNvPr>
          <p:cNvGrpSpPr>
            <a:grpSpLocks/>
          </p:cNvGrpSpPr>
          <p:nvPr/>
        </p:nvGrpSpPr>
        <p:grpSpPr bwMode="auto">
          <a:xfrm>
            <a:off x="1295400" y="5105400"/>
            <a:ext cx="4667250" cy="1066800"/>
            <a:chOff x="1056" y="3312"/>
            <a:chExt cx="2940" cy="672"/>
          </a:xfrm>
        </p:grpSpPr>
        <p:grpSp>
          <p:nvGrpSpPr>
            <p:cNvPr id="177163" name="Group 11">
              <a:extLst>
                <a:ext uri="{FF2B5EF4-FFF2-40B4-BE49-F238E27FC236}">
                  <a16:creationId xmlns:a16="http://schemas.microsoft.com/office/drawing/2014/main" id="{B66A354D-6D37-426F-AF0E-883D1AF5C9B1}"/>
                </a:ext>
              </a:extLst>
            </p:cNvPr>
            <p:cNvGrpSpPr>
              <a:grpSpLocks/>
            </p:cNvGrpSpPr>
            <p:nvPr/>
          </p:nvGrpSpPr>
          <p:grpSpPr bwMode="auto">
            <a:xfrm>
              <a:off x="1056" y="3312"/>
              <a:ext cx="2928" cy="374"/>
              <a:chOff x="196" y="2010"/>
              <a:chExt cx="2296" cy="280"/>
            </a:xfrm>
          </p:grpSpPr>
          <p:sp>
            <p:nvSpPr>
              <p:cNvPr id="177164" name="Rectangle 12">
                <a:extLst>
                  <a:ext uri="{FF2B5EF4-FFF2-40B4-BE49-F238E27FC236}">
                    <a16:creationId xmlns:a16="http://schemas.microsoft.com/office/drawing/2014/main" id="{B4A7CB96-EE3B-4ABB-B2E2-4D18FE6749AD}"/>
                  </a:ext>
                </a:extLst>
              </p:cNvPr>
              <p:cNvSpPr>
                <a:spLocks noChangeArrowheads="1"/>
              </p:cNvSpPr>
              <p:nvPr/>
            </p:nvSpPr>
            <p:spPr bwMode="auto">
              <a:xfrm>
                <a:off x="196" y="2010"/>
                <a:ext cx="280" cy="280"/>
              </a:xfrm>
              <a:prstGeom prst="rect">
                <a:avLst/>
              </a:prstGeom>
              <a:solidFill>
                <a:schemeClr val="accent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7165" name="Rectangle 13">
                <a:extLst>
                  <a:ext uri="{FF2B5EF4-FFF2-40B4-BE49-F238E27FC236}">
                    <a16:creationId xmlns:a16="http://schemas.microsoft.com/office/drawing/2014/main" id="{BF03C086-9E67-4629-8E49-F836D918A80A}"/>
                  </a:ext>
                </a:extLst>
              </p:cNvPr>
              <p:cNvSpPr>
                <a:spLocks noChangeArrowheads="1"/>
              </p:cNvSpPr>
              <p:nvPr/>
            </p:nvSpPr>
            <p:spPr bwMode="auto">
              <a:xfrm>
                <a:off x="1636" y="2010"/>
                <a:ext cx="280" cy="280"/>
              </a:xfrm>
              <a:prstGeom prst="rect">
                <a:avLst/>
              </a:prstGeom>
              <a:solidFill>
                <a:schemeClr val="accent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7166" name="Rectangle 14">
                <a:extLst>
                  <a:ext uri="{FF2B5EF4-FFF2-40B4-BE49-F238E27FC236}">
                    <a16:creationId xmlns:a16="http://schemas.microsoft.com/office/drawing/2014/main" id="{1B6588F2-33E1-454C-87F1-49748A891151}"/>
                  </a:ext>
                </a:extLst>
              </p:cNvPr>
              <p:cNvSpPr>
                <a:spLocks noChangeArrowheads="1"/>
              </p:cNvSpPr>
              <p:nvPr/>
            </p:nvSpPr>
            <p:spPr bwMode="auto">
              <a:xfrm>
                <a:off x="1348" y="2010"/>
                <a:ext cx="280" cy="280"/>
              </a:xfrm>
              <a:prstGeom prst="rect">
                <a:avLst/>
              </a:prstGeom>
              <a:solidFill>
                <a:schemeClr val="accent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7167" name="Rectangle 15">
                <a:extLst>
                  <a:ext uri="{FF2B5EF4-FFF2-40B4-BE49-F238E27FC236}">
                    <a16:creationId xmlns:a16="http://schemas.microsoft.com/office/drawing/2014/main" id="{F4B43A3A-E7ED-4AE1-97A4-C1507D290EFC}"/>
                  </a:ext>
                </a:extLst>
              </p:cNvPr>
              <p:cNvSpPr>
                <a:spLocks noChangeArrowheads="1"/>
              </p:cNvSpPr>
              <p:nvPr/>
            </p:nvSpPr>
            <p:spPr bwMode="auto">
              <a:xfrm>
                <a:off x="1060" y="2010"/>
                <a:ext cx="280" cy="280"/>
              </a:xfrm>
              <a:prstGeom prst="rect">
                <a:avLst/>
              </a:prstGeom>
              <a:solidFill>
                <a:schemeClr val="accent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7168" name="Rectangle 16">
                <a:extLst>
                  <a:ext uri="{FF2B5EF4-FFF2-40B4-BE49-F238E27FC236}">
                    <a16:creationId xmlns:a16="http://schemas.microsoft.com/office/drawing/2014/main" id="{55D7692E-BBBB-4BDD-86A1-B2C7DCC6F718}"/>
                  </a:ext>
                </a:extLst>
              </p:cNvPr>
              <p:cNvSpPr>
                <a:spLocks noChangeArrowheads="1"/>
              </p:cNvSpPr>
              <p:nvPr/>
            </p:nvSpPr>
            <p:spPr bwMode="auto">
              <a:xfrm>
                <a:off x="772" y="2010"/>
                <a:ext cx="280" cy="28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7169" name="Rectangle 17">
                <a:extLst>
                  <a:ext uri="{FF2B5EF4-FFF2-40B4-BE49-F238E27FC236}">
                    <a16:creationId xmlns:a16="http://schemas.microsoft.com/office/drawing/2014/main" id="{42360F42-7032-42C7-B6C6-9A5BF1929600}"/>
                  </a:ext>
                </a:extLst>
              </p:cNvPr>
              <p:cNvSpPr>
                <a:spLocks noChangeArrowheads="1"/>
              </p:cNvSpPr>
              <p:nvPr/>
            </p:nvSpPr>
            <p:spPr bwMode="auto">
              <a:xfrm>
                <a:off x="484" y="2010"/>
                <a:ext cx="280" cy="280"/>
              </a:xfrm>
              <a:prstGeom prst="rect">
                <a:avLst/>
              </a:prstGeom>
              <a:solidFill>
                <a:schemeClr val="accent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7170" name="Rectangle 18">
                <a:extLst>
                  <a:ext uri="{FF2B5EF4-FFF2-40B4-BE49-F238E27FC236}">
                    <a16:creationId xmlns:a16="http://schemas.microsoft.com/office/drawing/2014/main" id="{3B5B7C73-7A35-499D-9A64-D9B944A7474D}"/>
                  </a:ext>
                </a:extLst>
              </p:cNvPr>
              <p:cNvSpPr>
                <a:spLocks noChangeArrowheads="1"/>
              </p:cNvSpPr>
              <p:nvPr/>
            </p:nvSpPr>
            <p:spPr bwMode="auto">
              <a:xfrm>
                <a:off x="2212" y="2010"/>
                <a:ext cx="280" cy="280"/>
              </a:xfrm>
              <a:prstGeom prst="rect">
                <a:avLst/>
              </a:prstGeom>
              <a:solidFill>
                <a:schemeClr val="accent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7171" name="Rectangle 19">
                <a:extLst>
                  <a:ext uri="{FF2B5EF4-FFF2-40B4-BE49-F238E27FC236}">
                    <a16:creationId xmlns:a16="http://schemas.microsoft.com/office/drawing/2014/main" id="{76347873-C9DC-47D8-B43B-6096C1C9C3A6}"/>
                  </a:ext>
                </a:extLst>
              </p:cNvPr>
              <p:cNvSpPr>
                <a:spLocks noChangeArrowheads="1"/>
              </p:cNvSpPr>
              <p:nvPr/>
            </p:nvSpPr>
            <p:spPr bwMode="auto">
              <a:xfrm>
                <a:off x="1924" y="2010"/>
                <a:ext cx="280" cy="280"/>
              </a:xfrm>
              <a:prstGeom prst="rect">
                <a:avLst/>
              </a:prstGeom>
              <a:solidFill>
                <a:schemeClr val="accent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77172" name="Text Box 20">
              <a:extLst>
                <a:ext uri="{FF2B5EF4-FFF2-40B4-BE49-F238E27FC236}">
                  <a16:creationId xmlns:a16="http://schemas.microsoft.com/office/drawing/2014/main" id="{EA42BFB5-BED6-47B2-8457-F2B0C1364918}"/>
                </a:ext>
              </a:extLst>
            </p:cNvPr>
            <p:cNvSpPr txBox="1">
              <a:spLocks noChangeArrowheads="1"/>
            </p:cNvSpPr>
            <p:nvPr/>
          </p:nvSpPr>
          <p:spPr bwMode="auto">
            <a:xfrm>
              <a:off x="1104" y="3696"/>
              <a:ext cx="289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spAutoFit/>
            </a:bodyPr>
            <a:lstStyle/>
            <a:p>
              <a:r>
                <a:rPr kumimoji="1" lang="en-US" altLang="zh-CN" sz="2400" b="1">
                  <a:solidFill>
                    <a:srgbClr val="FF0000"/>
                  </a:solidFill>
                  <a:latin typeface="Times New Roman" panose="02020603050405020304" pitchFamily="18" charset="0"/>
                </a:rPr>
                <a:t>b</a:t>
              </a:r>
              <a:r>
                <a:rPr kumimoji="1" lang="en-US" altLang="zh-CN" sz="2400" b="1" baseline="-25000">
                  <a:solidFill>
                    <a:srgbClr val="FF0000"/>
                  </a:solidFill>
                  <a:latin typeface="Times New Roman" panose="02020603050405020304" pitchFamily="18" charset="0"/>
                </a:rPr>
                <a:t>7       </a:t>
              </a:r>
              <a:r>
                <a:rPr kumimoji="1" lang="en-US" altLang="zh-CN" sz="2400" b="1">
                  <a:solidFill>
                    <a:srgbClr val="FF0000"/>
                  </a:solidFill>
                  <a:latin typeface="Times New Roman" panose="02020603050405020304" pitchFamily="18" charset="0"/>
                </a:rPr>
                <a:t>b</a:t>
              </a:r>
              <a:r>
                <a:rPr kumimoji="1" lang="en-US" altLang="zh-CN" sz="2400" b="1" baseline="-25000">
                  <a:solidFill>
                    <a:srgbClr val="FF0000"/>
                  </a:solidFill>
                  <a:latin typeface="Times New Roman" panose="02020603050405020304" pitchFamily="18" charset="0"/>
                </a:rPr>
                <a:t>6       </a:t>
              </a:r>
              <a:r>
                <a:rPr kumimoji="1" lang="en-US" altLang="zh-CN" sz="2400" b="1">
                  <a:solidFill>
                    <a:srgbClr val="FF0000"/>
                  </a:solidFill>
                  <a:latin typeface="Times New Roman" panose="02020603050405020304" pitchFamily="18" charset="0"/>
                </a:rPr>
                <a:t>b</a:t>
              </a:r>
              <a:r>
                <a:rPr kumimoji="1" lang="en-US" altLang="zh-CN" sz="2400" b="1" baseline="-25000">
                  <a:solidFill>
                    <a:srgbClr val="FF0000"/>
                  </a:solidFill>
                  <a:latin typeface="Times New Roman" panose="02020603050405020304" pitchFamily="18" charset="0"/>
                </a:rPr>
                <a:t>5      </a:t>
              </a:r>
              <a:r>
                <a:rPr kumimoji="1" lang="en-US" altLang="zh-CN" sz="2400" b="1">
                  <a:solidFill>
                    <a:srgbClr val="FF0000"/>
                  </a:solidFill>
                  <a:latin typeface="Times New Roman" panose="02020603050405020304" pitchFamily="18" charset="0"/>
                </a:rPr>
                <a:t>b</a:t>
              </a:r>
              <a:r>
                <a:rPr kumimoji="1" lang="en-US" altLang="zh-CN" sz="2400" b="1" baseline="-25000">
                  <a:solidFill>
                    <a:srgbClr val="FF0000"/>
                  </a:solidFill>
                  <a:latin typeface="Times New Roman" panose="02020603050405020304" pitchFamily="18" charset="0"/>
                </a:rPr>
                <a:t>4      </a:t>
              </a:r>
              <a:r>
                <a:rPr kumimoji="1" lang="en-US" altLang="zh-CN" sz="2400" b="1">
                  <a:solidFill>
                    <a:srgbClr val="FF0000"/>
                  </a:solidFill>
                  <a:latin typeface="Times New Roman" panose="02020603050405020304" pitchFamily="18" charset="0"/>
                </a:rPr>
                <a:t>b</a:t>
              </a:r>
              <a:r>
                <a:rPr kumimoji="1" lang="en-US" altLang="zh-CN" sz="2400" b="1" baseline="-25000">
                  <a:solidFill>
                    <a:srgbClr val="FF0000"/>
                  </a:solidFill>
                  <a:latin typeface="Times New Roman" panose="02020603050405020304" pitchFamily="18" charset="0"/>
                </a:rPr>
                <a:t>3      </a:t>
              </a:r>
              <a:r>
                <a:rPr kumimoji="1" lang="en-US" altLang="zh-CN" sz="2400" b="1">
                  <a:solidFill>
                    <a:srgbClr val="FF0000"/>
                  </a:solidFill>
                  <a:latin typeface="Times New Roman" panose="02020603050405020304" pitchFamily="18" charset="0"/>
                </a:rPr>
                <a:t>b</a:t>
              </a:r>
              <a:r>
                <a:rPr kumimoji="1" lang="en-US" altLang="zh-CN" sz="2400" b="1" baseline="-25000">
                  <a:solidFill>
                    <a:srgbClr val="FF0000"/>
                  </a:solidFill>
                  <a:latin typeface="Times New Roman" panose="02020603050405020304" pitchFamily="18" charset="0"/>
                </a:rPr>
                <a:t>2       </a:t>
              </a:r>
              <a:r>
                <a:rPr kumimoji="1" lang="en-US" altLang="zh-CN" sz="2400" b="1">
                  <a:solidFill>
                    <a:srgbClr val="FF0000"/>
                  </a:solidFill>
                  <a:latin typeface="Times New Roman" panose="02020603050405020304" pitchFamily="18" charset="0"/>
                </a:rPr>
                <a:t>b</a:t>
              </a:r>
              <a:r>
                <a:rPr kumimoji="1" lang="en-US" altLang="zh-CN" sz="2400" b="1" baseline="-25000">
                  <a:solidFill>
                    <a:srgbClr val="FF0000"/>
                  </a:solidFill>
                  <a:latin typeface="Times New Roman" panose="02020603050405020304" pitchFamily="18" charset="0"/>
                </a:rPr>
                <a:t>1     </a:t>
              </a:r>
              <a:r>
                <a:rPr kumimoji="1" lang="en-US" altLang="zh-CN" sz="2400" b="1">
                  <a:solidFill>
                    <a:srgbClr val="FF0000"/>
                  </a:solidFill>
                  <a:latin typeface="Times New Roman" panose="02020603050405020304" pitchFamily="18" charset="0"/>
                </a:rPr>
                <a:t>b</a:t>
              </a:r>
              <a:r>
                <a:rPr kumimoji="1" lang="en-US" altLang="zh-CN" sz="2400" b="1" baseline="-25000">
                  <a:solidFill>
                    <a:srgbClr val="FF0000"/>
                  </a:solidFill>
                  <a:latin typeface="Times New Roman" panose="02020603050405020304" pitchFamily="18" charset="0"/>
                </a:rPr>
                <a:t>0</a:t>
              </a:r>
            </a:p>
          </p:txBody>
        </p:sp>
        <p:sp>
          <p:nvSpPr>
            <p:cNvPr id="177173" name="Text Box 21">
              <a:extLst>
                <a:ext uri="{FF2B5EF4-FFF2-40B4-BE49-F238E27FC236}">
                  <a16:creationId xmlns:a16="http://schemas.microsoft.com/office/drawing/2014/main" id="{93C1AF42-7C79-4165-A388-2B2F3FA4BEB6}"/>
                </a:ext>
              </a:extLst>
            </p:cNvPr>
            <p:cNvSpPr txBox="1">
              <a:spLocks noChangeArrowheads="1"/>
            </p:cNvSpPr>
            <p:nvPr/>
          </p:nvSpPr>
          <p:spPr bwMode="auto">
            <a:xfrm>
              <a:off x="1104" y="3360"/>
              <a:ext cx="288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en-US" altLang="zh-CN" sz="2400" b="1" dirty="0">
                  <a:effectLst>
                    <a:outerShdw blurRad="38100" dist="38100" dir="2700000" algn="tl">
                      <a:srgbClr val="C0C0C0"/>
                    </a:outerShdw>
                  </a:effectLst>
                  <a:latin typeface="Times New Roman" panose="02020603050405020304" pitchFamily="18" charset="0"/>
                </a:rPr>
                <a:t>0       0     0      1      0     1     0      1</a:t>
              </a:r>
            </a:p>
          </p:txBody>
        </p:sp>
      </p:gr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ntr" presetSubtype="8" fill="hold" grpId="0" nodeType="afterEffect">
                                  <p:stCondLst>
                                    <p:cond delay="0"/>
                                  </p:stCondLst>
                                  <p:childTnLst>
                                    <p:set>
                                      <p:cBhvr>
                                        <p:cTn id="6" dur="1" fill="hold">
                                          <p:stCondLst>
                                            <p:cond delay="0"/>
                                          </p:stCondLst>
                                        </p:cTn>
                                        <p:tgtEl>
                                          <p:spTgt spid="177160">
                                            <p:txEl>
                                              <p:charRg st="4294967295" end="4294967295"/>
                                            </p:txEl>
                                          </p:spTgt>
                                        </p:tgtEl>
                                        <p:attrNameLst>
                                          <p:attrName>style.visibility</p:attrName>
                                        </p:attrNameLst>
                                      </p:cBhvr>
                                      <p:to>
                                        <p:strVal val="visible"/>
                                      </p:to>
                                    </p:set>
                                    <p:animEffect transition="in" filter="slide(fromLeft)">
                                      <p:cBhvr>
                                        <p:cTn id="7" dur="500"/>
                                        <p:tgtEl>
                                          <p:spTgt spid="177160">
                                            <p:txEl>
                                              <p:charRg st="4294967295" end="429496729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7160" grpId="0" autoUpdateAnimBg="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灯片编号占位符 4">
            <a:extLst>
              <a:ext uri="{FF2B5EF4-FFF2-40B4-BE49-F238E27FC236}">
                <a16:creationId xmlns:a16="http://schemas.microsoft.com/office/drawing/2014/main" id="{E781DB4E-0D8A-4FE3-957B-DABFD1BA73F9}"/>
              </a:ext>
            </a:extLst>
          </p:cNvPr>
          <p:cNvSpPr>
            <a:spLocks noGrp="1"/>
          </p:cNvSpPr>
          <p:nvPr>
            <p:ph type="sldNum" sz="quarter" idx="12"/>
          </p:nvPr>
        </p:nvSpPr>
        <p:spPr/>
        <p:txBody>
          <a:bodyPr/>
          <a:lstStyle/>
          <a:p>
            <a:fld id="{B7B14458-A51D-4DBE-8B4C-0431A2E9760E}" type="slidenum">
              <a:rPr lang="en-US" altLang="zh-CN"/>
              <a:pPr/>
              <a:t>29</a:t>
            </a:fld>
            <a:endParaRPr lang="en-US" altLang="zh-CN"/>
          </a:p>
        </p:txBody>
      </p:sp>
      <p:graphicFrame>
        <p:nvGraphicFramePr>
          <p:cNvPr id="178184" name="Group 8">
            <a:extLst>
              <a:ext uri="{FF2B5EF4-FFF2-40B4-BE49-F238E27FC236}">
                <a16:creationId xmlns:a16="http://schemas.microsoft.com/office/drawing/2014/main" id="{CD88E162-FB52-41A3-90F7-1F311AA59BB4}"/>
              </a:ext>
            </a:extLst>
          </p:cNvPr>
          <p:cNvGraphicFramePr>
            <a:graphicFrameLocks noGrp="1"/>
          </p:cNvGraphicFramePr>
          <p:nvPr>
            <p:ph/>
          </p:nvPr>
        </p:nvGraphicFramePr>
        <p:xfrm>
          <a:off x="1047750" y="1479550"/>
          <a:ext cx="6648450" cy="3649664"/>
        </p:xfrm>
        <a:graphic>
          <a:graphicData uri="http://schemas.openxmlformats.org/drawingml/2006/table">
            <a:tbl>
              <a:tblPr/>
              <a:tblGrid>
                <a:gridCol w="2003425">
                  <a:extLst>
                    <a:ext uri="{9D8B030D-6E8A-4147-A177-3AD203B41FA5}">
                      <a16:colId xmlns:a16="http://schemas.microsoft.com/office/drawing/2014/main" val="2776683452"/>
                    </a:ext>
                  </a:extLst>
                </a:gridCol>
                <a:gridCol w="2095500">
                  <a:extLst>
                    <a:ext uri="{9D8B030D-6E8A-4147-A177-3AD203B41FA5}">
                      <a16:colId xmlns:a16="http://schemas.microsoft.com/office/drawing/2014/main" val="3817852146"/>
                    </a:ext>
                  </a:extLst>
                </a:gridCol>
                <a:gridCol w="2549525">
                  <a:extLst>
                    <a:ext uri="{9D8B030D-6E8A-4147-A177-3AD203B41FA5}">
                      <a16:colId xmlns:a16="http://schemas.microsoft.com/office/drawing/2014/main" val="2019368309"/>
                    </a:ext>
                  </a:extLst>
                </a:gridCol>
              </a:tblGrid>
              <a:tr h="584200">
                <a:tc>
                  <a:txBody>
                    <a:bodyPr/>
                    <a:lstStyle>
                      <a:lvl1pPr marL="342900" indent="-342900">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marL="692150" indent="-347663">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marL="987425" indent="-293688">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marL="1281113" indent="-292100">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1598613" indent="-315913">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055813" indent="-315913"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513013" indent="-315913"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2970213" indent="-315913"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427413" indent="-315913"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zh-CN" altLang="en-US" sz="2600" b="1" i="0" u="none" strike="noStrike" cap="none" normalizeH="0" baseline="0">
                          <a:ln>
                            <a:noFill/>
                          </a:ln>
                          <a:solidFill>
                            <a:srgbClr val="FFFF99"/>
                          </a:solidFill>
                          <a:effectLst/>
                          <a:latin typeface="Times New Roman" panose="02020603050405020304" pitchFamily="18" charset="0"/>
                          <a:ea typeface="华文新魏" panose="02010800040101010101" pitchFamily="2" charset="-122"/>
                        </a:rPr>
                        <a:t>编码</a:t>
                      </a:r>
                    </a:p>
                  </a:txBody>
                  <a:tcPr marL="0" marR="0" marT="0" marB="0" horzOverflow="overflow">
                    <a:lnL cap="flat">
                      <a:noFill/>
                    </a:lnL>
                    <a:lnR w="12700" cap="flat" cmpd="sng" algn="ctr">
                      <a:solidFill>
                        <a:srgbClr val="FF9933"/>
                      </a:solidFill>
                      <a:prstDash val="solid"/>
                      <a:round/>
                      <a:headEnd type="none" w="med" len="med"/>
                      <a:tailEnd type="none" w="med" len="med"/>
                    </a:lnR>
                    <a:lnT w="12700" cap="flat" cmpd="sng" algn="ctr">
                      <a:solidFill>
                        <a:srgbClr val="FF9933"/>
                      </a:solidFill>
                      <a:prstDash val="solid"/>
                      <a:round/>
                      <a:headEnd type="none" w="med" len="med"/>
                      <a:tailEnd type="none" w="med" len="med"/>
                    </a:lnT>
                    <a:lnB w="12700" cap="flat" cmpd="sng" algn="ctr">
                      <a:solidFill>
                        <a:srgbClr val="FF9933"/>
                      </a:solidFill>
                      <a:prstDash val="solid"/>
                      <a:round/>
                      <a:headEnd type="none" w="med" len="med"/>
                      <a:tailEnd type="none" w="med" len="med"/>
                    </a:lnB>
                    <a:lnTlToBr>
                      <a:noFill/>
                    </a:lnTlToBr>
                    <a:lnBlToTr>
                      <a:noFill/>
                    </a:lnBlToTr>
                    <a:gradFill rotWithShape="1">
                      <a:gsLst>
                        <a:gs pos="0">
                          <a:srgbClr val="800080"/>
                        </a:gs>
                        <a:gs pos="100000">
                          <a:srgbClr val="800080">
                            <a:gamma/>
                            <a:shade val="46275"/>
                            <a:invGamma/>
                          </a:srgbClr>
                        </a:gs>
                      </a:gsLst>
                      <a:lin ang="5400000" scaled="1"/>
                    </a:gradFill>
                  </a:tcPr>
                </a:tc>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marL="823913" indent="-285750">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marL="1231900" indent="-228600">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marL="1639888" indent="-228600">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zh-CN" altLang="en-US" sz="2200" b="1" i="0" u="none" strike="noStrike" cap="none" normalizeH="0" baseline="0">
                          <a:ln>
                            <a:noFill/>
                          </a:ln>
                          <a:solidFill>
                            <a:srgbClr val="FFFF99"/>
                          </a:solidFill>
                          <a:effectLst/>
                          <a:latin typeface="Times New Roman" panose="02020603050405020304" pitchFamily="18" charset="0"/>
                          <a:ea typeface="华文新魏" panose="02010800040101010101" pitchFamily="2" charset="-122"/>
                        </a:rPr>
                        <a:t>字符或动作</a:t>
                      </a:r>
                    </a:p>
                  </a:txBody>
                  <a:tcPr marL="0" marR="0" marT="0" marB="0" horzOverflow="overflow">
                    <a:lnL w="12700" cap="flat" cmpd="sng" algn="ctr">
                      <a:solidFill>
                        <a:srgbClr val="FF9933"/>
                      </a:solidFill>
                      <a:prstDash val="solid"/>
                      <a:round/>
                      <a:headEnd type="none" w="med" len="med"/>
                      <a:tailEnd type="none" w="med" len="med"/>
                    </a:lnL>
                    <a:lnR w="12700" cap="flat" cmpd="sng" algn="ctr">
                      <a:solidFill>
                        <a:srgbClr val="FF9933"/>
                      </a:solidFill>
                      <a:prstDash val="solid"/>
                      <a:round/>
                      <a:headEnd type="none" w="med" len="med"/>
                      <a:tailEnd type="none" w="med" len="med"/>
                    </a:lnR>
                    <a:lnT w="12700" cap="flat" cmpd="sng" algn="ctr">
                      <a:solidFill>
                        <a:srgbClr val="FF9933"/>
                      </a:solidFill>
                      <a:prstDash val="solid"/>
                      <a:round/>
                      <a:headEnd type="none" w="med" len="med"/>
                      <a:tailEnd type="none" w="med" len="med"/>
                    </a:lnT>
                    <a:lnB w="12700" cap="flat" cmpd="sng" algn="ctr">
                      <a:solidFill>
                        <a:srgbClr val="FF9933"/>
                      </a:solidFill>
                      <a:prstDash val="solid"/>
                      <a:round/>
                      <a:headEnd type="none" w="med" len="med"/>
                      <a:tailEnd type="none" w="med" len="med"/>
                    </a:lnB>
                    <a:lnTlToBr>
                      <a:noFill/>
                    </a:lnTlToBr>
                    <a:lnBlToTr>
                      <a:noFill/>
                    </a:lnBlToTr>
                    <a:gradFill rotWithShape="1">
                      <a:gsLst>
                        <a:gs pos="0">
                          <a:srgbClr val="800080"/>
                        </a:gs>
                        <a:gs pos="100000">
                          <a:srgbClr val="800080">
                            <a:gamma/>
                            <a:shade val="46275"/>
                            <a:invGamma/>
                          </a:srgbClr>
                        </a:gs>
                      </a:gsLst>
                      <a:lin ang="5400000" scaled="1"/>
                    </a:gradFill>
                  </a:tcPr>
                </a:tc>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marL="817563" indent="-285750">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marL="1225550" indent="-228600">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marL="1633538" indent="-228600">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zh-CN" altLang="en-US" sz="2200" b="1" i="0" u="none" strike="noStrike" cap="none" normalizeH="0" baseline="0">
                          <a:ln>
                            <a:noFill/>
                          </a:ln>
                          <a:solidFill>
                            <a:srgbClr val="FFFF99"/>
                          </a:solidFill>
                          <a:effectLst/>
                          <a:latin typeface="Times New Roman" panose="02020603050405020304" pitchFamily="18" charset="0"/>
                          <a:ea typeface="华文新魏" panose="02010800040101010101" pitchFamily="2" charset="-122"/>
                        </a:rPr>
                        <a:t>对应十进制数</a:t>
                      </a:r>
                    </a:p>
                  </a:txBody>
                  <a:tcPr marL="0" marR="0" marT="0" marB="0" horzOverflow="overflow">
                    <a:lnL w="12700" cap="flat" cmpd="sng" algn="ctr">
                      <a:solidFill>
                        <a:srgbClr val="FF9933"/>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FF9933"/>
                      </a:solidFill>
                      <a:prstDash val="solid"/>
                      <a:round/>
                      <a:headEnd type="none" w="med" len="med"/>
                      <a:tailEnd type="none" w="med" len="med"/>
                    </a:lnT>
                    <a:lnB w="12700" cap="flat" cmpd="sng" algn="ctr">
                      <a:solidFill>
                        <a:srgbClr val="FF9933"/>
                      </a:solidFill>
                      <a:prstDash val="solid"/>
                      <a:round/>
                      <a:headEnd type="none" w="med" len="med"/>
                      <a:tailEnd type="none" w="med" len="med"/>
                    </a:lnB>
                    <a:lnTlToBr>
                      <a:noFill/>
                    </a:lnTlToBr>
                    <a:lnBlToTr>
                      <a:noFill/>
                    </a:lnBlToTr>
                    <a:gradFill rotWithShape="1">
                      <a:gsLst>
                        <a:gs pos="0">
                          <a:srgbClr val="800080"/>
                        </a:gs>
                        <a:gs pos="100000">
                          <a:srgbClr val="800080">
                            <a:gamma/>
                            <a:shade val="46275"/>
                            <a:invGamma/>
                          </a:srgbClr>
                        </a:gs>
                      </a:gsLst>
                      <a:lin ang="5400000" scaled="1"/>
                    </a:gradFill>
                  </a:tcPr>
                </a:tc>
                <a:extLst>
                  <a:ext uri="{0D108BD9-81ED-4DB2-BD59-A6C34878D82A}">
                    <a16:rowId xmlns:a16="http://schemas.microsoft.com/office/drawing/2014/main" val="3070335486"/>
                  </a:ext>
                </a:extLst>
              </a:tr>
              <a:tr h="506413">
                <a:tc>
                  <a:txBody>
                    <a:bodyPr/>
                    <a:lstStyle>
                      <a:lvl1pPr marL="342900" indent="-342900">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marL="692150" indent="-347663">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marL="987425" indent="-293688">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marL="1281113" indent="-292100">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1598613" indent="-315913">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055813" indent="-315913"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513013" indent="-315913"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2970213" indent="-315913"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427413" indent="-315913"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300" b="1" i="0" u="none" strike="noStrike" cap="none" normalizeH="0" baseline="0">
                          <a:ln>
                            <a:noFill/>
                          </a:ln>
                          <a:solidFill>
                            <a:schemeClr val="bg1"/>
                          </a:solidFill>
                          <a:effectLst/>
                          <a:latin typeface="Arial" panose="020B0604020202020204" pitchFamily="34" charset="0"/>
                          <a:ea typeface="宋体" panose="02010600030101010101" pitchFamily="2" charset="-122"/>
                        </a:rPr>
                        <a:t>0111101</a:t>
                      </a:r>
                    </a:p>
                  </a:txBody>
                  <a:tcPr marL="0" marR="0" marT="0" marB="0" horzOverflow="overflow">
                    <a:lnL cap="flat">
                      <a:noFill/>
                    </a:lnL>
                    <a:lnR w="12700" cap="flat" cmpd="sng" algn="ctr">
                      <a:solidFill>
                        <a:srgbClr val="FF9933"/>
                      </a:solidFill>
                      <a:prstDash val="solid"/>
                      <a:round/>
                      <a:headEnd type="none" w="med" len="med"/>
                      <a:tailEnd type="none" w="med" len="med"/>
                    </a:lnR>
                    <a:lnT w="12700" cap="flat" cmpd="sng" algn="ctr">
                      <a:solidFill>
                        <a:srgbClr val="FF9933"/>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1">
                      <a:gsLst>
                        <a:gs pos="0">
                          <a:srgbClr val="800080"/>
                        </a:gs>
                        <a:gs pos="100000">
                          <a:srgbClr val="800080">
                            <a:gamma/>
                            <a:shade val="46275"/>
                            <a:invGamma/>
                          </a:srgbClr>
                        </a:gs>
                      </a:gsLst>
                      <a:lin ang="5400000" scaled="1"/>
                    </a:gradFill>
                  </a:tcPr>
                </a:tc>
                <a:tc>
                  <a:txBody>
                    <a:bodyPr/>
                    <a:lstStyle>
                      <a:lvl1pPr marL="342900" indent="-342900">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marL="692150" indent="-347663">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marL="987425" indent="-293688">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marL="1281113" indent="-292100">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1598613" indent="-315913">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055813" indent="-315913"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513013" indent="-315913"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2970213" indent="-315913"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427413" indent="-315913"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300" b="1" i="0" u="none" strike="noStrike" cap="none" normalizeH="0" baseline="0">
                          <a:ln>
                            <a:noFill/>
                          </a:ln>
                          <a:solidFill>
                            <a:schemeClr val="bg1"/>
                          </a:solidFill>
                          <a:effectLst/>
                          <a:latin typeface="Arial" panose="020B0604020202020204" pitchFamily="34" charset="0"/>
                          <a:ea typeface="宋体" panose="02010600030101010101" pitchFamily="2" charset="-122"/>
                        </a:rPr>
                        <a:t>=</a:t>
                      </a:r>
                    </a:p>
                  </a:txBody>
                  <a:tcPr marL="0" marR="0" marT="0" marB="0" horzOverflow="overflow">
                    <a:lnL w="12700" cap="flat" cmpd="sng" algn="ctr">
                      <a:solidFill>
                        <a:srgbClr val="FF9933"/>
                      </a:solidFill>
                      <a:prstDash val="solid"/>
                      <a:round/>
                      <a:headEnd type="none" w="med" len="med"/>
                      <a:tailEnd type="none" w="med" len="med"/>
                    </a:lnL>
                    <a:lnR w="12700" cap="flat" cmpd="sng" algn="ctr">
                      <a:solidFill>
                        <a:srgbClr val="FF9933"/>
                      </a:solidFill>
                      <a:prstDash val="solid"/>
                      <a:round/>
                      <a:headEnd type="none" w="med" len="med"/>
                      <a:tailEnd type="none" w="med" len="med"/>
                    </a:lnR>
                    <a:lnT w="12700" cap="flat" cmpd="sng" algn="ctr">
                      <a:solidFill>
                        <a:srgbClr val="FF9933"/>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1">
                      <a:gsLst>
                        <a:gs pos="0">
                          <a:srgbClr val="800080"/>
                        </a:gs>
                        <a:gs pos="100000">
                          <a:srgbClr val="800080">
                            <a:gamma/>
                            <a:shade val="46275"/>
                            <a:invGamma/>
                          </a:srgbClr>
                        </a:gs>
                      </a:gsLst>
                      <a:lin ang="5400000" scaled="1"/>
                    </a:gradFill>
                  </a:tcPr>
                </a:tc>
                <a:tc>
                  <a:txBody>
                    <a:bodyPr/>
                    <a:lstStyle>
                      <a:lvl1pPr marL="342900" indent="-342900">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marL="692150" indent="-347663">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marL="987425" indent="-293688">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marL="1281113" indent="-292100">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1598613" indent="-315913">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055813" indent="-315913"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513013" indent="-315913"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2970213" indent="-315913"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427413" indent="-315913"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300" b="1" i="0" u="none" strike="noStrike" cap="none" normalizeH="0" baseline="0">
                          <a:ln>
                            <a:noFill/>
                          </a:ln>
                          <a:solidFill>
                            <a:schemeClr val="bg1"/>
                          </a:solidFill>
                          <a:effectLst/>
                          <a:latin typeface="Arial" panose="020B0604020202020204" pitchFamily="34" charset="0"/>
                          <a:ea typeface="宋体" panose="02010600030101010101" pitchFamily="2" charset="-122"/>
                        </a:rPr>
                        <a:t>61</a:t>
                      </a:r>
                    </a:p>
                  </a:txBody>
                  <a:tcPr marL="0" marR="0" marT="0" marB="0" horzOverflow="overflow">
                    <a:lnL w="12700" cap="flat" cmpd="sng" algn="ctr">
                      <a:solidFill>
                        <a:srgbClr val="FF9933"/>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FF9933"/>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1">
                      <a:gsLst>
                        <a:gs pos="0">
                          <a:srgbClr val="800080"/>
                        </a:gs>
                        <a:gs pos="100000">
                          <a:srgbClr val="800080">
                            <a:gamma/>
                            <a:shade val="46275"/>
                            <a:invGamma/>
                          </a:srgbClr>
                        </a:gs>
                      </a:gsLst>
                      <a:lin ang="5400000" scaled="1"/>
                    </a:gradFill>
                  </a:tcPr>
                </a:tc>
                <a:extLst>
                  <a:ext uri="{0D108BD9-81ED-4DB2-BD59-A6C34878D82A}">
                    <a16:rowId xmlns:a16="http://schemas.microsoft.com/office/drawing/2014/main" val="3184074"/>
                  </a:ext>
                </a:extLst>
              </a:tr>
              <a:tr h="520700">
                <a:tc>
                  <a:txBody>
                    <a:bodyPr/>
                    <a:lstStyle>
                      <a:lvl1pPr marL="342900" indent="-342900">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marL="692150" indent="-347663">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marL="987425" indent="-293688">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marL="1281113" indent="-292100">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1598613" indent="-315913">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055813" indent="-315913"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513013" indent="-315913"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2970213" indent="-315913"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427413" indent="-315913"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300" b="1" i="0" u="none" strike="noStrike" cap="none" normalizeH="0" baseline="0">
                          <a:ln>
                            <a:noFill/>
                          </a:ln>
                          <a:solidFill>
                            <a:schemeClr val="bg1"/>
                          </a:solidFill>
                          <a:effectLst/>
                          <a:latin typeface="Arial" panose="020B0604020202020204" pitchFamily="34" charset="0"/>
                          <a:ea typeface="宋体" panose="02010600030101010101" pitchFamily="2" charset="-122"/>
                        </a:rPr>
                        <a:t>1000001</a:t>
                      </a:r>
                    </a:p>
                  </a:txBody>
                  <a:tcPr marL="0" marR="0" marT="0" marB="0" horzOverflow="overflow">
                    <a:lnL cap="flat">
                      <a:noFill/>
                    </a:lnL>
                    <a:lnR w="12700" cap="flat" cmpd="sng" algn="ctr">
                      <a:solidFill>
                        <a:srgbClr val="FF9933"/>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1">
                      <a:gsLst>
                        <a:gs pos="0">
                          <a:srgbClr val="800080"/>
                        </a:gs>
                        <a:gs pos="100000">
                          <a:srgbClr val="800080">
                            <a:gamma/>
                            <a:shade val="46275"/>
                            <a:invGamma/>
                          </a:srgbClr>
                        </a:gs>
                      </a:gsLst>
                      <a:lin ang="5400000" scaled="1"/>
                    </a:gradFill>
                  </a:tcPr>
                </a:tc>
                <a:tc>
                  <a:txBody>
                    <a:bodyPr/>
                    <a:lstStyle>
                      <a:lvl1pPr marL="342900" indent="-342900">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marL="692150" indent="-347663">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marL="987425" indent="-293688">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marL="1281113" indent="-292100">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1598613" indent="-315913">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055813" indent="-315913"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513013" indent="-315913"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2970213" indent="-315913"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427413" indent="-315913"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300" b="1" i="0" u="none" strike="noStrike" cap="none" normalizeH="0" baseline="0">
                          <a:ln>
                            <a:noFill/>
                          </a:ln>
                          <a:solidFill>
                            <a:schemeClr val="bg1"/>
                          </a:solidFill>
                          <a:effectLst/>
                          <a:latin typeface="Arial" panose="020B0604020202020204" pitchFamily="34" charset="0"/>
                          <a:ea typeface="宋体" panose="02010600030101010101" pitchFamily="2" charset="-122"/>
                        </a:rPr>
                        <a:t>A</a:t>
                      </a:r>
                    </a:p>
                  </a:txBody>
                  <a:tcPr marL="0" marR="0" marT="0" marB="0" horzOverflow="overflow">
                    <a:lnL w="12700" cap="flat" cmpd="sng" algn="ctr">
                      <a:solidFill>
                        <a:srgbClr val="FF9933"/>
                      </a:solidFill>
                      <a:prstDash val="solid"/>
                      <a:round/>
                      <a:headEnd type="none" w="med" len="med"/>
                      <a:tailEnd type="none" w="med" len="med"/>
                    </a:lnL>
                    <a:lnR w="12700" cap="flat" cmpd="sng" algn="ctr">
                      <a:solidFill>
                        <a:srgbClr val="FF9933"/>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1">
                      <a:gsLst>
                        <a:gs pos="0">
                          <a:srgbClr val="800080"/>
                        </a:gs>
                        <a:gs pos="100000">
                          <a:srgbClr val="800080">
                            <a:gamma/>
                            <a:shade val="46275"/>
                            <a:invGamma/>
                          </a:srgbClr>
                        </a:gs>
                      </a:gsLst>
                      <a:lin ang="5400000" scaled="1"/>
                    </a:gradFill>
                  </a:tcPr>
                </a:tc>
                <a:tc>
                  <a:txBody>
                    <a:bodyPr/>
                    <a:lstStyle>
                      <a:lvl1pPr marL="342900" indent="-342900">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marL="692150" indent="-347663">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marL="987425" indent="-293688">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marL="1281113" indent="-292100">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1598613" indent="-315913">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055813" indent="-315913"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513013" indent="-315913"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2970213" indent="-315913"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427413" indent="-315913"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300" b="1" i="0" u="none" strike="noStrike" cap="none" normalizeH="0" baseline="0">
                          <a:ln>
                            <a:noFill/>
                          </a:ln>
                          <a:solidFill>
                            <a:schemeClr val="bg1"/>
                          </a:solidFill>
                          <a:effectLst/>
                          <a:latin typeface="Arial" panose="020B0604020202020204" pitchFamily="34" charset="0"/>
                          <a:ea typeface="宋体" panose="02010600030101010101" pitchFamily="2" charset="-122"/>
                        </a:rPr>
                        <a:t>65</a:t>
                      </a:r>
                    </a:p>
                  </a:txBody>
                  <a:tcPr marL="0" marR="0" marT="0" marB="0" horzOverflow="overflow">
                    <a:lnL w="12700" cap="flat" cmpd="sng" algn="ctr">
                      <a:solidFill>
                        <a:srgbClr val="FF9933"/>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1">
                      <a:gsLst>
                        <a:gs pos="0">
                          <a:srgbClr val="800080"/>
                        </a:gs>
                        <a:gs pos="100000">
                          <a:srgbClr val="800080">
                            <a:gamma/>
                            <a:shade val="46275"/>
                            <a:invGamma/>
                          </a:srgbClr>
                        </a:gs>
                      </a:gsLst>
                      <a:lin ang="5400000" scaled="1"/>
                    </a:gradFill>
                  </a:tcPr>
                </a:tc>
                <a:extLst>
                  <a:ext uri="{0D108BD9-81ED-4DB2-BD59-A6C34878D82A}">
                    <a16:rowId xmlns:a16="http://schemas.microsoft.com/office/drawing/2014/main" val="2510492254"/>
                  </a:ext>
                </a:extLst>
              </a:tr>
              <a:tr h="477838">
                <a:tc>
                  <a:txBody>
                    <a:bodyPr/>
                    <a:lstStyle>
                      <a:lvl1pPr marL="342900" indent="-342900">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marL="692150" indent="-347663">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marL="987425" indent="-293688">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marL="1281113" indent="-292100">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1598613" indent="-315913">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055813" indent="-315913"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513013" indent="-315913"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2970213" indent="-315913"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427413" indent="-315913"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300" b="1" i="0" u="none" strike="noStrike" cap="none" normalizeH="0" baseline="0">
                          <a:ln>
                            <a:noFill/>
                          </a:ln>
                          <a:solidFill>
                            <a:schemeClr val="bg1"/>
                          </a:solidFill>
                          <a:effectLst/>
                          <a:latin typeface="Arial" panose="020B0604020202020204" pitchFamily="34" charset="0"/>
                          <a:ea typeface="宋体" panose="02010600030101010101" pitchFamily="2" charset="-122"/>
                        </a:rPr>
                        <a:t>1100001</a:t>
                      </a:r>
                    </a:p>
                  </a:txBody>
                  <a:tcPr marL="0" marR="0" marT="0" marB="0" horzOverflow="overflow">
                    <a:lnL cap="flat">
                      <a:noFill/>
                    </a:lnL>
                    <a:lnR w="12700" cap="flat" cmpd="sng" algn="ctr">
                      <a:solidFill>
                        <a:srgbClr val="FF9933"/>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1">
                      <a:gsLst>
                        <a:gs pos="0">
                          <a:srgbClr val="800080"/>
                        </a:gs>
                        <a:gs pos="100000">
                          <a:srgbClr val="800080">
                            <a:gamma/>
                            <a:shade val="46275"/>
                            <a:invGamma/>
                          </a:srgbClr>
                        </a:gs>
                      </a:gsLst>
                      <a:lin ang="5400000" scaled="1"/>
                    </a:gradFill>
                  </a:tcPr>
                </a:tc>
                <a:tc>
                  <a:txBody>
                    <a:bodyPr/>
                    <a:lstStyle>
                      <a:lvl1pPr marL="342900" indent="-342900">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marL="692150" indent="-347663">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marL="987425" indent="-293688">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marL="1281113" indent="-292100">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1598613" indent="-315913">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055813" indent="-315913"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513013" indent="-315913"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2970213" indent="-315913"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427413" indent="-315913"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300" b="1" i="0" u="none" strike="noStrike" cap="none" normalizeH="0" baseline="0">
                          <a:ln>
                            <a:noFill/>
                          </a:ln>
                          <a:solidFill>
                            <a:schemeClr val="bg1"/>
                          </a:solidFill>
                          <a:effectLst/>
                          <a:latin typeface="Arial" panose="020B0604020202020204" pitchFamily="34" charset="0"/>
                          <a:ea typeface="宋体" panose="02010600030101010101" pitchFamily="2" charset="-122"/>
                        </a:rPr>
                        <a:t>a</a:t>
                      </a:r>
                    </a:p>
                  </a:txBody>
                  <a:tcPr marL="0" marR="0" marT="0" marB="0" horzOverflow="overflow">
                    <a:lnL w="12700" cap="flat" cmpd="sng" algn="ctr">
                      <a:solidFill>
                        <a:srgbClr val="FF9933"/>
                      </a:solidFill>
                      <a:prstDash val="solid"/>
                      <a:round/>
                      <a:headEnd type="none" w="med" len="med"/>
                      <a:tailEnd type="none" w="med" len="med"/>
                    </a:lnL>
                    <a:lnR w="12700" cap="flat" cmpd="sng" algn="ctr">
                      <a:solidFill>
                        <a:srgbClr val="FF9933"/>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1">
                      <a:gsLst>
                        <a:gs pos="0">
                          <a:srgbClr val="800080"/>
                        </a:gs>
                        <a:gs pos="100000">
                          <a:srgbClr val="800080">
                            <a:gamma/>
                            <a:shade val="46275"/>
                            <a:invGamma/>
                          </a:srgbClr>
                        </a:gs>
                      </a:gsLst>
                      <a:lin ang="5400000" scaled="1"/>
                    </a:gradFill>
                  </a:tcPr>
                </a:tc>
                <a:tc>
                  <a:txBody>
                    <a:bodyPr/>
                    <a:lstStyle>
                      <a:lvl1pPr marL="342900" indent="-342900">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marL="692150" indent="-347663">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marL="987425" indent="-293688">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marL="1281113" indent="-292100">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1598613" indent="-315913">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055813" indent="-315913"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513013" indent="-315913"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2970213" indent="-315913"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427413" indent="-315913"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300" b="1" i="0" u="none" strike="noStrike" cap="none" normalizeH="0" baseline="0">
                          <a:ln>
                            <a:noFill/>
                          </a:ln>
                          <a:solidFill>
                            <a:schemeClr val="bg1"/>
                          </a:solidFill>
                          <a:effectLst/>
                          <a:latin typeface="Arial" panose="020B0604020202020204" pitchFamily="34" charset="0"/>
                          <a:ea typeface="宋体" panose="02010600030101010101" pitchFamily="2" charset="-122"/>
                        </a:rPr>
                        <a:t>97</a:t>
                      </a:r>
                    </a:p>
                  </a:txBody>
                  <a:tcPr marL="0" marR="0" marT="0" marB="0" horzOverflow="overflow">
                    <a:lnL w="12700" cap="flat" cmpd="sng" algn="ctr">
                      <a:solidFill>
                        <a:srgbClr val="FF9933"/>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1">
                      <a:gsLst>
                        <a:gs pos="0">
                          <a:srgbClr val="800080"/>
                        </a:gs>
                        <a:gs pos="100000">
                          <a:srgbClr val="800080">
                            <a:gamma/>
                            <a:shade val="46275"/>
                            <a:invGamma/>
                          </a:srgbClr>
                        </a:gs>
                      </a:gsLst>
                      <a:lin ang="5400000" scaled="1"/>
                    </a:gradFill>
                  </a:tcPr>
                </a:tc>
                <a:extLst>
                  <a:ext uri="{0D108BD9-81ED-4DB2-BD59-A6C34878D82A}">
                    <a16:rowId xmlns:a16="http://schemas.microsoft.com/office/drawing/2014/main" val="1911776549"/>
                  </a:ext>
                </a:extLst>
              </a:tr>
              <a:tr h="517525">
                <a:tc>
                  <a:txBody>
                    <a:bodyPr/>
                    <a:lstStyle>
                      <a:lvl1pPr marL="342900" indent="-342900">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marL="692150" indent="-347663">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marL="987425" indent="-293688">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marL="1281113" indent="-292100">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1598613" indent="-315913">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055813" indent="-315913"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513013" indent="-315913"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2970213" indent="-315913"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427413" indent="-315913"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300" b="1" i="0" u="none" strike="noStrike" cap="none" normalizeH="0" baseline="0">
                          <a:ln>
                            <a:noFill/>
                          </a:ln>
                          <a:solidFill>
                            <a:schemeClr val="bg1"/>
                          </a:solidFill>
                          <a:effectLst/>
                          <a:latin typeface="Arial" panose="020B0604020202020204" pitchFamily="34" charset="0"/>
                          <a:ea typeface="宋体" panose="02010600030101010101" pitchFamily="2" charset="-122"/>
                        </a:rPr>
                        <a:t>0001010</a:t>
                      </a:r>
                    </a:p>
                  </a:txBody>
                  <a:tcPr marL="0" marR="0" marT="0" marB="0" horzOverflow="overflow">
                    <a:lnL cap="flat">
                      <a:noFill/>
                    </a:lnL>
                    <a:lnR w="12700" cap="flat" cmpd="sng" algn="ctr">
                      <a:solidFill>
                        <a:srgbClr val="FF9933"/>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1">
                      <a:gsLst>
                        <a:gs pos="0">
                          <a:srgbClr val="800080"/>
                        </a:gs>
                        <a:gs pos="100000">
                          <a:srgbClr val="800080">
                            <a:gamma/>
                            <a:shade val="46275"/>
                            <a:invGamma/>
                          </a:srgbClr>
                        </a:gs>
                      </a:gsLst>
                      <a:lin ang="5400000" scaled="1"/>
                    </a:gradFill>
                  </a:tcPr>
                </a:tc>
                <a:tc>
                  <a:txBody>
                    <a:bodyPr/>
                    <a:lstStyle>
                      <a:lvl1pPr marL="342900" indent="-342900">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marL="692150" indent="-347663">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marL="987425" indent="-293688">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marL="1281113" indent="-292100">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1598613" indent="-315913">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055813" indent="-315913"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513013" indent="-315913"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2970213" indent="-315913"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427413" indent="-315913"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zh-CN" altLang="en-US" sz="2300" b="1" i="0" u="none" strike="noStrike" cap="none" normalizeH="0" baseline="0">
                          <a:ln>
                            <a:noFill/>
                          </a:ln>
                          <a:solidFill>
                            <a:schemeClr val="bg1"/>
                          </a:solidFill>
                          <a:effectLst/>
                          <a:latin typeface="Arial" panose="020B0604020202020204" pitchFamily="34" charset="0"/>
                          <a:ea typeface="宋体" panose="02010600030101010101" pitchFamily="2" charset="-122"/>
                        </a:rPr>
                        <a:t>换行</a:t>
                      </a:r>
                    </a:p>
                  </a:txBody>
                  <a:tcPr marL="0" marR="0" marT="0" marB="0" horzOverflow="overflow">
                    <a:lnL w="12700" cap="flat" cmpd="sng" algn="ctr">
                      <a:solidFill>
                        <a:srgbClr val="FF9933"/>
                      </a:solidFill>
                      <a:prstDash val="solid"/>
                      <a:round/>
                      <a:headEnd type="none" w="med" len="med"/>
                      <a:tailEnd type="none" w="med" len="med"/>
                    </a:lnL>
                    <a:lnR w="12700" cap="flat" cmpd="sng" algn="ctr">
                      <a:solidFill>
                        <a:srgbClr val="FF9933"/>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1">
                      <a:gsLst>
                        <a:gs pos="0">
                          <a:srgbClr val="800080"/>
                        </a:gs>
                        <a:gs pos="100000">
                          <a:srgbClr val="800080">
                            <a:gamma/>
                            <a:shade val="46275"/>
                            <a:invGamma/>
                          </a:srgbClr>
                        </a:gs>
                      </a:gsLst>
                      <a:lin ang="5400000" scaled="1"/>
                    </a:gradFill>
                  </a:tcPr>
                </a:tc>
                <a:tc>
                  <a:txBody>
                    <a:bodyPr/>
                    <a:lstStyle>
                      <a:lvl1pPr marL="342900" indent="-342900">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marL="692150" indent="-347663">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marL="987425" indent="-293688">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marL="1281113" indent="-292100">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1598613" indent="-315913">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055813" indent="-315913"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513013" indent="-315913"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2970213" indent="-315913"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427413" indent="-315913"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300" b="1" i="0" u="none" strike="noStrike" cap="none" normalizeH="0" baseline="0">
                          <a:ln>
                            <a:noFill/>
                          </a:ln>
                          <a:solidFill>
                            <a:schemeClr val="bg1"/>
                          </a:solidFill>
                          <a:effectLst/>
                          <a:latin typeface="Arial" panose="020B0604020202020204" pitchFamily="34" charset="0"/>
                          <a:ea typeface="宋体" panose="02010600030101010101" pitchFamily="2" charset="-122"/>
                        </a:rPr>
                        <a:t>10</a:t>
                      </a:r>
                    </a:p>
                  </a:txBody>
                  <a:tcPr marL="0" marR="0" marT="0" marB="0" horzOverflow="overflow">
                    <a:lnL w="12700" cap="flat" cmpd="sng" algn="ctr">
                      <a:solidFill>
                        <a:srgbClr val="FF9933"/>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1">
                      <a:gsLst>
                        <a:gs pos="0">
                          <a:srgbClr val="800080"/>
                        </a:gs>
                        <a:gs pos="100000">
                          <a:srgbClr val="800080">
                            <a:gamma/>
                            <a:shade val="46275"/>
                            <a:invGamma/>
                          </a:srgbClr>
                        </a:gs>
                      </a:gsLst>
                      <a:lin ang="5400000" scaled="1"/>
                    </a:gradFill>
                  </a:tcPr>
                </a:tc>
                <a:extLst>
                  <a:ext uri="{0D108BD9-81ED-4DB2-BD59-A6C34878D82A}">
                    <a16:rowId xmlns:a16="http://schemas.microsoft.com/office/drawing/2014/main" val="3623269559"/>
                  </a:ext>
                </a:extLst>
              </a:tr>
              <a:tr h="522288">
                <a:tc>
                  <a:txBody>
                    <a:bodyPr/>
                    <a:lstStyle>
                      <a:lvl1pPr marL="342900" indent="-342900">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marL="692150" indent="-347663">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marL="987425" indent="-293688">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marL="1281113" indent="-292100">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1598613" indent="-315913">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055813" indent="-315913"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513013" indent="-315913"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2970213" indent="-315913"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427413" indent="-315913"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300" b="1" i="0" u="none" strike="noStrike" cap="none" normalizeH="0" baseline="0">
                          <a:ln>
                            <a:noFill/>
                          </a:ln>
                          <a:solidFill>
                            <a:schemeClr val="bg1"/>
                          </a:solidFill>
                          <a:effectLst/>
                          <a:latin typeface="Arial" panose="020B0604020202020204" pitchFamily="34" charset="0"/>
                          <a:ea typeface="宋体" panose="02010600030101010101" pitchFamily="2" charset="-122"/>
                        </a:rPr>
                        <a:t>0000111</a:t>
                      </a:r>
                    </a:p>
                  </a:txBody>
                  <a:tcPr marL="0" marR="0" marT="0" marB="0" horzOverflow="overflow">
                    <a:lnL cap="flat">
                      <a:noFill/>
                    </a:lnL>
                    <a:lnR w="12700" cap="flat" cmpd="sng" algn="ctr">
                      <a:solidFill>
                        <a:srgbClr val="FF9933"/>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1">
                      <a:gsLst>
                        <a:gs pos="0">
                          <a:srgbClr val="800080"/>
                        </a:gs>
                        <a:gs pos="100000">
                          <a:srgbClr val="800080">
                            <a:gamma/>
                            <a:shade val="46275"/>
                            <a:invGamma/>
                          </a:srgbClr>
                        </a:gs>
                      </a:gsLst>
                      <a:lin ang="5400000" scaled="1"/>
                    </a:gradFill>
                  </a:tcPr>
                </a:tc>
                <a:tc>
                  <a:txBody>
                    <a:bodyPr/>
                    <a:lstStyle>
                      <a:lvl1pPr marL="342900" indent="-342900">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marL="692150" indent="-347663">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marL="987425" indent="-293688">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marL="1281113" indent="-292100">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1598613" indent="-315913">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055813" indent="-315913"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513013" indent="-315913"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2970213" indent="-315913"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427413" indent="-315913"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zh-CN" altLang="en-US" sz="2300" b="1" i="0" u="none" strike="noStrike" cap="none" normalizeH="0" baseline="0">
                          <a:ln>
                            <a:noFill/>
                          </a:ln>
                          <a:solidFill>
                            <a:schemeClr val="bg1"/>
                          </a:solidFill>
                          <a:effectLst/>
                          <a:latin typeface="Arial" panose="020B0604020202020204" pitchFamily="34" charset="0"/>
                          <a:ea typeface="宋体" panose="02010600030101010101" pitchFamily="2" charset="-122"/>
                        </a:rPr>
                        <a:t>响铃</a:t>
                      </a:r>
                    </a:p>
                  </a:txBody>
                  <a:tcPr marL="0" marR="0" marT="0" marB="0" horzOverflow="overflow">
                    <a:lnL w="12700" cap="flat" cmpd="sng" algn="ctr">
                      <a:solidFill>
                        <a:srgbClr val="FF9933"/>
                      </a:solidFill>
                      <a:prstDash val="solid"/>
                      <a:round/>
                      <a:headEnd type="none" w="med" len="med"/>
                      <a:tailEnd type="none" w="med" len="med"/>
                    </a:lnL>
                    <a:lnR w="12700" cap="flat" cmpd="sng" algn="ctr">
                      <a:solidFill>
                        <a:srgbClr val="FF9933"/>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1">
                      <a:gsLst>
                        <a:gs pos="0">
                          <a:srgbClr val="800080"/>
                        </a:gs>
                        <a:gs pos="100000">
                          <a:srgbClr val="800080">
                            <a:gamma/>
                            <a:shade val="46275"/>
                            <a:invGamma/>
                          </a:srgbClr>
                        </a:gs>
                      </a:gsLst>
                      <a:lin ang="5400000" scaled="1"/>
                    </a:gradFill>
                  </a:tcPr>
                </a:tc>
                <a:tc>
                  <a:txBody>
                    <a:bodyPr/>
                    <a:lstStyle>
                      <a:lvl1pPr marL="342900" indent="-342900">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marL="692150" indent="-347663">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marL="987425" indent="-293688">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marL="1281113" indent="-292100">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1598613" indent="-315913">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055813" indent="-315913"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513013" indent="-315913"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2970213" indent="-315913"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427413" indent="-315913"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300" b="1" i="0" u="none" strike="noStrike" cap="none" normalizeH="0" baseline="0">
                          <a:ln>
                            <a:noFill/>
                          </a:ln>
                          <a:solidFill>
                            <a:schemeClr val="bg1"/>
                          </a:solidFill>
                          <a:effectLst/>
                          <a:latin typeface="Arial" panose="020B0604020202020204" pitchFamily="34" charset="0"/>
                          <a:ea typeface="宋体" panose="02010600030101010101" pitchFamily="2" charset="-122"/>
                        </a:rPr>
                        <a:t>7</a:t>
                      </a:r>
                    </a:p>
                  </a:txBody>
                  <a:tcPr marL="0" marR="0" marT="0" marB="0" horzOverflow="overflow">
                    <a:lnL w="12700" cap="flat" cmpd="sng" algn="ctr">
                      <a:solidFill>
                        <a:srgbClr val="FF9933"/>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1">
                      <a:gsLst>
                        <a:gs pos="0">
                          <a:srgbClr val="800080"/>
                        </a:gs>
                        <a:gs pos="100000">
                          <a:srgbClr val="800080">
                            <a:gamma/>
                            <a:shade val="46275"/>
                            <a:invGamma/>
                          </a:srgbClr>
                        </a:gs>
                      </a:gsLst>
                      <a:lin ang="5400000" scaled="1"/>
                    </a:gradFill>
                  </a:tcPr>
                </a:tc>
                <a:extLst>
                  <a:ext uri="{0D108BD9-81ED-4DB2-BD59-A6C34878D82A}">
                    <a16:rowId xmlns:a16="http://schemas.microsoft.com/office/drawing/2014/main" val="1008093871"/>
                  </a:ext>
                </a:extLst>
              </a:tr>
              <a:tr h="520700">
                <a:tc>
                  <a:txBody>
                    <a:bodyPr/>
                    <a:lstStyle>
                      <a:lvl1pPr marL="342900" indent="-342900">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marL="692150" indent="-347663">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marL="987425" indent="-293688">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marL="1281113" indent="-292100">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1598613" indent="-315913">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055813" indent="-315913"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513013" indent="-315913"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2970213" indent="-315913"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427413" indent="-315913"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300" b="1" i="0" u="none" strike="noStrike" cap="none" normalizeH="0" baseline="0">
                          <a:ln>
                            <a:noFill/>
                          </a:ln>
                          <a:solidFill>
                            <a:schemeClr val="bg1"/>
                          </a:solidFill>
                          <a:effectLst/>
                          <a:latin typeface="Arial" panose="020B0604020202020204" pitchFamily="34" charset="0"/>
                          <a:ea typeface="宋体" panose="02010600030101010101" pitchFamily="2" charset="-122"/>
                        </a:rPr>
                        <a:t>0001101</a:t>
                      </a:r>
                    </a:p>
                  </a:txBody>
                  <a:tcPr marL="0" marR="0" marT="0" marB="0" horzOverflow="overflow">
                    <a:lnL cap="flat">
                      <a:noFill/>
                    </a:lnL>
                    <a:lnR w="12700" cap="flat" cmpd="sng" algn="ctr">
                      <a:solidFill>
                        <a:srgbClr val="FF9933"/>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1">
                      <a:gsLst>
                        <a:gs pos="0">
                          <a:srgbClr val="800080"/>
                        </a:gs>
                        <a:gs pos="100000">
                          <a:srgbClr val="800080">
                            <a:gamma/>
                            <a:shade val="46275"/>
                            <a:invGamma/>
                          </a:srgbClr>
                        </a:gs>
                      </a:gsLst>
                      <a:lin ang="5400000" scaled="1"/>
                    </a:gradFill>
                  </a:tcPr>
                </a:tc>
                <a:tc>
                  <a:txBody>
                    <a:bodyPr/>
                    <a:lstStyle>
                      <a:lvl1pPr marL="342900" indent="-342900">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marL="692150" indent="-347663">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marL="987425" indent="-293688">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marL="1281113" indent="-292100">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1598613" indent="-315913">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055813" indent="-315913"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513013" indent="-315913"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2970213" indent="-315913"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427413" indent="-315913"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zh-CN" altLang="en-US" sz="2300" b="1" i="0" u="none" strike="noStrike" cap="none" normalizeH="0" baseline="0">
                          <a:ln>
                            <a:noFill/>
                          </a:ln>
                          <a:solidFill>
                            <a:schemeClr val="bg1"/>
                          </a:solidFill>
                          <a:effectLst/>
                          <a:latin typeface="Arial" panose="020B0604020202020204" pitchFamily="34" charset="0"/>
                          <a:ea typeface="宋体" panose="02010600030101010101" pitchFamily="2" charset="-122"/>
                        </a:rPr>
                        <a:t>回车</a:t>
                      </a:r>
                    </a:p>
                  </a:txBody>
                  <a:tcPr marL="0" marR="0" marT="0" marB="0" horzOverflow="overflow">
                    <a:lnL w="12700" cap="flat" cmpd="sng" algn="ctr">
                      <a:solidFill>
                        <a:srgbClr val="FF9933"/>
                      </a:solidFill>
                      <a:prstDash val="solid"/>
                      <a:round/>
                      <a:headEnd type="none" w="med" len="med"/>
                      <a:tailEnd type="none" w="med" len="med"/>
                    </a:lnL>
                    <a:lnR w="12700" cap="flat" cmpd="sng" algn="ctr">
                      <a:solidFill>
                        <a:srgbClr val="FF9933"/>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1">
                      <a:gsLst>
                        <a:gs pos="0">
                          <a:srgbClr val="800080"/>
                        </a:gs>
                        <a:gs pos="100000">
                          <a:srgbClr val="800080">
                            <a:gamma/>
                            <a:shade val="46275"/>
                            <a:invGamma/>
                          </a:srgbClr>
                        </a:gs>
                      </a:gsLst>
                      <a:lin ang="5400000" scaled="1"/>
                    </a:gradFill>
                  </a:tcPr>
                </a:tc>
                <a:tc>
                  <a:txBody>
                    <a:bodyPr/>
                    <a:lstStyle>
                      <a:lvl1pPr marL="342900" indent="-342900">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marL="692150" indent="-347663">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marL="987425" indent="-293688">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marL="1281113" indent="-292100">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1598613" indent="-315913">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055813" indent="-315913"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513013" indent="-315913"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2970213" indent="-315913"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427413" indent="-315913"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300" b="1" i="0" u="none" strike="noStrike" cap="none" normalizeH="0" baseline="0">
                          <a:ln>
                            <a:noFill/>
                          </a:ln>
                          <a:solidFill>
                            <a:schemeClr val="bg1"/>
                          </a:solidFill>
                          <a:effectLst/>
                          <a:latin typeface="Arial" panose="020B0604020202020204" pitchFamily="34" charset="0"/>
                          <a:ea typeface="宋体" panose="02010600030101010101" pitchFamily="2" charset="-122"/>
                        </a:rPr>
                        <a:t>13</a:t>
                      </a:r>
                    </a:p>
                  </a:txBody>
                  <a:tcPr marL="0" marR="0" marT="0" marB="0" horzOverflow="overflow">
                    <a:lnL w="12700" cap="flat" cmpd="sng" algn="ctr">
                      <a:solidFill>
                        <a:srgbClr val="FF9933"/>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1">
                      <a:gsLst>
                        <a:gs pos="0">
                          <a:srgbClr val="800080"/>
                        </a:gs>
                        <a:gs pos="100000">
                          <a:srgbClr val="800080">
                            <a:gamma/>
                            <a:shade val="46275"/>
                            <a:invGamma/>
                          </a:srgbClr>
                        </a:gs>
                      </a:gsLst>
                      <a:lin ang="5400000" scaled="1"/>
                    </a:gradFill>
                  </a:tcPr>
                </a:tc>
                <a:extLst>
                  <a:ext uri="{0D108BD9-81ED-4DB2-BD59-A6C34878D82A}">
                    <a16:rowId xmlns:a16="http://schemas.microsoft.com/office/drawing/2014/main" val="2111212164"/>
                  </a:ext>
                </a:extLst>
              </a:tr>
            </a:tbl>
          </a:graphicData>
        </a:graphic>
      </p:graphicFrame>
    </p:spTree>
  </p:cSld>
  <p:clrMapOvr>
    <a:masterClrMapping/>
  </p:clrMapOvr>
  <p:transition spd="slow"/>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 name="灯片编号占位符 3">
            <a:extLst>
              <a:ext uri="{FF2B5EF4-FFF2-40B4-BE49-F238E27FC236}">
                <a16:creationId xmlns:a16="http://schemas.microsoft.com/office/drawing/2014/main" id="{D6A01CA7-87CE-4BE1-B575-7B6440B9CC2B}"/>
              </a:ext>
            </a:extLst>
          </p:cNvPr>
          <p:cNvSpPr>
            <a:spLocks noGrp="1"/>
          </p:cNvSpPr>
          <p:nvPr>
            <p:ph type="sldNum" sz="quarter" idx="12"/>
          </p:nvPr>
        </p:nvSpPr>
        <p:spPr/>
        <p:txBody>
          <a:bodyPr/>
          <a:lstStyle/>
          <a:p>
            <a:fld id="{07A51CB2-CC0B-41FB-BD33-82150869822A}" type="slidenum">
              <a:rPr lang="en-US" altLang="zh-CN"/>
              <a:pPr/>
              <a:t>30</a:t>
            </a:fld>
            <a:endParaRPr lang="en-US" altLang="zh-CN"/>
          </a:p>
        </p:txBody>
      </p:sp>
      <p:graphicFrame>
        <p:nvGraphicFramePr>
          <p:cNvPr id="181250" name="Group 2">
            <a:extLst>
              <a:ext uri="{FF2B5EF4-FFF2-40B4-BE49-F238E27FC236}">
                <a16:creationId xmlns:a16="http://schemas.microsoft.com/office/drawing/2014/main" id="{D25AB3B6-AAAA-4841-9F8E-0342326FB457}"/>
              </a:ext>
            </a:extLst>
          </p:cNvPr>
          <p:cNvGraphicFramePr>
            <a:graphicFrameLocks noGrp="1"/>
          </p:cNvGraphicFramePr>
          <p:nvPr/>
        </p:nvGraphicFramePr>
        <p:xfrm>
          <a:off x="533400" y="717550"/>
          <a:ext cx="8001000" cy="5715000"/>
        </p:xfrm>
        <a:graphic>
          <a:graphicData uri="http://schemas.openxmlformats.org/drawingml/2006/table">
            <a:tbl>
              <a:tblPr/>
              <a:tblGrid>
                <a:gridCol w="1676400">
                  <a:extLst>
                    <a:ext uri="{9D8B030D-6E8A-4147-A177-3AD203B41FA5}">
                      <a16:colId xmlns:a16="http://schemas.microsoft.com/office/drawing/2014/main" val="2692405201"/>
                    </a:ext>
                  </a:extLst>
                </a:gridCol>
                <a:gridCol w="914400">
                  <a:extLst>
                    <a:ext uri="{9D8B030D-6E8A-4147-A177-3AD203B41FA5}">
                      <a16:colId xmlns:a16="http://schemas.microsoft.com/office/drawing/2014/main" val="2024208259"/>
                    </a:ext>
                  </a:extLst>
                </a:gridCol>
                <a:gridCol w="838200">
                  <a:extLst>
                    <a:ext uri="{9D8B030D-6E8A-4147-A177-3AD203B41FA5}">
                      <a16:colId xmlns:a16="http://schemas.microsoft.com/office/drawing/2014/main" val="1253565094"/>
                    </a:ext>
                  </a:extLst>
                </a:gridCol>
                <a:gridCol w="762000">
                  <a:extLst>
                    <a:ext uri="{9D8B030D-6E8A-4147-A177-3AD203B41FA5}">
                      <a16:colId xmlns:a16="http://schemas.microsoft.com/office/drawing/2014/main" val="394028371"/>
                    </a:ext>
                  </a:extLst>
                </a:gridCol>
                <a:gridCol w="762000">
                  <a:extLst>
                    <a:ext uri="{9D8B030D-6E8A-4147-A177-3AD203B41FA5}">
                      <a16:colId xmlns:a16="http://schemas.microsoft.com/office/drawing/2014/main" val="2406069972"/>
                    </a:ext>
                  </a:extLst>
                </a:gridCol>
                <a:gridCol w="762000">
                  <a:extLst>
                    <a:ext uri="{9D8B030D-6E8A-4147-A177-3AD203B41FA5}">
                      <a16:colId xmlns:a16="http://schemas.microsoft.com/office/drawing/2014/main" val="2546065017"/>
                    </a:ext>
                  </a:extLst>
                </a:gridCol>
                <a:gridCol w="762000">
                  <a:extLst>
                    <a:ext uri="{9D8B030D-6E8A-4147-A177-3AD203B41FA5}">
                      <a16:colId xmlns:a16="http://schemas.microsoft.com/office/drawing/2014/main" val="332542420"/>
                    </a:ext>
                  </a:extLst>
                </a:gridCol>
                <a:gridCol w="762000">
                  <a:extLst>
                    <a:ext uri="{9D8B030D-6E8A-4147-A177-3AD203B41FA5}">
                      <a16:colId xmlns:a16="http://schemas.microsoft.com/office/drawing/2014/main" val="165050292"/>
                    </a:ext>
                  </a:extLst>
                </a:gridCol>
                <a:gridCol w="762000">
                  <a:extLst>
                    <a:ext uri="{9D8B030D-6E8A-4147-A177-3AD203B41FA5}">
                      <a16:colId xmlns:a16="http://schemas.microsoft.com/office/drawing/2014/main" val="3996505427"/>
                    </a:ext>
                  </a:extLst>
                </a:gridCol>
              </a:tblGrid>
              <a:tr h="334963">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1500" b="1" i="0" u="none" strike="noStrike" cap="none" normalizeH="0" baseline="0">
                          <a:ln>
                            <a:noFill/>
                          </a:ln>
                          <a:solidFill>
                            <a:schemeClr val="tx1"/>
                          </a:solidFill>
                          <a:effectLst/>
                          <a:latin typeface="Arial" panose="020B0604020202020204" pitchFamily="34" charset="0"/>
                          <a:ea typeface="宋体" panose="02010600030101010101" pitchFamily="2" charset="-122"/>
                        </a:rPr>
                        <a:t>b7b6b5 </a:t>
                      </a:r>
                    </a:p>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1500" b="1" i="0" u="none" strike="noStrike" cap="none" normalizeH="0" baseline="0">
                          <a:ln>
                            <a:noFill/>
                          </a:ln>
                          <a:solidFill>
                            <a:schemeClr val="tx1"/>
                          </a:solidFill>
                          <a:effectLst/>
                          <a:latin typeface="Arial" panose="020B0604020202020204" pitchFamily="34" charset="0"/>
                          <a:ea typeface="宋体" panose="02010600030101010101" pitchFamily="2" charset="-122"/>
                        </a:rPr>
                        <a:t>b4b3b2b1 </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solidFill>
                        <a:schemeClr val="tx1"/>
                      </a:solidFill>
                      <a:prstDash val="solid"/>
                      <a:round/>
                      <a:headEnd type="none" w="med" len="med"/>
                      <a:tailEnd type="none" w="med" len="med"/>
                    </a:lnTlToBr>
                    <a:lnBlToTr>
                      <a:noFill/>
                    </a:lnBlToTr>
                    <a:noFill/>
                  </a:tcPr>
                </a:tc>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1500" b="1" i="0" u="none" strike="noStrike" cap="none" normalizeH="0" baseline="0">
                          <a:ln>
                            <a:noFill/>
                          </a:ln>
                          <a:solidFill>
                            <a:schemeClr val="tx1"/>
                          </a:solidFill>
                          <a:effectLst/>
                          <a:latin typeface="Arial" panose="020B0604020202020204" pitchFamily="34" charset="0"/>
                          <a:ea typeface="宋体" panose="02010600030101010101" pitchFamily="2" charset="-122"/>
                        </a:rPr>
                        <a:t>000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1500" b="1" i="0" u="none" strike="noStrike" cap="none" normalizeH="0" baseline="0">
                          <a:ln>
                            <a:noFill/>
                          </a:ln>
                          <a:solidFill>
                            <a:schemeClr val="tx1"/>
                          </a:solidFill>
                          <a:effectLst/>
                          <a:latin typeface="Arial" panose="020B0604020202020204" pitchFamily="34" charset="0"/>
                          <a:ea typeface="宋体" panose="02010600030101010101" pitchFamily="2" charset="-122"/>
                        </a:rPr>
                        <a:t>001</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1500" b="1" i="0" u="none" strike="noStrike" cap="none" normalizeH="0" baseline="0">
                          <a:ln>
                            <a:noFill/>
                          </a:ln>
                          <a:solidFill>
                            <a:schemeClr val="tx1"/>
                          </a:solidFill>
                          <a:effectLst/>
                          <a:latin typeface="Arial" panose="020B0604020202020204" pitchFamily="34" charset="0"/>
                          <a:ea typeface="宋体" panose="02010600030101010101" pitchFamily="2" charset="-122"/>
                        </a:rPr>
                        <a:t>010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1500" b="1" i="0" u="none" strike="noStrike" cap="none" normalizeH="0" baseline="0">
                          <a:ln>
                            <a:noFill/>
                          </a:ln>
                          <a:solidFill>
                            <a:schemeClr val="tx1"/>
                          </a:solidFill>
                          <a:effectLst/>
                          <a:latin typeface="Arial" panose="020B0604020202020204" pitchFamily="34" charset="0"/>
                          <a:ea typeface="宋体" panose="02010600030101010101" pitchFamily="2" charset="-122"/>
                        </a:rPr>
                        <a:t>011</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1500" b="1" i="0" u="none" strike="noStrike" cap="none" normalizeH="0" baseline="0">
                          <a:ln>
                            <a:noFill/>
                          </a:ln>
                          <a:solidFill>
                            <a:schemeClr val="tx1"/>
                          </a:solidFill>
                          <a:effectLst/>
                          <a:latin typeface="Arial" panose="020B0604020202020204" pitchFamily="34" charset="0"/>
                          <a:ea typeface="宋体" panose="02010600030101010101" pitchFamily="2" charset="-122"/>
                        </a:rPr>
                        <a:t>100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1500" b="1" i="0" u="none" strike="noStrike" cap="none" normalizeH="0" baseline="0">
                          <a:ln>
                            <a:noFill/>
                          </a:ln>
                          <a:solidFill>
                            <a:schemeClr val="tx1"/>
                          </a:solidFill>
                          <a:effectLst/>
                          <a:latin typeface="Arial" panose="020B0604020202020204" pitchFamily="34" charset="0"/>
                          <a:ea typeface="宋体" panose="02010600030101010101" pitchFamily="2" charset="-122"/>
                        </a:rPr>
                        <a:t>101</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1500" b="1" i="0" u="none" strike="noStrike" cap="none" normalizeH="0" baseline="0">
                          <a:ln>
                            <a:noFill/>
                          </a:ln>
                          <a:solidFill>
                            <a:schemeClr val="tx1"/>
                          </a:solidFill>
                          <a:effectLst/>
                          <a:latin typeface="Arial" panose="020B0604020202020204" pitchFamily="34" charset="0"/>
                          <a:ea typeface="宋体" panose="02010600030101010101" pitchFamily="2" charset="-122"/>
                        </a:rPr>
                        <a:t>110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1500" b="1" i="0" u="none" strike="noStrike" cap="none" normalizeH="0" baseline="0">
                          <a:ln>
                            <a:noFill/>
                          </a:ln>
                          <a:solidFill>
                            <a:schemeClr val="tx1"/>
                          </a:solidFill>
                          <a:effectLst/>
                          <a:latin typeface="Arial" panose="020B0604020202020204" pitchFamily="34" charset="0"/>
                          <a:ea typeface="宋体" panose="02010600030101010101" pitchFamily="2" charset="-122"/>
                        </a:rPr>
                        <a:t>111</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388757368"/>
                  </a:ext>
                </a:extLst>
              </a:tr>
              <a:tr h="282575">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1500" b="1" i="0" u="none" strike="noStrike" cap="none" normalizeH="0" baseline="0">
                          <a:ln>
                            <a:noFill/>
                          </a:ln>
                          <a:solidFill>
                            <a:schemeClr val="tx1"/>
                          </a:solidFill>
                          <a:effectLst/>
                          <a:latin typeface="Arial" panose="020B0604020202020204" pitchFamily="34" charset="0"/>
                          <a:ea typeface="宋体" panose="02010600030101010101" pitchFamily="2" charset="-122"/>
                        </a:rPr>
                        <a:t>0000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1500" b="1" i="0" u="none" strike="noStrike" cap="none" normalizeH="0" baseline="0">
                          <a:ln>
                            <a:noFill/>
                          </a:ln>
                          <a:solidFill>
                            <a:schemeClr val="tx1"/>
                          </a:solidFill>
                          <a:effectLst/>
                          <a:latin typeface="Arial" panose="020B0604020202020204" pitchFamily="34" charset="0"/>
                          <a:ea typeface="宋体" panose="02010600030101010101" pitchFamily="2" charset="-122"/>
                        </a:rPr>
                        <a:t>NUL</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1500" b="1" i="0" u="none" strike="noStrike" cap="none" normalizeH="0" baseline="0">
                          <a:ln>
                            <a:noFill/>
                          </a:ln>
                          <a:solidFill>
                            <a:schemeClr val="tx1"/>
                          </a:solidFill>
                          <a:effectLst/>
                          <a:latin typeface="Arial" panose="020B0604020202020204" pitchFamily="34" charset="0"/>
                          <a:ea typeface="宋体" panose="02010600030101010101" pitchFamily="2" charset="-122"/>
                        </a:rPr>
                        <a:t>DLE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1500" b="1" i="0" u="none" strike="noStrike" cap="none" normalizeH="0" baseline="0">
                          <a:ln>
                            <a:noFill/>
                          </a:ln>
                          <a:solidFill>
                            <a:schemeClr val="tx1"/>
                          </a:solidFill>
                          <a:effectLst/>
                          <a:latin typeface="Arial" panose="020B0604020202020204" pitchFamily="34" charset="0"/>
                          <a:ea typeface="宋体" panose="02010600030101010101" pitchFamily="2" charset="-122"/>
                        </a:rPr>
                        <a:t>SP</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1500" b="1" i="0" u="none" strike="noStrike" cap="none" normalizeH="0" baseline="0">
                          <a:ln>
                            <a:noFill/>
                          </a:ln>
                          <a:solidFill>
                            <a:schemeClr val="tx1"/>
                          </a:solidFill>
                          <a:effectLst/>
                          <a:latin typeface="Arial" panose="020B0604020202020204" pitchFamily="34" charset="0"/>
                          <a:ea typeface="宋体" panose="02010600030101010101"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15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1500" b="1" i="0" u="none" strike="noStrike" cap="none" normalizeH="0" baseline="0">
                          <a:ln>
                            <a:noFill/>
                          </a:ln>
                          <a:solidFill>
                            <a:schemeClr val="tx1"/>
                          </a:solidFill>
                          <a:effectLst/>
                          <a:latin typeface="Arial" panose="020B0604020202020204" pitchFamily="34" charset="0"/>
                          <a:ea typeface="宋体" panose="02010600030101010101" pitchFamily="2" charset="-122"/>
                        </a:rPr>
                        <a:t>P</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zh-CN" altLang="en-US" sz="15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1500" b="1" i="0" u="none" strike="noStrike" cap="none" normalizeH="0" baseline="0">
                          <a:ln>
                            <a:noFill/>
                          </a:ln>
                          <a:solidFill>
                            <a:schemeClr val="tx1"/>
                          </a:solidFill>
                          <a:effectLst/>
                          <a:latin typeface="Arial" panose="020B0604020202020204" pitchFamily="34" charset="0"/>
                          <a:ea typeface="宋体" panose="02010600030101010101" pitchFamily="2" charset="-122"/>
                        </a:rPr>
                        <a:t>p</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940896381"/>
                  </a:ext>
                </a:extLst>
              </a:tr>
              <a:tr h="277813">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1500" b="1" i="0" u="none" strike="noStrike" cap="none" normalizeH="0" baseline="0">
                          <a:ln>
                            <a:noFill/>
                          </a:ln>
                          <a:solidFill>
                            <a:schemeClr val="tx1"/>
                          </a:solidFill>
                          <a:effectLst/>
                          <a:latin typeface="Arial" panose="020B0604020202020204" pitchFamily="34" charset="0"/>
                          <a:ea typeface="宋体" panose="02010600030101010101" pitchFamily="2" charset="-122"/>
                        </a:rPr>
                        <a:t>0001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1500" b="1" i="0" u="none" strike="noStrike" cap="none" normalizeH="0" baseline="0">
                          <a:ln>
                            <a:noFill/>
                          </a:ln>
                          <a:solidFill>
                            <a:schemeClr val="tx1"/>
                          </a:solidFill>
                          <a:effectLst/>
                          <a:latin typeface="Arial" panose="020B0604020202020204" pitchFamily="34" charset="0"/>
                          <a:ea typeface="宋体" panose="02010600030101010101" pitchFamily="2" charset="-122"/>
                        </a:rPr>
                        <a:t>SOH</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1500" b="1" i="0" u="none" strike="noStrike" cap="none" normalizeH="0" baseline="0">
                          <a:ln>
                            <a:noFill/>
                          </a:ln>
                          <a:solidFill>
                            <a:schemeClr val="tx1"/>
                          </a:solidFill>
                          <a:effectLst/>
                          <a:latin typeface="Arial" panose="020B0604020202020204" pitchFamily="34" charset="0"/>
                          <a:ea typeface="宋体" panose="02010600030101010101" pitchFamily="2" charset="-122"/>
                        </a:rPr>
                        <a:t>DC1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zh-CN" altLang="en-US" sz="15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1500" b="1" i="0" u="none" strike="noStrike" cap="none" normalizeH="0" baseline="0">
                          <a:ln>
                            <a:noFill/>
                          </a:ln>
                          <a:solidFill>
                            <a:schemeClr val="tx1"/>
                          </a:solidFill>
                          <a:effectLst/>
                          <a:latin typeface="Arial" panose="020B0604020202020204" pitchFamily="34"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1500" b="1" i="0" u="none" strike="noStrike" cap="none" normalizeH="0" baseline="0">
                          <a:ln>
                            <a:noFill/>
                          </a:ln>
                          <a:solidFill>
                            <a:schemeClr val="tx1"/>
                          </a:solidFill>
                          <a:effectLst/>
                          <a:latin typeface="Arial" panose="020B0604020202020204" pitchFamily="34" charset="0"/>
                          <a:ea typeface="宋体" panose="02010600030101010101" pitchFamily="2" charset="-122"/>
                        </a:rPr>
                        <a:t>A</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1500" b="1" i="0" u="none" strike="noStrike" cap="none" normalizeH="0" baseline="0">
                          <a:ln>
                            <a:noFill/>
                          </a:ln>
                          <a:solidFill>
                            <a:schemeClr val="tx1"/>
                          </a:solidFill>
                          <a:effectLst/>
                          <a:latin typeface="Arial" panose="020B0604020202020204" pitchFamily="34" charset="0"/>
                          <a:ea typeface="宋体" panose="02010600030101010101" pitchFamily="2" charset="-122"/>
                        </a:rPr>
                        <a:t>Q</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1500" b="1" i="0" u="none" strike="noStrike" cap="none" normalizeH="0" baseline="0">
                          <a:ln>
                            <a:noFill/>
                          </a:ln>
                          <a:solidFill>
                            <a:schemeClr val="tx1"/>
                          </a:solidFill>
                          <a:effectLst/>
                          <a:latin typeface="Arial" panose="020B0604020202020204" pitchFamily="34" charset="0"/>
                          <a:ea typeface="宋体" panose="02010600030101010101" pitchFamily="2" charset="-122"/>
                        </a:rPr>
                        <a:t>a</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1500" b="1" i="0" u="none" strike="noStrike" cap="none" normalizeH="0" baseline="0">
                          <a:ln>
                            <a:noFill/>
                          </a:ln>
                          <a:solidFill>
                            <a:schemeClr val="tx1"/>
                          </a:solidFill>
                          <a:effectLst/>
                          <a:latin typeface="Arial" panose="020B0604020202020204" pitchFamily="34" charset="0"/>
                          <a:ea typeface="宋体" panose="02010600030101010101" pitchFamily="2" charset="-122"/>
                        </a:rPr>
                        <a:t>q</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543958443"/>
                  </a:ext>
                </a:extLst>
              </a:tr>
              <a:tr h="273050">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1500" b="1" i="0" u="none" strike="noStrike" cap="none" normalizeH="0" baseline="0">
                          <a:ln>
                            <a:noFill/>
                          </a:ln>
                          <a:solidFill>
                            <a:schemeClr val="tx1"/>
                          </a:solidFill>
                          <a:effectLst/>
                          <a:latin typeface="Arial" panose="020B0604020202020204" pitchFamily="34" charset="0"/>
                          <a:ea typeface="宋体" panose="02010600030101010101" pitchFamily="2" charset="-122"/>
                        </a:rPr>
                        <a:t>0010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1500" b="1" i="0" u="none" strike="noStrike" cap="none" normalizeH="0" baseline="0">
                          <a:ln>
                            <a:noFill/>
                          </a:ln>
                          <a:solidFill>
                            <a:schemeClr val="tx1"/>
                          </a:solidFill>
                          <a:effectLst/>
                          <a:latin typeface="Arial" panose="020B0604020202020204" pitchFamily="34" charset="0"/>
                          <a:ea typeface="宋体" panose="02010600030101010101" pitchFamily="2" charset="-122"/>
                        </a:rPr>
                        <a:t>STX</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1500" b="1" i="0" u="none" strike="noStrike" cap="none" normalizeH="0" baseline="0">
                          <a:ln>
                            <a:noFill/>
                          </a:ln>
                          <a:solidFill>
                            <a:schemeClr val="tx1"/>
                          </a:solidFill>
                          <a:effectLst/>
                          <a:latin typeface="Arial" panose="020B0604020202020204" pitchFamily="34" charset="0"/>
                          <a:ea typeface="宋体" panose="02010600030101010101" pitchFamily="2" charset="-122"/>
                        </a:rPr>
                        <a:t>DC2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15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1500" b="1" i="0" u="none" strike="noStrike" cap="none" normalizeH="0" baseline="0">
                          <a:ln>
                            <a:noFill/>
                          </a:ln>
                          <a:solidFill>
                            <a:schemeClr val="tx1"/>
                          </a:solidFill>
                          <a:effectLst/>
                          <a:latin typeface="Arial" panose="020B0604020202020204" pitchFamily="34" charset="0"/>
                          <a:ea typeface="宋体" panose="02010600030101010101" pitchFamily="2" charset="-122"/>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1500" b="1" i="0" u="none" strike="noStrike" cap="none" normalizeH="0" baseline="0">
                          <a:ln>
                            <a:noFill/>
                          </a:ln>
                          <a:solidFill>
                            <a:schemeClr val="tx1"/>
                          </a:solidFill>
                          <a:effectLst/>
                          <a:latin typeface="Arial" panose="020B0604020202020204" pitchFamily="34" charset="0"/>
                          <a:ea typeface="宋体" panose="02010600030101010101" pitchFamily="2" charset="-122"/>
                        </a:rPr>
                        <a:t>B</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1500" b="1" i="0" u="none" strike="noStrike" cap="none" normalizeH="0" baseline="0">
                          <a:ln>
                            <a:noFill/>
                          </a:ln>
                          <a:solidFill>
                            <a:schemeClr val="tx1"/>
                          </a:solidFill>
                          <a:effectLst/>
                          <a:latin typeface="Arial" panose="020B0604020202020204" pitchFamily="34" charset="0"/>
                          <a:ea typeface="宋体" panose="02010600030101010101" pitchFamily="2" charset="-122"/>
                        </a:rPr>
                        <a:t>R</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1500" b="1" i="0" u="none" strike="noStrike" cap="none" normalizeH="0" baseline="0">
                          <a:ln>
                            <a:noFill/>
                          </a:ln>
                          <a:solidFill>
                            <a:schemeClr val="tx1"/>
                          </a:solidFill>
                          <a:effectLst/>
                          <a:latin typeface="Arial" panose="020B0604020202020204" pitchFamily="34" charset="0"/>
                          <a:ea typeface="宋体" panose="02010600030101010101" pitchFamily="2" charset="-122"/>
                        </a:rPr>
                        <a:t>b</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1500" b="1" i="0" u="none" strike="noStrike" cap="none" normalizeH="0" baseline="0">
                          <a:ln>
                            <a:noFill/>
                          </a:ln>
                          <a:solidFill>
                            <a:schemeClr val="tx1"/>
                          </a:solidFill>
                          <a:effectLst/>
                          <a:latin typeface="Arial" panose="020B0604020202020204" pitchFamily="34" charset="0"/>
                          <a:ea typeface="宋体" panose="02010600030101010101" pitchFamily="2" charset="-122"/>
                        </a:rPr>
                        <a:t>r</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762979741"/>
                  </a:ext>
                </a:extLst>
              </a:tr>
              <a:tr h="241300">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1500" b="1" i="0" u="none" strike="noStrike" cap="none" normalizeH="0" baseline="0">
                          <a:ln>
                            <a:noFill/>
                          </a:ln>
                          <a:solidFill>
                            <a:schemeClr val="tx1"/>
                          </a:solidFill>
                          <a:effectLst/>
                          <a:latin typeface="Arial" panose="020B0604020202020204" pitchFamily="34" charset="0"/>
                          <a:ea typeface="宋体" panose="02010600030101010101" pitchFamily="2" charset="-122"/>
                        </a:rPr>
                        <a:t>0011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1500" b="1" i="0" u="none" strike="noStrike" cap="none" normalizeH="0" baseline="0">
                          <a:ln>
                            <a:noFill/>
                          </a:ln>
                          <a:solidFill>
                            <a:schemeClr val="tx1"/>
                          </a:solidFill>
                          <a:effectLst/>
                          <a:latin typeface="Arial" panose="020B0604020202020204" pitchFamily="34" charset="0"/>
                          <a:ea typeface="宋体" panose="02010600030101010101" pitchFamily="2" charset="-122"/>
                        </a:rPr>
                        <a:t>ETX</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1500" b="1" i="0" u="none" strike="noStrike" cap="none" normalizeH="0" baseline="0">
                          <a:ln>
                            <a:noFill/>
                          </a:ln>
                          <a:solidFill>
                            <a:schemeClr val="tx1"/>
                          </a:solidFill>
                          <a:effectLst/>
                          <a:latin typeface="Arial" panose="020B0604020202020204" pitchFamily="34" charset="0"/>
                          <a:ea typeface="宋体" panose="02010600030101010101" pitchFamily="2" charset="-122"/>
                        </a:rPr>
                        <a:t>DC3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15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1500" b="1" i="0" u="none" strike="noStrike" cap="none" normalizeH="0" baseline="0">
                          <a:ln>
                            <a:noFill/>
                          </a:ln>
                          <a:solidFill>
                            <a:schemeClr val="tx1"/>
                          </a:solidFill>
                          <a:effectLst/>
                          <a:latin typeface="Arial" panose="020B0604020202020204" pitchFamily="34" charset="0"/>
                          <a:ea typeface="宋体" panose="02010600030101010101" pitchFamily="2" charset="-122"/>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1500" b="1" i="0" u="none" strike="noStrike" cap="none" normalizeH="0" baseline="0">
                          <a:ln>
                            <a:noFill/>
                          </a:ln>
                          <a:solidFill>
                            <a:schemeClr val="tx1"/>
                          </a:solidFill>
                          <a:effectLst/>
                          <a:latin typeface="Arial" panose="020B0604020202020204" pitchFamily="34" charset="0"/>
                          <a:ea typeface="宋体" panose="02010600030101010101" pitchFamily="2" charset="-122"/>
                        </a:rPr>
                        <a:t>C</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1500" b="1" i="0" u="none" strike="noStrike" cap="none" normalizeH="0" baseline="0">
                          <a:ln>
                            <a:noFill/>
                          </a:ln>
                          <a:solidFill>
                            <a:schemeClr val="tx1"/>
                          </a:solidFill>
                          <a:effectLst/>
                          <a:latin typeface="Arial" panose="020B0604020202020204" pitchFamily="34" charset="0"/>
                          <a:ea typeface="宋体" panose="02010600030101010101" pitchFamily="2" charset="-122"/>
                        </a:rPr>
                        <a:t>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1500" b="1" i="0" u="none" strike="noStrike" cap="none" normalizeH="0" baseline="0">
                          <a:ln>
                            <a:noFill/>
                          </a:ln>
                          <a:solidFill>
                            <a:schemeClr val="tx1"/>
                          </a:solidFill>
                          <a:effectLst/>
                          <a:latin typeface="Arial" panose="020B0604020202020204" pitchFamily="34" charset="0"/>
                          <a:ea typeface="宋体" panose="02010600030101010101" pitchFamily="2" charset="-122"/>
                        </a:rPr>
                        <a:t>c</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1500" b="1" i="0" u="none" strike="noStrike" cap="none" normalizeH="0" baseline="0">
                          <a:ln>
                            <a:noFill/>
                          </a:ln>
                          <a:solidFill>
                            <a:schemeClr val="tx1"/>
                          </a:solidFill>
                          <a:effectLst/>
                          <a:latin typeface="Arial" panose="020B0604020202020204" pitchFamily="34" charset="0"/>
                          <a:ea typeface="宋体" panose="02010600030101010101" pitchFamily="2" charset="-122"/>
                        </a:rPr>
                        <a:t>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43578900"/>
                  </a:ext>
                </a:extLst>
              </a:tr>
              <a:tr h="242888">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1500" b="1" i="0" u="none" strike="noStrike" cap="none" normalizeH="0" baseline="0">
                          <a:ln>
                            <a:noFill/>
                          </a:ln>
                          <a:solidFill>
                            <a:schemeClr val="tx1"/>
                          </a:solidFill>
                          <a:effectLst/>
                          <a:latin typeface="Arial" panose="020B0604020202020204" pitchFamily="34" charset="0"/>
                          <a:ea typeface="宋体" panose="02010600030101010101" pitchFamily="2" charset="-122"/>
                        </a:rPr>
                        <a:t>0100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1500" b="1" i="0" u="none" strike="noStrike" cap="none" normalizeH="0" baseline="0">
                          <a:ln>
                            <a:noFill/>
                          </a:ln>
                          <a:solidFill>
                            <a:schemeClr val="tx1"/>
                          </a:solidFill>
                          <a:effectLst/>
                          <a:latin typeface="Arial" panose="020B0604020202020204" pitchFamily="34" charset="0"/>
                          <a:ea typeface="宋体" panose="02010600030101010101" pitchFamily="2" charset="-122"/>
                        </a:rPr>
                        <a:t>EOT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1500" b="1" i="0" u="none" strike="noStrike" cap="none" normalizeH="0" baseline="0">
                          <a:ln>
                            <a:noFill/>
                          </a:ln>
                          <a:solidFill>
                            <a:schemeClr val="tx1"/>
                          </a:solidFill>
                          <a:effectLst/>
                          <a:latin typeface="Arial" panose="020B0604020202020204" pitchFamily="34" charset="0"/>
                          <a:ea typeface="宋体" panose="02010600030101010101" pitchFamily="2" charset="-122"/>
                        </a:rPr>
                        <a:t>DC4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15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1500" b="1" i="0" u="none" strike="noStrike" cap="none" normalizeH="0" baseline="0">
                          <a:ln>
                            <a:noFill/>
                          </a:ln>
                          <a:solidFill>
                            <a:schemeClr val="tx1"/>
                          </a:solidFill>
                          <a:effectLst/>
                          <a:latin typeface="Arial" panose="020B0604020202020204" pitchFamily="34" charset="0"/>
                          <a:ea typeface="宋体" panose="02010600030101010101" pitchFamily="2" charset="-122"/>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1500" b="1" i="0" u="none" strike="noStrike" cap="none" normalizeH="0" baseline="0">
                          <a:ln>
                            <a:noFill/>
                          </a:ln>
                          <a:solidFill>
                            <a:schemeClr val="tx1"/>
                          </a:solidFill>
                          <a:effectLst/>
                          <a:latin typeface="Arial" panose="020B0604020202020204" pitchFamily="34" charset="0"/>
                          <a:ea typeface="宋体" panose="02010600030101010101" pitchFamily="2" charset="-122"/>
                        </a:rPr>
                        <a:t>D</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1500" b="1" i="0" u="none" strike="noStrike" cap="none" normalizeH="0" baseline="0">
                          <a:ln>
                            <a:noFill/>
                          </a:ln>
                          <a:solidFill>
                            <a:schemeClr val="tx1"/>
                          </a:solidFill>
                          <a:effectLst/>
                          <a:latin typeface="Arial" panose="020B0604020202020204" pitchFamily="34" charset="0"/>
                          <a:ea typeface="宋体" panose="02010600030101010101" pitchFamily="2" charset="-122"/>
                        </a:rPr>
                        <a:t>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1500" b="1" i="0" u="none" strike="noStrike" cap="none" normalizeH="0" baseline="0">
                          <a:ln>
                            <a:noFill/>
                          </a:ln>
                          <a:solidFill>
                            <a:schemeClr val="tx1"/>
                          </a:solidFill>
                          <a:effectLst/>
                          <a:latin typeface="Arial" panose="020B0604020202020204" pitchFamily="34" charset="0"/>
                          <a:ea typeface="宋体" panose="02010600030101010101" pitchFamily="2" charset="-122"/>
                        </a:rPr>
                        <a:t>d</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1500" b="1" i="0" u="none" strike="noStrike" cap="none" normalizeH="0" baseline="0">
                          <a:ln>
                            <a:noFill/>
                          </a:ln>
                          <a:solidFill>
                            <a:schemeClr val="tx1"/>
                          </a:solidFill>
                          <a:effectLst/>
                          <a:latin typeface="Arial" panose="020B0604020202020204" pitchFamily="34" charset="0"/>
                          <a:ea typeface="宋体" panose="02010600030101010101" pitchFamily="2" charset="-122"/>
                        </a:rPr>
                        <a:t>t</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516244960"/>
                  </a:ext>
                </a:extLst>
              </a:tr>
              <a:tr h="241300">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1500" b="1" i="0" u="none" strike="noStrike" cap="none" normalizeH="0" baseline="0">
                          <a:ln>
                            <a:noFill/>
                          </a:ln>
                          <a:solidFill>
                            <a:schemeClr val="tx1"/>
                          </a:solidFill>
                          <a:effectLst/>
                          <a:latin typeface="Arial" panose="020B0604020202020204" pitchFamily="34" charset="0"/>
                          <a:ea typeface="宋体" panose="02010600030101010101" pitchFamily="2" charset="-122"/>
                        </a:rPr>
                        <a:t>0101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1500" b="1" i="0" u="none" strike="noStrike" cap="none" normalizeH="0" baseline="0">
                          <a:ln>
                            <a:noFill/>
                          </a:ln>
                          <a:solidFill>
                            <a:schemeClr val="tx1"/>
                          </a:solidFill>
                          <a:effectLst/>
                          <a:latin typeface="Arial" panose="020B0604020202020204" pitchFamily="34" charset="0"/>
                          <a:ea typeface="宋体" panose="02010600030101010101" pitchFamily="2" charset="-122"/>
                        </a:rPr>
                        <a:t>ENQ</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1500" b="1" i="0" u="none" strike="noStrike" cap="none" normalizeH="0" baseline="0">
                          <a:ln>
                            <a:noFill/>
                          </a:ln>
                          <a:solidFill>
                            <a:schemeClr val="tx1"/>
                          </a:solidFill>
                          <a:effectLst/>
                          <a:latin typeface="Arial" panose="020B0604020202020204" pitchFamily="34" charset="0"/>
                          <a:ea typeface="宋体" panose="02010600030101010101" pitchFamily="2" charset="-122"/>
                        </a:rPr>
                        <a:t>NAK</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15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1500" b="1" i="0" u="none" strike="noStrike" cap="none" normalizeH="0" baseline="0">
                          <a:ln>
                            <a:noFill/>
                          </a:ln>
                          <a:solidFill>
                            <a:schemeClr val="tx1"/>
                          </a:solidFill>
                          <a:effectLst/>
                          <a:latin typeface="Arial" panose="020B0604020202020204" pitchFamily="34" charset="0"/>
                          <a:ea typeface="宋体" panose="02010600030101010101" pitchFamily="2" charset="-122"/>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1500" b="1" i="0" u="none" strike="noStrike" cap="none" normalizeH="0" baseline="0">
                          <a:ln>
                            <a:noFill/>
                          </a:ln>
                          <a:solidFill>
                            <a:schemeClr val="tx1"/>
                          </a:solidFill>
                          <a:effectLst/>
                          <a:latin typeface="Arial" panose="020B0604020202020204" pitchFamily="34" charset="0"/>
                          <a:ea typeface="宋体" panose="02010600030101010101" pitchFamily="2" charset="-122"/>
                        </a:rPr>
                        <a:t>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1500" b="1" i="0" u="none" strike="noStrike" cap="none" normalizeH="0" baseline="0">
                          <a:ln>
                            <a:noFill/>
                          </a:ln>
                          <a:solidFill>
                            <a:schemeClr val="tx1"/>
                          </a:solidFill>
                          <a:effectLst/>
                          <a:latin typeface="Arial" panose="020B0604020202020204" pitchFamily="34" charset="0"/>
                          <a:ea typeface="宋体" panose="02010600030101010101" pitchFamily="2" charset="-122"/>
                        </a:rPr>
                        <a:t>U</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1500" b="1" i="0" u="none" strike="noStrike" cap="none" normalizeH="0" baseline="0">
                          <a:ln>
                            <a:noFill/>
                          </a:ln>
                          <a:solidFill>
                            <a:schemeClr val="tx1"/>
                          </a:solidFill>
                          <a:effectLst/>
                          <a:latin typeface="Arial" panose="020B0604020202020204" pitchFamily="34" charset="0"/>
                          <a:ea typeface="宋体" panose="02010600030101010101" pitchFamily="2" charset="-122"/>
                        </a:rPr>
                        <a:t>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1500" b="1" i="0" u="none" strike="noStrike" cap="none" normalizeH="0" baseline="0">
                          <a:ln>
                            <a:noFill/>
                          </a:ln>
                          <a:solidFill>
                            <a:schemeClr val="tx1"/>
                          </a:solidFill>
                          <a:effectLst/>
                          <a:latin typeface="Arial" panose="020B0604020202020204" pitchFamily="34" charset="0"/>
                          <a:ea typeface="宋体" panose="02010600030101010101" pitchFamily="2" charset="-122"/>
                        </a:rPr>
                        <a:t>u</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826809492"/>
                  </a:ext>
                </a:extLst>
              </a:tr>
              <a:tr h="242888">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1500" b="1" i="0" u="none" strike="noStrike" cap="none" normalizeH="0" baseline="0">
                          <a:ln>
                            <a:noFill/>
                          </a:ln>
                          <a:solidFill>
                            <a:schemeClr val="tx1"/>
                          </a:solidFill>
                          <a:effectLst/>
                          <a:latin typeface="Arial" panose="020B0604020202020204" pitchFamily="34" charset="0"/>
                          <a:ea typeface="宋体" panose="02010600030101010101" pitchFamily="2" charset="-122"/>
                        </a:rPr>
                        <a:t>0110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1500" b="1" i="0" u="none" strike="noStrike" cap="none" normalizeH="0" baseline="0">
                          <a:ln>
                            <a:noFill/>
                          </a:ln>
                          <a:solidFill>
                            <a:schemeClr val="tx1"/>
                          </a:solidFill>
                          <a:effectLst/>
                          <a:latin typeface="Arial" panose="020B0604020202020204" pitchFamily="34" charset="0"/>
                          <a:ea typeface="宋体" panose="02010600030101010101" pitchFamily="2" charset="-122"/>
                        </a:rPr>
                        <a:t>ACK</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1500" b="1" i="0" u="none" strike="noStrike" cap="none" normalizeH="0" baseline="0">
                          <a:ln>
                            <a:noFill/>
                          </a:ln>
                          <a:solidFill>
                            <a:schemeClr val="tx1"/>
                          </a:solidFill>
                          <a:effectLst/>
                          <a:latin typeface="Arial" panose="020B0604020202020204" pitchFamily="34" charset="0"/>
                          <a:ea typeface="宋体" panose="02010600030101010101" pitchFamily="2" charset="-122"/>
                        </a:rPr>
                        <a:t>SYN</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1500" b="1" i="0" u="none" strike="noStrike" cap="none" normalizeH="0" baseline="0">
                          <a:ln>
                            <a:noFill/>
                          </a:ln>
                          <a:solidFill>
                            <a:schemeClr val="tx1"/>
                          </a:solidFill>
                          <a:effectLst/>
                          <a:latin typeface="Arial" panose="020B0604020202020204" pitchFamily="34" charset="0"/>
                          <a:ea typeface="宋体" panose="02010600030101010101" pitchFamily="2" charset="-122"/>
                        </a:rPr>
                        <a:t>&amp;</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1500" b="1" i="0" u="none" strike="noStrike" cap="none" normalizeH="0" baseline="0">
                          <a:ln>
                            <a:noFill/>
                          </a:ln>
                          <a:solidFill>
                            <a:schemeClr val="tx1"/>
                          </a:solidFill>
                          <a:effectLst/>
                          <a:latin typeface="Arial" panose="020B0604020202020204" pitchFamily="34" charset="0"/>
                          <a:ea typeface="宋体" panose="02010600030101010101" pitchFamily="2" charset="-122"/>
                        </a:rPr>
                        <a:t>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1500" b="1" i="0" u="none" strike="noStrike" cap="none" normalizeH="0" baseline="0">
                          <a:ln>
                            <a:noFill/>
                          </a:ln>
                          <a:solidFill>
                            <a:schemeClr val="tx1"/>
                          </a:solidFill>
                          <a:effectLst/>
                          <a:latin typeface="Arial" panose="020B0604020202020204" pitchFamily="34" charset="0"/>
                          <a:ea typeface="宋体" panose="02010600030101010101" pitchFamily="2" charset="-122"/>
                        </a:rPr>
                        <a:t>F</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1500" b="1" i="0" u="none" strike="noStrike" cap="none" normalizeH="0" baseline="0">
                          <a:ln>
                            <a:noFill/>
                          </a:ln>
                          <a:solidFill>
                            <a:schemeClr val="tx1"/>
                          </a:solidFill>
                          <a:effectLst/>
                          <a:latin typeface="Arial" panose="020B0604020202020204" pitchFamily="34" charset="0"/>
                          <a:ea typeface="宋体" panose="02010600030101010101" pitchFamily="2" charset="-122"/>
                        </a:rPr>
                        <a:t>V</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1500" b="1" i="0" u="none" strike="noStrike" cap="none" normalizeH="0" baseline="0">
                          <a:ln>
                            <a:noFill/>
                          </a:ln>
                          <a:solidFill>
                            <a:schemeClr val="tx1"/>
                          </a:solidFill>
                          <a:effectLst/>
                          <a:latin typeface="Arial" panose="020B0604020202020204" pitchFamily="34" charset="0"/>
                          <a:ea typeface="宋体" panose="02010600030101010101" pitchFamily="2" charset="-122"/>
                        </a:rPr>
                        <a:t>f</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1500" b="1" i="0" u="none" strike="noStrike" cap="none" normalizeH="0" baseline="0">
                          <a:ln>
                            <a:noFill/>
                          </a:ln>
                          <a:solidFill>
                            <a:schemeClr val="tx1"/>
                          </a:solidFill>
                          <a:effectLst/>
                          <a:latin typeface="Arial" panose="020B0604020202020204" pitchFamily="34" charset="0"/>
                          <a:ea typeface="宋体" panose="02010600030101010101" pitchFamily="2" charset="-122"/>
                        </a:rPr>
                        <a:t>v</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223451136"/>
                  </a:ext>
                </a:extLst>
              </a:tr>
              <a:tr h="241300">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1500" b="1" i="0" u="none" strike="noStrike" cap="none" normalizeH="0" baseline="0">
                          <a:ln>
                            <a:noFill/>
                          </a:ln>
                          <a:solidFill>
                            <a:schemeClr val="tx1"/>
                          </a:solidFill>
                          <a:effectLst/>
                          <a:latin typeface="Arial" panose="020B0604020202020204" pitchFamily="34" charset="0"/>
                          <a:ea typeface="宋体" panose="02010600030101010101" pitchFamily="2" charset="-122"/>
                        </a:rPr>
                        <a:t>0111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1500" b="1" i="0" u="none" strike="noStrike" cap="none" normalizeH="0" baseline="0">
                          <a:ln>
                            <a:noFill/>
                          </a:ln>
                          <a:solidFill>
                            <a:schemeClr val="tx1"/>
                          </a:solidFill>
                          <a:effectLst/>
                          <a:latin typeface="Arial" panose="020B0604020202020204" pitchFamily="34" charset="0"/>
                          <a:ea typeface="宋体" panose="02010600030101010101" pitchFamily="2" charset="-122"/>
                        </a:rPr>
                        <a:t>BEL</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1500" b="1" i="0" u="none" strike="noStrike" cap="none" normalizeH="0" baseline="0">
                          <a:ln>
                            <a:noFill/>
                          </a:ln>
                          <a:solidFill>
                            <a:schemeClr val="tx1"/>
                          </a:solidFill>
                          <a:effectLst/>
                          <a:latin typeface="Arial" panose="020B0604020202020204" pitchFamily="34" charset="0"/>
                          <a:ea typeface="宋体" panose="02010600030101010101" pitchFamily="2" charset="-122"/>
                        </a:rPr>
                        <a:t>ETB</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15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1500" b="1" i="0" u="none" strike="noStrike" cap="none" normalizeH="0" baseline="0">
                          <a:ln>
                            <a:noFill/>
                          </a:ln>
                          <a:solidFill>
                            <a:schemeClr val="tx1"/>
                          </a:solidFill>
                          <a:effectLst/>
                          <a:latin typeface="Arial" panose="020B0604020202020204" pitchFamily="34" charset="0"/>
                          <a:ea typeface="宋体" panose="02010600030101010101" pitchFamily="2" charset="-122"/>
                        </a:rPr>
                        <a:t>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1500" b="1" i="0" u="none" strike="noStrike" cap="none" normalizeH="0" baseline="0">
                          <a:ln>
                            <a:noFill/>
                          </a:ln>
                          <a:solidFill>
                            <a:schemeClr val="tx1"/>
                          </a:solidFill>
                          <a:effectLst/>
                          <a:latin typeface="Arial" panose="020B0604020202020204" pitchFamily="34" charset="0"/>
                          <a:ea typeface="宋体" panose="02010600030101010101" pitchFamily="2" charset="-122"/>
                        </a:rPr>
                        <a:t>G</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1500" b="1" i="0" u="none" strike="noStrike" cap="none" normalizeH="0" baseline="0">
                          <a:ln>
                            <a:noFill/>
                          </a:ln>
                          <a:solidFill>
                            <a:schemeClr val="tx1"/>
                          </a:solidFill>
                          <a:effectLst/>
                          <a:latin typeface="Arial" panose="020B0604020202020204" pitchFamily="34" charset="0"/>
                          <a:ea typeface="宋体" panose="02010600030101010101" pitchFamily="2" charset="-122"/>
                        </a:rPr>
                        <a:t>W</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1500" b="1" i="0" u="none" strike="noStrike" cap="none" normalizeH="0" baseline="0">
                          <a:ln>
                            <a:noFill/>
                          </a:ln>
                          <a:solidFill>
                            <a:schemeClr val="tx1"/>
                          </a:solidFill>
                          <a:effectLst/>
                          <a:latin typeface="Arial" panose="020B0604020202020204" pitchFamily="34" charset="0"/>
                          <a:ea typeface="宋体" panose="02010600030101010101" pitchFamily="2" charset="-122"/>
                        </a:rPr>
                        <a:t>g</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1500" b="1" i="0" u="none" strike="noStrike" cap="none" normalizeH="0" baseline="0">
                          <a:ln>
                            <a:noFill/>
                          </a:ln>
                          <a:solidFill>
                            <a:schemeClr val="tx1"/>
                          </a:solidFill>
                          <a:effectLst/>
                          <a:latin typeface="Arial" panose="020B0604020202020204" pitchFamily="34" charset="0"/>
                          <a:ea typeface="宋体" panose="02010600030101010101" pitchFamily="2" charset="-122"/>
                        </a:rPr>
                        <a:t>w</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137468159"/>
                  </a:ext>
                </a:extLst>
              </a:tr>
              <a:tr h="242888">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1500" b="1" i="0" u="none" strike="noStrike" cap="none" normalizeH="0" baseline="0">
                          <a:ln>
                            <a:noFill/>
                          </a:ln>
                          <a:solidFill>
                            <a:schemeClr val="tx1"/>
                          </a:solidFill>
                          <a:effectLst/>
                          <a:latin typeface="Arial" panose="020B0604020202020204" pitchFamily="34" charset="0"/>
                          <a:ea typeface="宋体" panose="02010600030101010101" pitchFamily="2" charset="-122"/>
                        </a:rPr>
                        <a:t>1000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1500" b="1" i="0" u="none" strike="noStrike" cap="none" normalizeH="0" baseline="0">
                          <a:ln>
                            <a:noFill/>
                          </a:ln>
                          <a:solidFill>
                            <a:schemeClr val="tx1"/>
                          </a:solidFill>
                          <a:effectLst/>
                          <a:latin typeface="Arial" panose="020B0604020202020204" pitchFamily="34" charset="0"/>
                          <a:ea typeface="宋体" panose="02010600030101010101" pitchFamily="2" charset="-122"/>
                        </a:rPr>
                        <a:t>BS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1500" b="1" i="0" u="none" strike="noStrike" cap="none" normalizeH="0" baseline="0">
                          <a:ln>
                            <a:noFill/>
                          </a:ln>
                          <a:solidFill>
                            <a:schemeClr val="tx1"/>
                          </a:solidFill>
                          <a:effectLst/>
                          <a:latin typeface="Arial" panose="020B0604020202020204" pitchFamily="34" charset="0"/>
                          <a:ea typeface="宋体" panose="02010600030101010101" pitchFamily="2" charset="-122"/>
                        </a:rPr>
                        <a:t>CAN</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15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1500" b="1" i="0" u="none" strike="noStrike" cap="none" normalizeH="0" baseline="0">
                          <a:ln>
                            <a:noFill/>
                          </a:ln>
                          <a:solidFill>
                            <a:schemeClr val="tx1"/>
                          </a:solidFill>
                          <a:effectLst/>
                          <a:latin typeface="Arial" panose="020B0604020202020204" pitchFamily="34" charset="0"/>
                          <a:ea typeface="宋体" panose="02010600030101010101" pitchFamily="2" charset="-122"/>
                        </a:rPr>
                        <a:t>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1500" b="1" i="0" u="none" strike="noStrike" cap="none" normalizeH="0" baseline="0">
                          <a:ln>
                            <a:noFill/>
                          </a:ln>
                          <a:solidFill>
                            <a:schemeClr val="tx1"/>
                          </a:solidFill>
                          <a:effectLst/>
                          <a:latin typeface="Arial" panose="020B0604020202020204" pitchFamily="34" charset="0"/>
                          <a:ea typeface="宋体" panose="02010600030101010101" pitchFamily="2" charset="-122"/>
                        </a:rPr>
                        <a:t>H</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1500" b="1" i="0" u="none" strike="noStrike" cap="none" normalizeH="0" baseline="0">
                          <a:ln>
                            <a:noFill/>
                          </a:ln>
                          <a:solidFill>
                            <a:schemeClr val="tx1"/>
                          </a:solidFill>
                          <a:effectLst/>
                          <a:latin typeface="Arial" panose="020B0604020202020204" pitchFamily="34" charset="0"/>
                          <a:ea typeface="宋体" panose="02010600030101010101" pitchFamily="2" charset="-122"/>
                        </a:rPr>
                        <a:t>X</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1500" b="1" i="0" u="none" strike="noStrike" cap="none" normalizeH="0" baseline="0">
                          <a:ln>
                            <a:noFill/>
                          </a:ln>
                          <a:solidFill>
                            <a:schemeClr val="tx1"/>
                          </a:solidFill>
                          <a:effectLst/>
                          <a:latin typeface="Arial" panose="020B0604020202020204" pitchFamily="34" charset="0"/>
                          <a:ea typeface="宋体" panose="02010600030101010101" pitchFamily="2" charset="-122"/>
                        </a:rPr>
                        <a:t>h</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1500" b="1" i="0" u="none" strike="noStrike" cap="none" normalizeH="0" baseline="0">
                          <a:ln>
                            <a:noFill/>
                          </a:ln>
                          <a:solidFill>
                            <a:schemeClr val="tx1"/>
                          </a:solidFill>
                          <a:effectLst/>
                          <a:latin typeface="Arial" panose="020B0604020202020204" pitchFamily="34" charset="0"/>
                          <a:ea typeface="宋体" panose="02010600030101010101" pitchFamily="2" charset="-122"/>
                        </a:rPr>
                        <a:t>x</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53438433"/>
                  </a:ext>
                </a:extLst>
              </a:tr>
              <a:tr h="241300">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1500" b="1" i="0" u="none" strike="noStrike" cap="none" normalizeH="0" baseline="0">
                          <a:ln>
                            <a:noFill/>
                          </a:ln>
                          <a:solidFill>
                            <a:schemeClr val="tx1"/>
                          </a:solidFill>
                          <a:effectLst/>
                          <a:latin typeface="Arial" panose="020B0604020202020204" pitchFamily="34" charset="0"/>
                          <a:ea typeface="宋体" panose="02010600030101010101" pitchFamily="2" charset="-122"/>
                        </a:rPr>
                        <a:t>1001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1500" b="1" i="0" u="none" strike="noStrike" cap="none" normalizeH="0" baseline="0">
                          <a:ln>
                            <a:noFill/>
                          </a:ln>
                          <a:solidFill>
                            <a:schemeClr val="tx1"/>
                          </a:solidFill>
                          <a:effectLst/>
                          <a:latin typeface="Arial" panose="020B0604020202020204" pitchFamily="34" charset="0"/>
                          <a:ea typeface="宋体" panose="02010600030101010101" pitchFamily="2" charset="-122"/>
                        </a:rPr>
                        <a:t>HT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1500" b="1" i="0" u="none" strike="noStrike" cap="none" normalizeH="0" baseline="0">
                          <a:ln>
                            <a:noFill/>
                          </a:ln>
                          <a:solidFill>
                            <a:schemeClr val="tx1"/>
                          </a:solidFill>
                          <a:effectLst/>
                          <a:latin typeface="Arial" panose="020B0604020202020204" pitchFamily="34" charset="0"/>
                          <a:ea typeface="宋体" panose="02010600030101010101" pitchFamily="2" charset="-122"/>
                        </a:rPr>
                        <a:t>EM</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15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1500" b="1" i="0" u="none" strike="noStrike" cap="none" normalizeH="0" baseline="0">
                          <a:ln>
                            <a:noFill/>
                          </a:ln>
                          <a:solidFill>
                            <a:schemeClr val="tx1"/>
                          </a:solidFill>
                          <a:effectLst/>
                          <a:latin typeface="Arial" panose="020B0604020202020204" pitchFamily="34" charset="0"/>
                          <a:ea typeface="宋体" panose="02010600030101010101" pitchFamily="2" charset="-122"/>
                        </a:rPr>
                        <a:t>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1500" b="1" i="0" u="none" strike="noStrike" cap="none" normalizeH="0" baseline="0">
                          <a:ln>
                            <a:noFill/>
                          </a:ln>
                          <a:solidFill>
                            <a:schemeClr val="tx1"/>
                          </a:solidFill>
                          <a:effectLst/>
                          <a:latin typeface="Arial" panose="020B0604020202020204" pitchFamily="34" charset="0"/>
                          <a:ea typeface="宋体" panose="02010600030101010101" pitchFamily="2" charset="-122"/>
                        </a:rPr>
                        <a:t>I</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1500" b="1" i="0" u="none" strike="noStrike" cap="none" normalizeH="0" baseline="0">
                          <a:ln>
                            <a:noFill/>
                          </a:ln>
                          <a:solidFill>
                            <a:schemeClr val="tx1"/>
                          </a:solidFill>
                          <a:effectLst/>
                          <a:latin typeface="Arial" panose="020B0604020202020204" pitchFamily="34" charset="0"/>
                          <a:ea typeface="宋体" panose="02010600030101010101" pitchFamily="2" charset="-122"/>
                        </a:rPr>
                        <a:t>Y</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1500" b="1" i="0" u="none" strike="noStrike" cap="none" normalizeH="0" baseline="0">
                          <a:ln>
                            <a:noFill/>
                          </a:ln>
                          <a:solidFill>
                            <a:schemeClr val="tx1"/>
                          </a:solidFill>
                          <a:effectLst/>
                          <a:latin typeface="Arial" panose="020B0604020202020204" pitchFamily="34" charset="0"/>
                          <a:ea typeface="宋体" panose="02010600030101010101" pitchFamily="2" charset="-122"/>
                        </a:rPr>
                        <a:t>i</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1500" b="1" i="0" u="none" strike="noStrike" cap="none" normalizeH="0" baseline="0">
                          <a:ln>
                            <a:noFill/>
                          </a:ln>
                          <a:solidFill>
                            <a:schemeClr val="tx1"/>
                          </a:solidFill>
                          <a:effectLst/>
                          <a:latin typeface="Arial" panose="020B0604020202020204" pitchFamily="34" charset="0"/>
                          <a:ea typeface="宋体" panose="02010600030101010101" pitchFamily="2" charset="-122"/>
                        </a:rPr>
                        <a:t>y</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257489259"/>
                  </a:ext>
                </a:extLst>
              </a:tr>
              <a:tr h="242888">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1500" b="1" i="0" u="none" strike="noStrike" cap="none" normalizeH="0" baseline="0">
                          <a:ln>
                            <a:noFill/>
                          </a:ln>
                          <a:solidFill>
                            <a:schemeClr val="tx1"/>
                          </a:solidFill>
                          <a:effectLst/>
                          <a:latin typeface="Arial" panose="020B0604020202020204" pitchFamily="34" charset="0"/>
                          <a:ea typeface="宋体" panose="02010600030101010101" pitchFamily="2" charset="-122"/>
                        </a:rPr>
                        <a:t>1010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1500" b="1" i="0" u="none" strike="noStrike" cap="none" normalizeH="0" baseline="0">
                          <a:ln>
                            <a:noFill/>
                          </a:ln>
                          <a:solidFill>
                            <a:schemeClr val="tx1"/>
                          </a:solidFill>
                          <a:effectLst/>
                          <a:latin typeface="Arial" panose="020B0604020202020204" pitchFamily="34" charset="0"/>
                          <a:ea typeface="宋体" panose="02010600030101010101" pitchFamily="2" charset="-122"/>
                        </a:rPr>
                        <a:t>LF</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1500" b="1" i="0" u="none" strike="noStrike" cap="none" normalizeH="0" baseline="0">
                          <a:ln>
                            <a:noFill/>
                          </a:ln>
                          <a:solidFill>
                            <a:schemeClr val="tx1"/>
                          </a:solidFill>
                          <a:effectLst/>
                          <a:latin typeface="Arial" panose="020B0604020202020204" pitchFamily="34" charset="0"/>
                          <a:ea typeface="宋体" panose="02010600030101010101" pitchFamily="2" charset="-122"/>
                        </a:rPr>
                        <a:t>SUB</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15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zh-CN" altLang="en-US" sz="15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1500" b="1" i="0" u="none" strike="noStrike" cap="none" normalizeH="0" baseline="0">
                          <a:ln>
                            <a:noFill/>
                          </a:ln>
                          <a:solidFill>
                            <a:schemeClr val="tx1"/>
                          </a:solidFill>
                          <a:effectLst/>
                          <a:latin typeface="Arial" panose="020B0604020202020204" pitchFamily="34" charset="0"/>
                          <a:ea typeface="宋体" panose="02010600030101010101" pitchFamily="2" charset="-122"/>
                        </a:rPr>
                        <a:t>J</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1500" b="1" i="0" u="none" strike="noStrike" cap="none" normalizeH="0" baseline="0">
                          <a:ln>
                            <a:noFill/>
                          </a:ln>
                          <a:solidFill>
                            <a:schemeClr val="tx1"/>
                          </a:solidFill>
                          <a:effectLst/>
                          <a:latin typeface="Arial" panose="020B0604020202020204" pitchFamily="34" charset="0"/>
                          <a:ea typeface="宋体" panose="02010600030101010101" pitchFamily="2" charset="-122"/>
                        </a:rPr>
                        <a:t>Z</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1500" b="1" i="0" u="none" strike="noStrike" cap="none" normalizeH="0" baseline="0">
                          <a:ln>
                            <a:noFill/>
                          </a:ln>
                          <a:solidFill>
                            <a:schemeClr val="tx1"/>
                          </a:solidFill>
                          <a:effectLst/>
                          <a:latin typeface="Arial" panose="020B0604020202020204" pitchFamily="34" charset="0"/>
                          <a:ea typeface="宋体" panose="02010600030101010101" pitchFamily="2" charset="-122"/>
                        </a:rPr>
                        <a:t>j</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1500" b="1" i="0" u="none" strike="noStrike" cap="none" normalizeH="0" baseline="0">
                          <a:ln>
                            <a:noFill/>
                          </a:ln>
                          <a:solidFill>
                            <a:schemeClr val="tx1"/>
                          </a:solidFill>
                          <a:effectLst/>
                          <a:latin typeface="Arial" panose="020B0604020202020204" pitchFamily="34" charset="0"/>
                          <a:ea typeface="宋体" panose="02010600030101010101" pitchFamily="2" charset="-122"/>
                        </a:rPr>
                        <a:t>z</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651207581"/>
                  </a:ext>
                </a:extLst>
              </a:tr>
              <a:tr h="241300">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1500" b="1" i="0" u="none" strike="noStrike" cap="none" normalizeH="0" baseline="0">
                          <a:ln>
                            <a:noFill/>
                          </a:ln>
                          <a:solidFill>
                            <a:schemeClr val="tx1"/>
                          </a:solidFill>
                          <a:effectLst/>
                          <a:latin typeface="Arial" panose="020B0604020202020204" pitchFamily="34" charset="0"/>
                          <a:ea typeface="宋体" panose="02010600030101010101" pitchFamily="2" charset="-122"/>
                        </a:rPr>
                        <a:t>1011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1500" b="1" i="0" u="none" strike="noStrike" cap="none" normalizeH="0" baseline="0">
                          <a:ln>
                            <a:noFill/>
                          </a:ln>
                          <a:solidFill>
                            <a:schemeClr val="tx1"/>
                          </a:solidFill>
                          <a:effectLst/>
                          <a:latin typeface="Arial" panose="020B0604020202020204" pitchFamily="34" charset="0"/>
                          <a:ea typeface="宋体" panose="02010600030101010101" pitchFamily="2" charset="-122"/>
                        </a:rPr>
                        <a:t>VT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1500" b="1" i="0" u="none" strike="noStrike" cap="none" normalizeH="0" baseline="0">
                          <a:ln>
                            <a:noFill/>
                          </a:ln>
                          <a:solidFill>
                            <a:schemeClr val="tx1"/>
                          </a:solidFill>
                          <a:effectLst/>
                          <a:latin typeface="Arial" panose="020B0604020202020204" pitchFamily="34" charset="0"/>
                          <a:ea typeface="宋体" panose="02010600030101010101" pitchFamily="2" charset="-122"/>
                        </a:rPr>
                        <a:t>ESC</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15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zh-CN" altLang="en-US" sz="15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1500" b="1" i="0" u="none" strike="noStrike" cap="none" normalizeH="0" baseline="0">
                          <a:ln>
                            <a:noFill/>
                          </a:ln>
                          <a:solidFill>
                            <a:schemeClr val="tx1"/>
                          </a:solidFill>
                          <a:effectLst/>
                          <a:latin typeface="Arial" panose="020B0604020202020204" pitchFamily="34" charset="0"/>
                          <a:ea typeface="宋体" panose="02010600030101010101" pitchFamily="2" charset="-122"/>
                        </a:rPr>
                        <a:t>K</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15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1500" b="1" i="0" u="none" strike="noStrike" cap="none" normalizeH="0" baseline="0">
                          <a:ln>
                            <a:noFill/>
                          </a:ln>
                          <a:solidFill>
                            <a:schemeClr val="tx1"/>
                          </a:solidFill>
                          <a:effectLst/>
                          <a:latin typeface="Arial" panose="020B0604020202020204" pitchFamily="34" charset="0"/>
                          <a:ea typeface="宋体" panose="02010600030101010101" pitchFamily="2" charset="-122"/>
                        </a:rPr>
                        <a:t>k</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15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791276021"/>
                  </a:ext>
                </a:extLst>
              </a:tr>
              <a:tr h="242888">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1500" b="1" i="0" u="none" strike="noStrike" cap="none" normalizeH="0" baseline="0">
                          <a:ln>
                            <a:noFill/>
                          </a:ln>
                          <a:solidFill>
                            <a:schemeClr val="tx1"/>
                          </a:solidFill>
                          <a:effectLst/>
                          <a:latin typeface="Arial" panose="020B0604020202020204" pitchFamily="34" charset="0"/>
                          <a:ea typeface="宋体" panose="02010600030101010101" pitchFamily="2" charset="-122"/>
                        </a:rPr>
                        <a:t>1100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1500" b="1" i="0" u="none" strike="noStrike" cap="none" normalizeH="0" baseline="0">
                          <a:ln>
                            <a:noFill/>
                          </a:ln>
                          <a:solidFill>
                            <a:schemeClr val="tx1"/>
                          </a:solidFill>
                          <a:effectLst/>
                          <a:latin typeface="Arial" panose="020B0604020202020204" pitchFamily="34" charset="0"/>
                          <a:ea typeface="宋体" panose="02010600030101010101" pitchFamily="2" charset="-122"/>
                        </a:rPr>
                        <a:t>FF</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1500" b="1" i="0" u="none" strike="noStrike" cap="none" normalizeH="0" baseline="0">
                          <a:ln>
                            <a:noFill/>
                          </a:ln>
                          <a:solidFill>
                            <a:schemeClr val="tx1"/>
                          </a:solidFill>
                          <a:effectLst/>
                          <a:latin typeface="Arial" panose="020B0604020202020204" pitchFamily="34" charset="0"/>
                          <a:ea typeface="宋体" panose="02010600030101010101" pitchFamily="2" charset="-122"/>
                        </a:rPr>
                        <a:t>FS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15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1500" b="1" i="0" u="none" strike="noStrike" cap="none" normalizeH="0" baseline="0">
                          <a:ln>
                            <a:noFill/>
                          </a:ln>
                          <a:solidFill>
                            <a:schemeClr val="tx1"/>
                          </a:solidFill>
                          <a:effectLst/>
                          <a:latin typeface="Arial" panose="020B0604020202020204" pitchFamily="34" charset="0"/>
                          <a:ea typeface="宋体" panose="02010600030101010101" pitchFamily="2" charset="-122"/>
                        </a:rPr>
                        <a:t>&lt;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1500" b="1" i="0" u="none" strike="noStrike" cap="none" normalizeH="0" baseline="0">
                          <a:ln>
                            <a:noFill/>
                          </a:ln>
                          <a:solidFill>
                            <a:schemeClr val="tx1"/>
                          </a:solidFill>
                          <a:effectLst/>
                          <a:latin typeface="Arial" panose="020B0604020202020204" pitchFamily="34" charset="0"/>
                          <a:ea typeface="宋体" panose="02010600030101010101" pitchFamily="2" charset="-122"/>
                        </a:rPr>
                        <a:t>L</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15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1500" b="1" i="0" u="none" strike="noStrike" cap="none" normalizeH="0" baseline="0">
                          <a:ln>
                            <a:noFill/>
                          </a:ln>
                          <a:solidFill>
                            <a:schemeClr val="tx1"/>
                          </a:solidFill>
                          <a:effectLst/>
                          <a:latin typeface="Arial" panose="020B0604020202020204" pitchFamily="34" charset="0"/>
                          <a:ea typeface="宋体" panose="02010600030101010101" pitchFamily="2" charset="-122"/>
                        </a:rPr>
                        <a:t>l</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15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142102453"/>
                  </a:ext>
                </a:extLst>
              </a:tr>
              <a:tr h="241300">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1500" b="1" i="0" u="none" strike="noStrike" cap="none" normalizeH="0" baseline="0">
                          <a:ln>
                            <a:noFill/>
                          </a:ln>
                          <a:solidFill>
                            <a:schemeClr val="tx1"/>
                          </a:solidFill>
                          <a:effectLst/>
                          <a:latin typeface="Arial" panose="020B0604020202020204" pitchFamily="34" charset="0"/>
                          <a:ea typeface="宋体" panose="02010600030101010101" pitchFamily="2" charset="-122"/>
                        </a:rPr>
                        <a:t>1101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1500" b="1" i="0" u="none" strike="noStrike" cap="none" normalizeH="0" baseline="0">
                          <a:ln>
                            <a:noFill/>
                          </a:ln>
                          <a:solidFill>
                            <a:schemeClr val="tx1"/>
                          </a:solidFill>
                          <a:effectLst/>
                          <a:latin typeface="Arial" panose="020B0604020202020204" pitchFamily="34" charset="0"/>
                          <a:ea typeface="宋体" panose="02010600030101010101" pitchFamily="2" charset="-122"/>
                        </a:rPr>
                        <a:t>CR</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1500" b="1" i="0" u="none" strike="noStrike" cap="none" normalizeH="0" baseline="0">
                          <a:ln>
                            <a:noFill/>
                          </a:ln>
                          <a:solidFill>
                            <a:schemeClr val="tx1"/>
                          </a:solidFill>
                          <a:effectLst/>
                          <a:latin typeface="Arial" panose="020B0604020202020204" pitchFamily="34" charset="0"/>
                          <a:ea typeface="宋体" panose="02010600030101010101" pitchFamily="2" charset="-122"/>
                        </a:rPr>
                        <a:t>GS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15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15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1500" b="1" i="0" u="none" strike="noStrike" cap="none" normalizeH="0" baseline="0">
                          <a:ln>
                            <a:noFill/>
                          </a:ln>
                          <a:solidFill>
                            <a:schemeClr val="tx1"/>
                          </a:solidFill>
                          <a:effectLst/>
                          <a:latin typeface="Arial" panose="020B0604020202020204" pitchFamily="34" charset="0"/>
                          <a:ea typeface="宋体" panose="02010600030101010101" pitchFamily="2" charset="-122"/>
                        </a:rPr>
                        <a:t>M</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15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1500" b="1" i="0" u="none" strike="noStrike" cap="none" normalizeH="0" baseline="0">
                          <a:ln>
                            <a:noFill/>
                          </a:ln>
                          <a:solidFill>
                            <a:schemeClr val="tx1"/>
                          </a:solidFill>
                          <a:effectLst/>
                          <a:latin typeface="Arial" panose="020B0604020202020204" pitchFamily="34" charset="0"/>
                          <a:ea typeface="宋体" panose="02010600030101010101" pitchFamily="2" charset="-122"/>
                        </a:rPr>
                        <a:t>m</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15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87443564"/>
                  </a:ext>
                </a:extLst>
              </a:tr>
              <a:tr h="242888">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1500" b="1" i="0" u="none" strike="noStrike" cap="none" normalizeH="0" baseline="0">
                          <a:ln>
                            <a:noFill/>
                          </a:ln>
                          <a:solidFill>
                            <a:schemeClr val="tx1"/>
                          </a:solidFill>
                          <a:effectLst/>
                          <a:latin typeface="Arial" panose="020B0604020202020204" pitchFamily="34" charset="0"/>
                          <a:ea typeface="宋体" panose="02010600030101010101" pitchFamily="2" charset="-122"/>
                        </a:rPr>
                        <a:t>1110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1500" b="1" i="0" u="none" strike="noStrike" cap="none" normalizeH="0" baseline="0">
                          <a:ln>
                            <a:noFill/>
                          </a:ln>
                          <a:solidFill>
                            <a:schemeClr val="tx1"/>
                          </a:solidFill>
                          <a:effectLst/>
                          <a:latin typeface="Arial" panose="020B0604020202020204" pitchFamily="34" charset="0"/>
                          <a:ea typeface="宋体" panose="02010600030101010101" pitchFamily="2" charset="-122"/>
                        </a:rPr>
                        <a:t>SO</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1500" b="1" i="0" u="none" strike="noStrike" cap="none" normalizeH="0" baseline="0">
                          <a:ln>
                            <a:noFill/>
                          </a:ln>
                          <a:solidFill>
                            <a:schemeClr val="tx1"/>
                          </a:solidFill>
                          <a:effectLst/>
                          <a:latin typeface="Arial" panose="020B0604020202020204" pitchFamily="34" charset="0"/>
                          <a:ea typeface="宋体" panose="02010600030101010101" pitchFamily="2" charset="-122"/>
                        </a:rPr>
                        <a:t>RS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15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1500" b="1" i="0" u="none" strike="noStrike" cap="none" normalizeH="0" baseline="0">
                          <a:ln>
                            <a:noFill/>
                          </a:ln>
                          <a:solidFill>
                            <a:schemeClr val="tx1"/>
                          </a:solidFill>
                          <a:effectLst/>
                          <a:latin typeface="Arial" panose="020B0604020202020204" pitchFamily="34" charset="0"/>
                          <a:ea typeface="宋体" panose="02010600030101010101" pitchFamily="2" charset="-122"/>
                        </a:rPr>
                        <a:t>&gt;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1500" b="1" i="0" u="none" strike="noStrike" cap="none" normalizeH="0" baseline="0">
                          <a:ln>
                            <a:noFill/>
                          </a:ln>
                          <a:solidFill>
                            <a:schemeClr val="tx1"/>
                          </a:solidFill>
                          <a:effectLst/>
                          <a:latin typeface="Arial" panose="020B0604020202020204" pitchFamily="34" charset="0"/>
                          <a:ea typeface="宋体" panose="02010600030101010101" pitchFamily="2" charset="-122"/>
                        </a:rPr>
                        <a:t>N</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1500" b="1" i="0" u="none" strike="noStrike" cap="none" normalizeH="0" baseline="0">
                          <a:ln>
                            <a:noFill/>
                          </a:ln>
                          <a:solidFill>
                            <a:schemeClr val="tx1"/>
                          </a:solidFill>
                          <a:effectLst/>
                          <a:latin typeface="Arial" panose="020B0604020202020204" pitchFamily="34" charset="0"/>
                          <a:ea typeface="宋体" panose="02010600030101010101" pitchFamily="2" charset="-122"/>
                        </a:rPr>
                        <a:t>Ω</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1500" b="1" i="0" u="none" strike="noStrike" cap="none" normalizeH="0" baseline="0">
                          <a:ln>
                            <a:noFill/>
                          </a:ln>
                          <a:solidFill>
                            <a:schemeClr val="tx1"/>
                          </a:solidFill>
                          <a:effectLst/>
                          <a:latin typeface="Arial" panose="020B0604020202020204" pitchFamily="34" charset="0"/>
                          <a:ea typeface="宋体" panose="02010600030101010101" pitchFamily="2" charset="-122"/>
                        </a:rPr>
                        <a:t>n</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zh-CN" altLang="en-US" sz="15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962775104"/>
                  </a:ext>
                </a:extLst>
              </a:tr>
              <a:tr h="241300">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1500" b="1" i="0" u="none" strike="noStrike" cap="none" normalizeH="0" baseline="0">
                          <a:ln>
                            <a:noFill/>
                          </a:ln>
                          <a:solidFill>
                            <a:schemeClr val="tx1"/>
                          </a:solidFill>
                          <a:effectLst/>
                          <a:latin typeface="Arial" panose="020B0604020202020204" pitchFamily="34" charset="0"/>
                          <a:ea typeface="宋体" panose="02010600030101010101" pitchFamily="2" charset="-122"/>
                        </a:rPr>
                        <a:t>1111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1500" b="1" i="0" u="none" strike="noStrike" cap="none" normalizeH="0" baseline="0">
                          <a:ln>
                            <a:noFill/>
                          </a:ln>
                          <a:solidFill>
                            <a:schemeClr val="tx1"/>
                          </a:solidFill>
                          <a:effectLst/>
                          <a:latin typeface="Arial" panose="020B0604020202020204" pitchFamily="34" charset="0"/>
                          <a:ea typeface="宋体" panose="02010600030101010101" pitchFamily="2" charset="-122"/>
                        </a:rPr>
                        <a:t>SI</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1500" b="1" i="0" u="none" strike="noStrike" cap="none" normalizeH="0" baseline="0">
                          <a:ln>
                            <a:noFill/>
                          </a:ln>
                          <a:solidFill>
                            <a:schemeClr val="tx1"/>
                          </a:solidFill>
                          <a:effectLst/>
                          <a:latin typeface="Arial" panose="020B0604020202020204" pitchFamily="34" charset="0"/>
                          <a:ea typeface="宋体" panose="02010600030101010101" pitchFamily="2" charset="-122"/>
                        </a:rPr>
                        <a:t>US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15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15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1500" b="1" i="0" u="none" strike="noStrike" cap="none" normalizeH="0" baseline="0">
                          <a:ln>
                            <a:noFill/>
                          </a:ln>
                          <a:solidFill>
                            <a:schemeClr val="tx1"/>
                          </a:solidFill>
                          <a:effectLst/>
                          <a:latin typeface="Arial" panose="020B0604020202020204" pitchFamily="34" charset="0"/>
                          <a:ea typeface="宋体" panose="02010600030101010101" pitchFamily="2" charset="-122"/>
                        </a:rPr>
                        <a:t>O</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15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1500" b="1" i="0" u="none" strike="noStrike" cap="none" normalizeH="0" baseline="0">
                          <a:ln>
                            <a:noFill/>
                          </a:ln>
                          <a:solidFill>
                            <a:schemeClr val="tx1"/>
                          </a:solidFill>
                          <a:effectLst/>
                          <a:latin typeface="Arial" panose="020B0604020202020204" pitchFamily="34" charset="0"/>
                          <a:ea typeface="宋体" panose="02010600030101010101" pitchFamily="2" charset="-122"/>
                        </a:rPr>
                        <a:t>o</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zh-CN" sz="1500" b="1" i="0" u="none" strike="noStrike" cap="none" normalizeH="0" baseline="0">
                          <a:ln>
                            <a:noFill/>
                          </a:ln>
                          <a:solidFill>
                            <a:schemeClr val="tx1"/>
                          </a:solidFill>
                          <a:effectLst/>
                          <a:latin typeface="Arial" panose="020B0604020202020204" pitchFamily="34" charset="0"/>
                          <a:ea typeface="宋体" panose="02010600030101010101" pitchFamily="2" charset="-122"/>
                        </a:rPr>
                        <a:t>DEL</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797971561"/>
                  </a:ext>
                </a:extLst>
              </a:tr>
            </a:tbl>
          </a:graphicData>
        </a:graphic>
      </p:graphicFrame>
      <p:sp>
        <p:nvSpPr>
          <p:cNvPr id="181435" name="Rectangle 187">
            <a:extLst>
              <a:ext uri="{FF2B5EF4-FFF2-40B4-BE49-F238E27FC236}">
                <a16:creationId xmlns:a16="http://schemas.microsoft.com/office/drawing/2014/main" id="{98AFB8E6-66F2-4529-A72B-4C1C5E45E41B}"/>
              </a:ext>
            </a:extLst>
          </p:cNvPr>
          <p:cNvSpPr>
            <a:spLocks noChangeArrowheads="1"/>
          </p:cNvSpPr>
          <p:nvPr/>
        </p:nvSpPr>
        <p:spPr bwMode="auto">
          <a:xfrm>
            <a:off x="3657600" y="0"/>
            <a:ext cx="2089150" cy="588963"/>
          </a:xfrm>
          <a:prstGeom prst="rect">
            <a:avLst/>
          </a:prstGeom>
          <a:noFill/>
          <a:ln>
            <a:noFill/>
          </a:ln>
          <a:effectLst/>
          <a:extLst>
            <a:ext uri="{909E8E84-426E-40DD-AFC4-6F175D3DCCD1}">
              <a14:hiddenFill xmlns:a14="http://schemas.microsoft.com/office/drawing/2010/main">
                <a:solidFill>
                  <a:srgbClr val="3333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a:defRPr kumimoji="1" sz="2400">
                <a:solidFill>
                  <a:schemeClr val="tx1"/>
                </a:solidFill>
                <a:latin typeface="Times New Roman" panose="02020603050405020304" pitchFamily="18" charset="0"/>
                <a:ea typeface="宋体" panose="02010600030101010101" pitchFamily="2" charset="-122"/>
              </a:defRPr>
            </a:lvl2pPr>
            <a:lvl3pPr>
              <a:defRPr kumimoji="1" sz="2400">
                <a:solidFill>
                  <a:schemeClr val="tx1"/>
                </a:solidFill>
                <a:latin typeface="Times New Roman" panose="02020603050405020304" pitchFamily="18" charset="0"/>
                <a:ea typeface="宋体" panose="02010600030101010101" pitchFamily="2" charset="-122"/>
              </a:defRPr>
            </a:lvl3pPr>
            <a:lvl4pPr>
              <a:defRPr kumimoji="1" sz="2400">
                <a:solidFill>
                  <a:schemeClr val="tx1"/>
                </a:solidFill>
                <a:latin typeface="Times New Roman" panose="02020603050405020304" pitchFamily="18" charset="0"/>
                <a:ea typeface="宋体" panose="02010600030101010101" pitchFamily="2" charset="-122"/>
              </a:defRPr>
            </a:lvl4pPr>
            <a:lvl5pPr>
              <a:defRPr kumimoji="1" sz="2400">
                <a:solidFill>
                  <a:schemeClr val="tx1"/>
                </a:solidFill>
                <a:latin typeface="Times New Roman" panose="02020603050405020304" pitchFamily="18" charset="0"/>
                <a:ea typeface="宋体" panose="02010600030101010101" pitchFamily="2" charset="-122"/>
              </a:defRPr>
            </a:lvl5pPr>
            <a:lvl6pPr marL="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9144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1371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18288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b="1">
                <a:solidFill>
                  <a:srgbClr val="3333CC"/>
                </a:solidFill>
                <a:latin typeface="宋体" panose="02010600030101010101" pitchFamily="2" charset="-122"/>
              </a:rPr>
              <a:t>ASCII</a:t>
            </a:r>
            <a:r>
              <a:rPr lang="zh-CN" altLang="en-US" b="1">
                <a:solidFill>
                  <a:srgbClr val="3333CC"/>
                </a:solidFill>
                <a:latin typeface="宋体" panose="02010600030101010101" pitchFamily="2" charset="-122"/>
              </a:rPr>
              <a:t>编码表 </a:t>
            </a:r>
          </a:p>
        </p:txBody>
      </p:sp>
    </p:spTree>
  </p:cSld>
  <p:clrMapOvr>
    <a:masterClrMapping/>
  </p:clrMapOvr>
  <p:transition spd="slow">
    <p:pull dir="ru"/>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灯片编号占位符 4">
            <a:extLst>
              <a:ext uri="{FF2B5EF4-FFF2-40B4-BE49-F238E27FC236}">
                <a16:creationId xmlns:a16="http://schemas.microsoft.com/office/drawing/2014/main" id="{ED2DD88A-78CF-4E35-BC14-C706C5EAF270}"/>
              </a:ext>
            </a:extLst>
          </p:cNvPr>
          <p:cNvSpPr>
            <a:spLocks noGrp="1"/>
          </p:cNvSpPr>
          <p:nvPr>
            <p:ph type="sldNum" sz="quarter" idx="12"/>
          </p:nvPr>
        </p:nvSpPr>
        <p:spPr/>
        <p:txBody>
          <a:bodyPr/>
          <a:lstStyle/>
          <a:p>
            <a:fld id="{A46344C8-875B-4A4B-8760-D088881EE2E8}" type="slidenum">
              <a:rPr lang="en-US" altLang="zh-CN"/>
              <a:pPr/>
              <a:t>31</a:t>
            </a:fld>
            <a:endParaRPr lang="en-US" altLang="zh-CN"/>
          </a:p>
        </p:txBody>
      </p:sp>
      <p:sp>
        <p:nvSpPr>
          <p:cNvPr id="179208" name="AutoShape 8">
            <a:extLst>
              <a:ext uri="{FF2B5EF4-FFF2-40B4-BE49-F238E27FC236}">
                <a16:creationId xmlns:a16="http://schemas.microsoft.com/office/drawing/2014/main" id="{F7C01B7F-0ED4-4588-9083-7F54FEFC2B57}"/>
              </a:ext>
            </a:extLst>
          </p:cNvPr>
          <p:cNvSpPr>
            <a:spLocks noChangeArrowheads="1"/>
          </p:cNvSpPr>
          <p:nvPr/>
        </p:nvSpPr>
        <p:spPr bwMode="auto">
          <a:xfrm>
            <a:off x="914400" y="990600"/>
            <a:ext cx="6465912" cy="4419600"/>
          </a:xfrm>
          <a:prstGeom prst="bevel">
            <a:avLst>
              <a:gd name="adj" fmla="val 519"/>
            </a:avLst>
          </a:prstGeom>
          <a:solidFill>
            <a:srgbClr val="000099"/>
          </a:solidFill>
          <a:ln w="9525">
            <a:solidFill>
              <a:srgbClr val="000000"/>
            </a:solidFill>
            <a:miter lim="800000"/>
            <a:headEnd/>
            <a:tailEnd/>
          </a:ln>
          <a:effectLst/>
          <a:extLst>
            <a:ext uri="{AF507438-7753-43E0-B8FC-AC1667EBCBE1}">
              <a14:hiddenEffects xmlns:a14="http://schemas.microsoft.com/office/drawing/2010/main">
                <a:effectLst>
                  <a:outerShdw dist="17961" dir="2700000" algn="ctr" rotWithShape="0">
                    <a:srgbClr val="000000">
                      <a:gamma/>
                      <a:shade val="60000"/>
                      <a:invGamma/>
                    </a:srgbClr>
                  </a:outerShdw>
                </a:effectLst>
              </a14:hiddenEffects>
            </a:ext>
          </a:extLst>
        </p:spPr>
        <p:txBody>
          <a:bodyPr/>
          <a:lstStyle>
            <a:lvl1pPr marL="1347788" indent="-1347788">
              <a:defRPr kumimoji="1" sz="2400">
                <a:solidFill>
                  <a:schemeClr val="tx1"/>
                </a:solidFill>
                <a:latin typeface="Times New Roman" panose="02020603050405020304" pitchFamily="18" charset="0"/>
                <a:ea typeface="宋体" panose="02010600030101010101" pitchFamily="2" charset="-122"/>
              </a:defRPr>
            </a:lvl1pPr>
            <a:lvl2pPr marL="1527175">
              <a:defRPr kumimoji="1" sz="2400">
                <a:solidFill>
                  <a:schemeClr val="tx1"/>
                </a:solidFill>
                <a:latin typeface="Times New Roman" panose="02020603050405020304" pitchFamily="18" charset="0"/>
                <a:ea typeface="宋体" panose="02010600030101010101" pitchFamily="2" charset="-122"/>
              </a:defRPr>
            </a:lvl2pPr>
            <a:lvl3pPr marL="1706563">
              <a:defRPr kumimoji="1" sz="2400">
                <a:solidFill>
                  <a:schemeClr val="tx1"/>
                </a:solidFill>
                <a:latin typeface="Times New Roman" panose="02020603050405020304" pitchFamily="18" charset="0"/>
                <a:ea typeface="宋体" panose="02010600030101010101" pitchFamily="2" charset="-122"/>
              </a:defRPr>
            </a:lvl3pPr>
            <a:lvl4pPr marL="1885950">
              <a:defRPr kumimoji="1" sz="2400">
                <a:solidFill>
                  <a:schemeClr val="tx1"/>
                </a:solidFill>
                <a:latin typeface="Times New Roman" panose="02020603050405020304" pitchFamily="18" charset="0"/>
                <a:ea typeface="宋体" panose="02010600030101010101" pitchFamily="2" charset="-122"/>
              </a:defRPr>
            </a:lvl4pPr>
            <a:lvl5pPr marL="2065338">
              <a:defRPr kumimoji="1" sz="2400">
                <a:solidFill>
                  <a:schemeClr val="tx1"/>
                </a:solidFill>
                <a:latin typeface="Times New Roman" panose="02020603050405020304" pitchFamily="18" charset="0"/>
                <a:ea typeface="宋体" panose="02010600030101010101" pitchFamily="2" charset="-122"/>
              </a:defRPr>
            </a:lvl5pPr>
            <a:lvl6pPr marL="2522538"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9738"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36938"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94138"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spcBef>
                <a:spcPct val="10000"/>
              </a:spcBef>
              <a:spcAft>
                <a:spcPct val="10000"/>
              </a:spcAft>
            </a:pPr>
            <a:r>
              <a:rPr kumimoji="0" lang="zh-CN" altLang="en-US" sz="2600" b="1" dirty="0">
                <a:solidFill>
                  <a:schemeClr val="bg1"/>
                </a:solidFill>
                <a:latin typeface="华文新魏" panose="02010800040101010101" pitchFamily="2" charset="-122"/>
                <a:ea typeface="华文新魏" panose="02010800040101010101" pitchFamily="2" charset="-122"/>
              </a:rPr>
              <a:t>汉字：字数多、字型复杂。</a:t>
            </a:r>
          </a:p>
          <a:p>
            <a:pPr>
              <a:spcBef>
                <a:spcPct val="10000"/>
              </a:spcBef>
              <a:spcAft>
                <a:spcPct val="10000"/>
              </a:spcAft>
            </a:pPr>
            <a:r>
              <a:rPr kumimoji="0" lang="zh-CN" altLang="en-US" sz="2600" b="1" dirty="0">
                <a:solidFill>
                  <a:srgbClr val="FF9933"/>
                </a:solidFill>
                <a:latin typeface="宋体" panose="02010600030101010101" pitchFamily="2" charset="-122"/>
              </a:rPr>
              <a:t>汉字编码</a:t>
            </a:r>
            <a:r>
              <a:rPr kumimoji="0" lang="zh-CN" altLang="en-US" sz="2600" b="1" dirty="0">
                <a:solidFill>
                  <a:schemeClr val="bg1"/>
                </a:solidFill>
                <a:latin typeface="华文新魏" panose="02010800040101010101" pitchFamily="2" charset="-122"/>
                <a:ea typeface="华文新魏" panose="02010800040101010101" pitchFamily="2" charset="-122"/>
              </a:rPr>
              <a:t>：双字节或多字节</a:t>
            </a:r>
          </a:p>
          <a:p>
            <a:pPr>
              <a:spcBef>
                <a:spcPct val="10000"/>
              </a:spcBef>
              <a:spcAft>
                <a:spcPct val="10000"/>
              </a:spcAft>
            </a:pPr>
            <a:r>
              <a:rPr kumimoji="0" lang="zh-CN" altLang="en-US" sz="2600" b="1" dirty="0">
                <a:solidFill>
                  <a:schemeClr val="bg1"/>
                </a:solidFill>
                <a:latin typeface="华文新魏" panose="02010800040101010101" pitchFamily="2" charset="-122"/>
                <a:ea typeface="华文新魏" panose="02010800040101010101" pitchFamily="2" charset="-122"/>
              </a:rPr>
              <a:t>汉字编码标准：</a:t>
            </a:r>
          </a:p>
          <a:p>
            <a:pPr>
              <a:spcBef>
                <a:spcPct val="10000"/>
              </a:spcBef>
              <a:spcAft>
                <a:spcPct val="10000"/>
              </a:spcAft>
            </a:pPr>
            <a:r>
              <a:rPr kumimoji="0" lang="zh-CN" altLang="en-US" sz="2600" b="1" dirty="0">
                <a:solidFill>
                  <a:schemeClr val="bg1"/>
                </a:solidFill>
                <a:latin typeface="华文新魏" panose="02010800040101010101" pitchFamily="2" charset="-122"/>
                <a:ea typeface="华文新魏" panose="02010800040101010101" pitchFamily="2" charset="-122"/>
              </a:rPr>
              <a:t>国家标准</a:t>
            </a:r>
            <a:r>
              <a:rPr kumimoji="0" lang="en-US" altLang="zh-CN" sz="2600" b="1" dirty="0">
                <a:solidFill>
                  <a:srgbClr val="FF9933"/>
                </a:solidFill>
                <a:latin typeface="Arial" panose="020B0604020202020204" pitchFamily="34" charset="0"/>
                <a:ea typeface="华文新魏" panose="02010800040101010101" pitchFamily="2" charset="-122"/>
              </a:rPr>
              <a:t>GB2312-80</a:t>
            </a:r>
            <a:r>
              <a:rPr kumimoji="0" lang="zh-CN" altLang="en-US" sz="2600" b="1" dirty="0">
                <a:solidFill>
                  <a:schemeClr val="bg1"/>
                </a:solidFill>
                <a:latin typeface="华文新魏" panose="02010800040101010101" pitchFamily="2" charset="-122"/>
                <a:ea typeface="华文新魏" panose="02010800040101010101" pitchFamily="2" charset="-122"/>
              </a:rPr>
              <a:t>：</a:t>
            </a:r>
            <a:r>
              <a:rPr kumimoji="0" lang="en-US" altLang="zh-CN" sz="2600" b="1" dirty="0">
                <a:solidFill>
                  <a:schemeClr val="bg1"/>
                </a:solidFill>
                <a:latin typeface="华文新魏" panose="02010800040101010101" pitchFamily="2" charset="-122"/>
                <a:ea typeface="楷体_GB2312" pitchFamily="49" charset="-122"/>
              </a:rPr>
              <a:t>《</a:t>
            </a:r>
            <a:r>
              <a:rPr kumimoji="0" lang="zh-CN" altLang="en-US" b="1" dirty="0">
                <a:solidFill>
                  <a:schemeClr val="accent1"/>
                </a:solidFill>
                <a:latin typeface="宋体" panose="02010600030101010101" pitchFamily="2" charset="-122"/>
                <a:ea typeface="楷体_GB2312" pitchFamily="49" charset="-122"/>
              </a:rPr>
              <a:t>信息交换用</a:t>
            </a:r>
          </a:p>
          <a:p>
            <a:pPr>
              <a:spcBef>
                <a:spcPct val="10000"/>
              </a:spcBef>
              <a:spcAft>
                <a:spcPct val="10000"/>
              </a:spcAft>
            </a:pPr>
            <a:r>
              <a:rPr kumimoji="0" lang="zh-CN" altLang="en-US" b="1" dirty="0">
                <a:solidFill>
                  <a:schemeClr val="accent1"/>
                </a:solidFill>
                <a:latin typeface="宋体" panose="02010600030101010101" pitchFamily="2" charset="-122"/>
                <a:ea typeface="楷体_GB2312" pitchFamily="49" charset="-122"/>
              </a:rPr>
              <a:t>  汉字编码字符集、基本集</a:t>
            </a:r>
            <a:r>
              <a:rPr kumimoji="0" lang="en-US" altLang="zh-CN" sz="2600" b="1" dirty="0">
                <a:solidFill>
                  <a:schemeClr val="bg1"/>
                </a:solidFill>
                <a:latin typeface="华文新魏" panose="02010800040101010101" pitchFamily="2" charset="-122"/>
                <a:ea typeface="楷体_GB2312" pitchFamily="49" charset="-122"/>
              </a:rPr>
              <a:t>》</a:t>
            </a:r>
          </a:p>
          <a:p>
            <a:pPr>
              <a:spcBef>
                <a:spcPct val="10000"/>
              </a:spcBef>
              <a:spcAft>
                <a:spcPct val="10000"/>
              </a:spcAft>
            </a:pPr>
            <a:r>
              <a:rPr kumimoji="0" lang="en-US" altLang="zh-CN" sz="2600" b="1" dirty="0">
                <a:solidFill>
                  <a:schemeClr val="bg1"/>
                </a:solidFill>
                <a:latin typeface="华文新魏" panose="02010800040101010101" pitchFamily="2" charset="-122"/>
                <a:ea typeface="华文新魏" panose="02010800040101010101" pitchFamily="2" charset="-122"/>
              </a:rPr>
              <a:t>    </a:t>
            </a:r>
            <a:r>
              <a:rPr kumimoji="0" lang="zh-CN" altLang="en-US" sz="2600" b="1" dirty="0">
                <a:solidFill>
                  <a:schemeClr val="bg1"/>
                </a:solidFill>
                <a:latin typeface="华文新魏" panose="02010800040101010101" pitchFamily="2" charset="-122"/>
                <a:ea typeface="华文新魏" panose="02010800040101010101" pitchFamily="2" charset="-122"/>
              </a:rPr>
              <a:t>收录汉字和图形符号</a:t>
            </a:r>
            <a:r>
              <a:rPr kumimoji="0" lang="en-US" altLang="zh-CN" sz="2600" b="1" dirty="0">
                <a:solidFill>
                  <a:schemeClr val="bg1"/>
                </a:solidFill>
                <a:latin typeface="华文新魏" panose="02010800040101010101" pitchFamily="2" charset="-122"/>
                <a:ea typeface="华文新魏" panose="02010800040101010101" pitchFamily="2" charset="-122"/>
              </a:rPr>
              <a:t>(682</a:t>
            </a:r>
            <a:r>
              <a:rPr kumimoji="0" lang="zh-CN" altLang="en-US" sz="2600" b="1" dirty="0">
                <a:solidFill>
                  <a:schemeClr val="bg1"/>
                </a:solidFill>
                <a:latin typeface="华文新魏" panose="02010800040101010101" pitchFamily="2" charset="-122"/>
                <a:ea typeface="华文新魏" panose="02010800040101010101" pitchFamily="2" charset="-122"/>
              </a:rPr>
              <a:t>个</a:t>
            </a:r>
            <a:r>
              <a:rPr kumimoji="0" lang="en-US" altLang="zh-CN" sz="2600" b="1" dirty="0">
                <a:solidFill>
                  <a:schemeClr val="bg1"/>
                </a:solidFill>
                <a:latin typeface="华文新魏" panose="02010800040101010101" pitchFamily="2" charset="-122"/>
                <a:ea typeface="华文新魏" panose="02010800040101010101" pitchFamily="2" charset="-122"/>
              </a:rPr>
              <a:t>)7445</a:t>
            </a:r>
            <a:r>
              <a:rPr kumimoji="0" lang="zh-CN" altLang="en-US" sz="2600" b="1" dirty="0">
                <a:solidFill>
                  <a:schemeClr val="bg1"/>
                </a:solidFill>
                <a:latin typeface="华文新魏" panose="02010800040101010101" pitchFamily="2" charset="-122"/>
                <a:ea typeface="华文新魏" panose="02010800040101010101" pitchFamily="2" charset="-122"/>
              </a:rPr>
              <a:t>个，</a:t>
            </a:r>
          </a:p>
          <a:p>
            <a:pPr>
              <a:spcBef>
                <a:spcPct val="10000"/>
              </a:spcBef>
              <a:spcAft>
                <a:spcPct val="10000"/>
              </a:spcAft>
            </a:pPr>
            <a:r>
              <a:rPr kumimoji="0" lang="zh-CN" altLang="en-US" sz="2600" b="1" dirty="0">
                <a:solidFill>
                  <a:schemeClr val="bg1"/>
                </a:solidFill>
                <a:latin typeface="华文新魏" panose="02010800040101010101" pitchFamily="2" charset="-122"/>
                <a:ea typeface="华文新魏" panose="02010800040101010101" pitchFamily="2" charset="-122"/>
              </a:rPr>
              <a:t>    其中汉字</a:t>
            </a:r>
            <a:r>
              <a:rPr kumimoji="0" lang="en-US" altLang="zh-CN" sz="2600" b="1" dirty="0">
                <a:solidFill>
                  <a:schemeClr val="bg1"/>
                </a:solidFill>
                <a:latin typeface="华文新魏" panose="02010800040101010101" pitchFamily="2" charset="-122"/>
                <a:ea typeface="华文新魏" panose="02010800040101010101" pitchFamily="2" charset="-122"/>
              </a:rPr>
              <a:t>6763</a:t>
            </a:r>
            <a:r>
              <a:rPr kumimoji="0" lang="zh-CN" altLang="en-US" sz="2600" b="1" dirty="0">
                <a:solidFill>
                  <a:schemeClr val="bg1"/>
                </a:solidFill>
                <a:latin typeface="华文新魏" panose="02010800040101010101" pitchFamily="2" charset="-122"/>
                <a:ea typeface="华文新魏" panose="02010800040101010101" pitchFamily="2" charset="-122"/>
              </a:rPr>
              <a:t>个。</a:t>
            </a:r>
          </a:p>
        </p:txBody>
      </p:sp>
      <p:graphicFrame>
        <p:nvGraphicFramePr>
          <p:cNvPr id="179209" name="Group 9">
            <a:extLst>
              <a:ext uri="{FF2B5EF4-FFF2-40B4-BE49-F238E27FC236}">
                <a16:creationId xmlns:a16="http://schemas.microsoft.com/office/drawing/2014/main" id="{104F768A-45F6-46D6-B239-E0AAA0C81A7E}"/>
              </a:ext>
            </a:extLst>
          </p:cNvPr>
          <p:cNvGraphicFramePr>
            <a:graphicFrameLocks noGrp="1"/>
          </p:cNvGraphicFramePr>
          <p:nvPr>
            <p:ph/>
          </p:nvPr>
        </p:nvGraphicFramePr>
        <p:xfrm>
          <a:off x="1066800" y="5562600"/>
          <a:ext cx="3962400" cy="868680"/>
        </p:xfrm>
        <a:graphic>
          <a:graphicData uri="http://schemas.openxmlformats.org/drawingml/2006/table">
            <a:tbl>
              <a:tblPr/>
              <a:tblGrid>
                <a:gridCol w="3048000">
                  <a:extLst>
                    <a:ext uri="{9D8B030D-6E8A-4147-A177-3AD203B41FA5}">
                      <a16:colId xmlns:a16="http://schemas.microsoft.com/office/drawing/2014/main" val="4247224603"/>
                    </a:ext>
                  </a:extLst>
                </a:gridCol>
                <a:gridCol w="914400">
                  <a:extLst>
                    <a:ext uri="{9D8B030D-6E8A-4147-A177-3AD203B41FA5}">
                      <a16:colId xmlns:a16="http://schemas.microsoft.com/office/drawing/2014/main" val="2084836694"/>
                    </a:ext>
                  </a:extLst>
                </a:gridCol>
              </a:tblGrid>
              <a:tr h="457200">
                <a:tc>
                  <a:txBody>
                    <a:bodyPr/>
                    <a:lstStyle>
                      <a:lvl1pPr marL="342900" indent="-342900">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marL="692150" indent="-347663">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marL="987425" indent="-293688">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marL="1281113" indent="-292100">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1598613" indent="-315913">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055813" indent="-315913"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513013" indent="-315913"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2970213" indent="-315913"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427413" indent="-315913"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2200" b="1" i="0" u="none" strike="noStrike" cap="none" normalizeH="0" baseline="0">
                          <a:ln>
                            <a:noFill/>
                          </a:ln>
                          <a:solidFill>
                            <a:schemeClr val="bg1"/>
                          </a:solidFill>
                          <a:effectLst/>
                          <a:latin typeface="Arial" panose="020B0604020202020204" pitchFamily="34" charset="0"/>
                          <a:ea typeface="宋体" panose="02010600030101010101" pitchFamily="2" charset="-122"/>
                        </a:rPr>
                        <a:t> 00110000  00100001</a:t>
                      </a:r>
                    </a:p>
                  </a:txBody>
                  <a:tcPr marL="0" marR="0" marT="38100" marB="38100" horzOverflow="overflow">
                    <a:lnL w="38100" cap="flat" cmpd="sng" algn="ctr">
                      <a:solidFill>
                        <a:srgbClr val="FFFFFF"/>
                      </a:solidFill>
                      <a:prstDash val="solid"/>
                      <a:round/>
                      <a:headEnd type="none" w="med" len="med"/>
                      <a:tailEnd type="none" w="med" len="med"/>
                    </a:lnL>
                    <a:lnR w="12700" cap="flat" cmpd="sng" algn="ctr">
                      <a:solidFill>
                        <a:srgbClr val="FF9933"/>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1">
                      <a:gsLst>
                        <a:gs pos="0">
                          <a:srgbClr val="800080"/>
                        </a:gs>
                        <a:gs pos="100000">
                          <a:srgbClr val="800080">
                            <a:gamma/>
                            <a:shade val="46275"/>
                            <a:invGamma/>
                          </a:srgbClr>
                        </a:gs>
                      </a:gsLst>
                      <a:lin ang="5400000" scaled="1"/>
                    </a:gradFill>
                  </a:tcPr>
                </a:tc>
                <a:tc>
                  <a:txBody>
                    <a:bodyPr/>
                    <a:lstStyle>
                      <a:lvl1pPr marL="342900" indent="-342900">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marL="692150" indent="-347663">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marL="987425" indent="-293688">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marL="1281113" indent="-292100">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1598613" indent="-315913">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055813" indent="-315913"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513013" indent="-315913"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2970213" indent="-315913"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427413" indent="-315913"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zh-CN" altLang="en-US" sz="2200" b="1" i="0" u="none" strike="noStrike" cap="none" normalizeH="0" baseline="0">
                          <a:ln>
                            <a:noFill/>
                          </a:ln>
                          <a:solidFill>
                            <a:schemeClr val="bg1"/>
                          </a:solidFill>
                          <a:effectLst/>
                          <a:latin typeface="Arial" panose="020B0604020202020204" pitchFamily="34" charset="0"/>
                          <a:ea typeface="宋体" panose="02010600030101010101" pitchFamily="2" charset="-122"/>
                        </a:rPr>
                        <a:t>啊</a:t>
                      </a:r>
                    </a:p>
                  </a:txBody>
                  <a:tcPr marL="0" marR="0" marT="38100" marB="38100" horzOverflow="overflow">
                    <a:lnL w="12700" cap="flat" cmpd="sng" algn="ctr">
                      <a:solidFill>
                        <a:srgbClr val="FF9933"/>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1">
                      <a:gsLst>
                        <a:gs pos="0">
                          <a:srgbClr val="800080"/>
                        </a:gs>
                        <a:gs pos="100000">
                          <a:srgbClr val="800080">
                            <a:gamma/>
                            <a:shade val="46275"/>
                            <a:invGamma/>
                          </a:srgbClr>
                        </a:gs>
                      </a:gsLst>
                      <a:lin ang="5400000" scaled="1"/>
                    </a:gradFill>
                  </a:tcPr>
                </a:tc>
                <a:extLst>
                  <a:ext uri="{0D108BD9-81ED-4DB2-BD59-A6C34878D82A}">
                    <a16:rowId xmlns:a16="http://schemas.microsoft.com/office/drawing/2014/main" val="2975566815"/>
                  </a:ext>
                </a:extLst>
              </a:tr>
              <a:tr h="319088">
                <a:tc>
                  <a:txBody>
                    <a:bodyPr/>
                    <a:lstStyle>
                      <a:lvl1pPr marL="342900" indent="-342900">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marL="692150" indent="-347663">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marL="987425" indent="-293688">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marL="1281113" indent="-292100">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1598613" indent="-315913">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055813" indent="-315913"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513013" indent="-315913"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2970213" indent="-315913"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427413" indent="-315913"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2200" b="1" i="0" u="none" strike="noStrike" cap="none" normalizeH="0" baseline="0">
                          <a:ln>
                            <a:noFill/>
                          </a:ln>
                          <a:solidFill>
                            <a:schemeClr val="bg1"/>
                          </a:solidFill>
                          <a:effectLst/>
                          <a:latin typeface="Arial" panose="020B0604020202020204" pitchFamily="34" charset="0"/>
                          <a:ea typeface="宋体" panose="02010600030101010101" pitchFamily="2" charset="-122"/>
                        </a:rPr>
                        <a:t> 01001011  00101110</a:t>
                      </a:r>
                    </a:p>
                  </a:txBody>
                  <a:tcPr marL="0" marR="0" marT="38100" marB="38100" horzOverflow="overflow">
                    <a:lnL w="38100" cap="flat" cmpd="sng" algn="ctr">
                      <a:solidFill>
                        <a:srgbClr val="FFFFFF"/>
                      </a:solidFill>
                      <a:prstDash val="solid"/>
                      <a:round/>
                      <a:headEnd type="none" w="med" len="med"/>
                      <a:tailEnd type="none" w="med" len="med"/>
                    </a:lnL>
                    <a:lnR w="12700" cap="flat" cmpd="sng" algn="ctr">
                      <a:solidFill>
                        <a:srgbClr val="FF9933"/>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gradFill rotWithShape="1">
                      <a:gsLst>
                        <a:gs pos="0">
                          <a:srgbClr val="800080"/>
                        </a:gs>
                        <a:gs pos="100000">
                          <a:srgbClr val="800080">
                            <a:gamma/>
                            <a:shade val="46275"/>
                            <a:invGamma/>
                          </a:srgbClr>
                        </a:gs>
                      </a:gsLst>
                      <a:lin ang="5400000" scaled="1"/>
                    </a:gradFill>
                  </a:tcPr>
                </a:tc>
                <a:tc>
                  <a:txBody>
                    <a:bodyPr/>
                    <a:lstStyle>
                      <a:lvl1pPr marL="342900" indent="-342900">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marL="692150" indent="-347663">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marL="987425" indent="-293688">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marL="1281113" indent="-292100">
                        <a:spcBef>
                          <a:spcPct val="20000"/>
                        </a:spcBef>
                        <a:buClr>
                          <a:schemeClr val="tx2"/>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1598613" indent="-315913">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055813" indent="-315913"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513013" indent="-315913"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2970213" indent="-315913"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427413" indent="-315913"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zh-CN" altLang="en-US" sz="2200" b="1" i="0" u="none" strike="noStrike" cap="none" normalizeH="0" baseline="0">
                          <a:ln>
                            <a:noFill/>
                          </a:ln>
                          <a:solidFill>
                            <a:schemeClr val="bg1"/>
                          </a:solidFill>
                          <a:effectLst/>
                          <a:latin typeface="Arial" panose="020B0604020202020204" pitchFamily="34" charset="0"/>
                          <a:ea typeface="宋体" panose="02010600030101010101" pitchFamily="2" charset="-122"/>
                        </a:rPr>
                        <a:t>水</a:t>
                      </a:r>
                      <a:endParaRPr kumimoji="0" lang="el-GR" altLang="zh-CN" sz="2200" b="1" i="0" u="none" strike="noStrike" cap="none" normalizeH="0" baseline="0">
                        <a:ln>
                          <a:noFill/>
                        </a:ln>
                        <a:solidFill>
                          <a:schemeClr val="bg1"/>
                        </a:solidFill>
                        <a:effectLst/>
                        <a:latin typeface="Arial" panose="020B0604020202020204" pitchFamily="34" charset="0"/>
                        <a:ea typeface="宋体" panose="02010600030101010101" pitchFamily="2" charset="-122"/>
                      </a:endParaRPr>
                    </a:p>
                  </a:txBody>
                  <a:tcPr marL="0" marR="0" marT="38100" marB="38100" horzOverflow="overflow">
                    <a:lnL w="12700" cap="flat" cmpd="sng" algn="ctr">
                      <a:solidFill>
                        <a:srgbClr val="FF9933"/>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gradFill rotWithShape="1">
                      <a:gsLst>
                        <a:gs pos="0">
                          <a:srgbClr val="800080"/>
                        </a:gs>
                        <a:gs pos="100000">
                          <a:srgbClr val="800080">
                            <a:gamma/>
                            <a:shade val="46275"/>
                            <a:invGamma/>
                          </a:srgbClr>
                        </a:gs>
                      </a:gsLst>
                      <a:lin ang="5400000" scaled="1"/>
                    </a:gradFill>
                  </a:tcPr>
                </a:tc>
                <a:extLst>
                  <a:ext uri="{0D108BD9-81ED-4DB2-BD59-A6C34878D82A}">
                    <a16:rowId xmlns:a16="http://schemas.microsoft.com/office/drawing/2014/main" val="2517173708"/>
                  </a:ext>
                </a:extLst>
              </a:tr>
            </a:tbl>
          </a:graphicData>
        </a:graphic>
      </p:graphicFrame>
      <p:sp>
        <p:nvSpPr>
          <p:cNvPr id="179220" name="Rectangle 20">
            <a:extLst>
              <a:ext uri="{FF2B5EF4-FFF2-40B4-BE49-F238E27FC236}">
                <a16:creationId xmlns:a16="http://schemas.microsoft.com/office/drawing/2014/main" id="{1E62D59A-429A-466B-BC80-DE930EB1D213}"/>
              </a:ext>
            </a:extLst>
          </p:cNvPr>
          <p:cNvSpPr>
            <a:spLocks noGrp="1" noChangeArrowheads="1"/>
          </p:cNvSpPr>
          <p:nvPr>
            <p:ph type="title" idx="4294967295"/>
          </p:nvPr>
        </p:nvSpPr>
        <p:spPr>
          <a:xfrm>
            <a:off x="2268538" y="188913"/>
            <a:ext cx="3959225" cy="620712"/>
          </a:xfrm>
          <a:solidFill>
            <a:srgbClr val="003366"/>
          </a:solidFill>
          <a:ln/>
          <a:extLst>
            <a:ext uri="{91240B29-F687-4F45-9708-019B960494DF}">
              <a14:hiddenLine xmlns:a14="http://schemas.microsoft.com/office/drawing/2010/main" w="9525" cap="flat" cmpd="sng">
                <a:solidFill>
                  <a:schemeClr val="tx1"/>
                </a:solidFill>
                <a:prstDash val="solid"/>
                <a:miter lim="800000"/>
                <a:headEnd/>
                <a:tailEnd/>
              </a14:hiddenLine>
            </a:ext>
          </a:extLst>
        </p:spPr>
        <p:txBody>
          <a:bodyPr lIns="0" tIns="0" rIns="0" bIns="72000" anchor="ctr">
            <a:spAutoFit/>
          </a:bodyPr>
          <a:lstStyle/>
          <a:p>
            <a:r>
              <a:rPr lang="zh-CN" altLang="en-US" sz="3600" b="0">
                <a:solidFill>
                  <a:srgbClr val="99FF33"/>
                </a:solidFill>
                <a:latin typeface="楷体_GB2312" pitchFamily="49" charset="-122"/>
                <a:ea typeface="黑体" panose="02010609060101010101" pitchFamily="49" charset="-122"/>
              </a:rPr>
              <a:t>汉字表示法</a:t>
            </a:r>
          </a:p>
        </p:txBody>
      </p:sp>
      <p:sp>
        <p:nvSpPr>
          <p:cNvPr id="179221" name="AutoShape 21">
            <a:hlinkClick r:id="rId2" action="ppaction://hlinkpres?slideindex=4&amp;slidetitle=  内容提要" highlightClick="1"/>
            <a:extLst>
              <a:ext uri="{FF2B5EF4-FFF2-40B4-BE49-F238E27FC236}">
                <a16:creationId xmlns:a16="http://schemas.microsoft.com/office/drawing/2014/main" id="{48CD8894-8B97-44D6-8131-34A0FC004C31}"/>
              </a:ext>
            </a:extLst>
          </p:cNvPr>
          <p:cNvSpPr>
            <a:spLocks noChangeArrowheads="1"/>
          </p:cNvSpPr>
          <p:nvPr/>
        </p:nvSpPr>
        <p:spPr bwMode="auto">
          <a:xfrm>
            <a:off x="8229600" y="6096000"/>
            <a:ext cx="457200" cy="457200"/>
          </a:xfrm>
          <a:prstGeom prst="actionButtonBackPrevious">
            <a:avLst/>
          </a:prstGeom>
          <a:solidFill>
            <a:srgbClr val="66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ntr" presetSubtype="8" fill="hold" grpId="0" nodeType="afterEffect">
                                  <p:stCondLst>
                                    <p:cond delay="0"/>
                                  </p:stCondLst>
                                  <p:childTnLst>
                                    <p:set>
                                      <p:cBhvr>
                                        <p:cTn id="6" dur="1" fill="hold">
                                          <p:stCondLst>
                                            <p:cond delay="0"/>
                                          </p:stCondLst>
                                        </p:cTn>
                                        <p:tgtEl>
                                          <p:spTgt spid="179208">
                                            <p:txEl>
                                              <p:charRg st="4294967295" end="4294967295"/>
                                            </p:txEl>
                                          </p:spTgt>
                                        </p:tgtEl>
                                        <p:attrNameLst>
                                          <p:attrName>style.visibility</p:attrName>
                                        </p:attrNameLst>
                                      </p:cBhvr>
                                      <p:to>
                                        <p:strVal val="visible"/>
                                      </p:to>
                                    </p:set>
                                    <p:animEffect transition="in" filter="slide(fromLeft)">
                                      <p:cBhvr>
                                        <p:cTn id="7" dur="500"/>
                                        <p:tgtEl>
                                          <p:spTgt spid="179208">
                                            <p:txEl>
                                              <p:charRg st="4294967295" end="429496729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9208" grpId="0" autoUpdateAnimBg="0"/>
    </p:bldLst>
  </p:timing>
</p:sld>
</file>

<file path=ppt/theme/theme1.xml><?xml version="1.0" encoding="utf-8"?>
<a:theme xmlns:a="http://schemas.openxmlformats.org/drawingml/2006/main" name="Network">
  <a:themeElements>
    <a:clrScheme name="Network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fontScheme name="Network">
      <a:majorFont>
        <a:latin typeface="Times New Roman"/>
        <a:ea typeface="宋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Network 1">
        <a:dk1>
          <a:srgbClr val="4F747B"/>
        </a:dk1>
        <a:lt1>
          <a:srgbClr val="FFFFFF"/>
        </a:lt1>
        <a:dk2>
          <a:srgbClr val="000000"/>
        </a:dk2>
        <a:lt2>
          <a:srgbClr val="C0C0C0"/>
        </a:lt2>
        <a:accent1>
          <a:srgbClr val="859868"/>
        </a:accent1>
        <a:accent2>
          <a:srgbClr val="5F5F5F"/>
        </a:accent2>
        <a:accent3>
          <a:srgbClr val="AAAAAA"/>
        </a:accent3>
        <a:accent4>
          <a:srgbClr val="DADADA"/>
        </a:accent4>
        <a:accent5>
          <a:srgbClr val="C2CAB9"/>
        </a:accent5>
        <a:accent6>
          <a:srgbClr val="555555"/>
        </a:accent6>
        <a:hlink>
          <a:srgbClr val="5F5F5F"/>
        </a:hlink>
        <a:folHlink>
          <a:srgbClr val="BA1212"/>
        </a:folHlink>
      </a:clrScheme>
      <a:clrMap bg1="dk2" tx1="lt1" bg2="dk1" tx2="lt2" accent1="accent1" accent2="accent2" accent3="accent3" accent4="accent4" accent5="accent5" accent6="accent6" hlink="hlink" folHlink="folHlink"/>
    </a:extraClrScheme>
    <a:extraClrScheme>
      <a:clrScheme name="Network 2">
        <a:dk1>
          <a:srgbClr val="3C0000"/>
        </a:dk1>
        <a:lt1>
          <a:srgbClr val="FFFFFF"/>
        </a:lt1>
        <a:dk2>
          <a:srgbClr val="4D0B0B"/>
        </a:dk2>
        <a:lt2>
          <a:srgbClr val="FFFFFF"/>
        </a:lt2>
        <a:accent1>
          <a:srgbClr val="666633"/>
        </a:accent1>
        <a:accent2>
          <a:srgbClr val="CC3300"/>
        </a:accent2>
        <a:accent3>
          <a:srgbClr val="B2AAAA"/>
        </a:accent3>
        <a:accent4>
          <a:srgbClr val="DADADA"/>
        </a:accent4>
        <a:accent5>
          <a:srgbClr val="B8B8AD"/>
        </a:accent5>
        <a:accent6>
          <a:srgbClr val="B92D00"/>
        </a:accent6>
        <a:hlink>
          <a:srgbClr val="CC9900"/>
        </a:hlink>
        <a:folHlink>
          <a:srgbClr val="CCCC33"/>
        </a:folHlink>
      </a:clrScheme>
      <a:clrMap bg1="dk2" tx1="lt1" bg2="dk1" tx2="lt2" accent1="accent1" accent2="accent2" accent3="accent3" accent4="accent4" accent5="accent5" accent6="accent6" hlink="hlink" folHlink="folHlink"/>
    </a:extraClrScheme>
    <a:extraClrScheme>
      <a:clrScheme name="Network 3">
        <a:dk1>
          <a:srgbClr val="666699"/>
        </a:dk1>
        <a:lt1>
          <a:srgbClr val="FFFFFF"/>
        </a:lt1>
        <a:dk2>
          <a:srgbClr val="15192B"/>
        </a:dk2>
        <a:lt2>
          <a:srgbClr val="CCCCFF"/>
        </a:lt2>
        <a:accent1>
          <a:srgbClr val="4F893D"/>
        </a:accent1>
        <a:accent2>
          <a:srgbClr val="666699"/>
        </a:accent2>
        <a:accent3>
          <a:srgbClr val="AAABAC"/>
        </a:accent3>
        <a:accent4>
          <a:srgbClr val="DADADA"/>
        </a:accent4>
        <a:accent5>
          <a:srgbClr val="B2C4AF"/>
        </a:accent5>
        <a:accent6>
          <a:srgbClr val="5C5C8A"/>
        </a:accent6>
        <a:hlink>
          <a:srgbClr val="CC9900"/>
        </a:hlink>
        <a:folHlink>
          <a:srgbClr val="4837C7"/>
        </a:folHlink>
      </a:clrScheme>
      <a:clrMap bg1="dk2" tx1="lt1" bg2="dk1" tx2="lt2" accent1="accent1" accent2="accent2" accent3="accent3" accent4="accent4" accent5="accent5" accent6="accent6" hlink="hlink" folHlink="folHlink"/>
    </a:extraClrScheme>
    <a:extraClrScheme>
      <a:clrScheme name="Network 4">
        <a:dk1>
          <a:srgbClr val="666699"/>
        </a:dk1>
        <a:lt1>
          <a:srgbClr val="FFFFFF"/>
        </a:lt1>
        <a:dk2>
          <a:srgbClr val="86001A"/>
        </a:dk2>
        <a:lt2>
          <a:srgbClr val="CCCC66"/>
        </a:lt2>
        <a:accent1>
          <a:srgbClr val="FF3300"/>
        </a:accent1>
        <a:accent2>
          <a:srgbClr val="FF6600"/>
        </a:accent2>
        <a:accent3>
          <a:srgbClr val="C3AAAB"/>
        </a:accent3>
        <a:accent4>
          <a:srgbClr val="DADADA"/>
        </a:accent4>
        <a:accent5>
          <a:srgbClr val="FFADAA"/>
        </a:accent5>
        <a:accent6>
          <a:srgbClr val="E75C00"/>
        </a:accent6>
        <a:hlink>
          <a:srgbClr val="CC9900"/>
        </a:hlink>
        <a:folHlink>
          <a:srgbClr val="FF0000"/>
        </a:folHlink>
      </a:clrScheme>
      <a:clrMap bg1="dk2" tx1="lt1" bg2="dk1" tx2="lt2" accent1="accent1" accent2="accent2" accent3="accent3" accent4="accent4" accent5="accent5" accent6="accent6" hlink="hlink" folHlink="folHlink"/>
    </a:extraClrScheme>
    <a:extraClrScheme>
      <a:clrScheme name="Network 5">
        <a:dk1>
          <a:srgbClr val="666699"/>
        </a:dk1>
        <a:lt1>
          <a:srgbClr val="FFFFFF"/>
        </a:lt1>
        <a:dk2>
          <a:srgbClr val="000054"/>
        </a:dk2>
        <a:lt2>
          <a:srgbClr val="FFFFFF"/>
        </a:lt2>
        <a:accent1>
          <a:srgbClr val="3333FF"/>
        </a:accent1>
        <a:accent2>
          <a:srgbClr val="006699"/>
        </a:accent2>
        <a:accent3>
          <a:srgbClr val="AAAAB3"/>
        </a:accent3>
        <a:accent4>
          <a:srgbClr val="DADADA"/>
        </a:accent4>
        <a:accent5>
          <a:srgbClr val="ADADFF"/>
        </a:accent5>
        <a:accent6>
          <a:srgbClr val="005C8A"/>
        </a:accent6>
        <a:hlink>
          <a:srgbClr val="669900"/>
        </a:hlink>
        <a:folHlink>
          <a:srgbClr val="0000FF"/>
        </a:folHlink>
      </a:clrScheme>
      <a:clrMap bg1="dk2" tx1="lt1" bg2="dk1" tx2="lt2" accent1="accent1" accent2="accent2" accent3="accent3" accent4="accent4" accent5="accent5" accent6="accent6" hlink="hlink" folHlink="folHlink"/>
    </a:extraClrScheme>
    <a:extraClrScheme>
      <a:clrScheme name="Network 6">
        <a:dk1>
          <a:srgbClr val="808080"/>
        </a:dk1>
        <a:lt1>
          <a:srgbClr val="FFFFFF"/>
        </a:lt1>
        <a:dk2>
          <a:srgbClr val="30054B"/>
        </a:dk2>
        <a:lt2>
          <a:srgbClr val="FFFFFF"/>
        </a:lt2>
        <a:accent1>
          <a:srgbClr val="797B9B"/>
        </a:accent1>
        <a:accent2>
          <a:srgbClr val="6B4FB1"/>
        </a:accent2>
        <a:accent3>
          <a:srgbClr val="ADAAB1"/>
        </a:accent3>
        <a:accent4>
          <a:srgbClr val="DADADA"/>
        </a:accent4>
        <a:accent5>
          <a:srgbClr val="BEBFCB"/>
        </a:accent5>
        <a:accent6>
          <a:srgbClr val="6047A0"/>
        </a:accent6>
        <a:hlink>
          <a:srgbClr val="7AACCE"/>
        </a:hlink>
        <a:folHlink>
          <a:srgbClr val="D8D8EC"/>
        </a:folHlink>
      </a:clrScheme>
      <a:clrMap bg1="dk2" tx1="lt1" bg2="dk1" tx2="lt2" accent1="accent1" accent2="accent2" accent3="accent3" accent4="accent4" accent5="accent5" accent6="accent6" hlink="hlink" folHlink="folHlink"/>
    </a:extraClrScheme>
    <a:extraClrScheme>
      <a:clrScheme name="Network 7">
        <a:dk1>
          <a:srgbClr val="808080"/>
        </a:dk1>
        <a:lt1>
          <a:srgbClr val="FFFFCC"/>
        </a:lt1>
        <a:dk2>
          <a:srgbClr val="29527B"/>
        </a:dk2>
        <a:lt2>
          <a:srgbClr val="FFFFFF"/>
        </a:lt2>
        <a:accent1>
          <a:srgbClr val="CCCC00"/>
        </a:accent1>
        <a:accent2>
          <a:srgbClr val="669999"/>
        </a:accent2>
        <a:accent3>
          <a:srgbClr val="ACB3BF"/>
        </a:accent3>
        <a:accent4>
          <a:srgbClr val="DADAAE"/>
        </a:accent4>
        <a:accent5>
          <a:srgbClr val="E2E2AA"/>
        </a:accent5>
        <a:accent6>
          <a:srgbClr val="5C8A8A"/>
        </a:accent6>
        <a:hlink>
          <a:srgbClr val="D8D8EC"/>
        </a:hlink>
        <a:folHlink>
          <a:srgbClr val="B2B2B2"/>
        </a:folHlink>
      </a:clrScheme>
      <a:clrMap bg1="dk2" tx1="lt1" bg2="dk1" tx2="lt2" accent1="accent1" accent2="accent2" accent3="accent3" accent4="accent4" accent5="accent5" accent6="accent6" hlink="hlink" folHlink="folHlink"/>
    </a:extraClrScheme>
    <a:extraClrScheme>
      <a:clrScheme name="Network 8">
        <a:dk1>
          <a:srgbClr val="666699"/>
        </a:dk1>
        <a:lt1>
          <a:srgbClr val="FFFFFF"/>
        </a:lt1>
        <a:dk2>
          <a:srgbClr val="476949"/>
        </a:dk2>
        <a:lt2>
          <a:srgbClr val="FFFFFF"/>
        </a:lt2>
        <a:accent1>
          <a:srgbClr val="CC6600"/>
        </a:accent1>
        <a:accent2>
          <a:srgbClr val="CC9900"/>
        </a:accent2>
        <a:accent3>
          <a:srgbClr val="B1B9B1"/>
        </a:accent3>
        <a:accent4>
          <a:srgbClr val="DADADA"/>
        </a:accent4>
        <a:accent5>
          <a:srgbClr val="E2B8AA"/>
        </a:accent5>
        <a:accent6>
          <a:srgbClr val="B98A00"/>
        </a:accent6>
        <a:hlink>
          <a:srgbClr val="669900"/>
        </a:hlink>
        <a:folHlink>
          <a:srgbClr val="A45200"/>
        </a:folHlink>
      </a:clrScheme>
      <a:clrMap bg1="dk2" tx1="lt1" bg2="dk1" tx2="lt2" accent1="accent1" accent2="accent2" accent3="accent3" accent4="accent4" accent5="accent5" accent6="accent6" hlink="hlink" folHlink="folHlink"/>
    </a:extraClrScheme>
    <a:extraClrScheme>
      <a:clrScheme name="Network 9">
        <a:dk1>
          <a:srgbClr val="000000"/>
        </a:dk1>
        <a:lt1>
          <a:srgbClr val="FFFFFF"/>
        </a:lt1>
        <a:dk2>
          <a:srgbClr val="7C1302"/>
        </a:dk2>
        <a:lt2>
          <a:srgbClr val="CC9900"/>
        </a:lt2>
        <a:accent1>
          <a:srgbClr val="CC9900"/>
        </a:accent1>
        <a:accent2>
          <a:srgbClr val="CC3300"/>
        </a:accent2>
        <a:accent3>
          <a:srgbClr val="FFFFFF"/>
        </a:accent3>
        <a:accent4>
          <a:srgbClr val="000000"/>
        </a:accent4>
        <a:accent5>
          <a:srgbClr val="E2CAAA"/>
        </a:accent5>
        <a:accent6>
          <a:srgbClr val="B92D00"/>
        </a:accent6>
        <a:hlink>
          <a:srgbClr val="808080"/>
        </a:hlink>
        <a:folHlink>
          <a:srgbClr val="CCCC66"/>
        </a:folHlink>
      </a:clrScheme>
      <a:clrMap bg1="lt1" tx1="dk1" bg2="lt2" tx2="dk2" accent1="accent1" accent2="accent2" accent3="accent3" accent4="accent4" accent5="accent5" accent6="accent6" hlink="hlink" folHlink="folHlink"/>
    </a:extraClrScheme>
    <a:extraClrScheme>
      <a:clrScheme name="Network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1516</TotalTime>
  <Words>2679</Words>
  <Application>Microsoft Office PowerPoint</Application>
  <PresentationFormat>全屏显示(4:3)</PresentationFormat>
  <Paragraphs>674</Paragraphs>
  <Slides>31</Slides>
  <Notes>6</Notes>
  <HiddenSlides>0</HiddenSlides>
  <MMClips>0</MMClips>
  <ScaleCrop>false</ScaleCrop>
  <HeadingPairs>
    <vt:vector size="8" baseType="variant">
      <vt:variant>
        <vt:lpstr>已用的字体</vt:lpstr>
      </vt:variant>
      <vt:variant>
        <vt:i4>14</vt:i4>
      </vt:variant>
      <vt:variant>
        <vt:lpstr>主题</vt:lpstr>
      </vt:variant>
      <vt:variant>
        <vt:i4>1</vt:i4>
      </vt:variant>
      <vt:variant>
        <vt:lpstr>嵌入 OLE 服务器</vt:lpstr>
      </vt:variant>
      <vt:variant>
        <vt:i4>2</vt:i4>
      </vt:variant>
      <vt:variant>
        <vt:lpstr>幻灯片标题</vt:lpstr>
      </vt:variant>
      <vt:variant>
        <vt:i4>31</vt:i4>
      </vt:variant>
    </vt:vector>
  </HeadingPairs>
  <TitlesOfParts>
    <vt:vector size="48" baseType="lpstr">
      <vt:lpstr>Times New Roman</vt:lpstr>
      <vt:lpstr>宋体</vt:lpstr>
      <vt:lpstr>Arial</vt:lpstr>
      <vt:lpstr>Wingdings</vt:lpstr>
      <vt:lpstr>Verdana</vt:lpstr>
      <vt:lpstr>楷体_GB2312</vt:lpstr>
      <vt:lpstr>幼圆</vt:lpstr>
      <vt:lpstr>华文新魏</vt:lpstr>
      <vt:lpstr>Arial Black</vt:lpstr>
      <vt:lpstr>隶书</vt:lpstr>
      <vt:lpstr>Webdings</vt:lpstr>
      <vt:lpstr>Wingdings 2</vt:lpstr>
      <vt:lpstr>Symbol</vt:lpstr>
      <vt:lpstr>黑体</vt:lpstr>
      <vt:lpstr>Network</vt:lpstr>
      <vt:lpstr>位图图像</vt:lpstr>
      <vt:lpstr>BMP 图象</vt:lpstr>
      <vt:lpstr>数据在计算机中的表示</vt:lpstr>
      <vt:lpstr>PowerPoint 演示文稿</vt:lpstr>
      <vt:lpstr>  二进制概念</vt:lpstr>
      <vt:lpstr>PowerPoint 演示文稿</vt:lpstr>
      <vt:lpstr>PowerPoint 演示文稿</vt:lpstr>
      <vt:lpstr>PowerPoint 演示文稿</vt:lpstr>
      <vt:lpstr>PowerPoint 演示文稿</vt:lpstr>
      <vt:lpstr>1.3计算机中的信息表示</vt:lpstr>
      <vt:lpstr>1.3.1  数制</vt:lpstr>
      <vt:lpstr>1.3.1  数制</vt:lpstr>
      <vt:lpstr>1.3.1  数制</vt:lpstr>
      <vt:lpstr>1.3.2 不同进位计数制之间的转换</vt:lpstr>
      <vt:lpstr>十进制二进制</vt:lpstr>
      <vt:lpstr>十进制小数 二进制小数</vt:lpstr>
      <vt:lpstr>1.3.2 不同进位计数制之间的转换</vt:lpstr>
      <vt:lpstr>PowerPoint 演示文稿</vt:lpstr>
      <vt:lpstr>PowerPoint 演示文稿</vt:lpstr>
      <vt:lpstr>二进制十六进制</vt:lpstr>
      <vt:lpstr>二进制和十六进制的关系</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1.3.3  二进制数和十六进制数运算</vt:lpstr>
      <vt:lpstr>1.4 字符表示法</vt:lpstr>
      <vt:lpstr>PowerPoint 演示文稿</vt:lpstr>
      <vt:lpstr>PowerPoint 演示文稿</vt:lpstr>
      <vt:lpstr>汉字表示法</vt:lpstr>
    </vt:vector>
  </TitlesOfParts>
  <Company>fjgcxy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单片机原理及应用</dc:title>
  <dc:creator>王亚林</dc:creator>
  <cp:lastModifiedBy>Administrator</cp:lastModifiedBy>
  <cp:revision>133</cp:revision>
  <dcterms:created xsi:type="dcterms:W3CDTF">2003-05-19T16:49:50Z</dcterms:created>
  <dcterms:modified xsi:type="dcterms:W3CDTF">2021-09-09T14:06:13Z</dcterms:modified>
</cp:coreProperties>
</file>