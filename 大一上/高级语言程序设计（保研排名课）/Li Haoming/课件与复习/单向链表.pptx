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png&amp;ehk=EZPj33v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25"/>
  </p:notesMasterIdLst>
  <p:sldIdLst>
    <p:sldId id="372" r:id="rId2"/>
    <p:sldId id="575" r:id="rId3"/>
    <p:sldId id="280" r:id="rId4"/>
    <p:sldId id="349" r:id="rId5"/>
    <p:sldId id="578" r:id="rId6"/>
    <p:sldId id="351" r:id="rId7"/>
    <p:sldId id="353" r:id="rId8"/>
    <p:sldId id="354" r:id="rId9"/>
    <p:sldId id="579" r:id="rId10"/>
    <p:sldId id="592" r:id="rId11"/>
    <p:sldId id="580" r:id="rId12"/>
    <p:sldId id="593" r:id="rId13"/>
    <p:sldId id="581" r:id="rId14"/>
    <p:sldId id="582" r:id="rId15"/>
    <p:sldId id="594" r:id="rId16"/>
    <p:sldId id="583" r:id="rId17"/>
    <p:sldId id="595" r:id="rId18"/>
    <p:sldId id="584" r:id="rId19"/>
    <p:sldId id="596" r:id="rId20"/>
    <p:sldId id="585" r:id="rId21"/>
    <p:sldId id="586" r:id="rId22"/>
    <p:sldId id="376" r:id="rId23"/>
    <p:sldId id="377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 Yu" initials="HY" lastIdx="1" clrIdx="0">
    <p:extLst>
      <p:ext uri="{19B8F6BF-5375-455C-9EA6-DF929625EA0E}">
        <p15:presenceInfo xmlns:p15="http://schemas.microsoft.com/office/powerpoint/2012/main" userId="8697a97b1b7a01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88" autoAdjust="0"/>
    <p:restoredTop sz="88811" autoAdjust="0"/>
  </p:normalViewPr>
  <p:slideViewPr>
    <p:cSldViewPr snapToGrid="0">
      <p:cViewPr varScale="1">
        <p:scale>
          <a:sx n="109" d="100"/>
          <a:sy n="109" d="100"/>
        </p:scale>
        <p:origin x="648" y="1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3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9.png"/><Relationship Id="rId1" Type="http://schemas.openxmlformats.org/officeDocument/2006/relationships/image" Target="../media/image8.jpeg"/><Relationship Id="rId4" Type="http://schemas.openxmlformats.org/officeDocument/2006/relationships/image" Target="../media/image10.jpe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9.png"/><Relationship Id="rId1" Type="http://schemas.openxmlformats.org/officeDocument/2006/relationships/image" Target="../media/image8.jpeg"/><Relationship Id="rId4" Type="http://schemas.openxmlformats.org/officeDocument/2006/relationships/image" Target="../media/image10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9.png"/><Relationship Id="rId1" Type="http://schemas.openxmlformats.org/officeDocument/2006/relationships/image" Target="../media/image8.jpeg"/><Relationship Id="rId4" Type="http://schemas.openxmlformats.org/officeDocument/2006/relationships/image" Target="../media/image10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9.png"/><Relationship Id="rId1" Type="http://schemas.openxmlformats.org/officeDocument/2006/relationships/image" Target="../media/image8.jpeg"/><Relationship Id="rId4" Type="http://schemas.openxmlformats.org/officeDocument/2006/relationships/image" Target="../media/image1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1289C5-E8EB-43BA-8F9B-3A1E8BFC784E}" type="doc">
      <dgm:prSet loTypeId="urn:microsoft.com/office/officeart/2005/8/layout/chevron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196DBDAC-511A-4B72-8895-002FEE04994C}">
      <dgm:prSet phldrT="[文本]" custT="1"/>
      <dgm:spPr>
        <a:blipFill rotWithShape="0">
          <a:blip xmlns:r="http://schemas.openxmlformats.org/officeDocument/2006/relationships" r:embed="rId1"/>
          <a:tile tx="0" ty="0" sx="100000" sy="100000" flip="none" algn="tl"/>
        </a:blipFill>
      </dgm:spPr>
      <dgm:t>
        <a:bodyPr/>
        <a:lstStyle/>
        <a:p>
          <a:r>
            <a:rPr lang="zh-CN" altLang="en-US" sz="2000" b="1">
              <a:solidFill>
                <a:srgbClr val="0000FF"/>
              </a:solidFill>
            </a:rPr>
            <a:t>初始化</a:t>
          </a:r>
          <a:endParaRPr lang="en-US" altLang="zh-CN" sz="2000" b="1">
            <a:solidFill>
              <a:srgbClr val="0000FF"/>
            </a:solidFill>
          </a:endParaRPr>
        </a:p>
        <a:p>
          <a:r>
            <a:rPr lang="zh-CN" altLang="en-US" sz="2000" b="1">
              <a:solidFill>
                <a:srgbClr val="0000FF"/>
              </a:solidFill>
            </a:rPr>
            <a:t>空表</a:t>
          </a:r>
        </a:p>
      </dgm:t>
    </dgm:pt>
    <dgm:pt modelId="{558F3A0E-2C54-4DA5-81DE-5C8B9268B369}" type="parTrans" cxnId="{01B13A04-E516-4A44-93B6-FC0C85757FEB}">
      <dgm:prSet/>
      <dgm:spPr/>
      <dgm:t>
        <a:bodyPr/>
        <a:lstStyle/>
        <a:p>
          <a:endParaRPr lang="zh-CN" altLang="en-US" sz="1800" b="1"/>
        </a:p>
      </dgm:t>
    </dgm:pt>
    <dgm:pt modelId="{40FD945B-335A-4544-914C-9CAD0FD92C0E}" type="sibTrans" cxnId="{01B13A04-E516-4A44-93B6-FC0C85757FEB}">
      <dgm:prSet/>
      <dgm:spPr/>
      <dgm:t>
        <a:bodyPr/>
        <a:lstStyle/>
        <a:p>
          <a:endParaRPr lang="zh-CN" altLang="en-US" sz="1800" b="1"/>
        </a:p>
      </dgm:t>
    </dgm:pt>
    <dgm:pt modelId="{E801F64D-0500-4884-9C80-CD3591840903}">
      <dgm:prSet phldrT="[文本]" custT="1"/>
      <dgm:spPr/>
      <dgm:t>
        <a:bodyPr/>
        <a:lstStyle/>
        <a:p>
          <a:pPr marL="268288" indent="-268288">
            <a:buSzPct val="120000"/>
            <a:buFontTx/>
            <a:buBlip>
              <a:blip xmlns:r="http://schemas.openxmlformats.org/officeDocument/2006/relationships" r:embed="rId2"/>
            </a:buBlip>
          </a:pPr>
          <a:r>
            <a:rPr lang="zh-CN" altLang="en-US" sz="2000" b="1" baseline="0">
              <a:latin typeface="Consolas" panose="020B0609020204030204" pitchFamily="49" charset="0"/>
            </a:rPr>
            <a:t>建立仅包含一个头结点的空单链表</a:t>
          </a:r>
          <a:r>
            <a:rPr lang="en-US" altLang="zh-CN" sz="2000" b="1" baseline="0">
              <a:solidFill>
                <a:srgbClr val="FF0000"/>
              </a:solidFill>
              <a:latin typeface="Consolas" panose="020B0609020204030204" pitchFamily="49" charset="0"/>
            </a:rPr>
            <a:t>L</a:t>
          </a:r>
          <a:r>
            <a:rPr lang="zh-CN" altLang="en-US" sz="2000" b="1" baseline="0">
              <a:latin typeface="Consolas" panose="020B0609020204030204" pitchFamily="49" charset="0"/>
            </a:rPr>
            <a:t>。</a:t>
          </a:r>
        </a:p>
      </dgm:t>
    </dgm:pt>
    <dgm:pt modelId="{2C2E8A9F-316F-4DED-99FE-08633E1341DA}" type="parTrans" cxnId="{BF6C34AA-01BC-4E9F-9A74-689959916A26}">
      <dgm:prSet/>
      <dgm:spPr/>
      <dgm:t>
        <a:bodyPr/>
        <a:lstStyle/>
        <a:p>
          <a:endParaRPr lang="zh-CN" altLang="en-US" sz="1800" b="1"/>
        </a:p>
      </dgm:t>
    </dgm:pt>
    <dgm:pt modelId="{19280205-3B56-419B-9728-8F8AF2408609}" type="sibTrans" cxnId="{BF6C34AA-01BC-4E9F-9A74-689959916A26}">
      <dgm:prSet/>
      <dgm:spPr/>
      <dgm:t>
        <a:bodyPr/>
        <a:lstStyle/>
        <a:p>
          <a:endParaRPr lang="zh-CN" altLang="en-US" sz="1800" b="1"/>
        </a:p>
      </dgm:t>
    </dgm:pt>
    <dgm:pt modelId="{3370B716-53AC-4963-9421-89C4AA70575A}">
      <dgm:prSet phldrT="[文本]" custT="1"/>
      <dgm:spPr>
        <a:blipFill rotWithShape="0">
          <a:blip xmlns:r="http://schemas.openxmlformats.org/officeDocument/2006/relationships" r:embed="rId3"/>
          <a:tile tx="0" ty="0" sx="100000" sy="100000" flip="none" algn="tl"/>
        </a:blipFill>
      </dgm:spPr>
      <dgm:t>
        <a:bodyPr/>
        <a:lstStyle/>
        <a:p>
          <a:r>
            <a:rPr lang="zh-CN" altLang="en-US" sz="2000" b="1">
              <a:solidFill>
                <a:srgbClr val="CC00FF"/>
              </a:solidFill>
            </a:rPr>
            <a:t>插入第一个结点</a:t>
          </a:r>
        </a:p>
      </dgm:t>
    </dgm:pt>
    <dgm:pt modelId="{6010B7E3-1AA4-4AD0-867B-5EC76B149AB9}" type="parTrans" cxnId="{A343D658-6219-4FF4-8F47-937A2DF59064}">
      <dgm:prSet/>
      <dgm:spPr/>
      <dgm:t>
        <a:bodyPr/>
        <a:lstStyle/>
        <a:p>
          <a:endParaRPr lang="zh-CN" altLang="en-US" sz="1800" b="1"/>
        </a:p>
      </dgm:t>
    </dgm:pt>
    <dgm:pt modelId="{DA9F4DE8-98F4-4CBD-A691-A09E285EABAC}" type="sibTrans" cxnId="{A343D658-6219-4FF4-8F47-937A2DF59064}">
      <dgm:prSet/>
      <dgm:spPr/>
      <dgm:t>
        <a:bodyPr/>
        <a:lstStyle/>
        <a:p>
          <a:endParaRPr lang="zh-CN" altLang="en-US" sz="1800" b="1"/>
        </a:p>
      </dgm:t>
    </dgm:pt>
    <dgm:pt modelId="{284FA42D-6D32-46EB-A92D-C85321AE4305}">
      <dgm:prSet phldrT="[文本]" custT="1"/>
      <dgm:spPr/>
      <dgm:t>
        <a:bodyPr/>
        <a:lstStyle/>
        <a:p>
          <a:pPr marL="268288" lvl="1" indent="-268288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20000"/>
            <a:buFontTx/>
            <a:buBlip>
              <a:blip xmlns:r="http://schemas.openxmlformats.org/officeDocument/2006/relationships" r:embed="rId2"/>
            </a:buBlip>
          </a:pP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建立</a:t>
          </a:r>
          <a:r>
            <a:rPr lang="zh-CN" altLang="en-US" sz="2000" b="1" kern="1200">
              <a:solidFill>
                <a:srgbClr val="0000FF"/>
              </a:solidFill>
              <a:latin typeface="Arial"/>
              <a:ea typeface="微软雅黑"/>
              <a:cs typeface="+mn-cs"/>
            </a:rPr>
            <a:t>第一个新结点</a:t>
          </a:r>
          <a:r>
            <a:rPr lang="en-US" altLang="zh-CN" sz="2000" b="1" kern="1200" baseline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黑体" panose="02010609060101010101" pitchFamily="49" charset="-122"/>
              <a:ea typeface="+mn-ea"/>
              <a:cs typeface="+mn-cs"/>
            </a:rPr>
            <a:t>(</a:t>
          </a:r>
          <a:r>
            <a:rPr lang="zh-CN" altLang="en-US" sz="2000" b="1" kern="1200">
              <a:solidFill>
                <a:srgbClr val="FF0000"/>
              </a:solidFill>
              <a:latin typeface="+mn-lt"/>
              <a:ea typeface="+mn-ea"/>
              <a:cs typeface="+mn-cs"/>
            </a:rPr>
            <a:t>首元结点</a:t>
          </a:r>
          <a:r>
            <a:rPr lang="en-US" altLang="zh-CN" sz="2000" b="1" kern="1200" baseline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黑体" panose="02010609060101010101" pitchFamily="49" charset="-122"/>
              <a:ea typeface="+mn-ea"/>
              <a:cs typeface="+mn-cs"/>
            </a:rPr>
            <a:t>)</a:t>
          </a: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，</a:t>
          </a:r>
          <a:r>
            <a:rPr lang="zh-CN" altLang="en-US" sz="2000" b="1" kern="1200">
              <a:solidFill>
                <a:srgbClr val="0000FF"/>
              </a:solidFill>
              <a:latin typeface="Arial"/>
              <a:ea typeface="微软雅黑"/>
              <a:cs typeface="+mn-cs"/>
            </a:rPr>
            <a:t>链接到</a:t>
          </a: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单链表的表尾，成为新的表尾结点。</a:t>
          </a:r>
        </a:p>
      </dgm:t>
    </dgm:pt>
    <dgm:pt modelId="{69AF3989-F71E-4564-9B39-9A2FDC334D82}" type="parTrans" cxnId="{A2BD4B14-5BA2-4DCB-89CD-28FDBB29E33F}">
      <dgm:prSet/>
      <dgm:spPr/>
      <dgm:t>
        <a:bodyPr/>
        <a:lstStyle/>
        <a:p>
          <a:endParaRPr lang="zh-CN" altLang="en-US" sz="1800" b="1"/>
        </a:p>
      </dgm:t>
    </dgm:pt>
    <dgm:pt modelId="{ED604B91-1B12-43E8-95E2-61A49E7BB939}" type="sibTrans" cxnId="{A2BD4B14-5BA2-4DCB-89CD-28FDBB29E33F}">
      <dgm:prSet/>
      <dgm:spPr/>
      <dgm:t>
        <a:bodyPr/>
        <a:lstStyle/>
        <a:p>
          <a:endParaRPr lang="zh-CN" altLang="en-US" sz="1800" b="1"/>
        </a:p>
      </dgm:t>
    </dgm:pt>
    <dgm:pt modelId="{B99A58E6-F270-498D-9CE4-41CED97CE12A}">
      <dgm:prSet phldrT="[文本]" custT="1"/>
      <dgm:spPr>
        <a:blipFill rotWithShape="0">
          <a:blip xmlns:r="http://schemas.openxmlformats.org/officeDocument/2006/relationships" r:embed="rId4"/>
          <a:tile tx="0" ty="0" sx="100000" sy="100000" flip="none" algn="tl"/>
        </a:blipFill>
      </dgm:spPr>
      <dgm:t>
        <a:bodyPr/>
        <a:lstStyle/>
        <a:p>
          <a:r>
            <a:rPr lang="zh-CN" altLang="en-US" sz="2000" b="1">
              <a:solidFill>
                <a:srgbClr val="FF0000"/>
              </a:solidFill>
            </a:rPr>
            <a:t>插入某一个结点</a:t>
          </a:r>
        </a:p>
      </dgm:t>
    </dgm:pt>
    <dgm:pt modelId="{271CE017-D866-4742-B28D-C09D955C2DE5}" type="parTrans" cxnId="{96DA77DF-C464-4EF7-9522-1B2CEAE8E4E6}">
      <dgm:prSet/>
      <dgm:spPr/>
      <dgm:t>
        <a:bodyPr/>
        <a:lstStyle/>
        <a:p>
          <a:endParaRPr lang="zh-CN" altLang="en-US" sz="1800" b="1"/>
        </a:p>
      </dgm:t>
    </dgm:pt>
    <dgm:pt modelId="{41716F98-68E5-47BA-8A1E-CD57DE54B245}" type="sibTrans" cxnId="{96DA77DF-C464-4EF7-9522-1B2CEAE8E4E6}">
      <dgm:prSet/>
      <dgm:spPr/>
      <dgm:t>
        <a:bodyPr/>
        <a:lstStyle/>
        <a:p>
          <a:endParaRPr lang="zh-CN" altLang="en-US" sz="1800" b="1"/>
        </a:p>
      </dgm:t>
    </dgm:pt>
    <dgm:pt modelId="{A9ADE1DF-FF3B-4B2E-BB91-F8B7C185C6EC}">
      <dgm:prSet phldrT="[文本]" custT="1"/>
      <dgm:spPr/>
      <dgm:t>
        <a:bodyPr/>
        <a:lstStyle/>
        <a:p>
          <a:pPr marL="268288" lvl="1" indent="-268288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20000"/>
            <a:buFontTx/>
            <a:buBlip>
              <a:blip xmlns:r="http://schemas.openxmlformats.org/officeDocument/2006/relationships" r:embed="rId2"/>
            </a:buBlip>
          </a:pPr>
          <a:r>
            <a:rPr lang="zh-CN" altLang="en-US" sz="2000" b="1" kern="1200">
              <a:solidFill>
                <a:srgbClr val="0000FF"/>
              </a:solidFill>
              <a:latin typeface="Arial"/>
              <a:ea typeface="微软雅黑"/>
              <a:cs typeface="+mn-cs"/>
            </a:rPr>
            <a:t>逐个建立</a:t>
          </a: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新结点，链接到单链表的表尾，成为</a:t>
          </a:r>
          <a:r>
            <a:rPr lang="zh-CN" altLang="en-US" sz="2000" b="1" kern="1200">
              <a:solidFill>
                <a:srgbClr val="0000FF"/>
              </a:solidFill>
              <a:latin typeface="Arial"/>
              <a:ea typeface="微软雅黑"/>
              <a:cs typeface="+mn-cs"/>
            </a:rPr>
            <a:t>新的表尾结点</a:t>
          </a: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。</a:t>
          </a:r>
        </a:p>
      </dgm:t>
    </dgm:pt>
    <dgm:pt modelId="{3D64B1BB-A357-4CE6-8DFB-D67BACC95BA1}" type="parTrans" cxnId="{870EC9CD-64B4-4F86-8867-27FCAF09AE48}">
      <dgm:prSet/>
      <dgm:spPr/>
      <dgm:t>
        <a:bodyPr/>
        <a:lstStyle/>
        <a:p>
          <a:endParaRPr lang="zh-CN" altLang="en-US" sz="1800" b="1"/>
        </a:p>
      </dgm:t>
    </dgm:pt>
    <dgm:pt modelId="{4C2C8D5D-A920-4966-A1F9-6726E9785583}" type="sibTrans" cxnId="{870EC9CD-64B4-4F86-8867-27FCAF09AE48}">
      <dgm:prSet/>
      <dgm:spPr/>
      <dgm:t>
        <a:bodyPr/>
        <a:lstStyle/>
        <a:p>
          <a:endParaRPr lang="zh-CN" altLang="en-US" sz="1800" b="1"/>
        </a:p>
      </dgm:t>
    </dgm:pt>
    <dgm:pt modelId="{AB205813-D457-4B27-917E-E0A1CD404A86}">
      <dgm:prSet phldrT="[文本]" custT="1"/>
      <dgm:spPr/>
      <dgm:t>
        <a:bodyPr/>
        <a:lstStyle/>
        <a:p>
          <a:pPr marL="268288" indent="-268288">
            <a:buSzPct val="120000"/>
            <a:buFontTx/>
            <a:buBlip>
              <a:blip xmlns:r="http://schemas.openxmlformats.org/officeDocument/2006/relationships" r:embed="rId2"/>
            </a:buBlip>
          </a:pPr>
          <a:r>
            <a:rPr lang="zh-CN" altLang="en-US" sz="2000" b="1" baseline="0">
              <a:latin typeface="Consolas" panose="020B0609020204030204" pitchFamily="49" charset="0"/>
            </a:rPr>
            <a:t>增加一个</a:t>
          </a:r>
          <a:r>
            <a:rPr lang="zh-CN" altLang="en-US" sz="2000" b="1" baseline="0">
              <a:solidFill>
                <a:srgbClr val="0000FF"/>
              </a:solidFill>
              <a:latin typeface="Consolas" panose="020B0609020204030204" pitchFamily="49" charset="0"/>
            </a:rPr>
            <a:t>尾指针</a:t>
          </a:r>
          <a:r>
            <a:rPr lang="en-US" altLang="zh-CN" sz="2000" b="1" baseline="0">
              <a:solidFill>
                <a:srgbClr val="FF0000"/>
              </a:solidFill>
              <a:latin typeface="Consolas" panose="020B0609020204030204" pitchFamily="49" charset="0"/>
            </a:rPr>
            <a:t>r</a:t>
          </a:r>
          <a:r>
            <a:rPr lang="zh-CN" altLang="en-US" sz="2000" b="1" baseline="0">
              <a:latin typeface="Consolas" panose="020B0609020204030204" pitchFamily="49" charset="0"/>
            </a:rPr>
            <a:t>，始终指向</a:t>
          </a:r>
          <a:r>
            <a:rPr lang="zh-CN" altLang="en-US" sz="2000" b="1" baseline="0">
              <a:solidFill>
                <a:srgbClr val="0000FF"/>
              </a:solidFill>
              <a:latin typeface="Consolas" panose="020B0609020204030204" pitchFamily="49" charset="0"/>
            </a:rPr>
            <a:t>当前单链表的表尾</a:t>
          </a:r>
          <a:r>
            <a:rPr lang="zh-CN" altLang="en-US" sz="2000" b="1" baseline="0">
              <a:latin typeface="Consolas" panose="020B0609020204030204" pitchFamily="49" charset="0"/>
            </a:rPr>
            <a:t>。</a:t>
          </a:r>
        </a:p>
      </dgm:t>
    </dgm:pt>
    <dgm:pt modelId="{585A6A0D-D662-4C79-9EED-AF8C386DDBCF}" type="parTrans" cxnId="{CCC51D86-482D-4C36-8D7A-315AE73EFC60}">
      <dgm:prSet/>
      <dgm:spPr/>
      <dgm:t>
        <a:bodyPr/>
        <a:lstStyle/>
        <a:p>
          <a:endParaRPr lang="zh-CN" altLang="en-US"/>
        </a:p>
      </dgm:t>
    </dgm:pt>
    <dgm:pt modelId="{CD0848C6-F919-49CB-8A45-E31772818628}" type="sibTrans" cxnId="{CCC51D86-482D-4C36-8D7A-315AE73EFC60}">
      <dgm:prSet/>
      <dgm:spPr/>
      <dgm:t>
        <a:bodyPr/>
        <a:lstStyle/>
        <a:p>
          <a:endParaRPr lang="zh-CN" altLang="en-US"/>
        </a:p>
      </dgm:t>
    </dgm:pt>
    <dgm:pt modelId="{2BA3A4CF-3402-4A16-857E-3E07D293391E}" type="pres">
      <dgm:prSet presAssocID="{821289C5-E8EB-43BA-8F9B-3A1E8BFC784E}" presName="linearFlow" presStyleCnt="0">
        <dgm:presLayoutVars>
          <dgm:dir/>
          <dgm:animLvl val="lvl"/>
          <dgm:resizeHandles val="exact"/>
        </dgm:presLayoutVars>
      </dgm:prSet>
      <dgm:spPr/>
    </dgm:pt>
    <dgm:pt modelId="{DE178ECD-5C15-4009-B60E-B49C107BAE59}" type="pres">
      <dgm:prSet presAssocID="{196DBDAC-511A-4B72-8895-002FEE04994C}" presName="composite" presStyleCnt="0"/>
      <dgm:spPr/>
    </dgm:pt>
    <dgm:pt modelId="{5557777F-52C0-48B4-8D03-85DB2F530276}" type="pres">
      <dgm:prSet presAssocID="{196DBDAC-511A-4B72-8895-002FEE04994C}" presName="parentText" presStyleLbl="alignNode1" presStyleIdx="0" presStyleCnt="3" custScaleX="125719">
        <dgm:presLayoutVars>
          <dgm:chMax val="1"/>
          <dgm:bulletEnabled val="1"/>
        </dgm:presLayoutVars>
      </dgm:prSet>
      <dgm:spPr/>
    </dgm:pt>
    <dgm:pt modelId="{0595619C-2361-4EEC-A5D6-71E3DA49C9CB}" type="pres">
      <dgm:prSet presAssocID="{196DBDAC-511A-4B72-8895-002FEE04994C}" presName="descendantText" presStyleLbl="alignAcc1" presStyleIdx="0" presStyleCnt="3" custScaleX="85244">
        <dgm:presLayoutVars>
          <dgm:bulletEnabled val="1"/>
        </dgm:presLayoutVars>
      </dgm:prSet>
      <dgm:spPr/>
    </dgm:pt>
    <dgm:pt modelId="{035D9A29-5042-4345-8465-C69BEFB9BA9F}" type="pres">
      <dgm:prSet presAssocID="{40FD945B-335A-4544-914C-9CAD0FD92C0E}" presName="sp" presStyleCnt="0"/>
      <dgm:spPr/>
    </dgm:pt>
    <dgm:pt modelId="{F3A545EA-C2F2-40B1-841F-7867EFA8AF2B}" type="pres">
      <dgm:prSet presAssocID="{3370B716-53AC-4963-9421-89C4AA70575A}" presName="composite" presStyleCnt="0"/>
      <dgm:spPr/>
    </dgm:pt>
    <dgm:pt modelId="{DA934056-29D6-403D-B824-9C17E7172BCD}" type="pres">
      <dgm:prSet presAssocID="{3370B716-53AC-4963-9421-89C4AA70575A}" presName="parentText" presStyleLbl="alignNode1" presStyleIdx="1" presStyleCnt="3" custScaleX="131223">
        <dgm:presLayoutVars>
          <dgm:chMax val="1"/>
          <dgm:bulletEnabled val="1"/>
        </dgm:presLayoutVars>
      </dgm:prSet>
      <dgm:spPr/>
    </dgm:pt>
    <dgm:pt modelId="{203C42C3-EE3F-4482-91EE-88C29BC88EEB}" type="pres">
      <dgm:prSet presAssocID="{3370B716-53AC-4963-9421-89C4AA70575A}" presName="descendantText" presStyleLbl="alignAcc1" presStyleIdx="1" presStyleCnt="3" custScaleX="84797">
        <dgm:presLayoutVars>
          <dgm:bulletEnabled val="1"/>
        </dgm:presLayoutVars>
      </dgm:prSet>
      <dgm:spPr/>
    </dgm:pt>
    <dgm:pt modelId="{1CB0B33A-56D9-42C2-AD7A-27BAB74FBE8A}" type="pres">
      <dgm:prSet presAssocID="{DA9F4DE8-98F4-4CBD-A691-A09E285EABAC}" presName="sp" presStyleCnt="0"/>
      <dgm:spPr/>
    </dgm:pt>
    <dgm:pt modelId="{7A1AEB13-61F9-4A7E-B0A1-ACA786ADD4DF}" type="pres">
      <dgm:prSet presAssocID="{B99A58E6-F270-498D-9CE4-41CED97CE12A}" presName="composite" presStyleCnt="0"/>
      <dgm:spPr/>
    </dgm:pt>
    <dgm:pt modelId="{E324A73B-832D-4238-83F1-838C3825E2E5}" type="pres">
      <dgm:prSet presAssocID="{B99A58E6-F270-498D-9CE4-41CED97CE12A}" presName="parentText" presStyleLbl="alignNode1" presStyleIdx="2" presStyleCnt="3" custScaleX="131969">
        <dgm:presLayoutVars>
          <dgm:chMax val="1"/>
          <dgm:bulletEnabled val="1"/>
        </dgm:presLayoutVars>
      </dgm:prSet>
      <dgm:spPr/>
    </dgm:pt>
    <dgm:pt modelId="{91C84F53-AB88-4EA0-AA96-C38A8C9B1BEC}" type="pres">
      <dgm:prSet presAssocID="{B99A58E6-F270-498D-9CE4-41CED97CE12A}" presName="descendantText" presStyleLbl="alignAcc1" presStyleIdx="2" presStyleCnt="3" custScaleX="86105">
        <dgm:presLayoutVars>
          <dgm:bulletEnabled val="1"/>
        </dgm:presLayoutVars>
      </dgm:prSet>
      <dgm:spPr/>
    </dgm:pt>
  </dgm:ptLst>
  <dgm:cxnLst>
    <dgm:cxn modelId="{01B13A04-E516-4A44-93B6-FC0C85757FEB}" srcId="{821289C5-E8EB-43BA-8F9B-3A1E8BFC784E}" destId="{196DBDAC-511A-4B72-8895-002FEE04994C}" srcOrd="0" destOrd="0" parTransId="{558F3A0E-2C54-4DA5-81DE-5C8B9268B369}" sibTransId="{40FD945B-335A-4544-914C-9CAD0FD92C0E}"/>
    <dgm:cxn modelId="{CFDB0814-0FCF-4EB9-A689-78AA029C3B4D}" type="presOf" srcId="{A9ADE1DF-FF3B-4B2E-BB91-F8B7C185C6EC}" destId="{91C84F53-AB88-4EA0-AA96-C38A8C9B1BEC}" srcOrd="0" destOrd="0" presId="urn:microsoft.com/office/officeart/2005/8/layout/chevron2"/>
    <dgm:cxn modelId="{A2BD4B14-5BA2-4DCB-89CD-28FDBB29E33F}" srcId="{3370B716-53AC-4963-9421-89C4AA70575A}" destId="{284FA42D-6D32-46EB-A92D-C85321AE4305}" srcOrd="0" destOrd="0" parTransId="{69AF3989-F71E-4564-9B39-9A2FDC334D82}" sibTransId="{ED604B91-1B12-43E8-95E2-61A49E7BB939}"/>
    <dgm:cxn modelId="{61201F1D-4A52-4375-A76B-77563C38B1A6}" type="presOf" srcId="{B99A58E6-F270-498D-9CE4-41CED97CE12A}" destId="{E324A73B-832D-4238-83F1-838C3825E2E5}" srcOrd="0" destOrd="0" presId="urn:microsoft.com/office/officeart/2005/8/layout/chevron2"/>
    <dgm:cxn modelId="{25C1075D-0125-41FC-8CB0-8C5CAD00E63C}" type="presOf" srcId="{196DBDAC-511A-4B72-8895-002FEE04994C}" destId="{5557777F-52C0-48B4-8D03-85DB2F530276}" srcOrd="0" destOrd="0" presId="urn:microsoft.com/office/officeart/2005/8/layout/chevron2"/>
    <dgm:cxn modelId="{F7CA7344-76EA-4B1A-A466-126E23EDE002}" type="presOf" srcId="{821289C5-E8EB-43BA-8F9B-3A1E8BFC784E}" destId="{2BA3A4CF-3402-4A16-857E-3E07D293391E}" srcOrd="0" destOrd="0" presId="urn:microsoft.com/office/officeart/2005/8/layout/chevron2"/>
    <dgm:cxn modelId="{2FC15148-9438-44E7-B834-09B073F244EA}" type="presOf" srcId="{3370B716-53AC-4963-9421-89C4AA70575A}" destId="{DA934056-29D6-403D-B824-9C17E7172BCD}" srcOrd="0" destOrd="0" presId="urn:microsoft.com/office/officeart/2005/8/layout/chevron2"/>
    <dgm:cxn modelId="{A343D658-6219-4FF4-8F47-937A2DF59064}" srcId="{821289C5-E8EB-43BA-8F9B-3A1E8BFC784E}" destId="{3370B716-53AC-4963-9421-89C4AA70575A}" srcOrd="1" destOrd="0" parTransId="{6010B7E3-1AA4-4AD0-867B-5EC76B149AB9}" sibTransId="{DA9F4DE8-98F4-4CBD-A691-A09E285EABAC}"/>
    <dgm:cxn modelId="{63EDA37F-7A02-4144-989B-7948BC84ED81}" type="presOf" srcId="{AB205813-D457-4B27-917E-E0A1CD404A86}" destId="{0595619C-2361-4EEC-A5D6-71E3DA49C9CB}" srcOrd="0" destOrd="1" presId="urn:microsoft.com/office/officeart/2005/8/layout/chevron2"/>
    <dgm:cxn modelId="{CCC51D86-482D-4C36-8D7A-315AE73EFC60}" srcId="{196DBDAC-511A-4B72-8895-002FEE04994C}" destId="{AB205813-D457-4B27-917E-E0A1CD404A86}" srcOrd="1" destOrd="0" parTransId="{585A6A0D-D662-4C79-9EED-AF8C386DDBCF}" sibTransId="{CD0848C6-F919-49CB-8A45-E31772818628}"/>
    <dgm:cxn modelId="{D9BCD09A-3EE9-4477-80D5-72C91270C19E}" type="presOf" srcId="{E801F64D-0500-4884-9C80-CD3591840903}" destId="{0595619C-2361-4EEC-A5D6-71E3DA49C9CB}" srcOrd="0" destOrd="0" presId="urn:microsoft.com/office/officeart/2005/8/layout/chevron2"/>
    <dgm:cxn modelId="{BF6C34AA-01BC-4E9F-9A74-689959916A26}" srcId="{196DBDAC-511A-4B72-8895-002FEE04994C}" destId="{E801F64D-0500-4884-9C80-CD3591840903}" srcOrd="0" destOrd="0" parTransId="{2C2E8A9F-316F-4DED-99FE-08633E1341DA}" sibTransId="{19280205-3B56-419B-9728-8F8AF2408609}"/>
    <dgm:cxn modelId="{870EC9CD-64B4-4F86-8867-27FCAF09AE48}" srcId="{B99A58E6-F270-498D-9CE4-41CED97CE12A}" destId="{A9ADE1DF-FF3B-4B2E-BB91-F8B7C185C6EC}" srcOrd="0" destOrd="0" parTransId="{3D64B1BB-A357-4CE6-8DFB-D67BACC95BA1}" sibTransId="{4C2C8D5D-A920-4966-A1F9-6726E9785583}"/>
    <dgm:cxn modelId="{96DA77DF-C464-4EF7-9522-1B2CEAE8E4E6}" srcId="{821289C5-E8EB-43BA-8F9B-3A1E8BFC784E}" destId="{B99A58E6-F270-498D-9CE4-41CED97CE12A}" srcOrd="2" destOrd="0" parTransId="{271CE017-D866-4742-B28D-C09D955C2DE5}" sibTransId="{41716F98-68E5-47BA-8A1E-CD57DE54B245}"/>
    <dgm:cxn modelId="{2ED0BBE4-98BE-4E39-B09D-7FAC3EA66316}" type="presOf" srcId="{284FA42D-6D32-46EB-A92D-C85321AE4305}" destId="{203C42C3-EE3F-4482-91EE-88C29BC88EEB}" srcOrd="0" destOrd="0" presId="urn:microsoft.com/office/officeart/2005/8/layout/chevron2"/>
    <dgm:cxn modelId="{A6835257-C3F9-4601-8051-FC5DEC32DF4F}" type="presParOf" srcId="{2BA3A4CF-3402-4A16-857E-3E07D293391E}" destId="{DE178ECD-5C15-4009-B60E-B49C107BAE59}" srcOrd="0" destOrd="0" presId="urn:microsoft.com/office/officeart/2005/8/layout/chevron2"/>
    <dgm:cxn modelId="{D0786DDE-B7F1-4E84-A01B-B3B0A266B47D}" type="presParOf" srcId="{DE178ECD-5C15-4009-B60E-B49C107BAE59}" destId="{5557777F-52C0-48B4-8D03-85DB2F530276}" srcOrd="0" destOrd="0" presId="urn:microsoft.com/office/officeart/2005/8/layout/chevron2"/>
    <dgm:cxn modelId="{D598AFDE-5B90-4BE4-9CBC-0F5F41EDD715}" type="presParOf" srcId="{DE178ECD-5C15-4009-B60E-B49C107BAE59}" destId="{0595619C-2361-4EEC-A5D6-71E3DA49C9CB}" srcOrd="1" destOrd="0" presId="urn:microsoft.com/office/officeart/2005/8/layout/chevron2"/>
    <dgm:cxn modelId="{82EF330D-87FB-467E-85D4-2FB1260E859B}" type="presParOf" srcId="{2BA3A4CF-3402-4A16-857E-3E07D293391E}" destId="{035D9A29-5042-4345-8465-C69BEFB9BA9F}" srcOrd="1" destOrd="0" presId="urn:microsoft.com/office/officeart/2005/8/layout/chevron2"/>
    <dgm:cxn modelId="{48A2BB45-D823-40D7-8E78-28EEF95EF2DC}" type="presParOf" srcId="{2BA3A4CF-3402-4A16-857E-3E07D293391E}" destId="{F3A545EA-C2F2-40B1-841F-7867EFA8AF2B}" srcOrd="2" destOrd="0" presId="urn:microsoft.com/office/officeart/2005/8/layout/chevron2"/>
    <dgm:cxn modelId="{5140AD92-6331-4E4C-97CA-3647F25C36B4}" type="presParOf" srcId="{F3A545EA-C2F2-40B1-841F-7867EFA8AF2B}" destId="{DA934056-29D6-403D-B824-9C17E7172BCD}" srcOrd="0" destOrd="0" presId="urn:microsoft.com/office/officeart/2005/8/layout/chevron2"/>
    <dgm:cxn modelId="{BF9F4E45-994D-4D0C-AAA5-C1BF43E1620F}" type="presParOf" srcId="{F3A545EA-C2F2-40B1-841F-7867EFA8AF2B}" destId="{203C42C3-EE3F-4482-91EE-88C29BC88EEB}" srcOrd="1" destOrd="0" presId="urn:microsoft.com/office/officeart/2005/8/layout/chevron2"/>
    <dgm:cxn modelId="{615FBF9A-964E-4149-84AD-59EEA30C3A6A}" type="presParOf" srcId="{2BA3A4CF-3402-4A16-857E-3E07D293391E}" destId="{1CB0B33A-56D9-42C2-AD7A-27BAB74FBE8A}" srcOrd="3" destOrd="0" presId="urn:microsoft.com/office/officeart/2005/8/layout/chevron2"/>
    <dgm:cxn modelId="{8DAF8A96-9825-4CF0-B532-E28D2BFE58A5}" type="presParOf" srcId="{2BA3A4CF-3402-4A16-857E-3E07D293391E}" destId="{7A1AEB13-61F9-4A7E-B0A1-ACA786ADD4DF}" srcOrd="4" destOrd="0" presId="urn:microsoft.com/office/officeart/2005/8/layout/chevron2"/>
    <dgm:cxn modelId="{A6304BEC-6FEC-4C62-8DE8-14B836D3CF50}" type="presParOf" srcId="{7A1AEB13-61F9-4A7E-B0A1-ACA786ADD4DF}" destId="{E324A73B-832D-4238-83F1-838C3825E2E5}" srcOrd="0" destOrd="0" presId="urn:microsoft.com/office/officeart/2005/8/layout/chevron2"/>
    <dgm:cxn modelId="{64DD1EDA-8ED3-4526-BB72-2F1506B1D30D}" type="presParOf" srcId="{7A1AEB13-61F9-4A7E-B0A1-ACA786ADD4DF}" destId="{91C84F53-AB88-4EA0-AA96-C38A8C9B1BE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1289C5-E8EB-43BA-8F9B-3A1E8BFC784E}" type="doc">
      <dgm:prSet loTypeId="urn:microsoft.com/office/officeart/2005/8/layout/chevron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196DBDAC-511A-4B72-8895-002FEE04994C}">
      <dgm:prSet phldrT="[文本]" custT="1"/>
      <dgm:spPr>
        <a:blipFill rotWithShape="0">
          <a:blip xmlns:r="http://schemas.openxmlformats.org/officeDocument/2006/relationships" r:embed="rId1"/>
          <a:tile tx="0" ty="0" sx="100000" sy="100000" flip="none" algn="tl"/>
        </a:blipFill>
      </dgm:spPr>
      <dgm:t>
        <a:bodyPr/>
        <a:lstStyle/>
        <a:p>
          <a:r>
            <a:rPr lang="zh-CN" altLang="en-US" sz="2000" b="1">
              <a:solidFill>
                <a:srgbClr val="0000FF"/>
              </a:solidFill>
            </a:rPr>
            <a:t>初始化</a:t>
          </a:r>
          <a:endParaRPr lang="en-US" altLang="zh-CN" sz="2000" b="1">
            <a:solidFill>
              <a:srgbClr val="0000FF"/>
            </a:solidFill>
          </a:endParaRPr>
        </a:p>
        <a:p>
          <a:r>
            <a:rPr lang="zh-CN" altLang="en-US" sz="2000" b="1">
              <a:solidFill>
                <a:srgbClr val="0000FF"/>
              </a:solidFill>
            </a:rPr>
            <a:t>空表</a:t>
          </a:r>
        </a:p>
      </dgm:t>
    </dgm:pt>
    <dgm:pt modelId="{558F3A0E-2C54-4DA5-81DE-5C8B9268B369}" type="parTrans" cxnId="{01B13A04-E516-4A44-93B6-FC0C85757FEB}">
      <dgm:prSet/>
      <dgm:spPr/>
      <dgm:t>
        <a:bodyPr/>
        <a:lstStyle/>
        <a:p>
          <a:endParaRPr lang="zh-CN" altLang="en-US" sz="1800" b="1"/>
        </a:p>
      </dgm:t>
    </dgm:pt>
    <dgm:pt modelId="{40FD945B-335A-4544-914C-9CAD0FD92C0E}" type="sibTrans" cxnId="{01B13A04-E516-4A44-93B6-FC0C85757FEB}">
      <dgm:prSet/>
      <dgm:spPr/>
      <dgm:t>
        <a:bodyPr/>
        <a:lstStyle/>
        <a:p>
          <a:endParaRPr lang="zh-CN" altLang="en-US" sz="1800" b="1"/>
        </a:p>
      </dgm:t>
    </dgm:pt>
    <dgm:pt modelId="{E801F64D-0500-4884-9C80-CD3591840903}">
      <dgm:prSet phldrT="[文本]" custT="1"/>
      <dgm:spPr/>
      <dgm:t>
        <a:bodyPr/>
        <a:lstStyle/>
        <a:p>
          <a:pPr marL="268288" indent="-268288">
            <a:buSzPct val="120000"/>
            <a:buFontTx/>
            <a:buBlip>
              <a:blip xmlns:r="http://schemas.openxmlformats.org/officeDocument/2006/relationships" r:embed="rId2"/>
            </a:buBlip>
          </a:pPr>
          <a:r>
            <a:rPr lang="zh-CN" altLang="en-US" sz="2000" b="1"/>
            <a:t>建立仅包含一个头结点的空单链表。</a:t>
          </a:r>
        </a:p>
      </dgm:t>
    </dgm:pt>
    <dgm:pt modelId="{2C2E8A9F-316F-4DED-99FE-08633E1341DA}" type="parTrans" cxnId="{BF6C34AA-01BC-4E9F-9A74-689959916A26}">
      <dgm:prSet/>
      <dgm:spPr/>
      <dgm:t>
        <a:bodyPr/>
        <a:lstStyle/>
        <a:p>
          <a:endParaRPr lang="zh-CN" altLang="en-US" sz="1800" b="1"/>
        </a:p>
      </dgm:t>
    </dgm:pt>
    <dgm:pt modelId="{19280205-3B56-419B-9728-8F8AF2408609}" type="sibTrans" cxnId="{BF6C34AA-01BC-4E9F-9A74-689959916A26}">
      <dgm:prSet/>
      <dgm:spPr/>
      <dgm:t>
        <a:bodyPr/>
        <a:lstStyle/>
        <a:p>
          <a:endParaRPr lang="zh-CN" altLang="en-US" sz="1800" b="1"/>
        </a:p>
      </dgm:t>
    </dgm:pt>
    <dgm:pt modelId="{3370B716-53AC-4963-9421-89C4AA70575A}">
      <dgm:prSet phldrT="[文本]" custT="1"/>
      <dgm:spPr>
        <a:blipFill rotWithShape="0">
          <a:blip xmlns:r="http://schemas.openxmlformats.org/officeDocument/2006/relationships" r:embed="rId3"/>
          <a:tile tx="0" ty="0" sx="100000" sy="100000" flip="none" algn="tl"/>
        </a:blipFill>
      </dgm:spPr>
      <dgm:t>
        <a:bodyPr/>
        <a:lstStyle/>
        <a:p>
          <a:r>
            <a:rPr lang="zh-CN" altLang="en-US" sz="2000" b="1">
              <a:solidFill>
                <a:srgbClr val="CC00FF"/>
              </a:solidFill>
            </a:rPr>
            <a:t>插入第一个结点</a:t>
          </a:r>
        </a:p>
      </dgm:t>
    </dgm:pt>
    <dgm:pt modelId="{6010B7E3-1AA4-4AD0-867B-5EC76B149AB9}" type="parTrans" cxnId="{A343D658-6219-4FF4-8F47-937A2DF59064}">
      <dgm:prSet/>
      <dgm:spPr/>
      <dgm:t>
        <a:bodyPr/>
        <a:lstStyle/>
        <a:p>
          <a:endParaRPr lang="zh-CN" altLang="en-US" sz="1800" b="1"/>
        </a:p>
      </dgm:t>
    </dgm:pt>
    <dgm:pt modelId="{DA9F4DE8-98F4-4CBD-A691-A09E285EABAC}" type="sibTrans" cxnId="{A343D658-6219-4FF4-8F47-937A2DF59064}">
      <dgm:prSet/>
      <dgm:spPr/>
      <dgm:t>
        <a:bodyPr/>
        <a:lstStyle/>
        <a:p>
          <a:endParaRPr lang="zh-CN" altLang="en-US" sz="1800" b="1"/>
        </a:p>
      </dgm:t>
    </dgm:pt>
    <dgm:pt modelId="{284FA42D-6D32-46EB-A92D-C85321AE4305}">
      <dgm:prSet phldrT="[文本]" custT="1"/>
      <dgm:spPr/>
      <dgm:t>
        <a:bodyPr/>
        <a:lstStyle/>
        <a:p>
          <a:pPr marL="268288" lvl="1" indent="-268288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20000"/>
            <a:buFontTx/>
            <a:buBlip>
              <a:blip xmlns:r="http://schemas.openxmlformats.org/officeDocument/2006/relationships" r:embed="rId2"/>
            </a:buBlip>
          </a:pP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建立</a:t>
          </a:r>
          <a:r>
            <a:rPr lang="zh-CN" altLang="en-US" sz="2000" b="1" kern="1200">
              <a:solidFill>
                <a:srgbClr val="0000FF"/>
              </a:solidFill>
              <a:latin typeface="Arial"/>
              <a:ea typeface="微软雅黑"/>
              <a:cs typeface="+mn-cs"/>
            </a:rPr>
            <a:t>第一个新结点</a:t>
          </a:r>
          <a:r>
            <a:rPr lang="en-US" altLang="zh-CN" sz="2000" b="1" kern="1200" baseline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黑体" panose="02010609060101010101" pitchFamily="49" charset="-122"/>
              <a:ea typeface="+mn-ea"/>
              <a:cs typeface="+mn-cs"/>
            </a:rPr>
            <a:t>(</a:t>
          </a:r>
          <a:r>
            <a:rPr lang="zh-CN" altLang="en-US" sz="2000" b="1" kern="1200">
              <a:solidFill>
                <a:srgbClr val="FF0000"/>
              </a:solidFill>
              <a:latin typeface="+mn-lt"/>
              <a:ea typeface="+mn-ea"/>
              <a:cs typeface="+mn-cs"/>
            </a:rPr>
            <a:t>首元结点</a:t>
          </a:r>
          <a:r>
            <a:rPr lang="en-US" altLang="zh-CN" sz="2000" b="1" kern="1200" baseline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黑体" panose="02010609060101010101" pitchFamily="49" charset="-122"/>
              <a:ea typeface="+mn-ea"/>
              <a:cs typeface="+mn-cs"/>
            </a:rPr>
            <a:t>)</a:t>
          </a: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，</a:t>
          </a:r>
          <a:r>
            <a:rPr lang="zh-CN" altLang="en-US" sz="2000" b="1" kern="1200">
              <a:solidFill>
                <a:srgbClr val="0000FF"/>
              </a:solidFill>
              <a:latin typeface="Arial"/>
              <a:ea typeface="微软雅黑"/>
              <a:cs typeface="+mn-cs"/>
            </a:rPr>
            <a:t>链接到</a:t>
          </a: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单链表的头结点之后，成为新的表尾结点。</a:t>
          </a:r>
        </a:p>
      </dgm:t>
    </dgm:pt>
    <dgm:pt modelId="{69AF3989-F71E-4564-9B39-9A2FDC334D82}" type="parTrans" cxnId="{A2BD4B14-5BA2-4DCB-89CD-28FDBB29E33F}">
      <dgm:prSet/>
      <dgm:spPr/>
      <dgm:t>
        <a:bodyPr/>
        <a:lstStyle/>
        <a:p>
          <a:endParaRPr lang="zh-CN" altLang="en-US" sz="1800" b="1"/>
        </a:p>
      </dgm:t>
    </dgm:pt>
    <dgm:pt modelId="{ED604B91-1B12-43E8-95E2-61A49E7BB939}" type="sibTrans" cxnId="{A2BD4B14-5BA2-4DCB-89CD-28FDBB29E33F}">
      <dgm:prSet/>
      <dgm:spPr/>
      <dgm:t>
        <a:bodyPr/>
        <a:lstStyle/>
        <a:p>
          <a:endParaRPr lang="zh-CN" altLang="en-US" sz="1800" b="1"/>
        </a:p>
      </dgm:t>
    </dgm:pt>
    <dgm:pt modelId="{B99A58E6-F270-498D-9CE4-41CED97CE12A}">
      <dgm:prSet phldrT="[文本]" custT="1"/>
      <dgm:spPr>
        <a:blipFill rotWithShape="0">
          <a:blip xmlns:r="http://schemas.openxmlformats.org/officeDocument/2006/relationships" r:embed="rId4"/>
          <a:tile tx="0" ty="0" sx="100000" sy="100000" flip="none" algn="tl"/>
        </a:blipFill>
      </dgm:spPr>
      <dgm:t>
        <a:bodyPr/>
        <a:lstStyle/>
        <a:p>
          <a:r>
            <a:rPr lang="zh-CN" altLang="en-US" sz="2000" b="1">
              <a:solidFill>
                <a:srgbClr val="FF0000"/>
              </a:solidFill>
            </a:rPr>
            <a:t>插入某一个结点</a:t>
          </a:r>
        </a:p>
      </dgm:t>
    </dgm:pt>
    <dgm:pt modelId="{271CE017-D866-4742-B28D-C09D955C2DE5}" type="parTrans" cxnId="{96DA77DF-C464-4EF7-9522-1B2CEAE8E4E6}">
      <dgm:prSet/>
      <dgm:spPr/>
      <dgm:t>
        <a:bodyPr/>
        <a:lstStyle/>
        <a:p>
          <a:endParaRPr lang="zh-CN" altLang="en-US" sz="1800" b="1"/>
        </a:p>
      </dgm:t>
    </dgm:pt>
    <dgm:pt modelId="{41716F98-68E5-47BA-8A1E-CD57DE54B245}" type="sibTrans" cxnId="{96DA77DF-C464-4EF7-9522-1B2CEAE8E4E6}">
      <dgm:prSet/>
      <dgm:spPr/>
      <dgm:t>
        <a:bodyPr/>
        <a:lstStyle/>
        <a:p>
          <a:endParaRPr lang="zh-CN" altLang="en-US" sz="1800" b="1"/>
        </a:p>
      </dgm:t>
    </dgm:pt>
    <dgm:pt modelId="{A9ADE1DF-FF3B-4B2E-BB91-F8B7C185C6EC}">
      <dgm:prSet phldrT="[文本]" custT="1"/>
      <dgm:spPr/>
      <dgm:t>
        <a:bodyPr/>
        <a:lstStyle/>
        <a:p>
          <a:pPr marL="268288" lvl="1" indent="-268288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20000"/>
            <a:buFontTx/>
            <a:buBlip>
              <a:blip xmlns:r="http://schemas.openxmlformats.org/officeDocument/2006/relationships" r:embed="rId2"/>
            </a:buBlip>
          </a:pPr>
          <a:r>
            <a:rPr lang="zh-CN" altLang="en-US" sz="2000" b="1" kern="1200">
              <a:solidFill>
                <a:srgbClr val="0000FF"/>
              </a:solidFill>
              <a:latin typeface="Arial"/>
              <a:ea typeface="微软雅黑"/>
              <a:cs typeface="+mn-cs"/>
            </a:rPr>
            <a:t>逐个建立</a:t>
          </a: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新结点，链接到单链表的</a:t>
          </a:r>
          <a:r>
            <a:rPr lang="zh-CN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表头结点和首元结点之间，成为</a:t>
          </a:r>
          <a:r>
            <a:rPr lang="zh-CN" sz="2000" b="1" kern="1200">
              <a:solidFill>
                <a:srgbClr val="FF0000"/>
              </a:solidFill>
              <a:latin typeface="Arial"/>
              <a:ea typeface="微软雅黑"/>
              <a:cs typeface="+mn-cs"/>
            </a:rPr>
            <a:t>新的首元结点</a:t>
          </a: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。</a:t>
          </a:r>
        </a:p>
      </dgm:t>
    </dgm:pt>
    <dgm:pt modelId="{3D64B1BB-A357-4CE6-8DFB-D67BACC95BA1}" type="parTrans" cxnId="{870EC9CD-64B4-4F86-8867-27FCAF09AE48}">
      <dgm:prSet/>
      <dgm:spPr/>
      <dgm:t>
        <a:bodyPr/>
        <a:lstStyle/>
        <a:p>
          <a:endParaRPr lang="zh-CN" altLang="en-US" sz="1800" b="1"/>
        </a:p>
      </dgm:t>
    </dgm:pt>
    <dgm:pt modelId="{4C2C8D5D-A920-4966-A1F9-6726E9785583}" type="sibTrans" cxnId="{870EC9CD-64B4-4F86-8867-27FCAF09AE48}">
      <dgm:prSet/>
      <dgm:spPr/>
      <dgm:t>
        <a:bodyPr/>
        <a:lstStyle/>
        <a:p>
          <a:endParaRPr lang="zh-CN" altLang="en-US" sz="1800" b="1"/>
        </a:p>
      </dgm:t>
    </dgm:pt>
    <dgm:pt modelId="{2BA3A4CF-3402-4A16-857E-3E07D293391E}" type="pres">
      <dgm:prSet presAssocID="{821289C5-E8EB-43BA-8F9B-3A1E8BFC784E}" presName="linearFlow" presStyleCnt="0">
        <dgm:presLayoutVars>
          <dgm:dir/>
          <dgm:animLvl val="lvl"/>
          <dgm:resizeHandles val="exact"/>
        </dgm:presLayoutVars>
      </dgm:prSet>
      <dgm:spPr/>
    </dgm:pt>
    <dgm:pt modelId="{DE178ECD-5C15-4009-B60E-B49C107BAE59}" type="pres">
      <dgm:prSet presAssocID="{196DBDAC-511A-4B72-8895-002FEE04994C}" presName="composite" presStyleCnt="0"/>
      <dgm:spPr/>
    </dgm:pt>
    <dgm:pt modelId="{5557777F-52C0-48B4-8D03-85DB2F530276}" type="pres">
      <dgm:prSet presAssocID="{196DBDAC-511A-4B72-8895-002FEE04994C}" presName="parentText" presStyleLbl="alignNode1" presStyleIdx="0" presStyleCnt="3" custScaleX="125719">
        <dgm:presLayoutVars>
          <dgm:chMax val="1"/>
          <dgm:bulletEnabled val="1"/>
        </dgm:presLayoutVars>
      </dgm:prSet>
      <dgm:spPr/>
    </dgm:pt>
    <dgm:pt modelId="{0595619C-2361-4EEC-A5D6-71E3DA49C9CB}" type="pres">
      <dgm:prSet presAssocID="{196DBDAC-511A-4B72-8895-002FEE04994C}" presName="descendantText" presStyleLbl="alignAcc1" presStyleIdx="0" presStyleCnt="3" custScaleX="85244">
        <dgm:presLayoutVars>
          <dgm:bulletEnabled val="1"/>
        </dgm:presLayoutVars>
      </dgm:prSet>
      <dgm:spPr/>
    </dgm:pt>
    <dgm:pt modelId="{035D9A29-5042-4345-8465-C69BEFB9BA9F}" type="pres">
      <dgm:prSet presAssocID="{40FD945B-335A-4544-914C-9CAD0FD92C0E}" presName="sp" presStyleCnt="0"/>
      <dgm:spPr/>
    </dgm:pt>
    <dgm:pt modelId="{F3A545EA-C2F2-40B1-841F-7867EFA8AF2B}" type="pres">
      <dgm:prSet presAssocID="{3370B716-53AC-4963-9421-89C4AA70575A}" presName="composite" presStyleCnt="0"/>
      <dgm:spPr/>
    </dgm:pt>
    <dgm:pt modelId="{DA934056-29D6-403D-B824-9C17E7172BCD}" type="pres">
      <dgm:prSet presAssocID="{3370B716-53AC-4963-9421-89C4AA70575A}" presName="parentText" presStyleLbl="alignNode1" presStyleIdx="1" presStyleCnt="3" custScaleX="131223">
        <dgm:presLayoutVars>
          <dgm:chMax val="1"/>
          <dgm:bulletEnabled val="1"/>
        </dgm:presLayoutVars>
      </dgm:prSet>
      <dgm:spPr/>
    </dgm:pt>
    <dgm:pt modelId="{203C42C3-EE3F-4482-91EE-88C29BC88EEB}" type="pres">
      <dgm:prSet presAssocID="{3370B716-53AC-4963-9421-89C4AA70575A}" presName="descendantText" presStyleLbl="alignAcc1" presStyleIdx="1" presStyleCnt="3" custScaleX="84797">
        <dgm:presLayoutVars>
          <dgm:bulletEnabled val="1"/>
        </dgm:presLayoutVars>
      </dgm:prSet>
      <dgm:spPr/>
    </dgm:pt>
    <dgm:pt modelId="{1CB0B33A-56D9-42C2-AD7A-27BAB74FBE8A}" type="pres">
      <dgm:prSet presAssocID="{DA9F4DE8-98F4-4CBD-A691-A09E285EABAC}" presName="sp" presStyleCnt="0"/>
      <dgm:spPr/>
    </dgm:pt>
    <dgm:pt modelId="{7A1AEB13-61F9-4A7E-B0A1-ACA786ADD4DF}" type="pres">
      <dgm:prSet presAssocID="{B99A58E6-F270-498D-9CE4-41CED97CE12A}" presName="composite" presStyleCnt="0"/>
      <dgm:spPr/>
    </dgm:pt>
    <dgm:pt modelId="{E324A73B-832D-4238-83F1-838C3825E2E5}" type="pres">
      <dgm:prSet presAssocID="{B99A58E6-F270-498D-9CE4-41CED97CE12A}" presName="parentText" presStyleLbl="alignNode1" presStyleIdx="2" presStyleCnt="3" custScaleX="131969">
        <dgm:presLayoutVars>
          <dgm:chMax val="1"/>
          <dgm:bulletEnabled val="1"/>
        </dgm:presLayoutVars>
      </dgm:prSet>
      <dgm:spPr/>
    </dgm:pt>
    <dgm:pt modelId="{91C84F53-AB88-4EA0-AA96-C38A8C9B1BEC}" type="pres">
      <dgm:prSet presAssocID="{B99A58E6-F270-498D-9CE4-41CED97CE12A}" presName="descendantText" presStyleLbl="alignAcc1" presStyleIdx="2" presStyleCnt="3" custScaleX="86105">
        <dgm:presLayoutVars>
          <dgm:bulletEnabled val="1"/>
        </dgm:presLayoutVars>
      </dgm:prSet>
      <dgm:spPr/>
    </dgm:pt>
  </dgm:ptLst>
  <dgm:cxnLst>
    <dgm:cxn modelId="{01B13A04-E516-4A44-93B6-FC0C85757FEB}" srcId="{821289C5-E8EB-43BA-8F9B-3A1E8BFC784E}" destId="{196DBDAC-511A-4B72-8895-002FEE04994C}" srcOrd="0" destOrd="0" parTransId="{558F3A0E-2C54-4DA5-81DE-5C8B9268B369}" sibTransId="{40FD945B-335A-4544-914C-9CAD0FD92C0E}"/>
    <dgm:cxn modelId="{CFDB0814-0FCF-4EB9-A689-78AA029C3B4D}" type="presOf" srcId="{A9ADE1DF-FF3B-4B2E-BB91-F8B7C185C6EC}" destId="{91C84F53-AB88-4EA0-AA96-C38A8C9B1BEC}" srcOrd="0" destOrd="0" presId="urn:microsoft.com/office/officeart/2005/8/layout/chevron2"/>
    <dgm:cxn modelId="{A2BD4B14-5BA2-4DCB-89CD-28FDBB29E33F}" srcId="{3370B716-53AC-4963-9421-89C4AA70575A}" destId="{284FA42D-6D32-46EB-A92D-C85321AE4305}" srcOrd="0" destOrd="0" parTransId="{69AF3989-F71E-4564-9B39-9A2FDC334D82}" sibTransId="{ED604B91-1B12-43E8-95E2-61A49E7BB939}"/>
    <dgm:cxn modelId="{61201F1D-4A52-4375-A76B-77563C38B1A6}" type="presOf" srcId="{B99A58E6-F270-498D-9CE4-41CED97CE12A}" destId="{E324A73B-832D-4238-83F1-838C3825E2E5}" srcOrd="0" destOrd="0" presId="urn:microsoft.com/office/officeart/2005/8/layout/chevron2"/>
    <dgm:cxn modelId="{25C1075D-0125-41FC-8CB0-8C5CAD00E63C}" type="presOf" srcId="{196DBDAC-511A-4B72-8895-002FEE04994C}" destId="{5557777F-52C0-48B4-8D03-85DB2F530276}" srcOrd="0" destOrd="0" presId="urn:microsoft.com/office/officeart/2005/8/layout/chevron2"/>
    <dgm:cxn modelId="{F7CA7344-76EA-4B1A-A466-126E23EDE002}" type="presOf" srcId="{821289C5-E8EB-43BA-8F9B-3A1E8BFC784E}" destId="{2BA3A4CF-3402-4A16-857E-3E07D293391E}" srcOrd="0" destOrd="0" presId="urn:microsoft.com/office/officeart/2005/8/layout/chevron2"/>
    <dgm:cxn modelId="{2FC15148-9438-44E7-B834-09B073F244EA}" type="presOf" srcId="{3370B716-53AC-4963-9421-89C4AA70575A}" destId="{DA934056-29D6-403D-B824-9C17E7172BCD}" srcOrd="0" destOrd="0" presId="urn:microsoft.com/office/officeart/2005/8/layout/chevron2"/>
    <dgm:cxn modelId="{A343D658-6219-4FF4-8F47-937A2DF59064}" srcId="{821289C5-E8EB-43BA-8F9B-3A1E8BFC784E}" destId="{3370B716-53AC-4963-9421-89C4AA70575A}" srcOrd="1" destOrd="0" parTransId="{6010B7E3-1AA4-4AD0-867B-5EC76B149AB9}" sibTransId="{DA9F4DE8-98F4-4CBD-A691-A09E285EABAC}"/>
    <dgm:cxn modelId="{D9BCD09A-3EE9-4477-80D5-72C91270C19E}" type="presOf" srcId="{E801F64D-0500-4884-9C80-CD3591840903}" destId="{0595619C-2361-4EEC-A5D6-71E3DA49C9CB}" srcOrd="0" destOrd="0" presId="urn:microsoft.com/office/officeart/2005/8/layout/chevron2"/>
    <dgm:cxn modelId="{BF6C34AA-01BC-4E9F-9A74-689959916A26}" srcId="{196DBDAC-511A-4B72-8895-002FEE04994C}" destId="{E801F64D-0500-4884-9C80-CD3591840903}" srcOrd="0" destOrd="0" parTransId="{2C2E8A9F-316F-4DED-99FE-08633E1341DA}" sibTransId="{19280205-3B56-419B-9728-8F8AF2408609}"/>
    <dgm:cxn modelId="{870EC9CD-64B4-4F86-8867-27FCAF09AE48}" srcId="{B99A58E6-F270-498D-9CE4-41CED97CE12A}" destId="{A9ADE1DF-FF3B-4B2E-BB91-F8B7C185C6EC}" srcOrd="0" destOrd="0" parTransId="{3D64B1BB-A357-4CE6-8DFB-D67BACC95BA1}" sibTransId="{4C2C8D5D-A920-4966-A1F9-6726E9785583}"/>
    <dgm:cxn modelId="{96DA77DF-C464-4EF7-9522-1B2CEAE8E4E6}" srcId="{821289C5-E8EB-43BA-8F9B-3A1E8BFC784E}" destId="{B99A58E6-F270-498D-9CE4-41CED97CE12A}" srcOrd="2" destOrd="0" parTransId="{271CE017-D866-4742-B28D-C09D955C2DE5}" sibTransId="{41716F98-68E5-47BA-8A1E-CD57DE54B245}"/>
    <dgm:cxn modelId="{2ED0BBE4-98BE-4E39-B09D-7FAC3EA66316}" type="presOf" srcId="{284FA42D-6D32-46EB-A92D-C85321AE4305}" destId="{203C42C3-EE3F-4482-91EE-88C29BC88EEB}" srcOrd="0" destOrd="0" presId="urn:microsoft.com/office/officeart/2005/8/layout/chevron2"/>
    <dgm:cxn modelId="{A6835257-C3F9-4601-8051-FC5DEC32DF4F}" type="presParOf" srcId="{2BA3A4CF-3402-4A16-857E-3E07D293391E}" destId="{DE178ECD-5C15-4009-B60E-B49C107BAE59}" srcOrd="0" destOrd="0" presId="urn:microsoft.com/office/officeart/2005/8/layout/chevron2"/>
    <dgm:cxn modelId="{D0786DDE-B7F1-4E84-A01B-B3B0A266B47D}" type="presParOf" srcId="{DE178ECD-5C15-4009-B60E-B49C107BAE59}" destId="{5557777F-52C0-48B4-8D03-85DB2F530276}" srcOrd="0" destOrd="0" presId="urn:microsoft.com/office/officeart/2005/8/layout/chevron2"/>
    <dgm:cxn modelId="{D598AFDE-5B90-4BE4-9CBC-0F5F41EDD715}" type="presParOf" srcId="{DE178ECD-5C15-4009-B60E-B49C107BAE59}" destId="{0595619C-2361-4EEC-A5D6-71E3DA49C9CB}" srcOrd="1" destOrd="0" presId="urn:microsoft.com/office/officeart/2005/8/layout/chevron2"/>
    <dgm:cxn modelId="{82EF330D-87FB-467E-85D4-2FB1260E859B}" type="presParOf" srcId="{2BA3A4CF-3402-4A16-857E-3E07D293391E}" destId="{035D9A29-5042-4345-8465-C69BEFB9BA9F}" srcOrd="1" destOrd="0" presId="urn:microsoft.com/office/officeart/2005/8/layout/chevron2"/>
    <dgm:cxn modelId="{48A2BB45-D823-40D7-8E78-28EEF95EF2DC}" type="presParOf" srcId="{2BA3A4CF-3402-4A16-857E-3E07D293391E}" destId="{F3A545EA-C2F2-40B1-841F-7867EFA8AF2B}" srcOrd="2" destOrd="0" presId="urn:microsoft.com/office/officeart/2005/8/layout/chevron2"/>
    <dgm:cxn modelId="{5140AD92-6331-4E4C-97CA-3647F25C36B4}" type="presParOf" srcId="{F3A545EA-C2F2-40B1-841F-7867EFA8AF2B}" destId="{DA934056-29D6-403D-B824-9C17E7172BCD}" srcOrd="0" destOrd="0" presId="urn:microsoft.com/office/officeart/2005/8/layout/chevron2"/>
    <dgm:cxn modelId="{BF9F4E45-994D-4D0C-AAA5-C1BF43E1620F}" type="presParOf" srcId="{F3A545EA-C2F2-40B1-841F-7867EFA8AF2B}" destId="{203C42C3-EE3F-4482-91EE-88C29BC88EEB}" srcOrd="1" destOrd="0" presId="urn:microsoft.com/office/officeart/2005/8/layout/chevron2"/>
    <dgm:cxn modelId="{615FBF9A-964E-4149-84AD-59EEA30C3A6A}" type="presParOf" srcId="{2BA3A4CF-3402-4A16-857E-3E07D293391E}" destId="{1CB0B33A-56D9-42C2-AD7A-27BAB74FBE8A}" srcOrd="3" destOrd="0" presId="urn:microsoft.com/office/officeart/2005/8/layout/chevron2"/>
    <dgm:cxn modelId="{8DAF8A96-9825-4CF0-B532-E28D2BFE58A5}" type="presParOf" srcId="{2BA3A4CF-3402-4A16-857E-3E07D293391E}" destId="{7A1AEB13-61F9-4A7E-B0A1-ACA786ADD4DF}" srcOrd="4" destOrd="0" presId="urn:microsoft.com/office/officeart/2005/8/layout/chevron2"/>
    <dgm:cxn modelId="{A6304BEC-6FEC-4C62-8DE8-14B836D3CF50}" type="presParOf" srcId="{7A1AEB13-61F9-4A7E-B0A1-ACA786ADD4DF}" destId="{E324A73B-832D-4238-83F1-838C3825E2E5}" srcOrd="0" destOrd="0" presId="urn:microsoft.com/office/officeart/2005/8/layout/chevron2"/>
    <dgm:cxn modelId="{64DD1EDA-8ED3-4526-BB72-2F1506B1D30D}" type="presParOf" srcId="{7A1AEB13-61F9-4A7E-B0A1-ACA786ADD4DF}" destId="{91C84F53-AB88-4EA0-AA96-C38A8C9B1BE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BA8BB0-DCAF-4CDA-A7A5-3EC97EE980FE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B10851E6-A941-4DBF-A2BB-6E791A2A237E}">
      <dgm:prSet phldrT="[文本]" custT="1"/>
      <dgm:spPr/>
      <dgm:t>
        <a:bodyPr/>
        <a:lstStyle/>
        <a:p>
          <a:r>
            <a:rPr lang="en-US" sz="2000" b="1" baseline="0">
              <a:latin typeface="Consolas" panose="020B0609020204030204" pitchFamily="49" charset="0"/>
            </a:rPr>
            <a:t>S1</a:t>
          </a:r>
          <a:r>
            <a:rPr lang="zh-CN" sz="2000" b="1" baseline="0">
              <a:latin typeface="Consolas" panose="020B0609020204030204" pitchFamily="49" charset="0"/>
            </a:rPr>
            <a:t>：设指针</a:t>
          </a:r>
          <a:r>
            <a:rPr lang="en-US" sz="2000" b="1" baseline="0">
              <a:latin typeface="Consolas" panose="020B0609020204030204" pitchFamily="49" charset="0"/>
            </a:rPr>
            <a:t>p</a:t>
          </a:r>
          <a:r>
            <a:rPr lang="zh-CN" sz="2000" b="1" baseline="0">
              <a:latin typeface="Consolas" panose="020B0609020204030204" pitchFamily="49" charset="0"/>
            </a:rPr>
            <a:t>指向</a:t>
          </a:r>
          <a:r>
            <a:rPr lang="zh-CN" sz="2000" b="1" baseline="0">
              <a:solidFill>
                <a:srgbClr val="FFFF00"/>
              </a:solidFill>
              <a:latin typeface="Consolas" panose="020B0609020204030204" pitchFamily="49" charset="0"/>
            </a:rPr>
            <a:t>头结点的</a:t>
          </a:r>
          <a:r>
            <a:rPr lang="zh-CN" sz="2000" b="1" baseline="0">
              <a:latin typeface="Consolas" panose="020B0609020204030204" pitchFamily="49" charset="0"/>
            </a:rPr>
            <a:t>下一个结点，即首元结点。</a:t>
          </a:r>
          <a:endParaRPr lang="zh-CN" altLang="en-US" sz="2000" b="1" baseline="0">
            <a:latin typeface="Consolas" panose="020B0609020204030204" pitchFamily="49" charset="0"/>
          </a:endParaRPr>
        </a:p>
      </dgm:t>
    </dgm:pt>
    <dgm:pt modelId="{2CC43147-74EE-4AA1-B02F-BD741F82772C}" type="parTrans" cxnId="{20525B48-45DE-48A0-A120-B1A376EC704A}">
      <dgm:prSet/>
      <dgm:spPr/>
      <dgm:t>
        <a:bodyPr/>
        <a:lstStyle/>
        <a:p>
          <a:endParaRPr lang="zh-CN" altLang="en-US" sz="2000" b="1" baseline="0">
            <a:latin typeface="Consolas" panose="020B0609020204030204" pitchFamily="49" charset="0"/>
          </a:endParaRPr>
        </a:p>
      </dgm:t>
    </dgm:pt>
    <dgm:pt modelId="{C061D3B7-BD83-4B86-8906-9CC651E11092}" type="sibTrans" cxnId="{20525B48-45DE-48A0-A120-B1A376EC704A}">
      <dgm:prSet/>
      <dgm:spPr/>
      <dgm:t>
        <a:bodyPr/>
        <a:lstStyle/>
        <a:p>
          <a:endParaRPr lang="zh-CN" altLang="en-US" sz="2000" b="1" baseline="0">
            <a:latin typeface="Consolas" panose="020B0609020204030204" pitchFamily="49" charset="0"/>
          </a:endParaRPr>
        </a:p>
      </dgm:t>
    </dgm:pt>
    <dgm:pt modelId="{8F5910A0-6E70-433D-8617-22559D256B2A}">
      <dgm:prSet phldrT="[文本]" custT="1"/>
      <dgm:spPr/>
      <dgm:t>
        <a:bodyPr/>
        <a:lstStyle/>
        <a:p>
          <a:r>
            <a:rPr lang="en-US" sz="2000" b="1" baseline="0">
              <a:latin typeface="Consolas" panose="020B0609020204030204" pitchFamily="49" charset="0"/>
            </a:rPr>
            <a:t>S2</a:t>
          </a:r>
          <a:r>
            <a:rPr lang="zh-CN" sz="2000" b="1" baseline="0">
              <a:latin typeface="Consolas" panose="020B0609020204030204" pitchFamily="49" charset="0"/>
            </a:rPr>
            <a:t>：若指针</a:t>
          </a:r>
          <a:r>
            <a:rPr lang="en-US" sz="2000" b="1" baseline="0">
              <a:latin typeface="Consolas" panose="020B0609020204030204" pitchFamily="49" charset="0"/>
            </a:rPr>
            <a:t>p</a:t>
          </a:r>
          <a:r>
            <a:rPr lang="zh-CN" sz="2000" b="1" baseline="0">
              <a:latin typeface="Consolas" panose="020B0609020204030204" pitchFamily="49" charset="0"/>
            </a:rPr>
            <a:t>不为空，则输出结点中的数据。</a:t>
          </a:r>
          <a:endParaRPr lang="zh-CN" altLang="en-US" sz="2000" b="1" baseline="0">
            <a:latin typeface="Consolas" panose="020B0609020204030204" pitchFamily="49" charset="0"/>
          </a:endParaRPr>
        </a:p>
      </dgm:t>
    </dgm:pt>
    <dgm:pt modelId="{C02F41C2-B6EF-42F5-9134-A4A0075EACAA}" type="parTrans" cxnId="{40AAD3B7-0F93-46D4-AF26-025988C91804}">
      <dgm:prSet/>
      <dgm:spPr/>
      <dgm:t>
        <a:bodyPr/>
        <a:lstStyle/>
        <a:p>
          <a:endParaRPr lang="zh-CN" altLang="en-US" sz="2000" b="1" baseline="0">
            <a:latin typeface="Consolas" panose="020B0609020204030204" pitchFamily="49" charset="0"/>
          </a:endParaRPr>
        </a:p>
      </dgm:t>
    </dgm:pt>
    <dgm:pt modelId="{7AE6D453-031D-42FB-A50A-ECC1E66CD77C}" type="sibTrans" cxnId="{40AAD3B7-0F93-46D4-AF26-025988C91804}">
      <dgm:prSet/>
      <dgm:spPr/>
      <dgm:t>
        <a:bodyPr/>
        <a:lstStyle/>
        <a:p>
          <a:endParaRPr lang="zh-CN" altLang="en-US" sz="2000" b="1" baseline="0">
            <a:latin typeface="Consolas" panose="020B0609020204030204" pitchFamily="49" charset="0"/>
          </a:endParaRPr>
        </a:p>
      </dgm:t>
    </dgm:pt>
    <dgm:pt modelId="{89BE8FE5-AA27-4360-92D2-6A5314703866}">
      <dgm:prSet phldrT="[文本]" custT="1"/>
      <dgm:spPr/>
      <dgm:t>
        <a:bodyPr/>
        <a:lstStyle/>
        <a:p>
          <a:r>
            <a:rPr lang="en-US" sz="2000" b="1" baseline="0">
              <a:latin typeface="Consolas" panose="020B0609020204030204" pitchFamily="49" charset="0"/>
            </a:rPr>
            <a:t>S3</a:t>
          </a:r>
          <a:r>
            <a:rPr lang="zh-CN" sz="2000" b="1" baseline="0">
              <a:latin typeface="Consolas" panose="020B0609020204030204" pitchFamily="49" charset="0"/>
            </a:rPr>
            <a:t>：指针</a:t>
          </a:r>
          <a:r>
            <a:rPr lang="en-US" sz="2000" b="1" baseline="0">
              <a:latin typeface="Consolas" panose="020B0609020204030204" pitchFamily="49" charset="0"/>
            </a:rPr>
            <a:t>p</a:t>
          </a:r>
          <a:r>
            <a:rPr lang="zh-CN" sz="2000" b="1" baseline="0">
              <a:latin typeface="Consolas" panose="020B0609020204030204" pitchFamily="49" charset="0"/>
            </a:rPr>
            <a:t>指向当前结点的下一个结点。</a:t>
          </a:r>
          <a:endParaRPr lang="zh-CN" altLang="en-US" sz="2000" b="1" baseline="0">
            <a:latin typeface="Consolas" panose="020B0609020204030204" pitchFamily="49" charset="0"/>
          </a:endParaRPr>
        </a:p>
      </dgm:t>
    </dgm:pt>
    <dgm:pt modelId="{E0583463-74BE-4F47-AAED-2881B96FF1E7}" type="parTrans" cxnId="{6F1D37BC-FDFD-4ADD-BBBA-42B5509E906A}">
      <dgm:prSet/>
      <dgm:spPr/>
      <dgm:t>
        <a:bodyPr/>
        <a:lstStyle/>
        <a:p>
          <a:endParaRPr lang="zh-CN" altLang="en-US" sz="2000" b="1" baseline="0">
            <a:latin typeface="Consolas" panose="020B0609020204030204" pitchFamily="49" charset="0"/>
          </a:endParaRPr>
        </a:p>
      </dgm:t>
    </dgm:pt>
    <dgm:pt modelId="{46443806-EF07-4F2C-AC5B-21A3CD1FAB0F}" type="sibTrans" cxnId="{6F1D37BC-FDFD-4ADD-BBBA-42B5509E906A}">
      <dgm:prSet/>
      <dgm:spPr/>
      <dgm:t>
        <a:bodyPr/>
        <a:lstStyle/>
        <a:p>
          <a:endParaRPr lang="zh-CN" altLang="en-US" sz="2000" b="1" baseline="0">
            <a:latin typeface="Consolas" panose="020B0609020204030204" pitchFamily="49" charset="0"/>
          </a:endParaRPr>
        </a:p>
      </dgm:t>
    </dgm:pt>
    <dgm:pt modelId="{33F6393F-E4BB-44F4-90ED-26C371574ADB}">
      <dgm:prSet phldrT="[文本]" custT="1"/>
      <dgm:spPr/>
      <dgm:t>
        <a:bodyPr/>
        <a:lstStyle/>
        <a:p>
          <a:r>
            <a:rPr lang="en-US" sz="2000" b="1" baseline="0">
              <a:latin typeface="Consolas" panose="020B0609020204030204" pitchFamily="49" charset="0"/>
            </a:rPr>
            <a:t>S4</a:t>
          </a:r>
          <a:r>
            <a:rPr lang="zh-CN" sz="2000" b="1" baseline="0">
              <a:latin typeface="Consolas" panose="020B0609020204030204" pitchFamily="49" charset="0"/>
            </a:rPr>
            <a:t>：若指针</a:t>
          </a:r>
          <a:r>
            <a:rPr lang="en-US" sz="2000" b="1" baseline="0">
              <a:latin typeface="Consolas" panose="020B0609020204030204" pitchFamily="49" charset="0"/>
            </a:rPr>
            <a:t>p</a:t>
          </a:r>
          <a:r>
            <a:rPr lang="zh-CN" sz="2000" b="1" baseline="0">
              <a:latin typeface="Consolas" panose="020B0609020204030204" pitchFamily="49" charset="0"/>
            </a:rPr>
            <a:t>不为空，重复</a:t>
          </a:r>
          <a:r>
            <a:rPr lang="en-US" sz="2000" b="1" baseline="0">
              <a:latin typeface="Consolas" panose="020B0609020204030204" pitchFamily="49" charset="0"/>
            </a:rPr>
            <a:t>S2</a:t>
          </a:r>
          <a:r>
            <a:rPr lang="zh-CN" sz="2000" b="1" baseline="0">
              <a:latin typeface="Consolas" panose="020B0609020204030204" pitchFamily="49" charset="0"/>
            </a:rPr>
            <a:t>和</a:t>
          </a:r>
          <a:r>
            <a:rPr lang="en-US" sz="2000" b="1" baseline="0">
              <a:latin typeface="Consolas" panose="020B0609020204030204" pitchFamily="49" charset="0"/>
            </a:rPr>
            <a:t>S3</a:t>
          </a:r>
          <a:r>
            <a:rPr lang="zh-CN" sz="2000" b="1" baseline="0">
              <a:latin typeface="Consolas" panose="020B0609020204030204" pitchFamily="49" charset="0"/>
            </a:rPr>
            <a:t>，直到</a:t>
          </a:r>
          <a:r>
            <a:rPr lang="en-US" sz="2000" b="1" baseline="0">
              <a:latin typeface="Consolas" panose="020B0609020204030204" pitchFamily="49" charset="0"/>
            </a:rPr>
            <a:t>p</a:t>
          </a:r>
          <a:r>
            <a:rPr lang="zh-CN" sz="2000" b="1" baseline="0">
              <a:latin typeface="Consolas" panose="020B0609020204030204" pitchFamily="49" charset="0"/>
            </a:rPr>
            <a:t>为空，则链表遍历结束。</a:t>
          </a:r>
          <a:endParaRPr lang="zh-CN" altLang="en-US" sz="2000" b="1" baseline="0">
            <a:latin typeface="Consolas" panose="020B0609020204030204" pitchFamily="49" charset="0"/>
          </a:endParaRPr>
        </a:p>
      </dgm:t>
    </dgm:pt>
    <dgm:pt modelId="{DEF1BA48-3A44-4B1E-9034-C8AC979F203E}" type="parTrans" cxnId="{A0031ABC-04F3-4932-A3BF-8FB41513616F}">
      <dgm:prSet/>
      <dgm:spPr/>
      <dgm:t>
        <a:bodyPr/>
        <a:lstStyle/>
        <a:p>
          <a:endParaRPr lang="zh-CN" altLang="en-US" sz="2000" b="1" baseline="0">
            <a:latin typeface="Consolas" panose="020B0609020204030204" pitchFamily="49" charset="0"/>
          </a:endParaRPr>
        </a:p>
      </dgm:t>
    </dgm:pt>
    <dgm:pt modelId="{F72E21BF-A57D-47A9-82C7-6569AC26F354}" type="sibTrans" cxnId="{A0031ABC-04F3-4932-A3BF-8FB41513616F}">
      <dgm:prSet/>
      <dgm:spPr/>
      <dgm:t>
        <a:bodyPr/>
        <a:lstStyle/>
        <a:p>
          <a:endParaRPr lang="zh-CN" altLang="en-US" sz="2000" b="1" baseline="0">
            <a:latin typeface="Consolas" panose="020B0609020204030204" pitchFamily="49" charset="0"/>
          </a:endParaRPr>
        </a:p>
      </dgm:t>
    </dgm:pt>
    <dgm:pt modelId="{F795E8B1-574B-439C-991F-577A600EE42A}" type="pres">
      <dgm:prSet presAssocID="{93BA8BB0-DCAF-4CDA-A7A5-3EC97EE980FE}" presName="Name0" presStyleCnt="0">
        <dgm:presLayoutVars>
          <dgm:chMax val="7"/>
          <dgm:chPref val="7"/>
          <dgm:dir/>
        </dgm:presLayoutVars>
      </dgm:prSet>
      <dgm:spPr/>
    </dgm:pt>
    <dgm:pt modelId="{B9EC774B-AD78-414F-8271-588EF6343A5A}" type="pres">
      <dgm:prSet presAssocID="{93BA8BB0-DCAF-4CDA-A7A5-3EC97EE980FE}" presName="Name1" presStyleCnt="0"/>
      <dgm:spPr/>
    </dgm:pt>
    <dgm:pt modelId="{1E7A8C59-86CD-4084-ACDF-533B69415A4C}" type="pres">
      <dgm:prSet presAssocID="{93BA8BB0-DCAF-4CDA-A7A5-3EC97EE980FE}" presName="cycle" presStyleCnt="0"/>
      <dgm:spPr/>
    </dgm:pt>
    <dgm:pt modelId="{F5179F4A-59EB-46D1-9E1D-3E5DCBC10B19}" type="pres">
      <dgm:prSet presAssocID="{93BA8BB0-DCAF-4CDA-A7A5-3EC97EE980FE}" presName="srcNode" presStyleLbl="node1" presStyleIdx="0" presStyleCnt="4"/>
      <dgm:spPr/>
    </dgm:pt>
    <dgm:pt modelId="{9E1D8D12-12CE-45A4-B13F-FD0ECAF6B3BB}" type="pres">
      <dgm:prSet presAssocID="{93BA8BB0-DCAF-4CDA-A7A5-3EC97EE980FE}" presName="conn" presStyleLbl="parChTrans1D2" presStyleIdx="0" presStyleCnt="1"/>
      <dgm:spPr/>
    </dgm:pt>
    <dgm:pt modelId="{BBFE8E04-1EC7-49A6-8A58-65B0E78C09E6}" type="pres">
      <dgm:prSet presAssocID="{93BA8BB0-DCAF-4CDA-A7A5-3EC97EE980FE}" presName="extraNode" presStyleLbl="node1" presStyleIdx="0" presStyleCnt="4"/>
      <dgm:spPr/>
    </dgm:pt>
    <dgm:pt modelId="{E81DFFF9-6F0D-44D4-A7A8-66098A1E7CC0}" type="pres">
      <dgm:prSet presAssocID="{93BA8BB0-DCAF-4CDA-A7A5-3EC97EE980FE}" presName="dstNode" presStyleLbl="node1" presStyleIdx="0" presStyleCnt="4"/>
      <dgm:spPr/>
    </dgm:pt>
    <dgm:pt modelId="{5277AF62-AC48-402F-AAC0-CAEBEDA92D0D}" type="pres">
      <dgm:prSet presAssocID="{B10851E6-A941-4DBF-A2BB-6E791A2A237E}" presName="text_1" presStyleLbl="node1" presStyleIdx="0" presStyleCnt="4">
        <dgm:presLayoutVars>
          <dgm:bulletEnabled val="1"/>
        </dgm:presLayoutVars>
      </dgm:prSet>
      <dgm:spPr/>
    </dgm:pt>
    <dgm:pt modelId="{1E378C3C-5B83-46D9-BA75-6BD41B072D3C}" type="pres">
      <dgm:prSet presAssocID="{B10851E6-A941-4DBF-A2BB-6E791A2A237E}" presName="accent_1" presStyleCnt="0"/>
      <dgm:spPr/>
    </dgm:pt>
    <dgm:pt modelId="{4D5ED3F5-C952-432F-B1CB-B557C4F6ED5A}" type="pres">
      <dgm:prSet presAssocID="{B10851E6-A941-4DBF-A2BB-6E791A2A237E}" presName="accentRepeatNode" presStyleLbl="solidFgAcc1" presStyleIdx="0" presStyleCnt="4"/>
      <dgm:spPr/>
    </dgm:pt>
    <dgm:pt modelId="{546105FE-3C25-424B-B3C4-14AC49384C61}" type="pres">
      <dgm:prSet presAssocID="{8F5910A0-6E70-433D-8617-22559D256B2A}" presName="text_2" presStyleLbl="node1" presStyleIdx="1" presStyleCnt="4">
        <dgm:presLayoutVars>
          <dgm:bulletEnabled val="1"/>
        </dgm:presLayoutVars>
      </dgm:prSet>
      <dgm:spPr/>
    </dgm:pt>
    <dgm:pt modelId="{5E1EB8A2-FBA1-455E-8313-95AC503CAC18}" type="pres">
      <dgm:prSet presAssocID="{8F5910A0-6E70-433D-8617-22559D256B2A}" presName="accent_2" presStyleCnt="0"/>
      <dgm:spPr/>
    </dgm:pt>
    <dgm:pt modelId="{64F1550D-C144-4E3D-A1CA-9164CB6D2428}" type="pres">
      <dgm:prSet presAssocID="{8F5910A0-6E70-433D-8617-22559D256B2A}" presName="accentRepeatNode" presStyleLbl="solidFgAcc1" presStyleIdx="1" presStyleCnt="4"/>
      <dgm:spPr/>
    </dgm:pt>
    <dgm:pt modelId="{AE7AEE81-3B5A-4A7D-857F-19F190F7C089}" type="pres">
      <dgm:prSet presAssocID="{89BE8FE5-AA27-4360-92D2-6A5314703866}" presName="text_3" presStyleLbl="node1" presStyleIdx="2" presStyleCnt="4">
        <dgm:presLayoutVars>
          <dgm:bulletEnabled val="1"/>
        </dgm:presLayoutVars>
      </dgm:prSet>
      <dgm:spPr/>
    </dgm:pt>
    <dgm:pt modelId="{637FDB47-501F-40A5-A8B7-A082ECDB7DD9}" type="pres">
      <dgm:prSet presAssocID="{89BE8FE5-AA27-4360-92D2-6A5314703866}" presName="accent_3" presStyleCnt="0"/>
      <dgm:spPr/>
    </dgm:pt>
    <dgm:pt modelId="{DE4DF2D1-4EF6-49BD-8D32-5CF3CC02B73E}" type="pres">
      <dgm:prSet presAssocID="{89BE8FE5-AA27-4360-92D2-6A5314703866}" presName="accentRepeatNode" presStyleLbl="solidFgAcc1" presStyleIdx="2" presStyleCnt="4"/>
      <dgm:spPr/>
    </dgm:pt>
    <dgm:pt modelId="{5CC9DA9C-ECD0-48A7-B201-7EE074A8E331}" type="pres">
      <dgm:prSet presAssocID="{33F6393F-E4BB-44F4-90ED-26C371574ADB}" presName="text_4" presStyleLbl="node1" presStyleIdx="3" presStyleCnt="4">
        <dgm:presLayoutVars>
          <dgm:bulletEnabled val="1"/>
        </dgm:presLayoutVars>
      </dgm:prSet>
      <dgm:spPr/>
    </dgm:pt>
    <dgm:pt modelId="{916E4A65-194D-4595-9B2F-9AF2C5F57C93}" type="pres">
      <dgm:prSet presAssocID="{33F6393F-E4BB-44F4-90ED-26C371574ADB}" presName="accent_4" presStyleCnt="0"/>
      <dgm:spPr/>
    </dgm:pt>
    <dgm:pt modelId="{AE021C1F-CAD4-4E31-B609-CE9D4A3B25A6}" type="pres">
      <dgm:prSet presAssocID="{33F6393F-E4BB-44F4-90ED-26C371574ADB}" presName="accentRepeatNode" presStyleLbl="solidFgAcc1" presStyleIdx="3" presStyleCnt="4"/>
      <dgm:spPr/>
    </dgm:pt>
  </dgm:ptLst>
  <dgm:cxnLst>
    <dgm:cxn modelId="{2048AA1A-3301-4BC5-8E98-45B3508A37E5}" type="presOf" srcId="{33F6393F-E4BB-44F4-90ED-26C371574ADB}" destId="{5CC9DA9C-ECD0-48A7-B201-7EE074A8E331}" srcOrd="0" destOrd="0" presId="urn:microsoft.com/office/officeart/2008/layout/VerticalCurvedList"/>
    <dgm:cxn modelId="{1DCA363C-F594-41C2-B16F-24DD9D84AFFC}" type="presOf" srcId="{8F5910A0-6E70-433D-8617-22559D256B2A}" destId="{546105FE-3C25-424B-B3C4-14AC49384C61}" srcOrd="0" destOrd="0" presId="urn:microsoft.com/office/officeart/2008/layout/VerticalCurvedList"/>
    <dgm:cxn modelId="{0BE7113D-440E-424D-8BFD-C658BAD5F780}" type="presOf" srcId="{B10851E6-A941-4DBF-A2BB-6E791A2A237E}" destId="{5277AF62-AC48-402F-AAC0-CAEBEDA92D0D}" srcOrd="0" destOrd="0" presId="urn:microsoft.com/office/officeart/2008/layout/VerticalCurvedList"/>
    <dgm:cxn modelId="{20525B48-45DE-48A0-A120-B1A376EC704A}" srcId="{93BA8BB0-DCAF-4CDA-A7A5-3EC97EE980FE}" destId="{B10851E6-A941-4DBF-A2BB-6E791A2A237E}" srcOrd="0" destOrd="0" parTransId="{2CC43147-74EE-4AA1-B02F-BD741F82772C}" sibTransId="{C061D3B7-BD83-4B86-8906-9CC651E11092}"/>
    <dgm:cxn modelId="{4B28A582-2921-4686-AB29-6312F40C3A4A}" type="presOf" srcId="{93BA8BB0-DCAF-4CDA-A7A5-3EC97EE980FE}" destId="{F795E8B1-574B-439C-991F-577A600EE42A}" srcOrd="0" destOrd="0" presId="urn:microsoft.com/office/officeart/2008/layout/VerticalCurvedList"/>
    <dgm:cxn modelId="{40AAD3B7-0F93-46D4-AF26-025988C91804}" srcId="{93BA8BB0-DCAF-4CDA-A7A5-3EC97EE980FE}" destId="{8F5910A0-6E70-433D-8617-22559D256B2A}" srcOrd="1" destOrd="0" parTransId="{C02F41C2-B6EF-42F5-9134-A4A0075EACAA}" sibTransId="{7AE6D453-031D-42FB-A50A-ECC1E66CD77C}"/>
    <dgm:cxn modelId="{A0031ABC-04F3-4932-A3BF-8FB41513616F}" srcId="{93BA8BB0-DCAF-4CDA-A7A5-3EC97EE980FE}" destId="{33F6393F-E4BB-44F4-90ED-26C371574ADB}" srcOrd="3" destOrd="0" parTransId="{DEF1BA48-3A44-4B1E-9034-C8AC979F203E}" sibTransId="{F72E21BF-A57D-47A9-82C7-6569AC26F354}"/>
    <dgm:cxn modelId="{6F1D37BC-FDFD-4ADD-BBBA-42B5509E906A}" srcId="{93BA8BB0-DCAF-4CDA-A7A5-3EC97EE980FE}" destId="{89BE8FE5-AA27-4360-92D2-6A5314703866}" srcOrd="2" destOrd="0" parTransId="{E0583463-74BE-4F47-AAED-2881B96FF1E7}" sibTransId="{46443806-EF07-4F2C-AC5B-21A3CD1FAB0F}"/>
    <dgm:cxn modelId="{212C3DBD-2D13-4226-98C8-69A8FFAC084A}" type="presOf" srcId="{89BE8FE5-AA27-4360-92D2-6A5314703866}" destId="{AE7AEE81-3B5A-4A7D-857F-19F190F7C089}" srcOrd="0" destOrd="0" presId="urn:microsoft.com/office/officeart/2008/layout/VerticalCurvedList"/>
    <dgm:cxn modelId="{4EA543D2-CB2C-43F0-8CDC-1AD19D5A8521}" type="presOf" srcId="{C061D3B7-BD83-4B86-8906-9CC651E11092}" destId="{9E1D8D12-12CE-45A4-B13F-FD0ECAF6B3BB}" srcOrd="0" destOrd="0" presId="urn:microsoft.com/office/officeart/2008/layout/VerticalCurvedList"/>
    <dgm:cxn modelId="{8477D0B6-BE03-487C-B323-225A2CEC4CC6}" type="presParOf" srcId="{F795E8B1-574B-439C-991F-577A600EE42A}" destId="{B9EC774B-AD78-414F-8271-588EF6343A5A}" srcOrd="0" destOrd="0" presId="urn:microsoft.com/office/officeart/2008/layout/VerticalCurvedList"/>
    <dgm:cxn modelId="{00347FBC-44E4-4B98-8F2B-C1DD14BCC77E}" type="presParOf" srcId="{B9EC774B-AD78-414F-8271-588EF6343A5A}" destId="{1E7A8C59-86CD-4084-ACDF-533B69415A4C}" srcOrd="0" destOrd="0" presId="urn:microsoft.com/office/officeart/2008/layout/VerticalCurvedList"/>
    <dgm:cxn modelId="{A6B4C595-9B58-4D8C-9949-5800AA6B2432}" type="presParOf" srcId="{1E7A8C59-86CD-4084-ACDF-533B69415A4C}" destId="{F5179F4A-59EB-46D1-9E1D-3E5DCBC10B19}" srcOrd="0" destOrd="0" presId="urn:microsoft.com/office/officeart/2008/layout/VerticalCurvedList"/>
    <dgm:cxn modelId="{F8CD04C5-C972-4612-82AC-8A8D293152BF}" type="presParOf" srcId="{1E7A8C59-86CD-4084-ACDF-533B69415A4C}" destId="{9E1D8D12-12CE-45A4-B13F-FD0ECAF6B3BB}" srcOrd="1" destOrd="0" presId="urn:microsoft.com/office/officeart/2008/layout/VerticalCurvedList"/>
    <dgm:cxn modelId="{9803444F-1FCB-440E-B382-00F0BC23076C}" type="presParOf" srcId="{1E7A8C59-86CD-4084-ACDF-533B69415A4C}" destId="{BBFE8E04-1EC7-49A6-8A58-65B0E78C09E6}" srcOrd="2" destOrd="0" presId="urn:microsoft.com/office/officeart/2008/layout/VerticalCurvedList"/>
    <dgm:cxn modelId="{7E1F4959-FAD3-4EAC-9BE5-31DD5F5ACC7F}" type="presParOf" srcId="{1E7A8C59-86CD-4084-ACDF-533B69415A4C}" destId="{E81DFFF9-6F0D-44D4-A7A8-66098A1E7CC0}" srcOrd="3" destOrd="0" presId="urn:microsoft.com/office/officeart/2008/layout/VerticalCurvedList"/>
    <dgm:cxn modelId="{A90D13E2-5458-45DB-9FE9-883F165E3E43}" type="presParOf" srcId="{B9EC774B-AD78-414F-8271-588EF6343A5A}" destId="{5277AF62-AC48-402F-AAC0-CAEBEDA92D0D}" srcOrd="1" destOrd="0" presId="urn:microsoft.com/office/officeart/2008/layout/VerticalCurvedList"/>
    <dgm:cxn modelId="{436603F0-E1B3-4DD9-A80A-86D6EEA2C057}" type="presParOf" srcId="{B9EC774B-AD78-414F-8271-588EF6343A5A}" destId="{1E378C3C-5B83-46D9-BA75-6BD41B072D3C}" srcOrd="2" destOrd="0" presId="urn:microsoft.com/office/officeart/2008/layout/VerticalCurvedList"/>
    <dgm:cxn modelId="{B84BC11E-29BB-4031-9E6A-22D7CD6E76BB}" type="presParOf" srcId="{1E378C3C-5B83-46D9-BA75-6BD41B072D3C}" destId="{4D5ED3F5-C952-432F-B1CB-B557C4F6ED5A}" srcOrd="0" destOrd="0" presId="urn:microsoft.com/office/officeart/2008/layout/VerticalCurvedList"/>
    <dgm:cxn modelId="{FDC4FFAF-DEB8-486A-995E-DD2FBFA1B9C3}" type="presParOf" srcId="{B9EC774B-AD78-414F-8271-588EF6343A5A}" destId="{546105FE-3C25-424B-B3C4-14AC49384C61}" srcOrd="3" destOrd="0" presId="urn:microsoft.com/office/officeart/2008/layout/VerticalCurvedList"/>
    <dgm:cxn modelId="{02FD72C9-D5D4-4C8B-BB76-940243AA8048}" type="presParOf" srcId="{B9EC774B-AD78-414F-8271-588EF6343A5A}" destId="{5E1EB8A2-FBA1-455E-8313-95AC503CAC18}" srcOrd="4" destOrd="0" presId="urn:microsoft.com/office/officeart/2008/layout/VerticalCurvedList"/>
    <dgm:cxn modelId="{58890710-190B-4D55-8664-140A33C1B066}" type="presParOf" srcId="{5E1EB8A2-FBA1-455E-8313-95AC503CAC18}" destId="{64F1550D-C144-4E3D-A1CA-9164CB6D2428}" srcOrd="0" destOrd="0" presId="urn:microsoft.com/office/officeart/2008/layout/VerticalCurvedList"/>
    <dgm:cxn modelId="{80FC6762-5A5C-4270-A8BF-DC09F08B52B3}" type="presParOf" srcId="{B9EC774B-AD78-414F-8271-588EF6343A5A}" destId="{AE7AEE81-3B5A-4A7D-857F-19F190F7C089}" srcOrd="5" destOrd="0" presId="urn:microsoft.com/office/officeart/2008/layout/VerticalCurvedList"/>
    <dgm:cxn modelId="{0D7AC6EF-775A-42BE-A7AD-EEBD60122DD2}" type="presParOf" srcId="{B9EC774B-AD78-414F-8271-588EF6343A5A}" destId="{637FDB47-501F-40A5-A8B7-A082ECDB7DD9}" srcOrd="6" destOrd="0" presId="urn:microsoft.com/office/officeart/2008/layout/VerticalCurvedList"/>
    <dgm:cxn modelId="{C6F39F1F-F147-451F-98DE-EE20968C6FA8}" type="presParOf" srcId="{637FDB47-501F-40A5-A8B7-A082ECDB7DD9}" destId="{DE4DF2D1-4EF6-49BD-8D32-5CF3CC02B73E}" srcOrd="0" destOrd="0" presId="urn:microsoft.com/office/officeart/2008/layout/VerticalCurvedList"/>
    <dgm:cxn modelId="{8E77B2F9-C93B-445D-817F-984E944C22AD}" type="presParOf" srcId="{B9EC774B-AD78-414F-8271-588EF6343A5A}" destId="{5CC9DA9C-ECD0-48A7-B201-7EE074A8E331}" srcOrd="7" destOrd="0" presId="urn:microsoft.com/office/officeart/2008/layout/VerticalCurvedList"/>
    <dgm:cxn modelId="{BBFEF8A0-AE6F-4132-9820-6A05A67180BB}" type="presParOf" srcId="{B9EC774B-AD78-414F-8271-588EF6343A5A}" destId="{916E4A65-194D-4595-9B2F-9AF2C5F57C93}" srcOrd="8" destOrd="0" presId="urn:microsoft.com/office/officeart/2008/layout/VerticalCurvedList"/>
    <dgm:cxn modelId="{A0EFC008-118A-4E68-9895-B921932DBDFE}" type="presParOf" srcId="{916E4A65-194D-4595-9B2F-9AF2C5F57C93}" destId="{AE021C1F-CAD4-4E31-B609-CE9D4A3B25A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D255F6-BDB7-488B-811F-314FEADB1573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2E53AE8A-0CEE-42A9-9A92-2FD1162095C7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2000" b="1">
              <a:latin typeface="Consolas" panose="020B0609020204030204" pitchFamily="49" charset="0"/>
            </a:rPr>
            <a:t>查找</a:t>
          </a:r>
          <a:r>
            <a:rPr lang="zh-CN" altLang="en-US" sz="2400" b="1" cap="none" spc="0">
              <a:ln w="0"/>
              <a:solidFill>
                <a:srgbClr val="FFF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nsolas" panose="020B0609020204030204" pitchFamily="49" charset="0"/>
            </a:rPr>
            <a:t>指定序号</a:t>
          </a:r>
          <a:r>
            <a:rPr lang="zh-CN" altLang="en-US" sz="2000" b="1">
              <a:latin typeface="Consolas" panose="020B0609020204030204" pitchFamily="49" charset="0"/>
            </a:rPr>
            <a:t>结点：</a:t>
          </a:r>
          <a:r>
            <a:rPr lang="zh-CN" sz="2000" b="1">
              <a:latin typeface="Consolas" panose="020B0609020204030204" pitchFamily="49" charset="0"/>
            </a:rPr>
            <a:t>在单链表中查找第</a:t>
          </a:r>
          <a:r>
            <a:rPr lang="en-US" sz="2000" b="1">
              <a:latin typeface="Consolas" panose="020B0609020204030204" pitchFamily="49" charset="0"/>
            </a:rPr>
            <a:t>i</a:t>
          </a:r>
          <a:r>
            <a:rPr lang="zh-CN" sz="2000" b="1">
              <a:latin typeface="Consolas" panose="020B0609020204030204" pitchFamily="49" charset="0"/>
            </a:rPr>
            <a:t>个结点</a:t>
          </a:r>
          <a:r>
            <a:rPr lang="en-US" altLang="zh-CN" sz="2000" b="1" baseline="0">
              <a:latin typeface="Consolas" panose="020B0609020204030204" pitchFamily="49" charset="0"/>
            </a:rPr>
            <a:t>(</a:t>
          </a:r>
          <a:r>
            <a:rPr lang="en-US" sz="2000" b="1">
              <a:latin typeface="Consolas" panose="020B0609020204030204" pitchFamily="49" charset="0"/>
            </a:rPr>
            <a:t>i</a:t>
          </a:r>
          <a:r>
            <a:rPr lang="zh-CN" sz="2000" b="1">
              <a:latin typeface="Consolas" panose="020B0609020204030204" pitchFamily="49" charset="0"/>
            </a:rPr>
            <a:t>≥</a:t>
          </a:r>
          <a:r>
            <a:rPr lang="en-US" sz="2000" b="1">
              <a:latin typeface="Consolas" panose="020B0609020204030204" pitchFamily="49" charset="0"/>
            </a:rPr>
            <a:t>1</a:t>
          </a:r>
          <a:r>
            <a:rPr lang="en-US" altLang="zh-CN" sz="2000" b="1" baseline="0">
              <a:latin typeface="Consolas" panose="020B0609020204030204" pitchFamily="49" charset="0"/>
            </a:rPr>
            <a:t>)</a:t>
          </a:r>
          <a:r>
            <a:rPr lang="zh-CN" sz="2000" b="1">
              <a:latin typeface="Consolas" panose="020B0609020204030204" pitchFamily="49" charset="0"/>
            </a:rPr>
            <a:t>。</a:t>
          </a:r>
          <a:endParaRPr lang="zh-CN" altLang="en-US" sz="2000" b="1">
            <a:latin typeface="Consolas" panose="020B0609020204030204" pitchFamily="49" charset="0"/>
          </a:endParaRPr>
        </a:p>
      </dgm:t>
    </dgm:pt>
    <dgm:pt modelId="{959621F4-66EF-4F08-8990-0582DD3B30A5}" type="parTrans" cxnId="{1D721200-FDDC-43F6-B1A8-4CEBF6860FE8}">
      <dgm:prSet/>
      <dgm:spPr/>
      <dgm:t>
        <a:bodyPr/>
        <a:lstStyle/>
        <a:p>
          <a:endParaRPr lang="zh-CN" altLang="en-US" sz="2000" b="1">
            <a:latin typeface="Consolas" panose="020B0609020204030204" pitchFamily="49" charset="0"/>
          </a:endParaRPr>
        </a:p>
      </dgm:t>
    </dgm:pt>
    <dgm:pt modelId="{ABFB8429-515B-4B50-B745-76D847054EEE}" type="sibTrans" cxnId="{1D721200-FDDC-43F6-B1A8-4CEBF6860FE8}">
      <dgm:prSet/>
      <dgm:spPr/>
      <dgm:t>
        <a:bodyPr/>
        <a:lstStyle/>
        <a:p>
          <a:endParaRPr lang="zh-CN" altLang="en-US" sz="2000" b="1">
            <a:latin typeface="Consolas" panose="020B0609020204030204" pitchFamily="49" charset="0"/>
          </a:endParaRPr>
        </a:p>
      </dgm:t>
    </dgm:pt>
    <dgm:pt modelId="{41C44173-FB5A-4B62-8532-808762639431}">
      <dgm:prSet phldrT="[文本]" custT="1"/>
      <dgm:spPr/>
      <dgm:t>
        <a:bodyPr/>
        <a:lstStyle/>
        <a:p>
          <a:pPr algn="just">
            <a:lnSpc>
              <a:spcPct val="100000"/>
            </a:lnSpc>
            <a:spcAft>
              <a:spcPts val="0"/>
            </a:spcAft>
          </a:pPr>
          <a:r>
            <a:rPr lang="zh-CN" altLang="en-US" sz="2000" b="1" kern="1200">
              <a:latin typeface="Consolas" panose="020B0609020204030204" pitchFamily="49" charset="0"/>
            </a:rPr>
            <a:t>查找</a:t>
          </a:r>
          <a:r>
            <a:rPr lang="zh-CN" altLang="en-US" sz="2400" b="1" kern="1200" cap="none" spc="0">
              <a:ln w="0"/>
              <a:solidFill>
                <a:srgbClr val="FFF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nsolas" panose="020B0609020204030204" pitchFamily="49" charset="0"/>
              <a:ea typeface="微软雅黑"/>
              <a:cs typeface="+mn-cs"/>
            </a:rPr>
            <a:t>指定内容</a:t>
          </a:r>
          <a:r>
            <a:rPr lang="zh-CN" altLang="en-US" sz="2000" b="1" kern="1200">
              <a:latin typeface="Consolas" panose="020B0609020204030204" pitchFamily="49" charset="0"/>
            </a:rPr>
            <a:t>结点：</a:t>
          </a:r>
          <a:r>
            <a:rPr lang="zh-CN" sz="2000" b="1" kern="1200">
              <a:latin typeface="Consolas" panose="020B0609020204030204" pitchFamily="49" charset="0"/>
            </a:rPr>
            <a:t>在单链表中查找指定学号的学生信息结点。查找成功返回指向所查结点的指针，查找失败则返回空指针</a:t>
          </a:r>
          <a:r>
            <a:rPr lang="en-US" sz="2000" b="1" kern="1200">
              <a:latin typeface="Consolas" panose="020B0609020204030204" pitchFamily="49" charset="0"/>
            </a:rPr>
            <a:t>NULL</a:t>
          </a:r>
          <a:r>
            <a:rPr lang="zh-CN" sz="2000" b="1" kern="1200">
              <a:latin typeface="Consolas" panose="020B0609020204030204" pitchFamily="49" charset="0"/>
            </a:rPr>
            <a:t>。</a:t>
          </a:r>
          <a:endParaRPr lang="zh-CN" altLang="en-US" sz="2000" b="1" kern="1200">
            <a:latin typeface="Consolas" panose="020B0609020204030204" pitchFamily="49" charset="0"/>
          </a:endParaRPr>
        </a:p>
      </dgm:t>
    </dgm:pt>
    <dgm:pt modelId="{5E113464-5B13-42A9-B4B2-C7EFEC299482}" type="parTrans" cxnId="{524C6AC3-8302-4E24-91D1-0E5B0A8F08C6}">
      <dgm:prSet/>
      <dgm:spPr/>
      <dgm:t>
        <a:bodyPr/>
        <a:lstStyle/>
        <a:p>
          <a:endParaRPr lang="zh-CN" altLang="en-US" sz="2000" b="1">
            <a:latin typeface="Consolas" panose="020B0609020204030204" pitchFamily="49" charset="0"/>
          </a:endParaRPr>
        </a:p>
      </dgm:t>
    </dgm:pt>
    <dgm:pt modelId="{11E6695F-9617-4BFD-9A3B-971CA140CD0F}" type="sibTrans" cxnId="{524C6AC3-8302-4E24-91D1-0E5B0A8F08C6}">
      <dgm:prSet/>
      <dgm:spPr/>
      <dgm:t>
        <a:bodyPr/>
        <a:lstStyle/>
        <a:p>
          <a:endParaRPr lang="zh-CN" altLang="en-US" sz="2000" b="1">
            <a:latin typeface="Consolas" panose="020B0609020204030204" pitchFamily="49" charset="0"/>
          </a:endParaRPr>
        </a:p>
      </dgm:t>
    </dgm:pt>
    <dgm:pt modelId="{6F89601B-A537-4F35-9945-8F87B601E781}" type="pres">
      <dgm:prSet presAssocID="{2AD255F6-BDB7-488B-811F-314FEADB1573}" presName="Name0" presStyleCnt="0">
        <dgm:presLayoutVars>
          <dgm:chMax val="7"/>
          <dgm:chPref val="7"/>
          <dgm:dir/>
        </dgm:presLayoutVars>
      </dgm:prSet>
      <dgm:spPr/>
    </dgm:pt>
    <dgm:pt modelId="{CA6302AB-C0BF-457F-8270-B7B8ECA0C449}" type="pres">
      <dgm:prSet presAssocID="{2AD255F6-BDB7-488B-811F-314FEADB1573}" presName="Name1" presStyleCnt="0"/>
      <dgm:spPr/>
    </dgm:pt>
    <dgm:pt modelId="{F9F4171F-00CD-4A74-8534-00CDD8E74B49}" type="pres">
      <dgm:prSet presAssocID="{2AD255F6-BDB7-488B-811F-314FEADB1573}" presName="cycle" presStyleCnt="0"/>
      <dgm:spPr/>
    </dgm:pt>
    <dgm:pt modelId="{A21DDA97-8F02-46AD-B5AB-333D5A2EB068}" type="pres">
      <dgm:prSet presAssocID="{2AD255F6-BDB7-488B-811F-314FEADB1573}" presName="srcNode" presStyleLbl="node1" presStyleIdx="0" presStyleCnt="2"/>
      <dgm:spPr/>
    </dgm:pt>
    <dgm:pt modelId="{548619A0-F336-42CB-83E5-E6FA84E3A6F7}" type="pres">
      <dgm:prSet presAssocID="{2AD255F6-BDB7-488B-811F-314FEADB1573}" presName="conn" presStyleLbl="parChTrans1D2" presStyleIdx="0" presStyleCnt="1"/>
      <dgm:spPr/>
    </dgm:pt>
    <dgm:pt modelId="{B57A4B84-FF7C-4386-B488-F981535CBABB}" type="pres">
      <dgm:prSet presAssocID="{2AD255F6-BDB7-488B-811F-314FEADB1573}" presName="extraNode" presStyleLbl="node1" presStyleIdx="0" presStyleCnt="2"/>
      <dgm:spPr/>
    </dgm:pt>
    <dgm:pt modelId="{F540569F-9143-455B-93B9-AE530F0AC192}" type="pres">
      <dgm:prSet presAssocID="{2AD255F6-BDB7-488B-811F-314FEADB1573}" presName="dstNode" presStyleLbl="node1" presStyleIdx="0" presStyleCnt="2"/>
      <dgm:spPr/>
    </dgm:pt>
    <dgm:pt modelId="{FFEF32D6-749D-4523-B106-3627706BC1F3}" type="pres">
      <dgm:prSet presAssocID="{2E53AE8A-0CEE-42A9-9A92-2FD1162095C7}" presName="text_1" presStyleLbl="node1" presStyleIdx="0" presStyleCnt="2">
        <dgm:presLayoutVars>
          <dgm:bulletEnabled val="1"/>
        </dgm:presLayoutVars>
      </dgm:prSet>
      <dgm:spPr/>
    </dgm:pt>
    <dgm:pt modelId="{26937A00-D0AD-4541-9614-9AFAF04A7843}" type="pres">
      <dgm:prSet presAssocID="{2E53AE8A-0CEE-42A9-9A92-2FD1162095C7}" presName="accent_1" presStyleCnt="0"/>
      <dgm:spPr/>
    </dgm:pt>
    <dgm:pt modelId="{9622D7D6-1C95-45F6-A242-9ECF8659878F}" type="pres">
      <dgm:prSet presAssocID="{2E53AE8A-0CEE-42A9-9A92-2FD1162095C7}" presName="accentRepeatNode" presStyleLbl="solidFgAcc1" presStyleIdx="0" presStyleCnt="2"/>
      <dgm:spPr/>
    </dgm:pt>
    <dgm:pt modelId="{110C6E7E-D1CC-4F7B-B48A-D28CBD33F83E}" type="pres">
      <dgm:prSet presAssocID="{41C44173-FB5A-4B62-8532-808762639431}" presName="text_2" presStyleLbl="node1" presStyleIdx="1" presStyleCnt="2" custScaleY="124410">
        <dgm:presLayoutVars>
          <dgm:bulletEnabled val="1"/>
        </dgm:presLayoutVars>
      </dgm:prSet>
      <dgm:spPr/>
    </dgm:pt>
    <dgm:pt modelId="{09795E13-41DD-4A81-956E-859E7915AEF0}" type="pres">
      <dgm:prSet presAssocID="{41C44173-FB5A-4B62-8532-808762639431}" presName="accent_2" presStyleCnt="0"/>
      <dgm:spPr/>
    </dgm:pt>
    <dgm:pt modelId="{A211B85A-F4FB-4A58-A66C-9596F005CE6E}" type="pres">
      <dgm:prSet presAssocID="{41C44173-FB5A-4B62-8532-808762639431}" presName="accentRepeatNode" presStyleLbl="solidFgAcc1" presStyleIdx="1" presStyleCnt="2"/>
      <dgm:spPr/>
    </dgm:pt>
  </dgm:ptLst>
  <dgm:cxnLst>
    <dgm:cxn modelId="{1D721200-FDDC-43F6-B1A8-4CEBF6860FE8}" srcId="{2AD255F6-BDB7-488B-811F-314FEADB1573}" destId="{2E53AE8A-0CEE-42A9-9A92-2FD1162095C7}" srcOrd="0" destOrd="0" parTransId="{959621F4-66EF-4F08-8990-0582DD3B30A5}" sibTransId="{ABFB8429-515B-4B50-B745-76D847054EEE}"/>
    <dgm:cxn modelId="{48620545-7FC9-4A9A-9DD3-32AD4A499DB3}" type="presOf" srcId="{2E53AE8A-0CEE-42A9-9A92-2FD1162095C7}" destId="{FFEF32D6-749D-4523-B106-3627706BC1F3}" srcOrd="0" destOrd="0" presId="urn:microsoft.com/office/officeart/2008/layout/VerticalCurvedList"/>
    <dgm:cxn modelId="{A6AE3174-29AE-4B67-819C-398A69C43FC5}" type="presOf" srcId="{ABFB8429-515B-4B50-B745-76D847054EEE}" destId="{548619A0-F336-42CB-83E5-E6FA84E3A6F7}" srcOrd="0" destOrd="0" presId="urn:microsoft.com/office/officeart/2008/layout/VerticalCurvedList"/>
    <dgm:cxn modelId="{80CE52A5-8324-48F3-8C77-170EB4911FD1}" type="presOf" srcId="{2AD255F6-BDB7-488B-811F-314FEADB1573}" destId="{6F89601B-A537-4F35-9945-8F87B601E781}" srcOrd="0" destOrd="0" presId="urn:microsoft.com/office/officeart/2008/layout/VerticalCurvedList"/>
    <dgm:cxn modelId="{A95B02B0-111E-483A-B26B-8202F01871B2}" type="presOf" srcId="{41C44173-FB5A-4B62-8532-808762639431}" destId="{110C6E7E-D1CC-4F7B-B48A-D28CBD33F83E}" srcOrd="0" destOrd="0" presId="urn:microsoft.com/office/officeart/2008/layout/VerticalCurvedList"/>
    <dgm:cxn modelId="{524C6AC3-8302-4E24-91D1-0E5B0A8F08C6}" srcId="{2AD255F6-BDB7-488B-811F-314FEADB1573}" destId="{41C44173-FB5A-4B62-8532-808762639431}" srcOrd="1" destOrd="0" parTransId="{5E113464-5B13-42A9-B4B2-C7EFEC299482}" sibTransId="{11E6695F-9617-4BFD-9A3B-971CA140CD0F}"/>
    <dgm:cxn modelId="{272FF8BF-25BC-43D9-BF4E-A925DC734A8D}" type="presParOf" srcId="{6F89601B-A537-4F35-9945-8F87B601E781}" destId="{CA6302AB-C0BF-457F-8270-B7B8ECA0C449}" srcOrd="0" destOrd="0" presId="urn:microsoft.com/office/officeart/2008/layout/VerticalCurvedList"/>
    <dgm:cxn modelId="{7515315A-7395-43FD-8C9C-5034D8D2974E}" type="presParOf" srcId="{CA6302AB-C0BF-457F-8270-B7B8ECA0C449}" destId="{F9F4171F-00CD-4A74-8534-00CDD8E74B49}" srcOrd="0" destOrd="0" presId="urn:microsoft.com/office/officeart/2008/layout/VerticalCurvedList"/>
    <dgm:cxn modelId="{C4C6662F-88C6-4800-94DC-552156FF723D}" type="presParOf" srcId="{F9F4171F-00CD-4A74-8534-00CDD8E74B49}" destId="{A21DDA97-8F02-46AD-B5AB-333D5A2EB068}" srcOrd="0" destOrd="0" presId="urn:microsoft.com/office/officeart/2008/layout/VerticalCurvedList"/>
    <dgm:cxn modelId="{4E1E86D8-F7BC-4F60-9B35-0A9971E6A03B}" type="presParOf" srcId="{F9F4171F-00CD-4A74-8534-00CDD8E74B49}" destId="{548619A0-F336-42CB-83E5-E6FA84E3A6F7}" srcOrd="1" destOrd="0" presId="urn:microsoft.com/office/officeart/2008/layout/VerticalCurvedList"/>
    <dgm:cxn modelId="{58A5974A-2AA0-4B28-9B4F-F6D3CC7E9002}" type="presParOf" srcId="{F9F4171F-00CD-4A74-8534-00CDD8E74B49}" destId="{B57A4B84-FF7C-4386-B488-F981535CBABB}" srcOrd="2" destOrd="0" presId="urn:microsoft.com/office/officeart/2008/layout/VerticalCurvedList"/>
    <dgm:cxn modelId="{47141910-9406-4C1A-B7B1-50E27E166623}" type="presParOf" srcId="{F9F4171F-00CD-4A74-8534-00CDD8E74B49}" destId="{F540569F-9143-455B-93B9-AE530F0AC192}" srcOrd="3" destOrd="0" presId="urn:microsoft.com/office/officeart/2008/layout/VerticalCurvedList"/>
    <dgm:cxn modelId="{905CE77C-3FE5-49DE-9E45-252232E819A3}" type="presParOf" srcId="{CA6302AB-C0BF-457F-8270-B7B8ECA0C449}" destId="{FFEF32D6-749D-4523-B106-3627706BC1F3}" srcOrd="1" destOrd="0" presId="urn:microsoft.com/office/officeart/2008/layout/VerticalCurvedList"/>
    <dgm:cxn modelId="{EF1E7804-6291-4CB9-862A-A0C30D958D9B}" type="presParOf" srcId="{CA6302AB-C0BF-457F-8270-B7B8ECA0C449}" destId="{26937A00-D0AD-4541-9614-9AFAF04A7843}" srcOrd="2" destOrd="0" presId="urn:microsoft.com/office/officeart/2008/layout/VerticalCurvedList"/>
    <dgm:cxn modelId="{F1405356-CE25-4F3C-8883-8F05116ED08C}" type="presParOf" srcId="{26937A00-D0AD-4541-9614-9AFAF04A7843}" destId="{9622D7D6-1C95-45F6-A242-9ECF8659878F}" srcOrd="0" destOrd="0" presId="urn:microsoft.com/office/officeart/2008/layout/VerticalCurvedList"/>
    <dgm:cxn modelId="{E0576BC4-222E-4A10-A1E0-7E6CEFB06C32}" type="presParOf" srcId="{CA6302AB-C0BF-457F-8270-B7B8ECA0C449}" destId="{110C6E7E-D1CC-4F7B-B48A-D28CBD33F83E}" srcOrd="3" destOrd="0" presId="urn:microsoft.com/office/officeart/2008/layout/VerticalCurvedList"/>
    <dgm:cxn modelId="{8ECA49F4-666F-4227-B4C1-0B7F6D4A88F6}" type="presParOf" srcId="{CA6302AB-C0BF-457F-8270-B7B8ECA0C449}" destId="{09795E13-41DD-4A81-956E-859E7915AEF0}" srcOrd="4" destOrd="0" presId="urn:microsoft.com/office/officeart/2008/layout/VerticalCurvedList"/>
    <dgm:cxn modelId="{596D070D-2195-432E-A7B6-D272730D7867}" type="presParOf" srcId="{09795E13-41DD-4A81-956E-859E7915AEF0}" destId="{A211B85A-F4FB-4A58-A66C-9596F005CE6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B1B1EB2-1F91-4006-BA07-8C1F718A18DA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7BC124D6-8386-4FE1-B7D0-09298D8D53F4}">
      <dgm:prSet phldrT="[文本]" custT="1"/>
      <dgm:spPr/>
      <dgm:t>
        <a:bodyPr/>
        <a:lstStyle/>
        <a:p>
          <a:pPr algn="just"/>
          <a:r>
            <a:rPr lang="zh-CN" altLang="en-US" sz="2000" b="1">
              <a:solidFill>
                <a:srgbClr val="FFFF00"/>
              </a:solidFill>
            </a:rPr>
            <a:t>查找</a:t>
          </a:r>
          <a:r>
            <a:rPr lang="zh-CN" altLang="en-US" sz="2000" b="1"/>
            <a:t>插入的位置，找到待插入结点的</a:t>
          </a:r>
          <a:r>
            <a:rPr lang="zh-CN" altLang="en-US" sz="2000" b="1">
              <a:solidFill>
                <a:srgbClr val="FFFF00"/>
              </a:solidFill>
            </a:rPr>
            <a:t>直接前驱结点</a:t>
          </a:r>
          <a:r>
            <a:rPr lang="zh-CN" altLang="en-US" sz="2000" b="1"/>
            <a:t>。</a:t>
          </a:r>
        </a:p>
      </dgm:t>
    </dgm:pt>
    <dgm:pt modelId="{9FC5E8A0-7DB5-43F4-A052-057AA390AC68}" type="parTrans" cxnId="{D7DEF572-4FE4-4D02-92D9-6708CFBAA34B}">
      <dgm:prSet/>
      <dgm:spPr/>
      <dgm:t>
        <a:bodyPr/>
        <a:lstStyle/>
        <a:p>
          <a:pPr algn="just"/>
          <a:endParaRPr lang="zh-CN" altLang="en-US" sz="2000" b="1"/>
        </a:p>
      </dgm:t>
    </dgm:pt>
    <dgm:pt modelId="{EB6F96EE-549D-4177-B4C2-7D226EF5F410}" type="sibTrans" cxnId="{D7DEF572-4FE4-4D02-92D9-6708CFBAA34B}">
      <dgm:prSet/>
      <dgm:spPr/>
      <dgm:t>
        <a:bodyPr/>
        <a:lstStyle/>
        <a:p>
          <a:pPr algn="just"/>
          <a:endParaRPr lang="zh-CN" altLang="en-US" sz="2000" b="1"/>
        </a:p>
      </dgm:t>
    </dgm:pt>
    <dgm:pt modelId="{A4173D97-B69B-4F2A-A7BB-5385C7D071BA}">
      <dgm:prSet phldrT="[文本]" custT="1"/>
      <dgm:spPr/>
      <dgm:t>
        <a:bodyPr/>
        <a:lstStyle/>
        <a:p>
          <a:pPr algn="just"/>
          <a:r>
            <a:rPr lang="zh-CN" sz="2000" b="1"/>
            <a:t>若链表中不存在</a:t>
          </a:r>
          <a:r>
            <a:rPr lang="zh-CN" altLang="en-US" sz="2000" b="1"/>
            <a:t>待查找</a:t>
          </a:r>
          <a:r>
            <a:rPr lang="zh-CN" sz="2000" b="1"/>
            <a:t>结点，则为新结点分配结点空间，并存入数据。若链表中已经存在</a:t>
          </a:r>
          <a:r>
            <a:rPr lang="zh-CN" altLang="en-US" sz="2000" b="1"/>
            <a:t>待</a:t>
          </a:r>
          <a:r>
            <a:rPr lang="zh-CN" sz="2000" b="1"/>
            <a:t>结点，</a:t>
          </a:r>
          <a:r>
            <a:rPr lang="zh-CN" altLang="zh-CN" sz="2000" b="1"/>
            <a:t>给出错误提示</a:t>
          </a:r>
          <a:r>
            <a:rPr lang="en-US" altLang="zh-CN" sz="2000" b="1" baseline="0">
              <a:latin typeface="黑体" panose="02010609060101010101" pitchFamily="49" charset="-122"/>
            </a:rPr>
            <a:t>(</a:t>
          </a:r>
          <a:r>
            <a:rPr lang="zh-CN" altLang="zh-CN" sz="2000" b="1"/>
            <a:t>由于学号是唯一的不能重复</a:t>
          </a:r>
          <a:r>
            <a:rPr lang="en-US" altLang="zh-CN" sz="2000" b="1" baseline="0">
              <a:latin typeface="黑体" panose="02010609060101010101" pitchFamily="49" charset="-122"/>
            </a:rPr>
            <a:t>)</a:t>
          </a:r>
          <a:r>
            <a:rPr lang="zh-CN" sz="2000" b="1"/>
            <a:t>。</a:t>
          </a:r>
          <a:endParaRPr lang="zh-CN" altLang="en-US" sz="2000" b="1"/>
        </a:p>
      </dgm:t>
    </dgm:pt>
    <dgm:pt modelId="{9EB7650E-DF8C-46E8-B677-986597FFC14E}" type="parTrans" cxnId="{8A78A65B-F197-430B-844D-57CFAB4A7BD1}">
      <dgm:prSet/>
      <dgm:spPr/>
      <dgm:t>
        <a:bodyPr/>
        <a:lstStyle/>
        <a:p>
          <a:pPr algn="just"/>
          <a:endParaRPr lang="zh-CN" altLang="en-US" sz="2000" b="1"/>
        </a:p>
      </dgm:t>
    </dgm:pt>
    <dgm:pt modelId="{63771385-0E09-4616-A9BD-E8F591082949}" type="sibTrans" cxnId="{8A78A65B-F197-430B-844D-57CFAB4A7BD1}">
      <dgm:prSet/>
      <dgm:spPr/>
      <dgm:t>
        <a:bodyPr/>
        <a:lstStyle/>
        <a:p>
          <a:pPr algn="just"/>
          <a:endParaRPr lang="zh-CN" altLang="en-US" sz="2000" b="1"/>
        </a:p>
      </dgm:t>
    </dgm:pt>
    <dgm:pt modelId="{8090FD11-CE5B-4D0C-9F68-A7E078188FF9}">
      <dgm:prSet phldrT="[文本]" custT="1"/>
      <dgm:spPr/>
      <dgm:t>
        <a:bodyPr/>
        <a:lstStyle/>
        <a:p>
          <a:pPr algn="just"/>
          <a:r>
            <a:rPr lang="zh-CN" sz="2000" b="1"/>
            <a:t>修改相关结点的指针域，将新结点插入</a:t>
          </a:r>
          <a:r>
            <a:rPr lang="en-US" altLang="zh-CN" sz="2000" b="1" baseline="0">
              <a:latin typeface="黑体" panose="02010609060101010101" pitchFamily="49" charset="-122"/>
            </a:rPr>
            <a:t>(</a:t>
          </a:r>
          <a:r>
            <a:rPr lang="zh-CN" altLang="zh-CN" sz="2000" b="1"/>
            <a:t>找到的直接前驱结点之后</a:t>
          </a:r>
          <a:r>
            <a:rPr lang="en-US" altLang="zh-CN" sz="2000" b="1" baseline="0">
              <a:latin typeface="黑体" panose="02010609060101010101" pitchFamily="49" charset="-122"/>
            </a:rPr>
            <a:t>)</a:t>
          </a:r>
          <a:r>
            <a:rPr lang="zh-CN" sz="2000" b="1"/>
            <a:t>。</a:t>
          </a:r>
          <a:endParaRPr lang="zh-CN" altLang="en-US" sz="2000" b="1"/>
        </a:p>
      </dgm:t>
    </dgm:pt>
    <dgm:pt modelId="{D6F0FC07-C9D8-4918-9FFA-D5F689473F21}" type="parTrans" cxnId="{54BCFD32-92D8-43B4-8C6C-B871E3B2CA9A}">
      <dgm:prSet/>
      <dgm:spPr/>
      <dgm:t>
        <a:bodyPr/>
        <a:lstStyle/>
        <a:p>
          <a:pPr algn="just"/>
          <a:endParaRPr lang="zh-CN" altLang="en-US" sz="2000" b="1"/>
        </a:p>
      </dgm:t>
    </dgm:pt>
    <dgm:pt modelId="{6397197C-8C10-4762-8676-4B145259794E}" type="sibTrans" cxnId="{54BCFD32-92D8-43B4-8C6C-B871E3B2CA9A}">
      <dgm:prSet/>
      <dgm:spPr/>
      <dgm:t>
        <a:bodyPr/>
        <a:lstStyle/>
        <a:p>
          <a:pPr algn="just"/>
          <a:endParaRPr lang="zh-CN" altLang="en-US" sz="2000" b="1"/>
        </a:p>
      </dgm:t>
    </dgm:pt>
    <dgm:pt modelId="{BA0C7F88-38DB-4A7E-A16C-0059D226F1D1}" type="pres">
      <dgm:prSet presAssocID="{BB1B1EB2-1F91-4006-BA07-8C1F718A18DA}" presName="linear" presStyleCnt="0">
        <dgm:presLayoutVars>
          <dgm:dir/>
          <dgm:animLvl val="lvl"/>
          <dgm:resizeHandles val="exact"/>
        </dgm:presLayoutVars>
      </dgm:prSet>
      <dgm:spPr/>
    </dgm:pt>
    <dgm:pt modelId="{CD643B74-2793-479A-8E70-C675299BD38B}" type="pres">
      <dgm:prSet presAssocID="{7BC124D6-8386-4FE1-B7D0-09298D8D53F4}" presName="parentLin" presStyleCnt="0"/>
      <dgm:spPr/>
    </dgm:pt>
    <dgm:pt modelId="{049A710F-3833-4D2A-AB4F-5FE7047FC73B}" type="pres">
      <dgm:prSet presAssocID="{7BC124D6-8386-4FE1-B7D0-09298D8D53F4}" presName="parentLeftMargin" presStyleLbl="node1" presStyleIdx="0" presStyleCnt="3"/>
      <dgm:spPr/>
    </dgm:pt>
    <dgm:pt modelId="{E4C528A7-6954-4D40-83F8-97319453B612}" type="pres">
      <dgm:prSet presAssocID="{7BC124D6-8386-4FE1-B7D0-09298D8D53F4}" presName="parentText" presStyleLbl="node1" presStyleIdx="0" presStyleCnt="3" custScaleX="131477">
        <dgm:presLayoutVars>
          <dgm:chMax val="0"/>
          <dgm:bulletEnabled val="1"/>
        </dgm:presLayoutVars>
      </dgm:prSet>
      <dgm:spPr/>
    </dgm:pt>
    <dgm:pt modelId="{152CE0E4-6269-48F3-9E1B-F7E7B46E5790}" type="pres">
      <dgm:prSet presAssocID="{7BC124D6-8386-4FE1-B7D0-09298D8D53F4}" presName="negativeSpace" presStyleCnt="0"/>
      <dgm:spPr/>
    </dgm:pt>
    <dgm:pt modelId="{83280915-B275-45FB-8658-E7258E7BF2C3}" type="pres">
      <dgm:prSet presAssocID="{7BC124D6-8386-4FE1-B7D0-09298D8D53F4}" presName="childText" presStyleLbl="conFgAcc1" presStyleIdx="0" presStyleCnt="3">
        <dgm:presLayoutVars>
          <dgm:bulletEnabled val="1"/>
        </dgm:presLayoutVars>
      </dgm:prSet>
      <dgm:spPr/>
    </dgm:pt>
    <dgm:pt modelId="{6BF6680F-8DAD-4F65-AF93-96FDFA14AA52}" type="pres">
      <dgm:prSet presAssocID="{EB6F96EE-549D-4177-B4C2-7D226EF5F410}" presName="spaceBetweenRectangles" presStyleCnt="0"/>
      <dgm:spPr/>
    </dgm:pt>
    <dgm:pt modelId="{88FC3001-5F07-443E-AD9F-64A5A27101CA}" type="pres">
      <dgm:prSet presAssocID="{A4173D97-B69B-4F2A-A7BB-5385C7D071BA}" presName="parentLin" presStyleCnt="0"/>
      <dgm:spPr/>
    </dgm:pt>
    <dgm:pt modelId="{E27125E2-4497-4173-9632-0F39AE779869}" type="pres">
      <dgm:prSet presAssocID="{A4173D97-B69B-4F2A-A7BB-5385C7D071BA}" presName="parentLeftMargin" presStyleLbl="node1" presStyleIdx="0" presStyleCnt="3"/>
      <dgm:spPr/>
    </dgm:pt>
    <dgm:pt modelId="{7799EDB1-5435-4B7A-BAEB-033F1C004497}" type="pres">
      <dgm:prSet presAssocID="{A4173D97-B69B-4F2A-A7BB-5385C7D071BA}" presName="parentText" presStyleLbl="node1" presStyleIdx="1" presStyleCnt="3" custScaleX="131477" custScaleY="166376">
        <dgm:presLayoutVars>
          <dgm:chMax val="0"/>
          <dgm:bulletEnabled val="1"/>
        </dgm:presLayoutVars>
      </dgm:prSet>
      <dgm:spPr/>
    </dgm:pt>
    <dgm:pt modelId="{46E64B87-ABE9-4FBA-9B41-2C01F9D3B93A}" type="pres">
      <dgm:prSet presAssocID="{A4173D97-B69B-4F2A-A7BB-5385C7D071BA}" presName="negativeSpace" presStyleCnt="0"/>
      <dgm:spPr/>
    </dgm:pt>
    <dgm:pt modelId="{A18B7270-BC4C-49BC-8028-B99A86A86720}" type="pres">
      <dgm:prSet presAssocID="{A4173D97-B69B-4F2A-A7BB-5385C7D071BA}" presName="childText" presStyleLbl="conFgAcc1" presStyleIdx="1" presStyleCnt="3">
        <dgm:presLayoutVars>
          <dgm:bulletEnabled val="1"/>
        </dgm:presLayoutVars>
      </dgm:prSet>
      <dgm:spPr/>
    </dgm:pt>
    <dgm:pt modelId="{757A8EF1-9020-4AEE-814A-B9C8F8B70AC6}" type="pres">
      <dgm:prSet presAssocID="{63771385-0E09-4616-A9BD-E8F591082949}" presName="spaceBetweenRectangles" presStyleCnt="0"/>
      <dgm:spPr/>
    </dgm:pt>
    <dgm:pt modelId="{F5043FE1-770E-4B5F-BC64-C9A9737D94E4}" type="pres">
      <dgm:prSet presAssocID="{8090FD11-CE5B-4D0C-9F68-A7E078188FF9}" presName="parentLin" presStyleCnt="0"/>
      <dgm:spPr/>
    </dgm:pt>
    <dgm:pt modelId="{CAD89714-67B1-4DD3-A04F-60D78CE29D2A}" type="pres">
      <dgm:prSet presAssocID="{8090FD11-CE5B-4D0C-9F68-A7E078188FF9}" presName="parentLeftMargin" presStyleLbl="node1" presStyleIdx="1" presStyleCnt="3"/>
      <dgm:spPr/>
    </dgm:pt>
    <dgm:pt modelId="{5DBEEBFF-BC26-46AE-9A5C-627B4200B9F6}" type="pres">
      <dgm:prSet presAssocID="{8090FD11-CE5B-4D0C-9F68-A7E078188FF9}" presName="parentText" presStyleLbl="node1" presStyleIdx="2" presStyleCnt="3" custScaleX="131477">
        <dgm:presLayoutVars>
          <dgm:chMax val="0"/>
          <dgm:bulletEnabled val="1"/>
        </dgm:presLayoutVars>
      </dgm:prSet>
      <dgm:spPr/>
    </dgm:pt>
    <dgm:pt modelId="{9A3B198C-F22E-48F1-875B-B73C9C85923C}" type="pres">
      <dgm:prSet presAssocID="{8090FD11-CE5B-4D0C-9F68-A7E078188FF9}" presName="negativeSpace" presStyleCnt="0"/>
      <dgm:spPr/>
    </dgm:pt>
    <dgm:pt modelId="{858B4202-E65C-476F-AC7D-137EF2983328}" type="pres">
      <dgm:prSet presAssocID="{8090FD11-CE5B-4D0C-9F68-A7E078188FF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4BCFD32-92D8-43B4-8C6C-B871E3B2CA9A}" srcId="{BB1B1EB2-1F91-4006-BA07-8C1F718A18DA}" destId="{8090FD11-CE5B-4D0C-9F68-A7E078188FF9}" srcOrd="2" destOrd="0" parTransId="{D6F0FC07-C9D8-4918-9FFA-D5F689473F21}" sibTransId="{6397197C-8C10-4762-8676-4B145259794E}"/>
    <dgm:cxn modelId="{8A78A65B-F197-430B-844D-57CFAB4A7BD1}" srcId="{BB1B1EB2-1F91-4006-BA07-8C1F718A18DA}" destId="{A4173D97-B69B-4F2A-A7BB-5385C7D071BA}" srcOrd="1" destOrd="0" parTransId="{9EB7650E-DF8C-46E8-B677-986597FFC14E}" sibTransId="{63771385-0E09-4616-A9BD-E8F591082949}"/>
    <dgm:cxn modelId="{20F43965-1AB7-434F-B35D-464E296E4407}" type="presOf" srcId="{8090FD11-CE5B-4D0C-9F68-A7E078188FF9}" destId="{5DBEEBFF-BC26-46AE-9A5C-627B4200B9F6}" srcOrd="1" destOrd="0" presId="urn:microsoft.com/office/officeart/2005/8/layout/list1"/>
    <dgm:cxn modelId="{B891AE4A-67D9-4288-9B98-5D82ACDC6633}" type="presOf" srcId="{8090FD11-CE5B-4D0C-9F68-A7E078188FF9}" destId="{CAD89714-67B1-4DD3-A04F-60D78CE29D2A}" srcOrd="0" destOrd="0" presId="urn:microsoft.com/office/officeart/2005/8/layout/list1"/>
    <dgm:cxn modelId="{D7DEF572-4FE4-4D02-92D9-6708CFBAA34B}" srcId="{BB1B1EB2-1F91-4006-BA07-8C1F718A18DA}" destId="{7BC124D6-8386-4FE1-B7D0-09298D8D53F4}" srcOrd="0" destOrd="0" parTransId="{9FC5E8A0-7DB5-43F4-A052-057AA390AC68}" sibTransId="{EB6F96EE-549D-4177-B4C2-7D226EF5F410}"/>
    <dgm:cxn modelId="{75B5BBB5-DB8B-458A-A53F-05FCB95096E6}" type="presOf" srcId="{A4173D97-B69B-4F2A-A7BB-5385C7D071BA}" destId="{7799EDB1-5435-4B7A-BAEB-033F1C004497}" srcOrd="1" destOrd="0" presId="urn:microsoft.com/office/officeart/2005/8/layout/list1"/>
    <dgm:cxn modelId="{C8B6B6D1-6731-4834-A9B1-BF42FEE008BD}" type="presOf" srcId="{BB1B1EB2-1F91-4006-BA07-8C1F718A18DA}" destId="{BA0C7F88-38DB-4A7E-A16C-0059D226F1D1}" srcOrd="0" destOrd="0" presId="urn:microsoft.com/office/officeart/2005/8/layout/list1"/>
    <dgm:cxn modelId="{EBBFD6D9-4D1D-4720-86E5-AC9747CA16C4}" type="presOf" srcId="{A4173D97-B69B-4F2A-A7BB-5385C7D071BA}" destId="{E27125E2-4497-4173-9632-0F39AE779869}" srcOrd="0" destOrd="0" presId="urn:microsoft.com/office/officeart/2005/8/layout/list1"/>
    <dgm:cxn modelId="{8585C1DF-F9A8-474A-A1EC-8BC0F5C299DD}" type="presOf" srcId="{7BC124D6-8386-4FE1-B7D0-09298D8D53F4}" destId="{049A710F-3833-4D2A-AB4F-5FE7047FC73B}" srcOrd="0" destOrd="0" presId="urn:microsoft.com/office/officeart/2005/8/layout/list1"/>
    <dgm:cxn modelId="{6DE627F4-7A63-42A0-BF42-9131AB7C6B25}" type="presOf" srcId="{7BC124D6-8386-4FE1-B7D0-09298D8D53F4}" destId="{E4C528A7-6954-4D40-83F8-97319453B612}" srcOrd="1" destOrd="0" presId="urn:microsoft.com/office/officeart/2005/8/layout/list1"/>
    <dgm:cxn modelId="{EDEBDEC6-C4A4-417E-A115-05520AE6CCEC}" type="presParOf" srcId="{BA0C7F88-38DB-4A7E-A16C-0059D226F1D1}" destId="{CD643B74-2793-479A-8E70-C675299BD38B}" srcOrd="0" destOrd="0" presId="urn:microsoft.com/office/officeart/2005/8/layout/list1"/>
    <dgm:cxn modelId="{22A176FB-B9FE-4231-AD60-34EF0F0E5ECF}" type="presParOf" srcId="{CD643B74-2793-479A-8E70-C675299BD38B}" destId="{049A710F-3833-4D2A-AB4F-5FE7047FC73B}" srcOrd="0" destOrd="0" presId="urn:microsoft.com/office/officeart/2005/8/layout/list1"/>
    <dgm:cxn modelId="{E58136C5-C27B-46D4-AFDF-73C79AF3FCBF}" type="presParOf" srcId="{CD643B74-2793-479A-8E70-C675299BD38B}" destId="{E4C528A7-6954-4D40-83F8-97319453B612}" srcOrd="1" destOrd="0" presId="urn:microsoft.com/office/officeart/2005/8/layout/list1"/>
    <dgm:cxn modelId="{5FB6A573-A44C-44C0-8991-28966546C276}" type="presParOf" srcId="{BA0C7F88-38DB-4A7E-A16C-0059D226F1D1}" destId="{152CE0E4-6269-48F3-9E1B-F7E7B46E5790}" srcOrd="1" destOrd="0" presId="urn:microsoft.com/office/officeart/2005/8/layout/list1"/>
    <dgm:cxn modelId="{F5E22336-BCA4-464E-ABDF-BDCC1D1360EC}" type="presParOf" srcId="{BA0C7F88-38DB-4A7E-A16C-0059D226F1D1}" destId="{83280915-B275-45FB-8658-E7258E7BF2C3}" srcOrd="2" destOrd="0" presId="urn:microsoft.com/office/officeart/2005/8/layout/list1"/>
    <dgm:cxn modelId="{9BF6CA68-FB0D-4A43-BA12-F3E3AA773267}" type="presParOf" srcId="{BA0C7F88-38DB-4A7E-A16C-0059D226F1D1}" destId="{6BF6680F-8DAD-4F65-AF93-96FDFA14AA52}" srcOrd="3" destOrd="0" presId="urn:microsoft.com/office/officeart/2005/8/layout/list1"/>
    <dgm:cxn modelId="{A80D173A-2A10-466E-81BA-8316293D25E7}" type="presParOf" srcId="{BA0C7F88-38DB-4A7E-A16C-0059D226F1D1}" destId="{88FC3001-5F07-443E-AD9F-64A5A27101CA}" srcOrd="4" destOrd="0" presId="urn:microsoft.com/office/officeart/2005/8/layout/list1"/>
    <dgm:cxn modelId="{50B5D177-2775-47DA-A7D9-5CAC4548B086}" type="presParOf" srcId="{88FC3001-5F07-443E-AD9F-64A5A27101CA}" destId="{E27125E2-4497-4173-9632-0F39AE779869}" srcOrd="0" destOrd="0" presId="urn:microsoft.com/office/officeart/2005/8/layout/list1"/>
    <dgm:cxn modelId="{E35E62D3-0C06-4790-9469-61F47D83FAEC}" type="presParOf" srcId="{88FC3001-5F07-443E-AD9F-64A5A27101CA}" destId="{7799EDB1-5435-4B7A-BAEB-033F1C004497}" srcOrd="1" destOrd="0" presId="urn:microsoft.com/office/officeart/2005/8/layout/list1"/>
    <dgm:cxn modelId="{B2FC8331-6322-44E1-A195-F4B908E322E1}" type="presParOf" srcId="{BA0C7F88-38DB-4A7E-A16C-0059D226F1D1}" destId="{46E64B87-ABE9-4FBA-9B41-2C01F9D3B93A}" srcOrd="5" destOrd="0" presId="urn:microsoft.com/office/officeart/2005/8/layout/list1"/>
    <dgm:cxn modelId="{F6088570-47B2-4A0B-9FCA-F4969EE6B392}" type="presParOf" srcId="{BA0C7F88-38DB-4A7E-A16C-0059D226F1D1}" destId="{A18B7270-BC4C-49BC-8028-B99A86A86720}" srcOrd="6" destOrd="0" presId="urn:microsoft.com/office/officeart/2005/8/layout/list1"/>
    <dgm:cxn modelId="{19B1307C-6691-4A60-BFB0-71661351942A}" type="presParOf" srcId="{BA0C7F88-38DB-4A7E-A16C-0059D226F1D1}" destId="{757A8EF1-9020-4AEE-814A-B9C8F8B70AC6}" srcOrd="7" destOrd="0" presId="urn:microsoft.com/office/officeart/2005/8/layout/list1"/>
    <dgm:cxn modelId="{9C647495-72A6-4A13-AF45-D28F0FACD9EE}" type="presParOf" srcId="{BA0C7F88-38DB-4A7E-A16C-0059D226F1D1}" destId="{F5043FE1-770E-4B5F-BC64-C9A9737D94E4}" srcOrd="8" destOrd="0" presId="urn:microsoft.com/office/officeart/2005/8/layout/list1"/>
    <dgm:cxn modelId="{A4CC6C11-66DA-4DCB-A819-8B8F96E786F4}" type="presParOf" srcId="{F5043FE1-770E-4B5F-BC64-C9A9737D94E4}" destId="{CAD89714-67B1-4DD3-A04F-60D78CE29D2A}" srcOrd="0" destOrd="0" presId="urn:microsoft.com/office/officeart/2005/8/layout/list1"/>
    <dgm:cxn modelId="{93B2FFD3-348E-403F-A53E-3B9FB43AC3D9}" type="presParOf" srcId="{F5043FE1-770E-4B5F-BC64-C9A9737D94E4}" destId="{5DBEEBFF-BC26-46AE-9A5C-627B4200B9F6}" srcOrd="1" destOrd="0" presId="urn:microsoft.com/office/officeart/2005/8/layout/list1"/>
    <dgm:cxn modelId="{8404B997-1F1E-4892-8575-4F98B49B2A5F}" type="presParOf" srcId="{BA0C7F88-38DB-4A7E-A16C-0059D226F1D1}" destId="{9A3B198C-F22E-48F1-875B-B73C9C85923C}" srcOrd="9" destOrd="0" presId="urn:microsoft.com/office/officeart/2005/8/layout/list1"/>
    <dgm:cxn modelId="{F47F37E9-F2CA-4EC9-98C7-2FB75D396122}" type="presParOf" srcId="{BA0C7F88-38DB-4A7E-A16C-0059D226F1D1}" destId="{858B4202-E65C-476F-AC7D-137EF298332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B1B1EB2-1F91-4006-BA07-8C1F718A18DA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7BC124D6-8386-4FE1-B7D0-09298D8D53F4}">
      <dgm:prSet phldrT="[文本]" custT="1"/>
      <dgm:spPr/>
      <dgm:t>
        <a:bodyPr/>
        <a:lstStyle/>
        <a:p>
          <a:pPr algn="just"/>
          <a:r>
            <a:rPr lang="zh-CN" sz="2000" b="1"/>
            <a:t>找到待删除结点的前一个结点，即找</a:t>
          </a:r>
          <a:r>
            <a:rPr lang="zh-CN" sz="2400" b="1">
              <a:solidFill>
                <a:srgbClr val="FFFF00"/>
              </a:solidFill>
            </a:rPr>
            <a:t>直接前驱</a:t>
          </a:r>
          <a:r>
            <a:rPr lang="zh-CN" sz="2000" b="1"/>
            <a:t>。</a:t>
          </a:r>
          <a:endParaRPr lang="zh-CN" altLang="en-US" sz="2000" b="1"/>
        </a:p>
      </dgm:t>
    </dgm:pt>
    <dgm:pt modelId="{9FC5E8A0-7DB5-43F4-A052-057AA390AC68}" type="parTrans" cxnId="{D7DEF572-4FE4-4D02-92D9-6708CFBAA34B}">
      <dgm:prSet/>
      <dgm:spPr/>
      <dgm:t>
        <a:bodyPr/>
        <a:lstStyle/>
        <a:p>
          <a:pPr algn="just"/>
          <a:endParaRPr lang="zh-CN" altLang="en-US" sz="2000" b="1"/>
        </a:p>
      </dgm:t>
    </dgm:pt>
    <dgm:pt modelId="{EB6F96EE-549D-4177-B4C2-7D226EF5F410}" type="sibTrans" cxnId="{D7DEF572-4FE4-4D02-92D9-6708CFBAA34B}">
      <dgm:prSet/>
      <dgm:spPr/>
      <dgm:t>
        <a:bodyPr/>
        <a:lstStyle/>
        <a:p>
          <a:pPr algn="just"/>
          <a:endParaRPr lang="zh-CN" altLang="en-US" sz="2000" b="1"/>
        </a:p>
      </dgm:t>
    </dgm:pt>
    <dgm:pt modelId="{A4173D97-B69B-4F2A-A7BB-5385C7D071BA}">
      <dgm:prSet phldrT="[文本]" custT="1"/>
      <dgm:spPr/>
      <dgm:t>
        <a:bodyPr/>
        <a:lstStyle/>
        <a:p>
          <a:pPr algn="just"/>
          <a:r>
            <a:rPr lang="zh-CN" sz="2400" b="1" kern="1200">
              <a:solidFill>
                <a:srgbClr val="FFFF00"/>
              </a:solidFill>
              <a:latin typeface="Arial"/>
              <a:ea typeface="微软雅黑"/>
              <a:cs typeface="+mn-cs"/>
            </a:rPr>
            <a:t>修改</a:t>
          </a:r>
          <a:r>
            <a:rPr lang="zh-CN" altLang="en-US" sz="2000" b="1" kern="1200"/>
            <a:t>被删除结点的直接前驱的指针域，使其指向待删除结点的直接后继。</a:t>
          </a:r>
        </a:p>
      </dgm:t>
    </dgm:pt>
    <dgm:pt modelId="{9EB7650E-DF8C-46E8-B677-986597FFC14E}" type="parTrans" cxnId="{8A78A65B-F197-430B-844D-57CFAB4A7BD1}">
      <dgm:prSet/>
      <dgm:spPr/>
      <dgm:t>
        <a:bodyPr/>
        <a:lstStyle/>
        <a:p>
          <a:pPr algn="just"/>
          <a:endParaRPr lang="zh-CN" altLang="en-US" sz="2000" b="1"/>
        </a:p>
      </dgm:t>
    </dgm:pt>
    <dgm:pt modelId="{63771385-0E09-4616-A9BD-E8F591082949}" type="sibTrans" cxnId="{8A78A65B-F197-430B-844D-57CFAB4A7BD1}">
      <dgm:prSet/>
      <dgm:spPr/>
      <dgm:t>
        <a:bodyPr/>
        <a:lstStyle/>
        <a:p>
          <a:pPr algn="just"/>
          <a:endParaRPr lang="zh-CN" altLang="en-US" sz="2000" b="1"/>
        </a:p>
      </dgm:t>
    </dgm:pt>
    <dgm:pt modelId="{8090FD11-CE5B-4D0C-9F68-A7E078188FF9}">
      <dgm:prSet phldrT="[文本]" custT="1"/>
      <dgm:spPr/>
      <dgm:t>
        <a:bodyPr/>
        <a:lstStyle/>
        <a:p>
          <a:pPr algn="just"/>
          <a:r>
            <a:rPr lang="zh-CN" sz="2400" b="1" kern="1200">
              <a:solidFill>
                <a:srgbClr val="FFFF00"/>
              </a:solidFill>
              <a:latin typeface="Arial"/>
              <a:ea typeface="微软雅黑"/>
              <a:cs typeface="+mn-cs"/>
            </a:rPr>
            <a:t>释放</a:t>
          </a:r>
          <a:r>
            <a:rPr lang="zh-CN" altLang="en-US" sz="2000" b="1" kern="1200"/>
            <a:t>待删除结点的存储空间。</a:t>
          </a:r>
        </a:p>
      </dgm:t>
    </dgm:pt>
    <dgm:pt modelId="{D6F0FC07-C9D8-4918-9FFA-D5F689473F21}" type="parTrans" cxnId="{54BCFD32-92D8-43B4-8C6C-B871E3B2CA9A}">
      <dgm:prSet/>
      <dgm:spPr/>
      <dgm:t>
        <a:bodyPr/>
        <a:lstStyle/>
        <a:p>
          <a:pPr algn="just"/>
          <a:endParaRPr lang="zh-CN" altLang="en-US" sz="2000" b="1"/>
        </a:p>
      </dgm:t>
    </dgm:pt>
    <dgm:pt modelId="{6397197C-8C10-4762-8676-4B145259794E}" type="sibTrans" cxnId="{54BCFD32-92D8-43B4-8C6C-B871E3B2CA9A}">
      <dgm:prSet/>
      <dgm:spPr/>
      <dgm:t>
        <a:bodyPr/>
        <a:lstStyle/>
        <a:p>
          <a:pPr algn="just"/>
          <a:endParaRPr lang="zh-CN" altLang="en-US" sz="2000" b="1"/>
        </a:p>
      </dgm:t>
    </dgm:pt>
    <dgm:pt modelId="{BA0C7F88-38DB-4A7E-A16C-0059D226F1D1}" type="pres">
      <dgm:prSet presAssocID="{BB1B1EB2-1F91-4006-BA07-8C1F718A18DA}" presName="linear" presStyleCnt="0">
        <dgm:presLayoutVars>
          <dgm:dir/>
          <dgm:animLvl val="lvl"/>
          <dgm:resizeHandles val="exact"/>
        </dgm:presLayoutVars>
      </dgm:prSet>
      <dgm:spPr/>
    </dgm:pt>
    <dgm:pt modelId="{CD643B74-2793-479A-8E70-C675299BD38B}" type="pres">
      <dgm:prSet presAssocID="{7BC124D6-8386-4FE1-B7D0-09298D8D53F4}" presName="parentLin" presStyleCnt="0"/>
      <dgm:spPr/>
    </dgm:pt>
    <dgm:pt modelId="{049A710F-3833-4D2A-AB4F-5FE7047FC73B}" type="pres">
      <dgm:prSet presAssocID="{7BC124D6-8386-4FE1-B7D0-09298D8D53F4}" presName="parentLeftMargin" presStyleLbl="node1" presStyleIdx="0" presStyleCnt="3"/>
      <dgm:spPr/>
    </dgm:pt>
    <dgm:pt modelId="{E4C528A7-6954-4D40-83F8-97319453B612}" type="pres">
      <dgm:prSet presAssocID="{7BC124D6-8386-4FE1-B7D0-09298D8D53F4}" presName="parentText" presStyleLbl="node1" presStyleIdx="0" presStyleCnt="3" custScaleX="131477" custScaleY="122156">
        <dgm:presLayoutVars>
          <dgm:chMax val="0"/>
          <dgm:bulletEnabled val="1"/>
        </dgm:presLayoutVars>
      </dgm:prSet>
      <dgm:spPr/>
    </dgm:pt>
    <dgm:pt modelId="{152CE0E4-6269-48F3-9E1B-F7E7B46E5790}" type="pres">
      <dgm:prSet presAssocID="{7BC124D6-8386-4FE1-B7D0-09298D8D53F4}" presName="negativeSpace" presStyleCnt="0"/>
      <dgm:spPr/>
    </dgm:pt>
    <dgm:pt modelId="{83280915-B275-45FB-8658-E7258E7BF2C3}" type="pres">
      <dgm:prSet presAssocID="{7BC124D6-8386-4FE1-B7D0-09298D8D53F4}" presName="childText" presStyleLbl="conFgAcc1" presStyleIdx="0" presStyleCnt="3">
        <dgm:presLayoutVars>
          <dgm:bulletEnabled val="1"/>
        </dgm:presLayoutVars>
      </dgm:prSet>
      <dgm:spPr/>
    </dgm:pt>
    <dgm:pt modelId="{6BF6680F-8DAD-4F65-AF93-96FDFA14AA52}" type="pres">
      <dgm:prSet presAssocID="{EB6F96EE-549D-4177-B4C2-7D226EF5F410}" presName="spaceBetweenRectangles" presStyleCnt="0"/>
      <dgm:spPr/>
    </dgm:pt>
    <dgm:pt modelId="{88FC3001-5F07-443E-AD9F-64A5A27101CA}" type="pres">
      <dgm:prSet presAssocID="{A4173D97-B69B-4F2A-A7BB-5385C7D071BA}" presName="parentLin" presStyleCnt="0"/>
      <dgm:spPr/>
    </dgm:pt>
    <dgm:pt modelId="{E27125E2-4497-4173-9632-0F39AE779869}" type="pres">
      <dgm:prSet presAssocID="{A4173D97-B69B-4F2A-A7BB-5385C7D071BA}" presName="parentLeftMargin" presStyleLbl="node1" presStyleIdx="0" presStyleCnt="3"/>
      <dgm:spPr/>
    </dgm:pt>
    <dgm:pt modelId="{7799EDB1-5435-4B7A-BAEB-033F1C004497}" type="pres">
      <dgm:prSet presAssocID="{A4173D97-B69B-4F2A-A7BB-5385C7D071BA}" presName="parentText" presStyleLbl="node1" presStyleIdx="1" presStyleCnt="3" custScaleX="131477" custScaleY="114179">
        <dgm:presLayoutVars>
          <dgm:chMax val="0"/>
          <dgm:bulletEnabled val="1"/>
        </dgm:presLayoutVars>
      </dgm:prSet>
      <dgm:spPr/>
    </dgm:pt>
    <dgm:pt modelId="{46E64B87-ABE9-4FBA-9B41-2C01F9D3B93A}" type="pres">
      <dgm:prSet presAssocID="{A4173D97-B69B-4F2A-A7BB-5385C7D071BA}" presName="negativeSpace" presStyleCnt="0"/>
      <dgm:spPr/>
    </dgm:pt>
    <dgm:pt modelId="{A18B7270-BC4C-49BC-8028-B99A86A86720}" type="pres">
      <dgm:prSet presAssocID="{A4173D97-B69B-4F2A-A7BB-5385C7D071BA}" presName="childText" presStyleLbl="conFgAcc1" presStyleIdx="1" presStyleCnt="3">
        <dgm:presLayoutVars>
          <dgm:bulletEnabled val="1"/>
        </dgm:presLayoutVars>
      </dgm:prSet>
      <dgm:spPr/>
    </dgm:pt>
    <dgm:pt modelId="{757A8EF1-9020-4AEE-814A-B9C8F8B70AC6}" type="pres">
      <dgm:prSet presAssocID="{63771385-0E09-4616-A9BD-E8F591082949}" presName="spaceBetweenRectangles" presStyleCnt="0"/>
      <dgm:spPr/>
    </dgm:pt>
    <dgm:pt modelId="{F5043FE1-770E-4B5F-BC64-C9A9737D94E4}" type="pres">
      <dgm:prSet presAssocID="{8090FD11-CE5B-4D0C-9F68-A7E078188FF9}" presName="parentLin" presStyleCnt="0"/>
      <dgm:spPr/>
    </dgm:pt>
    <dgm:pt modelId="{CAD89714-67B1-4DD3-A04F-60D78CE29D2A}" type="pres">
      <dgm:prSet presAssocID="{8090FD11-CE5B-4D0C-9F68-A7E078188FF9}" presName="parentLeftMargin" presStyleLbl="node1" presStyleIdx="1" presStyleCnt="3"/>
      <dgm:spPr/>
    </dgm:pt>
    <dgm:pt modelId="{5DBEEBFF-BC26-46AE-9A5C-627B4200B9F6}" type="pres">
      <dgm:prSet presAssocID="{8090FD11-CE5B-4D0C-9F68-A7E078188FF9}" presName="parentText" presStyleLbl="node1" presStyleIdx="2" presStyleCnt="3" custScaleX="131477" custScaleY="133433">
        <dgm:presLayoutVars>
          <dgm:chMax val="0"/>
          <dgm:bulletEnabled val="1"/>
        </dgm:presLayoutVars>
      </dgm:prSet>
      <dgm:spPr/>
    </dgm:pt>
    <dgm:pt modelId="{9A3B198C-F22E-48F1-875B-B73C9C85923C}" type="pres">
      <dgm:prSet presAssocID="{8090FD11-CE5B-4D0C-9F68-A7E078188FF9}" presName="negativeSpace" presStyleCnt="0"/>
      <dgm:spPr/>
    </dgm:pt>
    <dgm:pt modelId="{858B4202-E65C-476F-AC7D-137EF2983328}" type="pres">
      <dgm:prSet presAssocID="{8090FD11-CE5B-4D0C-9F68-A7E078188FF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4BCFD32-92D8-43B4-8C6C-B871E3B2CA9A}" srcId="{BB1B1EB2-1F91-4006-BA07-8C1F718A18DA}" destId="{8090FD11-CE5B-4D0C-9F68-A7E078188FF9}" srcOrd="2" destOrd="0" parTransId="{D6F0FC07-C9D8-4918-9FFA-D5F689473F21}" sibTransId="{6397197C-8C10-4762-8676-4B145259794E}"/>
    <dgm:cxn modelId="{8A78A65B-F197-430B-844D-57CFAB4A7BD1}" srcId="{BB1B1EB2-1F91-4006-BA07-8C1F718A18DA}" destId="{A4173D97-B69B-4F2A-A7BB-5385C7D071BA}" srcOrd="1" destOrd="0" parTransId="{9EB7650E-DF8C-46E8-B677-986597FFC14E}" sibTransId="{63771385-0E09-4616-A9BD-E8F591082949}"/>
    <dgm:cxn modelId="{20F43965-1AB7-434F-B35D-464E296E4407}" type="presOf" srcId="{8090FD11-CE5B-4D0C-9F68-A7E078188FF9}" destId="{5DBEEBFF-BC26-46AE-9A5C-627B4200B9F6}" srcOrd="1" destOrd="0" presId="urn:microsoft.com/office/officeart/2005/8/layout/list1"/>
    <dgm:cxn modelId="{B891AE4A-67D9-4288-9B98-5D82ACDC6633}" type="presOf" srcId="{8090FD11-CE5B-4D0C-9F68-A7E078188FF9}" destId="{CAD89714-67B1-4DD3-A04F-60D78CE29D2A}" srcOrd="0" destOrd="0" presId="urn:microsoft.com/office/officeart/2005/8/layout/list1"/>
    <dgm:cxn modelId="{D7DEF572-4FE4-4D02-92D9-6708CFBAA34B}" srcId="{BB1B1EB2-1F91-4006-BA07-8C1F718A18DA}" destId="{7BC124D6-8386-4FE1-B7D0-09298D8D53F4}" srcOrd="0" destOrd="0" parTransId="{9FC5E8A0-7DB5-43F4-A052-057AA390AC68}" sibTransId="{EB6F96EE-549D-4177-B4C2-7D226EF5F410}"/>
    <dgm:cxn modelId="{75B5BBB5-DB8B-458A-A53F-05FCB95096E6}" type="presOf" srcId="{A4173D97-B69B-4F2A-A7BB-5385C7D071BA}" destId="{7799EDB1-5435-4B7A-BAEB-033F1C004497}" srcOrd="1" destOrd="0" presId="urn:microsoft.com/office/officeart/2005/8/layout/list1"/>
    <dgm:cxn modelId="{C8B6B6D1-6731-4834-A9B1-BF42FEE008BD}" type="presOf" srcId="{BB1B1EB2-1F91-4006-BA07-8C1F718A18DA}" destId="{BA0C7F88-38DB-4A7E-A16C-0059D226F1D1}" srcOrd="0" destOrd="0" presId="urn:microsoft.com/office/officeart/2005/8/layout/list1"/>
    <dgm:cxn modelId="{EBBFD6D9-4D1D-4720-86E5-AC9747CA16C4}" type="presOf" srcId="{A4173D97-B69B-4F2A-A7BB-5385C7D071BA}" destId="{E27125E2-4497-4173-9632-0F39AE779869}" srcOrd="0" destOrd="0" presId="urn:microsoft.com/office/officeart/2005/8/layout/list1"/>
    <dgm:cxn modelId="{8585C1DF-F9A8-474A-A1EC-8BC0F5C299DD}" type="presOf" srcId="{7BC124D6-8386-4FE1-B7D0-09298D8D53F4}" destId="{049A710F-3833-4D2A-AB4F-5FE7047FC73B}" srcOrd="0" destOrd="0" presId="urn:microsoft.com/office/officeart/2005/8/layout/list1"/>
    <dgm:cxn modelId="{6DE627F4-7A63-42A0-BF42-9131AB7C6B25}" type="presOf" srcId="{7BC124D6-8386-4FE1-B7D0-09298D8D53F4}" destId="{E4C528A7-6954-4D40-83F8-97319453B612}" srcOrd="1" destOrd="0" presId="urn:microsoft.com/office/officeart/2005/8/layout/list1"/>
    <dgm:cxn modelId="{EDEBDEC6-C4A4-417E-A115-05520AE6CCEC}" type="presParOf" srcId="{BA0C7F88-38DB-4A7E-A16C-0059D226F1D1}" destId="{CD643B74-2793-479A-8E70-C675299BD38B}" srcOrd="0" destOrd="0" presId="urn:microsoft.com/office/officeart/2005/8/layout/list1"/>
    <dgm:cxn modelId="{22A176FB-B9FE-4231-AD60-34EF0F0E5ECF}" type="presParOf" srcId="{CD643B74-2793-479A-8E70-C675299BD38B}" destId="{049A710F-3833-4D2A-AB4F-5FE7047FC73B}" srcOrd="0" destOrd="0" presId="urn:microsoft.com/office/officeart/2005/8/layout/list1"/>
    <dgm:cxn modelId="{E58136C5-C27B-46D4-AFDF-73C79AF3FCBF}" type="presParOf" srcId="{CD643B74-2793-479A-8E70-C675299BD38B}" destId="{E4C528A7-6954-4D40-83F8-97319453B612}" srcOrd="1" destOrd="0" presId="urn:microsoft.com/office/officeart/2005/8/layout/list1"/>
    <dgm:cxn modelId="{5FB6A573-A44C-44C0-8991-28966546C276}" type="presParOf" srcId="{BA0C7F88-38DB-4A7E-A16C-0059D226F1D1}" destId="{152CE0E4-6269-48F3-9E1B-F7E7B46E5790}" srcOrd="1" destOrd="0" presId="urn:microsoft.com/office/officeart/2005/8/layout/list1"/>
    <dgm:cxn modelId="{F5E22336-BCA4-464E-ABDF-BDCC1D1360EC}" type="presParOf" srcId="{BA0C7F88-38DB-4A7E-A16C-0059D226F1D1}" destId="{83280915-B275-45FB-8658-E7258E7BF2C3}" srcOrd="2" destOrd="0" presId="urn:microsoft.com/office/officeart/2005/8/layout/list1"/>
    <dgm:cxn modelId="{9BF6CA68-FB0D-4A43-BA12-F3E3AA773267}" type="presParOf" srcId="{BA0C7F88-38DB-4A7E-A16C-0059D226F1D1}" destId="{6BF6680F-8DAD-4F65-AF93-96FDFA14AA52}" srcOrd="3" destOrd="0" presId="urn:microsoft.com/office/officeart/2005/8/layout/list1"/>
    <dgm:cxn modelId="{A80D173A-2A10-466E-81BA-8316293D25E7}" type="presParOf" srcId="{BA0C7F88-38DB-4A7E-A16C-0059D226F1D1}" destId="{88FC3001-5F07-443E-AD9F-64A5A27101CA}" srcOrd="4" destOrd="0" presId="urn:microsoft.com/office/officeart/2005/8/layout/list1"/>
    <dgm:cxn modelId="{50B5D177-2775-47DA-A7D9-5CAC4548B086}" type="presParOf" srcId="{88FC3001-5F07-443E-AD9F-64A5A27101CA}" destId="{E27125E2-4497-4173-9632-0F39AE779869}" srcOrd="0" destOrd="0" presId="urn:microsoft.com/office/officeart/2005/8/layout/list1"/>
    <dgm:cxn modelId="{E35E62D3-0C06-4790-9469-61F47D83FAEC}" type="presParOf" srcId="{88FC3001-5F07-443E-AD9F-64A5A27101CA}" destId="{7799EDB1-5435-4B7A-BAEB-033F1C004497}" srcOrd="1" destOrd="0" presId="urn:microsoft.com/office/officeart/2005/8/layout/list1"/>
    <dgm:cxn modelId="{B2FC8331-6322-44E1-A195-F4B908E322E1}" type="presParOf" srcId="{BA0C7F88-38DB-4A7E-A16C-0059D226F1D1}" destId="{46E64B87-ABE9-4FBA-9B41-2C01F9D3B93A}" srcOrd="5" destOrd="0" presId="urn:microsoft.com/office/officeart/2005/8/layout/list1"/>
    <dgm:cxn modelId="{F6088570-47B2-4A0B-9FCA-F4969EE6B392}" type="presParOf" srcId="{BA0C7F88-38DB-4A7E-A16C-0059D226F1D1}" destId="{A18B7270-BC4C-49BC-8028-B99A86A86720}" srcOrd="6" destOrd="0" presId="urn:microsoft.com/office/officeart/2005/8/layout/list1"/>
    <dgm:cxn modelId="{19B1307C-6691-4A60-BFB0-71661351942A}" type="presParOf" srcId="{BA0C7F88-38DB-4A7E-A16C-0059D226F1D1}" destId="{757A8EF1-9020-4AEE-814A-B9C8F8B70AC6}" srcOrd="7" destOrd="0" presId="urn:microsoft.com/office/officeart/2005/8/layout/list1"/>
    <dgm:cxn modelId="{9C647495-72A6-4A13-AF45-D28F0FACD9EE}" type="presParOf" srcId="{BA0C7F88-38DB-4A7E-A16C-0059D226F1D1}" destId="{F5043FE1-770E-4B5F-BC64-C9A9737D94E4}" srcOrd="8" destOrd="0" presId="urn:microsoft.com/office/officeart/2005/8/layout/list1"/>
    <dgm:cxn modelId="{A4CC6C11-66DA-4DCB-A819-8B8F96E786F4}" type="presParOf" srcId="{F5043FE1-770E-4B5F-BC64-C9A9737D94E4}" destId="{CAD89714-67B1-4DD3-A04F-60D78CE29D2A}" srcOrd="0" destOrd="0" presId="urn:microsoft.com/office/officeart/2005/8/layout/list1"/>
    <dgm:cxn modelId="{93B2FFD3-348E-403F-A53E-3B9FB43AC3D9}" type="presParOf" srcId="{F5043FE1-770E-4B5F-BC64-C9A9737D94E4}" destId="{5DBEEBFF-BC26-46AE-9A5C-627B4200B9F6}" srcOrd="1" destOrd="0" presId="urn:microsoft.com/office/officeart/2005/8/layout/list1"/>
    <dgm:cxn modelId="{8404B997-1F1E-4892-8575-4F98B49B2A5F}" type="presParOf" srcId="{BA0C7F88-38DB-4A7E-A16C-0059D226F1D1}" destId="{9A3B198C-F22E-48F1-875B-B73C9C85923C}" srcOrd="9" destOrd="0" presId="urn:microsoft.com/office/officeart/2005/8/layout/list1"/>
    <dgm:cxn modelId="{F47F37E9-F2CA-4EC9-98C7-2FB75D396122}" type="presParOf" srcId="{BA0C7F88-38DB-4A7E-A16C-0059D226F1D1}" destId="{858B4202-E65C-476F-AC7D-137EF298332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0D119DF-A230-4E4A-841D-B58DB00E5C08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27E13402-829E-43DD-AECA-664E40D8CF4C}">
      <dgm:prSet phldrT="[文本]" custT="1"/>
      <dgm:spPr/>
      <dgm:t>
        <a:bodyPr/>
        <a:lstStyle/>
        <a:p>
          <a:pPr algn="just"/>
          <a:r>
            <a:rPr lang="zh-CN" altLang="en-US" sz="2000" b="1"/>
            <a:t>菜单式管理提供友好的用户界面</a:t>
          </a:r>
        </a:p>
      </dgm:t>
    </dgm:pt>
    <dgm:pt modelId="{2168AA8C-5DE1-42B1-B752-EF025B0443BC}" type="parTrans" cxnId="{6BD71E1F-18F9-4F52-B572-902380D2DCC2}">
      <dgm:prSet/>
      <dgm:spPr/>
      <dgm:t>
        <a:bodyPr/>
        <a:lstStyle/>
        <a:p>
          <a:pPr algn="just"/>
          <a:endParaRPr lang="zh-CN" altLang="en-US" sz="2000" b="1"/>
        </a:p>
      </dgm:t>
    </dgm:pt>
    <dgm:pt modelId="{6687975B-7086-4A69-B2C4-30C32CA15151}" type="sibTrans" cxnId="{6BD71E1F-18F9-4F52-B572-902380D2DCC2}">
      <dgm:prSet/>
      <dgm:spPr/>
      <dgm:t>
        <a:bodyPr/>
        <a:lstStyle/>
        <a:p>
          <a:pPr algn="just"/>
          <a:endParaRPr lang="zh-CN" altLang="en-US" sz="2000" b="1"/>
        </a:p>
      </dgm:t>
    </dgm:pt>
    <dgm:pt modelId="{12F17680-C1A1-4FA8-97B2-C6DFE29D59C4}">
      <dgm:prSet phldrT="[文本]" custT="1"/>
      <dgm:spPr/>
      <dgm:t>
        <a:bodyPr/>
        <a:lstStyle/>
        <a:p>
          <a:pPr algn="just"/>
          <a:r>
            <a:rPr lang="zh-CN" altLang="en-US" sz="2000" b="1"/>
            <a:t>创建成绩表</a:t>
          </a:r>
        </a:p>
      </dgm:t>
    </dgm:pt>
    <dgm:pt modelId="{4AA97B98-7728-4DFF-96A7-EC729664A617}" type="parTrans" cxnId="{B0227872-2C6E-4546-8BCA-1A88D60F609B}">
      <dgm:prSet/>
      <dgm:spPr/>
      <dgm:t>
        <a:bodyPr/>
        <a:lstStyle/>
        <a:p>
          <a:pPr algn="just"/>
          <a:endParaRPr lang="zh-CN" altLang="en-US" sz="2000" b="1"/>
        </a:p>
      </dgm:t>
    </dgm:pt>
    <dgm:pt modelId="{99967C62-AB67-400F-A341-A3E84F0CD1F6}" type="sibTrans" cxnId="{B0227872-2C6E-4546-8BCA-1A88D60F609B}">
      <dgm:prSet/>
      <dgm:spPr/>
      <dgm:t>
        <a:bodyPr/>
        <a:lstStyle/>
        <a:p>
          <a:pPr algn="just"/>
          <a:endParaRPr lang="zh-CN" altLang="en-US" sz="2000" b="1"/>
        </a:p>
      </dgm:t>
    </dgm:pt>
    <dgm:pt modelId="{C4961032-071C-41C5-8572-384D48BFF2A0}">
      <dgm:prSet phldrT="[文本]" custT="1"/>
      <dgm:spPr/>
      <dgm:t>
        <a:bodyPr/>
        <a:lstStyle/>
        <a:p>
          <a:pPr algn="just"/>
          <a:r>
            <a:rPr lang="zh-CN" altLang="en-US" sz="2000" b="1"/>
            <a:t>输出成绩表</a:t>
          </a:r>
        </a:p>
      </dgm:t>
    </dgm:pt>
    <dgm:pt modelId="{B04FD077-FFA0-4755-A1C1-A40C58D91A0D}" type="parTrans" cxnId="{EC587E57-67BC-4C2F-98C5-3876D0A45050}">
      <dgm:prSet/>
      <dgm:spPr/>
      <dgm:t>
        <a:bodyPr/>
        <a:lstStyle/>
        <a:p>
          <a:pPr algn="just"/>
          <a:endParaRPr lang="zh-CN" altLang="en-US" sz="2000" b="1"/>
        </a:p>
      </dgm:t>
    </dgm:pt>
    <dgm:pt modelId="{C720CFE2-9988-46BB-A02D-5EB1D1073060}" type="sibTrans" cxnId="{EC587E57-67BC-4C2F-98C5-3876D0A45050}">
      <dgm:prSet/>
      <dgm:spPr/>
      <dgm:t>
        <a:bodyPr/>
        <a:lstStyle/>
        <a:p>
          <a:pPr algn="just"/>
          <a:endParaRPr lang="zh-CN" altLang="en-US" sz="2000" b="1"/>
        </a:p>
      </dgm:t>
    </dgm:pt>
    <dgm:pt modelId="{90E9CA27-787C-4D21-940B-C4A8F781D872}">
      <dgm:prSet phldrT="[文本]" custT="1"/>
      <dgm:spPr/>
      <dgm:t>
        <a:bodyPr/>
        <a:lstStyle/>
        <a:p>
          <a:pPr algn="just"/>
          <a:r>
            <a:rPr lang="zh-CN" altLang="en-US" sz="2000" b="1"/>
            <a:t>添加学生成绩信息</a:t>
          </a:r>
        </a:p>
      </dgm:t>
    </dgm:pt>
    <dgm:pt modelId="{F0C85CCC-F80D-4123-A6BF-9BCF2D9A7BE3}" type="parTrans" cxnId="{8F395B3C-56AE-462C-9C7D-7B1644405DD0}">
      <dgm:prSet/>
      <dgm:spPr/>
      <dgm:t>
        <a:bodyPr/>
        <a:lstStyle/>
        <a:p>
          <a:pPr algn="just"/>
          <a:endParaRPr lang="zh-CN" altLang="en-US" sz="2000" b="1"/>
        </a:p>
      </dgm:t>
    </dgm:pt>
    <dgm:pt modelId="{E462A8B1-4275-4B5C-BF96-BFC427E05F82}" type="sibTrans" cxnId="{8F395B3C-56AE-462C-9C7D-7B1644405DD0}">
      <dgm:prSet/>
      <dgm:spPr/>
      <dgm:t>
        <a:bodyPr/>
        <a:lstStyle/>
        <a:p>
          <a:pPr algn="just"/>
          <a:endParaRPr lang="zh-CN" altLang="en-US" sz="2000" b="1"/>
        </a:p>
      </dgm:t>
    </dgm:pt>
    <dgm:pt modelId="{96BDDC16-E416-44B7-ACC5-ABA5C51C92B9}">
      <dgm:prSet phldrT="[文本]" custT="1"/>
      <dgm:spPr/>
      <dgm:t>
        <a:bodyPr/>
        <a:lstStyle/>
        <a:p>
          <a:pPr algn="just"/>
          <a:r>
            <a:rPr lang="zh-CN" altLang="en-US" sz="2000" b="1"/>
            <a:t>删除学生成绩信息</a:t>
          </a:r>
        </a:p>
      </dgm:t>
    </dgm:pt>
    <dgm:pt modelId="{C25B50BD-1D96-4108-860C-95739973175D}" type="parTrans" cxnId="{FFBF30A7-BC4E-43D3-ACB9-F904674380C0}">
      <dgm:prSet/>
      <dgm:spPr/>
      <dgm:t>
        <a:bodyPr/>
        <a:lstStyle/>
        <a:p>
          <a:pPr algn="just"/>
          <a:endParaRPr lang="zh-CN" altLang="en-US" sz="2000" b="1"/>
        </a:p>
      </dgm:t>
    </dgm:pt>
    <dgm:pt modelId="{25C1E359-C2A1-49F8-AFC5-B57DCE3DA6C6}" type="sibTrans" cxnId="{FFBF30A7-BC4E-43D3-ACB9-F904674380C0}">
      <dgm:prSet/>
      <dgm:spPr/>
      <dgm:t>
        <a:bodyPr/>
        <a:lstStyle/>
        <a:p>
          <a:pPr algn="just"/>
          <a:endParaRPr lang="zh-CN" altLang="en-US" sz="2000" b="1"/>
        </a:p>
      </dgm:t>
    </dgm:pt>
    <dgm:pt modelId="{A6A5B21E-2E58-4174-9846-009A0713152E}">
      <dgm:prSet phldrT="[文本]" custT="1"/>
      <dgm:spPr/>
      <dgm:t>
        <a:bodyPr/>
        <a:lstStyle/>
        <a:p>
          <a:pPr algn="just"/>
          <a:r>
            <a:rPr lang="zh-CN" altLang="en-US" sz="2000" b="1"/>
            <a:t>按学号查询成绩</a:t>
          </a:r>
        </a:p>
      </dgm:t>
    </dgm:pt>
    <dgm:pt modelId="{A8D96480-21F7-438B-870F-64B8754A8347}" type="parTrans" cxnId="{B0BDCBA3-F70E-42B9-A433-2B28F11E274F}">
      <dgm:prSet/>
      <dgm:spPr/>
      <dgm:t>
        <a:bodyPr/>
        <a:lstStyle/>
        <a:p>
          <a:pPr algn="just"/>
          <a:endParaRPr lang="zh-CN" altLang="en-US" sz="2000" b="1"/>
        </a:p>
      </dgm:t>
    </dgm:pt>
    <dgm:pt modelId="{E848FE94-7CB8-4363-A74C-8DC9E8B26D4E}" type="sibTrans" cxnId="{B0BDCBA3-F70E-42B9-A433-2B28F11E274F}">
      <dgm:prSet/>
      <dgm:spPr/>
      <dgm:t>
        <a:bodyPr/>
        <a:lstStyle/>
        <a:p>
          <a:pPr algn="just"/>
          <a:endParaRPr lang="zh-CN" altLang="en-US" sz="2000" b="1"/>
        </a:p>
      </dgm:t>
    </dgm:pt>
    <dgm:pt modelId="{48522163-5596-46E1-8788-3A150113A065}">
      <dgm:prSet phldrT="[文本]" custT="1"/>
      <dgm:spPr/>
      <dgm:t>
        <a:bodyPr/>
        <a:lstStyle/>
        <a:p>
          <a:pPr algn="just"/>
          <a:r>
            <a:rPr lang="zh-CN" altLang="en-US" sz="2000" b="1"/>
            <a:t>统计成绩</a:t>
          </a:r>
        </a:p>
      </dgm:t>
    </dgm:pt>
    <dgm:pt modelId="{11139DAA-2CE5-4132-B9B3-49FE5FB3A4EF}" type="parTrans" cxnId="{EFA43B07-346E-428A-B33D-2C5F9E86300B}">
      <dgm:prSet/>
      <dgm:spPr/>
      <dgm:t>
        <a:bodyPr/>
        <a:lstStyle/>
        <a:p>
          <a:pPr algn="just"/>
          <a:endParaRPr lang="zh-CN" altLang="en-US" sz="2000" b="1"/>
        </a:p>
      </dgm:t>
    </dgm:pt>
    <dgm:pt modelId="{1560FB67-D82E-4231-B1E7-BA5193F8F61B}" type="sibTrans" cxnId="{EFA43B07-346E-428A-B33D-2C5F9E86300B}">
      <dgm:prSet/>
      <dgm:spPr/>
      <dgm:t>
        <a:bodyPr/>
        <a:lstStyle/>
        <a:p>
          <a:pPr algn="just"/>
          <a:endParaRPr lang="zh-CN" altLang="en-US" sz="2000" b="1"/>
        </a:p>
      </dgm:t>
    </dgm:pt>
    <dgm:pt modelId="{4E50855E-3D7C-4363-B695-FF40DC3654A7}" type="pres">
      <dgm:prSet presAssocID="{70D119DF-A230-4E4A-841D-B58DB00E5C08}" presName="Name0" presStyleCnt="0">
        <dgm:presLayoutVars>
          <dgm:chMax val="7"/>
          <dgm:chPref val="7"/>
          <dgm:dir/>
        </dgm:presLayoutVars>
      </dgm:prSet>
      <dgm:spPr/>
    </dgm:pt>
    <dgm:pt modelId="{778A009E-A9D0-4518-A7E8-D6BF64367FFD}" type="pres">
      <dgm:prSet presAssocID="{70D119DF-A230-4E4A-841D-B58DB00E5C08}" presName="Name1" presStyleCnt="0"/>
      <dgm:spPr/>
    </dgm:pt>
    <dgm:pt modelId="{36FF9008-80A2-40C3-92A5-7737291D9676}" type="pres">
      <dgm:prSet presAssocID="{70D119DF-A230-4E4A-841D-B58DB00E5C08}" presName="cycle" presStyleCnt="0"/>
      <dgm:spPr/>
    </dgm:pt>
    <dgm:pt modelId="{B883D24B-ECA8-401D-81F5-709CE22E6101}" type="pres">
      <dgm:prSet presAssocID="{70D119DF-A230-4E4A-841D-B58DB00E5C08}" presName="srcNode" presStyleLbl="node1" presStyleIdx="0" presStyleCnt="7"/>
      <dgm:spPr/>
    </dgm:pt>
    <dgm:pt modelId="{A7A9FA18-9212-4D9D-8708-21B607F331DD}" type="pres">
      <dgm:prSet presAssocID="{70D119DF-A230-4E4A-841D-B58DB00E5C08}" presName="conn" presStyleLbl="parChTrans1D2" presStyleIdx="0" presStyleCnt="1"/>
      <dgm:spPr/>
    </dgm:pt>
    <dgm:pt modelId="{8D078D3C-44C1-4C6B-8EE1-4C6F57A7C50B}" type="pres">
      <dgm:prSet presAssocID="{70D119DF-A230-4E4A-841D-B58DB00E5C08}" presName="extraNode" presStyleLbl="node1" presStyleIdx="0" presStyleCnt="7"/>
      <dgm:spPr/>
    </dgm:pt>
    <dgm:pt modelId="{6A647601-CB53-4A65-9FE8-F1C340EE4EAC}" type="pres">
      <dgm:prSet presAssocID="{70D119DF-A230-4E4A-841D-B58DB00E5C08}" presName="dstNode" presStyleLbl="node1" presStyleIdx="0" presStyleCnt="7"/>
      <dgm:spPr/>
    </dgm:pt>
    <dgm:pt modelId="{F1EA1DC8-F4E0-453E-A315-D5085A4EE9AB}" type="pres">
      <dgm:prSet presAssocID="{27E13402-829E-43DD-AECA-664E40D8CF4C}" presName="text_1" presStyleLbl="node1" presStyleIdx="0" presStyleCnt="7">
        <dgm:presLayoutVars>
          <dgm:bulletEnabled val="1"/>
        </dgm:presLayoutVars>
      </dgm:prSet>
      <dgm:spPr/>
    </dgm:pt>
    <dgm:pt modelId="{A4F6A546-4951-490A-A884-19639839C939}" type="pres">
      <dgm:prSet presAssocID="{27E13402-829E-43DD-AECA-664E40D8CF4C}" presName="accent_1" presStyleCnt="0"/>
      <dgm:spPr/>
    </dgm:pt>
    <dgm:pt modelId="{4A04336B-507F-40D7-BB23-0582262328A2}" type="pres">
      <dgm:prSet presAssocID="{27E13402-829E-43DD-AECA-664E40D8CF4C}" presName="accentRepeatNode" presStyleLbl="solidFgAcc1" presStyleIdx="0" presStyleCnt="7"/>
      <dgm:spPr/>
    </dgm:pt>
    <dgm:pt modelId="{A28C69B5-BB07-494E-B827-F5D740D9BBE9}" type="pres">
      <dgm:prSet presAssocID="{12F17680-C1A1-4FA8-97B2-C6DFE29D59C4}" presName="text_2" presStyleLbl="node1" presStyleIdx="1" presStyleCnt="7">
        <dgm:presLayoutVars>
          <dgm:bulletEnabled val="1"/>
        </dgm:presLayoutVars>
      </dgm:prSet>
      <dgm:spPr/>
    </dgm:pt>
    <dgm:pt modelId="{E55E00F1-8C2A-406A-ABC9-17F346E3E740}" type="pres">
      <dgm:prSet presAssocID="{12F17680-C1A1-4FA8-97B2-C6DFE29D59C4}" presName="accent_2" presStyleCnt="0"/>
      <dgm:spPr/>
    </dgm:pt>
    <dgm:pt modelId="{6A44EA95-FE7E-45A9-91B4-9AAA265EAC45}" type="pres">
      <dgm:prSet presAssocID="{12F17680-C1A1-4FA8-97B2-C6DFE29D59C4}" presName="accentRepeatNode" presStyleLbl="solidFgAcc1" presStyleIdx="1" presStyleCnt="7"/>
      <dgm:spPr/>
    </dgm:pt>
    <dgm:pt modelId="{67DDD163-B6A3-42E6-9226-41568BD491EA}" type="pres">
      <dgm:prSet presAssocID="{C4961032-071C-41C5-8572-384D48BFF2A0}" presName="text_3" presStyleLbl="node1" presStyleIdx="2" presStyleCnt="7">
        <dgm:presLayoutVars>
          <dgm:bulletEnabled val="1"/>
        </dgm:presLayoutVars>
      </dgm:prSet>
      <dgm:spPr/>
    </dgm:pt>
    <dgm:pt modelId="{8E8BE7F8-BC16-4877-9E24-6732C83F56DE}" type="pres">
      <dgm:prSet presAssocID="{C4961032-071C-41C5-8572-384D48BFF2A0}" presName="accent_3" presStyleCnt="0"/>
      <dgm:spPr/>
    </dgm:pt>
    <dgm:pt modelId="{F96E4418-A639-4E9E-963E-70340A82B5E8}" type="pres">
      <dgm:prSet presAssocID="{C4961032-071C-41C5-8572-384D48BFF2A0}" presName="accentRepeatNode" presStyleLbl="solidFgAcc1" presStyleIdx="2" presStyleCnt="7"/>
      <dgm:spPr/>
    </dgm:pt>
    <dgm:pt modelId="{7C54017F-DB49-4B9B-A41D-D1EE8D8836D9}" type="pres">
      <dgm:prSet presAssocID="{90E9CA27-787C-4D21-940B-C4A8F781D872}" presName="text_4" presStyleLbl="node1" presStyleIdx="3" presStyleCnt="7">
        <dgm:presLayoutVars>
          <dgm:bulletEnabled val="1"/>
        </dgm:presLayoutVars>
      </dgm:prSet>
      <dgm:spPr/>
    </dgm:pt>
    <dgm:pt modelId="{AA84B49A-B517-4459-80FC-4C16BE7400EB}" type="pres">
      <dgm:prSet presAssocID="{90E9CA27-787C-4D21-940B-C4A8F781D872}" presName="accent_4" presStyleCnt="0"/>
      <dgm:spPr/>
    </dgm:pt>
    <dgm:pt modelId="{190071CA-08CF-45DF-881E-5D7DE47692C1}" type="pres">
      <dgm:prSet presAssocID="{90E9CA27-787C-4D21-940B-C4A8F781D872}" presName="accentRepeatNode" presStyleLbl="solidFgAcc1" presStyleIdx="3" presStyleCnt="7"/>
      <dgm:spPr/>
    </dgm:pt>
    <dgm:pt modelId="{D9161234-1050-40EE-98F3-FDC5CA95331F}" type="pres">
      <dgm:prSet presAssocID="{96BDDC16-E416-44B7-ACC5-ABA5C51C92B9}" presName="text_5" presStyleLbl="node1" presStyleIdx="4" presStyleCnt="7">
        <dgm:presLayoutVars>
          <dgm:bulletEnabled val="1"/>
        </dgm:presLayoutVars>
      </dgm:prSet>
      <dgm:spPr/>
    </dgm:pt>
    <dgm:pt modelId="{A9328AD1-56FC-43D0-BDF6-80B188E9C8CD}" type="pres">
      <dgm:prSet presAssocID="{96BDDC16-E416-44B7-ACC5-ABA5C51C92B9}" presName="accent_5" presStyleCnt="0"/>
      <dgm:spPr/>
    </dgm:pt>
    <dgm:pt modelId="{0793750B-ABB5-44BC-9CCD-80306C9CB605}" type="pres">
      <dgm:prSet presAssocID="{96BDDC16-E416-44B7-ACC5-ABA5C51C92B9}" presName="accentRepeatNode" presStyleLbl="solidFgAcc1" presStyleIdx="4" presStyleCnt="7"/>
      <dgm:spPr/>
    </dgm:pt>
    <dgm:pt modelId="{CD462EA1-5243-4017-85A9-7D0E29504883}" type="pres">
      <dgm:prSet presAssocID="{A6A5B21E-2E58-4174-9846-009A0713152E}" presName="text_6" presStyleLbl="node1" presStyleIdx="5" presStyleCnt="7">
        <dgm:presLayoutVars>
          <dgm:bulletEnabled val="1"/>
        </dgm:presLayoutVars>
      </dgm:prSet>
      <dgm:spPr/>
    </dgm:pt>
    <dgm:pt modelId="{35A4CFD5-631A-4071-B371-F8BE1D78E782}" type="pres">
      <dgm:prSet presAssocID="{A6A5B21E-2E58-4174-9846-009A0713152E}" presName="accent_6" presStyleCnt="0"/>
      <dgm:spPr/>
    </dgm:pt>
    <dgm:pt modelId="{32865D94-7E05-4D8F-B5D1-A1E706603711}" type="pres">
      <dgm:prSet presAssocID="{A6A5B21E-2E58-4174-9846-009A0713152E}" presName="accentRepeatNode" presStyleLbl="solidFgAcc1" presStyleIdx="5" presStyleCnt="7"/>
      <dgm:spPr/>
    </dgm:pt>
    <dgm:pt modelId="{94D5B1C9-E037-4318-AD45-59B279C8DA73}" type="pres">
      <dgm:prSet presAssocID="{48522163-5596-46E1-8788-3A150113A065}" presName="text_7" presStyleLbl="node1" presStyleIdx="6" presStyleCnt="7">
        <dgm:presLayoutVars>
          <dgm:bulletEnabled val="1"/>
        </dgm:presLayoutVars>
      </dgm:prSet>
      <dgm:spPr/>
    </dgm:pt>
    <dgm:pt modelId="{EADE9E81-66D4-420B-8A1E-D3A9B1DD6F25}" type="pres">
      <dgm:prSet presAssocID="{48522163-5596-46E1-8788-3A150113A065}" presName="accent_7" presStyleCnt="0"/>
      <dgm:spPr/>
    </dgm:pt>
    <dgm:pt modelId="{DF8D0CB0-4049-430B-9517-E3A467FA22B0}" type="pres">
      <dgm:prSet presAssocID="{48522163-5596-46E1-8788-3A150113A065}" presName="accentRepeatNode" presStyleLbl="solidFgAcc1" presStyleIdx="6" presStyleCnt="7"/>
      <dgm:spPr/>
    </dgm:pt>
  </dgm:ptLst>
  <dgm:cxnLst>
    <dgm:cxn modelId="{EFA43B07-346E-428A-B33D-2C5F9E86300B}" srcId="{70D119DF-A230-4E4A-841D-B58DB00E5C08}" destId="{48522163-5596-46E1-8788-3A150113A065}" srcOrd="6" destOrd="0" parTransId="{11139DAA-2CE5-4132-B9B3-49FE5FB3A4EF}" sibTransId="{1560FB67-D82E-4231-B1E7-BA5193F8F61B}"/>
    <dgm:cxn modelId="{6BD71E1F-18F9-4F52-B572-902380D2DCC2}" srcId="{70D119DF-A230-4E4A-841D-B58DB00E5C08}" destId="{27E13402-829E-43DD-AECA-664E40D8CF4C}" srcOrd="0" destOrd="0" parTransId="{2168AA8C-5DE1-42B1-B752-EF025B0443BC}" sibTransId="{6687975B-7086-4A69-B2C4-30C32CA15151}"/>
    <dgm:cxn modelId="{2B878924-4F32-4EEF-B4DF-58999A73970B}" type="presOf" srcId="{A6A5B21E-2E58-4174-9846-009A0713152E}" destId="{CD462EA1-5243-4017-85A9-7D0E29504883}" srcOrd="0" destOrd="0" presId="urn:microsoft.com/office/officeart/2008/layout/VerticalCurvedList"/>
    <dgm:cxn modelId="{8F395B3C-56AE-462C-9C7D-7B1644405DD0}" srcId="{70D119DF-A230-4E4A-841D-B58DB00E5C08}" destId="{90E9CA27-787C-4D21-940B-C4A8F781D872}" srcOrd="3" destOrd="0" parTransId="{F0C85CCC-F80D-4123-A6BF-9BCF2D9A7BE3}" sibTransId="{E462A8B1-4275-4B5C-BF96-BFC427E05F82}"/>
    <dgm:cxn modelId="{4A2D2345-2D1D-40C0-8DC0-18F4F74A36F4}" type="presOf" srcId="{12F17680-C1A1-4FA8-97B2-C6DFE29D59C4}" destId="{A28C69B5-BB07-494E-B827-F5D740D9BBE9}" srcOrd="0" destOrd="0" presId="urn:microsoft.com/office/officeart/2008/layout/VerticalCurvedList"/>
    <dgm:cxn modelId="{B0227872-2C6E-4546-8BCA-1A88D60F609B}" srcId="{70D119DF-A230-4E4A-841D-B58DB00E5C08}" destId="{12F17680-C1A1-4FA8-97B2-C6DFE29D59C4}" srcOrd="1" destOrd="0" parTransId="{4AA97B98-7728-4DFF-96A7-EC729664A617}" sibTransId="{99967C62-AB67-400F-A341-A3E84F0CD1F6}"/>
    <dgm:cxn modelId="{EC587E57-67BC-4C2F-98C5-3876D0A45050}" srcId="{70D119DF-A230-4E4A-841D-B58DB00E5C08}" destId="{C4961032-071C-41C5-8572-384D48BFF2A0}" srcOrd="2" destOrd="0" parTransId="{B04FD077-FFA0-4755-A1C1-A40C58D91A0D}" sibTransId="{C720CFE2-9988-46BB-A02D-5EB1D1073060}"/>
    <dgm:cxn modelId="{43A35D9A-DD03-4345-8D8B-990D5DB9DEE6}" type="presOf" srcId="{96BDDC16-E416-44B7-ACC5-ABA5C51C92B9}" destId="{D9161234-1050-40EE-98F3-FDC5CA95331F}" srcOrd="0" destOrd="0" presId="urn:microsoft.com/office/officeart/2008/layout/VerticalCurvedList"/>
    <dgm:cxn modelId="{F898969F-6A07-4749-8C7A-CF80D713AF01}" type="presOf" srcId="{27E13402-829E-43DD-AECA-664E40D8CF4C}" destId="{F1EA1DC8-F4E0-453E-A315-D5085A4EE9AB}" srcOrd="0" destOrd="0" presId="urn:microsoft.com/office/officeart/2008/layout/VerticalCurvedList"/>
    <dgm:cxn modelId="{B0BDCBA3-F70E-42B9-A433-2B28F11E274F}" srcId="{70D119DF-A230-4E4A-841D-B58DB00E5C08}" destId="{A6A5B21E-2E58-4174-9846-009A0713152E}" srcOrd="5" destOrd="0" parTransId="{A8D96480-21F7-438B-870F-64B8754A8347}" sibTransId="{E848FE94-7CB8-4363-A74C-8DC9E8B26D4E}"/>
    <dgm:cxn modelId="{FFBF30A7-BC4E-43D3-ACB9-F904674380C0}" srcId="{70D119DF-A230-4E4A-841D-B58DB00E5C08}" destId="{96BDDC16-E416-44B7-ACC5-ABA5C51C92B9}" srcOrd="4" destOrd="0" parTransId="{C25B50BD-1D96-4108-860C-95739973175D}" sibTransId="{25C1E359-C2A1-49F8-AFC5-B57DCE3DA6C6}"/>
    <dgm:cxn modelId="{52575FA8-17AF-4846-B51B-3F7E2DC00F3F}" type="presOf" srcId="{6687975B-7086-4A69-B2C4-30C32CA15151}" destId="{A7A9FA18-9212-4D9D-8708-21B607F331DD}" srcOrd="0" destOrd="0" presId="urn:microsoft.com/office/officeart/2008/layout/VerticalCurvedList"/>
    <dgm:cxn modelId="{93FF38CA-78A5-446C-82D2-82366479331C}" type="presOf" srcId="{C4961032-071C-41C5-8572-384D48BFF2A0}" destId="{67DDD163-B6A3-42E6-9226-41568BD491EA}" srcOrd="0" destOrd="0" presId="urn:microsoft.com/office/officeart/2008/layout/VerticalCurvedList"/>
    <dgm:cxn modelId="{B9AE88E2-6E63-41AD-B78A-ECFC6D0EAE58}" type="presOf" srcId="{90E9CA27-787C-4D21-940B-C4A8F781D872}" destId="{7C54017F-DB49-4B9B-A41D-D1EE8D8836D9}" srcOrd="0" destOrd="0" presId="urn:microsoft.com/office/officeart/2008/layout/VerticalCurvedList"/>
    <dgm:cxn modelId="{728395E7-C8A8-4AE6-872E-B735F5D8D1E7}" type="presOf" srcId="{48522163-5596-46E1-8788-3A150113A065}" destId="{94D5B1C9-E037-4318-AD45-59B279C8DA73}" srcOrd="0" destOrd="0" presId="urn:microsoft.com/office/officeart/2008/layout/VerticalCurvedList"/>
    <dgm:cxn modelId="{816A8DF2-526F-4280-83C7-9AF16B4E2C52}" type="presOf" srcId="{70D119DF-A230-4E4A-841D-B58DB00E5C08}" destId="{4E50855E-3D7C-4363-B695-FF40DC3654A7}" srcOrd="0" destOrd="0" presId="urn:microsoft.com/office/officeart/2008/layout/VerticalCurvedList"/>
    <dgm:cxn modelId="{A5E9D55A-2DB0-4E97-8ACB-A72171466DC5}" type="presParOf" srcId="{4E50855E-3D7C-4363-B695-FF40DC3654A7}" destId="{778A009E-A9D0-4518-A7E8-D6BF64367FFD}" srcOrd="0" destOrd="0" presId="urn:microsoft.com/office/officeart/2008/layout/VerticalCurvedList"/>
    <dgm:cxn modelId="{7F98C064-0638-4DD9-8BA4-AE68A8F5B8D2}" type="presParOf" srcId="{778A009E-A9D0-4518-A7E8-D6BF64367FFD}" destId="{36FF9008-80A2-40C3-92A5-7737291D9676}" srcOrd="0" destOrd="0" presId="urn:microsoft.com/office/officeart/2008/layout/VerticalCurvedList"/>
    <dgm:cxn modelId="{5A60B56C-1221-4E14-9BF9-A65E9580E44C}" type="presParOf" srcId="{36FF9008-80A2-40C3-92A5-7737291D9676}" destId="{B883D24B-ECA8-401D-81F5-709CE22E6101}" srcOrd="0" destOrd="0" presId="urn:microsoft.com/office/officeart/2008/layout/VerticalCurvedList"/>
    <dgm:cxn modelId="{3B47E2B5-A39A-4DDF-A7BF-4832EA3938E1}" type="presParOf" srcId="{36FF9008-80A2-40C3-92A5-7737291D9676}" destId="{A7A9FA18-9212-4D9D-8708-21B607F331DD}" srcOrd="1" destOrd="0" presId="urn:microsoft.com/office/officeart/2008/layout/VerticalCurvedList"/>
    <dgm:cxn modelId="{B89128A6-202C-4017-BF57-95ED153855FA}" type="presParOf" srcId="{36FF9008-80A2-40C3-92A5-7737291D9676}" destId="{8D078D3C-44C1-4C6B-8EE1-4C6F57A7C50B}" srcOrd="2" destOrd="0" presId="urn:microsoft.com/office/officeart/2008/layout/VerticalCurvedList"/>
    <dgm:cxn modelId="{219894A9-3C62-44A6-A507-29712EEAE25E}" type="presParOf" srcId="{36FF9008-80A2-40C3-92A5-7737291D9676}" destId="{6A647601-CB53-4A65-9FE8-F1C340EE4EAC}" srcOrd="3" destOrd="0" presId="urn:microsoft.com/office/officeart/2008/layout/VerticalCurvedList"/>
    <dgm:cxn modelId="{F2A710AE-7ADA-40E2-941F-D7AB35C51E90}" type="presParOf" srcId="{778A009E-A9D0-4518-A7E8-D6BF64367FFD}" destId="{F1EA1DC8-F4E0-453E-A315-D5085A4EE9AB}" srcOrd="1" destOrd="0" presId="urn:microsoft.com/office/officeart/2008/layout/VerticalCurvedList"/>
    <dgm:cxn modelId="{BD1E195C-0DC7-455A-AFC4-3704002B4E3F}" type="presParOf" srcId="{778A009E-A9D0-4518-A7E8-D6BF64367FFD}" destId="{A4F6A546-4951-490A-A884-19639839C939}" srcOrd="2" destOrd="0" presId="urn:microsoft.com/office/officeart/2008/layout/VerticalCurvedList"/>
    <dgm:cxn modelId="{E3B05C57-A8D2-4B52-9DC8-D8981B3DF577}" type="presParOf" srcId="{A4F6A546-4951-490A-A884-19639839C939}" destId="{4A04336B-507F-40D7-BB23-0582262328A2}" srcOrd="0" destOrd="0" presId="urn:microsoft.com/office/officeart/2008/layout/VerticalCurvedList"/>
    <dgm:cxn modelId="{00574365-2AB9-4427-B016-2EA00899184C}" type="presParOf" srcId="{778A009E-A9D0-4518-A7E8-D6BF64367FFD}" destId="{A28C69B5-BB07-494E-B827-F5D740D9BBE9}" srcOrd="3" destOrd="0" presId="urn:microsoft.com/office/officeart/2008/layout/VerticalCurvedList"/>
    <dgm:cxn modelId="{3CF2341F-D576-449F-8088-C965CE82FF9D}" type="presParOf" srcId="{778A009E-A9D0-4518-A7E8-D6BF64367FFD}" destId="{E55E00F1-8C2A-406A-ABC9-17F346E3E740}" srcOrd="4" destOrd="0" presId="urn:microsoft.com/office/officeart/2008/layout/VerticalCurvedList"/>
    <dgm:cxn modelId="{7B340882-B5FA-4052-A4B4-44169456DD46}" type="presParOf" srcId="{E55E00F1-8C2A-406A-ABC9-17F346E3E740}" destId="{6A44EA95-FE7E-45A9-91B4-9AAA265EAC45}" srcOrd="0" destOrd="0" presId="urn:microsoft.com/office/officeart/2008/layout/VerticalCurvedList"/>
    <dgm:cxn modelId="{DEA96EB8-C31F-4698-A2DE-5BB317DC2FEB}" type="presParOf" srcId="{778A009E-A9D0-4518-A7E8-D6BF64367FFD}" destId="{67DDD163-B6A3-42E6-9226-41568BD491EA}" srcOrd="5" destOrd="0" presId="urn:microsoft.com/office/officeart/2008/layout/VerticalCurvedList"/>
    <dgm:cxn modelId="{6A63B6E7-0AA9-4DF0-B8F9-33D3146981A6}" type="presParOf" srcId="{778A009E-A9D0-4518-A7E8-D6BF64367FFD}" destId="{8E8BE7F8-BC16-4877-9E24-6732C83F56DE}" srcOrd="6" destOrd="0" presId="urn:microsoft.com/office/officeart/2008/layout/VerticalCurvedList"/>
    <dgm:cxn modelId="{03EDDDFB-DC66-455B-8CF6-1DC4A02C7019}" type="presParOf" srcId="{8E8BE7F8-BC16-4877-9E24-6732C83F56DE}" destId="{F96E4418-A639-4E9E-963E-70340A82B5E8}" srcOrd="0" destOrd="0" presId="urn:microsoft.com/office/officeart/2008/layout/VerticalCurvedList"/>
    <dgm:cxn modelId="{91307587-9309-4B85-ABB6-9C7063B833C1}" type="presParOf" srcId="{778A009E-A9D0-4518-A7E8-D6BF64367FFD}" destId="{7C54017F-DB49-4B9B-A41D-D1EE8D8836D9}" srcOrd="7" destOrd="0" presId="urn:microsoft.com/office/officeart/2008/layout/VerticalCurvedList"/>
    <dgm:cxn modelId="{6DECECB6-CF22-4AAE-B4D5-F40C041554DE}" type="presParOf" srcId="{778A009E-A9D0-4518-A7E8-D6BF64367FFD}" destId="{AA84B49A-B517-4459-80FC-4C16BE7400EB}" srcOrd="8" destOrd="0" presId="urn:microsoft.com/office/officeart/2008/layout/VerticalCurvedList"/>
    <dgm:cxn modelId="{6B2C234A-CD89-4505-8D70-553A45943BF2}" type="presParOf" srcId="{AA84B49A-B517-4459-80FC-4C16BE7400EB}" destId="{190071CA-08CF-45DF-881E-5D7DE47692C1}" srcOrd="0" destOrd="0" presId="urn:microsoft.com/office/officeart/2008/layout/VerticalCurvedList"/>
    <dgm:cxn modelId="{59CA7B96-271E-4EDC-8A53-1C83756EBDF3}" type="presParOf" srcId="{778A009E-A9D0-4518-A7E8-D6BF64367FFD}" destId="{D9161234-1050-40EE-98F3-FDC5CA95331F}" srcOrd="9" destOrd="0" presId="urn:microsoft.com/office/officeart/2008/layout/VerticalCurvedList"/>
    <dgm:cxn modelId="{35AEDECA-D17E-4DDF-93A7-FA36B64287C3}" type="presParOf" srcId="{778A009E-A9D0-4518-A7E8-D6BF64367FFD}" destId="{A9328AD1-56FC-43D0-BDF6-80B188E9C8CD}" srcOrd="10" destOrd="0" presId="urn:microsoft.com/office/officeart/2008/layout/VerticalCurvedList"/>
    <dgm:cxn modelId="{E5F40335-254E-40B2-8E60-A867A1A13B05}" type="presParOf" srcId="{A9328AD1-56FC-43D0-BDF6-80B188E9C8CD}" destId="{0793750B-ABB5-44BC-9CCD-80306C9CB605}" srcOrd="0" destOrd="0" presId="urn:microsoft.com/office/officeart/2008/layout/VerticalCurvedList"/>
    <dgm:cxn modelId="{08AFEFB4-E849-472D-9D30-31035DBAA88B}" type="presParOf" srcId="{778A009E-A9D0-4518-A7E8-D6BF64367FFD}" destId="{CD462EA1-5243-4017-85A9-7D0E29504883}" srcOrd="11" destOrd="0" presId="urn:microsoft.com/office/officeart/2008/layout/VerticalCurvedList"/>
    <dgm:cxn modelId="{4F7BE757-525C-4475-B42F-6D4321DA775E}" type="presParOf" srcId="{778A009E-A9D0-4518-A7E8-D6BF64367FFD}" destId="{35A4CFD5-631A-4071-B371-F8BE1D78E782}" srcOrd="12" destOrd="0" presId="urn:microsoft.com/office/officeart/2008/layout/VerticalCurvedList"/>
    <dgm:cxn modelId="{82A93740-C6A9-409F-9CCC-3E03DC2AA5C1}" type="presParOf" srcId="{35A4CFD5-631A-4071-B371-F8BE1D78E782}" destId="{32865D94-7E05-4D8F-B5D1-A1E706603711}" srcOrd="0" destOrd="0" presId="urn:microsoft.com/office/officeart/2008/layout/VerticalCurvedList"/>
    <dgm:cxn modelId="{1F350A21-6D34-424D-9C14-30369D5E99D8}" type="presParOf" srcId="{778A009E-A9D0-4518-A7E8-D6BF64367FFD}" destId="{94D5B1C9-E037-4318-AD45-59B279C8DA73}" srcOrd="13" destOrd="0" presId="urn:microsoft.com/office/officeart/2008/layout/VerticalCurvedList"/>
    <dgm:cxn modelId="{A97DBAFC-E3A3-4B4A-97AE-B7B545CE54F8}" type="presParOf" srcId="{778A009E-A9D0-4518-A7E8-D6BF64367FFD}" destId="{EADE9E81-66D4-420B-8A1E-D3A9B1DD6F25}" srcOrd="14" destOrd="0" presId="urn:microsoft.com/office/officeart/2008/layout/VerticalCurvedList"/>
    <dgm:cxn modelId="{69CEA1B4-04D2-4E88-8045-7874202E32D4}" type="presParOf" srcId="{EADE9E81-66D4-420B-8A1E-D3A9B1DD6F25}" destId="{DF8D0CB0-4049-430B-9517-E3A467FA22B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57777F-52C0-48B4-8D03-85DB2F530276}">
      <dsp:nvSpPr>
        <dsp:cNvPr id="0" name=""/>
        <dsp:cNvSpPr/>
      </dsp:nvSpPr>
      <dsp:spPr>
        <a:xfrm rot="5400000">
          <a:off x="255928" y="78801"/>
          <a:ext cx="1268194" cy="1116053"/>
        </a:xfrm>
        <a:prstGeom prst="chevron">
          <a:avLst/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>
              <a:solidFill>
                <a:srgbClr val="0000FF"/>
              </a:solidFill>
            </a:rPr>
            <a:t>初始化</a:t>
          </a:r>
          <a:endParaRPr lang="en-US" altLang="zh-CN" sz="2000" b="1" kern="1200">
            <a:solidFill>
              <a:srgbClr val="0000FF"/>
            </a:solidFill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>
              <a:solidFill>
                <a:srgbClr val="0000FF"/>
              </a:solidFill>
            </a:rPr>
            <a:t>空表</a:t>
          </a:r>
        </a:p>
      </dsp:txBody>
      <dsp:txXfrm rot="-5400000">
        <a:off x="331999" y="560758"/>
        <a:ext cx="1116053" cy="152141"/>
      </dsp:txXfrm>
    </dsp:sp>
    <dsp:sp modelId="{0595619C-2361-4EEC-A5D6-71E3DA49C9CB}">
      <dsp:nvSpPr>
        <dsp:cNvPr id="0" name=""/>
        <dsp:cNvSpPr/>
      </dsp:nvSpPr>
      <dsp:spPr>
        <a:xfrm rot="5400000">
          <a:off x="4553129" y="-2680623"/>
          <a:ext cx="824759" cy="619146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68288" lvl="1" indent="-268288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20000"/>
            <a:buFontTx/>
            <a:buBlip>
              <a:blip xmlns:r="http://schemas.openxmlformats.org/officeDocument/2006/relationships" r:embed="rId2"/>
            </a:buBlip>
          </a:pPr>
          <a:r>
            <a:rPr lang="zh-CN" altLang="en-US" sz="2000" b="1" kern="1200" baseline="0">
              <a:latin typeface="Consolas" panose="020B0609020204030204" pitchFamily="49" charset="0"/>
            </a:rPr>
            <a:t>建立仅包含一个头结点的空单链表</a:t>
          </a:r>
          <a:r>
            <a:rPr lang="en-US" altLang="zh-CN" sz="2000" b="1" kern="1200" baseline="0">
              <a:solidFill>
                <a:srgbClr val="FF0000"/>
              </a:solidFill>
              <a:latin typeface="Consolas" panose="020B0609020204030204" pitchFamily="49" charset="0"/>
            </a:rPr>
            <a:t>L</a:t>
          </a:r>
          <a:r>
            <a:rPr lang="zh-CN" altLang="en-US" sz="2000" b="1" kern="1200" baseline="0">
              <a:latin typeface="Consolas" panose="020B0609020204030204" pitchFamily="49" charset="0"/>
            </a:rPr>
            <a:t>。</a:t>
          </a:r>
        </a:p>
        <a:p>
          <a:pPr marL="268288" lvl="1" indent="-268288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20000"/>
            <a:buFontTx/>
            <a:buBlip>
              <a:blip xmlns:r="http://schemas.openxmlformats.org/officeDocument/2006/relationships" r:embed="rId2"/>
            </a:buBlip>
          </a:pPr>
          <a:r>
            <a:rPr lang="zh-CN" altLang="en-US" sz="2000" b="1" kern="1200" baseline="0">
              <a:latin typeface="Consolas" panose="020B0609020204030204" pitchFamily="49" charset="0"/>
            </a:rPr>
            <a:t>增加一个</a:t>
          </a:r>
          <a:r>
            <a:rPr lang="zh-CN" altLang="en-US" sz="2000" b="1" kern="1200" baseline="0">
              <a:solidFill>
                <a:srgbClr val="0000FF"/>
              </a:solidFill>
              <a:latin typeface="Consolas" panose="020B0609020204030204" pitchFamily="49" charset="0"/>
            </a:rPr>
            <a:t>尾指针</a:t>
          </a:r>
          <a:r>
            <a:rPr lang="en-US" altLang="zh-CN" sz="2000" b="1" kern="1200" baseline="0">
              <a:solidFill>
                <a:srgbClr val="FF0000"/>
              </a:solidFill>
              <a:latin typeface="Consolas" panose="020B0609020204030204" pitchFamily="49" charset="0"/>
            </a:rPr>
            <a:t>r</a:t>
          </a:r>
          <a:r>
            <a:rPr lang="zh-CN" altLang="en-US" sz="2000" b="1" kern="1200" baseline="0">
              <a:latin typeface="Consolas" panose="020B0609020204030204" pitchFamily="49" charset="0"/>
            </a:rPr>
            <a:t>，始终指向</a:t>
          </a:r>
          <a:r>
            <a:rPr lang="zh-CN" altLang="en-US" sz="2000" b="1" kern="1200" baseline="0">
              <a:solidFill>
                <a:srgbClr val="0000FF"/>
              </a:solidFill>
              <a:latin typeface="Consolas" panose="020B0609020204030204" pitchFamily="49" charset="0"/>
            </a:rPr>
            <a:t>当前单链表的表尾</a:t>
          </a:r>
          <a:r>
            <a:rPr lang="zh-CN" altLang="en-US" sz="2000" b="1" kern="1200" baseline="0">
              <a:latin typeface="Consolas" panose="020B0609020204030204" pitchFamily="49" charset="0"/>
            </a:rPr>
            <a:t>。</a:t>
          </a:r>
        </a:p>
      </dsp:txBody>
      <dsp:txXfrm rot="-5400000">
        <a:off x="1869775" y="42992"/>
        <a:ext cx="6151207" cy="744237"/>
      </dsp:txXfrm>
    </dsp:sp>
    <dsp:sp modelId="{DA934056-29D6-403D-B824-9C17E7172BCD}">
      <dsp:nvSpPr>
        <dsp:cNvPr id="0" name=""/>
        <dsp:cNvSpPr/>
      </dsp:nvSpPr>
      <dsp:spPr>
        <a:xfrm rot="5400000">
          <a:off x="280359" y="1123449"/>
          <a:ext cx="1268194" cy="1164914"/>
        </a:xfrm>
        <a:prstGeom prst="chevron">
          <a:avLst/>
        </a:prstGeom>
        <a:blipFill rotWithShape="0">
          <a:blip xmlns:r="http://schemas.openxmlformats.org/officeDocument/2006/relationships" r:embed="rId3"/>
          <a:tile tx="0" ty="0" sx="100000" sy="100000" flip="none" algn="tl"/>
        </a:blipFill>
        <a:ln w="25400" cap="flat" cmpd="sng" algn="ctr">
          <a:solidFill>
            <a:schemeClr val="accent4">
              <a:hueOff val="6150002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>
              <a:solidFill>
                <a:srgbClr val="CC00FF"/>
              </a:solidFill>
            </a:rPr>
            <a:t>插入第一个结点</a:t>
          </a:r>
        </a:p>
      </dsp:txBody>
      <dsp:txXfrm rot="-5400000">
        <a:off x="331999" y="1654266"/>
        <a:ext cx="1164914" cy="103280"/>
      </dsp:txXfrm>
    </dsp:sp>
    <dsp:sp modelId="{203C42C3-EE3F-4482-91EE-88C29BC88EEB}">
      <dsp:nvSpPr>
        <dsp:cNvPr id="0" name=""/>
        <dsp:cNvSpPr/>
      </dsp:nvSpPr>
      <dsp:spPr>
        <a:xfrm rot="5400000">
          <a:off x="4558733" y="-1579380"/>
          <a:ext cx="824326" cy="612670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6150002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68288" lvl="1" indent="-268288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20000"/>
            <a:buFontTx/>
            <a:buBlip>
              <a:blip xmlns:r="http://schemas.openxmlformats.org/officeDocument/2006/relationships" r:embed="rId2"/>
            </a:buBlip>
          </a:pP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建立</a:t>
          </a:r>
          <a:r>
            <a:rPr lang="zh-CN" altLang="en-US" sz="2000" b="1" kern="1200">
              <a:solidFill>
                <a:srgbClr val="0000FF"/>
              </a:solidFill>
              <a:latin typeface="Arial"/>
              <a:ea typeface="微软雅黑"/>
              <a:cs typeface="+mn-cs"/>
            </a:rPr>
            <a:t>第一个新结点</a:t>
          </a:r>
          <a:r>
            <a:rPr lang="en-US" altLang="zh-CN" sz="2000" b="1" kern="1200" baseline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黑体" panose="02010609060101010101" pitchFamily="49" charset="-122"/>
              <a:ea typeface="+mn-ea"/>
              <a:cs typeface="+mn-cs"/>
            </a:rPr>
            <a:t>(</a:t>
          </a:r>
          <a:r>
            <a:rPr lang="zh-CN" altLang="en-US" sz="2000" b="1" kern="1200">
              <a:solidFill>
                <a:srgbClr val="FF0000"/>
              </a:solidFill>
              <a:latin typeface="+mn-lt"/>
              <a:ea typeface="+mn-ea"/>
              <a:cs typeface="+mn-cs"/>
            </a:rPr>
            <a:t>首元结点</a:t>
          </a:r>
          <a:r>
            <a:rPr lang="en-US" altLang="zh-CN" sz="2000" b="1" kern="1200" baseline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黑体" panose="02010609060101010101" pitchFamily="49" charset="-122"/>
              <a:ea typeface="+mn-ea"/>
              <a:cs typeface="+mn-cs"/>
            </a:rPr>
            <a:t>)</a:t>
          </a: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，</a:t>
          </a:r>
          <a:r>
            <a:rPr lang="zh-CN" altLang="en-US" sz="2000" b="1" kern="1200">
              <a:solidFill>
                <a:srgbClr val="0000FF"/>
              </a:solidFill>
              <a:latin typeface="Arial"/>
              <a:ea typeface="微软雅黑"/>
              <a:cs typeface="+mn-cs"/>
            </a:rPr>
            <a:t>链接到</a:t>
          </a: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单链表的表尾，成为新的表尾结点。</a:t>
          </a:r>
        </a:p>
      </dsp:txBody>
      <dsp:txXfrm rot="-5400000">
        <a:off x="1907544" y="1112049"/>
        <a:ext cx="6086465" cy="743846"/>
      </dsp:txXfrm>
    </dsp:sp>
    <dsp:sp modelId="{E324A73B-832D-4238-83F1-838C3825E2E5}">
      <dsp:nvSpPr>
        <dsp:cNvPr id="0" name=""/>
        <dsp:cNvSpPr/>
      </dsp:nvSpPr>
      <dsp:spPr>
        <a:xfrm rot="5400000">
          <a:off x="283670" y="2189216"/>
          <a:ext cx="1268194" cy="1171536"/>
        </a:xfrm>
        <a:prstGeom prst="chevron">
          <a:avLst/>
        </a:prstGeom>
        <a:blipFill rotWithShape="0">
          <a:blip xmlns:r="http://schemas.openxmlformats.org/officeDocument/2006/relationships" r:embed="rId4"/>
          <a:tile tx="0" ty="0" sx="100000" sy="100000" flip="none" algn="tl"/>
        </a:blipFill>
        <a:ln w="25400" cap="flat" cmpd="sng" algn="ctr">
          <a:solidFill>
            <a:schemeClr val="accent4">
              <a:hueOff val="12300005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>
              <a:solidFill>
                <a:srgbClr val="FF0000"/>
              </a:solidFill>
            </a:rPr>
            <a:t>插入某一个结点</a:t>
          </a:r>
        </a:p>
      </dsp:txBody>
      <dsp:txXfrm rot="-5400000">
        <a:off x="331999" y="2726655"/>
        <a:ext cx="1171536" cy="96658"/>
      </dsp:txXfrm>
    </dsp:sp>
    <dsp:sp modelId="{91C84F53-AB88-4EA0-AA96-C38A8C9B1BEC}">
      <dsp:nvSpPr>
        <dsp:cNvPr id="0" name=""/>
        <dsp:cNvSpPr/>
      </dsp:nvSpPr>
      <dsp:spPr>
        <a:xfrm rot="5400000">
          <a:off x="4617768" y="-605535"/>
          <a:ext cx="824326" cy="63171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12300005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68288" lvl="1" indent="-268288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20000"/>
            <a:buFontTx/>
            <a:buBlip>
              <a:blip xmlns:r="http://schemas.openxmlformats.org/officeDocument/2006/relationships" r:embed="rId2"/>
            </a:buBlip>
          </a:pPr>
          <a:r>
            <a:rPr lang="zh-CN" altLang="en-US" sz="2000" b="1" kern="1200">
              <a:solidFill>
                <a:srgbClr val="0000FF"/>
              </a:solidFill>
              <a:latin typeface="Arial"/>
              <a:ea typeface="微软雅黑"/>
              <a:cs typeface="+mn-cs"/>
            </a:rPr>
            <a:t>逐个建立</a:t>
          </a: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新结点，链接到单链表的表尾，成为</a:t>
          </a:r>
          <a:r>
            <a:rPr lang="zh-CN" altLang="en-US" sz="2000" b="1" kern="1200">
              <a:solidFill>
                <a:srgbClr val="0000FF"/>
              </a:solidFill>
              <a:latin typeface="Arial"/>
              <a:ea typeface="微软雅黑"/>
              <a:cs typeface="+mn-cs"/>
            </a:rPr>
            <a:t>新的表尾结点</a:t>
          </a: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。</a:t>
          </a:r>
        </a:p>
      </dsp:txBody>
      <dsp:txXfrm rot="-5400000">
        <a:off x="1871345" y="2181128"/>
        <a:ext cx="6276932" cy="7438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57777F-52C0-48B4-8D03-85DB2F530276}">
      <dsp:nvSpPr>
        <dsp:cNvPr id="0" name=""/>
        <dsp:cNvSpPr/>
      </dsp:nvSpPr>
      <dsp:spPr>
        <a:xfrm rot="5400000">
          <a:off x="255928" y="78801"/>
          <a:ext cx="1268194" cy="1116053"/>
        </a:xfrm>
        <a:prstGeom prst="chevron">
          <a:avLst/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>
              <a:solidFill>
                <a:srgbClr val="0000FF"/>
              </a:solidFill>
            </a:rPr>
            <a:t>初始化</a:t>
          </a:r>
          <a:endParaRPr lang="en-US" altLang="zh-CN" sz="2000" b="1" kern="1200">
            <a:solidFill>
              <a:srgbClr val="0000FF"/>
            </a:solidFill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>
              <a:solidFill>
                <a:srgbClr val="0000FF"/>
              </a:solidFill>
            </a:rPr>
            <a:t>空表</a:t>
          </a:r>
        </a:p>
      </dsp:txBody>
      <dsp:txXfrm rot="-5400000">
        <a:off x="331999" y="560758"/>
        <a:ext cx="1116053" cy="152141"/>
      </dsp:txXfrm>
    </dsp:sp>
    <dsp:sp modelId="{0595619C-2361-4EEC-A5D6-71E3DA49C9CB}">
      <dsp:nvSpPr>
        <dsp:cNvPr id="0" name=""/>
        <dsp:cNvSpPr/>
      </dsp:nvSpPr>
      <dsp:spPr>
        <a:xfrm rot="5400000">
          <a:off x="4553129" y="-2680623"/>
          <a:ext cx="824759" cy="619146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68288" lvl="1" indent="-268288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20000"/>
            <a:buFontTx/>
            <a:buBlip>
              <a:blip xmlns:r="http://schemas.openxmlformats.org/officeDocument/2006/relationships" r:embed="rId2"/>
            </a:buBlip>
          </a:pPr>
          <a:r>
            <a:rPr lang="zh-CN" altLang="en-US" sz="2000" b="1" kern="1200"/>
            <a:t>建立仅包含一个头结点的空单链表。</a:t>
          </a:r>
        </a:p>
      </dsp:txBody>
      <dsp:txXfrm rot="-5400000">
        <a:off x="1869775" y="42992"/>
        <a:ext cx="6151207" cy="744237"/>
      </dsp:txXfrm>
    </dsp:sp>
    <dsp:sp modelId="{DA934056-29D6-403D-B824-9C17E7172BCD}">
      <dsp:nvSpPr>
        <dsp:cNvPr id="0" name=""/>
        <dsp:cNvSpPr/>
      </dsp:nvSpPr>
      <dsp:spPr>
        <a:xfrm rot="5400000">
          <a:off x="280359" y="1123449"/>
          <a:ext cx="1268194" cy="1164914"/>
        </a:xfrm>
        <a:prstGeom prst="chevron">
          <a:avLst/>
        </a:prstGeom>
        <a:blipFill rotWithShape="0">
          <a:blip xmlns:r="http://schemas.openxmlformats.org/officeDocument/2006/relationships" r:embed="rId3"/>
          <a:tile tx="0" ty="0" sx="100000" sy="100000" flip="none" algn="tl"/>
        </a:blipFill>
        <a:ln w="25400" cap="flat" cmpd="sng" algn="ctr">
          <a:solidFill>
            <a:schemeClr val="accent4">
              <a:hueOff val="6150002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>
              <a:solidFill>
                <a:srgbClr val="CC00FF"/>
              </a:solidFill>
            </a:rPr>
            <a:t>插入第一个结点</a:t>
          </a:r>
        </a:p>
      </dsp:txBody>
      <dsp:txXfrm rot="-5400000">
        <a:off x="331999" y="1654266"/>
        <a:ext cx="1164914" cy="103280"/>
      </dsp:txXfrm>
    </dsp:sp>
    <dsp:sp modelId="{203C42C3-EE3F-4482-91EE-88C29BC88EEB}">
      <dsp:nvSpPr>
        <dsp:cNvPr id="0" name=""/>
        <dsp:cNvSpPr/>
      </dsp:nvSpPr>
      <dsp:spPr>
        <a:xfrm rot="5400000">
          <a:off x="4558733" y="-1579380"/>
          <a:ext cx="824326" cy="612670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6150002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68288" lvl="1" indent="-268288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20000"/>
            <a:buFontTx/>
            <a:buBlip>
              <a:blip xmlns:r="http://schemas.openxmlformats.org/officeDocument/2006/relationships" r:embed="rId2"/>
            </a:buBlip>
          </a:pP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建立</a:t>
          </a:r>
          <a:r>
            <a:rPr lang="zh-CN" altLang="en-US" sz="2000" b="1" kern="1200">
              <a:solidFill>
                <a:srgbClr val="0000FF"/>
              </a:solidFill>
              <a:latin typeface="Arial"/>
              <a:ea typeface="微软雅黑"/>
              <a:cs typeface="+mn-cs"/>
            </a:rPr>
            <a:t>第一个新结点</a:t>
          </a:r>
          <a:r>
            <a:rPr lang="en-US" altLang="zh-CN" sz="2000" b="1" kern="1200" baseline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黑体" panose="02010609060101010101" pitchFamily="49" charset="-122"/>
              <a:ea typeface="+mn-ea"/>
              <a:cs typeface="+mn-cs"/>
            </a:rPr>
            <a:t>(</a:t>
          </a:r>
          <a:r>
            <a:rPr lang="zh-CN" altLang="en-US" sz="2000" b="1" kern="1200">
              <a:solidFill>
                <a:srgbClr val="FF0000"/>
              </a:solidFill>
              <a:latin typeface="+mn-lt"/>
              <a:ea typeface="+mn-ea"/>
              <a:cs typeface="+mn-cs"/>
            </a:rPr>
            <a:t>首元结点</a:t>
          </a:r>
          <a:r>
            <a:rPr lang="en-US" altLang="zh-CN" sz="2000" b="1" kern="1200" baseline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黑体" panose="02010609060101010101" pitchFamily="49" charset="-122"/>
              <a:ea typeface="+mn-ea"/>
              <a:cs typeface="+mn-cs"/>
            </a:rPr>
            <a:t>)</a:t>
          </a: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，</a:t>
          </a:r>
          <a:r>
            <a:rPr lang="zh-CN" altLang="en-US" sz="2000" b="1" kern="1200">
              <a:solidFill>
                <a:srgbClr val="0000FF"/>
              </a:solidFill>
              <a:latin typeface="Arial"/>
              <a:ea typeface="微软雅黑"/>
              <a:cs typeface="+mn-cs"/>
            </a:rPr>
            <a:t>链接到</a:t>
          </a: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单链表的头结点之后，成为新的表尾结点。</a:t>
          </a:r>
        </a:p>
      </dsp:txBody>
      <dsp:txXfrm rot="-5400000">
        <a:off x="1907544" y="1112049"/>
        <a:ext cx="6086465" cy="743846"/>
      </dsp:txXfrm>
    </dsp:sp>
    <dsp:sp modelId="{E324A73B-832D-4238-83F1-838C3825E2E5}">
      <dsp:nvSpPr>
        <dsp:cNvPr id="0" name=""/>
        <dsp:cNvSpPr/>
      </dsp:nvSpPr>
      <dsp:spPr>
        <a:xfrm rot="5400000">
          <a:off x="283670" y="2189216"/>
          <a:ext cx="1268194" cy="1171536"/>
        </a:xfrm>
        <a:prstGeom prst="chevron">
          <a:avLst/>
        </a:prstGeom>
        <a:blipFill rotWithShape="0">
          <a:blip xmlns:r="http://schemas.openxmlformats.org/officeDocument/2006/relationships" r:embed="rId4"/>
          <a:tile tx="0" ty="0" sx="100000" sy="100000" flip="none" algn="tl"/>
        </a:blipFill>
        <a:ln w="25400" cap="flat" cmpd="sng" algn="ctr">
          <a:solidFill>
            <a:schemeClr val="accent4">
              <a:hueOff val="12300005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>
              <a:solidFill>
                <a:srgbClr val="FF0000"/>
              </a:solidFill>
            </a:rPr>
            <a:t>插入某一个结点</a:t>
          </a:r>
        </a:p>
      </dsp:txBody>
      <dsp:txXfrm rot="-5400000">
        <a:off x="331999" y="2726655"/>
        <a:ext cx="1171536" cy="96658"/>
      </dsp:txXfrm>
    </dsp:sp>
    <dsp:sp modelId="{91C84F53-AB88-4EA0-AA96-C38A8C9B1BEC}">
      <dsp:nvSpPr>
        <dsp:cNvPr id="0" name=""/>
        <dsp:cNvSpPr/>
      </dsp:nvSpPr>
      <dsp:spPr>
        <a:xfrm rot="5400000">
          <a:off x="4617768" y="-605535"/>
          <a:ext cx="824326" cy="63171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12300005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68288" lvl="1" indent="-268288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20000"/>
            <a:buFontTx/>
            <a:buBlip>
              <a:blip xmlns:r="http://schemas.openxmlformats.org/officeDocument/2006/relationships" r:embed="rId2"/>
            </a:buBlip>
          </a:pPr>
          <a:r>
            <a:rPr lang="zh-CN" altLang="en-US" sz="2000" b="1" kern="1200">
              <a:solidFill>
                <a:srgbClr val="0000FF"/>
              </a:solidFill>
              <a:latin typeface="Arial"/>
              <a:ea typeface="微软雅黑"/>
              <a:cs typeface="+mn-cs"/>
            </a:rPr>
            <a:t>逐个建立</a:t>
          </a: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新结点，链接到单链表的</a:t>
          </a:r>
          <a:r>
            <a:rPr lang="zh-CN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表头结点和首元结点之间，成为</a:t>
          </a:r>
          <a:r>
            <a:rPr lang="zh-CN" sz="2000" b="1" kern="1200">
              <a:solidFill>
                <a:srgbClr val="FF0000"/>
              </a:solidFill>
              <a:latin typeface="Arial"/>
              <a:ea typeface="微软雅黑"/>
              <a:cs typeface="+mn-cs"/>
            </a:rPr>
            <a:t>新的首元结点</a:t>
          </a:r>
          <a:r>
            <a:rPr lang="zh-CN" altLang="en-US" sz="20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微软雅黑"/>
              <a:cs typeface="+mn-cs"/>
            </a:rPr>
            <a:t>。</a:t>
          </a:r>
        </a:p>
      </dsp:txBody>
      <dsp:txXfrm rot="-5400000">
        <a:off x="1871345" y="2181128"/>
        <a:ext cx="6276932" cy="7438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1D8D12-12CE-45A4-B13F-FD0ECAF6B3BB}">
      <dsp:nvSpPr>
        <dsp:cNvPr id="0" name=""/>
        <dsp:cNvSpPr/>
      </dsp:nvSpPr>
      <dsp:spPr>
        <a:xfrm>
          <a:off x="-3905751" y="-599725"/>
          <a:ext cx="4654828" cy="4654828"/>
        </a:xfrm>
        <a:prstGeom prst="blockArc">
          <a:avLst>
            <a:gd name="adj1" fmla="val 18900000"/>
            <a:gd name="adj2" fmla="val 2700000"/>
            <a:gd name="adj3" fmla="val 464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77AF62-AC48-402F-AAC0-CAEBEDA92D0D}">
      <dsp:nvSpPr>
        <dsp:cNvPr id="0" name=""/>
        <dsp:cNvSpPr/>
      </dsp:nvSpPr>
      <dsp:spPr>
        <a:xfrm>
          <a:off x="392567" y="265649"/>
          <a:ext cx="8987211" cy="5315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193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baseline="0">
              <a:latin typeface="Consolas" panose="020B0609020204030204" pitchFamily="49" charset="0"/>
            </a:rPr>
            <a:t>S1</a:t>
          </a:r>
          <a:r>
            <a:rPr lang="zh-CN" sz="2000" b="1" kern="1200" baseline="0">
              <a:latin typeface="Consolas" panose="020B0609020204030204" pitchFamily="49" charset="0"/>
            </a:rPr>
            <a:t>：设指针</a:t>
          </a:r>
          <a:r>
            <a:rPr lang="en-US" sz="2000" b="1" kern="1200" baseline="0">
              <a:latin typeface="Consolas" panose="020B0609020204030204" pitchFamily="49" charset="0"/>
            </a:rPr>
            <a:t>p</a:t>
          </a:r>
          <a:r>
            <a:rPr lang="zh-CN" sz="2000" b="1" kern="1200" baseline="0">
              <a:latin typeface="Consolas" panose="020B0609020204030204" pitchFamily="49" charset="0"/>
            </a:rPr>
            <a:t>指向</a:t>
          </a:r>
          <a:r>
            <a:rPr lang="zh-CN" sz="2000" b="1" kern="1200" baseline="0">
              <a:solidFill>
                <a:srgbClr val="FFFF00"/>
              </a:solidFill>
              <a:latin typeface="Consolas" panose="020B0609020204030204" pitchFamily="49" charset="0"/>
            </a:rPr>
            <a:t>头结点的</a:t>
          </a:r>
          <a:r>
            <a:rPr lang="zh-CN" sz="2000" b="1" kern="1200" baseline="0">
              <a:latin typeface="Consolas" panose="020B0609020204030204" pitchFamily="49" charset="0"/>
            </a:rPr>
            <a:t>下一个结点，即首元结点。</a:t>
          </a:r>
          <a:endParaRPr lang="zh-CN" altLang="en-US" sz="2000" b="1" kern="1200" baseline="0">
            <a:latin typeface="Consolas" panose="020B0609020204030204" pitchFamily="49" charset="0"/>
          </a:endParaRPr>
        </a:p>
      </dsp:txBody>
      <dsp:txXfrm>
        <a:off x="392567" y="265649"/>
        <a:ext cx="8987211" cy="531575"/>
      </dsp:txXfrm>
    </dsp:sp>
    <dsp:sp modelId="{4D5ED3F5-C952-432F-B1CB-B557C4F6ED5A}">
      <dsp:nvSpPr>
        <dsp:cNvPr id="0" name=""/>
        <dsp:cNvSpPr/>
      </dsp:nvSpPr>
      <dsp:spPr>
        <a:xfrm>
          <a:off x="60333" y="199202"/>
          <a:ext cx="664469" cy="6644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6105FE-3C25-424B-B3C4-14AC49384C61}">
      <dsp:nvSpPr>
        <dsp:cNvPr id="0" name=""/>
        <dsp:cNvSpPr/>
      </dsp:nvSpPr>
      <dsp:spPr>
        <a:xfrm>
          <a:off x="697332" y="1063150"/>
          <a:ext cx="8682446" cy="531575"/>
        </a:xfrm>
        <a:prstGeom prst="rect">
          <a:avLst/>
        </a:prstGeom>
        <a:solidFill>
          <a:schemeClr val="accent4">
            <a:hueOff val="4100002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193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baseline="0">
              <a:latin typeface="Consolas" panose="020B0609020204030204" pitchFamily="49" charset="0"/>
            </a:rPr>
            <a:t>S2</a:t>
          </a:r>
          <a:r>
            <a:rPr lang="zh-CN" sz="2000" b="1" kern="1200" baseline="0">
              <a:latin typeface="Consolas" panose="020B0609020204030204" pitchFamily="49" charset="0"/>
            </a:rPr>
            <a:t>：若指针</a:t>
          </a:r>
          <a:r>
            <a:rPr lang="en-US" sz="2000" b="1" kern="1200" baseline="0">
              <a:latin typeface="Consolas" panose="020B0609020204030204" pitchFamily="49" charset="0"/>
            </a:rPr>
            <a:t>p</a:t>
          </a:r>
          <a:r>
            <a:rPr lang="zh-CN" sz="2000" b="1" kern="1200" baseline="0">
              <a:latin typeface="Consolas" panose="020B0609020204030204" pitchFamily="49" charset="0"/>
            </a:rPr>
            <a:t>不为空，则输出结点中的数据。</a:t>
          </a:r>
          <a:endParaRPr lang="zh-CN" altLang="en-US" sz="2000" b="1" kern="1200" baseline="0">
            <a:latin typeface="Consolas" panose="020B0609020204030204" pitchFamily="49" charset="0"/>
          </a:endParaRPr>
        </a:p>
      </dsp:txBody>
      <dsp:txXfrm>
        <a:off x="697332" y="1063150"/>
        <a:ext cx="8682446" cy="531575"/>
      </dsp:txXfrm>
    </dsp:sp>
    <dsp:sp modelId="{64F1550D-C144-4E3D-A1CA-9164CB6D2428}">
      <dsp:nvSpPr>
        <dsp:cNvPr id="0" name=""/>
        <dsp:cNvSpPr/>
      </dsp:nvSpPr>
      <dsp:spPr>
        <a:xfrm>
          <a:off x="365097" y="996703"/>
          <a:ext cx="664469" cy="6644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4100002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AEE81-3B5A-4A7D-857F-19F190F7C089}">
      <dsp:nvSpPr>
        <dsp:cNvPr id="0" name=""/>
        <dsp:cNvSpPr/>
      </dsp:nvSpPr>
      <dsp:spPr>
        <a:xfrm>
          <a:off x="697332" y="1860651"/>
          <a:ext cx="8682446" cy="531575"/>
        </a:xfrm>
        <a:prstGeom prst="rect">
          <a:avLst/>
        </a:prstGeom>
        <a:solidFill>
          <a:schemeClr val="accent4">
            <a:hueOff val="8200003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193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baseline="0">
              <a:latin typeface="Consolas" panose="020B0609020204030204" pitchFamily="49" charset="0"/>
            </a:rPr>
            <a:t>S3</a:t>
          </a:r>
          <a:r>
            <a:rPr lang="zh-CN" sz="2000" b="1" kern="1200" baseline="0">
              <a:latin typeface="Consolas" panose="020B0609020204030204" pitchFamily="49" charset="0"/>
            </a:rPr>
            <a:t>：指针</a:t>
          </a:r>
          <a:r>
            <a:rPr lang="en-US" sz="2000" b="1" kern="1200" baseline="0">
              <a:latin typeface="Consolas" panose="020B0609020204030204" pitchFamily="49" charset="0"/>
            </a:rPr>
            <a:t>p</a:t>
          </a:r>
          <a:r>
            <a:rPr lang="zh-CN" sz="2000" b="1" kern="1200" baseline="0">
              <a:latin typeface="Consolas" panose="020B0609020204030204" pitchFamily="49" charset="0"/>
            </a:rPr>
            <a:t>指向当前结点的下一个结点。</a:t>
          </a:r>
          <a:endParaRPr lang="zh-CN" altLang="en-US" sz="2000" b="1" kern="1200" baseline="0">
            <a:latin typeface="Consolas" panose="020B0609020204030204" pitchFamily="49" charset="0"/>
          </a:endParaRPr>
        </a:p>
      </dsp:txBody>
      <dsp:txXfrm>
        <a:off x="697332" y="1860651"/>
        <a:ext cx="8682446" cy="531575"/>
      </dsp:txXfrm>
    </dsp:sp>
    <dsp:sp modelId="{DE4DF2D1-4EF6-49BD-8D32-5CF3CC02B73E}">
      <dsp:nvSpPr>
        <dsp:cNvPr id="0" name=""/>
        <dsp:cNvSpPr/>
      </dsp:nvSpPr>
      <dsp:spPr>
        <a:xfrm>
          <a:off x="365097" y="1794205"/>
          <a:ext cx="664469" cy="6644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8200003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C9DA9C-ECD0-48A7-B201-7EE074A8E331}">
      <dsp:nvSpPr>
        <dsp:cNvPr id="0" name=""/>
        <dsp:cNvSpPr/>
      </dsp:nvSpPr>
      <dsp:spPr>
        <a:xfrm>
          <a:off x="392567" y="2658153"/>
          <a:ext cx="8987211" cy="531575"/>
        </a:xfrm>
        <a:prstGeom prst="rect">
          <a:avLst/>
        </a:prstGeom>
        <a:solidFill>
          <a:schemeClr val="accent4">
            <a:hueOff val="12300005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193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baseline="0">
              <a:latin typeface="Consolas" panose="020B0609020204030204" pitchFamily="49" charset="0"/>
            </a:rPr>
            <a:t>S4</a:t>
          </a:r>
          <a:r>
            <a:rPr lang="zh-CN" sz="2000" b="1" kern="1200" baseline="0">
              <a:latin typeface="Consolas" panose="020B0609020204030204" pitchFamily="49" charset="0"/>
            </a:rPr>
            <a:t>：若指针</a:t>
          </a:r>
          <a:r>
            <a:rPr lang="en-US" sz="2000" b="1" kern="1200" baseline="0">
              <a:latin typeface="Consolas" panose="020B0609020204030204" pitchFamily="49" charset="0"/>
            </a:rPr>
            <a:t>p</a:t>
          </a:r>
          <a:r>
            <a:rPr lang="zh-CN" sz="2000" b="1" kern="1200" baseline="0">
              <a:latin typeface="Consolas" panose="020B0609020204030204" pitchFamily="49" charset="0"/>
            </a:rPr>
            <a:t>不为空，重复</a:t>
          </a:r>
          <a:r>
            <a:rPr lang="en-US" sz="2000" b="1" kern="1200" baseline="0">
              <a:latin typeface="Consolas" panose="020B0609020204030204" pitchFamily="49" charset="0"/>
            </a:rPr>
            <a:t>S2</a:t>
          </a:r>
          <a:r>
            <a:rPr lang="zh-CN" sz="2000" b="1" kern="1200" baseline="0">
              <a:latin typeface="Consolas" panose="020B0609020204030204" pitchFamily="49" charset="0"/>
            </a:rPr>
            <a:t>和</a:t>
          </a:r>
          <a:r>
            <a:rPr lang="en-US" sz="2000" b="1" kern="1200" baseline="0">
              <a:latin typeface="Consolas" panose="020B0609020204030204" pitchFamily="49" charset="0"/>
            </a:rPr>
            <a:t>S3</a:t>
          </a:r>
          <a:r>
            <a:rPr lang="zh-CN" sz="2000" b="1" kern="1200" baseline="0">
              <a:latin typeface="Consolas" panose="020B0609020204030204" pitchFamily="49" charset="0"/>
            </a:rPr>
            <a:t>，直到</a:t>
          </a:r>
          <a:r>
            <a:rPr lang="en-US" sz="2000" b="1" kern="1200" baseline="0">
              <a:latin typeface="Consolas" panose="020B0609020204030204" pitchFamily="49" charset="0"/>
            </a:rPr>
            <a:t>p</a:t>
          </a:r>
          <a:r>
            <a:rPr lang="zh-CN" sz="2000" b="1" kern="1200" baseline="0">
              <a:latin typeface="Consolas" panose="020B0609020204030204" pitchFamily="49" charset="0"/>
            </a:rPr>
            <a:t>为空，则链表遍历结束。</a:t>
          </a:r>
          <a:endParaRPr lang="zh-CN" altLang="en-US" sz="2000" b="1" kern="1200" baseline="0">
            <a:latin typeface="Consolas" panose="020B0609020204030204" pitchFamily="49" charset="0"/>
          </a:endParaRPr>
        </a:p>
      </dsp:txBody>
      <dsp:txXfrm>
        <a:off x="392567" y="2658153"/>
        <a:ext cx="8987211" cy="531575"/>
      </dsp:txXfrm>
    </dsp:sp>
    <dsp:sp modelId="{AE021C1F-CAD4-4E31-B609-CE9D4A3B25A6}">
      <dsp:nvSpPr>
        <dsp:cNvPr id="0" name=""/>
        <dsp:cNvSpPr/>
      </dsp:nvSpPr>
      <dsp:spPr>
        <a:xfrm>
          <a:off x="60333" y="2591706"/>
          <a:ext cx="664469" cy="6644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12300005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619A0-F336-42CB-83E5-E6FA84E3A6F7}">
      <dsp:nvSpPr>
        <dsp:cNvPr id="0" name=""/>
        <dsp:cNvSpPr/>
      </dsp:nvSpPr>
      <dsp:spPr>
        <a:xfrm>
          <a:off x="-3597887" y="-556678"/>
          <a:ext cx="4318466" cy="4318466"/>
        </a:xfrm>
        <a:prstGeom prst="blockArc">
          <a:avLst>
            <a:gd name="adj1" fmla="val 18900000"/>
            <a:gd name="adj2" fmla="val 2700000"/>
            <a:gd name="adj3" fmla="val 500"/>
          </a:avLst>
        </a:pr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EF32D6-749D-4523-B106-3627706BC1F3}">
      <dsp:nvSpPr>
        <dsp:cNvPr id="0" name=""/>
        <dsp:cNvSpPr/>
      </dsp:nvSpPr>
      <dsp:spPr>
        <a:xfrm>
          <a:off x="589179" y="457881"/>
          <a:ext cx="10626384" cy="915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6786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2000" b="1" kern="1200">
              <a:latin typeface="Consolas" panose="020B0609020204030204" pitchFamily="49" charset="0"/>
            </a:rPr>
            <a:t>查找</a:t>
          </a:r>
          <a:r>
            <a:rPr lang="zh-CN" altLang="en-US" sz="2400" b="1" kern="1200" cap="none" spc="0">
              <a:ln w="0"/>
              <a:solidFill>
                <a:srgbClr val="FFF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nsolas" panose="020B0609020204030204" pitchFamily="49" charset="0"/>
            </a:rPr>
            <a:t>指定序号</a:t>
          </a:r>
          <a:r>
            <a:rPr lang="zh-CN" altLang="en-US" sz="2000" b="1" kern="1200">
              <a:latin typeface="Consolas" panose="020B0609020204030204" pitchFamily="49" charset="0"/>
            </a:rPr>
            <a:t>结点：</a:t>
          </a:r>
          <a:r>
            <a:rPr lang="zh-CN" sz="2000" b="1" kern="1200">
              <a:latin typeface="Consolas" panose="020B0609020204030204" pitchFamily="49" charset="0"/>
            </a:rPr>
            <a:t>在单链表中查找第</a:t>
          </a:r>
          <a:r>
            <a:rPr lang="en-US" sz="2000" b="1" kern="1200">
              <a:latin typeface="Consolas" panose="020B0609020204030204" pitchFamily="49" charset="0"/>
            </a:rPr>
            <a:t>i</a:t>
          </a:r>
          <a:r>
            <a:rPr lang="zh-CN" sz="2000" b="1" kern="1200">
              <a:latin typeface="Consolas" panose="020B0609020204030204" pitchFamily="49" charset="0"/>
            </a:rPr>
            <a:t>个结点</a:t>
          </a:r>
          <a:r>
            <a:rPr lang="en-US" altLang="zh-CN" sz="2000" b="1" kern="1200" baseline="0">
              <a:latin typeface="Consolas" panose="020B0609020204030204" pitchFamily="49" charset="0"/>
            </a:rPr>
            <a:t>(</a:t>
          </a:r>
          <a:r>
            <a:rPr lang="en-US" sz="2000" b="1" kern="1200">
              <a:latin typeface="Consolas" panose="020B0609020204030204" pitchFamily="49" charset="0"/>
            </a:rPr>
            <a:t>i</a:t>
          </a:r>
          <a:r>
            <a:rPr lang="zh-CN" sz="2000" b="1" kern="1200">
              <a:latin typeface="Consolas" panose="020B0609020204030204" pitchFamily="49" charset="0"/>
            </a:rPr>
            <a:t>≥</a:t>
          </a:r>
          <a:r>
            <a:rPr lang="en-US" sz="2000" b="1" kern="1200">
              <a:latin typeface="Consolas" panose="020B0609020204030204" pitchFamily="49" charset="0"/>
            </a:rPr>
            <a:t>1</a:t>
          </a:r>
          <a:r>
            <a:rPr lang="en-US" altLang="zh-CN" sz="2000" b="1" kern="1200" baseline="0">
              <a:latin typeface="Consolas" panose="020B0609020204030204" pitchFamily="49" charset="0"/>
            </a:rPr>
            <a:t>)</a:t>
          </a:r>
          <a:r>
            <a:rPr lang="zh-CN" sz="2000" b="1" kern="1200">
              <a:latin typeface="Consolas" panose="020B0609020204030204" pitchFamily="49" charset="0"/>
            </a:rPr>
            <a:t>。</a:t>
          </a:r>
          <a:endParaRPr lang="zh-CN" altLang="en-US" sz="2000" b="1" kern="1200">
            <a:latin typeface="Consolas" panose="020B0609020204030204" pitchFamily="49" charset="0"/>
          </a:endParaRPr>
        </a:p>
      </dsp:txBody>
      <dsp:txXfrm>
        <a:off x="589179" y="457881"/>
        <a:ext cx="10626384" cy="915635"/>
      </dsp:txXfrm>
    </dsp:sp>
    <dsp:sp modelId="{9622D7D6-1C95-45F6-A242-9ECF8659878F}">
      <dsp:nvSpPr>
        <dsp:cNvPr id="0" name=""/>
        <dsp:cNvSpPr/>
      </dsp:nvSpPr>
      <dsp:spPr>
        <a:xfrm>
          <a:off x="16906" y="343427"/>
          <a:ext cx="1144544" cy="11445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0C6E7E-D1CC-4F7B-B48A-D28CBD33F83E}">
      <dsp:nvSpPr>
        <dsp:cNvPr id="0" name=""/>
        <dsp:cNvSpPr/>
      </dsp:nvSpPr>
      <dsp:spPr>
        <a:xfrm>
          <a:off x="589179" y="1719838"/>
          <a:ext cx="10626384" cy="1139142"/>
        </a:xfrm>
        <a:prstGeom prst="rect">
          <a:avLst/>
        </a:prstGeom>
        <a:solidFill>
          <a:schemeClr val="accent5">
            <a:hueOff val="-12300005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6786" tIns="50800" rIns="50800" bIns="50800" numCol="1" spcCol="1270" anchor="ctr" anchorCtr="0">
          <a:noAutofit/>
        </a:bodyPr>
        <a:lstStyle/>
        <a:p>
          <a:pPr marL="0" lvl="0" indent="0" algn="just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2000" b="1" kern="1200">
              <a:latin typeface="Consolas" panose="020B0609020204030204" pitchFamily="49" charset="0"/>
            </a:rPr>
            <a:t>查找</a:t>
          </a:r>
          <a:r>
            <a:rPr lang="zh-CN" altLang="en-US" sz="2400" b="1" kern="1200" cap="none" spc="0">
              <a:ln w="0"/>
              <a:solidFill>
                <a:srgbClr val="FFF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nsolas" panose="020B0609020204030204" pitchFamily="49" charset="0"/>
              <a:ea typeface="微软雅黑"/>
              <a:cs typeface="+mn-cs"/>
            </a:rPr>
            <a:t>指定内容</a:t>
          </a:r>
          <a:r>
            <a:rPr lang="zh-CN" altLang="en-US" sz="2000" b="1" kern="1200">
              <a:latin typeface="Consolas" panose="020B0609020204030204" pitchFamily="49" charset="0"/>
            </a:rPr>
            <a:t>结点：</a:t>
          </a:r>
          <a:r>
            <a:rPr lang="zh-CN" sz="2000" b="1" kern="1200">
              <a:latin typeface="Consolas" panose="020B0609020204030204" pitchFamily="49" charset="0"/>
            </a:rPr>
            <a:t>在单链表中查找指定学号的学生信息结点。查找成功返回指向所查结点的指针，查找失败则返回空指针</a:t>
          </a:r>
          <a:r>
            <a:rPr lang="en-US" sz="2000" b="1" kern="1200">
              <a:latin typeface="Consolas" panose="020B0609020204030204" pitchFamily="49" charset="0"/>
            </a:rPr>
            <a:t>NULL</a:t>
          </a:r>
          <a:r>
            <a:rPr lang="zh-CN" sz="2000" b="1" kern="1200">
              <a:latin typeface="Consolas" panose="020B0609020204030204" pitchFamily="49" charset="0"/>
            </a:rPr>
            <a:t>。</a:t>
          </a:r>
          <a:endParaRPr lang="zh-CN" altLang="en-US" sz="2000" b="1" kern="1200">
            <a:latin typeface="Consolas" panose="020B0609020204030204" pitchFamily="49" charset="0"/>
          </a:endParaRPr>
        </a:p>
      </dsp:txBody>
      <dsp:txXfrm>
        <a:off x="589179" y="1719838"/>
        <a:ext cx="10626384" cy="1139142"/>
      </dsp:txXfrm>
    </dsp:sp>
    <dsp:sp modelId="{A211B85A-F4FB-4A58-A66C-9596F005CE6E}">
      <dsp:nvSpPr>
        <dsp:cNvPr id="0" name=""/>
        <dsp:cNvSpPr/>
      </dsp:nvSpPr>
      <dsp:spPr>
        <a:xfrm>
          <a:off x="16906" y="1717137"/>
          <a:ext cx="1144544" cy="11445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12300005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280915-B275-45FB-8658-E7258E7BF2C3}">
      <dsp:nvSpPr>
        <dsp:cNvPr id="0" name=""/>
        <dsp:cNvSpPr/>
      </dsp:nvSpPr>
      <dsp:spPr>
        <a:xfrm>
          <a:off x="0" y="279027"/>
          <a:ext cx="11728903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C528A7-6954-4D40-83F8-97319453B612}">
      <dsp:nvSpPr>
        <dsp:cNvPr id="0" name=""/>
        <dsp:cNvSpPr/>
      </dsp:nvSpPr>
      <dsp:spPr>
        <a:xfrm>
          <a:off x="586445" y="13347"/>
          <a:ext cx="10794566" cy="5313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327" tIns="0" rIns="310327" bIns="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>
              <a:solidFill>
                <a:srgbClr val="FFFF00"/>
              </a:solidFill>
            </a:rPr>
            <a:t>查找</a:t>
          </a:r>
          <a:r>
            <a:rPr lang="zh-CN" altLang="en-US" sz="2000" b="1" kern="1200"/>
            <a:t>插入的位置，找到待插入结点的</a:t>
          </a:r>
          <a:r>
            <a:rPr lang="zh-CN" altLang="en-US" sz="2000" b="1" kern="1200">
              <a:solidFill>
                <a:srgbClr val="FFFF00"/>
              </a:solidFill>
            </a:rPr>
            <a:t>直接前驱结点</a:t>
          </a:r>
          <a:r>
            <a:rPr lang="zh-CN" altLang="en-US" sz="2000" b="1" kern="1200"/>
            <a:t>。</a:t>
          </a:r>
        </a:p>
      </dsp:txBody>
      <dsp:txXfrm>
        <a:off x="612384" y="39286"/>
        <a:ext cx="10742688" cy="479482"/>
      </dsp:txXfrm>
    </dsp:sp>
    <dsp:sp modelId="{A18B7270-BC4C-49BC-8028-B99A86A86720}">
      <dsp:nvSpPr>
        <dsp:cNvPr id="0" name=""/>
        <dsp:cNvSpPr/>
      </dsp:nvSpPr>
      <dsp:spPr>
        <a:xfrm>
          <a:off x="0" y="1448203"/>
          <a:ext cx="11728903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6150002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99EDB1-5435-4B7A-BAEB-033F1C004497}">
      <dsp:nvSpPr>
        <dsp:cNvPr id="0" name=""/>
        <dsp:cNvSpPr/>
      </dsp:nvSpPr>
      <dsp:spPr>
        <a:xfrm>
          <a:off x="585872" y="829827"/>
          <a:ext cx="10784025" cy="884055"/>
        </a:xfrm>
        <a:prstGeom prst="roundRect">
          <a:avLst/>
        </a:prstGeom>
        <a:solidFill>
          <a:schemeClr val="accent5">
            <a:hueOff val="-6150002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327" tIns="0" rIns="310327" bIns="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b="1" kern="1200"/>
            <a:t>若链表中不存在</a:t>
          </a:r>
          <a:r>
            <a:rPr lang="zh-CN" altLang="en-US" sz="2000" b="1" kern="1200"/>
            <a:t>待查找</a:t>
          </a:r>
          <a:r>
            <a:rPr lang="zh-CN" sz="2000" b="1" kern="1200"/>
            <a:t>结点，则为新结点分配结点空间，并存入数据。若链表中已经存在</a:t>
          </a:r>
          <a:r>
            <a:rPr lang="zh-CN" altLang="en-US" sz="2000" b="1" kern="1200"/>
            <a:t>待</a:t>
          </a:r>
          <a:r>
            <a:rPr lang="zh-CN" sz="2000" b="1" kern="1200"/>
            <a:t>结点，</a:t>
          </a:r>
          <a:r>
            <a:rPr lang="zh-CN" altLang="zh-CN" sz="2000" b="1" kern="1200"/>
            <a:t>给出错误提示</a:t>
          </a:r>
          <a:r>
            <a:rPr lang="en-US" altLang="zh-CN" sz="2000" b="1" kern="1200" baseline="0">
              <a:latin typeface="黑体" panose="02010609060101010101" pitchFamily="49" charset="-122"/>
            </a:rPr>
            <a:t>(</a:t>
          </a:r>
          <a:r>
            <a:rPr lang="zh-CN" altLang="zh-CN" sz="2000" b="1" kern="1200"/>
            <a:t>由于学号是唯一的不能重复</a:t>
          </a:r>
          <a:r>
            <a:rPr lang="en-US" altLang="zh-CN" sz="2000" b="1" kern="1200" baseline="0">
              <a:latin typeface="黑体" panose="02010609060101010101" pitchFamily="49" charset="-122"/>
            </a:rPr>
            <a:t>)</a:t>
          </a:r>
          <a:r>
            <a:rPr lang="zh-CN" sz="2000" b="1" kern="1200"/>
            <a:t>。</a:t>
          </a:r>
          <a:endParaRPr lang="zh-CN" altLang="en-US" sz="2000" b="1" kern="1200"/>
        </a:p>
      </dsp:txBody>
      <dsp:txXfrm>
        <a:off x="629028" y="872983"/>
        <a:ext cx="10697713" cy="797743"/>
      </dsp:txXfrm>
    </dsp:sp>
    <dsp:sp modelId="{858B4202-E65C-476F-AC7D-137EF2983328}">
      <dsp:nvSpPr>
        <dsp:cNvPr id="0" name=""/>
        <dsp:cNvSpPr/>
      </dsp:nvSpPr>
      <dsp:spPr>
        <a:xfrm>
          <a:off x="0" y="2264683"/>
          <a:ext cx="11728903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12300005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BEEBFF-BC26-46AE-9A5C-627B4200B9F6}">
      <dsp:nvSpPr>
        <dsp:cNvPr id="0" name=""/>
        <dsp:cNvSpPr/>
      </dsp:nvSpPr>
      <dsp:spPr>
        <a:xfrm>
          <a:off x="586445" y="1999003"/>
          <a:ext cx="10794566" cy="531360"/>
        </a:xfrm>
        <a:prstGeom prst="roundRect">
          <a:avLst/>
        </a:prstGeom>
        <a:solidFill>
          <a:schemeClr val="accent5">
            <a:hueOff val="-12300005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327" tIns="0" rIns="310327" bIns="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b="1" kern="1200"/>
            <a:t>修改相关结点的指针域，将新结点插入</a:t>
          </a:r>
          <a:r>
            <a:rPr lang="en-US" altLang="zh-CN" sz="2000" b="1" kern="1200" baseline="0">
              <a:latin typeface="黑体" panose="02010609060101010101" pitchFamily="49" charset="-122"/>
            </a:rPr>
            <a:t>(</a:t>
          </a:r>
          <a:r>
            <a:rPr lang="zh-CN" altLang="zh-CN" sz="2000" b="1" kern="1200"/>
            <a:t>找到的直接前驱结点之后</a:t>
          </a:r>
          <a:r>
            <a:rPr lang="en-US" altLang="zh-CN" sz="2000" b="1" kern="1200" baseline="0">
              <a:latin typeface="黑体" panose="02010609060101010101" pitchFamily="49" charset="-122"/>
            </a:rPr>
            <a:t>)</a:t>
          </a:r>
          <a:r>
            <a:rPr lang="zh-CN" sz="2000" b="1" kern="1200"/>
            <a:t>。</a:t>
          </a:r>
          <a:endParaRPr lang="zh-CN" altLang="en-US" sz="2000" b="1" kern="1200"/>
        </a:p>
      </dsp:txBody>
      <dsp:txXfrm>
        <a:off x="612384" y="2024942"/>
        <a:ext cx="10742688" cy="4794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280915-B275-45FB-8658-E7258E7BF2C3}">
      <dsp:nvSpPr>
        <dsp:cNvPr id="0" name=""/>
        <dsp:cNvSpPr/>
      </dsp:nvSpPr>
      <dsp:spPr>
        <a:xfrm>
          <a:off x="0" y="362656"/>
          <a:ext cx="1102965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C528A7-6954-4D40-83F8-97319453B612}">
      <dsp:nvSpPr>
        <dsp:cNvPr id="0" name=""/>
        <dsp:cNvSpPr/>
      </dsp:nvSpPr>
      <dsp:spPr>
        <a:xfrm>
          <a:off x="551482" y="43149"/>
          <a:ext cx="10151022" cy="5409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26" tIns="0" rIns="291826" bIns="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b="1" kern="1200"/>
            <a:t>找到待删除结点的前一个结点，即找</a:t>
          </a:r>
          <a:r>
            <a:rPr lang="zh-CN" sz="2400" b="1" kern="1200">
              <a:solidFill>
                <a:srgbClr val="FFFF00"/>
              </a:solidFill>
            </a:rPr>
            <a:t>直接前驱</a:t>
          </a:r>
          <a:r>
            <a:rPr lang="zh-CN" sz="2000" b="1" kern="1200"/>
            <a:t>。</a:t>
          </a:r>
          <a:endParaRPr lang="zh-CN" altLang="en-US" sz="2000" b="1" kern="1200"/>
        </a:p>
      </dsp:txBody>
      <dsp:txXfrm>
        <a:off x="577887" y="69554"/>
        <a:ext cx="10098212" cy="488096"/>
      </dsp:txXfrm>
    </dsp:sp>
    <dsp:sp modelId="{A18B7270-BC4C-49BC-8028-B99A86A86720}">
      <dsp:nvSpPr>
        <dsp:cNvPr id="0" name=""/>
        <dsp:cNvSpPr/>
      </dsp:nvSpPr>
      <dsp:spPr>
        <a:xfrm>
          <a:off x="0" y="1105841"/>
          <a:ext cx="1102965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6150002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99EDB1-5435-4B7A-BAEB-033F1C004497}">
      <dsp:nvSpPr>
        <dsp:cNvPr id="0" name=""/>
        <dsp:cNvSpPr/>
      </dsp:nvSpPr>
      <dsp:spPr>
        <a:xfrm>
          <a:off x="551482" y="821656"/>
          <a:ext cx="10151022" cy="505584"/>
        </a:xfrm>
        <a:prstGeom prst="roundRect">
          <a:avLst/>
        </a:prstGeom>
        <a:solidFill>
          <a:schemeClr val="accent5">
            <a:hueOff val="-6150002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26" tIns="0" rIns="291826" bIns="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b="1" kern="1200">
              <a:solidFill>
                <a:srgbClr val="FFFF00"/>
              </a:solidFill>
              <a:latin typeface="Arial"/>
              <a:ea typeface="微软雅黑"/>
              <a:cs typeface="+mn-cs"/>
            </a:rPr>
            <a:t>修改</a:t>
          </a:r>
          <a:r>
            <a:rPr lang="zh-CN" altLang="en-US" sz="2000" b="1" kern="1200"/>
            <a:t>被删除结点的直接前驱的指针域，使其指向待删除结点的直接后继。</a:t>
          </a:r>
        </a:p>
      </dsp:txBody>
      <dsp:txXfrm>
        <a:off x="576163" y="846337"/>
        <a:ext cx="10101660" cy="456222"/>
      </dsp:txXfrm>
    </dsp:sp>
    <dsp:sp modelId="{858B4202-E65C-476F-AC7D-137EF2983328}">
      <dsp:nvSpPr>
        <dsp:cNvPr id="0" name=""/>
        <dsp:cNvSpPr/>
      </dsp:nvSpPr>
      <dsp:spPr>
        <a:xfrm>
          <a:off x="0" y="1934282"/>
          <a:ext cx="1102965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12300005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BEEBFF-BC26-46AE-9A5C-627B4200B9F6}">
      <dsp:nvSpPr>
        <dsp:cNvPr id="0" name=""/>
        <dsp:cNvSpPr/>
      </dsp:nvSpPr>
      <dsp:spPr>
        <a:xfrm>
          <a:off x="550944" y="1564841"/>
          <a:ext cx="10141109" cy="590841"/>
        </a:xfrm>
        <a:prstGeom prst="roundRect">
          <a:avLst/>
        </a:prstGeom>
        <a:solidFill>
          <a:schemeClr val="accent5">
            <a:hueOff val="-12300005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26" tIns="0" rIns="291826" bIns="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b="1" kern="1200">
              <a:solidFill>
                <a:srgbClr val="FFFF00"/>
              </a:solidFill>
              <a:latin typeface="Arial"/>
              <a:ea typeface="微软雅黑"/>
              <a:cs typeface="+mn-cs"/>
            </a:rPr>
            <a:t>释放</a:t>
          </a:r>
          <a:r>
            <a:rPr lang="zh-CN" altLang="en-US" sz="2000" b="1" kern="1200"/>
            <a:t>待删除结点的存储空间。</a:t>
          </a:r>
        </a:p>
      </dsp:txBody>
      <dsp:txXfrm>
        <a:off x="579786" y="1593683"/>
        <a:ext cx="10083425" cy="5331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9FA18-9212-4D9D-8708-21B607F331DD}">
      <dsp:nvSpPr>
        <dsp:cNvPr id="0" name=""/>
        <dsp:cNvSpPr/>
      </dsp:nvSpPr>
      <dsp:spPr>
        <a:xfrm>
          <a:off x="-5522853" y="-846014"/>
          <a:ext cx="6579325" cy="6579325"/>
        </a:xfrm>
        <a:prstGeom prst="blockArc">
          <a:avLst>
            <a:gd name="adj1" fmla="val 18900000"/>
            <a:gd name="adj2" fmla="val 2700000"/>
            <a:gd name="adj3" fmla="val 328"/>
          </a:avLst>
        </a:pr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EA1DC8-F4E0-453E-A315-D5085A4EE9AB}">
      <dsp:nvSpPr>
        <dsp:cNvPr id="0" name=""/>
        <dsp:cNvSpPr/>
      </dsp:nvSpPr>
      <dsp:spPr>
        <a:xfrm>
          <a:off x="342843" y="222176"/>
          <a:ext cx="9193110" cy="44415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550" tIns="50800" rIns="50800" bIns="508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/>
            <a:t>菜单式管理提供友好的用户界面</a:t>
          </a:r>
        </a:p>
      </dsp:txBody>
      <dsp:txXfrm>
        <a:off x="342843" y="222176"/>
        <a:ext cx="9193110" cy="444157"/>
      </dsp:txXfrm>
    </dsp:sp>
    <dsp:sp modelId="{4A04336B-507F-40D7-BB23-0582262328A2}">
      <dsp:nvSpPr>
        <dsp:cNvPr id="0" name=""/>
        <dsp:cNvSpPr/>
      </dsp:nvSpPr>
      <dsp:spPr>
        <a:xfrm>
          <a:off x="65245" y="166656"/>
          <a:ext cx="555196" cy="5551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8C69B5-BB07-494E-B827-F5D740D9BBE9}">
      <dsp:nvSpPr>
        <dsp:cNvPr id="0" name=""/>
        <dsp:cNvSpPr/>
      </dsp:nvSpPr>
      <dsp:spPr>
        <a:xfrm>
          <a:off x="745068" y="888803"/>
          <a:ext cx="8790886" cy="444157"/>
        </a:xfrm>
        <a:prstGeom prst="rect">
          <a:avLst/>
        </a:prstGeom>
        <a:solidFill>
          <a:schemeClr val="accent5">
            <a:hueOff val="-2050001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550" tIns="50800" rIns="50800" bIns="508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/>
            <a:t>创建成绩表</a:t>
          </a:r>
        </a:p>
      </dsp:txBody>
      <dsp:txXfrm>
        <a:off x="745068" y="888803"/>
        <a:ext cx="8790886" cy="444157"/>
      </dsp:txXfrm>
    </dsp:sp>
    <dsp:sp modelId="{6A44EA95-FE7E-45A9-91B4-9AAA265EAC45}">
      <dsp:nvSpPr>
        <dsp:cNvPr id="0" name=""/>
        <dsp:cNvSpPr/>
      </dsp:nvSpPr>
      <dsp:spPr>
        <a:xfrm>
          <a:off x="467469" y="833283"/>
          <a:ext cx="555196" cy="5551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2050001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DDD163-B6A3-42E6-9226-41568BD491EA}">
      <dsp:nvSpPr>
        <dsp:cNvPr id="0" name=""/>
        <dsp:cNvSpPr/>
      </dsp:nvSpPr>
      <dsp:spPr>
        <a:xfrm>
          <a:off x="965485" y="1554942"/>
          <a:ext cx="8570469" cy="444157"/>
        </a:xfrm>
        <a:prstGeom prst="rect">
          <a:avLst/>
        </a:prstGeom>
        <a:solidFill>
          <a:schemeClr val="accent5">
            <a:hueOff val="-4100002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550" tIns="50800" rIns="50800" bIns="508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/>
            <a:t>输出成绩表</a:t>
          </a:r>
        </a:p>
      </dsp:txBody>
      <dsp:txXfrm>
        <a:off x="965485" y="1554942"/>
        <a:ext cx="8570469" cy="444157"/>
      </dsp:txXfrm>
    </dsp:sp>
    <dsp:sp modelId="{F96E4418-A639-4E9E-963E-70340A82B5E8}">
      <dsp:nvSpPr>
        <dsp:cNvPr id="0" name=""/>
        <dsp:cNvSpPr/>
      </dsp:nvSpPr>
      <dsp:spPr>
        <a:xfrm>
          <a:off x="687886" y="1499422"/>
          <a:ext cx="555196" cy="5551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100002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54017F-DB49-4B9B-A41D-D1EE8D8836D9}">
      <dsp:nvSpPr>
        <dsp:cNvPr id="0" name=""/>
        <dsp:cNvSpPr/>
      </dsp:nvSpPr>
      <dsp:spPr>
        <a:xfrm>
          <a:off x="1035862" y="2221569"/>
          <a:ext cx="8500092" cy="444157"/>
        </a:xfrm>
        <a:prstGeom prst="rect">
          <a:avLst/>
        </a:prstGeom>
        <a:solidFill>
          <a:schemeClr val="accent5">
            <a:hueOff val="-6150002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550" tIns="50800" rIns="50800" bIns="508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/>
            <a:t>添加学生成绩信息</a:t>
          </a:r>
        </a:p>
      </dsp:txBody>
      <dsp:txXfrm>
        <a:off x="1035862" y="2221569"/>
        <a:ext cx="8500092" cy="444157"/>
      </dsp:txXfrm>
    </dsp:sp>
    <dsp:sp modelId="{190071CA-08CF-45DF-881E-5D7DE47692C1}">
      <dsp:nvSpPr>
        <dsp:cNvPr id="0" name=""/>
        <dsp:cNvSpPr/>
      </dsp:nvSpPr>
      <dsp:spPr>
        <a:xfrm>
          <a:off x="758263" y="2166049"/>
          <a:ext cx="555196" cy="5551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6150002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161234-1050-40EE-98F3-FDC5CA95331F}">
      <dsp:nvSpPr>
        <dsp:cNvPr id="0" name=""/>
        <dsp:cNvSpPr/>
      </dsp:nvSpPr>
      <dsp:spPr>
        <a:xfrm>
          <a:off x="965485" y="2888196"/>
          <a:ext cx="8570469" cy="444157"/>
        </a:xfrm>
        <a:prstGeom prst="rect">
          <a:avLst/>
        </a:prstGeom>
        <a:solidFill>
          <a:schemeClr val="accent5">
            <a:hueOff val="-8200003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550" tIns="50800" rIns="50800" bIns="508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/>
            <a:t>删除学生成绩信息</a:t>
          </a:r>
        </a:p>
      </dsp:txBody>
      <dsp:txXfrm>
        <a:off x="965485" y="2888196"/>
        <a:ext cx="8570469" cy="444157"/>
      </dsp:txXfrm>
    </dsp:sp>
    <dsp:sp modelId="{0793750B-ABB5-44BC-9CCD-80306C9CB605}">
      <dsp:nvSpPr>
        <dsp:cNvPr id="0" name=""/>
        <dsp:cNvSpPr/>
      </dsp:nvSpPr>
      <dsp:spPr>
        <a:xfrm>
          <a:off x="687886" y="2832676"/>
          <a:ext cx="555196" cy="5551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8200003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462EA1-5243-4017-85A9-7D0E29504883}">
      <dsp:nvSpPr>
        <dsp:cNvPr id="0" name=""/>
        <dsp:cNvSpPr/>
      </dsp:nvSpPr>
      <dsp:spPr>
        <a:xfrm>
          <a:off x="745068" y="3554334"/>
          <a:ext cx="8790886" cy="444157"/>
        </a:xfrm>
        <a:prstGeom prst="rect">
          <a:avLst/>
        </a:prstGeom>
        <a:solidFill>
          <a:schemeClr val="accent5">
            <a:hueOff val="-10250003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550" tIns="50800" rIns="50800" bIns="508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/>
            <a:t>按学号查询成绩</a:t>
          </a:r>
        </a:p>
      </dsp:txBody>
      <dsp:txXfrm>
        <a:off x="745068" y="3554334"/>
        <a:ext cx="8790886" cy="444157"/>
      </dsp:txXfrm>
    </dsp:sp>
    <dsp:sp modelId="{32865D94-7E05-4D8F-B5D1-A1E706603711}">
      <dsp:nvSpPr>
        <dsp:cNvPr id="0" name=""/>
        <dsp:cNvSpPr/>
      </dsp:nvSpPr>
      <dsp:spPr>
        <a:xfrm>
          <a:off x="467469" y="3498815"/>
          <a:ext cx="555196" cy="5551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10250003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D5B1C9-E037-4318-AD45-59B279C8DA73}">
      <dsp:nvSpPr>
        <dsp:cNvPr id="0" name=""/>
        <dsp:cNvSpPr/>
      </dsp:nvSpPr>
      <dsp:spPr>
        <a:xfrm>
          <a:off x="342843" y="4220962"/>
          <a:ext cx="9193110" cy="444157"/>
        </a:xfrm>
        <a:prstGeom prst="rect">
          <a:avLst/>
        </a:prstGeom>
        <a:solidFill>
          <a:schemeClr val="accent5">
            <a:hueOff val="-12300005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550" tIns="50800" rIns="50800" bIns="508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/>
            <a:t>统计成绩</a:t>
          </a:r>
        </a:p>
      </dsp:txBody>
      <dsp:txXfrm>
        <a:off x="342843" y="4220962"/>
        <a:ext cx="9193110" cy="444157"/>
      </dsp:txXfrm>
    </dsp:sp>
    <dsp:sp modelId="{DF8D0CB0-4049-430B-9517-E3A467FA22B0}">
      <dsp:nvSpPr>
        <dsp:cNvPr id="0" name=""/>
        <dsp:cNvSpPr/>
      </dsp:nvSpPr>
      <dsp:spPr>
        <a:xfrm>
          <a:off x="65245" y="4165442"/>
          <a:ext cx="555196" cy="5551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12300005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5ADE993-7C9B-4F76-A5D2-51F22BFA1A20}" type="datetimeFigureOut">
              <a:rPr lang="zh-CN" altLang="en-US" smtClean="0"/>
              <a:pPr/>
              <a:t>2026/1/9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56ADBE2-52C4-423E-AEC4-CA623BCE1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27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6ADBE2-52C4-423E-AEC4-CA623BCE1D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2402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967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558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6ADBE2-52C4-423E-AEC4-CA623BCE1D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0278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412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077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767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6ADBE2-52C4-423E-AEC4-CA623BCE1D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5424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6ADBE2-52C4-423E-AEC4-CA623BCE1D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058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6ADBE2-52C4-423E-AEC4-CA623BCE1D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027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6ADBE2-52C4-423E-AEC4-CA623BCE1D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50176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6ADBE2-52C4-423E-AEC4-CA623BCE1D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5436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6ADBE2-52C4-423E-AEC4-CA623BCE1D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2299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6ADBE2-52C4-423E-AEC4-CA623BCE1D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533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6ADBE2-52C4-423E-AEC4-CA623BCE1D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32340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6ADBE2-52C4-423E-AEC4-CA623BCE1D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1863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6ADBE2-52C4-423E-AEC4-CA623BCE1D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1460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6ADBE2-52C4-423E-AEC4-CA623BCE1D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12433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6ADBE2-52C4-423E-AEC4-CA623BCE1D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06277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6ADBE2-52C4-423E-AEC4-CA623BCE1D4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62249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3448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094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43" y="8965"/>
            <a:ext cx="8839200" cy="634082"/>
          </a:xfrm>
          <a:prstGeom prst="rect">
            <a:avLst/>
          </a:prstGeom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zh-CN" altLang="en-US" sz="3200" b="1" cap="none" spc="0" baseline="0">
                <a:ln/>
                <a:solidFill>
                  <a:srgbClr val="C00000"/>
                </a:solidFill>
                <a:effectLst/>
                <a:latin typeface="Arial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12800" y="6480175"/>
            <a:ext cx="1727200" cy="292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AB76743-E680-4703-9C42-05D5A96BA1C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1062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21065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7243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C9B19DA-D092-493E-AE22-26C324C94F5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1343" y="775329"/>
            <a:ext cx="11924091" cy="5711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D99F1E4-1165-476B-BD66-AE4639D19F20}"/>
              </a:ext>
            </a:extLst>
          </p:cNvPr>
          <p:cNvGrpSpPr/>
          <p:nvPr userDrawn="1"/>
        </p:nvGrpSpPr>
        <p:grpSpPr>
          <a:xfrm>
            <a:off x="10200457" y="66052"/>
            <a:ext cx="1914978" cy="573986"/>
            <a:chOff x="504825" y="327025"/>
            <a:chExt cx="2482851" cy="636440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18C183CE-E05E-4CA3-B07A-581DB7A4B8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rgbClr val="2D2DB9">
                  <a:shade val="45000"/>
                  <a:satMod val="135000"/>
                </a:srgbClr>
                <a:prstClr val="white"/>
              </a:duotone>
            </a:blip>
            <a:srcRect l="8955" t="8651" r="74262" b="8651"/>
            <a:stretch/>
          </p:blipFill>
          <p:spPr>
            <a:xfrm>
              <a:off x="504825" y="327025"/>
              <a:ext cx="593725" cy="636440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AA8B2B08-D58B-4537-B64E-8CA85FF747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rgbClr val="2D2DB9">
                  <a:shade val="45000"/>
                  <a:satMod val="135000"/>
                </a:srgbClr>
                <a:prstClr val="white"/>
              </a:duotone>
            </a:blip>
            <a:srcRect l="36206" t="8651" r="14969" b="8651"/>
            <a:stretch/>
          </p:blipFill>
          <p:spPr>
            <a:xfrm>
              <a:off x="1260475" y="327025"/>
              <a:ext cx="1727201" cy="636440"/>
            </a:xfrm>
            <a:prstGeom prst="rect">
              <a:avLst/>
            </a:prstGeom>
          </p:spPr>
        </p:pic>
      </p:grpSp>
      <p:sp>
        <p:nvSpPr>
          <p:cNvPr id="22" name="Rectangle 14">
            <a:extLst>
              <a:ext uri="{FF2B5EF4-FFF2-40B4-BE49-F238E27FC236}">
                <a16:creationId xmlns:a16="http://schemas.microsoft.com/office/drawing/2014/main" id="{B478419C-12D4-46EC-B67B-8A53B90FDC6C}"/>
              </a:ext>
            </a:extLst>
          </p:cNvPr>
          <p:cNvSpPr>
            <a:spLocks noChangeArrowheads="1"/>
          </p:cNvSpPr>
          <p:nvPr userDrawn="1"/>
        </p:nvSpPr>
        <p:spPr bwMode="gray">
          <a:xfrm flipV="1">
            <a:off x="0" y="640038"/>
            <a:ext cx="9295849" cy="72000"/>
          </a:xfrm>
          <a:prstGeom prst="rect">
            <a:avLst/>
          </a:prstGeom>
          <a:gradFill flip="none" rotWithShape="1">
            <a:gsLst>
              <a:gs pos="0">
                <a:srgbClr val="FFBD47">
                  <a:lumMod val="40000"/>
                  <a:lumOff val="60000"/>
                </a:srgbClr>
              </a:gs>
              <a:gs pos="46000">
                <a:srgbClr val="FFBD47">
                  <a:lumMod val="95000"/>
                  <a:lumOff val="5000"/>
                </a:srgbClr>
              </a:gs>
              <a:gs pos="100000">
                <a:srgbClr val="FFBD47">
                  <a:lumMod val="60000"/>
                </a:srgb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txBody>
          <a:bodyPr rot="10800000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kern="0">
              <a:solidFill>
                <a:srgbClr val="000000"/>
              </a:solidFill>
              <a:latin typeface="Tahoma" panose="020B0604030504040204" pitchFamily="34" charset="0"/>
              <a:ea typeface="华文楷体" panose="02010600040101010101" pitchFamily="2" charset="-122"/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2CAB22D7-AF46-46F2-B3AC-9B11F230843F}"/>
              </a:ext>
            </a:extLst>
          </p:cNvPr>
          <p:cNvSpPr>
            <a:spLocks noChangeArrowheads="1"/>
          </p:cNvSpPr>
          <p:nvPr userDrawn="1"/>
        </p:nvSpPr>
        <p:spPr bwMode="gray">
          <a:xfrm flipV="1">
            <a:off x="2896151" y="6558620"/>
            <a:ext cx="9295849" cy="7200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ysClr val="windowText" lastClr="000000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ot="10800000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kern="0">
              <a:solidFill>
                <a:srgbClr val="000000"/>
              </a:solidFill>
              <a:latin typeface="Tahoma" panose="020B0604030504040204" pitchFamily="34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623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0" r:id="rId2"/>
    <p:sldLayoutId id="2147483661" r:id="rId3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3200" b="1" baseline="0">
          <a:solidFill>
            <a:schemeClr val="bg1"/>
          </a:solidFill>
          <a:latin typeface="Arial" pitchFamily="34" charset="0"/>
          <a:ea typeface="华文隶书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</a:defRPr>
      </a:lvl9pPr>
    </p:titleStyle>
    <p:bodyStyle>
      <a:lvl1pPr marL="342900" indent="-342900" algn="just" rtl="0" fontAlgn="base">
        <a:lnSpc>
          <a:spcPct val="150000"/>
        </a:lnSpc>
        <a:spcBef>
          <a:spcPts val="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400" b="1" i="0" baseline="0">
          <a:solidFill>
            <a:schemeClr val="accent2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742950" indent="-285750" algn="just" rtl="0" fontAlgn="base">
        <a:lnSpc>
          <a:spcPct val="150000"/>
        </a:lnSpc>
        <a:spcBef>
          <a:spcPts val="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 b="1" i="0" baseline="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</a:defRPr>
      </a:lvl2pPr>
      <a:lvl3pPr marL="1143000" indent="-228600" algn="just" rtl="0" fontAlgn="base">
        <a:lnSpc>
          <a:spcPct val="150000"/>
        </a:lnSpc>
        <a:spcBef>
          <a:spcPts val="0"/>
        </a:spcBef>
        <a:spcAft>
          <a:spcPct val="0"/>
        </a:spcAft>
        <a:buClr>
          <a:schemeClr val="tx1"/>
        </a:buClr>
        <a:buChar char="•"/>
        <a:defRPr sz="2400" b="1" i="0" baseline="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</a:defRPr>
      </a:lvl3pPr>
      <a:lvl4pPr marL="1600200" indent="-228600" algn="just" rtl="0" fontAlgn="base">
        <a:lnSpc>
          <a:spcPct val="150000"/>
        </a:lnSpc>
        <a:spcBef>
          <a:spcPts val="0"/>
        </a:spcBef>
        <a:spcAft>
          <a:spcPct val="0"/>
        </a:spcAft>
        <a:buChar char="–"/>
        <a:defRPr sz="2400" b="1" i="0" baseline="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</a:defRPr>
      </a:lvl4pPr>
      <a:lvl5pPr marL="2057400" indent="-228600" algn="just" rtl="0" fontAlgn="base">
        <a:lnSpc>
          <a:spcPct val="150000"/>
        </a:lnSpc>
        <a:spcBef>
          <a:spcPts val="0"/>
        </a:spcBef>
        <a:spcAft>
          <a:spcPct val="0"/>
        </a:spcAft>
        <a:buChar char="»"/>
        <a:defRPr sz="2400" b="1" i="0" baseline="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8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6.png&amp;ehk=EZPj33v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11.gif"/><Relationship Id="rId5" Type="http://schemas.openxmlformats.org/officeDocument/2006/relationships/diagramData" Target="../diagrams/data1.xml"/><Relationship Id="rId10" Type="http://schemas.openxmlformats.org/officeDocument/2006/relationships/image" Target="../media/image5.jpeg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e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11.gif"/><Relationship Id="rId4" Type="http://schemas.openxmlformats.org/officeDocument/2006/relationships/diagramData" Target="../diagrams/data2.xml"/><Relationship Id="rId9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e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10" Type="http://schemas.openxmlformats.org/officeDocument/2006/relationships/image" Target="../media/image11.gif"/><Relationship Id="rId4" Type="http://schemas.openxmlformats.org/officeDocument/2006/relationships/diagramData" Target="../diagrams/data3.xml"/><Relationship Id="rId9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eg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11.gif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10" Type="http://schemas.openxmlformats.org/officeDocument/2006/relationships/image" Target="../media/image5.jpeg"/><Relationship Id="rId4" Type="http://schemas.openxmlformats.org/officeDocument/2006/relationships/diagramData" Target="../diagrams/data4.xml"/><Relationship Id="rId9" Type="http://schemas.openxmlformats.org/officeDocument/2006/relationships/image" Target="../media/image11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eg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image" Target="../media/image4.png"/><Relationship Id="rId7" Type="http://schemas.openxmlformats.org/officeDocument/2006/relationships/diagramLayout" Target="../diagrams/layou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diagramData" Target="../diagrams/data5.xml"/><Relationship Id="rId5" Type="http://schemas.openxmlformats.org/officeDocument/2006/relationships/image" Target="../media/image5.jpeg"/><Relationship Id="rId10" Type="http://schemas.microsoft.com/office/2007/relationships/diagramDrawing" Target="../diagrams/drawing5.xml"/><Relationship Id="rId4" Type="http://schemas.openxmlformats.org/officeDocument/2006/relationships/image" Target="../media/image11.gif"/><Relationship Id="rId9" Type="http://schemas.openxmlformats.org/officeDocument/2006/relationships/diagramColors" Target="../diagrams/colors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eg"/><Relationship Id="rId4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6.xml"/><Relationship Id="rId3" Type="http://schemas.openxmlformats.org/officeDocument/2006/relationships/image" Target="../media/image4.png"/><Relationship Id="rId7" Type="http://schemas.openxmlformats.org/officeDocument/2006/relationships/diagramLayout" Target="../diagrams/layout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diagramData" Target="../diagrams/data6.xml"/><Relationship Id="rId5" Type="http://schemas.openxmlformats.org/officeDocument/2006/relationships/image" Target="../media/image5.jpeg"/><Relationship Id="rId10" Type="http://schemas.microsoft.com/office/2007/relationships/diagramDrawing" Target="../diagrams/drawing6.xml"/><Relationship Id="rId4" Type="http://schemas.openxmlformats.org/officeDocument/2006/relationships/image" Target="../media/image11.gif"/><Relationship Id="rId9" Type="http://schemas.openxmlformats.org/officeDocument/2006/relationships/diagramColors" Target="../diagrams/colors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eg"/><Relationship Id="rId4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0.jpe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90C2C3C-135E-4E26-BFAA-8696682737E6}"/>
              </a:ext>
            </a:extLst>
          </p:cNvPr>
          <p:cNvGrpSpPr/>
          <p:nvPr/>
        </p:nvGrpSpPr>
        <p:grpSpPr>
          <a:xfrm>
            <a:off x="1197428" y="1989000"/>
            <a:ext cx="9797143" cy="2879999"/>
            <a:chOff x="2682370" y="2415529"/>
            <a:chExt cx="6876313" cy="1705684"/>
          </a:xfrm>
        </p:grpSpPr>
        <p:sp>
          <p:nvSpPr>
            <p:cNvPr id="4" name="MH_Other_1">
              <a:extLst>
                <a:ext uri="{FF2B5EF4-FFF2-40B4-BE49-F238E27FC236}">
                  <a16:creationId xmlns:a16="http://schemas.microsoft.com/office/drawing/2014/main" id="{01F7723E-E594-43C9-B9BF-36BFA20988D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970209" y="2673627"/>
              <a:ext cx="1015772" cy="1017588"/>
            </a:xfrm>
            <a:custGeom>
              <a:avLst/>
              <a:gdLst>
                <a:gd name="connsiteX0" fmla="*/ 1059517 w 1926055"/>
                <a:gd name="connsiteY0" fmla="*/ 0 h 2119034"/>
                <a:gd name="connsiteX1" fmla="*/ 1808709 w 1926055"/>
                <a:gd name="connsiteY1" fmla="*/ 310325 h 2119034"/>
                <a:gd name="connsiteX2" fmla="*/ 1809467 w 1926055"/>
                <a:gd name="connsiteY2" fmla="*/ 311244 h 2119034"/>
                <a:gd name="connsiteX3" fmla="*/ 1841388 w 1926055"/>
                <a:gd name="connsiteY3" fmla="*/ 304799 h 2119034"/>
                <a:gd name="connsiteX4" fmla="*/ 1926055 w 1926055"/>
                <a:gd name="connsiteY4" fmla="*/ 389466 h 2119034"/>
                <a:gd name="connsiteX5" fmla="*/ 1841388 w 1926055"/>
                <a:gd name="connsiteY5" fmla="*/ 474133 h 2119034"/>
                <a:gd name="connsiteX6" fmla="*/ 1756721 w 1926055"/>
                <a:gd name="connsiteY6" fmla="*/ 389466 h 2119034"/>
                <a:gd name="connsiteX7" fmla="*/ 1763375 w 1926055"/>
                <a:gd name="connsiteY7" fmla="*/ 356510 h 2119034"/>
                <a:gd name="connsiteX8" fmla="*/ 1777196 w 1926055"/>
                <a:gd name="connsiteY8" fmla="*/ 336010 h 2119034"/>
                <a:gd name="connsiteX9" fmla="*/ 1629511 w 1926055"/>
                <a:gd name="connsiteY9" fmla="*/ 214159 h 2119034"/>
                <a:gd name="connsiteX10" fmla="*/ 1059517 w 1926055"/>
                <a:gd name="connsiteY10" fmla="*/ 40050 h 2119034"/>
                <a:gd name="connsiteX11" fmla="*/ 40050 w 1926055"/>
                <a:gd name="connsiteY11" fmla="*/ 1059517 h 2119034"/>
                <a:gd name="connsiteX12" fmla="*/ 1059517 w 1926055"/>
                <a:gd name="connsiteY12" fmla="*/ 2078984 h 2119034"/>
                <a:gd name="connsiteX13" fmla="*/ 1629511 w 1926055"/>
                <a:gd name="connsiteY13" fmla="*/ 1904875 h 2119034"/>
                <a:gd name="connsiteX14" fmla="*/ 1774554 w 1926055"/>
                <a:gd name="connsiteY14" fmla="*/ 1785204 h 2119034"/>
                <a:gd name="connsiteX15" fmla="*/ 1763375 w 1926055"/>
                <a:gd name="connsiteY15" fmla="*/ 1768623 h 2119034"/>
                <a:gd name="connsiteX16" fmla="*/ 1756721 w 1926055"/>
                <a:gd name="connsiteY16" fmla="*/ 1735667 h 2119034"/>
                <a:gd name="connsiteX17" fmla="*/ 1841388 w 1926055"/>
                <a:gd name="connsiteY17" fmla="*/ 1651000 h 2119034"/>
                <a:gd name="connsiteX18" fmla="*/ 1926055 w 1926055"/>
                <a:gd name="connsiteY18" fmla="*/ 1735667 h 2119034"/>
                <a:gd name="connsiteX19" fmla="*/ 1841388 w 1926055"/>
                <a:gd name="connsiteY19" fmla="*/ 1820334 h 2119034"/>
                <a:gd name="connsiteX20" fmla="*/ 1808432 w 1926055"/>
                <a:gd name="connsiteY20" fmla="*/ 1813681 h 2119034"/>
                <a:gd name="connsiteX21" fmla="*/ 1805269 w 1926055"/>
                <a:gd name="connsiteY21" fmla="*/ 1811548 h 2119034"/>
                <a:gd name="connsiteX22" fmla="*/ 1651903 w 1926055"/>
                <a:gd name="connsiteY22" fmla="*/ 1938086 h 2119034"/>
                <a:gd name="connsiteX23" fmla="*/ 1059517 w 1926055"/>
                <a:gd name="connsiteY23" fmla="*/ 2119034 h 2119034"/>
                <a:gd name="connsiteX24" fmla="*/ 0 w 1926055"/>
                <a:gd name="connsiteY24" fmla="*/ 1059517 h 2119034"/>
                <a:gd name="connsiteX25" fmla="*/ 1059517 w 1926055"/>
                <a:gd name="connsiteY25" fmla="*/ 0 h 211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6055" h="2119034">
                  <a:moveTo>
                    <a:pt x="1059517" y="0"/>
                  </a:moveTo>
                  <a:cubicBezTo>
                    <a:pt x="1352095" y="0"/>
                    <a:pt x="1616974" y="118591"/>
                    <a:pt x="1808709" y="310325"/>
                  </a:cubicBezTo>
                  <a:lnTo>
                    <a:pt x="1809467" y="311244"/>
                  </a:lnTo>
                  <a:lnTo>
                    <a:pt x="1841388" y="304799"/>
                  </a:lnTo>
                  <a:cubicBezTo>
                    <a:pt x="1888148" y="304799"/>
                    <a:pt x="1926055" y="342706"/>
                    <a:pt x="1926055" y="389466"/>
                  </a:cubicBezTo>
                  <a:cubicBezTo>
                    <a:pt x="1926055" y="436226"/>
                    <a:pt x="1888148" y="474133"/>
                    <a:pt x="1841388" y="474133"/>
                  </a:cubicBezTo>
                  <a:cubicBezTo>
                    <a:pt x="1794628" y="474133"/>
                    <a:pt x="1756721" y="436226"/>
                    <a:pt x="1756721" y="389466"/>
                  </a:cubicBezTo>
                  <a:cubicBezTo>
                    <a:pt x="1756721" y="377776"/>
                    <a:pt x="1759090" y="366639"/>
                    <a:pt x="1763375" y="356510"/>
                  </a:cubicBezTo>
                  <a:lnTo>
                    <a:pt x="1777196" y="336010"/>
                  </a:lnTo>
                  <a:lnTo>
                    <a:pt x="1629511" y="214159"/>
                  </a:lnTo>
                  <a:cubicBezTo>
                    <a:pt x="1466803" y="104236"/>
                    <a:pt x="1270655" y="40050"/>
                    <a:pt x="1059517" y="40050"/>
                  </a:cubicBezTo>
                  <a:cubicBezTo>
                    <a:pt x="496481" y="40050"/>
                    <a:pt x="40050" y="496481"/>
                    <a:pt x="40050" y="1059517"/>
                  </a:cubicBezTo>
                  <a:cubicBezTo>
                    <a:pt x="40050" y="1622553"/>
                    <a:pt x="496481" y="2078984"/>
                    <a:pt x="1059517" y="2078984"/>
                  </a:cubicBezTo>
                  <a:cubicBezTo>
                    <a:pt x="1270655" y="2078984"/>
                    <a:pt x="1466803" y="2014798"/>
                    <a:pt x="1629511" y="1904875"/>
                  </a:cubicBezTo>
                  <a:lnTo>
                    <a:pt x="1774554" y="1785204"/>
                  </a:lnTo>
                  <a:lnTo>
                    <a:pt x="1763375" y="1768623"/>
                  </a:lnTo>
                  <a:cubicBezTo>
                    <a:pt x="1759090" y="1758494"/>
                    <a:pt x="1756721" y="1747357"/>
                    <a:pt x="1756721" y="1735667"/>
                  </a:cubicBezTo>
                  <a:cubicBezTo>
                    <a:pt x="1756721" y="1688907"/>
                    <a:pt x="1794628" y="1651000"/>
                    <a:pt x="1841388" y="1651000"/>
                  </a:cubicBezTo>
                  <a:cubicBezTo>
                    <a:pt x="1888148" y="1651000"/>
                    <a:pt x="1926055" y="1688907"/>
                    <a:pt x="1926055" y="1735667"/>
                  </a:cubicBezTo>
                  <a:cubicBezTo>
                    <a:pt x="1926055" y="1782427"/>
                    <a:pt x="1888148" y="1820334"/>
                    <a:pt x="1841388" y="1820334"/>
                  </a:cubicBezTo>
                  <a:cubicBezTo>
                    <a:pt x="1829698" y="1820334"/>
                    <a:pt x="1818561" y="1817965"/>
                    <a:pt x="1808432" y="1813681"/>
                  </a:cubicBezTo>
                  <a:lnTo>
                    <a:pt x="1805269" y="1811548"/>
                  </a:lnTo>
                  <a:lnTo>
                    <a:pt x="1651903" y="1938086"/>
                  </a:lnTo>
                  <a:cubicBezTo>
                    <a:pt x="1482803" y="2052327"/>
                    <a:pt x="1278950" y="2119034"/>
                    <a:pt x="1059517" y="2119034"/>
                  </a:cubicBezTo>
                  <a:cubicBezTo>
                    <a:pt x="474362" y="2119034"/>
                    <a:pt x="0" y="1644672"/>
                    <a:pt x="0" y="1059517"/>
                  </a:cubicBezTo>
                  <a:cubicBezTo>
                    <a:pt x="0" y="474362"/>
                    <a:pt x="474362" y="0"/>
                    <a:pt x="1059517" y="0"/>
                  </a:cubicBezTo>
                  <a:close/>
                </a:path>
              </a:pathLst>
            </a:custGeom>
            <a:solidFill>
              <a:srgbClr val="FFBD4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MH_Other_2">
              <a:extLst>
                <a:ext uri="{FF2B5EF4-FFF2-40B4-BE49-F238E27FC236}">
                  <a16:creationId xmlns:a16="http://schemas.microsoft.com/office/drawing/2014/main" id="{AD6F7984-45B1-4CE5-949E-505D58A510A1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flipH="1">
              <a:off x="4135194" y="2677470"/>
              <a:ext cx="1015772" cy="1017588"/>
            </a:xfrm>
            <a:custGeom>
              <a:avLst/>
              <a:gdLst>
                <a:gd name="connsiteX0" fmla="*/ 1059517 w 1926055"/>
                <a:gd name="connsiteY0" fmla="*/ 0 h 2119034"/>
                <a:gd name="connsiteX1" fmla="*/ 1808709 w 1926055"/>
                <a:gd name="connsiteY1" fmla="*/ 310325 h 2119034"/>
                <a:gd name="connsiteX2" fmla="*/ 1809467 w 1926055"/>
                <a:gd name="connsiteY2" fmla="*/ 311244 h 2119034"/>
                <a:gd name="connsiteX3" fmla="*/ 1841388 w 1926055"/>
                <a:gd name="connsiteY3" fmla="*/ 304799 h 2119034"/>
                <a:gd name="connsiteX4" fmla="*/ 1926055 w 1926055"/>
                <a:gd name="connsiteY4" fmla="*/ 389466 h 2119034"/>
                <a:gd name="connsiteX5" fmla="*/ 1841388 w 1926055"/>
                <a:gd name="connsiteY5" fmla="*/ 474133 h 2119034"/>
                <a:gd name="connsiteX6" fmla="*/ 1756721 w 1926055"/>
                <a:gd name="connsiteY6" fmla="*/ 389466 h 2119034"/>
                <a:gd name="connsiteX7" fmla="*/ 1763375 w 1926055"/>
                <a:gd name="connsiteY7" fmla="*/ 356510 h 2119034"/>
                <a:gd name="connsiteX8" fmla="*/ 1777196 w 1926055"/>
                <a:gd name="connsiteY8" fmla="*/ 336010 h 2119034"/>
                <a:gd name="connsiteX9" fmla="*/ 1629511 w 1926055"/>
                <a:gd name="connsiteY9" fmla="*/ 214159 h 2119034"/>
                <a:gd name="connsiteX10" fmla="*/ 1059517 w 1926055"/>
                <a:gd name="connsiteY10" fmla="*/ 40050 h 2119034"/>
                <a:gd name="connsiteX11" fmla="*/ 40050 w 1926055"/>
                <a:gd name="connsiteY11" fmla="*/ 1059517 h 2119034"/>
                <a:gd name="connsiteX12" fmla="*/ 1059517 w 1926055"/>
                <a:gd name="connsiteY12" fmla="*/ 2078984 h 2119034"/>
                <a:gd name="connsiteX13" fmla="*/ 1629511 w 1926055"/>
                <a:gd name="connsiteY13" fmla="*/ 1904875 h 2119034"/>
                <a:gd name="connsiteX14" fmla="*/ 1774554 w 1926055"/>
                <a:gd name="connsiteY14" fmla="*/ 1785204 h 2119034"/>
                <a:gd name="connsiteX15" fmla="*/ 1763375 w 1926055"/>
                <a:gd name="connsiteY15" fmla="*/ 1768623 h 2119034"/>
                <a:gd name="connsiteX16" fmla="*/ 1756721 w 1926055"/>
                <a:gd name="connsiteY16" fmla="*/ 1735667 h 2119034"/>
                <a:gd name="connsiteX17" fmla="*/ 1841388 w 1926055"/>
                <a:gd name="connsiteY17" fmla="*/ 1651000 h 2119034"/>
                <a:gd name="connsiteX18" fmla="*/ 1926055 w 1926055"/>
                <a:gd name="connsiteY18" fmla="*/ 1735667 h 2119034"/>
                <a:gd name="connsiteX19" fmla="*/ 1841388 w 1926055"/>
                <a:gd name="connsiteY19" fmla="*/ 1820334 h 2119034"/>
                <a:gd name="connsiteX20" fmla="*/ 1808432 w 1926055"/>
                <a:gd name="connsiteY20" fmla="*/ 1813681 h 2119034"/>
                <a:gd name="connsiteX21" fmla="*/ 1805269 w 1926055"/>
                <a:gd name="connsiteY21" fmla="*/ 1811548 h 2119034"/>
                <a:gd name="connsiteX22" fmla="*/ 1651903 w 1926055"/>
                <a:gd name="connsiteY22" fmla="*/ 1938086 h 2119034"/>
                <a:gd name="connsiteX23" fmla="*/ 1059517 w 1926055"/>
                <a:gd name="connsiteY23" fmla="*/ 2119034 h 2119034"/>
                <a:gd name="connsiteX24" fmla="*/ 0 w 1926055"/>
                <a:gd name="connsiteY24" fmla="*/ 1059517 h 2119034"/>
                <a:gd name="connsiteX25" fmla="*/ 1059517 w 1926055"/>
                <a:gd name="connsiteY25" fmla="*/ 0 h 211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6055" h="2119034">
                  <a:moveTo>
                    <a:pt x="1059517" y="0"/>
                  </a:moveTo>
                  <a:cubicBezTo>
                    <a:pt x="1352095" y="0"/>
                    <a:pt x="1616974" y="118591"/>
                    <a:pt x="1808709" y="310325"/>
                  </a:cubicBezTo>
                  <a:lnTo>
                    <a:pt x="1809467" y="311244"/>
                  </a:lnTo>
                  <a:lnTo>
                    <a:pt x="1841388" y="304799"/>
                  </a:lnTo>
                  <a:cubicBezTo>
                    <a:pt x="1888148" y="304799"/>
                    <a:pt x="1926055" y="342706"/>
                    <a:pt x="1926055" y="389466"/>
                  </a:cubicBezTo>
                  <a:cubicBezTo>
                    <a:pt x="1926055" y="436226"/>
                    <a:pt x="1888148" y="474133"/>
                    <a:pt x="1841388" y="474133"/>
                  </a:cubicBezTo>
                  <a:cubicBezTo>
                    <a:pt x="1794628" y="474133"/>
                    <a:pt x="1756721" y="436226"/>
                    <a:pt x="1756721" y="389466"/>
                  </a:cubicBezTo>
                  <a:cubicBezTo>
                    <a:pt x="1756721" y="377776"/>
                    <a:pt x="1759090" y="366639"/>
                    <a:pt x="1763375" y="356510"/>
                  </a:cubicBezTo>
                  <a:lnTo>
                    <a:pt x="1777196" y="336010"/>
                  </a:lnTo>
                  <a:lnTo>
                    <a:pt x="1629511" y="214159"/>
                  </a:lnTo>
                  <a:cubicBezTo>
                    <a:pt x="1466803" y="104236"/>
                    <a:pt x="1270655" y="40050"/>
                    <a:pt x="1059517" y="40050"/>
                  </a:cubicBezTo>
                  <a:cubicBezTo>
                    <a:pt x="496481" y="40050"/>
                    <a:pt x="40050" y="496481"/>
                    <a:pt x="40050" y="1059517"/>
                  </a:cubicBezTo>
                  <a:cubicBezTo>
                    <a:pt x="40050" y="1622553"/>
                    <a:pt x="496481" y="2078984"/>
                    <a:pt x="1059517" y="2078984"/>
                  </a:cubicBezTo>
                  <a:cubicBezTo>
                    <a:pt x="1270655" y="2078984"/>
                    <a:pt x="1466803" y="2014798"/>
                    <a:pt x="1629511" y="1904875"/>
                  </a:cubicBezTo>
                  <a:lnTo>
                    <a:pt x="1774554" y="1785204"/>
                  </a:lnTo>
                  <a:lnTo>
                    <a:pt x="1763375" y="1768623"/>
                  </a:lnTo>
                  <a:cubicBezTo>
                    <a:pt x="1759090" y="1758494"/>
                    <a:pt x="1756721" y="1747357"/>
                    <a:pt x="1756721" y="1735667"/>
                  </a:cubicBezTo>
                  <a:cubicBezTo>
                    <a:pt x="1756721" y="1688907"/>
                    <a:pt x="1794628" y="1651000"/>
                    <a:pt x="1841388" y="1651000"/>
                  </a:cubicBezTo>
                  <a:cubicBezTo>
                    <a:pt x="1888148" y="1651000"/>
                    <a:pt x="1926055" y="1688907"/>
                    <a:pt x="1926055" y="1735667"/>
                  </a:cubicBezTo>
                  <a:cubicBezTo>
                    <a:pt x="1926055" y="1782427"/>
                    <a:pt x="1888148" y="1820334"/>
                    <a:pt x="1841388" y="1820334"/>
                  </a:cubicBezTo>
                  <a:cubicBezTo>
                    <a:pt x="1829698" y="1820334"/>
                    <a:pt x="1818561" y="1817965"/>
                    <a:pt x="1808432" y="1813681"/>
                  </a:cubicBezTo>
                  <a:lnTo>
                    <a:pt x="1805269" y="1811548"/>
                  </a:lnTo>
                  <a:lnTo>
                    <a:pt x="1651903" y="1938086"/>
                  </a:lnTo>
                  <a:cubicBezTo>
                    <a:pt x="1482803" y="2052327"/>
                    <a:pt x="1278950" y="2119034"/>
                    <a:pt x="1059517" y="2119034"/>
                  </a:cubicBezTo>
                  <a:cubicBezTo>
                    <a:pt x="474362" y="2119034"/>
                    <a:pt x="0" y="1644672"/>
                    <a:pt x="0" y="1059517"/>
                  </a:cubicBezTo>
                  <a:cubicBezTo>
                    <a:pt x="0" y="474362"/>
                    <a:pt x="474362" y="0"/>
                    <a:pt x="1059517" y="0"/>
                  </a:cubicBezTo>
                  <a:close/>
                </a:path>
              </a:pathLst>
            </a:custGeom>
            <a:solidFill>
              <a:srgbClr val="FFBD4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MH_Title_1">
              <a:extLst>
                <a:ext uri="{FF2B5EF4-FFF2-40B4-BE49-F238E27FC236}">
                  <a16:creationId xmlns:a16="http://schemas.microsoft.com/office/drawing/2014/main" id="{0E649C55-6510-4740-940B-391A58AA0F0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150963" y="2415529"/>
              <a:ext cx="2020874" cy="1705684"/>
            </a:xfrm>
            <a:prstGeom prst="ellipse">
              <a:avLst/>
            </a:prstGeom>
            <a:solidFill>
              <a:srgbClr val="E84C2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b="1" i="0" u="none" strike="noStrike" kern="0" cap="none" spc="0" normalizeH="0" baseline="0" noProof="0">
                  <a:ln w="9525">
                    <a:solidFill>
                      <a:srgbClr val="FFFFFF"/>
                    </a:solidFill>
                    <a:prstDash val="solid"/>
                  </a:ln>
                  <a:solidFill>
                    <a:srgbClr val="000000"/>
                  </a:solidFill>
                  <a:effectLst>
                    <a:outerShdw blurRad="12700" dist="38100" dir="2700000" algn="tl" rotWithShape="0">
                      <a:srgbClr val="FFFFFF">
                        <a:lumMod val="50000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链表</a:t>
              </a:r>
            </a:p>
          </p:txBody>
        </p:sp>
        <p:sp>
          <p:nvSpPr>
            <p:cNvPr id="7" name="MH_SubTitle_2">
              <a:extLst>
                <a:ext uri="{FF2B5EF4-FFF2-40B4-BE49-F238E27FC236}">
                  <a16:creationId xmlns:a16="http://schemas.microsoft.com/office/drawing/2014/main" id="{918B165A-EBC2-4F14-BFAB-C54F723CCB0E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915824" y="2794779"/>
              <a:ext cx="1642859" cy="773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怎样使用</a:t>
              </a:r>
              <a:endPara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0" cap="none" spc="0" normalizeH="0" baseline="0" noProof="0">
                  <a:ln w="9525">
                    <a:solidFill>
                      <a:srgbClr val="FFFFFF"/>
                    </a:solidFill>
                    <a:prstDash val="solid"/>
                  </a:ln>
                  <a:solidFill>
                    <a:srgbClr val="0000FF"/>
                  </a:solidFill>
                  <a:effectLst>
                    <a:outerShdw blurRad="12700" dist="38100" dir="2700000" algn="tl" rotWithShape="0">
                      <a:srgbClr val="FFFFFF">
                        <a:lumMod val="50000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链表</a:t>
              </a:r>
            </a:p>
          </p:txBody>
        </p:sp>
        <p:sp>
          <p:nvSpPr>
            <p:cNvPr id="8" name="MH_SubTitle_1">
              <a:extLst>
                <a:ext uri="{FF2B5EF4-FFF2-40B4-BE49-F238E27FC236}">
                  <a16:creationId xmlns:a16="http://schemas.microsoft.com/office/drawing/2014/main" id="{E801D689-1039-4BF0-A462-156379167C3C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682370" y="2794779"/>
              <a:ext cx="1723664" cy="773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什么是</a:t>
              </a:r>
              <a:endPara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0" cap="none" spc="0" normalizeH="0" baseline="0" noProof="0">
                  <a:ln w="9525">
                    <a:solidFill>
                      <a:srgbClr val="FFFFFF"/>
                    </a:solidFill>
                    <a:prstDash val="solid"/>
                  </a:ln>
                  <a:solidFill>
                    <a:srgbClr val="0000FF"/>
                  </a:solidFill>
                  <a:effectLst>
                    <a:outerShdw blurRad="12700" dist="38100" dir="2700000" algn="tl" rotWithShape="0">
                      <a:srgbClr val="FFFFFF">
                        <a:lumMod val="50000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链表</a:t>
              </a:r>
              <a:endPara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5476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>
            <a:extLst>
              <a:ext uri="{FF2B5EF4-FFF2-40B4-BE49-F238E27FC236}">
                <a16:creationId xmlns:a16="http://schemas.microsoft.com/office/drawing/2014/main" id="{8B543A1F-BCA2-49FE-A583-FBF95EE4C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378" y="1569013"/>
            <a:ext cx="11745160" cy="4044584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zh-CN" altLang="en-US" sz="2400">
                <a:solidFill>
                  <a:schemeClr val="tx1"/>
                </a:solidFill>
              </a:rPr>
              <a:t>链表是一种重要数据结构。链表中每一个独立数据的存储空间称为一个</a:t>
            </a:r>
            <a:r>
              <a:rPr lang="zh-CN" altLang="en-US" sz="2400">
                <a:solidFill>
                  <a:srgbClr val="0000FF"/>
                </a:solidFill>
              </a:rPr>
              <a:t>数据结点</a:t>
            </a:r>
            <a:r>
              <a:rPr lang="zh-CN" altLang="en-US" sz="2400">
                <a:solidFill>
                  <a:schemeClr val="tx1"/>
                </a:solidFill>
              </a:rPr>
              <a:t>。通过在每一个数据结点中</a:t>
            </a:r>
            <a:r>
              <a:rPr lang="zh-CN" altLang="en-US" sz="2400">
                <a:solidFill>
                  <a:srgbClr val="FF0000"/>
                </a:solidFill>
              </a:rPr>
              <a:t>增设</a:t>
            </a:r>
            <a:r>
              <a:rPr lang="zh-CN" altLang="en-US" sz="2400">
                <a:solidFill>
                  <a:srgbClr val="0000FF"/>
                </a:solidFill>
              </a:rPr>
              <a:t>指向其它数据结点的指针域</a:t>
            </a:r>
            <a:r>
              <a:rPr lang="zh-CN" altLang="en-US">
                <a:solidFill>
                  <a:schemeClr val="tx1"/>
                </a:solidFill>
              </a:rPr>
              <a:t>，来表示数据与数据之间的逻辑关系。按链表数据结点</a:t>
            </a:r>
            <a:r>
              <a:rPr lang="zh-CN" altLang="en-US">
                <a:solidFill>
                  <a:srgbClr val="0000FF"/>
                </a:solidFill>
              </a:rPr>
              <a:t>存储空间的分配方式</a:t>
            </a:r>
            <a:r>
              <a:rPr lang="zh-CN" altLang="en-US">
                <a:solidFill>
                  <a:schemeClr val="tx1"/>
                </a:solidFill>
              </a:rPr>
              <a:t>，分为</a:t>
            </a:r>
            <a:r>
              <a:rPr lang="zh-CN" altLang="en-US" sz="2800">
                <a:ln w="0"/>
                <a:solidFill>
                  <a:srgbClr val="008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动态链表</a:t>
            </a:r>
            <a:r>
              <a:rPr lang="zh-CN" altLang="en-US" sz="2400">
                <a:solidFill>
                  <a:schemeClr val="tx1"/>
                </a:solidFill>
              </a:rPr>
              <a:t>和</a:t>
            </a:r>
            <a:r>
              <a:rPr lang="zh-CN" altLang="en-US" sz="2800">
                <a:ln w="0"/>
                <a:solidFill>
                  <a:srgbClr val="008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静态链表</a:t>
            </a:r>
            <a:r>
              <a:rPr lang="zh-CN" altLang="en-US" sz="2400">
                <a:solidFill>
                  <a:schemeClr val="tx1"/>
                </a:solidFill>
              </a:rPr>
              <a:t>两大类。</a:t>
            </a:r>
            <a:endParaRPr lang="en-US" altLang="zh-CN" sz="2400">
              <a:solidFill>
                <a:schemeClr val="tx1"/>
              </a:solidFill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è"/>
            </a:pPr>
            <a:r>
              <a:rPr lang="zh-CN" altLang="en-US" sz="2400">
                <a:solidFill>
                  <a:srgbClr val="0000FF"/>
                </a:solidFill>
              </a:rPr>
              <a:t>动态链表</a:t>
            </a:r>
            <a:r>
              <a:rPr lang="zh-CN" altLang="en-US" sz="2400">
                <a:solidFill>
                  <a:schemeClr val="tx1"/>
                </a:solidFill>
              </a:rPr>
              <a:t>在程序运行时根据数据存储和操作的需要在内存的</a:t>
            </a:r>
            <a:r>
              <a:rPr lang="zh-CN" altLang="en-US" sz="2400">
                <a:solidFill>
                  <a:srgbClr val="0000FF"/>
                </a:solidFill>
              </a:rPr>
              <a:t>堆区</a:t>
            </a:r>
            <a:r>
              <a:rPr lang="zh-CN" altLang="en-US" sz="2400">
                <a:solidFill>
                  <a:schemeClr val="tx1"/>
                </a:solidFill>
              </a:rPr>
              <a:t>动态分配和释放内存空间；</a:t>
            </a:r>
            <a:endParaRPr lang="en-US" altLang="zh-CN" sz="2400">
              <a:solidFill>
                <a:schemeClr val="tx1"/>
              </a:solidFill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è"/>
            </a:pPr>
            <a:r>
              <a:rPr lang="zh-CN" altLang="en-US" sz="2400">
                <a:solidFill>
                  <a:srgbClr val="0000FF"/>
                </a:solidFill>
              </a:rPr>
              <a:t>静态链表</a:t>
            </a:r>
            <a:r>
              <a:rPr lang="zh-CN" altLang="en-US" sz="2400">
                <a:solidFill>
                  <a:schemeClr val="tx1"/>
                </a:solidFill>
              </a:rPr>
              <a:t>一般用</a:t>
            </a:r>
            <a:r>
              <a:rPr lang="zh-CN" altLang="en-US" sz="2400">
                <a:solidFill>
                  <a:srgbClr val="0000FF"/>
                </a:solidFill>
              </a:rPr>
              <a:t>结构体数组</a:t>
            </a:r>
            <a:r>
              <a:rPr lang="zh-CN" altLang="en-US" sz="2400">
                <a:solidFill>
                  <a:schemeClr val="tx1"/>
                </a:solidFill>
              </a:rPr>
              <a:t>表示，在内存的</a:t>
            </a:r>
            <a:r>
              <a:rPr lang="zh-CN" altLang="en-US" sz="2400">
                <a:solidFill>
                  <a:srgbClr val="0000FF"/>
                </a:solidFill>
              </a:rPr>
              <a:t>栈区</a:t>
            </a:r>
            <a:r>
              <a:rPr lang="zh-CN" altLang="en-US" sz="2400">
                <a:solidFill>
                  <a:schemeClr val="tx1"/>
                </a:solidFill>
              </a:rPr>
              <a:t>或者</a:t>
            </a:r>
            <a:r>
              <a:rPr lang="zh-CN" altLang="en-US" sz="2400">
                <a:solidFill>
                  <a:srgbClr val="0000FF"/>
                </a:solidFill>
              </a:rPr>
              <a:t>静态存储区</a:t>
            </a:r>
            <a:r>
              <a:rPr lang="zh-CN" altLang="en-US" sz="2400">
                <a:solidFill>
                  <a:schemeClr val="tx1"/>
                </a:solidFill>
              </a:rPr>
              <a:t>中自动分配所需的存储空间。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9EFD697-E95C-493D-8876-D6208C34D104}"/>
              </a:ext>
            </a:extLst>
          </p:cNvPr>
          <p:cNvGrpSpPr/>
          <p:nvPr/>
        </p:nvGrpSpPr>
        <p:grpSpPr>
          <a:xfrm>
            <a:off x="212378" y="738274"/>
            <a:ext cx="7753524" cy="657226"/>
            <a:chOff x="3275013" y="1898650"/>
            <a:chExt cx="7128000" cy="657226"/>
          </a:xfrm>
        </p:grpSpPr>
        <p:sp>
          <p:nvSpPr>
            <p:cNvPr id="11" name="MH_Other_1">
              <a:extLst>
                <a:ext uri="{FF2B5EF4-FFF2-40B4-BE49-F238E27FC236}">
                  <a16:creationId xmlns:a16="http://schemas.microsoft.com/office/drawing/2014/main" id="{62183D5F-6BC1-4954-AD4E-B77E8134359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275013" y="1898650"/>
              <a:ext cx="709612" cy="611188"/>
            </a:xfrm>
            <a:prstGeom prst="triangl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" name="MH_Other_2">
              <a:extLst>
                <a:ext uri="{FF2B5EF4-FFF2-40B4-BE49-F238E27FC236}">
                  <a16:creationId xmlns:a16="http://schemas.microsoft.com/office/drawing/2014/main" id="{E140A626-6EE7-4E54-8822-77EB26A6EE7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3629026" y="1898650"/>
              <a:ext cx="709613" cy="611188"/>
            </a:xfrm>
            <a:prstGeom prst="triangl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MH_Other_5">
              <a:extLst>
                <a:ext uri="{FF2B5EF4-FFF2-40B4-BE49-F238E27FC236}">
                  <a16:creationId xmlns:a16="http://schemas.microsoft.com/office/drawing/2014/main" id="{28587E05-71B5-44B5-8B52-502BD05BEE5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3275013" y="2509839"/>
              <a:ext cx="7128000" cy="460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CE9D855-8ED4-42B5-9A71-08F61C17410A}"/>
              </a:ext>
            </a:extLst>
          </p:cNvPr>
          <p:cNvGrpSpPr/>
          <p:nvPr/>
        </p:nvGrpSpPr>
        <p:grpSpPr>
          <a:xfrm>
            <a:off x="4617063" y="5832437"/>
            <a:ext cx="7340474" cy="634206"/>
            <a:chOff x="1715964" y="5391945"/>
            <a:chExt cx="7128000" cy="634206"/>
          </a:xfrm>
        </p:grpSpPr>
        <p:sp>
          <p:nvSpPr>
            <p:cNvPr id="15" name="MH_Other_3">
              <a:extLst>
                <a:ext uri="{FF2B5EF4-FFF2-40B4-BE49-F238E27FC236}">
                  <a16:creationId xmlns:a16="http://schemas.microsoft.com/office/drawing/2014/main" id="{82F3BE59-8C7F-4775-90F7-F62951FCF59A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flipV="1">
              <a:off x="7780338" y="5414964"/>
              <a:ext cx="709612" cy="611187"/>
            </a:xfrm>
            <a:prstGeom prst="triangl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MH_Other_4">
              <a:extLst>
                <a:ext uri="{FF2B5EF4-FFF2-40B4-BE49-F238E27FC236}">
                  <a16:creationId xmlns:a16="http://schemas.microsoft.com/office/drawing/2014/main" id="{DDAC8668-1EB7-41C6-9D77-05FC19D1CC8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flipV="1">
              <a:off x="8134351" y="5414964"/>
              <a:ext cx="709613" cy="611187"/>
            </a:xfrm>
            <a:prstGeom prst="triangl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MH_Other_6">
              <a:extLst>
                <a:ext uri="{FF2B5EF4-FFF2-40B4-BE49-F238E27FC236}">
                  <a16:creationId xmlns:a16="http://schemas.microsoft.com/office/drawing/2014/main" id="{D44C8EDE-CE88-4D19-B2F5-321B73B3252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715964" y="5391945"/>
              <a:ext cx="7128000" cy="460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7D9064F6-7960-45DA-B739-9E586E23FCA9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6DC6BADE-EB92-4052-92A8-248D47BA16F8}"/>
              </a:ext>
            </a:extLst>
          </p:cNvPr>
          <p:cNvSpPr txBox="1">
            <a:spLocks/>
          </p:cNvSpPr>
          <p:nvPr/>
        </p:nvSpPr>
        <p:spPr>
          <a:xfrm>
            <a:off x="0" y="37862"/>
            <a:ext cx="8839200" cy="611188"/>
          </a:xfrm>
          <a:prstGeom prst="rect">
            <a:avLst/>
          </a:prstGeom>
        </p:spPr>
        <p:txBody>
          <a:bodyPr anchor="ctr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defPPr>
              <a:defRPr lang="zh-CN"/>
            </a:defPPr>
            <a:lvl1pPr marL="457200" indent="-457200" fontAlgn="base"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SzPct val="100000"/>
              <a:buFont typeface="华文隶书" panose="02010800040101010101" pitchFamily="2" charset="-122"/>
              <a:buChar char="★"/>
              <a:defRPr kumimoji="1" sz="3200" b="1" cap="none" spc="0" baseline="0">
                <a:ln/>
                <a:solidFill>
                  <a:srgbClr val="C00000"/>
                </a:solidFill>
                <a:effectLst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SzPct val="100000"/>
              <a:buFont typeface="华文隶书" panose="02010800040101010101" pitchFamily="2" charset="-122"/>
              <a:buChar char="★"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C00000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链表</a:t>
            </a:r>
            <a:endParaRPr kumimoji="1" lang="zh-CN" altLang="en-US" sz="3200" b="1" i="0" u="none" strike="noStrike" kern="1200" cap="none" spc="0" normalizeH="0" baseline="0" noProof="0" dirty="0">
              <a:ln/>
              <a:solidFill>
                <a:srgbClr val="C00000"/>
              </a:solidFill>
              <a:effectLst/>
              <a:uLnTx/>
              <a:uFillTx/>
              <a:latin typeface="华文隶书" panose="02010800040101010101" pitchFamily="2" charset="-122"/>
              <a:ea typeface="华文隶书" panose="02010800040101010101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90448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H_Desc_1"/>
          <p:cNvSpPr/>
          <p:nvPr>
            <p:custDataLst>
              <p:tags r:id="rId1"/>
            </p:custDataLst>
          </p:nvPr>
        </p:nvSpPr>
        <p:spPr>
          <a:xfrm>
            <a:off x="47898" y="720337"/>
            <a:ext cx="12029425" cy="61716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marL="342900" indent="-342900" algn="just">
              <a:lnSpc>
                <a:spcPct val="150000"/>
              </a:lnSpc>
              <a:buSzPct val="120000"/>
              <a:buBlip>
                <a:blip r:embed="rId4"/>
              </a:buBlip>
              <a:defRPr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动态链表是一种常用数据结构，根据</a:t>
            </a: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操作的需要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开辟和释放内存单元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，动态地进行内存管理。</a:t>
            </a:r>
            <a:endParaRPr lang="en-US" altLang="zh-CN" sz="2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830822"/>
              </p:ext>
            </p:extLst>
          </p:nvPr>
        </p:nvGraphicFramePr>
        <p:xfrm>
          <a:off x="2464527" y="1411081"/>
          <a:ext cx="7384869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0541">
                  <a:extLst>
                    <a:ext uri="{9D8B030D-6E8A-4147-A177-3AD203B41FA5}">
                      <a16:colId xmlns:a16="http://schemas.microsoft.com/office/drawing/2014/main" val="2308313456"/>
                    </a:ext>
                  </a:extLst>
                </a:gridCol>
                <a:gridCol w="820541">
                  <a:extLst>
                    <a:ext uri="{9D8B030D-6E8A-4147-A177-3AD203B41FA5}">
                      <a16:colId xmlns:a16="http://schemas.microsoft.com/office/drawing/2014/main" val="4058567967"/>
                    </a:ext>
                  </a:extLst>
                </a:gridCol>
                <a:gridCol w="820541">
                  <a:extLst>
                    <a:ext uri="{9D8B030D-6E8A-4147-A177-3AD203B41FA5}">
                      <a16:colId xmlns:a16="http://schemas.microsoft.com/office/drawing/2014/main" val="868607660"/>
                    </a:ext>
                  </a:extLst>
                </a:gridCol>
                <a:gridCol w="820541">
                  <a:extLst>
                    <a:ext uri="{9D8B030D-6E8A-4147-A177-3AD203B41FA5}">
                      <a16:colId xmlns:a16="http://schemas.microsoft.com/office/drawing/2014/main" val="2425385050"/>
                    </a:ext>
                  </a:extLst>
                </a:gridCol>
                <a:gridCol w="820541">
                  <a:extLst>
                    <a:ext uri="{9D8B030D-6E8A-4147-A177-3AD203B41FA5}">
                      <a16:colId xmlns:a16="http://schemas.microsoft.com/office/drawing/2014/main" val="2907232126"/>
                    </a:ext>
                  </a:extLst>
                </a:gridCol>
                <a:gridCol w="820541">
                  <a:extLst>
                    <a:ext uri="{9D8B030D-6E8A-4147-A177-3AD203B41FA5}">
                      <a16:colId xmlns:a16="http://schemas.microsoft.com/office/drawing/2014/main" val="3072462368"/>
                    </a:ext>
                  </a:extLst>
                </a:gridCol>
                <a:gridCol w="820541">
                  <a:extLst>
                    <a:ext uri="{9D8B030D-6E8A-4147-A177-3AD203B41FA5}">
                      <a16:colId xmlns:a16="http://schemas.microsoft.com/office/drawing/2014/main" val="492267424"/>
                    </a:ext>
                  </a:extLst>
                </a:gridCol>
                <a:gridCol w="820541">
                  <a:extLst>
                    <a:ext uri="{9D8B030D-6E8A-4147-A177-3AD203B41FA5}">
                      <a16:colId xmlns:a16="http://schemas.microsoft.com/office/drawing/2014/main" val="1621474595"/>
                    </a:ext>
                  </a:extLst>
                </a:gridCol>
                <a:gridCol w="820541">
                  <a:extLst>
                    <a:ext uri="{9D8B030D-6E8A-4147-A177-3AD203B41FA5}">
                      <a16:colId xmlns:a16="http://schemas.microsoft.com/office/drawing/2014/main" val="42102576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head</a:t>
                      </a:r>
                      <a:endParaRPr lang="zh-CN" altLang="en-US" sz="18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1249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1356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1475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1021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9330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1249</a:t>
                      </a:r>
                      <a:endParaRPr lang="zh-CN" altLang="en-US" sz="1800" b="1"/>
                    </a:p>
                  </a:txBody>
                  <a:tcPr anchor="ctr">
                    <a:lnR w="12700" cmpd="sng">
                      <a:noFill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18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sz="18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sz="18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endParaRPr lang="zh-CN" altLang="en-US" sz="18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339345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1356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1475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1021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NULL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18834235"/>
                  </a:ext>
                </a:extLst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>
            <a:off x="3339643" y="2056509"/>
            <a:ext cx="725557" cy="0"/>
          </a:xfrm>
          <a:prstGeom prst="straightConnector1">
            <a:avLst/>
          </a:prstGeom>
          <a:ln w="381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肘形连接符 7"/>
          <p:cNvCxnSpPr>
            <a:cxnSpLocks/>
          </p:cNvCxnSpPr>
          <p:nvPr/>
        </p:nvCxnSpPr>
        <p:spPr>
          <a:xfrm flipV="1">
            <a:off x="4907478" y="1989514"/>
            <a:ext cx="819378" cy="346260"/>
          </a:xfrm>
          <a:prstGeom prst="bentConnector3">
            <a:avLst/>
          </a:prstGeom>
          <a:ln w="381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/>
          <p:cNvCxnSpPr>
            <a:cxnSpLocks/>
          </p:cNvCxnSpPr>
          <p:nvPr/>
        </p:nvCxnSpPr>
        <p:spPr>
          <a:xfrm flipV="1">
            <a:off x="6546233" y="1989514"/>
            <a:ext cx="799968" cy="346260"/>
          </a:xfrm>
          <a:prstGeom prst="bentConnector3">
            <a:avLst/>
          </a:prstGeom>
          <a:ln w="381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16"/>
          <p:cNvCxnSpPr>
            <a:cxnSpLocks/>
          </p:cNvCxnSpPr>
          <p:nvPr/>
        </p:nvCxnSpPr>
        <p:spPr>
          <a:xfrm flipV="1">
            <a:off x="8249460" y="1989514"/>
            <a:ext cx="781329" cy="346260"/>
          </a:xfrm>
          <a:prstGeom prst="bentConnector3">
            <a:avLst/>
          </a:prstGeom>
          <a:ln w="381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D2B00EF-C812-45BD-B4CC-19A316B126B5}"/>
              </a:ext>
            </a:extLst>
          </p:cNvPr>
          <p:cNvSpPr txBox="1"/>
          <p:nvPr/>
        </p:nvSpPr>
        <p:spPr>
          <a:xfrm>
            <a:off x="222069" y="3038976"/>
            <a:ext cx="11855254" cy="3546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buClr>
                <a:srgbClr val="CC00FF"/>
              </a:buClr>
              <a:buSzTx/>
              <a:buBlip>
                <a:blip r:embed="rId5"/>
              </a:buBlip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链表有一</a:t>
            </a:r>
            <a:r>
              <a:rPr lang="zh-CN" altLang="en-US" sz="2000" b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个</a:t>
            </a:r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00FF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</a:rPr>
              <a:t>头指针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变量，以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head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表示，存放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一个地址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，该地址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指向一个结点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首元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结点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。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buClr>
                <a:srgbClr val="CC00FF"/>
              </a:buClr>
              <a:buSzTx/>
              <a:buBlip>
                <a:blip r:embed="rId5"/>
              </a:buBlip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链表中每一个元素称为</a:t>
            </a:r>
            <a:r>
              <a:rPr kumimoji="0" lang="zh-CN" altLang="en-US" sz="2400" b="1" i="0" u="none" strike="noStrike" kern="1200" normalizeH="0" baseline="0" noProof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00FF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结点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，每个结点包括两个部分：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627063" lvl="0" indent="-357188" algn="just">
              <a:lnSpc>
                <a:spcPct val="150000"/>
              </a:lnSpc>
              <a:buClr>
                <a:srgbClr val="FF0000"/>
              </a:buClr>
              <a:buFont typeface="+mj-ea"/>
              <a:buAutoNum type="circleNumDbPlain"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用户需要用的</a:t>
            </a:r>
            <a:r>
              <a:rPr lang="zh-CN" altLang="en-US" sz="2000" b="1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实际数据</a:t>
            </a:r>
            <a:r>
              <a:rPr lang="zh-CN" altLang="en-US" sz="2000" b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：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数据域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；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627063" lvl="0" indent="-357188" algn="just">
              <a:lnSpc>
                <a:spcPct val="150000"/>
              </a:lnSpc>
              <a:buClr>
                <a:srgbClr val="FF0000"/>
              </a:buClr>
              <a:buFont typeface="+mj-ea"/>
              <a:buAutoNum type="circleNumDbPlain"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下一个结点的</a:t>
            </a:r>
            <a:r>
              <a:rPr lang="zh-CN" altLang="en-US" sz="2000" b="1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地址</a:t>
            </a:r>
            <a:r>
              <a:rPr lang="zh-CN" altLang="en-US" sz="2000" b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：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指针域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。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342900" lvl="0" indent="-342900" algn="just">
              <a:lnSpc>
                <a:spcPct val="150000"/>
              </a:lnSpc>
              <a:buClr>
                <a:srgbClr val="CC00FF"/>
              </a:buClr>
              <a:buBlip>
                <a:blip r:embed="rId5"/>
              </a:buBlip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head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指向第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个</a:t>
            </a:r>
            <a:r>
              <a:rPr lang="zh-CN" altLang="en-US" sz="2000" b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结点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，第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个</a:t>
            </a:r>
            <a:r>
              <a:rPr lang="zh-CN" altLang="en-US" sz="2000" b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结点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又指向第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个</a:t>
            </a:r>
            <a:r>
              <a:rPr lang="zh-CN" altLang="en-US" sz="2000" b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结点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……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直到最后一个</a:t>
            </a:r>
            <a:r>
              <a:rPr lang="zh-CN" altLang="en-US" sz="2000" b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结点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，该</a:t>
            </a:r>
            <a:r>
              <a:rPr lang="zh-CN" altLang="en-US" sz="2000" b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结点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不再指向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其他</a:t>
            </a:r>
            <a:r>
              <a:rPr lang="zh-CN" altLang="en-US" sz="2000" b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结点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，称为</a:t>
            </a:r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00FF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</a:rPr>
              <a:t>表尾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，它的地址部分放一个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NULL</a:t>
            </a:r>
            <a:r>
              <a:rPr kumimoji="0" lang="en-US" altLang="zh-CN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表示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空地址</a:t>
            </a:r>
            <a:r>
              <a:rPr lang="en-US" altLang="zh-CN" sz="2000" b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rPr>
              <a:t> ，链表到此结束。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342900" lvl="0" indent="-342900" algn="just">
              <a:lnSpc>
                <a:spcPct val="150000"/>
              </a:lnSpc>
              <a:buClr>
                <a:srgbClr val="CC00FF"/>
              </a:buClr>
              <a:buBlip>
                <a:blip r:embed="rId5"/>
              </a:buBlip>
              <a:defRPr/>
            </a:pPr>
            <a:r>
              <a:rPr lang="zh-CN" altLang="zh-CN" sz="2000" b="1">
                <a:latin typeface="Consolas" panose="020B0609020204030204" pitchFamily="49" charset="0"/>
              </a:rPr>
              <a:t>每个结点</a:t>
            </a:r>
            <a:r>
              <a:rPr lang="zh-CN" altLang="zh-CN" sz="2000" b="1">
                <a:solidFill>
                  <a:srgbClr val="0000FF"/>
                </a:solidFill>
                <a:latin typeface="Consolas" panose="020B0609020204030204" pitchFamily="49" charset="0"/>
              </a:rPr>
              <a:t>只有一个指针域</a:t>
            </a:r>
            <a:r>
              <a:rPr lang="zh-CN" altLang="zh-CN" sz="2000" b="1">
                <a:latin typeface="Consolas" panose="020B0609020204030204" pitchFamily="49" charset="0"/>
              </a:rPr>
              <a:t>的链表，称为</a:t>
            </a:r>
            <a:r>
              <a:rPr lang="zh-CN" altLang="zh-CN" sz="2000" b="1">
                <a:solidFill>
                  <a:srgbClr val="0000FF"/>
                </a:solidFill>
                <a:latin typeface="Consolas" panose="020B0609020204030204" pitchFamily="49" charset="0"/>
              </a:rPr>
              <a:t>单向链表</a:t>
            </a:r>
            <a:r>
              <a:rPr lang="zh-CN" altLang="zh-CN" sz="2000" b="1">
                <a:latin typeface="Consolas" panose="020B0609020204030204" pitchFamily="49" charset="0"/>
              </a:rPr>
              <a:t>，简称</a:t>
            </a:r>
            <a:r>
              <a:rPr lang="zh-CN" altLang="zh-CN" sz="2000" b="1">
                <a:solidFill>
                  <a:srgbClr val="0000FF"/>
                </a:solidFill>
                <a:latin typeface="Consolas" panose="020B0609020204030204" pitchFamily="49" charset="0"/>
              </a:rPr>
              <a:t>单链表</a:t>
            </a:r>
            <a:r>
              <a:rPr lang="zh-CN" altLang="zh-CN" sz="2000" b="1">
                <a:latin typeface="Consolas" panose="020B0609020204030204" pitchFamily="49" charset="0"/>
              </a:rPr>
              <a:t>。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0" name="思想气泡: 云 9">
            <a:extLst>
              <a:ext uri="{FF2B5EF4-FFF2-40B4-BE49-F238E27FC236}">
                <a16:creationId xmlns:a16="http://schemas.microsoft.com/office/drawing/2014/main" id="{2FAF3940-C8FA-42EC-9862-3258A1C8830E}"/>
              </a:ext>
            </a:extLst>
          </p:cNvPr>
          <p:cNvSpPr/>
          <p:nvPr/>
        </p:nvSpPr>
        <p:spPr>
          <a:xfrm>
            <a:off x="10078352" y="1263070"/>
            <a:ext cx="1626589" cy="605889"/>
          </a:xfrm>
          <a:prstGeom prst="cloudCallout">
            <a:avLst>
              <a:gd name="adj1" fmla="val -74671"/>
              <a:gd name="adj2" fmla="val 67527"/>
            </a:avLst>
          </a:prstGeom>
          <a:blipFill>
            <a:blip r:embed="rId6"/>
            <a:tile tx="0" ty="0" sx="100000" sy="100000" flip="none" algn="tl"/>
          </a:blip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数据域</a:t>
            </a:r>
          </a:p>
        </p:txBody>
      </p:sp>
      <p:sp>
        <p:nvSpPr>
          <p:cNvPr id="11" name="对话气泡: 矩形 10">
            <a:extLst>
              <a:ext uri="{FF2B5EF4-FFF2-40B4-BE49-F238E27FC236}">
                <a16:creationId xmlns:a16="http://schemas.microsoft.com/office/drawing/2014/main" id="{03665752-D1F6-408F-B0D1-08E20FD44BC8}"/>
              </a:ext>
            </a:extLst>
          </p:cNvPr>
          <p:cNvSpPr/>
          <p:nvPr/>
        </p:nvSpPr>
        <p:spPr>
          <a:xfrm>
            <a:off x="5638933" y="2597179"/>
            <a:ext cx="1576251" cy="439772"/>
          </a:xfrm>
          <a:prstGeom prst="wedgeRectCallout">
            <a:avLst>
              <a:gd name="adj1" fmla="val 68415"/>
              <a:gd name="adj2" fmla="val -103519"/>
            </a:avLst>
          </a:prstGeom>
          <a:blipFill>
            <a:blip r:embed="rId6"/>
            <a:tile tx="0" ty="0" sx="100000" sy="100000" flip="none" algn="tl"/>
          </a:blip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指针域</a:t>
            </a:r>
          </a:p>
        </p:txBody>
      </p:sp>
      <p:sp>
        <p:nvSpPr>
          <p:cNvPr id="16" name="思想气泡: 云 15">
            <a:extLst>
              <a:ext uri="{FF2B5EF4-FFF2-40B4-BE49-F238E27FC236}">
                <a16:creationId xmlns:a16="http://schemas.microsoft.com/office/drawing/2014/main" id="{86C43E58-73BC-48E1-A642-01C30CAFF909}"/>
              </a:ext>
            </a:extLst>
          </p:cNvPr>
          <p:cNvSpPr/>
          <p:nvPr/>
        </p:nvSpPr>
        <p:spPr>
          <a:xfrm>
            <a:off x="521285" y="2400416"/>
            <a:ext cx="1656481" cy="605889"/>
          </a:xfrm>
          <a:prstGeom prst="cloudCallout">
            <a:avLst>
              <a:gd name="adj1" fmla="val 70621"/>
              <a:gd name="adj2" fmla="val -63810"/>
            </a:avLst>
          </a:prstGeom>
          <a:blipFill>
            <a:blip r:embed="rId6"/>
            <a:tile tx="0" ty="0" sx="100000" sy="100000" flip="none" algn="tl"/>
          </a:blip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头指针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BEF41ED-1F1F-4DED-BE8F-DB5C64B850AE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063BF114-F591-4A42-9B21-1FFEB21E9B0C}"/>
              </a:ext>
            </a:extLst>
          </p:cNvPr>
          <p:cNvSpPr txBox="1">
            <a:spLocks/>
          </p:cNvSpPr>
          <p:nvPr/>
        </p:nvSpPr>
        <p:spPr>
          <a:xfrm>
            <a:off x="0" y="8074"/>
            <a:ext cx="8839200" cy="684000"/>
          </a:xfrm>
          <a:prstGeom prst="rect">
            <a:avLst/>
          </a:prstGeom>
        </p:spPr>
        <p:txBody>
          <a:bodyPr anchor="ctr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defPPr>
              <a:defRPr lang="zh-CN"/>
            </a:defPPr>
            <a:lvl1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SzPct val="100000"/>
              <a:buFontTx/>
              <a:buNone/>
              <a:tabLst/>
              <a:defRPr kumimoji="1" sz="3200" b="1" i="0" u="none" strike="noStrike" cap="none" spc="0" normalizeH="0" baseline="0">
                <a:ln/>
                <a:solidFill>
                  <a:srgbClr val="C00000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457200" indent="-457200">
              <a:buFont typeface="华文隶书" panose="02010800040101010101" pitchFamily="2" charset="-122"/>
              <a:buChar char="★"/>
              <a:defRPr/>
            </a:pPr>
            <a:r>
              <a:rPr lang="zh-CN" altLang="en-US"/>
              <a:t>动态链表</a:t>
            </a:r>
            <a:endParaRPr lang="zh-CN" altLang="en-US" dirty="0"/>
          </a:p>
        </p:txBody>
      </p:sp>
      <p:sp>
        <p:nvSpPr>
          <p:cNvPr id="19" name="对话气泡: 矩形 18">
            <a:extLst>
              <a:ext uri="{FF2B5EF4-FFF2-40B4-BE49-F238E27FC236}">
                <a16:creationId xmlns:a16="http://schemas.microsoft.com/office/drawing/2014/main" id="{63E6EA69-1336-4FC1-96C8-5C016EA0588A}"/>
              </a:ext>
            </a:extLst>
          </p:cNvPr>
          <p:cNvSpPr/>
          <p:nvPr/>
        </p:nvSpPr>
        <p:spPr>
          <a:xfrm>
            <a:off x="2743634" y="2599850"/>
            <a:ext cx="1321566" cy="453116"/>
          </a:xfrm>
          <a:prstGeom prst="wedgeRectCallout">
            <a:avLst>
              <a:gd name="adj1" fmla="val 55011"/>
              <a:gd name="adj2" fmla="val -118504"/>
            </a:avLst>
          </a:prstGeom>
          <a:blipFill>
            <a:blip r:embed="rId6"/>
            <a:tile tx="0" ty="0" sx="100000" sy="100000" flip="none" algn="tl"/>
          </a:blip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CC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首元</a:t>
            </a: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</a:p>
        </p:txBody>
      </p:sp>
    </p:spTree>
    <p:extLst>
      <p:ext uri="{BB962C8B-B14F-4D97-AF65-F5344CB8AC3E}">
        <p14:creationId xmlns:p14="http://schemas.microsoft.com/office/powerpoint/2010/main" val="353391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6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H_Desc_1"/>
          <p:cNvSpPr/>
          <p:nvPr>
            <p:custDataLst>
              <p:tags r:id="rId1"/>
            </p:custDataLst>
          </p:nvPr>
        </p:nvSpPr>
        <p:spPr>
          <a:xfrm>
            <a:off x="87432" y="765349"/>
            <a:ext cx="12007998" cy="111252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CC00FF"/>
              </a:buClr>
              <a:buBlip>
                <a:blip r:embed="rId5"/>
              </a:buBlip>
              <a:defRPr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用结构体变量</a:t>
            </a: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建立链表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：一个结构体变量包含若干成员，这些成员可以是数值类型、字符类型、数组类型，也可以是指针类型。用</a:t>
            </a: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指针类型成员来存放下一个结点的地址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382CD89-35B6-4BD4-B332-B011068CC402}"/>
              </a:ext>
            </a:extLst>
          </p:cNvPr>
          <p:cNvSpPr/>
          <p:nvPr/>
        </p:nvSpPr>
        <p:spPr>
          <a:xfrm>
            <a:off x="313509" y="1877869"/>
            <a:ext cx="6235337" cy="1984383"/>
          </a:xfrm>
          <a:prstGeom prst="roundRect">
            <a:avLst>
              <a:gd name="adj" fmla="val 2866"/>
            </a:avLst>
          </a:prstGeom>
          <a:blipFill>
            <a:blip r:embed="rId6"/>
            <a:tile tx="0" ty="0" sx="100000" sy="100000" flip="none" algn="tl"/>
          </a:blipFill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1" spcCol="360000" rtlCol="0" anchor="t"/>
          <a:lstStyle/>
          <a:p>
            <a:pPr defTabSz="363538">
              <a:lnSpc>
                <a:spcPts val="2800"/>
              </a:lnSpc>
            </a:pP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struct Student</a:t>
            </a:r>
          </a:p>
          <a:p>
            <a:pPr defTabSz="363538">
              <a:lnSpc>
                <a:spcPts val="2800"/>
              </a:lnSpc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{	int id;</a:t>
            </a:r>
          </a:p>
          <a:p>
            <a:pPr defTabSz="363538">
              <a:lnSpc>
                <a:spcPts val="2800"/>
              </a:lnSpc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	float score;</a:t>
            </a:r>
          </a:p>
          <a:p>
            <a:pPr defTabSz="363538">
              <a:lnSpc>
                <a:spcPts val="2800"/>
              </a:lnSpc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struct Student </a:t>
            </a:r>
            <a:r>
              <a:rPr lang="en-US" altLang="zh-CN" sz="16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*next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en-US" altLang="zh-CN" sz="1600" b="1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//next</a:t>
            </a:r>
            <a:r>
              <a:rPr lang="zh-CN" altLang="en-US" sz="1600" b="1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是指针变量，指向结构体变量</a:t>
            </a:r>
          </a:p>
          <a:p>
            <a:pPr defTabSz="363538">
              <a:lnSpc>
                <a:spcPts val="2800"/>
              </a:lnSpc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b="1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72507"/>
              </p:ext>
            </p:extLst>
          </p:nvPr>
        </p:nvGraphicFramePr>
        <p:xfrm>
          <a:off x="6654409" y="4556615"/>
          <a:ext cx="5372128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5355">
                  <a:extLst>
                    <a:ext uri="{9D8B030D-6E8A-4147-A177-3AD203B41FA5}">
                      <a16:colId xmlns:a16="http://schemas.microsoft.com/office/drawing/2014/main" val="2231814915"/>
                    </a:ext>
                  </a:extLst>
                </a:gridCol>
                <a:gridCol w="1016210">
                  <a:extLst>
                    <a:ext uri="{9D8B030D-6E8A-4147-A177-3AD203B41FA5}">
                      <a16:colId xmlns:a16="http://schemas.microsoft.com/office/drawing/2014/main" val="481346945"/>
                    </a:ext>
                  </a:extLst>
                </a:gridCol>
                <a:gridCol w="774499">
                  <a:extLst>
                    <a:ext uri="{9D8B030D-6E8A-4147-A177-3AD203B41FA5}">
                      <a16:colId xmlns:a16="http://schemas.microsoft.com/office/drawing/2014/main" val="885357884"/>
                    </a:ext>
                  </a:extLst>
                </a:gridCol>
                <a:gridCol w="1022503">
                  <a:extLst>
                    <a:ext uri="{9D8B030D-6E8A-4147-A177-3AD203B41FA5}">
                      <a16:colId xmlns:a16="http://schemas.microsoft.com/office/drawing/2014/main" val="3294786949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2565403837"/>
                    </a:ext>
                  </a:extLst>
                </a:gridCol>
                <a:gridCol w="916293">
                  <a:extLst>
                    <a:ext uri="{9D8B030D-6E8A-4147-A177-3AD203B41FA5}">
                      <a16:colId xmlns:a16="http://schemas.microsoft.com/office/drawing/2014/main" val="1860532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10001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10003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19554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score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89.5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00960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next</a:t>
                      </a:r>
                      <a:endParaRPr lang="zh-CN" altLang="en-US" sz="18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6088992"/>
                  </a:ext>
                </a:extLst>
              </a:tr>
            </a:tbl>
          </a:graphicData>
        </a:graphic>
      </p:graphicFrame>
      <p:cxnSp>
        <p:nvCxnSpPr>
          <p:cNvPr id="11" name="肘形连接符 10"/>
          <p:cNvCxnSpPr>
            <a:cxnSpLocks/>
          </p:cNvCxnSpPr>
          <p:nvPr/>
        </p:nvCxnSpPr>
        <p:spPr>
          <a:xfrm flipV="1">
            <a:off x="8551674" y="4807129"/>
            <a:ext cx="747157" cy="667550"/>
          </a:xfrm>
          <a:prstGeom prst="bentConnector3">
            <a:avLst/>
          </a:prstGeom>
          <a:ln w="381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87432" y="4099881"/>
            <a:ext cx="6461414" cy="1884618"/>
          </a:xfrm>
          <a:prstGeom prst="rect">
            <a:avLst/>
          </a:prstGeom>
          <a:noFill/>
          <a:ln w="25400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CC00FF"/>
              </a:buClr>
              <a:buBlip>
                <a:blip r:embed="rId5"/>
              </a:buBlip>
            </a:pPr>
            <a:r>
              <a:rPr lang="zh-CN" altLang="en-US" sz="2000" b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成员</a:t>
            </a:r>
            <a:r>
              <a:rPr lang="zh-CN" altLang="en-US" sz="2000" b="1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num</a:t>
            </a:r>
            <a:r>
              <a:rPr lang="zh-CN" altLang="en-US" sz="2000" b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和</a:t>
            </a:r>
            <a:r>
              <a:rPr lang="zh-CN" altLang="en-US" sz="2000" b="1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score</a:t>
            </a:r>
            <a:r>
              <a:rPr lang="zh-CN" altLang="en-US" sz="2000" b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用来存放结点中的</a:t>
            </a:r>
            <a:r>
              <a:rPr lang="zh-CN" altLang="en-US" sz="2000" b="1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数据</a:t>
            </a:r>
            <a:r>
              <a:rPr lang="en-US" altLang="zh-CN" sz="2000" b="1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zh-CN" altLang="en-US" sz="2000" b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用户需要用到的数据</a:t>
            </a:r>
            <a:r>
              <a:rPr lang="en-US" altLang="zh-CN" sz="2000" b="1">
                <a:solidFill>
                  <a:prstClr val="black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)</a:t>
            </a:r>
            <a:r>
              <a:rPr lang="zh-CN" altLang="en-US" sz="2000" b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：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数据域</a:t>
            </a:r>
            <a:endParaRPr lang="en-US" altLang="zh-CN" sz="2000" b="1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CC00FF"/>
              </a:buClr>
              <a:buBlip>
                <a:blip r:embed="rId5"/>
              </a:buBlip>
            </a:pPr>
            <a:r>
              <a:rPr lang="en-US" altLang="zh-CN" sz="2000" b="1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next</a:t>
            </a:r>
            <a:r>
              <a:rPr lang="zh-CN" altLang="en-US" sz="2000" b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是指针类型的成员，</a:t>
            </a:r>
            <a:r>
              <a:rPr lang="zh-CN" altLang="en-US" sz="2000" b="1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指向</a:t>
            </a:r>
            <a:r>
              <a:rPr lang="en-US" altLang="zh-CN" sz="2000" b="1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struct Student</a:t>
            </a:r>
            <a:r>
              <a:rPr lang="zh-CN" altLang="en-US" sz="2000" b="1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类型数据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zh-CN" altLang="en-US" sz="2000" b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就是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next</a:t>
            </a:r>
            <a:r>
              <a:rPr lang="zh-CN" altLang="en-US" sz="2000" b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所在的结构体类型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)</a:t>
            </a:r>
            <a:r>
              <a:rPr lang="zh-CN" altLang="en-US" sz="2000" b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：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指针域</a:t>
            </a:r>
          </a:p>
        </p:txBody>
      </p:sp>
      <p:cxnSp>
        <p:nvCxnSpPr>
          <p:cNvPr id="22" name="肘形连接符 10">
            <a:extLst>
              <a:ext uri="{FF2B5EF4-FFF2-40B4-BE49-F238E27FC236}">
                <a16:creationId xmlns:a16="http://schemas.microsoft.com/office/drawing/2014/main" id="{04F18950-11C4-4A67-AE0C-73B8C9941002}"/>
              </a:ext>
            </a:extLst>
          </p:cNvPr>
          <p:cNvCxnSpPr>
            <a:cxnSpLocks/>
          </p:cNvCxnSpPr>
          <p:nvPr/>
        </p:nvCxnSpPr>
        <p:spPr>
          <a:xfrm flipV="1">
            <a:off x="10393609" y="4807129"/>
            <a:ext cx="701111" cy="667550"/>
          </a:xfrm>
          <a:prstGeom prst="bentConnector3">
            <a:avLst/>
          </a:prstGeom>
          <a:ln w="381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曲线 22">
            <a:extLst>
              <a:ext uri="{FF2B5EF4-FFF2-40B4-BE49-F238E27FC236}">
                <a16:creationId xmlns:a16="http://schemas.microsoft.com/office/drawing/2014/main" id="{0C320C0F-8DC6-46FB-806B-A4EA0204C23E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92534" y="1739465"/>
            <a:ext cx="1527066" cy="1356153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思想气泡: 云 14">
            <a:extLst>
              <a:ext uri="{FF2B5EF4-FFF2-40B4-BE49-F238E27FC236}">
                <a16:creationId xmlns:a16="http://schemas.microsoft.com/office/drawing/2014/main" id="{B6D09EFF-0A53-43E9-8C8C-FD91CB6321DC}"/>
              </a:ext>
            </a:extLst>
          </p:cNvPr>
          <p:cNvSpPr/>
          <p:nvPr/>
        </p:nvSpPr>
        <p:spPr>
          <a:xfrm>
            <a:off x="8397982" y="3708784"/>
            <a:ext cx="1626589" cy="605889"/>
          </a:xfrm>
          <a:prstGeom prst="cloudCallout">
            <a:avLst>
              <a:gd name="adj1" fmla="val -45059"/>
              <a:gd name="adj2" fmla="val 114280"/>
            </a:avLst>
          </a:prstGeom>
          <a:blipFill>
            <a:blip r:embed="rId6"/>
            <a:tile tx="0" ty="0" sx="100000" sy="100000" flip="none" algn="tl"/>
          </a:blip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数据域</a:t>
            </a:r>
          </a:p>
        </p:txBody>
      </p:sp>
      <p:sp>
        <p:nvSpPr>
          <p:cNvPr id="17" name="思想气泡: 云 16">
            <a:extLst>
              <a:ext uri="{FF2B5EF4-FFF2-40B4-BE49-F238E27FC236}">
                <a16:creationId xmlns:a16="http://schemas.microsoft.com/office/drawing/2014/main" id="{04424E66-F5BE-4BEB-9BC7-7B7CE774AEA8}"/>
              </a:ext>
            </a:extLst>
          </p:cNvPr>
          <p:cNvSpPr/>
          <p:nvPr/>
        </p:nvSpPr>
        <p:spPr>
          <a:xfrm>
            <a:off x="8551674" y="5999229"/>
            <a:ext cx="1576251" cy="503889"/>
          </a:xfrm>
          <a:prstGeom prst="cloudCallout">
            <a:avLst>
              <a:gd name="adj1" fmla="val -68899"/>
              <a:gd name="adj2" fmla="val -137979"/>
            </a:avLst>
          </a:prstGeom>
          <a:blipFill>
            <a:blip r:embed="rId6"/>
            <a:tile tx="0" ty="0" sx="100000" sy="100000" flip="none" algn="tl"/>
          </a:blip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指针域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5510358-34EE-4740-B2A2-53D8B4CCDAAF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39CF1AA0-C13F-4AFE-95FD-B8A13C0FDA50}"/>
              </a:ext>
            </a:extLst>
          </p:cNvPr>
          <p:cNvSpPr txBox="1">
            <a:spLocks/>
          </p:cNvSpPr>
          <p:nvPr/>
        </p:nvSpPr>
        <p:spPr>
          <a:xfrm>
            <a:off x="0" y="8074"/>
            <a:ext cx="8839200" cy="684000"/>
          </a:xfrm>
          <a:prstGeom prst="rect">
            <a:avLst/>
          </a:prstGeom>
        </p:spPr>
        <p:txBody>
          <a:bodyPr anchor="ctr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cap="none" spc="0" baseline="0">
                <a:ln/>
                <a:solidFill>
                  <a:srgbClr val="C00000"/>
                </a:solidFill>
                <a:effectLst/>
                <a:latin typeface="Arial" pitchFamily="34" charset="0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lvl="0">
              <a:buClr>
                <a:srgbClr val="00FF00"/>
              </a:buClr>
              <a:buSzPct val="100000"/>
              <a:defRPr/>
            </a:pP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C00000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单链表</a:t>
            </a:r>
            <a:r>
              <a:rPr kumimoji="1" lang="zh-CN" altLang="en-US">
                <a:latin typeface="华文隶书" panose="02010800040101010101" pitchFamily="2" charset="-122"/>
                <a:ea typeface="华文隶书" panose="02010800040101010101" pitchFamily="2" charset="-122"/>
              </a:rPr>
              <a:t>的</a:t>
            </a:r>
            <a:r>
              <a:rPr kumimoji="1" lang="zh-CN" altLang="en-US">
                <a:solidFill>
                  <a:srgbClr val="0000FF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建立</a:t>
            </a:r>
            <a:endParaRPr kumimoji="1" lang="zh-CN" altLang="en-US" sz="3200" b="1" i="0" u="none" strike="noStrike" kern="1200" cap="none" spc="0" normalizeH="0" baseline="0" noProof="0" dirty="0">
              <a:ln/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D15A02D-4C0D-46E9-9D24-86E5D2DA01FF}"/>
              </a:ext>
            </a:extLst>
          </p:cNvPr>
          <p:cNvGrpSpPr/>
          <p:nvPr/>
        </p:nvGrpSpPr>
        <p:grpSpPr>
          <a:xfrm>
            <a:off x="6866666" y="1877472"/>
            <a:ext cx="5228764" cy="1589370"/>
            <a:chOff x="6877729" y="1944680"/>
            <a:chExt cx="5228764" cy="1589370"/>
          </a:xfrm>
        </p:grpSpPr>
        <p:sp>
          <p:nvSpPr>
            <p:cNvPr id="19" name="MH_SubTitle_1">
              <a:extLst>
                <a:ext uri="{FF2B5EF4-FFF2-40B4-BE49-F238E27FC236}">
                  <a16:creationId xmlns:a16="http://schemas.microsoft.com/office/drawing/2014/main" id="{69E4BA76-C13A-4969-92D9-9D00A59EA9B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7248283" y="2042915"/>
              <a:ext cx="4858210" cy="1491135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 marL="342900" indent="-342900" algn="just" fontAlgn="base">
                <a:lnSpc>
                  <a:spcPct val="150000"/>
                </a:lnSpc>
                <a:spcAft>
                  <a:spcPct val="0"/>
                </a:spcAft>
                <a:buClr>
                  <a:srgbClr val="000000"/>
                </a:buClr>
                <a:buBlip>
                  <a:blip r:embed="rId7"/>
                </a:buBlip>
                <a:defRPr/>
              </a:pPr>
              <a:r>
                <a:rPr lang="zh-CN" altLang="en-US" sz="2000" b="1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只是定义</a:t>
              </a:r>
              <a:r>
                <a:rPr lang="zh-CN" altLang="en-US" sz="2000" b="1">
                  <a:solidFill>
                    <a:srgbClr val="080808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了一个</a:t>
              </a:r>
              <a:r>
                <a:rPr lang="en-US" altLang="zh-CN" sz="2000" b="1">
                  <a:solidFill>
                    <a:srgbClr val="080808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struct Student</a:t>
              </a:r>
              <a:r>
                <a:rPr lang="zh-CN" altLang="en-US" sz="2000" b="1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类型</a:t>
              </a:r>
              <a:r>
                <a:rPr lang="zh-CN" altLang="en-US" sz="2000" b="1">
                  <a:solidFill>
                    <a:srgbClr val="080808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，并未实际分配存储空间，</a:t>
              </a:r>
              <a:r>
                <a:rPr lang="zh-CN" altLang="en-US" sz="2000" b="1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只有定义了</a:t>
              </a:r>
              <a:r>
                <a:rPr lang="zh-CN" altLang="en-US" sz="2000" b="1">
                  <a:solidFill>
                    <a:srgbClr val="080808"/>
                  </a:solidFill>
                  <a:highlight>
                    <a:srgbClr val="FFFF00"/>
                  </a:highlight>
                  <a:latin typeface="Consolas" panose="020B0609020204030204" pitchFamily="49" charset="0"/>
                  <a:ea typeface="微软雅黑" panose="020B0503020204020204" pitchFamily="34" charset="-122"/>
                </a:rPr>
                <a:t>变量才分配存储单元</a:t>
              </a:r>
              <a:r>
                <a:rPr lang="zh-CN" altLang="en-US" sz="2000" b="1">
                  <a:solidFill>
                    <a:srgbClr val="080808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。</a:t>
              </a:r>
              <a:endParaRPr lang="zh-CN" altLang="en-US" sz="2000" b="1" dirty="0">
                <a:solidFill>
                  <a:srgbClr val="080808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BA9ECB51-9B18-43B0-A74B-4E0DEBA74F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7729" y="1944680"/>
              <a:ext cx="735740" cy="713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85038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AC3D7F3-A058-480F-993E-98C196AA38D5}"/>
              </a:ext>
            </a:extLst>
          </p:cNvPr>
          <p:cNvSpPr/>
          <p:nvPr/>
        </p:nvSpPr>
        <p:spPr>
          <a:xfrm>
            <a:off x="0" y="731367"/>
            <a:ext cx="12070080" cy="1549254"/>
          </a:xfrm>
          <a:prstGeom prst="rect">
            <a:avLst/>
          </a:prstGeom>
          <a:noFill/>
          <a:ln w="25400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00FF"/>
              </a:buClr>
              <a:buSzPct val="120000"/>
              <a:buFontTx/>
              <a:buBlip>
                <a:blip r:embed="rId3"/>
              </a:buBlip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建立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动态链表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：是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指在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程序执行过程中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从无到有地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建立起一个链表，即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一个一个地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开辟结点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输入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各结点数据，并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建立起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前后相链的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关系。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12775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Blip>
                <a:blip r:embed="rId4"/>
              </a:buBlip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尾插法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创建单链表</a:t>
            </a:r>
            <a:r>
              <a:rPr kumimoji="0" lang="en-US" altLang="zh-CN" sz="2000" b="1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也称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正向建立</a:t>
            </a:r>
            <a:r>
              <a:rPr kumimoji="0" lang="en-US" altLang="zh-CN" sz="2000" b="1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：新分配的结点插入到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链表末尾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E9B708D-9BBB-477E-B58D-ED8DB0B0F82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BC7CD6D-526F-4586-811C-C61FB83FF624}"/>
              </a:ext>
            </a:extLst>
          </p:cNvPr>
          <p:cNvSpPr txBox="1">
            <a:spLocks/>
          </p:cNvSpPr>
          <p:nvPr/>
        </p:nvSpPr>
        <p:spPr>
          <a:xfrm>
            <a:off x="0" y="8074"/>
            <a:ext cx="8839200" cy="684000"/>
          </a:xfrm>
          <a:prstGeom prst="rect">
            <a:avLst/>
          </a:prstGeom>
        </p:spPr>
        <p:txBody>
          <a:bodyPr anchor="ctr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cap="none" spc="0" baseline="0">
                <a:ln/>
                <a:solidFill>
                  <a:srgbClr val="C00000"/>
                </a:solidFill>
                <a:effectLst/>
                <a:latin typeface="Arial" pitchFamily="34" charset="0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SzPct val="100000"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C00000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单链表的建立</a:t>
            </a:r>
            <a:endParaRPr kumimoji="1" lang="zh-CN" altLang="en-US" sz="3200" b="1" i="0" u="none" strike="noStrike" kern="1200" cap="none" spc="0" normalizeH="0" baseline="0" noProof="0" dirty="0">
              <a:ln/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9EC0D0B8-9367-456F-8548-FD01CA7AD0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5306517"/>
              </p:ext>
            </p:extLst>
          </p:nvPr>
        </p:nvGraphicFramePr>
        <p:xfrm>
          <a:off x="222251" y="2376726"/>
          <a:ext cx="8520518" cy="3411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8" name="思想气泡: 云 7">
            <a:extLst>
              <a:ext uri="{FF2B5EF4-FFF2-40B4-BE49-F238E27FC236}">
                <a16:creationId xmlns:a16="http://schemas.microsoft.com/office/drawing/2014/main" id="{828C03D4-6E0F-4824-ADB0-AE39BEA0FC1B}"/>
              </a:ext>
            </a:extLst>
          </p:cNvPr>
          <p:cNvSpPr/>
          <p:nvPr/>
        </p:nvSpPr>
        <p:spPr>
          <a:xfrm>
            <a:off x="8772451" y="1415045"/>
            <a:ext cx="2034989" cy="787174"/>
          </a:xfrm>
          <a:prstGeom prst="cloudCallout">
            <a:avLst>
              <a:gd name="adj1" fmla="val -99522"/>
              <a:gd name="adj2" fmla="val 76364"/>
            </a:avLst>
          </a:prstGeom>
          <a:blipFill>
            <a:blip r:embed="rId10"/>
            <a:tile tx="0" ty="0" sx="100000" sy="100000" flip="none" algn="tl"/>
          </a:blip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带头结点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CC0B5AF6-B265-4659-988D-FC1F25484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95911"/>
              </p:ext>
            </p:extLst>
          </p:nvPr>
        </p:nvGraphicFramePr>
        <p:xfrm>
          <a:off x="10795454" y="2268949"/>
          <a:ext cx="1346662" cy="865345"/>
        </p:xfrm>
        <a:graphic>
          <a:graphicData uri="http://schemas.openxmlformats.org/drawingml/2006/table">
            <a:tbl>
              <a:tblPr firstRow="1" firstCol="1" bandRow="1"/>
              <a:tblGrid>
                <a:gridCol w="637050">
                  <a:extLst>
                    <a:ext uri="{9D8B030D-6E8A-4147-A177-3AD203B41FA5}">
                      <a16:colId xmlns:a16="http://schemas.microsoft.com/office/drawing/2014/main" val="486302207"/>
                    </a:ext>
                  </a:extLst>
                </a:gridCol>
                <a:gridCol w="709612">
                  <a:extLst>
                    <a:ext uri="{9D8B030D-6E8A-4147-A177-3AD203B41FA5}">
                      <a16:colId xmlns:a16="http://schemas.microsoft.com/office/drawing/2014/main" val="1359098927"/>
                    </a:ext>
                  </a:extLst>
                </a:gridCol>
              </a:tblGrid>
              <a:tr h="158936">
                <a:tc>
                  <a:txBody>
                    <a:bodyPr/>
                    <a:lstStyle/>
                    <a:p>
                      <a:pPr indent="127000" algn="l">
                        <a:lnSpc>
                          <a:spcPct val="12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L,</a:t>
                      </a:r>
                      <a:r>
                        <a:rPr lang="en-US" sz="1600" b="1" kern="1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lang="zh-CN" sz="1600" b="1" kern="10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832727"/>
                  </a:ext>
                </a:extLst>
              </a:tr>
              <a:tr h="158936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79161"/>
                  </a:ext>
                </a:extLst>
              </a:tr>
              <a:tr h="333977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NULL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91552"/>
                  </a:ext>
                </a:extLst>
              </a:tr>
            </a:tbl>
          </a:graphicData>
        </a:graphic>
      </p:graphicFrame>
      <p:cxnSp>
        <p:nvCxnSpPr>
          <p:cNvPr id="20" name="Line 1964">
            <a:extLst>
              <a:ext uri="{FF2B5EF4-FFF2-40B4-BE49-F238E27FC236}">
                <a16:creationId xmlns:a16="http://schemas.microsoft.com/office/drawing/2014/main" id="{6524013F-2AAD-48CF-BEB2-96E81DAA7DE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003480" y="2321235"/>
            <a:ext cx="4349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1" name="Line 1964">
            <a:extLst>
              <a:ext uri="{FF2B5EF4-FFF2-40B4-BE49-F238E27FC236}">
                <a16:creationId xmlns:a16="http://schemas.microsoft.com/office/drawing/2014/main" id="{6C9EA52A-7ABE-48C0-8FA1-D374B514B35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287643" y="2473334"/>
            <a:ext cx="152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</p:spPr>
      </p:cxn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91068699-E058-49B9-A7E1-8A28BCBC0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499477"/>
              </p:ext>
            </p:extLst>
          </p:nvPr>
        </p:nvGraphicFramePr>
        <p:xfrm>
          <a:off x="9636271" y="3526875"/>
          <a:ext cx="2505845" cy="731520"/>
        </p:xfrm>
        <a:graphic>
          <a:graphicData uri="http://schemas.openxmlformats.org/drawingml/2006/table">
            <a:tbl>
              <a:tblPr firstRow="1" firstCol="1" bandRow="1"/>
              <a:tblGrid>
                <a:gridCol w="519617">
                  <a:extLst>
                    <a:ext uri="{9D8B030D-6E8A-4147-A177-3AD203B41FA5}">
                      <a16:colId xmlns:a16="http://schemas.microsoft.com/office/drawing/2014/main" val="2573469105"/>
                    </a:ext>
                  </a:extLst>
                </a:gridCol>
                <a:gridCol w="578804">
                  <a:extLst>
                    <a:ext uri="{9D8B030D-6E8A-4147-A177-3AD203B41FA5}">
                      <a16:colId xmlns:a16="http://schemas.microsoft.com/office/drawing/2014/main" val="862115707"/>
                    </a:ext>
                  </a:extLst>
                </a:gridCol>
                <a:gridCol w="655987">
                  <a:extLst>
                    <a:ext uri="{9D8B030D-6E8A-4147-A177-3AD203B41FA5}">
                      <a16:colId xmlns:a16="http://schemas.microsoft.com/office/drawing/2014/main" val="3860867693"/>
                    </a:ext>
                  </a:extLst>
                </a:gridCol>
                <a:gridCol w="751437">
                  <a:extLst>
                    <a:ext uri="{9D8B030D-6E8A-4147-A177-3AD203B41FA5}">
                      <a16:colId xmlns:a16="http://schemas.microsoft.com/office/drawing/2014/main" val="1322837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L,</a:t>
                      </a:r>
                      <a:r>
                        <a:rPr lang="en-US" sz="1600" b="1" kern="1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lang="zh-CN" sz="1600" b="1" kern="10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1600" b="1" kern="1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686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66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3248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NULL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397835"/>
                  </a:ext>
                </a:extLst>
              </a:tr>
            </a:tbl>
          </a:graphicData>
        </a:graphic>
      </p:graphicFrame>
      <p:cxnSp>
        <p:nvCxnSpPr>
          <p:cNvPr id="28" name="Line 1964">
            <a:extLst>
              <a:ext uri="{FF2B5EF4-FFF2-40B4-BE49-F238E27FC236}">
                <a16:creationId xmlns:a16="http://schemas.microsoft.com/office/drawing/2014/main" id="{F979B848-D6B0-4D28-B108-87833750EB4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710853" y="3582009"/>
            <a:ext cx="4349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84DF27C8-27F9-4E75-AB8C-94744102CE17}"/>
              </a:ext>
            </a:extLst>
          </p:cNvPr>
          <p:cNvCxnSpPr>
            <a:cxnSpLocks/>
          </p:cNvCxnSpPr>
          <p:nvPr/>
        </p:nvCxnSpPr>
        <p:spPr>
          <a:xfrm flipV="1">
            <a:off x="10711672" y="3582010"/>
            <a:ext cx="625390" cy="60974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Line 1964">
            <a:extLst>
              <a:ext uri="{FF2B5EF4-FFF2-40B4-BE49-F238E27FC236}">
                <a16:creationId xmlns:a16="http://schemas.microsoft.com/office/drawing/2014/main" id="{D5A3299D-D959-49BC-B615-063DD886AA2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993428" y="3747109"/>
            <a:ext cx="1508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31" name="Line 1964">
            <a:extLst>
              <a:ext uri="{FF2B5EF4-FFF2-40B4-BE49-F238E27FC236}">
                <a16:creationId xmlns:a16="http://schemas.microsoft.com/office/drawing/2014/main" id="{BD87F592-206B-4DA4-A949-5972E0DACE7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187838" y="3697897"/>
            <a:ext cx="152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</p:spPr>
      </p:cxn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CD4AC1F3-1F10-4B55-A634-02F0FC831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093267"/>
              </p:ext>
            </p:extLst>
          </p:nvPr>
        </p:nvGraphicFramePr>
        <p:xfrm>
          <a:off x="8707979" y="4657707"/>
          <a:ext cx="3434137" cy="731520"/>
        </p:xfrm>
        <a:graphic>
          <a:graphicData uri="http://schemas.openxmlformats.org/drawingml/2006/table">
            <a:tbl>
              <a:tblPr firstRow="1" firstCol="1" bandRow="1"/>
              <a:tblGrid>
                <a:gridCol w="447989">
                  <a:extLst>
                    <a:ext uri="{9D8B030D-6E8A-4147-A177-3AD203B41FA5}">
                      <a16:colId xmlns:a16="http://schemas.microsoft.com/office/drawing/2014/main" val="4090239823"/>
                    </a:ext>
                  </a:extLst>
                </a:gridCol>
                <a:gridCol w="499017">
                  <a:extLst>
                    <a:ext uri="{9D8B030D-6E8A-4147-A177-3AD203B41FA5}">
                      <a16:colId xmlns:a16="http://schemas.microsoft.com/office/drawing/2014/main" val="881013786"/>
                    </a:ext>
                  </a:extLst>
                </a:gridCol>
                <a:gridCol w="480461">
                  <a:extLst>
                    <a:ext uri="{9D8B030D-6E8A-4147-A177-3AD203B41FA5}">
                      <a16:colId xmlns:a16="http://schemas.microsoft.com/office/drawing/2014/main" val="3702506569"/>
                    </a:ext>
                  </a:extLst>
                </a:gridCol>
                <a:gridCol w="762773">
                  <a:extLst>
                    <a:ext uri="{9D8B030D-6E8A-4147-A177-3AD203B41FA5}">
                      <a16:colId xmlns:a16="http://schemas.microsoft.com/office/drawing/2014/main" val="824866418"/>
                    </a:ext>
                  </a:extLst>
                </a:gridCol>
                <a:gridCol w="524469">
                  <a:extLst>
                    <a:ext uri="{9D8B030D-6E8A-4147-A177-3AD203B41FA5}">
                      <a16:colId xmlns:a16="http://schemas.microsoft.com/office/drawing/2014/main" val="4247955435"/>
                    </a:ext>
                  </a:extLst>
                </a:gridCol>
                <a:gridCol w="719428">
                  <a:extLst>
                    <a:ext uri="{9D8B030D-6E8A-4147-A177-3AD203B41FA5}">
                      <a16:colId xmlns:a16="http://schemas.microsoft.com/office/drawing/2014/main" val="36834255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lang="zh-CN" sz="1600" b="1" kern="10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1600" b="1" kern="1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31002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646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66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endParaRPr lang="en-US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77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175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NULL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349350"/>
                  </a:ext>
                </a:extLst>
              </a:tr>
            </a:tbl>
          </a:graphicData>
        </a:graphic>
      </p:graphicFrame>
      <p:cxnSp>
        <p:nvCxnSpPr>
          <p:cNvPr id="44" name="Line 1964">
            <a:extLst>
              <a:ext uri="{FF2B5EF4-FFF2-40B4-BE49-F238E27FC236}">
                <a16:creationId xmlns:a16="http://schemas.microsoft.com/office/drawing/2014/main" id="{E05F3026-ADF1-4ACB-9F5C-B36B5E595ED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642906" y="4689458"/>
            <a:ext cx="4349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15807ADE-1E72-43EA-B55B-80A6D2C95C78}"/>
              </a:ext>
            </a:extLst>
          </p:cNvPr>
          <p:cNvCxnSpPr/>
          <p:nvPr/>
        </p:nvCxnSpPr>
        <p:spPr>
          <a:xfrm flipV="1">
            <a:off x="9547823" y="4691045"/>
            <a:ext cx="549275" cy="61595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Line 1964">
            <a:extLst>
              <a:ext uri="{FF2B5EF4-FFF2-40B4-BE49-F238E27FC236}">
                <a16:creationId xmlns:a16="http://schemas.microsoft.com/office/drawing/2014/main" id="{84654353-C4E3-45A1-A4E7-3BECED8C7B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944698" y="4849795"/>
            <a:ext cx="152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47" name="Line 1964">
            <a:extLst>
              <a:ext uri="{FF2B5EF4-FFF2-40B4-BE49-F238E27FC236}">
                <a16:creationId xmlns:a16="http://schemas.microsoft.com/office/drawing/2014/main" id="{399E3240-029F-42FC-B0E3-483CE32C143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234873" y="4838683"/>
            <a:ext cx="1508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A93DA164-AC02-4DD3-8B79-AECBD8D2C8BC}"/>
              </a:ext>
            </a:extLst>
          </p:cNvPr>
          <p:cNvCxnSpPr/>
          <p:nvPr/>
        </p:nvCxnSpPr>
        <p:spPr>
          <a:xfrm flipV="1">
            <a:off x="10850698" y="4689458"/>
            <a:ext cx="547688" cy="61753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0180E74-6B3F-4F0D-B12A-E4D4BA855386}"/>
              </a:ext>
            </a:extLst>
          </p:cNvPr>
          <p:cNvGrpSpPr/>
          <p:nvPr/>
        </p:nvGrpSpPr>
        <p:grpSpPr>
          <a:xfrm>
            <a:off x="1914894" y="5442059"/>
            <a:ext cx="5936636" cy="1131079"/>
            <a:chOff x="3258953" y="5469299"/>
            <a:chExt cx="5936636" cy="1131079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181B2C55-5B59-4911-A021-BCE1357E2254}"/>
                </a:ext>
              </a:extLst>
            </p:cNvPr>
            <p:cNvSpPr txBox="1"/>
            <p:nvPr/>
          </p:nvSpPr>
          <p:spPr>
            <a:xfrm>
              <a:off x="4149968" y="5469299"/>
              <a:ext cx="5045621" cy="1131079"/>
            </a:xfrm>
            <a:prstGeom prst="rect">
              <a:avLst/>
            </a:prstGeom>
            <a:blipFill>
              <a:blip r:embed="rId10"/>
              <a:tile tx="0" ty="0" sx="100000" sy="100000" flip="none" algn="tl"/>
            </a:blip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Clr>
                  <a:srgbClr val="FF0000"/>
                </a:buClr>
                <a:buFont typeface="黑体" panose="02010609060101010101" pitchFamily="49" charset="-122"/>
                <a:buChar char="★"/>
              </a:pPr>
              <a:r>
                <a:rPr lang="zh-CN" altLang="en-US" sz="2400" b="1">
                  <a:solidFill>
                    <a:srgbClr val="0000FF"/>
                  </a:solidFill>
                  <a:latin typeface="Consolas" panose="020B0609020204030204" pitchFamily="49" charset="0"/>
                </a:rPr>
                <a:t>链接：</a:t>
              </a:r>
              <a:r>
                <a:rPr lang="en-US" altLang="zh-CN" sz="2400" b="1">
                  <a:highlight>
                    <a:srgbClr val="FFFF00"/>
                  </a:highlight>
                  <a:latin typeface="Consolas" panose="020B0609020204030204" pitchFamily="49" charset="0"/>
                </a:rPr>
                <a:t>r-&gt;next=p;</a:t>
              </a:r>
            </a:p>
            <a:p>
              <a:pPr marL="342900" indent="-342900">
                <a:lnSpc>
                  <a:spcPct val="150000"/>
                </a:lnSpc>
                <a:buClr>
                  <a:srgbClr val="FF0000"/>
                </a:buClr>
                <a:buFont typeface="黑体" panose="02010609060101010101" pitchFamily="49" charset="-122"/>
                <a:buChar char="★"/>
              </a:pPr>
              <a:r>
                <a:rPr lang="en-US" altLang="zh-CN" sz="2400" b="1">
                  <a:solidFill>
                    <a:srgbClr val="0000FF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r</a:t>
              </a:r>
              <a:r>
                <a:rPr lang="zh-CN" altLang="en-US" sz="2400" b="1">
                  <a:solidFill>
                    <a:srgbClr val="0000FF"/>
                  </a:solidFill>
                  <a:latin typeface="Consolas" panose="020B0609020204030204" pitchFamily="49" charset="0"/>
                </a:rPr>
                <a:t>始终指向表尾</a:t>
              </a:r>
              <a:r>
                <a:rPr kumimoji="0" lang="en-US" altLang="zh-CN" sz="2400" b="1" i="0" u="none" strike="noStrike" kern="1200" cap="none" spc="0" normalizeH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(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交付</a:t>
              </a:r>
              <a:r>
                <a:rPr kumimoji="0" lang="en-US" altLang="zh-CN" sz="2400" b="1" i="0" u="none" strike="noStrike" kern="1200" cap="none" spc="0" normalizeH="0" noProof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)</a:t>
              </a:r>
              <a:r>
                <a:rPr lang="zh-CN" altLang="en-US" sz="2400" b="1">
                  <a:solidFill>
                    <a:srgbClr val="0000FF"/>
                  </a:solidFill>
                  <a:latin typeface="Consolas" panose="020B0609020204030204" pitchFamily="49" charset="0"/>
                </a:rPr>
                <a:t>：</a:t>
              </a:r>
              <a:r>
                <a:rPr lang="en-US" altLang="zh-CN" sz="2400" b="1">
                  <a:highlight>
                    <a:srgbClr val="FFFF00"/>
                  </a:highlight>
                  <a:latin typeface="Consolas" panose="020B0609020204030204" pitchFamily="49" charset="0"/>
                </a:rPr>
                <a:t>r=p;</a:t>
              </a:r>
              <a:endParaRPr lang="zh-CN" altLang="en-US" sz="2400" b="1">
                <a:highlight>
                  <a:srgbClr val="FFFF00"/>
                </a:highlight>
                <a:latin typeface="Consolas" panose="020B0609020204030204" pitchFamily="49" charset="0"/>
              </a:endParaRPr>
            </a:p>
          </p:txBody>
        </p:sp>
        <p:pic>
          <p:nvPicPr>
            <p:cNvPr id="50" name="Picture 2">
              <a:extLst>
                <a:ext uri="{FF2B5EF4-FFF2-40B4-BE49-F238E27FC236}">
                  <a16:creationId xmlns:a16="http://schemas.microsoft.com/office/drawing/2014/main" id="{2D67743A-AF41-415E-B1CD-3DE694B84A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044" r="6153" b="4640"/>
            <a:stretch/>
          </p:blipFill>
          <p:spPr bwMode="auto">
            <a:xfrm>
              <a:off x="3258953" y="5690634"/>
              <a:ext cx="808289" cy="691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3" name="思想气泡: 云 52">
            <a:extLst>
              <a:ext uri="{FF2B5EF4-FFF2-40B4-BE49-F238E27FC236}">
                <a16:creationId xmlns:a16="http://schemas.microsoft.com/office/drawing/2014/main" id="{3A1A74C8-5E89-4AFA-A448-F8866414F207}"/>
              </a:ext>
            </a:extLst>
          </p:cNvPr>
          <p:cNvSpPr/>
          <p:nvPr/>
        </p:nvSpPr>
        <p:spPr>
          <a:xfrm>
            <a:off x="8117201" y="5552871"/>
            <a:ext cx="1811139" cy="553568"/>
          </a:xfrm>
          <a:prstGeom prst="cloudCallout">
            <a:avLst>
              <a:gd name="adj1" fmla="val -131265"/>
              <a:gd name="adj2" fmla="val 72251"/>
            </a:avLst>
          </a:prstGeom>
          <a:blipFill>
            <a:blip r:embed="rId10"/>
            <a:tile tx="0" ty="0" sx="100000" sy="100000" flip="none" algn="tl"/>
          </a:blip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新表尾</a:t>
            </a:r>
          </a:p>
        </p:txBody>
      </p:sp>
    </p:spTree>
    <p:extLst>
      <p:ext uri="{BB962C8B-B14F-4D97-AF65-F5344CB8AC3E}">
        <p14:creationId xmlns:p14="http://schemas.microsoft.com/office/powerpoint/2010/main" val="3087045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8" grpId="0" animBg="1"/>
      <p:bldP spid="5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8BC0DD03-1095-43F8-8AA2-D2D61F2632C6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A82245AB-D4AC-4AFD-9558-E2464E98BC71}"/>
              </a:ext>
            </a:extLst>
          </p:cNvPr>
          <p:cNvSpPr txBox="1">
            <a:spLocks/>
          </p:cNvSpPr>
          <p:nvPr/>
        </p:nvSpPr>
        <p:spPr>
          <a:xfrm>
            <a:off x="0" y="8074"/>
            <a:ext cx="8839200" cy="684000"/>
          </a:xfrm>
          <a:prstGeom prst="rect">
            <a:avLst/>
          </a:prstGeom>
        </p:spPr>
        <p:txBody>
          <a:bodyPr anchor="ctr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cap="none" spc="0" baseline="0">
                <a:ln/>
                <a:solidFill>
                  <a:srgbClr val="C00000"/>
                </a:solidFill>
                <a:effectLst/>
                <a:latin typeface="Arial" pitchFamily="34" charset="0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SzPct val="100000"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C00000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单链表的建立</a:t>
            </a:r>
            <a:endParaRPr kumimoji="1" lang="zh-CN" altLang="en-US" sz="3200" b="1" i="0" u="none" strike="noStrike" kern="1200" cap="none" spc="0" normalizeH="0" baseline="0" noProof="0" dirty="0">
              <a:ln/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F445F3B-2E55-4D25-B4C5-51A83CDF6758}"/>
              </a:ext>
            </a:extLst>
          </p:cNvPr>
          <p:cNvSpPr txBox="1">
            <a:spLocks/>
          </p:cNvSpPr>
          <p:nvPr/>
        </p:nvSpPr>
        <p:spPr bwMode="auto">
          <a:xfrm>
            <a:off x="61546" y="726007"/>
            <a:ext cx="11922369" cy="422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just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400" b="1" i="0" baseline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just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 b="1" i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just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Char char="•"/>
              <a:defRPr sz="2400" b="1" i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just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–"/>
              <a:defRPr sz="2400" b="1" i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just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»"/>
              <a:defRPr sz="2400" b="1" i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9pPr>
          </a:lstStyle>
          <a:p>
            <a:pPr marL="88900" indent="-88900">
              <a:lnSpc>
                <a:spcPct val="100000"/>
              </a:lnSpc>
              <a:buFont typeface="Wingdings" pitchFamily="2" charset="2"/>
              <a:buNone/>
            </a:pPr>
            <a:r>
              <a:rPr lang="zh-CN" altLang="en-US" sz="2000" kern="0">
                <a:solidFill>
                  <a:srgbClr val="0000FF"/>
                </a:solidFill>
              </a:rPr>
              <a:t>例</a:t>
            </a:r>
            <a:r>
              <a:rPr lang="en-US" altLang="zh-CN" sz="2000" kern="0">
                <a:solidFill>
                  <a:srgbClr val="0000FF"/>
                </a:solidFill>
              </a:rPr>
              <a:t>8-11</a:t>
            </a:r>
            <a:r>
              <a:rPr lang="en-US" altLang="zh-CN" sz="2000" kern="0">
                <a:solidFill>
                  <a:srgbClr val="C00000"/>
                </a:solidFill>
              </a:rPr>
              <a:t> </a:t>
            </a:r>
            <a:r>
              <a:rPr lang="zh-CN" altLang="en-US" sz="2000" kern="0">
                <a:solidFill>
                  <a:schemeClr val="tx1"/>
                </a:solidFill>
              </a:rPr>
              <a:t>编写一个函数，用</a:t>
            </a:r>
            <a:r>
              <a:rPr lang="zh-CN" altLang="en-US" sz="2000" kern="0">
                <a:solidFill>
                  <a:srgbClr val="0000FF"/>
                </a:solidFill>
              </a:rPr>
              <a:t>尾插法</a:t>
            </a:r>
            <a:r>
              <a:rPr lang="zh-CN" altLang="en-US" sz="2000" kern="0">
                <a:solidFill>
                  <a:schemeClr val="tx1"/>
                </a:solidFill>
              </a:rPr>
              <a:t>建立一个</a:t>
            </a:r>
            <a:r>
              <a:rPr lang="zh-CN" altLang="en-US" sz="2000" kern="0">
                <a:solidFill>
                  <a:srgbClr val="0000FF"/>
                </a:solidFill>
              </a:rPr>
              <a:t>带头结点</a:t>
            </a:r>
            <a:r>
              <a:rPr lang="zh-CN" altLang="en-US" sz="2000" kern="0">
                <a:solidFill>
                  <a:schemeClr val="tx1"/>
                </a:solidFill>
              </a:rPr>
              <a:t>的单向链表。</a:t>
            </a:r>
            <a:endParaRPr lang="zh-CN" altLang="en-US" sz="2000" kern="0" dirty="0">
              <a:solidFill>
                <a:schemeClr val="tx1"/>
              </a:solidFill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D87EA79-654D-4418-A753-5F0FD7BEA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850585"/>
              </p:ext>
            </p:extLst>
          </p:nvPr>
        </p:nvGraphicFramePr>
        <p:xfrm>
          <a:off x="3097525" y="3709710"/>
          <a:ext cx="487018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7018">
                  <a:extLst>
                    <a:ext uri="{9D8B030D-6E8A-4147-A177-3AD203B41FA5}">
                      <a16:colId xmlns:a16="http://schemas.microsoft.com/office/drawing/2014/main" val="1422909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562662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A91488BB-425B-4011-9A73-259FCA34A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510100"/>
              </p:ext>
            </p:extLst>
          </p:nvPr>
        </p:nvGraphicFramePr>
        <p:xfrm>
          <a:off x="641292" y="1612416"/>
          <a:ext cx="1063490" cy="17994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745">
                  <a:extLst>
                    <a:ext uri="{9D8B030D-6E8A-4147-A177-3AD203B41FA5}">
                      <a16:colId xmlns:a16="http://schemas.microsoft.com/office/drawing/2014/main" val="1753581683"/>
                    </a:ext>
                  </a:extLst>
                </a:gridCol>
                <a:gridCol w="531745">
                  <a:extLst>
                    <a:ext uri="{9D8B030D-6E8A-4147-A177-3AD203B41FA5}">
                      <a16:colId xmlns:a16="http://schemas.microsoft.com/office/drawing/2014/main" val="2805155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head</a:t>
                      </a:r>
                      <a:endParaRPr lang="zh-CN" altLang="en-US" sz="1600" b="1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745193"/>
                  </a:ext>
                </a:extLst>
              </a:tr>
              <a:tr h="394939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 </a:t>
                      </a:r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 </a:t>
                      </a:r>
                      <a:endParaRPr lang="zh-CN" altLang="en-US"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pattFill prst="lt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329186526"/>
                  </a:ext>
                </a:extLst>
              </a:tr>
              <a:tr h="394939"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pattFill prst="lt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50017569"/>
                  </a:ext>
                </a:extLst>
              </a:tr>
              <a:tr h="394939">
                <a:tc vMerge="1">
                  <a:txBody>
                    <a:bodyPr/>
                    <a:lstStyle/>
                    <a:p>
                      <a:pPr algn="r"/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225285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212750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1C0D8B00-0016-47D1-9D34-C8CD5F5F3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040215"/>
              </p:ext>
            </p:extLst>
          </p:nvPr>
        </p:nvGraphicFramePr>
        <p:xfrm>
          <a:off x="2185781" y="1976479"/>
          <a:ext cx="1869521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2505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  <a:gridCol w="877016">
                  <a:extLst>
                    <a:ext uri="{9D8B030D-6E8A-4147-A177-3AD203B41FA5}">
                      <a16:colId xmlns:a16="http://schemas.microsoft.com/office/drawing/2014/main" val="1772457910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10001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89.5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16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F4117F54-3432-4714-B7A7-C75615DF6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654017"/>
              </p:ext>
            </p:extLst>
          </p:nvPr>
        </p:nvGraphicFramePr>
        <p:xfrm>
          <a:off x="7279542" y="1847294"/>
          <a:ext cx="844827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827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10001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89.5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AFCBB9F4-F33C-46C7-9A50-EECB1347F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182725"/>
              </p:ext>
            </p:extLst>
          </p:nvPr>
        </p:nvGraphicFramePr>
        <p:xfrm>
          <a:off x="8394441" y="1847293"/>
          <a:ext cx="1670876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5438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  <a:gridCol w="835438">
                  <a:extLst>
                    <a:ext uri="{9D8B030D-6E8A-4147-A177-3AD203B41FA5}">
                      <a16:colId xmlns:a16="http://schemas.microsoft.com/office/drawing/2014/main" val="1772457910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16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433B08A0-9CCC-4F6C-BD3A-8AD95774F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215805"/>
              </p:ext>
            </p:extLst>
          </p:nvPr>
        </p:nvGraphicFramePr>
        <p:xfrm>
          <a:off x="8293978" y="1235236"/>
          <a:ext cx="487018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7018">
                  <a:extLst>
                    <a:ext uri="{9D8B030D-6E8A-4147-A177-3AD203B41FA5}">
                      <a16:colId xmlns:a16="http://schemas.microsoft.com/office/drawing/2014/main" val="1422909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562662"/>
                  </a:ext>
                </a:extLst>
              </a:tr>
            </a:tbl>
          </a:graphicData>
        </a:graphic>
      </p:graphicFrame>
      <p:sp>
        <p:nvSpPr>
          <p:cNvPr id="24" name="任意多边形 48">
            <a:extLst>
              <a:ext uri="{FF2B5EF4-FFF2-40B4-BE49-F238E27FC236}">
                <a16:creationId xmlns:a16="http://schemas.microsoft.com/office/drawing/2014/main" id="{139434B0-EEEE-4ED5-BA8B-DCF0E29D44F1}"/>
              </a:ext>
            </a:extLst>
          </p:cNvPr>
          <p:cNvSpPr/>
          <p:nvPr/>
        </p:nvSpPr>
        <p:spPr>
          <a:xfrm>
            <a:off x="8233699" y="1325588"/>
            <a:ext cx="178905" cy="725556"/>
          </a:xfrm>
          <a:custGeom>
            <a:avLst/>
            <a:gdLst>
              <a:gd name="connsiteX0" fmla="*/ 0 w 178905"/>
              <a:gd name="connsiteY0" fmla="*/ 0 h 725556"/>
              <a:gd name="connsiteX1" fmla="*/ 0 w 178905"/>
              <a:gd name="connsiteY1" fmla="*/ 725556 h 725556"/>
              <a:gd name="connsiteX2" fmla="*/ 178905 w 178905"/>
              <a:gd name="connsiteY2" fmla="*/ 725556 h 72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905" h="725556">
                <a:moveTo>
                  <a:pt x="0" y="0"/>
                </a:moveTo>
                <a:lnTo>
                  <a:pt x="0" y="725556"/>
                </a:lnTo>
                <a:lnTo>
                  <a:pt x="178905" y="725556"/>
                </a:lnTo>
              </a:path>
            </a:pathLst>
          </a:cu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5E0E4FD5-725A-4E5D-8278-0869E783A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550717"/>
              </p:ext>
            </p:extLst>
          </p:nvPr>
        </p:nvGraphicFramePr>
        <p:xfrm>
          <a:off x="2152931" y="4398391"/>
          <a:ext cx="914086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086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10001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89.5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C19EAD1-0F37-4DE3-A953-8B02F40EE6C1}"/>
              </a:ext>
            </a:extLst>
          </p:cNvPr>
          <p:cNvCxnSpPr>
            <a:cxnSpLocks/>
          </p:cNvCxnSpPr>
          <p:nvPr/>
        </p:nvCxnSpPr>
        <p:spPr>
          <a:xfrm>
            <a:off x="942069" y="3039664"/>
            <a:ext cx="230968" cy="0"/>
          </a:xfrm>
          <a:prstGeom prst="straightConnector1">
            <a:avLst/>
          </a:pr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E709D548-6BA4-40A7-816E-C19EA4A13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549150"/>
              </p:ext>
            </p:extLst>
          </p:nvPr>
        </p:nvGraphicFramePr>
        <p:xfrm>
          <a:off x="3267828" y="4398390"/>
          <a:ext cx="1727372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3686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  <a:gridCol w="863686">
                  <a:extLst>
                    <a:ext uri="{9D8B030D-6E8A-4147-A177-3AD203B41FA5}">
                      <a16:colId xmlns:a16="http://schemas.microsoft.com/office/drawing/2014/main" val="1772457910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16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08F380F6-2F46-4F5D-AD77-B214FF673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519737"/>
              </p:ext>
            </p:extLst>
          </p:nvPr>
        </p:nvGraphicFramePr>
        <p:xfrm>
          <a:off x="7855904" y="5800871"/>
          <a:ext cx="971665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3665">
                  <a:extLst>
                    <a:ext uri="{9D8B030D-6E8A-4147-A177-3AD203B41FA5}">
                      <a16:colId xmlns:a16="http://schemas.microsoft.com/office/drawing/2014/main" val="376550644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422909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83594369"/>
                  </a:ext>
                </a:extLst>
              </a:tr>
            </a:tbl>
          </a:graphicData>
        </a:graphic>
      </p:graphicFrame>
      <p:sp>
        <p:nvSpPr>
          <p:cNvPr id="31" name="任意多边形 61">
            <a:extLst>
              <a:ext uri="{FF2B5EF4-FFF2-40B4-BE49-F238E27FC236}">
                <a16:creationId xmlns:a16="http://schemas.microsoft.com/office/drawing/2014/main" id="{66971F75-2F63-4CC3-BCC4-A95AD9021A81}"/>
              </a:ext>
            </a:extLst>
          </p:cNvPr>
          <p:cNvSpPr/>
          <p:nvPr/>
        </p:nvSpPr>
        <p:spPr>
          <a:xfrm>
            <a:off x="3107087" y="3876685"/>
            <a:ext cx="178905" cy="725556"/>
          </a:xfrm>
          <a:custGeom>
            <a:avLst/>
            <a:gdLst>
              <a:gd name="connsiteX0" fmla="*/ 0 w 178905"/>
              <a:gd name="connsiteY0" fmla="*/ 0 h 725556"/>
              <a:gd name="connsiteX1" fmla="*/ 0 w 178905"/>
              <a:gd name="connsiteY1" fmla="*/ 725556 h 725556"/>
              <a:gd name="connsiteX2" fmla="*/ 178905 w 178905"/>
              <a:gd name="connsiteY2" fmla="*/ 725556 h 72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905" h="725556">
                <a:moveTo>
                  <a:pt x="0" y="0"/>
                </a:moveTo>
                <a:lnTo>
                  <a:pt x="0" y="725556"/>
                </a:lnTo>
                <a:lnTo>
                  <a:pt x="178905" y="725556"/>
                </a:lnTo>
              </a:path>
            </a:pathLst>
          </a:cu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任意多边形 62">
            <a:extLst>
              <a:ext uri="{FF2B5EF4-FFF2-40B4-BE49-F238E27FC236}">
                <a16:creationId xmlns:a16="http://schemas.microsoft.com/office/drawing/2014/main" id="{543A37ED-E66A-4096-8628-07A404C6F8B2}"/>
              </a:ext>
            </a:extLst>
          </p:cNvPr>
          <p:cNvSpPr/>
          <p:nvPr/>
        </p:nvSpPr>
        <p:spPr>
          <a:xfrm>
            <a:off x="2550495" y="4699272"/>
            <a:ext cx="734886" cy="665651"/>
          </a:xfrm>
          <a:custGeom>
            <a:avLst/>
            <a:gdLst>
              <a:gd name="connsiteX0" fmla="*/ 0 w 586408"/>
              <a:gd name="connsiteY0" fmla="*/ 983974 h 983974"/>
              <a:gd name="connsiteX1" fmla="*/ 447261 w 586408"/>
              <a:gd name="connsiteY1" fmla="*/ 983974 h 983974"/>
              <a:gd name="connsiteX2" fmla="*/ 447261 w 586408"/>
              <a:gd name="connsiteY2" fmla="*/ 0 h 983974"/>
              <a:gd name="connsiteX3" fmla="*/ 586408 w 586408"/>
              <a:gd name="connsiteY3" fmla="*/ 0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408" h="983974">
                <a:moveTo>
                  <a:pt x="0" y="983974"/>
                </a:moveTo>
                <a:lnTo>
                  <a:pt x="447261" y="983974"/>
                </a:lnTo>
                <a:lnTo>
                  <a:pt x="447261" y="0"/>
                </a:lnTo>
                <a:lnTo>
                  <a:pt x="586408" y="0"/>
                </a:lnTo>
              </a:path>
            </a:pathLst>
          </a:cu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D020D10B-A215-4374-BDEF-A5440504A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811061"/>
              </p:ext>
            </p:extLst>
          </p:nvPr>
        </p:nvGraphicFramePr>
        <p:xfrm>
          <a:off x="7437611" y="4377366"/>
          <a:ext cx="904126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126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10001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89.5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003DD570-F8E3-4C8F-9F75-11E62A8C8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013979"/>
              </p:ext>
            </p:extLst>
          </p:nvPr>
        </p:nvGraphicFramePr>
        <p:xfrm>
          <a:off x="8645487" y="4356812"/>
          <a:ext cx="1622760" cy="12129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4997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  <a:gridCol w="787763">
                  <a:extLst>
                    <a:ext uri="{9D8B030D-6E8A-4147-A177-3AD203B41FA5}">
                      <a16:colId xmlns:a16="http://schemas.microsoft.com/office/drawing/2014/main" val="1772457910"/>
                    </a:ext>
                  </a:extLst>
                </a:gridCol>
              </a:tblGrid>
              <a:tr h="4043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4043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16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404308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A9605028-64B9-4F0B-92D6-27F6A5F5E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49522"/>
              </p:ext>
            </p:extLst>
          </p:nvPr>
        </p:nvGraphicFramePr>
        <p:xfrm>
          <a:off x="8531821" y="3622325"/>
          <a:ext cx="487018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7018">
                  <a:extLst>
                    <a:ext uri="{9D8B030D-6E8A-4147-A177-3AD203B41FA5}">
                      <a16:colId xmlns:a16="http://schemas.microsoft.com/office/drawing/2014/main" val="1422909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562662"/>
                  </a:ext>
                </a:extLst>
              </a:tr>
            </a:tbl>
          </a:graphicData>
        </a:graphic>
      </p:graphicFrame>
      <p:sp>
        <p:nvSpPr>
          <p:cNvPr id="38" name="任意多边形 32">
            <a:extLst>
              <a:ext uri="{FF2B5EF4-FFF2-40B4-BE49-F238E27FC236}">
                <a16:creationId xmlns:a16="http://schemas.microsoft.com/office/drawing/2014/main" id="{7A85BFFC-D266-4BDF-8B53-50ACF7F4AA54}"/>
              </a:ext>
            </a:extLst>
          </p:cNvPr>
          <p:cNvSpPr/>
          <p:nvPr/>
        </p:nvSpPr>
        <p:spPr>
          <a:xfrm>
            <a:off x="8507670" y="3834146"/>
            <a:ext cx="142791" cy="612843"/>
          </a:xfrm>
          <a:custGeom>
            <a:avLst/>
            <a:gdLst>
              <a:gd name="connsiteX0" fmla="*/ 0 w 178905"/>
              <a:gd name="connsiteY0" fmla="*/ 0 h 725556"/>
              <a:gd name="connsiteX1" fmla="*/ 0 w 178905"/>
              <a:gd name="connsiteY1" fmla="*/ 725556 h 725556"/>
              <a:gd name="connsiteX2" fmla="*/ 178905 w 178905"/>
              <a:gd name="connsiteY2" fmla="*/ 725556 h 72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905" h="725556">
                <a:moveTo>
                  <a:pt x="0" y="0"/>
                </a:moveTo>
                <a:lnTo>
                  <a:pt x="0" y="725556"/>
                </a:lnTo>
                <a:lnTo>
                  <a:pt x="178905" y="725556"/>
                </a:lnTo>
              </a:path>
            </a:pathLst>
          </a:cu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任意多边形 33">
            <a:extLst>
              <a:ext uri="{FF2B5EF4-FFF2-40B4-BE49-F238E27FC236}">
                <a16:creationId xmlns:a16="http://schemas.microsoft.com/office/drawing/2014/main" id="{75C119DA-C323-44CE-AA3D-F861A6391C1E}"/>
              </a:ext>
            </a:extLst>
          </p:cNvPr>
          <p:cNvSpPr/>
          <p:nvPr/>
        </p:nvSpPr>
        <p:spPr>
          <a:xfrm>
            <a:off x="7933127" y="4575826"/>
            <a:ext cx="717334" cy="768073"/>
          </a:xfrm>
          <a:custGeom>
            <a:avLst/>
            <a:gdLst>
              <a:gd name="connsiteX0" fmla="*/ 0 w 586408"/>
              <a:gd name="connsiteY0" fmla="*/ 983974 h 983974"/>
              <a:gd name="connsiteX1" fmla="*/ 447261 w 586408"/>
              <a:gd name="connsiteY1" fmla="*/ 983974 h 983974"/>
              <a:gd name="connsiteX2" fmla="*/ 447261 w 586408"/>
              <a:gd name="connsiteY2" fmla="*/ 0 h 983974"/>
              <a:gd name="connsiteX3" fmla="*/ 586408 w 586408"/>
              <a:gd name="connsiteY3" fmla="*/ 0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408" h="983974">
                <a:moveTo>
                  <a:pt x="0" y="983974"/>
                </a:moveTo>
                <a:lnTo>
                  <a:pt x="447261" y="983974"/>
                </a:lnTo>
                <a:lnTo>
                  <a:pt x="447261" y="0"/>
                </a:lnTo>
                <a:lnTo>
                  <a:pt x="586408" y="0"/>
                </a:lnTo>
              </a:path>
            </a:pathLst>
          </a:cu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任意多边形 8">
            <a:extLst>
              <a:ext uri="{FF2B5EF4-FFF2-40B4-BE49-F238E27FC236}">
                <a16:creationId xmlns:a16="http://schemas.microsoft.com/office/drawing/2014/main" id="{CE5A7C4B-8988-4029-8389-35737DDE5FFB}"/>
              </a:ext>
            </a:extLst>
          </p:cNvPr>
          <p:cNvSpPr/>
          <p:nvPr/>
        </p:nvSpPr>
        <p:spPr>
          <a:xfrm>
            <a:off x="8537487" y="4715913"/>
            <a:ext cx="108000" cy="1202635"/>
          </a:xfrm>
          <a:custGeom>
            <a:avLst/>
            <a:gdLst>
              <a:gd name="connsiteX0" fmla="*/ 0 w 69574"/>
              <a:gd name="connsiteY0" fmla="*/ 1202635 h 1202635"/>
              <a:gd name="connsiteX1" fmla="*/ 0 w 69574"/>
              <a:gd name="connsiteY1" fmla="*/ 0 h 1202635"/>
              <a:gd name="connsiteX2" fmla="*/ 69574 w 69574"/>
              <a:gd name="connsiteY2" fmla="*/ 0 h 1202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574" h="1202635">
                <a:moveTo>
                  <a:pt x="0" y="1202635"/>
                </a:moveTo>
                <a:lnTo>
                  <a:pt x="0" y="0"/>
                </a:lnTo>
                <a:lnTo>
                  <a:pt x="69574" y="0"/>
                </a:lnTo>
              </a:path>
            </a:pathLst>
          </a:cu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思想气泡: 云 40">
            <a:extLst>
              <a:ext uri="{FF2B5EF4-FFF2-40B4-BE49-F238E27FC236}">
                <a16:creationId xmlns:a16="http://schemas.microsoft.com/office/drawing/2014/main" id="{C6969BA5-CFD5-42C4-9D07-2063D6DB0B7E}"/>
              </a:ext>
            </a:extLst>
          </p:cNvPr>
          <p:cNvSpPr/>
          <p:nvPr/>
        </p:nvSpPr>
        <p:spPr>
          <a:xfrm>
            <a:off x="2663228" y="5874431"/>
            <a:ext cx="2648439" cy="697097"/>
          </a:xfrm>
          <a:prstGeom prst="cloudCallout">
            <a:avLst>
              <a:gd name="adj1" fmla="val -32999"/>
              <a:gd name="adj2" fmla="val -121361"/>
            </a:avLst>
          </a:prstGeom>
          <a:blipFill>
            <a:blip r:embed="rId3"/>
            <a:tile tx="0" ty="0" sx="100000" sy="100000" flip="none" algn="tl"/>
          </a:blip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r-&gt;next=p</a:t>
            </a: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链入</a:t>
            </a:r>
          </a:p>
        </p:txBody>
      </p:sp>
      <p:sp>
        <p:nvSpPr>
          <p:cNvPr id="42" name="思想气泡: 云 41">
            <a:extLst>
              <a:ext uri="{FF2B5EF4-FFF2-40B4-BE49-F238E27FC236}">
                <a16:creationId xmlns:a16="http://schemas.microsoft.com/office/drawing/2014/main" id="{191A95C6-BE5C-4BD3-8762-CC8601216143}"/>
              </a:ext>
            </a:extLst>
          </p:cNvPr>
          <p:cNvSpPr/>
          <p:nvPr/>
        </p:nvSpPr>
        <p:spPr>
          <a:xfrm>
            <a:off x="4889254" y="3361162"/>
            <a:ext cx="1810100" cy="697097"/>
          </a:xfrm>
          <a:prstGeom prst="cloudCallout">
            <a:avLst>
              <a:gd name="adj1" fmla="val 71961"/>
              <a:gd name="adj2" fmla="val -88072"/>
            </a:avLst>
          </a:prstGeom>
          <a:blipFill>
            <a:blip r:embed="rId3"/>
            <a:tile tx="0" ty="0" sx="100000" sy="100000" flip="none" algn="tl"/>
          </a:blip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r=p</a:t>
            </a: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</a:t>
            </a:r>
          </a:p>
        </p:txBody>
      </p:sp>
      <p:sp>
        <p:nvSpPr>
          <p:cNvPr id="43" name="思想气泡: 云 42">
            <a:extLst>
              <a:ext uri="{FF2B5EF4-FFF2-40B4-BE49-F238E27FC236}">
                <a16:creationId xmlns:a16="http://schemas.microsoft.com/office/drawing/2014/main" id="{03D7F162-2567-4BAF-8BA8-34EDD05DD95F}"/>
              </a:ext>
            </a:extLst>
          </p:cNvPr>
          <p:cNvSpPr/>
          <p:nvPr/>
        </p:nvSpPr>
        <p:spPr>
          <a:xfrm>
            <a:off x="3415650" y="1214084"/>
            <a:ext cx="2106890" cy="697097"/>
          </a:xfrm>
          <a:prstGeom prst="cloudCallout">
            <a:avLst>
              <a:gd name="adj1" fmla="val -78692"/>
              <a:gd name="adj2" fmla="val 61183"/>
            </a:avLst>
          </a:prstGeom>
          <a:blipFill>
            <a:blip r:embed="rId3"/>
            <a:tile tx="0" ty="0" sx="100000" sy="100000" flip="none" algn="tl"/>
          </a:blip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endParaRPr lang="en-US" altLang="zh-CN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第一个结点</a:t>
            </a:r>
          </a:p>
        </p:txBody>
      </p:sp>
      <p:sp>
        <p:nvSpPr>
          <p:cNvPr id="44" name="思想气泡: 云 43">
            <a:extLst>
              <a:ext uri="{FF2B5EF4-FFF2-40B4-BE49-F238E27FC236}">
                <a16:creationId xmlns:a16="http://schemas.microsoft.com/office/drawing/2014/main" id="{C7A925DC-8C4B-495B-A5EE-B439634CDC13}"/>
              </a:ext>
            </a:extLst>
          </p:cNvPr>
          <p:cNvSpPr/>
          <p:nvPr/>
        </p:nvSpPr>
        <p:spPr>
          <a:xfrm>
            <a:off x="9518428" y="1007355"/>
            <a:ext cx="2106890" cy="697097"/>
          </a:xfrm>
          <a:prstGeom prst="cloudCallout">
            <a:avLst>
              <a:gd name="adj1" fmla="val -77111"/>
              <a:gd name="adj2" fmla="val 74929"/>
            </a:avLst>
          </a:prstGeom>
          <a:blipFill>
            <a:blip r:embed="rId3"/>
            <a:tile tx="0" ty="0" sx="100000" sy="100000" flip="none" algn="tl"/>
          </a:blip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endParaRPr lang="en-US" altLang="zh-CN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第二个结点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456C530-F7AA-4333-B190-DFE3037A4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29027"/>
              </p:ext>
            </p:extLst>
          </p:nvPr>
        </p:nvGraphicFramePr>
        <p:xfrm>
          <a:off x="2097113" y="1254824"/>
          <a:ext cx="487018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7018">
                  <a:extLst>
                    <a:ext uri="{9D8B030D-6E8A-4147-A177-3AD203B41FA5}">
                      <a16:colId xmlns:a16="http://schemas.microsoft.com/office/drawing/2014/main" val="1422909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562662"/>
                  </a:ext>
                </a:extLst>
              </a:tr>
            </a:tbl>
          </a:graphicData>
        </a:graphic>
      </p:graphicFrame>
      <p:sp>
        <p:nvSpPr>
          <p:cNvPr id="6" name="任意多边形 48">
            <a:extLst>
              <a:ext uri="{FF2B5EF4-FFF2-40B4-BE49-F238E27FC236}">
                <a16:creationId xmlns:a16="http://schemas.microsoft.com/office/drawing/2014/main" id="{0712FE9E-AB8D-953E-85F0-7A195C1254FA}"/>
              </a:ext>
            </a:extLst>
          </p:cNvPr>
          <p:cNvSpPr/>
          <p:nvPr/>
        </p:nvSpPr>
        <p:spPr>
          <a:xfrm>
            <a:off x="1982418" y="1392871"/>
            <a:ext cx="178905" cy="725556"/>
          </a:xfrm>
          <a:custGeom>
            <a:avLst/>
            <a:gdLst>
              <a:gd name="connsiteX0" fmla="*/ 0 w 178905"/>
              <a:gd name="connsiteY0" fmla="*/ 0 h 725556"/>
              <a:gd name="connsiteX1" fmla="*/ 0 w 178905"/>
              <a:gd name="connsiteY1" fmla="*/ 725556 h 725556"/>
              <a:gd name="connsiteX2" fmla="*/ 178905 w 178905"/>
              <a:gd name="connsiteY2" fmla="*/ 725556 h 72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905" h="725556">
                <a:moveTo>
                  <a:pt x="0" y="0"/>
                </a:moveTo>
                <a:lnTo>
                  <a:pt x="0" y="725556"/>
                </a:lnTo>
                <a:lnTo>
                  <a:pt x="178905" y="725556"/>
                </a:lnTo>
              </a:path>
            </a:pathLst>
          </a:cu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4F688248-821D-2815-2314-CFEDD44EA0AD}"/>
              </a:ext>
            </a:extLst>
          </p:cNvPr>
          <p:cNvGrpSpPr/>
          <p:nvPr/>
        </p:nvGrpSpPr>
        <p:grpSpPr>
          <a:xfrm>
            <a:off x="61084" y="2314046"/>
            <a:ext cx="2257243" cy="1701170"/>
            <a:chOff x="61084" y="2314046"/>
            <a:chExt cx="2257243" cy="1701170"/>
          </a:xfrm>
        </p:grpSpPr>
        <p:sp>
          <p:nvSpPr>
            <p:cNvPr id="17" name="任意多边形 37">
              <a:extLst>
                <a:ext uri="{FF2B5EF4-FFF2-40B4-BE49-F238E27FC236}">
                  <a16:creationId xmlns:a16="http://schemas.microsoft.com/office/drawing/2014/main" id="{216B8505-04CC-47FF-9A90-48D09CD9D60D}"/>
                </a:ext>
              </a:extLst>
            </p:cNvPr>
            <p:cNvSpPr/>
            <p:nvPr/>
          </p:nvSpPr>
          <p:spPr>
            <a:xfrm>
              <a:off x="1595450" y="2314046"/>
              <a:ext cx="586408" cy="640709"/>
            </a:xfrm>
            <a:custGeom>
              <a:avLst/>
              <a:gdLst>
                <a:gd name="connsiteX0" fmla="*/ 0 w 586408"/>
                <a:gd name="connsiteY0" fmla="*/ 983974 h 983974"/>
                <a:gd name="connsiteX1" fmla="*/ 447261 w 586408"/>
                <a:gd name="connsiteY1" fmla="*/ 983974 h 983974"/>
                <a:gd name="connsiteX2" fmla="*/ 447261 w 586408"/>
                <a:gd name="connsiteY2" fmla="*/ 0 h 983974"/>
                <a:gd name="connsiteX3" fmla="*/ 586408 w 586408"/>
                <a:gd name="connsiteY3" fmla="*/ 0 h 98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6408" h="983974">
                  <a:moveTo>
                    <a:pt x="0" y="983974"/>
                  </a:moveTo>
                  <a:lnTo>
                    <a:pt x="447261" y="983974"/>
                  </a:lnTo>
                  <a:lnTo>
                    <a:pt x="447261" y="0"/>
                  </a:lnTo>
                  <a:lnTo>
                    <a:pt x="586408" y="0"/>
                  </a:lnTo>
                </a:path>
              </a:pathLst>
            </a:custGeom>
            <a:ln w="19050">
              <a:solidFill>
                <a:srgbClr val="CC00FF"/>
              </a:solidFill>
              <a:tailEnd type="stealth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思想气泡: 云 9">
              <a:extLst>
                <a:ext uri="{FF2B5EF4-FFF2-40B4-BE49-F238E27FC236}">
                  <a16:creationId xmlns:a16="http://schemas.microsoft.com/office/drawing/2014/main" id="{153B9250-2D4A-EC70-14C6-AC738ED6DB4A}"/>
                </a:ext>
              </a:extLst>
            </p:cNvPr>
            <p:cNvSpPr/>
            <p:nvPr/>
          </p:nvSpPr>
          <p:spPr>
            <a:xfrm>
              <a:off x="61084" y="3318119"/>
              <a:ext cx="2257243" cy="697097"/>
            </a:xfrm>
            <a:prstGeom prst="cloudCallout">
              <a:avLst>
                <a:gd name="adj1" fmla="val 32407"/>
                <a:gd name="adj2" fmla="val -90886"/>
              </a:avLst>
            </a:prstGeom>
            <a:blipFill>
              <a:blip r:embed="rId3"/>
              <a:tile tx="0" ty="0" sx="100000" sy="100000" flip="none" algn="tl"/>
            </a:blip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r-&gt;next=p</a:t>
              </a:r>
            </a:p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链入</a:t>
              </a:r>
            </a:p>
          </p:txBody>
        </p:sp>
      </p:grp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B84F6C2-9F56-8539-A62C-DB442DD4E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222193"/>
              </p:ext>
            </p:extLst>
          </p:nvPr>
        </p:nvGraphicFramePr>
        <p:xfrm>
          <a:off x="6464508" y="3232149"/>
          <a:ext cx="971665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3665">
                  <a:extLst>
                    <a:ext uri="{9D8B030D-6E8A-4147-A177-3AD203B41FA5}">
                      <a16:colId xmlns:a16="http://schemas.microsoft.com/office/drawing/2014/main" val="376550644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422909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83594369"/>
                  </a:ext>
                </a:extLst>
              </a:tr>
            </a:tbl>
          </a:graphicData>
        </a:graphic>
      </p:graphicFrame>
      <p:sp>
        <p:nvSpPr>
          <p:cNvPr id="45" name="任意多边形 8">
            <a:extLst>
              <a:ext uri="{FF2B5EF4-FFF2-40B4-BE49-F238E27FC236}">
                <a16:creationId xmlns:a16="http://schemas.microsoft.com/office/drawing/2014/main" id="{1805923A-369B-5845-280F-47E3CF84265D}"/>
              </a:ext>
            </a:extLst>
          </p:cNvPr>
          <p:cNvSpPr/>
          <p:nvPr/>
        </p:nvSpPr>
        <p:spPr>
          <a:xfrm>
            <a:off x="7146091" y="2147191"/>
            <a:ext cx="108000" cy="1202635"/>
          </a:xfrm>
          <a:custGeom>
            <a:avLst/>
            <a:gdLst>
              <a:gd name="connsiteX0" fmla="*/ 0 w 69574"/>
              <a:gd name="connsiteY0" fmla="*/ 1202635 h 1202635"/>
              <a:gd name="connsiteX1" fmla="*/ 0 w 69574"/>
              <a:gd name="connsiteY1" fmla="*/ 0 h 1202635"/>
              <a:gd name="connsiteX2" fmla="*/ 69574 w 69574"/>
              <a:gd name="connsiteY2" fmla="*/ 0 h 1202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574" h="1202635">
                <a:moveTo>
                  <a:pt x="0" y="1202635"/>
                </a:moveTo>
                <a:lnTo>
                  <a:pt x="0" y="0"/>
                </a:lnTo>
                <a:lnTo>
                  <a:pt x="69574" y="0"/>
                </a:lnTo>
              </a:path>
            </a:pathLst>
          </a:cu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2B54AB66-EFE4-FCC3-6262-C9F87F6D7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704749"/>
              </p:ext>
            </p:extLst>
          </p:nvPr>
        </p:nvGraphicFramePr>
        <p:xfrm>
          <a:off x="5750346" y="1473963"/>
          <a:ext cx="1063490" cy="17994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745">
                  <a:extLst>
                    <a:ext uri="{9D8B030D-6E8A-4147-A177-3AD203B41FA5}">
                      <a16:colId xmlns:a16="http://schemas.microsoft.com/office/drawing/2014/main" val="1753581683"/>
                    </a:ext>
                  </a:extLst>
                </a:gridCol>
                <a:gridCol w="531745">
                  <a:extLst>
                    <a:ext uri="{9D8B030D-6E8A-4147-A177-3AD203B41FA5}">
                      <a16:colId xmlns:a16="http://schemas.microsoft.com/office/drawing/2014/main" val="2805155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head</a:t>
                      </a:r>
                      <a:endParaRPr lang="zh-CN" altLang="en-US" sz="1600" b="1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745193"/>
                  </a:ext>
                </a:extLst>
              </a:tr>
              <a:tr h="39493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  <a:endParaRPr lang="zh-CN" altLang="en-US"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pattFill prst="lt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329186526"/>
                  </a:ext>
                </a:extLst>
              </a:tr>
              <a:tr h="394939"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pattFill prst="lt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50017569"/>
                  </a:ext>
                </a:extLst>
              </a:tr>
              <a:tr h="394939">
                <a:tc vMerge="1">
                  <a:txBody>
                    <a:bodyPr/>
                    <a:lstStyle/>
                    <a:p>
                      <a:pPr algn="r"/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225285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212750"/>
                  </a:ext>
                </a:extLst>
              </a:tr>
            </a:tbl>
          </a:graphicData>
        </a:graphic>
      </p:graphicFrame>
      <p:sp>
        <p:nvSpPr>
          <p:cNvPr id="48" name="任意多边形 37">
            <a:extLst>
              <a:ext uri="{FF2B5EF4-FFF2-40B4-BE49-F238E27FC236}">
                <a16:creationId xmlns:a16="http://schemas.microsoft.com/office/drawing/2014/main" id="{E7F75368-9949-401E-B225-1DD7C2C79620}"/>
              </a:ext>
            </a:extLst>
          </p:cNvPr>
          <p:cNvSpPr/>
          <p:nvPr/>
        </p:nvSpPr>
        <p:spPr>
          <a:xfrm>
            <a:off x="6604195" y="2034657"/>
            <a:ext cx="649896" cy="783661"/>
          </a:xfrm>
          <a:custGeom>
            <a:avLst/>
            <a:gdLst>
              <a:gd name="connsiteX0" fmla="*/ 0 w 586408"/>
              <a:gd name="connsiteY0" fmla="*/ 983974 h 983974"/>
              <a:gd name="connsiteX1" fmla="*/ 447261 w 586408"/>
              <a:gd name="connsiteY1" fmla="*/ 983974 h 983974"/>
              <a:gd name="connsiteX2" fmla="*/ 447261 w 586408"/>
              <a:gd name="connsiteY2" fmla="*/ 0 h 983974"/>
              <a:gd name="connsiteX3" fmla="*/ 586408 w 586408"/>
              <a:gd name="connsiteY3" fmla="*/ 0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408" h="983974">
                <a:moveTo>
                  <a:pt x="0" y="983974"/>
                </a:moveTo>
                <a:lnTo>
                  <a:pt x="447261" y="983974"/>
                </a:lnTo>
                <a:lnTo>
                  <a:pt x="447261" y="0"/>
                </a:lnTo>
                <a:lnTo>
                  <a:pt x="586408" y="0"/>
                </a:lnTo>
              </a:path>
            </a:pathLst>
          </a:cu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30BD69CC-DD2F-AD56-A239-F3968FCAE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483275"/>
              </p:ext>
            </p:extLst>
          </p:nvPr>
        </p:nvGraphicFramePr>
        <p:xfrm>
          <a:off x="591622" y="4055506"/>
          <a:ext cx="1063490" cy="17994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745">
                  <a:extLst>
                    <a:ext uri="{9D8B030D-6E8A-4147-A177-3AD203B41FA5}">
                      <a16:colId xmlns:a16="http://schemas.microsoft.com/office/drawing/2014/main" val="1753581683"/>
                    </a:ext>
                  </a:extLst>
                </a:gridCol>
                <a:gridCol w="531745">
                  <a:extLst>
                    <a:ext uri="{9D8B030D-6E8A-4147-A177-3AD203B41FA5}">
                      <a16:colId xmlns:a16="http://schemas.microsoft.com/office/drawing/2014/main" val="2805155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head</a:t>
                      </a:r>
                      <a:endParaRPr lang="zh-CN" altLang="en-US" sz="1600" b="1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745193"/>
                  </a:ext>
                </a:extLst>
              </a:tr>
              <a:tr h="39493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  <a:endParaRPr lang="zh-CN" altLang="en-US"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pattFill prst="lt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329186526"/>
                  </a:ext>
                </a:extLst>
              </a:tr>
              <a:tr h="394939"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pattFill prst="lt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50017569"/>
                  </a:ext>
                </a:extLst>
              </a:tr>
              <a:tr h="394939">
                <a:tc vMerge="1">
                  <a:txBody>
                    <a:bodyPr/>
                    <a:lstStyle/>
                    <a:p>
                      <a:pPr algn="r"/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225285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212750"/>
                  </a:ext>
                </a:extLst>
              </a:tr>
            </a:tbl>
          </a:graphicData>
        </a:graphic>
      </p:graphicFrame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A9FDF27A-07E8-8C27-08E4-C9AFA9960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172963"/>
              </p:ext>
            </p:extLst>
          </p:nvPr>
        </p:nvGraphicFramePr>
        <p:xfrm>
          <a:off x="5880697" y="4027124"/>
          <a:ext cx="1063490" cy="17994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745">
                  <a:extLst>
                    <a:ext uri="{9D8B030D-6E8A-4147-A177-3AD203B41FA5}">
                      <a16:colId xmlns:a16="http://schemas.microsoft.com/office/drawing/2014/main" val="1753581683"/>
                    </a:ext>
                  </a:extLst>
                </a:gridCol>
                <a:gridCol w="531745">
                  <a:extLst>
                    <a:ext uri="{9D8B030D-6E8A-4147-A177-3AD203B41FA5}">
                      <a16:colId xmlns:a16="http://schemas.microsoft.com/office/drawing/2014/main" val="2805155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head</a:t>
                      </a:r>
                      <a:endParaRPr lang="zh-CN" altLang="en-US" sz="1600" b="1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745193"/>
                  </a:ext>
                </a:extLst>
              </a:tr>
              <a:tr h="39493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  <a:endParaRPr lang="zh-CN" altLang="en-US"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pattFill prst="lt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329186526"/>
                  </a:ext>
                </a:extLst>
              </a:tr>
              <a:tr h="394939"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pattFill prst="lt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50017569"/>
                  </a:ext>
                </a:extLst>
              </a:tr>
              <a:tr h="394939">
                <a:tc vMerge="1">
                  <a:txBody>
                    <a:bodyPr/>
                    <a:lstStyle/>
                    <a:p>
                      <a:pPr algn="r"/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225285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212750"/>
                  </a:ext>
                </a:extLst>
              </a:tr>
            </a:tbl>
          </a:graphicData>
        </a:graphic>
      </p:graphicFrame>
      <p:sp>
        <p:nvSpPr>
          <p:cNvPr id="28" name="任意多边形 58">
            <a:extLst>
              <a:ext uri="{FF2B5EF4-FFF2-40B4-BE49-F238E27FC236}">
                <a16:creationId xmlns:a16="http://schemas.microsoft.com/office/drawing/2014/main" id="{66FC81F3-EC92-47A8-85D5-3036A6E1417B}"/>
              </a:ext>
            </a:extLst>
          </p:cNvPr>
          <p:cNvSpPr/>
          <p:nvPr/>
        </p:nvSpPr>
        <p:spPr>
          <a:xfrm>
            <a:off x="1548594" y="4575826"/>
            <a:ext cx="604337" cy="789098"/>
          </a:xfrm>
          <a:custGeom>
            <a:avLst/>
            <a:gdLst>
              <a:gd name="connsiteX0" fmla="*/ 0 w 586408"/>
              <a:gd name="connsiteY0" fmla="*/ 983974 h 983974"/>
              <a:gd name="connsiteX1" fmla="*/ 447261 w 586408"/>
              <a:gd name="connsiteY1" fmla="*/ 983974 h 983974"/>
              <a:gd name="connsiteX2" fmla="*/ 447261 w 586408"/>
              <a:gd name="connsiteY2" fmla="*/ 0 h 983974"/>
              <a:gd name="connsiteX3" fmla="*/ 586408 w 586408"/>
              <a:gd name="connsiteY3" fmla="*/ 0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408" h="983974">
                <a:moveTo>
                  <a:pt x="0" y="983974"/>
                </a:moveTo>
                <a:lnTo>
                  <a:pt x="447261" y="983974"/>
                </a:lnTo>
                <a:lnTo>
                  <a:pt x="447261" y="0"/>
                </a:lnTo>
                <a:lnTo>
                  <a:pt x="586408" y="0"/>
                </a:lnTo>
              </a:path>
            </a:pathLst>
          </a:cu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4" name="表格 53">
            <a:extLst>
              <a:ext uri="{FF2B5EF4-FFF2-40B4-BE49-F238E27FC236}">
                <a16:creationId xmlns:a16="http://schemas.microsoft.com/office/drawing/2014/main" id="{EBA0B1BB-199C-45D2-BB77-BD9C6AD1A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835917"/>
              </p:ext>
            </p:extLst>
          </p:nvPr>
        </p:nvGraphicFramePr>
        <p:xfrm>
          <a:off x="1392275" y="5764042"/>
          <a:ext cx="971665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3665">
                  <a:extLst>
                    <a:ext uri="{9D8B030D-6E8A-4147-A177-3AD203B41FA5}">
                      <a16:colId xmlns:a16="http://schemas.microsoft.com/office/drawing/2014/main" val="376550644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422909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83594369"/>
                  </a:ext>
                </a:extLst>
              </a:tr>
            </a:tbl>
          </a:graphicData>
        </a:graphic>
      </p:graphicFrame>
      <p:sp>
        <p:nvSpPr>
          <p:cNvPr id="55" name="任意多边形 8">
            <a:extLst>
              <a:ext uri="{FF2B5EF4-FFF2-40B4-BE49-F238E27FC236}">
                <a16:creationId xmlns:a16="http://schemas.microsoft.com/office/drawing/2014/main" id="{4A866B66-8ED9-FD83-855C-E04BF05DC75E}"/>
              </a:ext>
            </a:extLst>
          </p:cNvPr>
          <p:cNvSpPr/>
          <p:nvPr/>
        </p:nvSpPr>
        <p:spPr>
          <a:xfrm>
            <a:off x="2073858" y="4679084"/>
            <a:ext cx="108000" cy="1202635"/>
          </a:xfrm>
          <a:custGeom>
            <a:avLst/>
            <a:gdLst>
              <a:gd name="connsiteX0" fmla="*/ 0 w 69574"/>
              <a:gd name="connsiteY0" fmla="*/ 1202635 h 1202635"/>
              <a:gd name="connsiteX1" fmla="*/ 0 w 69574"/>
              <a:gd name="connsiteY1" fmla="*/ 0 h 1202635"/>
              <a:gd name="connsiteX2" fmla="*/ 69574 w 69574"/>
              <a:gd name="connsiteY2" fmla="*/ 0 h 1202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574" h="1202635">
                <a:moveTo>
                  <a:pt x="0" y="1202635"/>
                </a:moveTo>
                <a:lnTo>
                  <a:pt x="0" y="0"/>
                </a:lnTo>
                <a:lnTo>
                  <a:pt x="69574" y="0"/>
                </a:lnTo>
              </a:path>
            </a:pathLst>
          </a:cu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思想气泡: 云 55">
            <a:extLst>
              <a:ext uri="{FF2B5EF4-FFF2-40B4-BE49-F238E27FC236}">
                <a16:creationId xmlns:a16="http://schemas.microsoft.com/office/drawing/2014/main" id="{12C7ECF0-A050-DAD9-2A83-3EA9E58DFC36}"/>
              </a:ext>
            </a:extLst>
          </p:cNvPr>
          <p:cNvSpPr/>
          <p:nvPr/>
        </p:nvSpPr>
        <p:spPr>
          <a:xfrm>
            <a:off x="9666823" y="5800871"/>
            <a:ext cx="1810100" cy="697097"/>
          </a:xfrm>
          <a:prstGeom prst="cloudCallout">
            <a:avLst>
              <a:gd name="adj1" fmla="val -110790"/>
              <a:gd name="adj2" fmla="val -67496"/>
            </a:avLst>
          </a:prstGeom>
          <a:blipFill>
            <a:blip r:embed="rId3"/>
            <a:tile tx="0" ty="0" sx="100000" sy="100000" flip="none" algn="tl"/>
          </a:blip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r=p</a:t>
            </a: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</a:t>
            </a:r>
          </a:p>
        </p:txBody>
      </p:sp>
      <p:sp>
        <p:nvSpPr>
          <p:cNvPr id="57" name="任意多边形 58">
            <a:extLst>
              <a:ext uri="{FF2B5EF4-FFF2-40B4-BE49-F238E27FC236}">
                <a16:creationId xmlns:a16="http://schemas.microsoft.com/office/drawing/2014/main" id="{35C72817-DE0E-4333-4DCC-2D2EAD89B426}"/>
              </a:ext>
            </a:extLst>
          </p:cNvPr>
          <p:cNvSpPr/>
          <p:nvPr/>
        </p:nvSpPr>
        <p:spPr>
          <a:xfrm>
            <a:off x="6733578" y="4594211"/>
            <a:ext cx="717334" cy="723019"/>
          </a:xfrm>
          <a:custGeom>
            <a:avLst/>
            <a:gdLst>
              <a:gd name="connsiteX0" fmla="*/ 0 w 586408"/>
              <a:gd name="connsiteY0" fmla="*/ 983974 h 983974"/>
              <a:gd name="connsiteX1" fmla="*/ 447261 w 586408"/>
              <a:gd name="connsiteY1" fmla="*/ 983974 h 983974"/>
              <a:gd name="connsiteX2" fmla="*/ 447261 w 586408"/>
              <a:gd name="connsiteY2" fmla="*/ 0 h 983974"/>
              <a:gd name="connsiteX3" fmla="*/ 586408 w 586408"/>
              <a:gd name="connsiteY3" fmla="*/ 0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408" h="983974">
                <a:moveTo>
                  <a:pt x="0" y="983974"/>
                </a:moveTo>
                <a:lnTo>
                  <a:pt x="447261" y="983974"/>
                </a:lnTo>
                <a:lnTo>
                  <a:pt x="447261" y="0"/>
                </a:lnTo>
                <a:lnTo>
                  <a:pt x="586408" y="0"/>
                </a:lnTo>
              </a:path>
            </a:pathLst>
          </a:cu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141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1" grpId="0" animBg="1"/>
      <p:bldP spid="32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6" grpId="0" animBg="1"/>
      <p:bldP spid="45" grpId="0" animBg="1"/>
      <p:bldP spid="48" grpId="0" animBg="1"/>
      <p:bldP spid="28" grpId="0" animBg="1"/>
      <p:bldP spid="55" grpId="0" animBg="1"/>
      <p:bldP spid="56" grpId="0" animBg="1"/>
      <p:bldP spid="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642475"/>
              </p:ext>
            </p:extLst>
          </p:nvPr>
        </p:nvGraphicFramePr>
        <p:xfrm>
          <a:off x="4258729" y="4516681"/>
          <a:ext cx="884036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4036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10003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44079"/>
            <a:ext cx="7306491" cy="717594"/>
          </a:xfrm>
        </p:spPr>
        <p:txBody>
          <a:bodyPr/>
          <a:lstStyle/>
          <a:p>
            <a:r>
              <a:rPr lang="zh-CN" altLang="en-US"/>
              <a:t>建立简单的动态链表</a:t>
            </a:r>
          </a:p>
        </p:txBody>
      </p:sp>
      <p:graphicFrame>
        <p:nvGraphicFramePr>
          <p:cNvPr id="65" name="表格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665251"/>
              </p:ext>
            </p:extLst>
          </p:nvPr>
        </p:nvGraphicFramePr>
        <p:xfrm>
          <a:off x="3452555" y="5951666"/>
          <a:ext cx="971665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3665">
                  <a:extLst>
                    <a:ext uri="{9D8B030D-6E8A-4147-A177-3AD203B41FA5}">
                      <a16:colId xmlns:a16="http://schemas.microsoft.com/office/drawing/2014/main" val="376550644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422909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83594369"/>
                  </a:ext>
                </a:extLst>
              </a:tr>
            </a:tbl>
          </a:graphicData>
        </a:graphic>
      </p:graphicFrame>
      <p:graphicFrame>
        <p:nvGraphicFramePr>
          <p:cNvPr id="67" name="表格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139942"/>
              </p:ext>
            </p:extLst>
          </p:nvPr>
        </p:nvGraphicFramePr>
        <p:xfrm>
          <a:off x="2078745" y="4521772"/>
          <a:ext cx="855987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5987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10001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89.5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graphicFrame>
        <p:nvGraphicFramePr>
          <p:cNvPr id="69" name="表格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904360"/>
              </p:ext>
            </p:extLst>
          </p:nvPr>
        </p:nvGraphicFramePr>
        <p:xfrm>
          <a:off x="3193644" y="4521771"/>
          <a:ext cx="884036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4036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sp>
        <p:nvSpPr>
          <p:cNvPr id="70" name="任意多边形 69"/>
          <p:cNvSpPr/>
          <p:nvPr/>
        </p:nvSpPr>
        <p:spPr>
          <a:xfrm>
            <a:off x="2476310" y="4720232"/>
            <a:ext cx="717334" cy="768073"/>
          </a:xfrm>
          <a:custGeom>
            <a:avLst/>
            <a:gdLst>
              <a:gd name="connsiteX0" fmla="*/ 0 w 586408"/>
              <a:gd name="connsiteY0" fmla="*/ 983974 h 983974"/>
              <a:gd name="connsiteX1" fmla="*/ 447261 w 586408"/>
              <a:gd name="connsiteY1" fmla="*/ 983974 h 983974"/>
              <a:gd name="connsiteX2" fmla="*/ 447261 w 586408"/>
              <a:gd name="connsiteY2" fmla="*/ 0 h 983974"/>
              <a:gd name="connsiteX3" fmla="*/ 586408 w 586408"/>
              <a:gd name="connsiteY3" fmla="*/ 0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408" h="983974">
                <a:moveTo>
                  <a:pt x="0" y="983974"/>
                </a:moveTo>
                <a:lnTo>
                  <a:pt x="447261" y="983974"/>
                </a:lnTo>
                <a:lnTo>
                  <a:pt x="447261" y="0"/>
                </a:lnTo>
                <a:lnTo>
                  <a:pt x="586408" y="0"/>
                </a:lnTo>
              </a:path>
            </a:pathLst>
          </a:custGeom>
          <a:ln w="127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任意多边形 70"/>
          <p:cNvSpPr/>
          <p:nvPr/>
        </p:nvSpPr>
        <p:spPr>
          <a:xfrm>
            <a:off x="4163955" y="4866708"/>
            <a:ext cx="108000" cy="1202635"/>
          </a:xfrm>
          <a:custGeom>
            <a:avLst/>
            <a:gdLst>
              <a:gd name="connsiteX0" fmla="*/ 0 w 69574"/>
              <a:gd name="connsiteY0" fmla="*/ 1202635 h 1202635"/>
              <a:gd name="connsiteX1" fmla="*/ 0 w 69574"/>
              <a:gd name="connsiteY1" fmla="*/ 0 h 1202635"/>
              <a:gd name="connsiteX2" fmla="*/ 69574 w 69574"/>
              <a:gd name="connsiteY2" fmla="*/ 0 h 1202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574" h="1202635">
                <a:moveTo>
                  <a:pt x="0" y="1202635"/>
                </a:moveTo>
                <a:lnTo>
                  <a:pt x="0" y="0"/>
                </a:lnTo>
                <a:lnTo>
                  <a:pt x="69574" y="0"/>
                </a:lnTo>
              </a:path>
            </a:pathLst>
          </a:custGeom>
          <a:ln w="127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任意多边形 74"/>
          <p:cNvSpPr/>
          <p:nvPr/>
        </p:nvSpPr>
        <p:spPr>
          <a:xfrm>
            <a:off x="3552978" y="4806246"/>
            <a:ext cx="717334" cy="768073"/>
          </a:xfrm>
          <a:custGeom>
            <a:avLst/>
            <a:gdLst>
              <a:gd name="connsiteX0" fmla="*/ 0 w 586408"/>
              <a:gd name="connsiteY0" fmla="*/ 983974 h 983974"/>
              <a:gd name="connsiteX1" fmla="*/ 447261 w 586408"/>
              <a:gd name="connsiteY1" fmla="*/ 983974 h 983974"/>
              <a:gd name="connsiteX2" fmla="*/ 447261 w 586408"/>
              <a:gd name="connsiteY2" fmla="*/ 0 h 983974"/>
              <a:gd name="connsiteX3" fmla="*/ 586408 w 586408"/>
              <a:gd name="connsiteY3" fmla="*/ 0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408" h="983974">
                <a:moveTo>
                  <a:pt x="0" y="983974"/>
                </a:moveTo>
                <a:lnTo>
                  <a:pt x="447261" y="983974"/>
                </a:lnTo>
                <a:lnTo>
                  <a:pt x="447261" y="0"/>
                </a:lnTo>
                <a:lnTo>
                  <a:pt x="586408" y="0"/>
                </a:lnTo>
              </a:path>
            </a:pathLst>
          </a:custGeom>
          <a:ln w="127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6" name="表格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271811"/>
              </p:ext>
            </p:extLst>
          </p:nvPr>
        </p:nvGraphicFramePr>
        <p:xfrm>
          <a:off x="3897109" y="3564163"/>
          <a:ext cx="487018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7018">
                  <a:extLst>
                    <a:ext uri="{9D8B030D-6E8A-4147-A177-3AD203B41FA5}">
                      <a16:colId xmlns:a16="http://schemas.microsoft.com/office/drawing/2014/main" val="1422909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562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83594369"/>
                  </a:ext>
                </a:extLst>
              </a:tr>
            </a:tbl>
          </a:graphicData>
        </a:graphic>
      </p:graphicFrame>
      <p:sp>
        <p:nvSpPr>
          <p:cNvPr id="78" name="任意多边形 77"/>
          <p:cNvSpPr/>
          <p:nvPr/>
        </p:nvSpPr>
        <p:spPr>
          <a:xfrm>
            <a:off x="4101471" y="4109818"/>
            <a:ext cx="192753" cy="526786"/>
          </a:xfrm>
          <a:custGeom>
            <a:avLst/>
            <a:gdLst>
              <a:gd name="connsiteX0" fmla="*/ 0 w 178905"/>
              <a:gd name="connsiteY0" fmla="*/ 0 h 725556"/>
              <a:gd name="connsiteX1" fmla="*/ 0 w 178905"/>
              <a:gd name="connsiteY1" fmla="*/ 725556 h 725556"/>
              <a:gd name="connsiteX2" fmla="*/ 178905 w 178905"/>
              <a:gd name="connsiteY2" fmla="*/ 725556 h 72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905" h="725556">
                <a:moveTo>
                  <a:pt x="0" y="0"/>
                </a:moveTo>
                <a:lnTo>
                  <a:pt x="0" y="725556"/>
                </a:lnTo>
                <a:lnTo>
                  <a:pt x="178905" y="725556"/>
                </a:lnTo>
              </a:path>
            </a:pathLst>
          </a:custGeom>
          <a:ln w="127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9" name="表格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134624"/>
              </p:ext>
            </p:extLst>
          </p:nvPr>
        </p:nvGraphicFramePr>
        <p:xfrm>
          <a:off x="9577793" y="4623124"/>
          <a:ext cx="961964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1964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10003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NULL</a:t>
                      </a:r>
                      <a:endParaRPr lang="zh-CN" altLang="en-US" sz="1600" b="1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R w="12700" cmpd="sng">
                      <a:noFill/>
                    </a:ln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graphicFrame>
        <p:nvGraphicFramePr>
          <p:cNvPr id="80" name="表格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260898"/>
              </p:ext>
            </p:extLst>
          </p:nvPr>
        </p:nvGraphicFramePr>
        <p:xfrm>
          <a:off x="8771620" y="6058109"/>
          <a:ext cx="971665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3665">
                  <a:extLst>
                    <a:ext uri="{9D8B030D-6E8A-4147-A177-3AD203B41FA5}">
                      <a16:colId xmlns:a16="http://schemas.microsoft.com/office/drawing/2014/main" val="376550644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422909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83594369"/>
                  </a:ext>
                </a:extLst>
              </a:tr>
            </a:tbl>
          </a:graphicData>
        </a:graphic>
      </p:graphicFrame>
      <p:graphicFrame>
        <p:nvGraphicFramePr>
          <p:cNvPr id="82" name="表格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410131"/>
              </p:ext>
            </p:extLst>
          </p:nvPr>
        </p:nvGraphicFramePr>
        <p:xfrm>
          <a:off x="7355444" y="4628215"/>
          <a:ext cx="848541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8541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10001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89.5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graphicFrame>
        <p:nvGraphicFramePr>
          <p:cNvPr id="84" name="表格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53744"/>
              </p:ext>
            </p:extLst>
          </p:nvPr>
        </p:nvGraphicFramePr>
        <p:xfrm>
          <a:off x="8512708" y="4628214"/>
          <a:ext cx="848541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8541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sp>
        <p:nvSpPr>
          <p:cNvPr id="85" name="任意多边形 84"/>
          <p:cNvSpPr/>
          <p:nvPr/>
        </p:nvSpPr>
        <p:spPr>
          <a:xfrm>
            <a:off x="7795375" y="4826675"/>
            <a:ext cx="717334" cy="768073"/>
          </a:xfrm>
          <a:custGeom>
            <a:avLst/>
            <a:gdLst>
              <a:gd name="connsiteX0" fmla="*/ 0 w 586408"/>
              <a:gd name="connsiteY0" fmla="*/ 983974 h 983974"/>
              <a:gd name="connsiteX1" fmla="*/ 447261 w 586408"/>
              <a:gd name="connsiteY1" fmla="*/ 983974 h 983974"/>
              <a:gd name="connsiteX2" fmla="*/ 447261 w 586408"/>
              <a:gd name="connsiteY2" fmla="*/ 0 h 983974"/>
              <a:gd name="connsiteX3" fmla="*/ 586408 w 586408"/>
              <a:gd name="connsiteY3" fmla="*/ 0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408" h="983974">
                <a:moveTo>
                  <a:pt x="0" y="983974"/>
                </a:moveTo>
                <a:lnTo>
                  <a:pt x="447261" y="983974"/>
                </a:lnTo>
                <a:lnTo>
                  <a:pt x="447261" y="0"/>
                </a:lnTo>
                <a:lnTo>
                  <a:pt x="586408" y="0"/>
                </a:lnTo>
              </a:path>
            </a:pathLst>
          </a:custGeom>
          <a:ln w="127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任意多边形 85"/>
          <p:cNvSpPr/>
          <p:nvPr/>
        </p:nvSpPr>
        <p:spPr>
          <a:xfrm>
            <a:off x="9483020" y="4973151"/>
            <a:ext cx="108000" cy="1202635"/>
          </a:xfrm>
          <a:custGeom>
            <a:avLst/>
            <a:gdLst>
              <a:gd name="connsiteX0" fmla="*/ 0 w 69574"/>
              <a:gd name="connsiteY0" fmla="*/ 1202635 h 1202635"/>
              <a:gd name="connsiteX1" fmla="*/ 0 w 69574"/>
              <a:gd name="connsiteY1" fmla="*/ 0 h 1202635"/>
              <a:gd name="connsiteX2" fmla="*/ 69574 w 69574"/>
              <a:gd name="connsiteY2" fmla="*/ 0 h 1202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574" h="1202635">
                <a:moveTo>
                  <a:pt x="0" y="1202635"/>
                </a:moveTo>
                <a:lnTo>
                  <a:pt x="0" y="0"/>
                </a:lnTo>
                <a:lnTo>
                  <a:pt x="69574" y="0"/>
                </a:lnTo>
              </a:path>
            </a:pathLst>
          </a:custGeom>
          <a:ln w="127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任意多边形 86"/>
          <p:cNvSpPr/>
          <p:nvPr/>
        </p:nvSpPr>
        <p:spPr>
          <a:xfrm>
            <a:off x="8872043" y="4912689"/>
            <a:ext cx="717334" cy="768073"/>
          </a:xfrm>
          <a:custGeom>
            <a:avLst/>
            <a:gdLst>
              <a:gd name="connsiteX0" fmla="*/ 0 w 586408"/>
              <a:gd name="connsiteY0" fmla="*/ 983974 h 983974"/>
              <a:gd name="connsiteX1" fmla="*/ 447261 w 586408"/>
              <a:gd name="connsiteY1" fmla="*/ 983974 h 983974"/>
              <a:gd name="connsiteX2" fmla="*/ 447261 w 586408"/>
              <a:gd name="connsiteY2" fmla="*/ 0 h 983974"/>
              <a:gd name="connsiteX3" fmla="*/ 586408 w 586408"/>
              <a:gd name="connsiteY3" fmla="*/ 0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408" h="983974">
                <a:moveTo>
                  <a:pt x="0" y="983974"/>
                </a:moveTo>
                <a:lnTo>
                  <a:pt x="447261" y="983974"/>
                </a:lnTo>
                <a:lnTo>
                  <a:pt x="447261" y="0"/>
                </a:lnTo>
                <a:lnTo>
                  <a:pt x="586408" y="0"/>
                </a:lnTo>
              </a:path>
            </a:pathLst>
          </a:custGeom>
          <a:ln w="127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AFC4833E-9D79-4103-BC54-AACCB0BD4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94618"/>
              </p:ext>
            </p:extLst>
          </p:nvPr>
        </p:nvGraphicFramePr>
        <p:xfrm>
          <a:off x="9502744" y="1963045"/>
          <a:ext cx="961964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1964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10003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E9B41DA2-7DCE-4EB7-A886-CC100F54D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882276"/>
              </p:ext>
            </p:extLst>
          </p:nvPr>
        </p:nvGraphicFramePr>
        <p:xfrm>
          <a:off x="2399145" y="3379393"/>
          <a:ext cx="971665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3665">
                  <a:extLst>
                    <a:ext uri="{9D8B030D-6E8A-4147-A177-3AD203B41FA5}">
                      <a16:colId xmlns:a16="http://schemas.microsoft.com/office/drawing/2014/main" val="376550644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422909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83594369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569E903D-EF71-4EB4-8E06-3BFC61A30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359062"/>
              </p:ext>
            </p:extLst>
          </p:nvPr>
        </p:nvGraphicFramePr>
        <p:xfrm>
          <a:off x="2078804" y="1955888"/>
          <a:ext cx="883316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3316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10001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89.5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054431B5-0BEC-4882-B96D-B64C8A63F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706445"/>
              </p:ext>
            </p:extLst>
          </p:nvPr>
        </p:nvGraphicFramePr>
        <p:xfrm>
          <a:off x="3193701" y="1955887"/>
          <a:ext cx="883315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3315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sp>
        <p:nvSpPr>
          <p:cNvPr id="34" name="任意多边形 50">
            <a:extLst>
              <a:ext uri="{FF2B5EF4-FFF2-40B4-BE49-F238E27FC236}">
                <a16:creationId xmlns:a16="http://schemas.microsoft.com/office/drawing/2014/main" id="{2095CC06-FE6C-4231-BF80-6E0CDDE2BCE4}"/>
              </a:ext>
            </a:extLst>
          </p:cNvPr>
          <p:cNvSpPr/>
          <p:nvPr/>
        </p:nvSpPr>
        <p:spPr>
          <a:xfrm>
            <a:off x="2476368" y="2154348"/>
            <a:ext cx="717334" cy="768073"/>
          </a:xfrm>
          <a:custGeom>
            <a:avLst/>
            <a:gdLst>
              <a:gd name="connsiteX0" fmla="*/ 0 w 586408"/>
              <a:gd name="connsiteY0" fmla="*/ 983974 h 983974"/>
              <a:gd name="connsiteX1" fmla="*/ 447261 w 586408"/>
              <a:gd name="connsiteY1" fmla="*/ 983974 h 983974"/>
              <a:gd name="connsiteX2" fmla="*/ 447261 w 586408"/>
              <a:gd name="connsiteY2" fmla="*/ 0 h 983974"/>
              <a:gd name="connsiteX3" fmla="*/ 586408 w 586408"/>
              <a:gd name="connsiteY3" fmla="*/ 0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408" h="983974">
                <a:moveTo>
                  <a:pt x="0" y="983974"/>
                </a:moveTo>
                <a:lnTo>
                  <a:pt x="447261" y="983974"/>
                </a:lnTo>
                <a:lnTo>
                  <a:pt x="447261" y="0"/>
                </a:lnTo>
                <a:lnTo>
                  <a:pt x="586408" y="0"/>
                </a:lnTo>
              </a:path>
            </a:pathLst>
          </a:custGeom>
          <a:ln w="127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任意多边形 51">
            <a:extLst>
              <a:ext uri="{FF2B5EF4-FFF2-40B4-BE49-F238E27FC236}">
                <a16:creationId xmlns:a16="http://schemas.microsoft.com/office/drawing/2014/main" id="{940BA130-C9A9-43A2-A05E-9E7C89612BA6}"/>
              </a:ext>
            </a:extLst>
          </p:cNvPr>
          <p:cNvSpPr/>
          <p:nvPr/>
        </p:nvSpPr>
        <p:spPr>
          <a:xfrm>
            <a:off x="3080728" y="2294435"/>
            <a:ext cx="108000" cy="1202635"/>
          </a:xfrm>
          <a:custGeom>
            <a:avLst/>
            <a:gdLst>
              <a:gd name="connsiteX0" fmla="*/ 0 w 69574"/>
              <a:gd name="connsiteY0" fmla="*/ 1202635 h 1202635"/>
              <a:gd name="connsiteX1" fmla="*/ 0 w 69574"/>
              <a:gd name="connsiteY1" fmla="*/ 0 h 1202635"/>
              <a:gd name="connsiteX2" fmla="*/ 69574 w 69574"/>
              <a:gd name="connsiteY2" fmla="*/ 0 h 1202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574" h="1202635">
                <a:moveTo>
                  <a:pt x="0" y="1202635"/>
                </a:moveTo>
                <a:lnTo>
                  <a:pt x="0" y="0"/>
                </a:lnTo>
                <a:lnTo>
                  <a:pt x="69574" y="0"/>
                </a:lnTo>
              </a:path>
            </a:pathLst>
          </a:custGeom>
          <a:ln w="127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5766372D-B7BA-480F-A2A2-D91EB2340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413764"/>
              </p:ext>
            </p:extLst>
          </p:nvPr>
        </p:nvGraphicFramePr>
        <p:xfrm>
          <a:off x="3943988" y="787822"/>
          <a:ext cx="487018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7018">
                  <a:extLst>
                    <a:ext uri="{9D8B030D-6E8A-4147-A177-3AD203B41FA5}">
                      <a16:colId xmlns:a16="http://schemas.microsoft.com/office/drawing/2014/main" val="1422909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562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83594369"/>
                  </a:ext>
                </a:extLst>
              </a:tr>
            </a:tbl>
          </a:graphicData>
        </a:graphic>
      </p:graphicFrame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34174BC9-5B60-429C-A01C-7879589D0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937428"/>
              </p:ext>
            </p:extLst>
          </p:nvPr>
        </p:nvGraphicFramePr>
        <p:xfrm>
          <a:off x="4258786" y="1950797"/>
          <a:ext cx="939587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9587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10003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sp>
        <p:nvSpPr>
          <p:cNvPr id="38" name="任意多边形 63">
            <a:extLst>
              <a:ext uri="{FF2B5EF4-FFF2-40B4-BE49-F238E27FC236}">
                <a16:creationId xmlns:a16="http://schemas.microsoft.com/office/drawing/2014/main" id="{8C6E33CD-13DC-4BFA-AAAC-87E341A630A8}"/>
              </a:ext>
            </a:extLst>
          </p:cNvPr>
          <p:cNvSpPr/>
          <p:nvPr/>
        </p:nvSpPr>
        <p:spPr>
          <a:xfrm>
            <a:off x="4098045" y="1429092"/>
            <a:ext cx="178905" cy="725556"/>
          </a:xfrm>
          <a:custGeom>
            <a:avLst/>
            <a:gdLst>
              <a:gd name="connsiteX0" fmla="*/ 0 w 178905"/>
              <a:gd name="connsiteY0" fmla="*/ 0 h 725556"/>
              <a:gd name="connsiteX1" fmla="*/ 0 w 178905"/>
              <a:gd name="connsiteY1" fmla="*/ 725556 h 725556"/>
              <a:gd name="connsiteX2" fmla="*/ 178905 w 178905"/>
              <a:gd name="connsiteY2" fmla="*/ 725556 h 72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905" h="725556">
                <a:moveTo>
                  <a:pt x="0" y="0"/>
                </a:moveTo>
                <a:lnTo>
                  <a:pt x="0" y="725556"/>
                </a:lnTo>
                <a:lnTo>
                  <a:pt x="178905" y="725556"/>
                </a:lnTo>
              </a:path>
            </a:pathLst>
          </a:custGeom>
          <a:ln w="127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30948E6C-1A49-4E77-B7D9-0259FC03D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164472"/>
              </p:ext>
            </p:extLst>
          </p:nvPr>
        </p:nvGraphicFramePr>
        <p:xfrm>
          <a:off x="7276581" y="1968136"/>
          <a:ext cx="896534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6534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10001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89.5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09CEA7EB-6BA2-4537-B6CF-2A0ECA399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541311"/>
              </p:ext>
            </p:extLst>
          </p:nvPr>
        </p:nvGraphicFramePr>
        <p:xfrm>
          <a:off x="8391478" y="1968135"/>
          <a:ext cx="904343" cy="1192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343">
                  <a:extLst>
                    <a:ext uri="{9D8B030D-6E8A-4147-A177-3AD203B41FA5}">
                      <a16:colId xmlns:a16="http://schemas.microsoft.com/office/drawing/2014/main" val="1314472373"/>
                    </a:ext>
                  </a:extLst>
                </a:gridCol>
              </a:tblGrid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6776619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  <a:endParaRPr lang="zh-CN" altLang="en-US" sz="1600" b="1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6237255"/>
                  </a:ext>
                </a:extLst>
              </a:tr>
              <a:tr h="397457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8913784"/>
                  </a:ext>
                </a:extLst>
              </a:tr>
            </a:tbl>
          </a:graphicData>
        </a:graphic>
      </p:graphicFrame>
      <p:sp>
        <p:nvSpPr>
          <p:cNvPr id="44" name="任意多边形 69">
            <a:extLst>
              <a:ext uri="{FF2B5EF4-FFF2-40B4-BE49-F238E27FC236}">
                <a16:creationId xmlns:a16="http://schemas.microsoft.com/office/drawing/2014/main" id="{6E73B1B5-4B8D-48E6-818F-DAFA3A331302}"/>
              </a:ext>
            </a:extLst>
          </p:cNvPr>
          <p:cNvSpPr/>
          <p:nvPr/>
        </p:nvSpPr>
        <p:spPr>
          <a:xfrm>
            <a:off x="7674145" y="2166596"/>
            <a:ext cx="717334" cy="768073"/>
          </a:xfrm>
          <a:custGeom>
            <a:avLst/>
            <a:gdLst>
              <a:gd name="connsiteX0" fmla="*/ 0 w 586408"/>
              <a:gd name="connsiteY0" fmla="*/ 983974 h 983974"/>
              <a:gd name="connsiteX1" fmla="*/ 447261 w 586408"/>
              <a:gd name="connsiteY1" fmla="*/ 983974 h 983974"/>
              <a:gd name="connsiteX2" fmla="*/ 447261 w 586408"/>
              <a:gd name="connsiteY2" fmla="*/ 0 h 983974"/>
              <a:gd name="connsiteX3" fmla="*/ 586408 w 586408"/>
              <a:gd name="connsiteY3" fmla="*/ 0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408" h="983974">
                <a:moveTo>
                  <a:pt x="0" y="983974"/>
                </a:moveTo>
                <a:lnTo>
                  <a:pt x="447261" y="983974"/>
                </a:lnTo>
                <a:lnTo>
                  <a:pt x="447261" y="0"/>
                </a:lnTo>
                <a:lnTo>
                  <a:pt x="586408" y="0"/>
                </a:lnTo>
              </a:path>
            </a:pathLst>
          </a:custGeom>
          <a:ln w="127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6F1B5D3B-47CE-4474-950B-4AFA144E4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027062"/>
              </p:ext>
            </p:extLst>
          </p:nvPr>
        </p:nvGraphicFramePr>
        <p:xfrm>
          <a:off x="9187945" y="800070"/>
          <a:ext cx="487018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7018">
                  <a:extLst>
                    <a:ext uri="{9D8B030D-6E8A-4147-A177-3AD203B41FA5}">
                      <a16:colId xmlns:a16="http://schemas.microsoft.com/office/drawing/2014/main" val="1422909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562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83594369"/>
                  </a:ext>
                </a:extLst>
              </a:tr>
            </a:tbl>
          </a:graphicData>
        </a:graphic>
      </p:graphicFrame>
      <p:sp>
        <p:nvSpPr>
          <p:cNvPr id="47" name="任意多边形 73">
            <a:extLst>
              <a:ext uri="{FF2B5EF4-FFF2-40B4-BE49-F238E27FC236}">
                <a16:creationId xmlns:a16="http://schemas.microsoft.com/office/drawing/2014/main" id="{42EE6AD2-D402-47F1-8E6C-2C96552E6F31}"/>
              </a:ext>
            </a:extLst>
          </p:cNvPr>
          <p:cNvSpPr/>
          <p:nvPr/>
        </p:nvSpPr>
        <p:spPr>
          <a:xfrm>
            <a:off x="9342002" y="1441340"/>
            <a:ext cx="178905" cy="725556"/>
          </a:xfrm>
          <a:custGeom>
            <a:avLst/>
            <a:gdLst>
              <a:gd name="connsiteX0" fmla="*/ 0 w 178905"/>
              <a:gd name="connsiteY0" fmla="*/ 0 h 725556"/>
              <a:gd name="connsiteX1" fmla="*/ 0 w 178905"/>
              <a:gd name="connsiteY1" fmla="*/ 725556 h 725556"/>
              <a:gd name="connsiteX2" fmla="*/ 178905 w 178905"/>
              <a:gd name="connsiteY2" fmla="*/ 725556 h 72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905" h="725556">
                <a:moveTo>
                  <a:pt x="0" y="0"/>
                </a:moveTo>
                <a:lnTo>
                  <a:pt x="0" y="725556"/>
                </a:lnTo>
                <a:lnTo>
                  <a:pt x="178905" y="725556"/>
                </a:lnTo>
              </a:path>
            </a:pathLst>
          </a:custGeom>
          <a:ln w="127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任意多边形 74">
            <a:extLst>
              <a:ext uri="{FF2B5EF4-FFF2-40B4-BE49-F238E27FC236}">
                <a16:creationId xmlns:a16="http://schemas.microsoft.com/office/drawing/2014/main" id="{29B59DAC-9E3F-4049-A3F7-9F1BD38D111D}"/>
              </a:ext>
            </a:extLst>
          </p:cNvPr>
          <p:cNvSpPr/>
          <p:nvPr/>
        </p:nvSpPr>
        <p:spPr>
          <a:xfrm>
            <a:off x="8796993" y="2252610"/>
            <a:ext cx="717334" cy="768073"/>
          </a:xfrm>
          <a:custGeom>
            <a:avLst/>
            <a:gdLst>
              <a:gd name="connsiteX0" fmla="*/ 0 w 586408"/>
              <a:gd name="connsiteY0" fmla="*/ 983974 h 983974"/>
              <a:gd name="connsiteX1" fmla="*/ 447261 w 586408"/>
              <a:gd name="connsiteY1" fmla="*/ 983974 h 983974"/>
              <a:gd name="connsiteX2" fmla="*/ 447261 w 586408"/>
              <a:gd name="connsiteY2" fmla="*/ 0 h 983974"/>
              <a:gd name="connsiteX3" fmla="*/ 586408 w 586408"/>
              <a:gd name="connsiteY3" fmla="*/ 0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408" h="983974">
                <a:moveTo>
                  <a:pt x="0" y="983974"/>
                </a:moveTo>
                <a:lnTo>
                  <a:pt x="447261" y="983974"/>
                </a:lnTo>
                <a:lnTo>
                  <a:pt x="447261" y="0"/>
                </a:lnTo>
                <a:lnTo>
                  <a:pt x="586408" y="0"/>
                </a:lnTo>
              </a:path>
            </a:pathLst>
          </a:custGeom>
          <a:ln w="127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" name="Picture 2">
            <a:extLst>
              <a:ext uri="{FF2B5EF4-FFF2-40B4-BE49-F238E27FC236}">
                <a16:creationId xmlns:a16="http://schemas.microsoft.com/office/drawing/2014/main" id="{A3B075E1-C577-4A2E-B809-EB65287A78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9" r="7082" b="4560"/>
          <a:stretch/>
        </p:blipFill>
        <p:spPr bwMode="auto">
          <a:xfrm>
            <a:off x="17928" y="17930"/>
            <a:ext cx="806823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思想气泡: 云 48">
            <a:extLst>
              <a:ext uri="{FF2B5EF4-FFF2-40B4-BE49-F238E27FC236}">
                <a16:creationId xmlns:a16="http://schemas.microsoft.com/office/drawing/2014/main" id="{5B14C8DE-0D6A-4607-A1AA-CAE6F2C62AC0}"/>
              </a:ext>
            </a:extLst>
          </p:cNvPr>
          <p:cNvSpPr/>
          <p:nvPr/>
        </p:nvSpPr>
        <p:spPr>
          <a:xfrm>
            <a:off x="1561970" y="736502"/>
            <a:ext cx="2106890" cy="697097"/>
          </a:xfrm>
          <a:prstGeom prst="cloudCallout">
            <a:avLst>
              <a:gd name="adj1" fmla="val 66861"/>
              <a:gd name="adj2" fmla="val 106461"/>
            </a:avLst>
          </a:prstGeom>
          <a:blipFill>
            <a:blip r:embed="rId4"/>
            <a:tile tx="0" ty="0" sx="100000" sy="100000" flip="none" algn="tl"/>
          </a:blip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endParaRPr lang="en-US" altLang="zh-CN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第三个结点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D6E7DFE-5A9D-E1FB-03C5-5BD1BDC07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80463"/>
              </p:ext>
            </p:extLst>
          </p:nvPr>
        </p:nvGraphicFramePr>
        <p:xfrm>
          <a:off x="526707" y="1576372"/>
          <a:ext cx="1063490" cy="17994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745">
                  <a:extLst>
                    <a:ext uri="{9D8B030D-6E8A-4147-A177-3AD203B41FA5}">
                      <a16:colId xmlns:a16="http://schemas.microsoft.com/office/drawing/2014/main" val="1753581683"/>
                    </a:ext>
                  </a:extLst>
                </a:gridCol>
                <a:gridCol w="531745">
                  <a:extLst>
                    <a:ext uri="{9D8B030D-6E8A-4147-A177-3AD203B41FA5}">
                      <a16:colId xmlns:a16="http://schemas.microsoft.com/office/drawing/2014/main" val="2805155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head</a:t>
                      </a:r>
                      <a:endParaRPr lang="zh-CN" altLang="en-US" sz="1600" b="1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745193"/>
                  </a:ext>
                </a:extLst>
              </a:tr>
              <a:tr h="39493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  <a:endParaRPr lang="zh-CN" altLang="en-US"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pattFill prst="lt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329186526"/>
                  </a:ext>
                </a:extLst>
              </a:tr>
              <a:tr h="394939"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pattFill prst="lt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50017569"/>
                  </a:ext>
                </a:extLst>
              </a:tr>
              <a:tr h="394939">
                <a:tc vMerge="1">
                  <a:txBody>
                    <a:bodyPr/>
                    <a:lstStyle/>
                    <a:p>
                      <a:pPr algn="r"/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225285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212750"/>
                  </a:ext>
                </a:extLst>
              </a:tr>
            </a:tbl>
          </a:graphicData>
        </a:graphic>
      </p:graphicFrame>
      <p:sp>
        <p:nvSpPr>
          <p:cNvPr id="4" name="任意多边形 58">
            <a:extLst>
              <a:ext uri="{FF2B5EF4-FFF2-40B4-BE49-F238E27FC236}">
                <a16:creationId xmlns:a16="http://schemas.microsoft.com/office/drawing/2014/main" id="{454F8E73-C324-2D52-5071-0EDEDC4DC1F1}"/>
              </a:ext>
            </a:extLst>
          </p:cNvPr>
          <p:cNvSpPr/>
          <p:nvPr/>
        </p:nvSpPr>
        <p:spPr>
          <a:xfrm>
            <a:off x="1477088" y="2179341"/>
            <a:ext cx="604337" cy="789098"/>
          </a:xfrm>
          <a:custGeom>
            <a:avLst/>
            <a:gdLst>
              <a:gd name="connsiteX0" fmla="*/ 0 w 586408"/>
              <a:gd name="connsiteY0" fmla="*/ 983974 h 983974"/>
              <a:gd name="connsiteX1" fmla="*/ 447261 w 586408"/>
              <a:gd name="connsiteY1" fmla="*/ 983974 h 983974"/>
              <a:gd name="connsiteX2" fmla="*/ 447261 w 586408"/>
              <a:gd name="connsiteY2" fmla="*/ 0 h 983974"/>
              <a:gd name="connsiteX3" fmla="*/ 586408 w 586408"/>
              <a:gd name="connsiteY3" fmla="*/ 0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408" h="983974">
                <a:moveTo>
                  <a:pt x="0" y="983974"/>
                </a:moveTo>
                <a:lnTo>
                  <a:pt x="447261" y="983974"/>
                </a:lnTo>
                <a:lnTo>
                  <a:pt x="447261" y="0"/>
                </a:lnTo>
                <a:lnTo>
                  <a:pt x="586408" y="0"/>
                </a:lnTo>
              </a:path>
            </a:pathLst>
          </a:cu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58946DB-8294-275E-D252-D5896C5A2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016371"/>
              </p:ext>
            </p:extLst>
          </p:nvPr>
        </p:nvGraphicFramePr>
        <p:xfrm>
          <a:off x="5764976" y="1614446"/>
          <a:ext cx="1063490" cy="17994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745">
                  <a:extLst>
                    <a:ext uri="{9D8B030D-6E8A-4147-A177-3AD203B41FA5}">
                      <a16:colId xmlns:a16="http://schemas.microsoft.com/office/drawing/2014/main" val="1753581683"/>
                    </a:ext>
                  </a:extLst>
                </a:gridCol>
                <a:gridCol w="531745">
                  <a:extLst>
                    <a:ext uri="{9D8B030D-6E8A-4147-A177-3AD203B41FA5}">
                      <a16:colId xmlns:a16="http://schemas.microsoft.com/office/drawing/2014/main" val="2805155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head</a:t>
                      </a:r>
                      <a:endParaRPr lang="zh-CN" altLang="en-US" sz="1600" b="1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745193"/>
                  </a:ext>
                </a:extLst>
              </a:tr>
              <a:tr h="39493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  <a:endParaRPr lang="zh-CN" altLang="en-US"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pattFill prst="lt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329186526"/>
                  </a:ext>
                </a:extLst>
              </a:tr>
              <a:tr h="394939"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pattFill prst="lt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50017569"/>
                  </a:ext>
                </a:extLst>
              </a:tr>
              <a:tr h="394939">
                <a:tc vMerge="1">
                  <a:txBody>
                    <a:bodyPr/>
                    <a:lstStyle/>
                    <a:p>
                      <a:pPr algn="r"/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225285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212750"/>
                  </a:ext>
                </a:extLst>
              </a:tr>
            </a:tbl>
          </a:graphicData>
        </a:graphic>
      </p:graphicFrame>
      <p:sp>
        <p:nvSpPr>
          <p:cNvPr id="6" name="任意多边形 58">
            <a:extLst>
              <a:ext uri="{FF2B5EF4-FFF2-40B4-BE49-F238E27FC236}">
                <a16:creationId xmlns:a16="http://schemas.microsoft.com/office/drawing/2014/main" id="{24CB790A-0063-DFC8-C865-D9A97D1FC440}"/>
              </a:ext>
            </a:extLst>
          </p:cNvPr>
          <p:cNvSpPr/>
          <p:nvPr/>
        </p:nvSpPr>
        <p:spPr>
          <a:xfrm>
            <a:off x="6733287" y="2217415"/>
            <a:ext cx="604337" cy="789098"/>
          </a:xfrm>
          <a:custGeom>
            <a:avLst/>
            <a:gdLst>
              <a:gd name="connsiteX0" fmla="*/ 0 w 586408"/>
              <a:gd name="connsiteY0" fmla="*/ 983974 h 983974"/>
              <a:gd name="connsiteX1" fmla="*/ 447261 w 586408"/>
              <a:gd name="connsiteY1" fmla="*/ 983974 h 983974"/>
              <a:gd name="connsiteX2" fmla="*/ 447261 w 586408"/>
              <a:gd name="connsiteY2" fmla="*/ 0 h 983974"/>
              <a:gd name="connsiteX3" fmla="*/ 586408 w 586408"/>
              <a:gd name="connsiteY3" fmla="*/ 0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408" h="983974">
                <a:moveTo>
                  <a:pt x="0" y="983974"/>
                </a:moveTo>
                <a:lnTo>
                  <a:pt x="447261" y="983974"/>
                </a:lnTo>
                <a:lnTo>
                  <a:pt x="447261" y="0"/>
                </a:lnTo>
                <a:lnTo>
                  <a:pt x="586408" y="0"/>
                </a:lnTo>
              </a:path>
            </a:pathLst>
          </a:cu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CB2F567-2919-940D-0425-08FA6CC34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998126"/>
              </p:ext>
            </p:extLst>
          </p:nvPr>
        </p:nvGraphicFramePr>
        <p:xfrm>
          <a:off x="540367" y="4276262"/>
          <a:ext cx="1063490" cy="17994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745">
                  <a:extLst>
                    <a:ext uri="{9D8B030D-6E8A-4147-A177-3AD203B41FA5}">
                      <a16:colId xmlns:a16="http://schemas.microsoft.com/office/drawing/2014/main" val="1753581683"/>
                    </a:ext>
                  </a:extLst>
                </a:gridCol>
                <a:gridCol w="531745">
                  <a:extLst>
                    <a:ext uri="{9D8B030D-6E8A-4147-A177-3AD203B41FA5}">
                      <a16:colId xmlns:a16="http://schemas.microsoft.com/office/drawing/2014/main" val="2805155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head</a:t>
                      </a:r>
                      <a:endParaRPr lang="zh-CN" altLang="en-US" sz="1600" b="1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745193"/>
                  </a:ext>
                </a:extLst>
              </a:tr>
              <a:tr h="39493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  <a:endParaRPr lang="zh-CN" altLang="en-US"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pattFill prst="lt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329186526"/>
                  </a:ext>
                </a:extLst>
              </a:tr>
              <a:tr h="394939"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pattFill prst="lt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50017569"/>
                  </a:ext>
                </a:extLst>
              </a:tr>
              <a:tr h="394939">
                <a:tc vMerge="1">
                  <a:txBody>
                    <a:bodyPr/>
                    <a:lstStyle/>
                    <a:p>
                      <a:pPr algn="r"/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225285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212750"/>
                  </a:ext>
                </a:extLst>
              </a:tr>
            </a:tbl>
          </a:graphicData>
        </a:graphic>
      </p:graphicFrame>
      <p:sp>
        <p:nvSpPr>
          <p:cNvPr id="8" name="任意多边形 58">
            <a:extLst>
              <a:ext uri="{FF2B5EF4-FFF2-40B4-BE49-F238E27FC236}">
                <a16:creationId xmlns:a16="http://schemas.microsoft.com/office/drawing/2014/main" id="{689DC044-D077-CDFC-CB8C-021D5E5C04A1}"/>
              </a:ext>
            </a:extLst>
          </p:cNvPr>
          <p:cNvSpPr/>
          <p:nvPr/>
        </p:nvSpPr>
        <p:spPr>
          <a:xfrm>
            <a:off x="1490748" y="4753722"/>
            <a:ext cx="604337" cy="789098"/>
          </a:xfrm>
          <a:custGeom>
            <a:avLst/>
            <a:gdLst>
              <a:gd name="connsiteX0" fmla="*/ 0 w 586408"/>
              <a:gd name="connsiteY0" fmla="*/ 983974 h 983974"/>
              <a:gd name="connsiteX1" fmla="*/ 447261 w 586408"/>
              <a:gd name="connsiteY1" fmla="*/ 983974 h 983974"/>
              <a:gd name="connsiteX2" fmla="*/ 447261 w 586408"/>
              <a:gd name="connsiteY2" fmla="*/ 0 h 983974"/>
              <a:gd name="connsiteX3" fmla="*/ 586408 w 586408"/>
              <a:gd name="connsiteY3" fmla="*/ 0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408" h="983974">
                <a:moveTo>
                  <a:pt x="0" y="983974"/>
                </a:moveTo>
                <a:lnTo>
                  <a:pt x="447261" y="983974"/>
                </a:lnTo>
                <a:lnTo>
                  <a:pt x="447261" y="0"/>
                </a:lnTo>
                <a:lnTo>
                  <a:pt x="586408" y="0"/>
                </a:lnTo>
              </a:path>
            </a:pathLst>
          </a:cu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1B76F7E-6DC7-1DA1-1C70-442A40ABD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833195"/>
              </p:ext>
            </p:extLst>
          </p:nvPr>
        </p:nvGraphicFramePr>
        <p:xfrm>
          <a:off x="5821582" y="4237194"/>
          <a:ext cx="1063490" cy="17994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745">
                  <a:extLst>
                    <a:ext uri="{9D8B030D-6E8A-4147-A177-3AD203B41FA5}">
                      <a16:colId xmlns:a16="http://schemas.microsoft.com/office/drawing/2014/main" val="1753581683"/>
                    </a:ext>
                  </a:extLst>
                </a:gridCol>
                <a:gridCol w="531745">
                  <a:extLst>
                    <a:ext uri="{9D8B030D-6E8A-4147-A177-3AD203B41FA5}">
                      <a16:colId xmlns:a16="http://schemas.microsoft.com/office/drawing/2014/main" val="2805155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head</a:t>
                      </a:r>
                      <a:endParaRPr lang="zh-CN" altLang="en-US" sz="1600" b="1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745193"/>
                  </a:ext>
                </a:extLst>
              </a:tr>
              <a:tr h="39493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  <a:endParaRPr lang="zh-CN" altLang="en-US"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pattFill prst="lt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329186526"/>
                  </a:ext>
                </a:extLst>
              </a:tr>
              <a:tr h="394939"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pattFill prst="lt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50017569"/>
                  </a:ext>
                </a:extLst>
              </a:tr>
              <a:tr h="394939">
                <a:tc vMerge="1">
                  <a:txBody>
                    <a:bodyPr/>
                    <a:lstStyle/>
                    <a:p>
                      <a:pPr algn="r"/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225285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212750"/>
                  </a:ext>
                </a:extLst>
              </a:tr>
            </a:tbl>
          </a:graphicData>
        </a:graphic>
      </p:graphicFrame>
      <p:sp>
        <p:nvSpPr>
          <p:cNvPr id="10" name="任意多边形 58">
            <a:extLst>
              <a:ext uri="{FF2B5EF4-FFF2-40B4-BE49-F238E27FC236}">
                <a16:creationId xmlns:a16="http://schemas.microsoft.com/office/drawing/2014/main" id="{4F79DA8C-DAFD-A0EE-DB04-39AD876362D1}"/>
              </a:ext>
            </a:extLst>
          </p:cNvPr>
          <p:cNvSpPr/>
          <p:nvPr/>
        </p:nvSpPr>
        <p:spPr>
          <a:xfrm>
            <a:off x="6771963" y="4840163"/>
            <a:ext cx="604337" cy="789098"/>
          </a:xfrm>
          <a:custGeom>
            <a:avLst/>
            <a:gdLst>
              <a:gd name="connsiteX0" fmla="*/ 0 w 586408"/>
              <a:gd name="connsiteY0" fmla="*/ 983974 h 983974"/>
              <a:gd name="connsiteX1" fmla="*/ 447261 w 586408"/>
              <a:gd name="connsiteY1" fmla="*/ 983974 h 983974"/>
              <a:gd name="connsiteX2" fmla="*/ 447261 w 586408"/>
              <a:gd name="connsiteY2" fmla="*/ 0 h 983974"/>
              <a:gd name="connsiteX3" fmla="*/ 586408 w 586408"/>
              <a:gd name="connsiteY3" fmla="*/ 0 h 98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408" h="983974">
                <a:moveTo>
                  <a:pt x="0" y="983974"/>
                </a:moveTo>
                <a:lnTo>
                  <a:pt x="447261" y="983974"/>
                </a:lnTo>
                <a:lnTo>
                  <a:pt x="447261" y="0"/>
                </a:lnTo>
                <a:lnTo>
                  <a:pt x="586408" y="0"/>
                </a:lnTo>
              </a:path>
            </a:pathLst>
          </a:custGeom>
          <a:ln w="1905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CA0C362-A898-6D78-D1BF-CBE0B9D3D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644286"/>
              </p:ext>
            </p:extLst>
          </p:nvPr>
        </p:nvGraphicFramePr>
        <p:xfrm>
          <a:off x="9256267" y="3599154"/>
          <a:ext cx="487018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7018">
                  <a:extLst>
                    <a:ext uri="{9D8B030D-6E8A-4147-A177-3AD203B41FA5}">
                      <a16:colId xmlns:a16="http://schemas.microsoft.com/office/drawing/2014/main" val="1422909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562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83594369"/>
                  </a:ext>
                </a:extLst>
              </a:tr>
            </a:tbl>
          </a:graphicData>
        </a:graphic>
      </p:graphicFrame>
      <p:sp>
        <p:nvSpPr>
          <p:cNvPr id="12" name="任意多边形 77">
            <a:extLst>
              <a:ext uri="{FF2B5EF4-FFF2-40B4-BE49-F238E27FC236}">
                <a16:creationId xmlns:a16="http://schemas.microsoft.com/office/drawing/2014/main" id="{3BB55C7B-A649-A4F2-2A9C-24BC86FF6BF1}"/>
              </a:ext>
            </a:extLst>
          </p:cNvPr>
          <p:cNvSpPr/>
          <p:nvPr/>
        </p:nvSpPr>
        <p:spPr>
          <a:xfrm>
            <a:off x="9361249" y="4109817"/>
            <a:ext cx="220395" cy="652295"/>
          </a:xfrm>
          <a:custGeom>
            <a:avLst/>
            <a:gdLst>
              <a:gd name="connsiteX0" fmla="*/ 0 w 178905"/>
              <a:gd name="connsiteY0" fmla="*/ 0 h 725556"/>
              <a:gd name="connsiteX1" fmla="*/ 0 w 178905"/>
              <a:gd name="connsiteY1" fmla="*/ 725556 h 725556"/>
              <a:gd name="connsiteX2" fmla="*/ 178905 w 178905"/>
              <a:gd name="connsiteY2" fmla="*/ 725556 h 72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905" h="725556">
                <a:moveTo>
                  <a:pt x="0" y="0"/>
                </a:moveTo>
                <a:lnTo>
                  <a:pt x="0" y="725556"/>
                </a:lnTo>
                <a:lnTo>
                  <a:pt x="178905" y="725556"/>
                </a:lnTo>
              </a:path>
            </a:pathLst>
          </a:custGeom>
          <a:ln w="127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8BEB371D-817C-20D7-561A-26A692142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394764"/>
              </p:ext>
            </p:extLst>
          </p:nvPr>
        </p:nvGraphicFramePr>
        <p:xfrm>
          <a:off x="7598274" y="3369955"/>
          <a:ext cx="971665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3665">
                  <a:extLst>
                    <a:ext uri="{9D8B030D-6E8A-4147-A177-3AD203B41FA5}">
                      <a16:colId xmlns:a16="http://schemas.microsoft.com/office/drawing/2014/main" val="376550644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422909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zh-CN" altLang="en-US" sz="16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83594369"/>
                  </a:ext>
                </a:extLst>
              </a:tr>
            </a:tbl>
          </a:graphicData>
        </a:graphic>
      </p:graphicFrame>
      <p:sp>
        <p:nvSpPr>
          <p:cNvPr id="14" name="任意多边形 51">
            <a:extLst>
              <a:ext uri="{FF2B5EF4-FFF2-40B4-BE49-F238E27FC236}">
                <a16:creationId xmlns:a16="http://schemas.microsoft.com/office/drawing/2014/main" id="{EBE363D7-6394-536D-0445-F5AAF073928E}"/>
              </a:ext>
            </a:extLst>
          </p:cNvPr>
          <p:cNvSpPr/>
          <p:nvPr/>
        </p:nvSpPr>
        <p:spPr>
          <a:xfrm>
            <a:off x="8279857" y="2284997"/>
            <a:ext cx="108000" cy="1202635"/>
          </a:xfrm>
          <a:custGeom>
            <a:avLst/>
            <a:gdLst>
              <a:gd name="connsiteX0" fmla="*/ 0 w 69574"/>
              <a:gd name="connsiteY0" fmla="*/ 1202635 h 1202635"/>
              <a:gd name="connsiteX1" fmla="*/ 0 w 69574"/>
              <a:gd name="connsiteY1" fmla="*/ 0 h 1202635"/>
              <a:gd name="connsiteX2" fmla="*/ 69574 w 69574"/>
              <a:gd name="connsiteY2" fmla="*/ 0 h 1202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574" h="1202635">
                <a:moveTo>
                  <a:pt x="0" y="1202635"/>
                </a:moveTo>
                <a:lnTo>
                  <a:pt x="0" y="0"/>
                </a:lnTo>
                <a:lnTo>
                  <a:pt x="69574" y="0"/>
                </a:lnTo>
              </a:path>
            </a:pathLst>
          </a:custGeom>
          <a:ln w="12700">
            <a:solidFill>
              <a:srgbClr val="CC00FF"/>
            </a:solidFill>
            <a:tailEnd type="stealt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思想气泡: 云 16">
            <a:extLst>
              <a:ext uri="{FF2B5EF4-FFF2-40B4-BE49-F238E27FC236}">
                <a16:creationId xmlns:a16="http://schemas.microsoft.com/office/drawing/2014/main" id="{4C746C51-5707-93ED-8FB4-BB8EDAC9C2D4}"/>
              </a:ext>
            </a:extLst>
          </p:cNvPr>
          <p:cNvSpPr/>
          <p:nvPr/>
        </p:nvSpPr>
        <p:spPr>
          <a:xfrm>
            <a:off x="9950824" y="1077274"/>
            <a:ext cx="2184297" cy="697097"/>
          </a:xfrm>
          <a:prstGeom prst="cloudCallout">
            <a:avLst>
              <a:gd name="adj1" fmla="val -73236"/>
              <a:gd name="adj2" fmla="val 170173"/>
            </a:avLst>
          </a:prstGeom>
          <a:blipFill>
            <a:blip r:embed="rId4"/>
            <a:tile tx="0" ty="0" sx="100000" sy="100000" flip="none" algn="tl"/>
          </a:blip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r-&gt;next=p</a:t>
            </a: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链入</a:t>
            </a:r>
          </a:p>
        </p:txBody>
      </p:sp>
      <p:sp>
        <p:nvSpPr>
          <p:cNvPr id="18" name="思想气泡: 云 17">
            <a:extLst>
              <a:ext uri="{FF2B5EF4-FFF2-40B4-BE49-F238E27FC236}">
                <a16:creationId xmlns:a16="http://schemas.microsoft.com/office/drawing/2014/main" id="{79170A28-EBC6-9D8E-6C32-16133F341FF7}"/>
              </a:ext>
            </a:extLst>
          </p:cNvPr>
          <p:cNvSpPr/>
          <p:nvPr/>
        </p:nvSpPr>
        <p:spPr>
          <a:xfrm>
            <a:off x="1207108" y="5954891"/>
            <a:ext cx="1810100" cy="697097"/>
          </a:xfrm>
          <a:prstGeom prst="cloudCallout">
            <a:avLst>
              <a:gd name="adj1" fmla="val 111582"/>
              <a:gd name="adj2" fmla="val -68782"/>
            </a:avLst>
          </a:prstGeom>
          <a:blipFill>
            <a:blip r:embed="rId4"/>
            <a:tile tx="0" ty="0" sx="100000" sy="100000" flip="none" algn="tl"/>
          </a:blip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r=p</a:t>
            </a: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</a:t>
            </a:r>
          </a:p>
        </p:txBody>
      </p:sp>
      <p:sp>
        <p:nvSpPr>
          <p:cNvPr id="19" name="思想气泡: 云 18">
            <a:extLst>
              <a:ext uri="{FF2B5EF4-FFF2-40B4-BE49-F238E27FC236}">
                <a16:creationId xmlns:a16="http://schemas.microsoft.com/office/drawing/2014/main" id="{3DA57791-B8D7-B1D8-DC0C-0105D88D98C9}"/>
              </a:ext>
            </a:extLst>
          </p:cNvPr>
          <p:cNvSpPr/>
          <p:nvPr/>
        </p:nvSpPr>
        <p:spPr>
          <a:xfrm>
            <a:off x="10507453" y="5827237"/>
            <a:ext cx="1627668" cy="697097"/>
          </a:xfrm>
          <a:prstGeom prst="cloudCallout">
            <a:avLst>
              <a:gd name="adj1" fmla="val -61360"/>
              <a:gd name="adj2" fmla="val -75213"/>
            </a:avLst>
          </a:prstGeom>
          <a:blipFill>
            <a:blip r:embed="rId4"/>
            <a:tile tx="0" ty="0" sx="100000" sy="100000" flip="none" algn="tl"/>
          </a:blip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endParaRPr lang="zh-CN" altLang="en-US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95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5" grpId="0" animBg="1"/>
      <p:bldP spid="78" grpId="0" animBg="1"/>
      <p:bldP spid="85" grpId="0" animBg="1"/>
      <p:bldP spid="86" grpId="0" animBg="1"/>
      <p:bldP spid="87" grpId="0" animBg="1"/>
      <p:bldP spid="38" grpId="0" animBg="1"/>
      <p:bldP spid="44" grpId="0" animBg="1"/>
      <p:bldP spid="47" grpId="0" animBg="1"/>
      <p:bldP spid="48" grpId="0" animBg="1"/>
      <p:bldP spid="49" grpId="0" animBg="1"/>
      <p:bldP spid="6" grpId="0" animBg="1"/>
      <p:bldP spid="8" grpId="0" animBg="1"/>
      <p:bldP spid="10" grpId="0" animBg="1"/>
      <p:bldP spid="12" grpId="0" animBg="1"/>
      <p:bldP spid="14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5034"/>
            <a:ext cx="7323909" cy="735195"/>
          </a:xfrm>
        </p:spPr>
        <p:txBody>
          <a:bodyPr/>
          <a:lstStyle/>
          <a:p>
            <a:r>
              <a:rPr lang="zh-CN" altLang="en-US"/>
              <a:t>建立简单的动态链表</a:t>
            </a: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AEF75C6A-EBAC-495D-9017-0A28EF9314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9" r="7082" b="4560"/>
          <a:stretch/>
        </p:blipFill>
        <p:spPr bwMode="auto">
          <a:xfrm>
            <a:off x="17928" y="17930"/>
            <a:ext cx="806823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16CF884A-3B55-46F3-89A6-37823D552439}"/>
              </a:ext>
            </a:extLst>
          </p:cNvPr>
          <p:cNvSpPr txBox="1"/>
          <p:nvPr/>
        </p:nvSpPr>
        <p:spPr>
          <a:xfrm>
            <a:off x="70338" y="832942"/>
            <a:ext cx="6185388" cy="550920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endParaRPr lang="en-US" altLang="zh-CN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id;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学号*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score;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成绩*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指针域*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LNode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CreateListTailInsert()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尾插法建立单链表函数*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/*L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指向头结点、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指向表尾结点、</a:t>
            </a:r>
            <a:r>
              <a:rPr lang="en-US" altLang="zh-CN" sz="1600" b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指向当前结点*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L, p, r;  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/* </a:t>
            </a: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称为工作指针 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id;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printf(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请输入学号和成绩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学号输入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时结束循环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):\n"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分配结点空间*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 = (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)malloc(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LNode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L-&gt;next = </a:t>
            </a:r>
            <a:r>
              <a:rPr lang="en-US" altLang="zh-CN" sz="1600" b="1">
                <a:solidFill>
                  <a:srgbClr val="BD63C5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头结点指针域设为空*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 = L;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指针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指向当前表尾结点*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printf(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学号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scanf(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"%ld"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&amp;id);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(id == -</a:t>
            </a:r>
            <a:r>
              <a:rPr lang="en-US" altLang="zh-CN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E130726-27E6-4436-A2BE-DE084E20165E}"/>
              </a:ext>
            </a:extLst>
          </p:cNvPr>
          <p:cNvSpPr txBox="1"/>
          <p:nvPr/>
        </p:nvSpPr>
        <p:spPr>
          <a:xfrm>
            <a:off x="5936274" y="997610"/>
            <a:ext cx="6185388" cy="4755148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indent="809625"/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学号不为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，则创建新结点输入数据，并插入到表尾*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</a:p>
          <a:p>
            <a:pPr indent="809625"/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/* 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分配结点空间 *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 = (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)malloc(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LNode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p-&gt;id = id;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printf(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成绩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scanf(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"%f"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&amp;p-&gt;score);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p-&gt;next = </a:t>
            </a:r>
            <a:r>
              <a:rPr lang="en-US" altLang="zh-CN" sz="1600" b="1">
                <a:solidFill>
                  <a:srgbClr val="BD63C5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r-&gt;next = p;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新结点链接到表尾 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 = p;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/* 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新结点成为当前的表尾结点 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定义链表头指针*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 = CreateListTailInsert();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尾插法建立单链表*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7D159BE-0924-B85D-65CF-C0637B2F6E23}"/>
              </a:ext>
            </a:extLst>
          </p:cNvPr>
          <p:cNvGrpSpPr/>
          <p:nvPr/>
        </p:nvGrpSpPr>
        <p:grpSpPr>
          <a:xfrm>
            <a:off x="6866965" y="2823883"/>
            <a:ext cx="5061161" cy="880320"/>
            <a:chOff x="6672129" y="4456440"/>
            <a:chExt cx="5061161" cy="88032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AD31872-B29E-BCB5-9B9B-2801E55BB62B}"/>
                </a:ext>
              </a:extLst>
            </p:cNvPr>
            <p:cNvSpPr/>
            <p:nvPr/>
          </p:nvSpPr>
          <p:spPr>
            <a:xfrm>
              <a:off x="6672129" y="4456440"/>
              <a:ext cx="5061161" cy="6956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lstStyle/>
            <a:p>
              <a:pPr algn="r"/>
              <a:endParaRPr lang="zh-CN" altLang="en-US" b="1">
                <a:solidFill>
                  <a:srgbClr val="0000FF"/>
                </a:solidFill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BB0642B-F5FB-AF5B-2A2E-2AB65D5BE2C2}"/>
                </a:ext>
              </a:extLst>
            </p:cNvPr>
            <p:cNvSpPr txBox="1"/>
            <p:nvPr/>
          </p:nvSpPr>
          <p:spPr>
            <a:xfrm>
              <a:off x="8725047" y="4967428"/>
              <a:ext cx="2928692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/>
                <a:t>两条语句的</a:t>
              </a:r>
              <a:r>
                <a:rPr lang="zh-CN" altLang="en-US" b="1">
                  <a:solidFill>
                    <a:srgbClr val="0000FF"/>
                  </a:solidFill>
                </a:rPr>
                <a:t>先后顺序不能变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167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AC3D7F3-A058-480F-993E-98C196AA38D5}"/>
              </a:ext>
            </a:extLst>
          </p:cNvPr>
          <p:cNvSpPr/>
          <p:nvPr/>
        </p:nvSpPr>
        <p:spPr>
          <a:xfrm>
            <a:off x="0" y="722402"/>
            <a:ext cx="12070080" cy="617037"/>
          </a:xfrm>
          <a:prstGeom prst="rect">
            <a:avLst/>
          </a:prstGeom>
          <a:noFill/>
          <a:ln w="25400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marL="358775" marR="0" lvl="0" indent="-35877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Blip>
                <a:blip r:embed="rId3"/>
              </a:buBlip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头插法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创建单链表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也称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逆向建立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：新分配的结点插入到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链表的表头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E9B708D-9BBB-477E-B58D-ED8DB0B0F82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BC7CD6D-526F-4586-811C-C61FB83FF624}"/>
              </a:ext>
            </a:extLst>
          </p:cNvPr>
          <p:cNvSpPr txBox="1">
            <a:spLocks/>
          </p:cNvSpPr>
          <p:nvPr/>
        </p:nvSpPr>
        <p:spPr>
          <a:xfrm>
            <a:off x="0" y="8074"/>
            <a:ext cx="8839200" cy="684000"/>
          </a:xfrm>
          <a:prstGeom prst="rect">
            <a:avLst/>
          </a:prstGeom>
        </p:spPr>
        <p:txBody>
          <a:bodyPr anchor="ctr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cap="none" spc="0" baseline="0">
                <a:ln/>
                <a:solidFill>
                  <a:srgbClr val="C00000"/>
                </a:solidFill>
                <a:effectLst/>
                <a:latin typeface="Arial" pitchFamily="34" charset="0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SzPct val="100000"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C00000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单链表的建立</a:t>
            </a:r>
            <a:endParaRPr kumimoji="1" lang="zh-CN" altLang="en-US" sz="3200" b="1" i="0" u="none" strike="noStrike" kern="1200" cap="none" spc="0" normalizeH="0" baseline="0" noProof="0" dirty="0">
              <a:ln/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9EC0D0B8-9367-456F-8548-FD01CA7AD0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6040452"/>
              </p:ext>
            </p:extLst>
          </p:nvPr>
        </p:nvGraphicFramePr>
        <p:xfrm>
          <a:off x="83448" y="1340155"/>
          <a:ext cx="8520518" cy="3411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思想气泡: 云 7">
            <a:extLst>
              <a:ext uri="{FF2B5EF4-FFF2-40B4-BE49-F238E27FC236}">
                <a16:creationId xmlns:a16="http://schemas.microsoft.com/office/drawing/2014/main" id="{828C03D4-6E0F-4824-ADB0-AE39BEA0FC1B}"/>
              </a:ext>
            </a:extLst>
          </p:cNvPr>
          <p:cNvSpPr/>
          <p:nvPr/>
        </p:nvSpPr>
        <p:spPr>
          <a:xfrm>
            <a:off x="8804965" y="976114"/>
            <a:ext cx="2034989" cy="787174"/>
          </a:xfrm>
          <a:prstGeom prst="cloudCallout">
            <a:avLst>
              <a:gd name="adj1" fmla="val -99522"/>
              <a:gd name="adj2" fmla="val 76364"/>
            </a:avLst>
          </a:prstGeom>
          <a:blipFill>
            <a:blip r:embed="rId9"/>
            <a:tile tx="0" ty="0" sx="100000" sy="100000" flip="none" algn="tl"/>
          </a:blip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带头结点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CC0B5AF6-B265-4659-988D-FC1F25484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064388"/>
              </p:ext>
            </p:extLst>
          </p:nvPr>
        </p:nvGraphicFramePr>
        <p:xfrm>
          <a:off x="10761890" y="1784350"/>
          <a:ext cx="1346662" cy="865345"/>
        </p:xfrm>
        <a:graphic>
          <a:graphicData uri="http://schemas.openxmlformats.org/drawingml/2006/table">
            <a:tbl>
              <a:tblPr firstRow="1" firstCol="1" bandRow="1"/>
              <a:tblGrid>
                <a:gridCol w="637050">
                  <a:extLst>
                    <a:ext uri="{9D8B030D-6E8A-4147-A177-3AD203B41FA5}">
                      <a16:colId xmlns:a16="http://schemas.microsoft.com/office/drawing/2014/main" val="486302207"/>
                    </a:ext>
                  </a:extLst>
                </a:gridCol>
                <a:gridCol w="709612">
                  <a:extLst>
                    <a:ext uri="{9D8B030D-6E8A-4147-A177-3AD203B41FA5}">
                      <a16:colId xmlns:a16="http://schemas.microsoft.com/office/drawing/2014/main" val="1359098927"/>
                    </a:ext>
                  </a:extLst>
                </a:gridCol>
              </a:tblGrid>
              <a:tr h="158936">
                <a:tc>
                  <a:txBody>
                    <a:bodyPr/>
                    <a:lstStyle/>
                    <a:p>
                      <a:pPr indent="127000" algn="l">
                        <a:lnSpc>
                          <a:spcPct val="12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  <a:endParaRPr lang="zh-CN" sz="1600" b="1" kern="10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832727"/>
                  </a:ext>
                </a:extLst>
              </a:tr>
              <a:tr h="158936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79161"/>
                  </a:ext>
                </a:extLst>
              </a:tr>
              <a:tr h="333977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NULL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91552"/>
                  </a:ext>
                </a:extLst>
              </a:tr>
            </a:tbl>
          </a:graphicData>
        </a:graphic>
      </p:graphicFrame>
      <p:cxnSp>
        <p:nvCxnSpPr>
          <p:cNvPr id="20" name="Line 1964">
            <a:extLst>
              <a:ext uri="{FF2B5EF4-FFF2-40B4-BE49-F238E27FC236}">
                <a16:creationId xmlns:a16="http://schemas.microsoft.com/office/drawing/2014/main" id="{6524013F-2AAD-48CF-BEB2-96E81DAA7DE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969916" y="1836636"/>
            <a:ext cx="4349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</p:spPr>
      </p:cxn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91068699-E058-49B9-A7E1-8A28BCBC0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347104"/>
              </p:ext>
            </p:extLst>
          </p:nvPr>
        </p:nvGraphicFramePr>
        <p:xfrm>
          <a:off x="9602707" y="2890880"/>
          <a:ext cx="2505845" cy="731520"/>
        </p:xfrm>
        <a:graphic>
          <a:graphicData uri="http://schemas.openxmlformats.org/drawingml/2006/table">
            <a:tbl>
              <a:tblPr firstRow="1" firstCol="1" bandRow="1"/>
              <a:tblGrid>
                <a:gridCol w="519617">
                  <a:extLst>
                    <a:ext uri="{9D8B030D-6E8A-4147-A177-3AD203B41FA5}">
                      <a16:colId xmlns:a16="http://schemas.microsoft.com/office/drawing/2014/main" val="2573469105"/>
                    </a:ext>
                  </a:extLst>
                </a:gridCol>
                <a:gridCol w="578804">
                  <a:extLst>
                    <a:ext uri="{9D8B030D-6E8A-4147-A177-3AD203B41FA5}">
                      <a16:colId xmlns:a16="http://schemas.microsoft.com/office/drawing/2014/main" val="862115707"/>
                    </a:ext>
                  </a:extLst>
                </a:gridCol>
                <a:gridCol w="655987">
                  <a:extLst>
                    <a:ext uri="{9D8B030D-6E8A-4147-A177-3AD203B41FA5}">
                      <a16:colId xmlns:a16="http://schemas.microsoft.com/office/drawing/2014/main" val="3860867693"/>
                    </a:ext>
                  </a:extLst>
                </a:gridCol>
                <a:gridCol w="751437">
                  <a:extLst>
                    <a:ext uri="{9D8B030D-6E8A-4147-A177-3AD203B41FA5}">
                      <a16:colId xmlns:a16="http://schemas.microsoft.com/office/drawing/2014/main" val="1322837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  <a:endParaRPr lang="zh-CN" sz="1600" b="1" kern="10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1600" b="1" kern="1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686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66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3248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NULL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397835"/>
                  </a:ext>
                </a:extLst>
              </a:tr>
            </a:tbl>
          </a:graphicData>
        </a:graphic>
      </p:graphicFrame>
      <p:cxnSp>
        <p:nvCxnSpPr>
          <p:cNvPr id="28" name="Line 1964">
            <a:extLst>
              <a:ext uri="{FF2B5EF4-FFF2-40B4-BE49-F238E27FC236}">
                <a16:creationId xmlns:a16="http://schemas.microsoft.com/office/drawing/2014/main" id="{F979B848-D6B0-4D28-B108-87833750EB4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677289" y="2946014"/>
            <a:ext cx="4349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84DF27C8-27F9-4E75-AB8C-94744102CE17}"/>
              </a:ext>
            </a:extLst>
          </p:cNvPr>
          <p:cNvCxnSpPr>
            <a:cxnSpLocks/>
          </p:cNvCxnSpPr>
          <p:nvPr/>
        </p:nvCxnSpPr>
        <p:spPr>
          <a:xfrm flipV="1">
            <a:off x="10678108" y="2946015"/>
            <a:ext cx="625390" cy="60974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ne 1964">
            <a:extLst>
              <a:ext uri="{FF2B5EF4-FFF2-40B4-BE49-F238E27FC236}">
                <a16:creationId xmlns:a16="http://schemas.microsoft.com/office/drawing/2014/main" id="{BD87F592-206B-4DA4-A949-5972E0DACE7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154274" y="3061902"/>
            <a:ext cx="152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</p:spPr>
      </p:cxn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CD4AC1F3-1F10-4B55-A634-02F0FC831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369574"/>
              </p:ext>
            </p:extLst>
          </p:nvPr>
        </p:nvGraphicFramePr>
        <p:xfrm>
          <a:off x="8674415" y="3944046"/>
          <a:ext cx="3434137" cy="731520"/>
        </p:xfrm>
        <a:graphic>
          <a:graphicData uri="http://schemas.openxmlformats.org/drawingml/2006/table">
            <a:tbl>
              <a:tblPr firstRow="1" firstCol="1" bandRow="1"/>
              <a:tblGrid>
                <a:gridCol w="447989">
                  <a:extLst>
                    <a:ext uri="{9D8B030D-6E8A-4147-A177-3AD203B41FA5}">
                      <a16:colId xmlns:a16="http://schemas.microsoft.com/office/drawing/2014/main" val="4090239823"/>
                    </a:ext>
                  </a:extLst>
                </a:gridCol>
                <a:gridCol w="499017">
                  <a:extLst>
                    <a:ext uri="{9D8B030D-6E8A-4147-A177-3AD203B41FA5}">
                      <a16:colId xmlns:a16="http://schemas.microsoft.com/office/drawing/2014/main" val="881013786"/>
                    </a:ext>
                  </a:extLst>
                </a:gridCol>
                <a:gridCol w="480461">
                  <a:extLst>
                    <a:ext uri="{9D8B030D-6E8A-4147-A177-3AD203B41FA5}">
                      <a16:colId xmlns:a16="http://schemas.microsoft.com/office/drawing/2014/main" val="3702506569"/>
                    </a:ext>
                  </a:extLst>
                </a:gridCol>
                <a:gridCol w="762773">
                  <a:extLst>
                    <a:ext uri="{9D8B030D-6E8A-4147-A177-3AD203B41FA5}">
                      <a16:colId xmlns:a16="http://schemas.microsoft.com/office/drawing/2014/main" val="824866418"/>
                    </a:ext>
                  </a:extLst>
                </a:gridCol>
                <a:gridCol w="524469">
                  <a:extLst>
                    <a:ext uri="{9D8B030D-6E8A-4147-A177-3AD203B41FA5}">
                      <a16:colId xmlns:a16="http://schemas.microsoft.com/office/drawing/2014/main" val="4247955435"/>
                    </a:ext>
                  </a:extLst>
                </a:gridCol>
                <a:gridCol w="719428">
                  <a:extLst>
                    <a:ext uri="{9D8B030D-6E8A-4147-A177-3AD203B41FA5}">
                      <a16:colId xmlns:a16="http://schemas.microsoft.com/office/drawing/2014/main" val="36834255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1" kern="1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1600" b="1" kern="1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1002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600" b="1" kern="1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646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77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endParaRPr lang="en-US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66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175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en-US" sz="1600" b="1" kern="1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NULL</a:t>
                      </a:r>
                      <a:endParaRPr lang="zh-CN" sz="16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349350"/>
                  </a:ext>
                </a:extLst>
              </a:tr>
            </a:tbl>
          </a:graphicData>
        </a:graphic>
      </p:graphicFrame>
      <p:cxnSp>
        <p:nvCxnSpPr>
          <p:cNvPr id="44" name="Line 1964">
            <a:extLst>
              <a:ext uri="{FF2B5EF4-FFF2-40B4-BE49-F238E27FC236}">
                <a16:creationId xmlns:a16="http://schemas.microsoft.com/office/drawing/2014/main" id="{E05F3026-ADF1-4ACB-9F5C-B36B5E595ED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609342" y="3975797"/>
            <a:ext cx="4349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15807ADE-1E72-43EA-B55B-80A6D2C95C78}"/>
              </a:ext>
            </a:extLst>
          </p:cNvPr>
          <p:cNvCxnSpPr/>
          <p:nvPr/>
        </p:nvCxnSpPr>
        <p:spPr>
          <a:xfrm flipV="1">
            <a:off x="9514259" y="3977384"/>
            <a:ext cx="549275" cy="61595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Line 1964">
            <a:extLst>
              <a:ext uri="{FF2B5EF4-FFF2-40B4-BE49-F238E27FC236}">
                <a16:creationId xmlns:a16="http://schemas.microsoft.com/office/drawing/2014/main" id="{84654353-C4E3-45A1-A4E7-3BECED8C7B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911134" y="4136134"/>
            <a:ext cx="152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A93DA164-AC02-4DD3-8B79-AECBD8D2C8BC}"/>
              </a:ext>
            </a:extLst>
          </p:cNvPr>
          <p:cNvCxnSpPr/>
          <p:nvPr/>
        </p:nvCxnSpPr>
        <p:spPr>
          <a:xfrm flipV="1">
            <a:off x="10817134" y="3975797"/>
            <a:ext cx="547688" cy="61753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0180E74-6B3F-4F0D-B12A-E4D4BA855386}"/>
              </a:ext>
            </a:extLst>
          </p:cNvPr>
          <p:cNvGrpSpPr/>
          <p:nvPr/>
        </p:nvGrpSpPr>
        <p:grpSpPr>
          <a:xfrm>
            <a:off x="1481780" y="4500956"/>
            <a:ext cx="6747819" cy="1134413"/>
            <a:chOff x="3258953" y="5469299"/>
            <a:chExt cx="6747819" cy="1134413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181B2C55-5B59-4911-A021-BCE1357E2254}"/>
                </a:ext>
              </a:extLst>
            </p:cNvPr>
            <p:cNvSpPr txBox="1"/>
            <p:nvPr/>
          </p:nvSpPr>
          <p:spPr>
            <a:xfrm>
              <a:off x="4149967" y="5469299"/>
              <a:ext cx="5856805" cy="1134413"/>
            </a:xfrm>
            <a:prstGeom prst="rect">
              <a:avLst/>
            </a:prstGeom>
            <a:blipFill>
              <a:blip r:embed="rId9"/>
              <a:tile tx="0" ty="0" sx="100000" sy="100000" flip="none" algn="tl"/>
            </a:blip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黑体" panose="02010609060101010101" pitchFamily="49" charset="-122"/>
                <a:buChar char="★"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</a:rPr>
                <a:t>链接：</a:t>
              </a:r>
              <a:r>
                <a:rPr lang="en-US" altLang="zh-CN" sz="2400" b="1">
                  <a:solidFill>
                    <a:srgbClr val="000000"/>
                  </a:solidFill>
                  <a:highlight>
                    <a:srgbClr val="FFFF00"/>
                  </a:highlight>
                  <a:latin typeface="Consolas" panose="020B0609020204030204" pitchFamily="49" charset="0"/>
                  <a:ea typeface="微软雅黑"/>
                </a:rPr>
                <a:t>p-&gt;next = L-&gt;next;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黑体" panose="02010609060101010101" pitchFamily="49" charset="-122"/>
                <a:buChar char="★"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FFF00"/>
                  </a:highlight>
                  <a:uLnTx/>
                  <a:uFillTx/>
                  <a:latin typeface="Consolas" panose="020B0609020204030204" pitchFamily="49" charset="0"/>
                  <a:ea typeface="微软雅黑"/>
                </a:rPr>
                <a:t>p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</a:rPr>
                <a:t>成为新的首元结点：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Consolas" panose="020B0609020204030204" pitchFamily="49" charset="0"/>
                  <a:ea typeface="微软雅黑"/>
                </a:rPr>
                <a:t>L-&gt;next = p;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微软雅黑"/>
              </a:endParaRPr>
            </a:p>
          </p:txBody>
        </p:sp>
        <p:pic>
          <p:nvPicPr>
            <p:cNvPr id="50" name="Picture 2">
              <a:extLst>
                <a:ext uri="{FF2B5EF4-FFF2-40B4-BE49-F238E27FC236}">
                  <a16:creationId xmlns:a16="http://schemas.microsoft.com/office/drawing/2014/main" id="{2D67743A-AF41-415E-B1CD-3DE694B84A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044" r="6153" b="4640"/>
            <a:stretch/>
          </p:blipFill>
          <p:spPr bwMode="auto">
            <a:xfrm>
              <a:off x="3258953" y="5690634"/>
              <a:ext cx="808289" cy="691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思想气泡: 云 31">
            <a:extLst>
              <a:ext uri="{FF2B5EF4-FFF2-40B4-BE49-F238E27FC236}">
                <a16:creationId xmlns:a16="http://schemas.microsoft.com/office/drawing/2014/main" id="{DD7100C5-EBF8-4070-809E-777C24638C66}"/>
              </a:ext>
            </a:extLst>
          </p:cNvPr>
          <p:cNvSpPr/>
          <p:nvPr/>
        </p:nvSpPr>
        <p:spPr>
          <a:xfrm>
            <a:off x="460143" y="5996174"/>
            <a:ext cx="7339328" cy="572879"/>
          </a:xfrm>
          <a:prstGeom prst="cloudCallout">
            <a:avLst>
              <a:gd name="adj1" fmla="val 30833"/>
              <a:gd name="adj2" fmla="val -127749"/>
            </a:avLst>
          </a:prstGeom>
          <a:blipFill>
            <a:blip r:embed="rId9"/>
            <a:tile tx="0" ty="0" sx="100000" sy="100000" flip="none" algn="tl"/>
          </a:blip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lvl="0" algn="ctr"/>
            <a:r>
              <a:rPr lang="zh-CN" altLang="en-US" sz="2200" b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将头结点的</a:t>
            </a:r>
            <a:r>
              <a:rPr lang="zh-CN" altLang="en-US" sz="2200" b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直接后继</a:t>
            </a:r>
            <a:r>
              <a:rPr lang="zh-CN" altLang="en-US" sz="2200" b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更新为</a:t>
            </a:r>
            <a:r>
              <a:rPr lang="zh-CN" altLang="en-US" sz="2200" b="1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新结点</a:t>
            </a:r>
            <a:r>
              <a:rPr lang="en-US" altLang="zh-CN" sz="2200" b="1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</a:t>
            </a: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38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8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5034"/>
            <a:ext cx="7323909" cy="735195"/>
          </a:xfrm>
        </p:spPr>
        <p:txBody>
          <a:bodyPr/>
          <a:lstStyle/>
          <a:p>
            <a:r>
              <a:rPr lang="zh-CN" altLang="en-US"/>
              <a:t>建立简单的动态链表</a:t>
            </a: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AEF75C6A-EBAC-495D-9017-0A28EF9314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9" r="7082" b="4560"/>
          <a:stretch/>
        </p:blipFill>
        <p:spPr bwMode="auto">
          <a:xfrm>
            <a:off x="17928" y="17930"/>
            <a:ext cx="806823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16CF884A-3B55-46F3-89A6-37823D552439}"/>
              </a:ext>
            </a:extLst>
          </p:cNvPr>
          <p:cNvSpPr txBox="1"/>
          <p:nvPr/>
        </p:nvSpPr>
        <p:spPr>
          <a:xfrm>
            <a:off x="70338" y="868801"/>
            <a:ext cx="6185388" cy="550920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typedef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struct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Node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   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long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 id;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           /*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学号*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/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   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float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 score;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       /*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成绩*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/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   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struct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Node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*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next;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 /*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指针域*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/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}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LNode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,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*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LinkList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;</a:t>
            </a:r>
          </a:p>
          <a:p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CreateListHeadInsert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头插法建立单链表函数*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/*L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指向头结点、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指向当前结点，不需要表尾指针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r*/</a:t>
            </a:r>
            <a:endParaRPr lang="en-US" altLang="zh-CN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请输入学号和成绩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学号输入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时结束循环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altLang="zh-CN" sz="1600" b="1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创建头结点 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LNode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分配结点空间*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= </a:t>
            </a:r>
            <a:r>
              <a:rPr lang="en-US" altLang="zh-CN" sz="1600" b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头结点指针域设为空*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学号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%ld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-</a:t>
            </a:r>
            <a:r>
              <a:rPr lang="en-US" altLang="zh-CN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E130726-27E6-4436-A2BE-DE084E20165E}"/>
              </a:ext>
            </a:extLst>
          </p:cNvPr>
          <p:cNvSpPr txBox="1"/>
          <p:nvPr/>
        </p:nvSpPr>
        <p:spPr>
          <a:xfrm>
            <a:off x="5936274" y="1194840"/>
            <a:ext cx="6185388" cy="4755148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0" marR="0" lvl="0" indent="809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/*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学号不为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-1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，则创建新结点输入数据，插入到表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  <a:ea typeface="微软雅黑"/>
              </a:rPr>
              <a:t>头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*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/</a:t>
            </a:r>
          </a:p>
          <a:p>
            <a:pPr marL="0" marR="0" lvl="0" indent="809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/*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分配结点空间 *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/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微软雅黑"/>
              <a:cs typeface="+mn-cs"/>
            </a:endParaRPr>
          </a:p>
          <a:p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       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LNode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-&gt;id =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成绩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%f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-&gt;score);</a:t>
            </a:r>
          </a:p>
          <a:p>
            <a:pPr>
              <a:spcBef>
                <a:spcPts val="600"/>
              </a:spcBef>
            </a:pP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=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新结点的直接后继为前一次循环的首元结点*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=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头结点的直接后继为新结点*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   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   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return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 L;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int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 main(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void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   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LinkList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 L;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                 /*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定义链表头指针*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/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   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L = CreateListHeadInsert();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 /*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尾插法建立单链表*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/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   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return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0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}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5F19412-4E49-2CEC-296A-39B0F3C7E89B}"/>
              </a:ext>
            </a:extLst>
          </p:cNvPr>
          <p:cNvGrpSpPr/>
          <p:nvPr/>
        </p:nvGrpSpPr>
        <p:grpSpPr>
          <a:xfrm>
            <a:off x="6840070" y="2761132"/>
            <a:ext cx="5061161" cy="1233276"/>
            <a:chOff x="6672129" y="4353629"/>
            <a:chExt cx="5061161" cy="98978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15970CD-4DFE-1BA3-0A8E-A6358F8BC610}"/>
                </a:ext>
              </a:extLst>
            </p:cNvPr>
            <p:cNvSpPr/>
            <p:nvPr/>
          </p:nvSpPr>
          <p:spPr>
            <a:xfrm>
              <a:off x="6672129" y="4353629"/>
              <a:ext cx="5061161" cy="7984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lstStyle/>
            <a:p>
              <a:pPr algn="r"/>
              <a:endParaRPr lang="zh-CN" altLang="en-US" b="1">
                <a:solidFill>
                  <a:srgbClr val="0000FF"/>
                </a:solidFill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D33C90A-0EC5-2267-D064-E3DDB9DB468A}"/>
                </a:ext>
              </a:extLst>
            </p:cNvPr>
            <p:cNvSpPr txBox="1"/>
            <p:nvPr/>
          </p:nvSpPr>
          <p:spPr>
            <a:xfrm>
              <a:off x="8734012" y="4974078"/>
              <a:ext cx="2928692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/>
                <a:t>两条语句的</a:t>
              </a:r>
              <a:r>
                <a:rPr lang="zh-CN" altLang="en-US" b="1">
                  <a:solidFill>
                    <a:srgbClr val="0000FF"/>
                  </a:solidFill>
                </a:rPr>
                <a:t>先后顺序不能变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43F10102-807A-094A-DB99-197739133249}"/>
              </a:ext>
            </a:extLst>
          </p:cNvPr>
          <p:cNvSpPr txBox="1"/>
          <p:nvPr/>
        </p:nvSpPr>
        <p:spPr>
          <a:xfrm>
            <a:off x="9451332" y="636495"/>
            <a:ext cx="1397072" cy="46166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/>
                <a:solidFill>
                  <a:srgbClr val="0000DA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400" b="1" i="0" u="none" strike="noStrike" kern="1200" cap="none" spc="0" normalizeH="0" baseline="0" noProof="0">
                <a:ln/>
                <a:solidFill>
                  <a:srgbClr val="0000DA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8-12</a:t>
            </a:r>
            <a:endParaRPr kumimoji="1" lang="zh-CN" altLang="en-US" sz="2400" b="1" i="0" u="none" strike="noStrike" kern="1200" cap="none" spc="0" normalizeH="0" baseline="0" noProof="0">
              <a:ln/>
              <a:solidFill>
                <a:srgbClr val="0000DA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870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AC3D7F3-A058-480F-993E-98C196AA38D5}"/>
              </a:ext>
            </a:extLst>
          </p:cNvPr>
          <p:cNvSpPr/>
          <p:nvPr/>
        </p:nvSpPr>
        <p:spPr>
          <a:xfrm>
            <a:off x="26376" y="722402"/>
            <a:ext cx="12070080" cy="1053644"/>
          </a:xfrm>
          <a:prstGeom prst="rect">
            <a:avLst/>
          </a:prstGeom>
          <a:noFill/>
          <a:ln w="25400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marL="358775" lvl="0" indent="-358775" algn="just">
              <a:lnSpc>
                <a:spcPct val="150000"/>
              </a:lnSpc>
              <a:buClr>
                <a:srgbClr val="0000FF"/>
              </a:buClr>
              <a:buBlip>
                <a:blip r:embed="rId3"/>
              </a:buBlip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链表的遍历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，按某种顺序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依次访问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链表中的结点。常用的单链表遍历是从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首元结点开始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依次输出各结点的数据，直到</a:t>
            </a: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表尾结点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E9B708D-9BBB-477E-B58D-ED8DB0B0F82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BC7CD6D-526F-4586-811C-C61FB83FF624}"/>
              </a:ext>
            </a:extLst>
          </p:cNvPr>
          <p:cNvSpPr txBox="1">
            <a:spLocks/>
          </p:cNvSpPr>
          <p:nvPr/>
        </p:nvSpPr>
        <p:spPr>
          <a:xfrm>
            <a:off x="0" y="8074"/>
            <a:ext cx="8839200" cy="684000"/>
          </a:xfrm>
          <a:prstGeom prst="rect">
            <a:avLst/>
          </a:prstGeom>
        </p:spPr>
        <p:txBody>
          <a:bodyPr anchor="ctr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cap="none" spc="0" baseline="0">
                <a:ln/>
                <a:solidFill>
                  <a:srgbClr val="C00000"/>
                </a:solidFill>
                <a:effectLst/>
                <a:latin typeface="Arial" pitchFamily="34" charset="0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SzPct val="100000"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C00000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单链表的</a:t>
            </a:r>
            <a:r>
              <a:rPr kumimoji="1" lang="zh-CN" altLang="en-US">
                <a:solidFill>
                  <a:srgbClr val="0000FF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遍历</a:t>
            </a:r>
            <a:endParaRPr kumimoji="1" lang="zh-CN" altLang="en-US" sz="3200" b="1" i="0" u="none" strike="noStrike" kern="1200" cap="none" spc="0" normalizeH="0" baseline="0" noProof="0" dirty="0">
              <a:ln/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</a:endParaRPr>
          </a:p>
        </p:txBody>
      </p: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A7A21EC9-AE7B-4121-8555-4A45BF9909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9705457"/>
              </p:ext>
            </p:extLst>
          </p:nvPr>
        </p:nvGraphicFramePr>
        <p:xfrm>
          <a:off x="1348739" y="1776046"/>
          <a:ext cx="9425353" cy="34553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2196D6CD-33E8-4ED7-B6E8-CC8FF6936FB8}"/>
              </a:ext>
            </a:extLst>
          </p:cNvPr>
          <p:cNvGrpSpPr/>
          <p:nvPr/>
        </p:nvGrpSpPr>
        <p:grpSpPr>
          <a:xfrm>
            <a:off x="1560388" y="5443856"/>
            <a:ext cx="7278812" cy="691742"/>
            <a:chOff x="3258953" y="5690634"/>
            <a:chExt cx="7278812" cy="691742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861FA96-F4C7-4F3B-9740-7426D63FDF32}"/>
                </a:ext>
              </a:extLst>
            </p:cNvPr>
            <p:cNvSpPr txBox="1"/>
            <p:nvPr/>
          </p:nvSpPr>
          <p:spPr>
            <a:xfrm>
              <a:off x="4176344" y="5742784"/>
              <a:ext cx="6361421" cy="587441"/>
            </a:xfrm>
            <a:prstGeom prst="rect">
              <a:avLst/>
            </a:prstGeom>
            <a:blipFill>
              <a:blip r:embed="rId9"/>
              <a:tile tx="0" ty="0" sx="100000" sy="100000" flip="none" algn="tl"/>
            </a:blip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tIns="108000" bIns="108000" rtlCol="0" anchor="ctr" anchorCtr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黑体" panose="02010609060101010101" pitchFamily="49" charset="-122"/>
                <a:buChar char="★"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使指针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p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指向下一个结点：</a:t>
              </a:r>
              <a:r>
                <a:rPr lang="en-US" altLang="zh-CN" sz="2400" b="1">
                  <a:solidFill>
                    <a:srgbClr val="000000"/>
                  </a:solidFill>
                  <a:highlight>
                    <a:srgbClr val="FFFF00"/>
                  </a:highlight>
                  <a:latin typeface="Consolas" panose="020B0609020204030204" pitchFamily="49" charset="0"/>
                  <a:ea typeface="微软雅黑"/>
                </a:rPr>
                <a:t>p=p-&gt;next;</a:t>
              </a:r>
            </a:p>
          </p:txBody>
        </p:sp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7D3DC598-83AB-475B-8FA1-E66AC97A57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044" r="6153" b="4640"/>
            <a:stretch/>
          </p:blipFill>
          <p:spPr bwMode="auto">
            <a:xfrm>
              <a:off x="3258953" y="5690634"/>
              <a:ext cx="808289" cy="691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9662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5034"/>
            <a:ext cx="7323909" cy="735195"/>
          </a:xfrm>
        </p:spPr>
        <p:txBody>
          <a:bodyPr/>
          <a:lstStyle/>
          <a:p>
            <a:r>
              <a:rPr lang="zh-CN" altLang="en-US"/>
              <a:t>建立简单的动态链表</a:t>
            </a: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AEF75C6A-EBAC-495D-9017-0A28EF9314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9" r="7082" b="4560"/>
          <a:stretch/>
        </p:blipFill>
        <p:spPr bwMode="auto">
          <a:xfrm>
            <a:off x="17928" y="17930"/>
            <a:ext cx="806823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16CF884A-3B55-46F3-89A6-37823D552439}"/>
              </a:ext>
            </a:extLst>
          </p:cNvPr>
          <p:cNvSpPr txBox="1"/>
          <p:nvPr/>
        </p:nvSpPr>
        <p:spPr>
          <a:xfrm>
            <a:off x="70338" y="1194840"/>
            <a:ext cx="6464932" cy="4016484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TraverList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遍历单链表函数*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 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/* </a:t>
            </a: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为工作指针 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单链表中存储的数据（首元结点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--&gt;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表尾结点）：</a:t>
            </a:r>
            <a:r>
              <a:rPr lang="en-US" altLang="zh-CN" sz="1600" b="1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%-12s%6s</a:t>
            </a:r>
            <a:r>
              <a:rPr lang="en-US" altLang="zh-CN" sz="1600" b="1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从表头到表尾依次输出链表结点中的数据 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输出结点中的数据*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%-12ld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%-6.2f</a:t>
            </a:r>
            <a:r>
              <a:rPr lang="en-US" altLang="zh-CN" sz="1600" b="1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-&gt;id,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-&gt;score);</a:t>
            </a:r>
          </a:p>
          <a:p>
            <a:pPr>
              <a:spcBef>
                <a:spcPts val="600"/>
              </a:spcBef>
            </a:pP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指针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指向下一个结点*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E130726-27E6-4436-A2BE-DE084E20165E}"/>
              </a:ext>
            </a:extLst>
          </p:cNvPr>
          <p:cNvSpPr txBox="1"/>
          <p:nvPr/>
        </p:nvSpPr>
        <p:spPr>
          <a:xfrm>
            <a:off x="6633882" y="1802698"/>
            <a:ext cx="5460885" cy="2800767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LinkList.h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zh-CN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定义链表头指针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L*/</a:t>
            </a:r>
            <a:endParaRPr lang="en-US" altLang="zh-CN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菜单式创建单链表*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TraverList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遍历单链表*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5F19412-4E49-2CEC-296A-39B0F3C7E89B}"/>
              </a:ext>
            </a:extLst>
          </p:cNvPr>
          <p:cNvGrpSpPr/>
          <p:nvPr/>
        </p:nvGrpSpPr>
        <p:grpSpPr>
          <a:xfrm>
            <a:off x="950258" y="3702426"/>
            <a:ext cx="5061161" cy="912319"/>
            <a:chOff x="6672129" y="4353629"/>
            <a:chExt cx="5061161" cy="73219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15970CD-4DFE-1BA3-0A8E-A6358F8BC610}"/>
                </a:ext>
              </a:extLst>
            </p:cNvPr>
            <p:cNvSpPr/>
            <p:nvPr/>
          </p:nvSpPr>
          <p:spPr>
            <a:xfrm>
              <a:off x="6672129" y="4353629"/>
              <a:ext cx="5061161" cy="62044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D33C90A-0EC5-2267-D064-E3DDB9DB468A}"/>
                </a:ext>
              </a:extLst>
            </p:cNvPr>
            <p:cNvSpPr txBox="1"/>
            <p:nvPr/>
          </p:nvSpPr>
          <p:spPr>
            <a:xfrm>
              <a:off x="10437306" y="4789409"/>
              <a:ext cx="1220838" cy="29641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>
              <a:spAutoFit/>
            </a:bodyPr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Webdings" panose="05030102010509060703" pitchFamily="18" charset="2"/>
                <a:buChar char="U"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重要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43F10102-807A-094A-DB99-197739133249}"/>
              </a:ext>
            </a:extLst>
          </p:cNvPr>
          <p:cNvSpPr txBox="1"/>
          <p:nvPr/>
        </p:nvSpPr>
        <p:spPr>
          <a:xfrm>
            <a:off x="9451332" y="964007"/>
            <a:ext cx="1397072" cy="46166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/>
                <a:solidFill>
                  <a:srgbClr val="0000DA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400" b="1" i="0" u="none" strike="noStrike" kern="1200" cap="none" spc="0" normalizeH="0" baseline="0" noProof="0">
                <a:ln/>
                <a:solidFill>
                  <a:srgbClr val="0000DA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8-13</a:t>
            </a:r>
            <a:endParaRPr kumimoji="1" lang="zh-CN" altLang="en-US" sz="2400" b="1" i="0" u="none" strike="noStrike" kern="1200" cap="none" spc="0" normalizeH="0" baseline="0" noProof="0">
              <a:ln/>
              <a:solidFill>
                <a:srgbClr val="0000DA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128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AC3D7F3-A058-480F-993E-98C196AA38D5}"/>
              </a:ext>
            </a:extLst>
          </p:cNvPr>
          <p:cNvSpPr/>
          <p:nvPr/>
        </p:nvSpPr>
        <p:spPr>
          <a:xfrm>
            <a:off x="26376" y="704472"/>
            <a:ext cx="12070080" cy="1053644"/>
          </a:xfrm>
          <a:prstGeom prst="rect">
            <a:avLst/>
          </a:prstGeom>
          <a:noFill/>
          <a:ln w="25400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marL="358775" marR="0" lvl="0" indent="-35877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Blip>
                <a:blip r:embed="rId3"/>
              </a:buBlip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采用动态内存管理函数分配的链表结点存储空间，使用的是内存中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堆区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存储单元，在不需要使用链表时，需使用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free()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函数将链表中的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每一个结点占用的堆空间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进行释放，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否则容易造成内存泄漏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。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E9B708D-9BBB-477E-B58D-ED8DB0B0F82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BC7CD6D-526F-4586-811C-C61FB83FF624}"/>
              </a:ext>
            </a:extLst>
          </p:cNvPr>
          <p:cNvSpPr txBox="1">
            <a:spLocks/>
          </p:cNvSpPr>
          <p:nvPr/>
        </p:nvSpPr>
        <p:spPr>
          <a:xfrm>
            <a:off x="0" y="8074"/>
            <a:ext cx="8839200" cy="684000"/>
          </a:xfrm>
          <a:prstGeom prst="rect">
            <a:avLst/>
          </a:prstGeom>
        </p:spPr>
        <p:txBody>
          <a:bodyPr anchor="ctr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cap="none" spc="0" baseline="0">
                <a:ln/>
                <a:solidFill>
                  <a:srgbClr val="C00000"/>
                </a:solidFill>
                <a:effectLst/>
                <a:latin typeface="Arial" pitchFamily="34" charset="0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SzPct val="100000"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C00000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单链表的</a:t>
            </a: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0000FF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销毁</a:t>
            </a:r>
            <a:endParaRPr kumimoji="1" lang="zh-CN" altLang="en-US" sz="3200" b="1" i="0" u="none" strike="noStrike" kern="1200" cap="none" spc="0" normalizeH="0" baseline="0" noProof="0" dirty="0">
              <a:ln/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757BE05-82D6-4388-B981-1E0C639031C3}"/>
              </a:ext>
            </a:extLst>
          </p:cNvPr>
          <p:cNvSpPr txBox="1"/>
          <p:nvPr/>
        </p:nvSpPr>
        <p:spPr>
          <a:xfrm>
            <a:off x="318408" y="1802941"/>
            <a:ext cx="7337447" cy="4616648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altLang="zh-CN" sz="17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zh-CN" altLang="en-US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DistroyList(</a:t>
            </a:r>
            <a:r>
              <a:rPr lang="en-US" altLang="zh-CN" sz="17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zh-CN" altLang="en-US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7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销毁单链表函数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逐一释放链表中各结点的内存空间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)*/</a:t>
            </a:r>
            <a:endParaRPr lang="zh-CN" altLang="en-US" sz="17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7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zh-CN" altLang="en-US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 = </a:t>
            </a:r>
            <a:r>
              <a:rPr lang="en-US" altLang="zh-CN" sz="17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   </a:t>
            </a:r>
            <a:r>
              <a:rPr lang="en-US" altLang="zh-CN" sz="1700" b="1">
                <a:solidFill>
                  <a:srgbClr val="008000"/>
                </a:solidFill>
                <a:latin typeface="Consolas" panose="020B0609020204030204" pitchFamily="49" charset="0"/>
              </a:rPr>
              <a:t>/* </a:t>
            </a:r>
            <a:r>
              <a:rPr lang="en-US" altLang="zh-CN" sz="1700" b="1">
                <a:solidFill>
                  <a:srgbClr val="FF0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700" b="1">
                <a:solidFill>
                  <a:srgbClr val="008000"/>
                </a:solidFill>
                <a:latin typeface="Consolas" panose="020B0609020204030204" pitchFamily="49" charset="0"/>
              </a:rPr>
              <a:t>为工作指针 </a:t>
            </a:r>
            <a:r>
              <a:rPr lang="en-US" altLang="zh-CN" sz="1700" b="1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r>
              <a:rPr lang="en-US" altLang="zh-CN" sz="17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altLang="zh-CN" sz="17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printf(</a:t>
            </a:r>
            <a:r>
              <a:rPr lang="en-US" altLang="zh-CN" sz="17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7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开始销毁单链表</a:t>
            </a:r>
            <a:r>
              <a:rPr lang="en-US" altLang="zh-CN" sz="17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:\n"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从首元结点开始逐一释放数据结点*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7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7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zh-CN" altLang="en-US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(p)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若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所指结点不为空，释放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所指结点*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7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输出结点中的数据，并释放空间*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7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printf(</a:t>
            </a:r>
            <a:r>
              <a:rPr lang="en-US" altLang="zh-CN" sz="17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7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释放结点</a:t>
            </a:r>
            <a:r>
              <a:rPr lang="en-US" altLang="zh-CN" sz="17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:%-12ld %-6.2f\n"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p-&gt;id, p-&gt;score);</a:t>
            </a:r>
          </a:p>
          <a:p>
            <a:pPr>
              <a:spcBef>
                <a:spcPts val="600"/>
              </a:spcBef>
            </a:pP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7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= p-&gt;next;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/*p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的直接后继成为新的首元结点*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7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free(p);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释放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当前指向的结点*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7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 = </a:t>
            </a:r>
            <a:r>
              <a:rPr lang="en-US" altLang="zh-CN" sz="17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/*p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指向新的首元结点*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7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free(</a:t>
            </a:r>
            <a:r>
              <a:rPr lang="en-US" altLang="zh-CN" sz="17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释放头结点*</a:t>
            </a:r>
            <a:r>
              <a:rPr lang="en-US" altLang="zh-CN" sz="17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7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7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zh-CN" altLang="en-US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zh-CN" sz="1700" b="1">
                <a:solidFill>
                  <a:srgbClr val="BD63C5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printf(</a:t>
            </a:r>
            <a:r>
              <a:rPr lang="en-US" altLang="zh-CN" sz="17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7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链表销毁成功！</a:t>
            </a:r>
            <a:r>
              <a:rPr lang="en-US" altLang="zh-CN" sz="17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7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E3338B7-5C84-4F8D-A2B1-D6986372B61E}"/>
              </a:ext>
            </a:extLst>
          </p:cNvPr>
          <p:cNvGrpSpPr/>
          <p:nvPr/>
        </p:nvGrpSpPr>
        <p:grpSpPr>
          <a:xfrm>
            <a:off x="7631514" y="1970871"/>
            <a:ext cx="4464942" cy="4401490"/>
            <a:chOff x="6204173" y="5499627"/>
            <a:chExt cx="4464942" cy="4401490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8CA413F6-09C4-4B54-ABEA-C9096FABD2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044" r="6153" b="4640"/>
            <a:stretch/>
          </p:blipFill>
          <p:spPr bwMode="auto">
            <a:xfrm>
              <a:off x="9834978" y="9209375"/>
              <a:ext cx="808289" cy="691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A687D14-ABB6-46BA-B7CD-4422B88ECB2D}"/>
                </a:ext>
              </a:extLst>
            </p:cNvPr>
            <p:cNvSpPr txBox="1"/>
            <p:nvPr/>
          </p:nvSpPr>
          <p:spPr>
            <a:xfrm>
              <a:off x="6204173" y="5499627"/>
              <a:ext cx="4464942" cy="3730765"/>
            </a:xfrm>
            <a:prstGeom prst="rect">
              <a:avLst/>
            </a:prstGeom>
            <a:blipFill>
              <a:blip r:embed="rId4"/>
              <a:tile tx="0" ty="0" sx="100000" sy="100000" flip="none" algn="tl"/>
            </a:blip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黑体" panose="02010609060101010101" pitchFamily="49" charset="-122"/>
                <a:buChar char="★"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</a:rPr>
                <a:t>修改新的首元结点为结点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</a:rPr>
                <a:t>p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</a:rPr>
                <a:t>的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CC00FF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</a:rPr>
                <a:t>直接后继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</a:rPr>
                <a:t>：</a:t>
              </a:r>
              <a:r>
                <a:rPr lang="en-US" altLang="zh-CN" sz="2000" b="1">
                  <a:solidFill>
                    <a:srgbClr val="000000"/>
                  </a:solidFill>
                  <a:highlight>
                    <a:srgbClr val="FFFF00"/>
                  </a:highlight>
                  <a:latin typeface="Consolas" panose="020B0609020204030204" pitchFamily="49" charset="0"/>
                  <a:ea typeface="微软雅黑"/>
                </a:rPr>
                <a:t>L-&gt;next = p-&gt;next;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黑体" panose="02010609060101010101" pitchFamily="49" charset="-122"/>
                <a:buChar char="★"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</a:rPr>
                <a:t>释放结点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</a:rPr>
                <a:t>p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</a:rPr>
                <a:t>占用存储空间：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Consolas" panose="020B0609020204030204" pitchFamily="49" charset="0"/>
                  <a:ea typeface="微软雅黑"/>
                </a:rPr>
                <a:t>free(p);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黑体" panose="02010609060101010101" pitchFamily="49" charset="-122"/>
                <a:buChar char="★"/>
                <a:tabLst/>
                <a:defRPr/>
              </a:pPr>
              <a:r>
                <a:rPr lang="zh-CN" altLang="en-US" sz="2000" b="1">
                  <a:solidFill>
                    <a:srgbClr val="0000FF"/>
                  </a:solidFill>
                  <a:latin typeface="Consolas" panose="020B0609020204030204" pitchFamily="49" charset="0"/>
                  <a:ea typeface="微软雅黑"/>
                </a:rPr>
                <a:t>令指针</a:t>
              </a:r>
              <a:r>
                <a:rPr lang="en-US" altLang="zh-CN" sz="2000" b="1">
                  <a:solidFill>
                    <a:srgbClr val="0000FF"/>
                  </a:solidFill>
                  <a:latin typeface="Consolas" panose="020B0609020204030204" pitchFamily="49" charset="0"/>
                  <a:ea typeface="微软雅黑"/>
                </a:rPr>
                <a:t>p</a:t>
              </a:r>
              <a:r>
                <a:rPr lang="zh-CN" altLang="en-US" sz="2000" b="1">
                  <a:solidFill>
                    <a:srgbClr val="0000FF"/>
                  </a:solidFill>
                  <a:latin typeface="Consolas" panose="020B0609020204030204" pitchFamily="49" charset="0"/>
                  <a:ea typeface="微软雅黑"/>
                </a:rPr>
                <a:t>指向新的首元结点：</a:t>
              </a:r>
              <a:endParaRPr lang="en-US" altLang="zh-CN" sz="2000" b="1">
                <a:solidFill>
                  <a:srgbClr val="0000FF"/>
                </a:solidFill>
                <a:latin typeface="Consolas" panose="020B0609020204030204" pitchFamily="49" charset="0"/>
                <a:ea typeface="微软雅黑"/>
              </a:endParaRPr>
            </a:p>
            <a:p>
              <a:pPr marR="0" lvl="0" indent="358775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tabLst/>
                <a:defRPr/>
              </a:pPr>
              <a:r>
                <a:rPr lang="en-US" altLang="zh-CN" sz="2000" b="1">
                  <a:solidFill>
                    <a:srgbClr val="000000"/>
                  </a:solidFill>
                  <a:highlight>
                    <a:srgbClr val="FFFF00"/>
                  </a:highlight>
                  <a:latin typeface="Consolas" panose="020B0609020204030204" pitchFamily="49" charset="0"/>
                  <a:ea typeface="微软雅黑"/>
                </a:rPr>
                <a:t>p = L-&gt;next;</a:t>
              </a:r>
            </a:p>
            <a:p>
              <a:pPr marL="358775">
                <a:lnSpc>
                  <a:spcPct val="150000"/>
                </a:lnSpc>
                <a:buClr>
                  <a:srgbClr val="FF0000"/>
                </a:buClr>
                <a:defRPr/>
              </a:pPr>
              <a:r>
                <a:rPr lang="zh-CN" altLang="en-US" sz="2000" b="1">
                  <a:latin typeface="Consolas" panose="020B0609020204030204" pitchFamily="49" charset="0"/>
                  <a:ea typeface="微软雅黑"/>
                </a:rPr>
                <a:t>当</a:t>
              </a:r>
              <a:r>
                <a:rPr lang="zh-CN" altLang="en-US" sz="2000" b="1">
                  <a:solidFill>
                    <a:srgbClr val="0000FF"/>
                  </a:solidFill>
                  <a:latin typeface="Consolas" panose="020B0609020204030204" pitchFamily="49" charset="0"/>
                  <a:ea typeface="微软雅黑"/>
                </a:rPr>
                <a:t>指针</a:t>
              </a:r>
              <a:r>
                <a:rPr lang="en-US" altLang="zh-CN" sz="2000" b="1">
                  <a:solidFill>
                    <a:srgbClr val="0000FF"/>
                  </a:solidFill>
                  <a:latin typeface="Consolas" panose="020B0609020204030204" pitchFamily="49" charset="0"/>
                  <a:ea typeface="微软雅黑"/>
                </a:rPr>
                <a:t>p</a:t>
              </a:r>
              <a:r>
                <a:rPr lang="zh-CN" altLang="en-US" sz="2000" b="1">
                  <a:solidFill>
                    <a:srgbClr val="0000FF"/>
                  </a:solidFill>
                  <a:latin typeface="Consolas" panose="020B0609020204030204" pitchFamily="49" charset="0"/>
                  <a:ea typeface="微软雅黑"/>
                </a:rPr>
                <a:t>为空时</a:t>
              </a:r>
              <a:r>
                <a:rPr lang="zh-CN" altLang="en-US" sz="2000" b="1">
                  <a:latin typeface="Consolas" panose="020B0609020204030204" pitchFamily="49" charset="0"/>
                  <a:ea typeface="微软雅黑"/>
                </a:rPr>
                <a:t>循环结束，链表中数据结点释放完毕。</a:t>
              </a:r>
              <a:endParaRPr lang="en-US" altLang="zh-CN" sz="2000" b="1">
                <a:latin typeface="Consolas" panose="020B0609020204030204" pitchFamily="49" charset="0"/>
                <a:ea typeface="微软雅黑"/>
              </a:endParaRPr>
            </a:p>
            <a:p>
              <a:pPr marL="342900" indent="-342900">
                <a:lnSpc>
                  <a:spcPct val="150000"/>
                </a:lnSpc>
                <a:buClr>
                  <a:srgbClr val="FF0000"/>
                </a:buClr>
                <a:buFont typeface="黑体" panose="02010609060101010101" pitchFamily="49" charset="-122"/>
                <a:buChar char="★"/>
                <a:defRPr/>
              </a:pPr>
              <a:r>
                <a:rPr lang="zh-CN" altLang="en-US" sz="2000" b="1">
                  <a:solidFill>
                    <a:srgbClr val="0000FF"/>
                  </a:solidFill>
                  <a:latin typeface="Consolas" panose="020B0609020204030204" pitchFamily="49" charset="0"/>
                  <a:ea typeface="微软雅黑"/>
                </a:rPr>
                <a:t>最后</a:t>
              </a:r>
              <a:r>
                <a:rPr lang="zh-CN" altLang="en-US" sz="2000" b="1">
                  <a:latin typeface="Consolas" panose="020B0609020204030204" pitchFamily="49" charset="0"/>
                  <a:ea typeface="微软雅黑"/>
                </a:rPr>
                <a:t>将头结点释放，头指针置为空。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ECCD945D-D6DD-4C01-9195-70D7E0232C3F}"/>
              </a:ext>
            </a:extLst>
          </p:cNvPr>
          <p:cNvSpPr txBox="1"/>
          <p:nvPr/>
        </p:nvSpPr>
        <p:spPr>
          <a:xfrm>
            <a:off x="9769437" y="5866561"/>
            <a:ext cx="1397072" cy="461665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/>
                <a:solidFill>
                  <a:srgbClr val="0000DA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400" b="1" i="0" u="none" strike="noStrike" kern="1200" cap="none" spc="0" normalizeH="0" baseline="0" noProof="0">
                <a:ln/>
                <a:solidFill>
                  <a:srgbClr val="0000DA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8-14</a:t>
            </a:r>
            <a:endParaRPr kumimoji="1" lang="zh-CN" altLang="en-US" sz="2400" b="1" i="0" u="none" strike="noStrike" kern="1200" cap="none" spc="0" normalizeH="0" baseline="0" noProof="0">
              <a:ln/>
              <a:solidFill>
                <a:srgbClr val="0000DA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B5B6BD78-DD2F-4A77-8416-96F7904CD1D2}"/>
              </a:ext>
            </a:extLst>
          </p:cNvPr>
          <p:cNvCxnSpPr>
            <a:cxnSpLocks/>
          </p:cNvCxnSpPr>
          <p:nvPr/>
        </p:nvCxnSpPr>
        <p:spPr>
          <a:xfrm rot="10800000">
            <a:off x="3460381" y="5504432"/>
            <a:ext cx="4285643" cy="12700"/>
          </a:xfrm>
          <a:prstGeom prst="curvedConnector3">
            <a:avLst>
              <a:gd name="adj1" fmla="val 50000"/>
            </a:avLst>
          </a:prstGeom>
          <a:ln w="38100">
            <a:solidFill>
              <a:srgbClr val="00B0F0"/>
            </a:solidFill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6C6E0DAE-29C4-AAE0-626E-67B3125DE887}"/>
              </a:ext>
            </a:extLst>
          </p:cNvPr>
          <p:cNvGrpSpPr/>
          <p:nvPr/>
        </p:nvGrpSpPr>
        <p:grpSpPr>
          <a:xfrm>
            <a:off x="1299878" y="4177558"/>
            <a:ext cx="5791201" cy="1217707"/>
            <a:chOff x="6672129" y="4055771"/>
            <a:chExt cx="5791201" cy="97728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DB3CB0B-726D-7DB9-F238-F754B061CA26}"/>
                </a:ext>
              </a:extLst>
            </p:cNvPr>
            <p:cNvSpPr/>
            <p:nvPr/>
          </p:nvSpPr>
          <p:spPr>
            <a:xfrm>
              <a:off x="6672129" y="4055771"/>
              <a:ext cx="5791201" cy="8625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6778E02-7A22-8376-0EF8-9CA5130CD074}"/>
                </a:ext>
              </a:extLst>
            </p:cNvPr>
            <p:cNvSpPr txBox="1"/>
            <p:nvPr/>
          </p:nvSpPr>
          <p:spPr>
            <a:xfrm>
              <a:off x="10105613" y="4736644"/>
              <a:ext cx="2250140" cy="29641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>
              <a:spAutoFit/>
            </a:bodyPr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Webdings" panose="05030102010509060703" pitchFamily="18" charset="2"/>
                <a:buChar char="U"/>
                <a:tabLst/>
                <a:defRPr/>
              </a:pPr>
              <a:r>
                <a:rPr lang="zh-CN" altLang="en-US" b="1">
                  <a:solidFill>
                    <a:srgbClr val="0000FF"/>
                  </a:solidFill>
                </a:rPr>
                <a:t>先后顺序不能变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867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AC3D7F3-A058-480F-993E-98C196AA38D5}"/>
              </a:ext>
            </a:extLst>
          </p:cNvPr>
          <p:cNvSpPr/>
          <p:nvPr/>
        </p:nvSpPr>
        <p:spPr>
          <a:xfrm>
            <a:off x="26376" y="722401"/>
            <a:ext cx="12070080" cy="1239767"/>
          </a:xfrm>
          <a:prstGeom prst="rect">
            <a:avLst/>
          </a:prstGeom>
          <a:noFill/>
          <a:ln w="25400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marL="358775" lvl="0" indent="-358775" algn="just">
              <a:lnSpc>
                <a:spcPct val="150000"/>
              </a:lnSpc>
              <a:buClr>
                <a:srgbClr val="0000FF"/>
              </a:buClr>
              <a:buBlip>
                <a:blip r:embed="rId3"/>
              </a:buBlip>
              <a:defRPr/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链表建立之后，在链表中</a:t>
            </a:r>
            <a:r>
              <a:rPr lang="zh-CN" altLang="en-US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查找某个数据</a:t>
            </a: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是否存在，即链表的查找功能。可根据查找方式的不同编写不同的查找函数。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E9B708D-9BBB-477E-B58D-ED8DB0B0F82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BC7CD6D-526F-4586-811C-C61FB83FF624}"/>
              </a:ext>
            </a:extLst>
          </p:cNvPr>
          <p:cNvSpPr txBox="1">
            <a:spLocks/>
          </p:cNvSpPr>
          <p:nvPr/>
        </p:nvSpPr>
        <p:spPr>
          <a:xfrm>
            <a:off x="0" y="8074"/>
            <a:ext cx="8839200" cy="684000"/>
          </a:xfrm>
          <a:prstGeom prst="rect">
            <a:avLst/>
          </a:prstGeom>
        </p:spPr>
        <p:txBody>
          <a:bodyPr anchor="ctr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cap="none" spc="0" baseline="0">
                <a:ln/>
                <a:solidFill>
                  <a:srgbClr val="C00000"/>
                </a:solidFill>
                <a:effectLst/>
                <a:latin typeface="Arial" pitchFamily="34" charset="0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SzPct val="100000"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C00000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单链表的</a:t>
            </a: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0000FF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查找</a:t>
            </a:r>
            <a:endParaRPr kumimoji="1" lang="zh-CN" altLang="en-US" sz="3200" b="1" i="0" u="none" strike="noStrike" kern="1200" cap="none" spc="0" normalizeH="0" baseline="0" noProof="0" dirty="0">
              <a:ln/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3F634C30-F5DE-4841-945E-5FC71C52A1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2818201"/>
              </p:ext>
            </p:extLst>
          </p:nvPr>
        </p:nvGraphicFramePr>
        <p:xfrm>
          <a:off x="705003" y="1980050"/>
          <a:ext cx="11232471" cy="3205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BFC9AF6B-A4D6-42FF-8ED3-AC8B8A951D55}"/>
              </a:ext>
            </a:extLst>
          </p:cNvPr>
          <p:cNvGrpSpPr/>
          <p:nvPr/>
        </p:nvGrpSpPr>
        <p:grpSpPr>
          <a:xfrm>
            <a:off x="253364" y="5203041"/>
            <a:ext cx="11684110" cy="1173371"/>
            <a:chOff x="2854808" y="5449819"/>
            <a:chExt cx="10455420" cy="1173371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0B37BCBE-2817-40BC-9628-2F1C9C07F3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044" r="6153" b="4640"/>
            <a:stretch/>
          </p:blipFill>
          <p:spPr bwMode="auto">
            <a:xfrm>
              <a:off x="2854808" y="5690634"/>
              <a:ext cx="808289" cy="691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4EB1D24-09F4-41A3-B9B3-2043E253128E}"/>
                </a:ext>
              </a:extLst>
            </p:cNvPr>
            <p:cNvSpPr txBox="1"/>
            <p:nvPr/>
          </p:nvSpPr>
          <p:spPr>
            <a:xfrm>
              <a:off x="3663097" y="5449819"/>
              <a:ext cx="9647131" cy="1173371"/>
            </a:xfrm>
            <a:prstGeom prst="rect">
              <a:avLst/>
            </a:prstGeom>
            <a:blipFill>
              <a:blip r:embed="rId10"/>
              <a:tile tx="0" ty="0" sx="100000" sy="100000" flip="none" algn="tl"/>
            </a:blip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tIns="108000" bIns="108000" rtlCol="0" anchor="ctr" anchorCtr="0">
              <a:spAutoFit/>
            </a:bodyPr>
            <a:lstStyle/>
            <a:p>
              <a:pPr marL="342900" marR="0" lvl="0" indent="-34290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黑体" panose="02010609060101010101" pitchFamily="49" charset="-122"/>
                <a:buChar char="★"/>
                <a:tabLst/>
                <a:defRPr/>
              </a:pPr>
              <a:r>
                <a:rPr kumimoji="0" lang="zh-CN" altLang="en-US" sz="2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凡是要判断</a:t>
              </a:r>
              <a:r>
                <a:rPr kumimoji="0" lang="zh-CN" alt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指向结点的指针是否为空</a:t>
              </a:r>
              <a:r>
                <a:rPr kumimoji="0" lang="zh-CN" altLang="en-US" sz="2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，或判断</a:t>
              </a:r>
              <a:r>
                <a:rPr kumimoji="0" lang="zh-CN" alt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指针所指结点中数据的值</a:t>
              </a:r>
              <a:r>
                <a:rPr kumimoji="0" lang="zh-CN" altLang="en-US" sz="2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时，都</a:t>
              </a:r>
              <a:r>
                <a:rPr kumimoji="0" lang="zh-CN" alt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必须先判断指针</a:t>
              </a:r>
              <a:r>
                <a:rPr kumimoji="0" lang="zh-CN" alt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是否为空</a:t>
              </a:r>
              <a:r>
                <a:rPr kumimoji="0" lang="zh-CN" altLang="en-US" sz="2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。</a:t>
              </a:r>
              <a:endParaRPr lang="en-US" altLang="zh-CN" sz="2200" b="1">
                <a:highlight>
                  <a:srgbClr val="FFFF00"/>
                </a:highlight>
                <a:latin typeface="Arial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717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5034"/>
            <a:ext cx="7323909" cy="735195"/>
          </a:xfrm>
        </p:spPr>
        <p:txBody>
          <a:bodyPr/>
          <a:lstStyle/>
          <a:p>
            <a:r>
              <a:rPr lang="zh-CN" altLang="en-US"/>
              <a:t>建立简单的动态链表</a:t>
            </a: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AEF75C6A-EBAC-495D-9017-0A28EF9314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9" r="7082" b="4560"/>
          <a:stretch/>
        </p:blipFill>
        <p:spPr bwMode="auto">
          <a:xfrm>
            <a:off x="17928" y="17930"/>
            <a:ext cx="806823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16CF884A-3B55-46F3-89A6-37823D552439}"/>
              </a:ext>
            </a:extLst>
          </p:cNvPr>
          <p:cNvSpPr txBox="1"/>
          <p:nvPr/>
        </p:nvSpPr>
        <p:spPr>
          <a:xfrm>
            <a:off x="70338" y="1311381"/>
            <a:ext cx="6213921" cy="4016484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SearchList1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单链表查找函数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1(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查找</a:t>
            </a:r>
            <a:r>
              <a:rPr lang="zh-CN" altLang="en-US" sz="1600" b="1">
                <a:solidFill>
                  <a:srgbClr val="CC00FF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600" b="1">
                <a:solidFill>
                  <a:srgbClr val="CC0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600" b="1">
                <a:solidFill>
                  <a:srgbClr val="CC00FF"/>
                </a:solidFill>
                <a:effectLst/>
                <a:latin typeface="Consolas" panose="020B0609020204030204" pitchFamily="49" charset="0"/>
              </a:rPr>
              <a:t>个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结点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)*/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 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/* </a:t>
            </a: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为工作指针 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计数器置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0*/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从首元结点开始向后遍历，找到第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个结点*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指针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指向下一个结点*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计数器*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查找成功*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查找失败*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E130726-27E6-4436-A2BE-DE084E20165E}"/>
              </a:ext>
            </a:extLst>
          </p:cNvPr>
          <p:cNvSpPr txBox="1"/>
          <p:nvPr/>
        </p:nvSpPr>
        <p:spPr>
          <a:xfrm>
            <a:off x="6527585" y="1503810"/>
            <a:ext cx="5460885" cy="3524042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SearchList2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单链表查找函数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2(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查找</a:t>
            </a:r>
            <a:r>
              <a:rPr lang="zh-CN" altLang="en-US" sz="1600" b="1">
                <a:solidFill>
                  <a:srgbClr val="CC00FF"/>
                </a:solidFill>
                <a:effectLst/>
                <a:latin typeface="Consolas" panose="020B0609020204030204" pitchFamily="49" charset="0"/>
              </a:rPr>
              <a:t>学号为</a:t>
            </a:r>
            <a:r>
              <a:rPr lang="en-US" altLang="zh-CN" sz="1600" b="1">
                <a:solidFill>
                  <a:srgbClr val="CC00F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的结点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)*/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从首元结点开始向后遍历，找到学号为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的结点*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&amp;&amp;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-&gt;next-&gt;id !=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指针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指向下一个结点*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-&gt;next)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查找成功*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查找失败*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5F19412-4E49-2CEC-296A-39B0F3C7E89B}"/>
              </a:ext>
            </a:extLst>
          </p:cNvPr>
          <p:cNvGrpSpPr/>
          <p:nvPr/>
        </p:nvGrpSpPr>
        <p:grpSpPr>
          <a:xfrm>
            <a:off x="6927310" y="2530459"/>
            <a:ext cx="4977820" cy="1286071"/>
            <a:chOff x="6672129" y="4353628"/>
            <a:chExt cx="5061161" cy="103215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15970CD-4DFE-1BA3-0A8E-A6358F8BC610}"/>
                </a:ext>
              </a:extLst>
            </p:cNvPr>
            <p:cNvSpPr/>
            <p:nvPr/>
          </p:nvSpPr>
          <p:spPr>
            <a:xfrm>
              <a:off x="6672129" y="4353628"/>
              <a:ext cx="5061161" cy="88394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D33C90A-0EC5-2267-D064-E3DDB9DB468A}"/>
                </a:ext>
              </a:extLst>
            </p:cNvPr>
            <p:cNvSpPr txBox="1"/>
            <p:nvPr/>
          </p:nvSpPr>
          <p:spPr>
            <a:xfrm>
              <a:off x="10379112" y="5089367"/>
              <a:ext cx="1220838" cy="29641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>
              <a:spAutoFit/>
            </a:bodyPr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Webdings" panose="05030102010509060703" pitchFamily="18" charset="2"/>
                <a:buChar char="U"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重要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43F10102-807A-094A-DB99-197739133249}"/>
              </a:ext>
            </a:extLst>
          </p:cNvPr>
          <p:cNvSpPr txBox="1"/>
          <p:nvPr/>
        </p:nvSpPr>
        <p:spPr>
          <a:xfrm>
            <a:off x="9756132" y="849716"/>
            <a:ext cx="1397072" cy="46166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/>
                <a:solidFill>
                  <a:srgbClr val="0000DA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400" b="1" i="0" u="none" strike="noStrike" kern="1200" cap="none" spc="0" normalizeH="0" baseline="0" noProof="0">
                <a:ln/>
                <a:solidFill>
                  <a:srgbClr val="0000DA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8-1</a:t>
            </a:r>
            <a:r>
              <a:rPr kumimoji="1" lang="en-US" altLang="zh-CN" sz="2400" b="1">
                <a:ln/>
                <a:solidFill>
                  <a:srgbClr val="0000DA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5</a:t>
            </a:r>
            <a:endParaRPr kumimoji="1" lang="zh-CN" altLang="en-US" sz="2400" b="1" i="0" u="none" strike="noStrike" kern="1200" cap="none" spc="0" normalizeH="0" baseline="0" noProof="0">
              <a:ln/>
              <a:solidFill>
                <a:srgbClr val="0000DA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DD59172-45AB-C164-DC2E-38452F6A3FC8}"/>
              </a:ext>
            </a:extLst>
          </p:cNvPr>
          <p:cNvGrpSpPr/>
          <p:nvPr/>
        </p:nvGrpSpPr>
        <p:grpSpPr>
          <a:xfrm>
            <a:off x="516265" y="2622796"/>
            <a:ext cx="5061161" cy="1420797"/>
            <a:chOff x="6672129" y="4353627"/>
            <a:chExt cx="5061161" cy="1140277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66DBFF1-7F87-2C4B-761D-FEB7058DBDA2}"/>
                </a:ext>
              </a:extLst>
            </p:cNvPr>
            <p:cNvSpPr/>
            <p:nvPr/>
          </p:nvSpPr>
          <p:spPr>
            <a:xfrm>
              <a:off x="6672129" y="4353627"/>
              <a:ext cx="5061161" cy="103215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71CE07C-3FC7-8240-7E74-9CA5B6096B1C}"/>
                </a:ext>
              </a:extLst>
            </p:cNvPr>
            <p:cNvSpPr txBox="1"/>
            <p:nvPr/>
          </p:nvSpPr>
          <p:spPr>
            <a:xfrm>
              <a:off x="10352731" y="5197492"/>
              <a:ext cx="1220838" cy="29641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>
              <a:spAutoFit/>
            </a:bodyPr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Webdings" panose="05030102010509060703" pitchFamily="18" charset="2"/>
                <a:buChar char="U"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重要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489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AC3D7F3-A058-480F-993E-98C196AA38D5}"/>
              </a:ext>
            </a:extLst>
          </p:cNvPr>
          <p:cNvSpPr/>
          <p:nvPr/>
        </p:nvSpPr>
        <p:spPr>
          <a:xfrm>
            <a:off x="26376" y="722402"/>
            <a:ext cx="12070080" cy="684000"/>
          </a:xfrm>
          <a:prstGeom prst="rect">
            <a:avLst/>
          </a:prstGeom>
          <a:noFill/>
          <a:ln w="25400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marL="358775" marR="0" lvl="0" indent="-35877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Blip>
                <a:blip r:embed="rId3"/>
              </a:buBlip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链表的插入功能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E9B708D-9BBB-477E-B58D-ED8DB0B0F82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BC7CD6D-526F-4586-811C-C61FB83FF624}"/>
              </a:ext>
            </a:extLst>
          </p:cNvPr>
          <p:cNvSpPr txBox="1">
            <a:spLocks/>
          </p:cNvSpPr>
          <p:nvPr/>
        </p:nvSpPr>
        <p:spPr>
          <a:xfrm>
            <a:off x="0" y="8074"/>
            <a:ext cx="8839200" cy="684000"/>
          </a:xfrm>
          <a:prstGeom prst="rect">
            <a:avLst/>
          </a:prstGeom>
        </p:spPr>
        <p:txBody>
          <a:bodyPr anchor="ctr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cap="none" spc="0" baseline="0">
                <a:ln/>
                <a:solidFill>
                  <a:srgbClr val="C00000"/>
                </a:solidFill>
                <a:effectLst/>
                <a:latin typeface="Arial" pitchFamily="34" charset="0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lvl="0">
              <a:buClr>
                <a:srgbClr val="00FF00"/>
              </a:buClr>
              <a:buSzPct val="100000"/>
              <a:defRPr/>
            </a:pPr>
            <a:r>
              <a:rPr kumimoji="1" lang="zh-CN" altLang="en-US">
                <a:latin typeface="华文隶书" panose="02010800040101010101" pitchFamily="2" charset="-122"/>
                <a:ea typeface="华文隶书" panose="02010800040101010101" pitchFamily="2" charset="-122"/>
              </a:rPr>
              <a:t>单链表的</a:t>
            </a: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0000FF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插入</a:t>
            </a:r>
            <a:endParaRPr kumimoji="1" lang="zh-CN" altLang="en-US" sz="3200" b="1" i="0" u="none" strike="noStrike" kern="1200" cap="none" spc="0" normalizeH="0" baseline="0" noProof="0" dirty="0">
              <a:ln/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FC9AF6B-A4D6-42FF-8ED3-AC8B8A951D55}"/>
              </a:ext>
            </a:extLst>
          </p:cNvPr>
          <p:cNvGrpSpPr/>
          <p:nvPr/>
        </p:nvGrpSpPr>
        <p:grpSpPr>
          <a:xfrm>
            <a:off x="254526" y="5300355"/>
            <a:ext cx="11684110" cy="1173371"/>
            <a:chOff x="2854808" y="5449819"/>
            <a:chExt cx="10455420" cy="1173371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0B37BCBE-2817-40BC-9628-2F1C9C07F3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044" r="6153" b="4640"/>
            <a:stretch/>
          </p:blipFill>
          <p:spPr bwMode="auto">
            <a:xfrm>
              <a:off x="2854808" y="5690634"/>
              <a:ext cx="808289" cy="691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4EB1D24-09F4-41A3-B9B3-2043E253128E}"/>
                </a:ext>
              </a:extLst>
            </p:cNvPr>
            <p:cNvSpPr txBox="1"/>
            <p:nvPr/>
          </p:nvSpPr>
          <p:spPr>
            <a:xfrm>
              <a:off x="3663097" y="5449819"/>
              <a:ext cx="9647131" cy="1173371"/>
            </a:xfrm>
            <a:prstGeom prst="rect">
              <a:avLst/>
            </a:prstGeom>
            <a:blipFill>
              <a:blip r:embed="rId5"/>
              <a:tile tx="0" ty="0" sx="100000" sy="100000" flip="none" algn="tl"/>
            </a:blip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tIns="108000" bIns="108000" rtlCol="0" anchor="ctr" anchorCtr="0">
              <a:spAutoFit/>
            </a:bodyPr>
            <a:lstStyle/>
            <a:p>
              <a:pPr marL="342900" marR="0" lvl="0" indent="-34290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黑体" panose="02010609060101010101" pitchFamily="49" charset="-122"/>
                <a:buChar char="★"/>
                <a:tabLst/>
                <a:defRPr/>
              </a:pPr>
              <a:r>
                <a:rPr kumimoji="0" lang="zh-CN" altLang="en-US" sz="2200" b="1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插入操作都需先找到待插入的新结点的直接前驱，才能将新结点插入在直接前驱之后：</a:t>
              </a:r>
              <a:r>
                <a:rPr kumimoji="0" lang="en-US" altLang="zh-CN" sz="2200" b="1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q-&gt;next = p-&gt;next;</a:t>
              </a:r>
              <a:r>
                <a:rPr kumimoji="0" lang="en-US" altLang="zh-CN" sz="2200" b="1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   </a:t>
              </a:r>
              <a:r>
                <a:rPr kumimoji="0" lang="en-US" altLang="zh-CN" sz="2200" b="1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p-&gt;next = q;</a:t>
              </a:r>
            </a:p>
          </p:txBody>
        </p:sp>
      </p:grp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464889FB-DF04-43CF-9CA4-D2DAAC01DFA2}"/>
              </a:ext>
            </a:extLst>
          </p:cNvPr>
          <p:cNvSpPr/>
          <p:nvPr/>
        </p:nvSpPr>
        <p:spPr>
          <a:xfrm>
            <a:off x="4193440" y="34803"/>
            <a:ext cx="2464536" cy="592975"/>
          </a:xfrm>
          <a:prstGeom prst="wedgeRoundRectCallout">
            <a:avLst>
              <a:gd name="adj1" fmla="val -49539"/>
              <a:gd name="adj2" fmla="val 16717"/>
              <a:gd name="adj3" fmla="val 16667"/>
            </a:avLst>
          </a:prstGeom>
          <a:noFill/>
          <a:ln w="6350" cap="flat" cmpd="sng" algn="ctr">
            <a:solidFill>
              <a:srgbClr val="CC3300"/>
            </a:solidFill>
            <a:prstDash val="solid"/>
          </a:ln>
          <a:effectLst>
            <a:glow rad="63500">
              <a:srgbClr val="76A844">
                <a:satMod val="175000"/>
                <a:alpha val="40000"/>
              </a:srgbClr>
            </a:glow>
          </a:effectLst>
        </p:spPr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solidFill>
                    <a:srgbClr val="FFC000"/>
                  </a:solidFill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插入问题</a:t>
            </a: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7CDD4AEF-2B45-4A8D-B873-C1034BAC451D}"/>
              </a:ext>
            </a:extLst>
          </p:cNvPr>
          <p:cNvSpPr txBox="1"/>
          <p:nvPr/>
        </p:nvSpPr>
        <p:spPr>
          <a:xfrm>
            <a:off x="2825004" y="798867"/>
            <a:ext cx="4276725" cy="1596078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effectLst>
            <a:glow rad="63500">
              <a:srgbClr val="CC3300">
                <a:satMod val="175000"/>
                <a:alpha val="40000"/>
              </a:srgbClr>
            </a:glow>
          </a:effectLst>
        </p:spPr>
        <p:txBody>
          <a:bodyPr vert="horz" wrap="square" lIns="0" tIns="0" rIns="0" bIns="0" rtlCol="0">
            <a:spAutoFit/>
          </a:bodyPr>
          <a:lstStyle/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SimSun"/>
              </a:rPr>
              <a:t>确定</a:t>
            </a: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SimSun"/>
              </a:rPr>
              <a:t>欲插入位置；</a:t>
            </a:r>
          </a:p>
          <a:p>
            <a:pPr marL="342900" lvl="0" indent="-342900" algn="just">
              <a:lnSpc>
                <a:spcPct val="150000"/>
              </a:lnSpc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è"/>
              <a:defRPr/>
            </a:pPr>
            <a:r>
              <a:rPr lang="zh-CN" altLang="en-US" sz="2400" b="1" kern="0">
                <a:solidFill>
                  <a:srgbClr val="0000FF"/>
                </a:solidFill>
                <a:cs typeface="SimSun"/>
              </a:rPr>
              <a:t>新建</a:t>
            </a:r>
            <a:r>
              <a:rPr lang="zh-CN" altLang="en-US" sz="2400" b="1" kern="0">
                <a:cs typeface="SimSun"/>
              </a:rPr>
              <a:t>结点并存入数据</a:t>
            </a: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SimSun"/>
              </a:rPr>
              <a:t>；</a:t>
            </a:r>
            <a:endParaRPr kumimoji="0" 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SimSun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SimSun"/>
              </a:rPr>
              <a:t>插入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SimSun"/>
              </a:rPr>
              <a:t>新结点到链表中</a:t>
            </a:r>
            <a:r>
              <a:rPr lang="zh-CN" altLang="en-US" sz="2400" b="1" kern="0">
                <a:solidFill>
                  <a:srgbClr val="000000"/>
                </a:solidFill>
                <a:cs typeface="SimSun"/>
              </a:rPr>
              <a:t>。</a:t>
            </a:r>
            <a:endParaRPr sz="2400" b="1" kern="0">
              <a:solidFill>
                <a:srgbClr val="000000"/>
              </a:solidFill>
              <a:cs typeface="SimSun"/>
            </a:endParaRPr>
          </a:p>
        </p:txBody>
      </p: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94CBB04A-68A5-4126-AD87-8320FEBEDF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5529324"/>
              </p:ext>
            </p:extLst>
          </p:nvPr>
        </p:nvGraphicFramePr>
        <p:xfrm>
          <a:off x="367553" y="2471410"/>
          <a:ext cx="11728903" cy="273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97906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5034"/>
            <a:ext cx="7323909" cy="735195"/>
          </a:xfrm>
        </p:spPr>
        <p:txBody>
          <a:bodyPr/>
          <a:lstStyle/>
          <a:p>
            <a:r>
              <a:rPr lang="zh-CN" altLang="en-US"/>
              <a:t>建立简单的动态链表</a:t>
            </a: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AEF75C6A-EBAC-495D-9017-0A28EF9314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9" r="7082" b="4560"/>
          <a:stretch/>
        </p:blipFill>
        <p:spPr bwMode="auto">
          <a:xfrm>
            <a:off x="17928" y="17930"/>
            <a:ext cx="806823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16CF884A-3B55-46F3-89A6-37823D552439}"/>
              </a:ext>
            </a:extLst>
          </p:cNvPr>
          <p:cNvSpPr txBox="1"/>
          <p:nvPr/>
        </p:nvSpPr>
        <p:spPr>
          <a:xfrm>
            <a:off x="113801" y="849716"/>
            <a:ext cx="6213921" cy="549381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InsertList1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单链表插入函数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1(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在第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个结点后插入新结点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)*/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/*p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用于指向查找到的第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个结点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,q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指向新结点*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SearchList1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查找第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个结点*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个结点存在，执行插入操作*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分配新结点空间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并存入待插入的数据 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LNode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待插入学号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%ld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-&gt;id);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待插入成绩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%f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-&gt;score);</a:t>
            </a:r>
          </a:p>
          <a:p>
            <a:pPr marL="3227388" indent="-3227388">
              <a:spcBef>
                <a:spcPts val="600"/>
              </a:spcBef>
            </a:pP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=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新结点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的直接后继设为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的直接后继*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=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/*p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的直接后继更新为新结点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q*/</a:t>
            </a:r>
            <a:endParaRPr lang="en-US" altLang="zh-CN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个结点不存在*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插入位置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错误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sz="1600" b="1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E130726-27E6-4436-A2BE-DE084E20165E}"/>
              </a:ext>
            </a:extLst>
          </p:cNvPr>
          <p:cNvSpPr txBox="1"/>
          <p:nvPr/>
        </p:nvSpPr>
        <p:spPr>
          <a:xfrm>
            <a:off x="6212540" y="81882"/>
            <a:ext cx="5956634" cy="6340197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altLang="zh-CN" sz="14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InsertList2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单链表插入函数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2(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按学号升序排列插入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)*/</a:t>
            </a:r>
            <a:endParaRPr lang="zh-CN" altLang="en-US" sz="14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/*p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用于指向新结点的直接前驱结点，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指向新结点*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4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4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指针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指向头结点*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4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4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待插入学号</a:t>
            </a:r>
            <a:r>
              <a:rPr lang="en-US" altLang="zh-CN" sz="14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4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%ld</a:t>
            </a:r>
            <a:r>
              <a:rPr lang="en-US" altLang="zh-CN" sz="14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分配新结点空间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并存入待插入的数据 *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4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zh-CN" sz="14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4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LNode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-&gt;id = 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将学号存入结点空间*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4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4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待插入成绩</a:t>
            </a:r>
            <a:r>
              <a:rPr lang="en-US" altLang="zh-CN" sz="14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4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%f</a:t>
            </a:r>
            <a:r>
              <a:rPr lang="en-US" altLang="zh-CN" sz="14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-&gt;score);</a:t>
            </a:r>
          </a:p>
          <a:p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查找学号为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的结点的直接前驱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p*/</a:t>
            </a:r>
            <a:endParaRPr lang="en-US" altLang="zh-CN" sz="14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&amp;&amp; 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-&gt;next-&gt;id &lt; 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指针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指向下一个结点*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4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&amp;&amp; 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-&gt;next-&gt;id == 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4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学号为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%ld</a:t>
            </a:r>
            <a:r>
              <a:rPr lang="zh-CN" altLang="en-US" sz="14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的信息已经存在</a:t>
            </a:r>
            <a:r>
              <a:rPr lang="en-US" altLang="zh-CN" sz="14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sz="1400" b="1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4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找到插入位置，新结点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插入在结点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之后*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4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zh-CN" altLang="en-US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= 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新结点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的直接后继设为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的直接后继*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4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= </a:t>
            </a:r>
            <a:r>
              <a:rPr lang="en-US" altLang="zh-CN" sz="14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/*p</a:t>
            </a:r>
            <a:r>
              <a:rPr lang="zh-CN" alt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的直接后继更新为新结点</a:t>
            </a:r>
            <a:r>
              <a:rPr lang="en-US" altLang="zh-CN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q*/</a:t>
            </a:r>
            <a:endParaRPr lang="en-US" altLang="zh-CN" sz="14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CN" sz="1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F10102-807A-094A-DB99-197739133249}"/>
              </a:ext>
            </a:extLst>
          </p:cNvPr>
          <p:cNvSpPr txBox="1"/>
          <p:nvPr/>
        </p:nvSpPr>
        <p:spPr>
          <a:xfrm>
            <a:off x="842679" y="138134"/>
            <a:ext cx="1397072" cy="46166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/>
                <a:solidFill>
                  <a:srgbClr val="0000DA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400" b="1" i="0" u="none" strike="noStrike" kern="1200" cap="none" spc="0" normalizeH="0" baseline="0" noProof="0">
                <a:ln/>
                <a:solidFill>
                  <a:srgbClr val="0000DA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8-1</a:t>
            </a:r>
            <a:r>
              <a:rPr kumimoji="1" lang="en-US" altLang="zh-CN" sz="2400" b="1">
                <a:ln/>
                <a:solidFill>
                  <a:srgbClr val="0000DA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6</a:t>
            </a:r>
            <a:endParaRPr kumimoji="1" lang="zh-CN" altLang="en-US" sz="2400" b="1" i="0" u="none" strike="noStrike" kern="1200" cap="none" spc="0" normalizeH="0" baseline="0" noProof="0">
              <a:ln/>
              <a:solidFill>
                <a:srgbClr val="0000DA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B7A8DE3-EE8B-4CB2-66F2-C0F7B5741C67}"/>
              </a:ext>
            </a:extLst>
          </p:cNvPr>
          <p:cNvGrpSpPr/>
          <p:nvPr/>
        </p:nvGrpSpPr>
        <p:grpSpPr>
          <a:xfrm>
            <a:off x="824751" y="4374773"/>
            <a:ext cx="5369861" cy="1125963"/>
            <a:chOff x="6672129" y="4091739"/>
            <a:chExt cx="5791201" cy="90365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350E4E2-7B12-1464-C60A-796E6B85D3B2}"/>
                </a:ext>
              </a:extLst>
            </p:cNvPr>
            <p:cNvSpPr/>
            <p:nvPr/>
          </p:nvSpPr>
          <p:spPr>
            <a:xfrm>
              <a:off x="6672129" y="4091739"/>
              <a:ext cx="5791201" cy="75544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0FB914C-D04B-A2D6-07EB-D6969DC22474}"/>
                </a:ext>
              </a:extLst>
            </p:cNvPr>
            <p:cNvSpPr txBox="1"/>
            <p:nvPr/>
          </p:nvSpPr>
          <p:spPr>
            <a:xfrm>
              <a:off x="10106840" y="4698982"/>
              <a:ext cx="2250140" cy="29641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>
              <a:spAutoFit/>
            </a:bodyPr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Webdings" panose="05030102010509060703" pitchFamily="18" charset="2"/>
                <a:buChar char="U"/>
                <a:tabLst/>
                <a:defRPr/>
              </a:pPr>
              <a:r>
                <a:rPr lang="zh-CN" altLang="en-US" b="1">
                  <a:solidFill>
                    <a:srgbClr val="0000FF"/>
                  </a:solidFill>
                </a:rPr>
                <a:t>先后顺序不能变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FC1EAB5-59C3-7FF2-2AC6-6BB8B8A9F1AE}"/>
              </a:ext>
            </a:extLst>
          </p:cNvPr>
          <p:cNvGrpSpPr/>
          <p:nvPr/>
        </p:nvGrpSpPr>
        <p:grpSpPr>
          <a:xfrm>
            <a:off x="6920753" y="5405723"/>
            <a:ext cx="5157446" cy="919861"/>
            <a:chOff x="7057395" y="4179703"/>
            <a:chExt cx="5562119" cy="73824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12153D9-2C01-10FD-AE20-DBA14E9AA498}"/>
                </a:ext>
              </a:extLst>
            </p:cNvPr>
            <p:cNvSpPr/>
            <p:nvPr/>
          </p:nvSpPr>
          <p:spPr>
            <a:xfrm>
              <a:off x="7057395" y="4179703"/>
              <a:ext cx="5562119" cy="59003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4CA47CC-8CCF-F5B5-578F-04734E524B03}"/>
                </a:ext>
              </a:extLst>
            </p:cNvPr>
            <p:cNvSpPr txBox="1"/>
            <p:nvPr/>
          </p:nvSpPr>
          <p:spPr>
            <a:xfrm>
              <a:off x="10251861" y="4621536"/>
              <a:ext cx="2250140" cy="29641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>
              <a:spAutoFit/>
            </a:bodyPr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Webdings" panose="05030102010509060703" pitchFamily="18" charset="2"/>
                <a:buChar char="U"/>
                <a:tabLst/>
                <a:defRPr/>
              </a:pPr>
              <a:r>
                <a:rPr lang="zh-CN" altLang="en-US" b="1">
                  <a:solidFill>
                    <a:srgbClr val="0000FF"/>
                  </a:solidFill>
                </a:rPr>
                <a:t>先后顺序不能变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041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AC3D7F3-A058-480F-993E-98C196AA38D5}"/>
              </a:ext>
            </a:extLst>
          </p:cNvPr>
          <p:cNvSpPr/>
          <p:nvPr/>
        </p:nvSpPr>
        <p:spPr>
          <a:xfrm>
            <a:off x="26376" y="722402"/>
            <a:ext cx="12070080" cy="684000"/>
          </a:xfrm>
          <a:prstGeom prst="rect">
            <a:avLst/>
          </a:prstGeom>
          <a:noFill/>
          <a:ln w="25400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marL="358775" marR="0" lvl="0" indent="-35877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Blip>
                <a:blip r:embed="rId3"/>
              </a:buBlip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链表的删除功能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E9B708D-9BBB-477E-B58D-ED8DB0B0F82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BC7CD6D-526F-4586-811C-C61FB83FF624}"/>
              </a:ext>
            </a:extLst>
          </p:cNvPr>
          <p:cNvSpPr txBox="1">
            <a:spLocks/>
          </p:cNvSpPr>
          <p:nvPr/>
        </p:nvSpPr>
        <p:spPr>
          <a:xfrm>
            <a:off x="0" y="8074"/>
            <a:ext cx="8839200" cy="684000"/>
          </a:xfrm>
          <a:prstGeom prst="rect">
            <a:avLst/>
          </a:prstGeom>
        </p:spPr>
        <p:txBody>
          <a:bodyPr anchor="ctr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cap="none" spc="0" baseline="0">
                <a:ln/>
                <a:solidFill>
                  <a:srgbClr val="C00000"/>
                </a:solidFill>
                <a:effectLst/>
                <a:latin typeface="Arial" pitchFamily="34" charset="0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SzPct val="100000"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C00000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单链表的</a:t>
            </a: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0000FF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删除</a:t>
            </a:r>
            <a:endParaRPr kumimoji="1" lang="zh-CN" altLang="en-US" sz="3200" b="1" i="0" u="none" strike="noStrike" kern="1200" cap="none" spc="0" normalizeH="0" baseline="0" noProof="0" dirty="0">
              <a:ln/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FC9AF6B-A4D6-42FF-8ED3-AC8B8A951D55}"/>
              </a:ext>
            </a:extLst>
          </p:cNvPr>
          <p:cNvGrpSpPr/>
          <p:nvPr/>
        </p:nvGrpSpPr>
        <p:grpSpPr>
          <a:xfrm>
            <a:off x="546588" y="5469214"/>
            <a:ext cx="11098824" cy="691742"/>
            <a:chOff x="2854808" y="5690634"/>
            <a:chExt cx="9931682" cy="691742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0B37BCBE-2817-40BC-9628-2F1C9C07F3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044" r="6153" b="4640"/>
            <a:stretch/>
          </p:blipFill>
          <p:spPr bwMode="auto">
            <a:xfrm>
              <a:off x="2854808" y="5690634"/>
              <a:ext cx="808289" cy="691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4EB1D24-09F4-41A3-B9B3-2043E253128E}"/>
                </a:ext>
              </a:extLst>
            </p:cNvPr>
            <p:cNvSpPr txBox="1"/>
            <p:nvPr/>
          </p:nvSpPr>
          <p:spPr>
            <a:xfrm>
              <a:off x="3663097" y="5758172"/>
              <a:ext cx="9123393" cy="556664"/>
            </a:xfrm>
            <a:prstGeom prst="rect">
              <a:avLst/>
            </a:prstGeom>
            <a:blipFill>
              <a:blip r:embed="rId5"/>
              <a:tile tx="0" ty="0" sx="100000" sy="100000" flip="none" algn="tl"/>
            </a:blip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tIns="108000" bIns="108000" rtlCol="0" anchor="ctr" anchorCtr="0">
              <a:spAutoFit/>
            </a:bodyPr>
            <a:lstStyle/>
            <a:p>
              <a:pPr marL="342900" marR="0" lvl="0" indent="-342900" algn="just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黑体" panose="02010609060101010101" pitchFamily="49" charset="-122"/>
                <a:buChar char="★"/>
                <a:tabLst/>
                <a:defRPr/>
              </a:pPr>
              <a:r>
                <a:rPr kumimoji="0" lang="en-US" altLang="zh-CN" sz="2200" b="1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p</a:t>
              </a:r>
              <a:r>
                <a:rPr kumimoji="0" lang="zh-CN" altLang="en-US" sz="2200" b="1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的</a:t>
              </a:r>
              <a:r>
                <a:rPr kumimoji="0" lang="zh-CN" altLang="en-US" sz="2200" b="1" i="0" u="none" strike="noStrike" kern="1200" cap="none" spc="0" normalizeH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直接后继</a:t>
              </a:r>
              <a:r>
                <a:rPr kumimoji="0" lang="zh-CN" altLang="en-US" sz="2200" b="1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改为结点</a:t>
              </a:r>
              <a:r>
                <a:rPr kumimoji="0" lang="en-US" altLang="zh-CN" sz="2200" b="1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q</a:t>
              </a:r>
              <a:r>
                <a:rPr kumimoji="0" lang="zh-CN" altLang="en-US" sz="2200" b="1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的</a:t>
              </a:r>
              <a:r>
                <a:rPr kumimoji="0" lang="zh-CN" altLang="en-US" sz="2200" b="1" i="0" u="none" strike="noStrike" kern="1200" cap="none" spc="0" normalizeH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直接后继</a:t>
              </a:r>
              <a:r>
                <a:rPr kumimoji="0" lang="zh-CN" altLang="en-US" sz="2200" b="1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：</a:t>
              </a:r>
              <a:r>
                <a:rPr kumimoji="0" lang="en-US" altLang="zh-CN" sz="2200" b="1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Consolas" panose="020B0609020204030204" pitchFamily="49" charset="0"/>
                  <a:ea typeface="微软雅黑"/>
                  <a:cs typeface="+mn-cs"/>
                </a:rPr>
                <a:t>p-&gt;next = q-&gt;next;</a:t>
              </a:r>
            </a:p>
          </p:txBody>
        </p:sp>
      </p:grp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464889FB-DF04-43CF-9CA4-D2DAAC01DFA2}"/>
              </a:ext>
            </a:extLst>
          </p:cNvPr>
          <p:cNvSpPr/>
          <p:nvPr/>
        </p:nvSpPr>
        <p:spPr>
          <a:xfrm>
            <a:off x="4193440" y="34803"/>
            <a:ext cx="2464536" cy="592975"/>
          </a:xfrm>
          <a:prstGeom prst="wedgeRoundRectCallout">
            <a:avLst>
              <a:gd name="adj1" fmla="val -49539"/>
              <a:gd name="adj2" fmla="val 16717"/>
              <a:gd name="adj3" fmla="val 16667"/>
            </a:avLst>
          </a:prstGeom>
          <a:noFill/>
          <a:ln w="6350" cap="flat" cmpd="sng" algn="ctr">
            <a:solidFill>
              <a:srgbClr val="CC3300"/>
            </a:solidFill>
            <a:prstDash val="solid"/>
          </a:ln>
          <a:effectLst>
            <a:glow rad="63500">
              <a:srgbClr val="76A844">
                <a:satMod val="175000"/>
                <a:alpha val="40000"/>
              </a:srgbClr>
            </a:glow>
          </a:effectLst>
        </p:spPr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solidFill>
                    <a:srgbClr val="FFC000"/>
                  </a:solidFill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删除问题</a:t>
            </a: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7CDD4AEF-2B45-4A8D-B873-C1034BAC451D}"/>
              </a:ext>
            </a:extLst>
          </p:cNvPr>
          <p:cNvSpPr txBox="1"/>
          <p:nvPr/>
        </p:nvSpPr>
        <p:spPr>
          <a:xfrm>
            <a:off x="2825004" y="798867"/>
            <a:ext cx="5574925" cy="1596078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effectLst>
            <a:glow rad="63500">
              <a:srgbClr val="CC3300">
                <a:satMod val="175000"/>
                <a:alpha val="40000"/>
              </a:srgbClr>
            </a:glow>
          </a:effectLst>
        </p:spPr>
        <p:txBody>
          <a:bodyPr vert="horz" wrap="square" lIns="0" tIns="0" rIns="0" bIns="0" rtlCol="0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SimSun"/>
              </a:rPr>
              <a:t>确定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SimSun"/>
              </a:rPr>
              <a:t>待删除结点位置</a:t>
            </a: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SimSun"/>
              </a:rPr>
              <a:t>；</a:t>
            </a:r>
          </a:p>
          <a:p>
            <a:pPr marL="342900" lvl="0" indent="-342900" algn="just">
              <a:lnSpc>
                <a:spcPct val="150000"/>
              </a:lnSpc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è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SimSun"/>
              </a:rPr>
              <a:t>修改</a:t>
            </a:r>
            <a:r>
              <a:rPr lang="zh-CN" altLang="en-US" sz="2400" b="1" kern="0">
                <a:solidFill>
                  <a:srgbClr val="FF0000"/>
                </a:solidFill>
                <a:latin typeface="Arial"/>
                <a:ea typeface="微软雅黑"/>
              </a:rPr>
              <a:t>待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SimSun"/>
              </a:rPr>
              <a:t>删除结点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SimSun"/>
              </a:rPr>
              <a:t>的直接前驱的指针域</a:t>
            </a:r>
            <a:r>
              <a: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SimSun"/>
              </a:rPr>
              <a:t>；</a:t>
            </a:r>
            <a:endParaRPr kumimoji="0" 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SimSun"/>
            </a:endParaRPr>
          </a:p>
          <a:p>
            <a:pPr marL="342900" lvl="0" indent="-342900" algn="just">
              <a:lnSpc>
                <a:spcPct val="150000"/>
              </a:lnSpc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è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SimSun"/>
              </a:rPr>
              <a:t>释放</a:t>
            </a:r>
            <a:r>
              <a:rPr lang="zh-CN" altLang="en-US" sz="2400" b="1" kern="0">
                <a:solidFill>
                  <a:srgbClr val="000000"/>
                </a:solidFill>
                <a:latin typeface="Arial"/>
                <a:ea typeface="微软雅黑"/>
              </a:rPr>
              <a:t>待删除结点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SimSun"/>
              </a:rPr>
              <a:t>。</a:t>
            </a: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SimSun"/>
            </a:endParaRPr>
          </a:p>
        </p:txBody>
      </p: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94CBB04A-68A5-4126-AD87-8320FEBEDF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5230746"/>
              </p:ext>
            </p:extLst>
          </p:nvPr>
        </p:nvGraphicFramePr>
        <p:xfrm>
          <a:off x="546588" y="2605963"/>
          <a:ext cx="11029656" cy="2355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415979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5034"/>
            <a:ext cx="7323909" cy="735195"/>
          </a:xfrm>
        </p:spPr>
        <p:txBody>
          <a:bodyPr/>
          <a:lstStyle/>
          <a:p>
            <a:r>
              <a:rPr lang="zh-CN" altLang="en-US"/>
              <a:t>建立简单的动态链表</a:t>
            </a: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AEF75C6A-EBAC-495D-9017-0A28EF9314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9" r="7082" b="4560"/>
          <a:stretch/>
        </p:blipFill>
        <p:spPr bwMode="auto">
          <a:xfrm>
            <a:off x="17928" y="17930"/>
            <a:ext cx="806823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16CF884A-3B55-46F3-89A6-37823D552439}"/>
              </a:ext>
            </a:extLst>
          </p:cNvPr>
          <p:cNvSpPr txBox="1"/>
          <p:nvPr/>
        </p:nvSpPr>
        <p:spPr>
          <a:xfrm>
            <a:off x="113801" y="1222642"/>
            <a:ext cx="6213921" cy="4493538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DeleteList1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单链表删除函数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1(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删除链表中第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个结点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)*/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查找第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i-1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个结点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即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指向待删除结点的直接前驱*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SearchList1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altLang="zh-CN" sz="1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i-1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个结点和第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个结点都存在，执行删除操作*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-&gt;next)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i-1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个结点和第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个结点都存在*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/*q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指向第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个结点*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= 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</a:p>
          <a:p>
            <a:pPr>
              <a:spcAft>
                <a:spcPts val="2400"/>
              </a:spcAft>
            </a:pP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/*p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的直接后继改为结点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的直接后继*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释放结点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的内存空间*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i-1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个结点或第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个结点不存在*</a:t>
            </a:r>
            <a:r>
              <a:rPr lang="en-US" altLang="zh-CN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删除位置</a:t>
            </a:r>
            <a:r>
              <a:rPr lang="en-US" altLang="zh-CN" sz="1600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zh-CN" alt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错误</a:t>
            </a:r>
            <a:r>
              <a:rPr lang="en-US" altLang="zh-CN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sz="1600" b="1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600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E130726-27E6-4436-A2BE-DE084E20165E}"/>
              </a:ext>
            </a:extLst>
          </p:cNvPr>
          <p:cNvSpPr txBox="1"/>
          <p:nvPr/>
        </p:nvSpPr>
        <p:spPr>
          <a:xfrm>
            <a:off x="6096000" y="945643"/>
            <a:ext cx="5956634" cy="5232202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altLang="zh-CN" sz="1600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74531F"/>
                </a:solidFill>
                <a:latin typeface="Consolas" panose="020B0609020204030204" pitchFamily="49" charset="0"/>
              </a:rPr>
              <a:t>DeleteList2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2B91AF"/>
                </a:solidFill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808080"/>
                </a:solidFill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808080"/>
                </a:solidFill>
                <a:latin typeface="Consolas" panose="020B0609020204030204" pitchFamily="49" charset="0"/>
              </a:rPr>
              <a:t>id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单链表插入函数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2(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在链表中删除指定学号为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id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的结点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)*/</a:t>
            </a:r>
            <a:endParaRPr lang="zh-CN" alt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2B91AF"/>
                </a:solidFill>
                <a:latin typeface="Consolas" panose="020B0609020204030204" pitchFamily="49" charset="0"/>
              </a:rPr>
              <a:t>LinkList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>
                <a:solidFill>
                  <a:srgbClr val="1F377F"/>
                </a:solidFill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1F377F"/>
                </a:solidFill>
                <a:latin typeface="Consolas" panose="020B0609020204030204" pitchFamily="49" charset="0"/>
              </a:rPr>
              <a:t>q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1F377F"/>
                </a:solidFill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>
                <a:solidFill>
                  <a:srgbClr val="808080"/>
                </a:solidFill>
                <a:latin typeface="Consolas" panose="020B0609020204030204" pitchFamily="49" charset="0"/>
              </a:rPr>
              <a:t>L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指针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指向头结点*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查找学号为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id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的结点的前驱结点*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1600" b="1">
                <a:solidFill>
                  <a:srgbClr val="1F377F"/>
                </a:solidFill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-&gt;next &amp;&amp; </a:t>
            </a:r>
            <a:r>
              <a:rPr lang="en-US" altLang="zh-CN" sz="1600" b="1">
                <a:solidFill>
                  <a:srgbClr val="1F377F"/>
                </a:solidFill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-&gt;next-&gt;id != </a:t>
            </a:r>
            <a:r>
              <a:rPr lang="en-US" altLang="zh-CN" sz="1600" b="1">
                <a:solidFill>
                  <a:srgbClr val="808080"/>
                </a:solidFill>
                <a:latin typeface="Consolas" panose="020B0609020204030204" pitchFamily="49" charset="0"/>
              </a:rPr>
              <a:t>id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1F377F"/>
                </a:solidFill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>
                <a:solidFill>
                  <a:srgbClr val="1F377F"/>
                </a:solidFill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-&gt;next;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指针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指向下一个结点*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1600" b="1">
                <a:solidFill>
                  <a:srgbClr val="1F377F"/>
                </a:solidFill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-&gt;next)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学号为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id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的结点存在，执行删除操作*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1F377F"/>
                </a:solidFill>
                <a:latin typeface="Consolas" panose="020B0609020204030204" pitchFamily="49" charset="0"/>
              </a:rPr>
              <a:t>q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>
                <a:solidFill>
                  <a:srgbClr val="1F377F"/>
                </a:solidFill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-&gt;next;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       /*q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指向待删除结点*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1F377F"/>
                </a:solidFill>
                <a:latin typeface="Consolas" panose="020B0609020204030204" pitchFamily="49" charset="0"/>
              </a:rPr>
              <a:t>p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-&gt;next = </a:t>
            </a:r>
            <a:r>
              <a:rPr lang="en-US" altLang="zh-CN" sz="1600" b="1">
                <a:solidFill>
                  <a:srgbClr val="1F377F"/>
                </a:solidFill>
                <a:latin typeface="Consolas" panose="020B0609020204030204" pitchFamily="49" charset="0"/>
              </a:rPr>
              <a:t>q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-&gt;next;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        /*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结点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的直接后继改为结点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q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的直接后继*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3600"/>
              </a:spcBef>
            </a:pPr>
            <a:r>
              <a:rPr lang="zh-CN" alt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74531F"/>
                </a:solidFill>
                <a:latin typeface="Consolas" panose="020B0609020204030204" pitchFamily="49" charset="0"/>
              </a:rPr>
              <a:t>free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1F377F"/>
                </a:solidFill>
                <a:latin typeface="Consolas" panose="020B0609020204030204" pitchFamily="49" charset="0"/>
              </a:rPr>
              <a:t>q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           /*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释放结点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q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的内存空间*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600" b="1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 /*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学号为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id</a:t>
            </a:r>
            <a:r>
              <a:rPr lang="zh-CN" altLang="en-US" sz="1600" b="1">
                <a:solidFill>
                  <a:srgbClr val="008000"/>
                </a:solidFill>
                <a:latin typeface="Consolas" panose="020B0609020204030204" pitchFamily="49" charset="0"/>
              </a:rPr>
              <a:t>的结点不存在*</a:t>
            </a:r>
            <a:r>
              <a:rPr lang="en-US" altLang="zh-CN" sz="1600" b="1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endParaRPr lang="zh-CN" alt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600" b="1">
                <a:solidFill>
                  <a:srgbClr val="74531F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600" b="1">
                <a:solidFill>
                  <a:srgbClr val="A31515"/>
                </a:solidFill>
                <a:latin typeface="Consolas" panose="020B0609020204030204" pitchFamily="49" charset="0"/>
              </a:rPr>
              <a:t>不存在学号为</a:t>
            </a:r>
            <a:r>
              <a:rPr lang="en-US" altLang="zh-CN" sz="1600" b="1">
                <a:solidFill>
                  <a:srgbClr val="1F377F"/>
                </a:solidFill>
                <a:latin typeface="Consolas" panose="020B0609020204030204" pitchFamily="49" charset="0"/>
              </a:rPr>
              <a:t>%ld</a:t>
            </a:r>
            <a:r>
              <a:rPr lang="zh-CN" altLang="en-US" sz="1600" b="1">
                <a:solidFill>
                  <a:srgbClr val="A31515"/>
                </a:solidFill>
                <a:latin typeface="Consolas" panose="020B0609020204030204" pitchFamily="49" charset="0"/>
              </a:rPr>
              <a:t>的结点</a:t>
            </a:r>
            <a:r>
              <a:rPr lang="en-US" altLang="zh-CN" sz="1600" b="1">
                <a:solidFill>
                  <a:srgbClr val="A31515"/>
                </a:solidFill>
                <a:latin typeface="Consolas" panose="020B0609020204030204" pitchFamily="49" charset="0"/>
              </a:rPr>
              <a:t>!</a:t>
            </a:r>
            <a:r>
              <a:rPr lang="en-US" altLang="zh-CN" sz="1600" b="1">
                <a:solidFill>
                  <a:srgbClr val="B776FB"/>
                </a:solidFill>
                <a:latin typeface="Consolas" panose="020B0609020204030204" pitchFamily="49" charset="0"/>
              </a:rPr>
              <a:t>\n</a:t>
            </a:r>
            <a:r>
              <a:rPr lang="en-US" altLang="zh-CN" sz="1600" b="1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b="1">
                <a:solidFill>
                  <a:srgbClr val="808080"/>
                </a:solidFill>
                <a:latin typeface="Consolas" panose="020B0609020204030204" pitchFamily="49" charset="0"/>
              </a:rPr>
              <a:t>id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F10102-807A-094A-DB99-197739133249}"/>
              </a:ext>
            </a:extLst>
          </p:cNvPr>
          <p:cNvSpPr txBox="1"/>
          <p:nvPr/>
        </p:nvSpPr>
        <p:spPr>
          <a:xfrm>
            <a:off x="842679" y="138134"/>
            <a:ext cx="1397072" cy="46166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/>
                <a:solidFill>
                  <a:srgbClr val="0000DA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400" b="1" i="0" u="none" strike="noStrike" kern="1200" cap="none" spc="0" normalizeH="0" baseline="0" noProof="0">
                <a:ln/>
                <a:solidFill>
                  <a:srgbClr val="0000DA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8-17</a:t>
            </a:r>
            <a:endParaRPr kumimoji="1" lang="zh-CN" altLang="en-US" sz="2400" b="1" i="0" u="none" strike="noStrike" kern="1200" cap="none" spc="0" normalizeH="0" baseline="0" noProof="0">
              <a:ln/>
              <a:solidFill>
                <a:srgbClr val="0000DA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B7A8DE3-EE8B-4CB2-66F2-C0F7B5741C67}"/>
              </a:ext>
            </a:extLst>
          </p:cNvPr>
          <p:cNvGrpSpPr/>
          <p:nvPr/>
        </p:nvGrpSpPr>
        <p:grpSpPr>
          <a:xfrm>
            <a:off x="949576" y="3146610"/>
            <a:ext cx="5138139" cy="1215610"/>
            <a:chOff x="6672129" y="4091739"/>
            <a:chExt cx="5791201" cy="97560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350E4E2-7B12-1464-C60A-796E6B85D3B2}"/>
                </a:ext>
              </a:extLst>
            </p:cNvPr>
            <p:cNvSpPr/>
            <p:nvPr/>
          </p:nvSpPr>
          <p:spPr>
            <a:xfrm>
              <a:off x="6672129" y="4091739"/>
              <a:ext cx="5791201" cy="8273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0FB914C-D04B-A2D6-07EB-D6969DC22474}"/>
                </a:ext>
              </a:extLst>
            </p:cNvPr>
            <p:cNvSpPr txBox="1"/>
            <p:nvPr/>
          </p:nvSpPr>
          <p:spPr>
            <a:xfrm>
              <a:off x="9790281" y="4770929"/>
              <a:ext cx="2551036" cy="29641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>
              <a:spAutoFit/>
            </a:bodyPr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Webdings" panose="05030102010509060703" pitchFamily="18" charset="2"/>
                <a:buChar char="U"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先后顺序不能变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FC1EAB5-59C3-7FF2-2AC6-6BB8B8A9F1AE}"/>
              </a:ext>
            </a:extLst>
          </p:cNvPr>
          <p:cNvGrpSpPr/>
          <p:nvPr/>
        </p:nvGrpSpPr>
        <p:grpSpPr>
          <a:xfrm>
            <a:off x="6804214" y="3603812"/>
            <a:ext cx="5157446" cy="1221158"/>
            <a:chOff x="7057395" y="4179703"/>
            <a:chExt cx="5562119" cy="872147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12153D9-2C01-10FD-AE20-DBA14E9AA498}"/>
                </a:ext>
              </a:extLst>
            </p:cNvPr>
            <p:cNvSpPr/>
            <p:nvPr/>
          </p:nvSpPr>
          <p:spPr>
            <a:xfrm>
              <a:off x="7057395" y="4179703"/>
              <a:ext cx="5562119" cy="7382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4CA47CC-8CCF-F5B5-578F-04734E524B03}"/>
                </a:ext>
              </a:extLst>
            </p:cNvPr>
            <p:cNvSpPr txBox="1"/>
            <p:nvPr/>
          </p:nvSpPr>
          <p:spPr>
            <a:xfrm>
              <a:off x="10251861" y="4755438"/>
              <a:ext cx="2250140" cy="29641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>
              <a:spAutoFit/>
            </a:bodyPr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Webdings" panose="05030102010509060703" pitchFamily="18" charset="2"/>
                <a:buChar char="U"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先后顺序不能变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599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AC3D7F3-A058-480F-993E-98C196AA38D5}"/>
              </a:ext>
            </a:extLst>
          </p:cNvPr>
          <p:cNvSpPr/>
          <p:nvPr/>
        </p:nvSpPr>
        <p:spPr>
          <a:xfrm>
            <a:off x="26376" y="722402"/>
            <a:ext cx="12070080" cy="684000"/>
          </a:xfrm>
          <a:prstGeom prst="rect">
            <a:avLst/>
          </a:prstGeom>
          <a:noFill/>
          <a:ln w="25400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marL="358775" marR="0" lvl="0" indent="-35877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Blip>
                <a:blip r:embed="rId3"/>
              </a:buBlip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链表的统计功能：统计成绩表的最高分，最低分，平均分等。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E9B708D-9BBB-477E-B58D-ED8DB0B0F82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BC7CD6D-526F-4586-811C-C61FB83FF624}"/>
              </a:ext>
            </a:extLst>
          </p:cNvPr>
          <p:cNvSpPr txBox="1">
            <a:spLocks/>
          </p:cNvSpPr>
          <p:nvPr/>
        </p:nvSpPr>
        <p:spPr>
          <a:xfrm>
            <a:off x="0" y="8074"/>
            <a:ext cx="8839200" cy="684000"/>
          </a:xfrm>
          <a:prstGeom prst="rect">
            <a:avLst/>
          </a:prstGeom>
        </p:spPr>
        <p:txBody>
          <a:bodyPr anchor="ctr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cap="none" spc="0" baseline="0">
                <a:ln/>
                <a:solidFill>
                  <a:srgbClr val="C00000"/>
                </a:solidFill>
                <a:effectLst/>
                <a:latin typeface="Arial" pitchFamily="34" charset="0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lvl="0">
              <a:buClr>
                <a:srgbClr val="00FF00"/>
              </a:buClr>
              <a:buSzPct val="100000"/>
              <a:defRPr/>
            </a:pPr>
            <a:r>
              <a:rPr kumimoji="1" lang="zh-CN" altLang="en-US">
                <a:latin typeface="华文隶书" panose="02010800040101010101" pitchFamily="2" charset="-122"/>
                <a:ea typeface="华文隶书" panose="02010800040101010101" pitchFamily="2" charset="-122"/>
              </a:rPr>
              <a:t>单链表的</a:t>
            </a: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0000FF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统计</a:t>
            </a:r>
            <a:endParaRPr kumimoji="1" lang="zh-CN" altLang="en-US" sz="3200" b="1" i="0" u="none" strike="noStrike" kern="1200" cap="none" spc="0" normalizeH="0" baseline="0" noProof="0" dirty="0">
              <a:ln/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CCD945D-D6DD-4C01-9195-70D7E0232C3F}"/>
              </a:ext>
            </a:extLst>
          </p:cNvPr>
          <p:cNvSpPr txBox="1"/>
          <p:nvPr/>
        </p:nvSpPr>
        <p:spPr>
          <a:xfrm>
            <a:off x="9354679" y="833569"/>
            <a:ext cx="1397072" cy="46166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/>
                <a:solidFill>
                  <a:srgbClr val="0000DA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400" b="1" i="0" u="none" strike="noStrike" kern="1200" cap="none" spc="0" normalizeH="0" baseline="0" noProof="0">
                <a:ln/>
                <a:solidFill>
                  <a:srgbClr val="0000DA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8-18</a:t>
            </a:r>
            <a:endParaRPr kumimoji="1" lang="zh-CN" altLang="en-US" sz="2400" b="1" i="0" u="none" strike="noStrike" kern="1200" cap="none" spc="0" normalizeH="0" baseline="0" noProof="0">
              <a:ln/>
              <a:solidFill>
                <a:srgbClr val="0000DA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21BBEB-E11E-4FF4-945D-4A7182A7AE59}"/>
              </a:ext>
            </a:extLst>
          </p:cNvPr>
          <p:cNvSpPr txBox="1"/>
          <p:nvPr/>
        </p:nvSpPr>
        <p:spPr>
          <a:xfrm>
            <a:off x="300317" y="1406402"/>
            <a:ext cx="8273562" cy="4678204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MaxList(</a:t>
            </a:r>
            <a:r>
              <a:rPr lang="en-US" altLang="zh-CN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求最高分*</a:t>
            </a:r>
            <a:r>
              <a:rPr lang="en-US" altLang="zh-CN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 = </a:t>
            </a:r>
            <a:r>
              <a:rPr lang="en-US" altLang="zh-CN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  <a:r>
              <a:rPr lang="en-US" altLang="zh-CN" b="1">
                <a:solidFill>
                  <a:srgbClr val="008000"/>
                </a:solidFill>
                <a:latin typeface="Consolas" panose="020B0609020204030204" pitchFamily="49" charset="0"/>
              </a:rPr>
              <a:t> /* </a:t>
            </a:r>
            <a: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b="1">
                <a:solidFill>
                  <a:srgbClr val="008000"/>
                </a:solidFill>
                <a:latin typeface="Consolas" panose="020B0609020204030204" pitchFamily="49" charset="0"/>
              </a:rPr>
              <a:t>为工作指针 </a:t>
            </a:r>
            <a:r>
              <a:rPr lang="en-US" altLang="zh-CN" b="1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r>
              <a:rPr lang="en-US" altLang="zh-CN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altLang="zh-CN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max = </a:t>
            </a:r>
            <a:r>
              <a:rPr lang="en-US" altLang="zh-CN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maxId = </a:t>
            </a:r>
            <a:r>
              <a:rPr lang="en-US" altLang="zh-CN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(p)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(max &lt; p-&gt;score)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max = p-&gt;score;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maxId = p-&gt;id;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 = p-&gt;next;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printf(</a:t>
            </a:r>
            <a:r>
              <a:rPr lang="en-US" altLang="zh-CN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最高分学生信息：学号</a:t>
            </a:r>
            <a:r>
              <a:rPr lang="en-US" altLang="zh-CN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=%ld,</a:t>
            </a:r>
            <a:r>
              <a:rPr lang="zh-CN" alt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成绩</a:t>
            </a:r>
            <a:r>
              <a:rPr lang="en-US" altLang="zh-CN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=%5.2f\n"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maxId, max);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42CF2E5-6F52-85B4-677C-DE651495554D}"/>
              </a:ext>
            </a:extLst>
          </p:cNvPr>
          <p:cNvGrpSpPr/>
          <p:nvPr/>
        </p:nvGrpSpPr>
        <p:grpSpPr>
          <a:xfrm>
            <a:off x="1278267" y="4809095"/>
            <a:ext cx="3338557" cy="504059"/>
            <a:chOff x="6672129" y="5089366"/>
            <a:chExt cx="5061161" cy="40453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CFD6008-1384-9770-767D-5A8084EEC793}"/>
                </a:ext>
              </a:extLst>
            </p:cNvPr>
            <p:cNvSpPr/>
            <p:nvPr/>
          </p:nvSpPr>
          <p:spPr>
            <a:xfrm>
              <a:off x="6672129" y="5089366"/>
              <a:ext cx="5061161" cy="2964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DE4CE90-5310-8CB2-5C43-C595A0FA3FBF}"/>
                </a:ext>
              </a:extLst>
            </p:cNvPr>
            <p:cNvSpPr txBox="1"/>
            <p:nvPr/>
          </p:nvSpPr>
          <p:spPr>
            <a:xfrm>
              <a:off x="9789884" y="5197492"/>
              <a:ext cx="1783686" cy="29641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>
              <a:spAutoFit/>
            </a:bodyPr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Webdings" panose="05030102010509060703" pitchFamily="18" charset="2"/>
                <a:buChar char="U"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重要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5B187FBC-3CAF-CF3C-5BA6-DE599BE9D1F7}"/>
              </a:ext>
            </a:extLst>
          </p:cNvPr>
          <p:cNvSpPr txBox="1"/>
          <p:nvPr/>
        </p:nvSpPr>
        <p:spPr>
          <a:xfrm>
            <a:off x="5879434" y="1456918"/>
            <a:ext cx="6217022" cy="3970318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AveList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zh-CN" alt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求最平均分*</a:t>
            </a:r>
            <a:r>
              <a:rPr lang="en-US" altLang="zh-CN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LinkList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ave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ave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zh-CN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-&gt;score;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ave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ave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zh-CN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共</a:t>
            </a:r>
            <a:r>
              <a:rPr lang="en-US" altLang="zh-CN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zh-CN" alt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人</a:t>
            </a:r>
            <a:r>
              <a:rPr lang="en-US" altLang="zh-CN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平均分</a:t>
            </a:r>
            <a:r>
              <a:rPr lang="en-US" altLang="zh-CN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%5.2f</a:t>
            </a:r>
            <a:r>
              <a:rPr lang="en-US" altLang="zh-CN" b="1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ave</a:t>
            </a:r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5F41A44-B411-0219-012B-26DB39C02456}"/>
              </a:ext>
            </a:extLst>
          </p:cNvPr>
          <p:cNvGrpSpPr/>
          <p:nvPr/>
        </p:nvGrpSpPr>
        <p:grpSpPr>
          <a:xfrm>
            <a:off x="6904600" y="3993306"/>
            <a:ext cx="3338557" cy="504059"/>
            <a:chOff x="6672129" y="5089366"/>
            <a:chExt cx="5061161" cy="40453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8A9EE62-D97C-0442-B5E1-AA82DB9932FE}"/>
                </a:ext>
              </a:extLst>
            </p:cNvPr>
            <p:cNvSpPr/>
            <p:nvPr/>
          </p:nvSpPr>
          <p:spPr>
            <a:xfrm>
              <a:off x="6672129" y="5089366"/>
              <a:ext cx="5061161" cy="2964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3AFDD7C-B097-290E-06BF-ABA775DCEB3A}"/>
                </a:ext>
              </a:extLst>
            </p:cNvPr>
            <p:cNvSpPr txBox="1"/>
            <p:nvPr/>
          </p:nvSpPr>
          <p:spPr>
            <a:xfrm>
              <a:off x="9789884" y="5197492"/>
              <a:ext cx="1783686" cy="29641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>
              <a:spAutoFit/>
            </a:bodyPr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Tx/>
                <a:buFont typeface="Webdings" panose="05030102010509060703" pitchFamily="18" charset="2"/>
                <a:buChar char="U"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重要</a:t>
              </a:r>
            </a:p>
          </p:txBody>
        </p:sp>
      </p:grp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7ADE165D-8906-42B2-F5DB-DD12C92C20D0}"/>
              </a:ext>
            </a:extLst>
          </p:cNvPr>
          <p:cNvSpPr/>
          <p:nvPr/>
        </p:nvSpPr>
        <p:spPr>
          <a:xfrm>
            <a:off x="4193440" y="34803"/>
            <a:ext cx="2464536" cy="592975"/>
          </a:xfrm>
          <a:prstGeom prst="wedgeRoundRectCallout">
            <a:avLst>
              <a:gd name="adj1" fmla="val -49539"/>
              <a:gd name="adj2" fmla="val 16717"/>
              <a:gd name="adj3" fmla="val 16667"/>
            </a:avLst>
          </a:prstGeom>
          <a:noFill/>
          <a:ln w="6350" cap="flat" cmpd="sng" algn="ctr">
            <a:solidFill>
              <a:srgbClr val="CC3300"/>
            </a:solidFill>
            <a:prstDash val="solid"/>
          </a:ln>
          <a:effectLst>
            <a:glow rad="63500">
              <a:srgbClr val="76A844">
                <a:satMod val="175000"/>
                <a:alpha val="40000"/>
              </a:srgbClr>
            </a:glow>
          </a:effectLst>
        </p:spPr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solidFill>
                    <a:srgbClr val="FFC000"/>
                  </a:solidFill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微软雅黑"/>
                <a:cs typeface="+mn-cs"/>
              </a:rPr>
              <a:t>统计问题</a:t>
            </a:r>
          </a:p>
        </p:txBody>
      </p:sp>
    </p:spTree>
    <p:extLst>
      <p:ext uri="{BB962C8B-B14F-4D97-AF65-F5344CB8AC3E}">
        <p14:creationId xmlns:p14="http://schemas.microsoft.com/office/powerpoint/2010/main" val="239480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4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E9B708D-9BBB-477E-B58D-ED8DB0B0F82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BC7CD6D-526F-4586-811C-C61FB83FF624}"/>
              </a:ext>
            </a:extLst>
          </p:cNvPr>
          <p:cNvSpPr txBox="1">
            <a:spLocks/>
          </p:cNvSpPr>
          <p:nvPr/>
        </p:nvSpPr>
        <p:spPr>
          <a:xfrm>
            <a:off x="0" y="8074"/>
            <a:ext cx="8839200" cy="684000"/>
          </a:xfrm>
          <a:prstGeom prst="rect">
            <a:avLst/>
          </a:prstGeom>
        </p:spPr>
        <p:txBody>
          <a:bodyPr anchor="ctr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cap="none" spc="0" baseline="0">
                <a:ln/>
                <a:solidFill>
                  <a:srgbClr val="C00000"/>
                </a:solidFill>
                <a:effectLst/>
                <a:latin typeface="Arial" pitchFamily="34" charset="0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SzPct val="100000"/>
              <a:buFontTx/>
              <a:buNone/>
              <a:tabLst/>
              <a:defRPr/>
            </a:pPr>
            <a:r>
              <a:rPr kumimoji="1" lang="zh-CN" altLang="en-US">
                <a:latin typeface="华文隶书" panose="02010800040101010101" pitchFamily="2" charset="-122"/>
                <a:ea typeface="华文隶书" panose="02010800040101010101" pitchFamily="2" charset="-122"/>
              </a:rPr>
              <a:t>单</a:t>
            </a: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C00000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链表综合应用实例</a:t>
            </a:r>
            <a:endParaRPr kumimoji="1" lang="zh-CN" altLang="en-US" sz="3200" b="1" i="0" u="none" strike="noStrike" kern="1200" cap="none" spc="0" normalizeH="0" baseline="0" noProof="0" dirty="0">
              <a:ln/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CCD945D-D6DD-4C01-9195-70D7E0232C3F}"/>
              </a:ext>
            </a:extLst>
          </p:cNvPr>
          <p:cNvSpPr txBox="1"/>
          <p:nvPr/>
        </p:nvSpPr>
        <p:spPr>
          <a:xfrm>
            <a:off x="10517971" y="857748"/>
            <a:ext cx="1397072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/>
                <a:solidFill>
                  <a:srgbClr val="0000DA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400" b="1" i="0" u="none" strike="noStrike" kern="1200" cap="none" spc="0" normalizeH="0" baseline="0" noProof="0">
                <a:ln/>
                <a:solidFill>
                  <a:srgbClr val="0000DA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8-19</a:t>
            </a:r>
            <a:endParaRPr kumimoji="1" lang="zh-CN" altLang="en-US" sz="2400" b="1" i="0" u="none" strike="noStrike" kern="1200" cap="none" spc="0" normalizeH="0" baseline="0" noProof="0">
              <a:ln/>
              <a:solidFill>
                <a:srgbClr val="0000DA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7845D7-60BD-4459-BB2A-5EEC82B61EF2}"/>
              </a:ext>
            </a:extLst>
          </p:cNvPr>
          <p:cNvSpPr txBox="1"/>
          <p:nvPr/>
        </p:nvSpPr>
        <p:spPr>
          <a:xfrm>
            <a:off x="101111" y="756112"/>
            <a:ext cx="92099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200" b="1" kern="100">
                <a:solidFill>
                  <a:srgbClr val="0000FF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200" b="1" kern="100">
                <a:solidFill>
                  <a:srgbClr val="0000FF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8-19 </a:t>
            </a:r>
            <a:r>
              <a:rPr lang="zh-CN" altLang="zh-CN" sz="2200" b="1" kern="100">
                <a:effectLst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编写程序实现一个简易学生成绩管理系统。</a:t>
            </a:r>
            <a:endParaRPr lang="zh-CN" altLang="en-US" sz="2200" b="1">
              <a:ea typeface="微软雅黑" panose="020B0503020204020204" pitchFamily="34" charset="-122"/>
            </a:endParaRPr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83497B9A-D465-4DA5-9E38-421C5C147F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6104070"/>
              </p:ext>
            </p:extLst>
          </p:nvPr>
        </p:nvGraphicFramePr>
        <p:xfrm>
          <a:off x="1107831" y="1319413"/>
          <a:ext cx="9601200" cy="48872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0200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8" grpId="0"/>
      <p:bldGraphic spid="3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AC3D7F3-A058-480F-993E-98C196AA38D5}"/>
              </a:ext>
            </a:extLst>
          </p:cNvPr>
          <p:cNvSpPr/>
          <p:nvPr/>
        </p:nvSpPr>
        <p:spPr>
          <a:xfrm>
            <a:off x="0" y="897856"/>
            <a:ext cx="11982994" cy="565184"/>
          </a:xfrm>
          <a:prstGeom prst="rect">
            <a:avLst/>
          </a:prstGeom>
          <a:noFill/>
          <a:ln w="25400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marL="357188" indent="-357188" algn="just">
              <a:lnSpc>
                <a:spcPct val="150000"/>
              </a:lnSpc>
              <a:buClr>
                <a:srgbClr val="0000FF"/>
              </a:buClr>
              <a:buFont typeface="+mj-ea"/>
              <a:buAutoNum type="circleNumDbPlain" startAt="2"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头插法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创建单链表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6077E2-019B-4D18-9F31-CA1A65028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497" y="1180448"/>
            <a:ext cx="8922194" cy="5132660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E2CC3087-1EF5-489F-9AF1-8724421F0E21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83FE781-CC9E-4880-98E6-0FC1DF6A559E}"/>
              </a:ext>
            </a:extLst>
          </p:cNvPr>
          <p:cNvSpPr txBox="1">
            <a:spLocks/>
          </p:cNvSpPr>
          <p:nvPr/>
        </p:nvSpPr>
        <p:spPr>
          <a:xfrm>
            <a:off x="0" y="8074"/>
            <a:ext cx="8839200" cy="684000"/>
          </a:xfrm>
          <a:prstGeom prst="rect">
            <a:avLst/>
          </a:prstGeom>
        </p:spPr>
        <p:txBody>
          <a:bodyPr anchor="ctr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cap="none" spc="0" baseline="0">
                <a:ln/>
                <a:solidFill>
                  <a:srgbClr val="C00000"/>
                </a:solidFill>
                <a:effectLst/>
                <a:latin typeface="Arial" pitchFamily="34" charset="0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SzPct val="100000"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C00000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单链表的建立</a:t>
            </a:r>
            <a:endParaRPr kumimoji="1" lang="zh-CN" altLang="en-US" sz="3200" b="1" i="0" u="none" strike="noStrike" kern="1200" cap="none" spc="0" normalizeH="0" baseline="0" noProof="0" dirty="0">
              <a:ln/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5091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AC3D7F3-A058-480F-993E-98C196AA38D5}"/>
              </a:ext>
            </a:extLst>
          </p:cNvPr>
          <p:cNvSpPr/>
          <p:nvPr/>
        </p:nvSpPr>
        <p:spPr>
          <a:xfrm>
            <a:off x="0" y="731367"/>
            <a:ext cx="12070080" cy="1549254"/>
          </a:xfrm>
          <a:prstGeom prst="rect">
            <a:avLst/>
          </a:prstGeom>
          <a:noFill/>
          <a:ln w="25400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CC00FF"/>
              </a:buClr>
              <a:buSzPct val="120000"/>
              <a:buBlip>
                <a:blip r:embed="rId3"/>
              </a:buBlip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</a:t>
            </a: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动态链表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：是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指在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程序执行过程中</a:t>
            </a:r>
            <a:r>
              <a:rPr lang="zh-CN" alt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从无到有地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建立起一个链表，即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一个一个地</a:t>
            </a: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开辟结点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各结点数据，并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建立起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前后相链的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关系。</a:t>
            </a:r>
            <a:endParaRPr lang="en-US" altLang="zh-CN" sz="2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187325" algn="just">
              <a:lnSpc>
                <a:spcPct val="150000"/>
              </a:lnSpc>
              <a:buClr>
                <a:srgbClr val="0000FF"/>
              </a:buClr>
              <a:buFont typeface="+mj-ea"/>
              <a:buAutoNum type="circleNumDbPlain"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尾插法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创建单链表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16D21E-9A4F-4444-8475-1244CC5E4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3587" y="1847990"/>
            <a:ext cx="9146493" cy="4472260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1E9B708D-9BBB-477E-B58D-ED8DB0B0F82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BC7CD6D-526F-4586-811C-C61FB83FF624}"/>
              </a:ext>
            </a:extLst>
          </p:cNvPr>
          <p:cNvSpPr txBox="1">
            <a:spLocks/>
          </p:cNvSpPr>
          <p:nvPr/>
        </p:nvSpPr>
        <p:spPr>
          <a:xfrm>
            <a:off x="0" y="8074"/>
            <a:ext cx="8839200" cy="684000"/>
          </a:xfrm>
          <a:prstGeom prst="rect">
            <a:avLst/>
          </a:prstGeom>
        </p:spPr>
        <p:txBody>
          <a:bodyPr anchor="ctr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cap="none" spc="0" baseline="0">
                <a:ln/>
                <a:solidFill>
                  <a:srgbClr val="C00000"/>
                </a:solidFill>
                <a:effectLst/>
                <a:latin typeface="Arial" pitchFamily="34" charset="0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lvl="0">
              <a:buClr>
                <a:srgbClr val="00FF00"/>
              </a:buClr>
              <a:buSzPct val="100000"/>
              <a:defRPr/>
            </a:pPr>
            <a:r>
              <a:rPr kumimoji="1" lang="zh-CN" altLang="en-US" sz="3200" b="1" i="0" u="none" strike="noStrike" kern="1200" cap="none" spc="0" normalizeH="0" baseline="0" noProof="0">
                <a:ln/>
                <a:solidFill>
                  <a:srgbClr val="C00000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j-cs"/>
              </a:rPr>
              <a:t>单链表</a:t>
            </a:r>
            <a:r>
              <a:rPr kumimoji="1" lang="zh-CN" altLang="en-US">
                <a:latin typeface="华文隶书" panose="02010800040101010101" pitchFamily="2" charset="-122"/>
                <a:ea typeface="华文隶书" panose="02010800040101010101" pitchFamily="2" charset="-122"/>
              </a:rPr>
              <a:t>的建立</a:t>
            </a:r>
            <a:endParaRPr kumimoji="1" lang="zh-CN" altLang="en-US" sz="3200" b="1" i="0" u="none" strike="noStrike" kern="1200" cap="none" spc="0" normalizeH="0" baseline="0" noProof="0" dirty="0">
              <a:ln/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41294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170115"/>
  <p:tag name="MH_LIBRARY" val="GRAPHIC"/>
  <p:tag name="MH_TYPE" val="Other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170115"/>
  <p:tag name="MH_LIBRARY" val="GRAPHIC"/>
  <p:tag name="MH_TYPE" val="Other"/>
  <p:tag name="MH_ORDER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170115"/>
  <p:tag name="MH_LIBRARY" val="GRAPHIC"/>
  <p:tag name="MH_TYPE" val="Title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170115"/>
  <p:tag name="MH_LIBRARY" val="GRAPHIC"/>
  <p:tag name="MH_TYPE" val="SubTitle"/>
  <p:tag name="MH_ORDER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170115"/>
  <p:tag name="MH_LIBRARY" val="GRAPHIC"/>
  <p:tag name="MH_TYPE" val="SubTitle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heme/theme1.xml><?xml version="1.0" encoding="utf-8"?>
<a:theme xmlns:a="http://schemas.openxmlformats.org/drawingml/2006/main" name="鼠标键盘">
  <a:themeElements>
    <a:clrScheme name="自定义 3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C3300"/>
      </a:accent1>
      <a:accent2>
        <a:srgbClr val="FFC000"/>
      </a:accent2>
      <a:accent3>
        <a:srgbClr val="C00000"/>
      </a:accent3>
      <a:accent4>
        <a:srgbClr val="C00000"/>
      </a:accent4>
      <a:accent5>
        <a:srgbClr val="0070C0"/>
      </a:accent5>
      <a:accent6>
        <a:srgbClr val="C00000"/>
      </a:accent6>
      <a:hlink>
        <a:srgbClr val="0000FF"/>
      </a:hlink>
      <a:folHlink>
        <a:srgbClr val="0000F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鼠标键盘 1">
        <a:dk1>
          <a:srgbClr val="333300"/>
        </a:dk1>
        <a:lt1>
          <a:srgbClr val="FFFFFF"/>
        </a:lt1>
        <a:dk2>
          <a:srgbClr val="FFFFE7"/>
        </a:dk2>
        <a:lt2>
          <a:srgbClr val="B2B2B2"/>
        </a:lt2>
        <a:accent1>
          <a:srgbClr val="398FBF"/>
        </a:accent1>
        <a:accent2>
          <a:srgbClr val="669900"/>
        </a:accent2>
        <a:accent3>
          <a:srgbClr val="FFFFFF"/>
        </a:accent3>
        <a:accent4>
          <a:srgbClr val="2A2A00"/>
        </a:accent4>
        <a:accent5>
          <a:srgbClr val="AEC6DC"/>
        </a:accent5>
        <a:accent6>
          <a:srgbClr val="5C8A00"/>
        </a:accent6>
        <a:hlink>
          <a:srgbClr val="E4CC64"/>
        </a:hlink>
        <a:folHlink>
          <a:srgbClr val="806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鼠标键盘 2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76A844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BDD1B0"/>
        </a:accent5>
        <a:accent6>
          <a:srgbClr val="2D5C8A"/>
        </a:accent6>
        <a:hlink>
          <a:srgbClr val="BAC73B"/>
        </a:hlink>
        <a:folHlink>
          <a:srgbClr val="D562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鼠标键盘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954E1D"/>
        </a:accent1>
        <a:accent2>
          <a:srgbClr val="CD6313"/>
        </a:accent2>
        <a:accent3>
          <a:srgbClr val="FFFFFF"/>
        </a:accent3>
        <a:accent4>
          <a:srgbClr val="404040"/>
        </a:accent4>
        <a:accent5>
          <a:srgbClr val="C8B2AB"/>
        </a:accent5>
        <a:accent6>
          <a:srgbClr val="BA5910"/>
        </a:accent6>
        <a:hlink>
          <a:srgbClr val="D79757"/>
        </a:hlink>
        <a:folHlink>
          <a:srgbClr val="46732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7408</TotalTime>
  <Words>4193</Words>
  <Application>Microsoft Office PowerPoint</Application>
  <PresentationFormat>宽屏</PresentationFormat>
  <Paragraphs>616</Paragraphs>
  <Slides>23</Slides>
  <Notes>22</Notes>
  <HiddenSlides>8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黑体</vt:lpstr>
      <vt:lpstr>华文隶书</vt:lpstr>
      <vt:lpstr>SimSun</vt:lpstr>
      <vt:lpstr>微软雅黑</vt:lpstr>
      <vt:lpstr>Arial</vt:lpstr>
      <vt:lpstr>Comic Sans MS</vt:lpstr>
      <vt:lpstr>Consolas</vt:lpstr>
      <vt:lpstr>Tahoma</vt:lpstr>
      <vt:lpstr>Webdings</vt:lpstr>
      <vt:lpstr>Wingdings</vt:lpstr>
      <vt:lpstr>鼠标键盘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建立简单的动态链表</vt:lpstr>
      <vt:lpstr>建立简单的动态链表</vt:lpstr>
      <vt:lpstr>PowerPoint 演示文稿</vt:lpstr>
      <vt:lpstr>建立简单的动态链表</vt:lpstr>
      <vt:lpstr>PowerPoint 演示文稿</vt:lpstr>
      <vt:lpstr>建立简单的动态链表</vt:lpstr>
      <vt:lpstr>PowerPoint 演示文稿</vt:lpstr>
      <vt:lpstr>PowerPoint 演示文稿</vt:lpstr>
      <vt:lpstr>建立简单的动态链表</vt:lpstr>
      <vt:lpstr>PowerPoint 演示文稿</vt:lpstr>
      <vt:lpstr>建立简单的动态链表</vt:lpstr>
      <vt:lpstr>PowerPoint 演示文稿</vt:lpstr>
      <vt:lpstr>建立简单的动态链表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C程序设计</dc:title>
  <dc:creator>gshglh</dc:creator>
  <cp:lastModifiedBy>gshg liao</cp:lastModifiedBy>
  <cp:revision>559</cp:revision>
  <dcterms:created xsi:type="dcterms:W3CDTF">2017-08-03T06:51:45Z</dcterms:created>
  <dcterms:modified xsi:type="dcterms:W3CDTF">2026-01-09T14:49:53Z</dcterms:modified>
</cp:coreProperties>
</file>