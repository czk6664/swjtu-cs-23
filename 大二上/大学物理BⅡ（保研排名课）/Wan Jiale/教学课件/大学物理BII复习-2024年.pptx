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92" r:id="rId4"/>
    <p:sldId id="288" r:id="rId5"/>
    <p:sldId id="289" r:id="rId6"/>
    <p:sldId id="290" r:id="rId7"/>
    <p:sldId id="291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75" r:id="rId37"/>
    <p:sldId id="269" r:id="rId38"/>
    <p:sldId id="270" r:id="rId39"/>
    <p:sldId id="271" r:id="rId40"/>
    <p:sldId id="272" r:id="rId41"/>
    <p:sldId id="273" r:id="rId42"/>
    <p:sldId id="274" r:id="rId43"/>
    <p:sldId id="276" r:id="rId44"/>
    <p:sldId id="277" r:id="rId45"/>
    <p:sldId id="278" r:id="rId46"/>
    <p:sldId id="279" r:id="rId47"/>
    <p:sldId id="280" r:id="rId48"/>
    <p:sldId id="281" r:id="rId49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19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12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1" Type="http://schemas.openxmlformats.org/officeDocument/2006/relationships/image" Target="../media/image8.wmf"/><Relationship Id="rId10" Type="http://schemas.openxmlformats.org/officeDocument/2006/relationships/image" Target="../media/image7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36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25.wmf"/><Relationship Id="rId11" Type="http://schemas.openxmlformats.org/officeDocument/2006/relationships/image" Target="../media/image8.wmf"/><Relationship Id="rId10" Type="http://schemas.openxmlformats.org/officeDocument/2006/relationships/image" Target="../media/image7.wmf"/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0" Type="http://schemas.openxmlformats.org/officeDocument/2006/relationships/image" Target="../media/image54.wmf"/><Relationship Id="rId1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image" Target="../media/image67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3" Type="http://schemas.openxmlformats.org/officeDocument/2006/relationships/image" Target="../media/image82.wmf"/><Relationship Id="rId22" Type="http://schemas.openxmlformats.org/officeDocument/2006/relationships/image" Target="../media/image81.wmf"/><Relationship Id="rId21" Type="http://schemas.openxmlformats.org/officeDocument/2006/relationships/image" Target="../media/image80.wmf"/><Relationship Id="rId20" Type="http://schemas.openxmlformats.org/officeDocument/2006/relationships/image" Target="../media/image79.wmf"/><Relationship Id="rId2" Type="http://schemas.openxmlformats.org/officeDocument/2006/relationships/image" Target="../media/image70.wmf"/><Relationship Id="rId19" Type="http://schemas.openxmlformats.org/officeDocument/2006/relationships/image" Target="../media/image78.wmf"/><Relationship Id="rId18" Type="http://schemas.openxmlformats.org/officeDocument/2006/relationships/image" Target="../media/image77.wmf"/><Relationship Id="rId17" Type="http://schemas.openxmlformats.org/officeDocument/2006/relationships/image" Target="../media/image68.wmf"/><Relationship Id="rId16" Type="http://schemas.openxmlformats.org/officeDocument/2006/relationships/image" Target="../media/image67.wmf"/><Relationship Id="rId15" Type="http://schemas.openxmlformats.org/officeDocument/2006/relationships/image" Target="../media/image66.wmf"/><Relationship Id="rId14" Type="http://schemas.openxmlformats.org/officeDocument/2006/relationships/image" Target="../media/image65.wmf"/><Relationship Id="rId13" Type="http://schemas.openxmlformats.org/officeDocument/2006/relationships/image" Target="../media/image64.wmf"/><Relationship Id="rId12" Type="http://schemas.openxmlformats.org/officeDocument/2006/relationships/image" Target="../media/image63.wmf"/><Relationship Id="rId11" Type="http://schemas.openxmlformats.org/officeDocument/2006/relationships/image" Target="../media/image62.wmf"/><Relationship Id="rId10" Type="http://schemas.openxmlformats.org/officeDocument/2006/relationships/image" Target="../media/image61.wmf"/><Relationship Id="rId1" Type="http://schemas.openxmlformats.org/officeDocument/2006/relationships/image" Target="../media/image69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image" Target="../media/image67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0" Type="http://schemas.openxmlformats.org/officeDocument/2006/relationships/image" Target="../media/image93.wmf"/><Relationship Id="rId2" Type="http://schemas.openxmlformats.org/officeDocument/2006/relationships/image" Target="../media/image61.wmf"/><Relationship Id="rId19" Type="http://schemas.openxmlformats.org/officeDocument/2006/relationships/image" Target="../media/image92.wmf"/><Relationship Id="rId18" Type="http://schemas.openxmlformats.org/officeDocument/2006/relationships/image" Target="../media/image91.wmf"/><Relationship Id="rId17" Type="http://schemas.openxmlformats.org/officeDocument/2006/relationships/image" Target="../media/image90.wmf"/><Relationship Id="rId16" Type="http://schemas.openxmlformats.org/officeDocument/2006/relationships/image" Target="../media/image89.wmf"/><Relationship Id="rId15" Type="http://schemas.openxmlformats.org/officeDocument/2006/relationships/image" Target="../media/image88.wmf"/><Relationship Id="rId14" Type="http://schemas.openxmlformats.org/officeDocument/2006/relationships/image" Target="../media/image87.wmf"/><Relationship Id="rId13" Type="http://schemas.openxmlformats.org/officeDocument/2006/relationships/image" Target="../media/image86.wmf"/><Relationship Id="rId12" Type="http://schemas.openxmlformats.org/officeDocument/2006/relationships/image" Target="../media/image85.wmf"/><Relationship Id="rId11" Type="http://schemas.openxmlformats.org/officeDocument/2006/relationships/image" Target="../media/image84.wmf"/><Relationship Id="rId10" Type="http://schemas.openxmlformats.org/officeDocument/2006/relationships/image" Target="../media/image83.wmf"/><Relationship Id="rId1" Type="http://schemas.openxmlformats.org/officeDocument/2006/relationships/image" Target="../media/image60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75.wmf"/><Relationship Id="rId15" Type="http://schemas.openxmlformats.org/officeDocument/2006/relationships/image" Target="../media/image68.wmf"/><Relationship Id="rId14" Type="http://schemas.openxmlformats.org/officeDocument/2006/relationships/image" Target="../media/image67.wmf"/><Relationship Id="rId13" Type="http://schemas.openxmlformats.org/officeDocument/2006/relationships/image" Target="../media/image66.wmf"/><Relationship Id="rId12" Type="http://schemas.openxmlformats.org/officeDocument/2006/relationships/image" Target="../media/image65.wmf"/><Relationship Id="rId11" Type="http://schemas.openxmlformats.org/officeDocument/2006/relationships/image" Target="../media/image64.wmf"/><Relationship Id="rId10" Type="http://schemas.openxmlformats.org/officeDocument/2006/relationships/image" Target="../media/image63.wmf"/><Relationship Id="rId1" Type="http://schemas.openxmlformats.org/officeDocument/2006/relationships/image" Target="../media/image94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1:51:35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1047.000 655.000 0,'0.000'0.000'0,"0.000"0.000"16,0.000 0.000-16,0.000 0.000 15,0.000 0.000-15,0.000 0.000 16,0.000 29.000-1,-4.000 19.000 1,-6.000 15.000-16,-6.000 16.000 16,-6.000 12.000-1,-1.000 1.000-15,0.000-11.000 16,4.000-9.000 0,2.000-11.000-16,3.000-12.000 15,6.000-10.000 1,3.000-10.000-16,3.000-12.000 15,0.000-7.000-15</inkml:trace>
  <inkml:trace contextRef="#ctx0" brushRef="#br0">1190.000 1321.000 0,'0.000'0.000'0,"0.000"0.000"16,0.000 0.000-16,0.000 0.000 16</inkml:trace>
  <inkml:trace contextRef="#ctx0" brushRef="#br0">2090.000 502.000 0,'0.000'0.000'15,"0.000"0.000"1,0.000 0.000-16,-7.000 38.000 15,-8.000 25.000-15,-10.000 13.000 16,-5.000 4.000 0,0.000 1.000-16,6.000-12.000 15,4.000-15.000 1,5.000-19.000-16,8.000-13.000 16,5.000-30.000-16,2.000-9.000 15</inkml:trace>
  <inkml:trace contextRef="#ctx0" brushRef="#br0">2208.000 631.000 0,'0.000'0.000'16,"0.000"0.000"-16,0.000 0.000 15,0.000 0.000 1,-27.000 33.000-16,-17.000 21.000 15,-1.000 1.000 1,8.000-8.000-16,13.000-10.000 16,13.000-13.000-1,16.000-13.000 1,14.000-7.000-16,9.000-11.000 16,9.000-5.000-16,5.000-8.000 15,-3.000 0.000 1,-4.000 0.000-16,-9.000 1.000 15,-6.000 5.000 1,-7.000 2.000-16,-11.000 3.000 16,-11.000-1.000-16,-3.000 1.000 15,-4.000 2.000 1,3.000 3.000-16,13.000 4.000 16,0.000 0.000-1,1.000 3.000-15,9.000 3.000 16,4.000 3.000-1,3.000-3.000-15,-3.000 0.000 16,-5.000 4.000 0,-2.000-2.000-16,-1.000 1.000 15,-3.000 2.000 1,-4.000 6.000-16,-5.000 2.000 16,-3.000 1.000-16,-4.000-3.000 15,0.000-8.000 1,-1.000-5.000-16</inkml:trace>
  <inkml:trace contextRef="#ctx0" brushRef="#br0">2476.000 553.000 0,'0.000'0.000'0,"0.000"0.000"15,-5.000 32.000-15,-10.000 19.000 16,-7.000 8.000 0,-4.000 1.000-16,-2.000-7.000 15,2.000-10.000 1,6.000-11.000-16,6.000-12.000 16,8.000-7.000-1,6.000-13.000-15,0.000 0.000 16,0.000 0.000-1,4.000-3.000-15,6.000-9.000 16,5.000-13.000 0,3.000-9.000-16,0.000-7.000 15,-2.000 7.000 1</inkml:trace>
  <inkml:trace contextRef="#ctx0" brushRef="#br0">2628.000 588.000 0,'0.000'0.000'0,"0.000"0.000"16,-9.000 17.000 0,-10.000 13.000-16,-10.000 6.000 15,-6.000 2.000 1,-2.000-3.000-1,7.000-5.000-15,8.000-6.000 16,10.000-5.000-16,11.000-4.000 16,10.000-8.000-1,15.000-7.000-15,17.000-6.000 16,5.000-7.000 0,7.000-6.000-16,-4.000 1.000 15,-4.000 1.000 1,-8.000 4.000-16,-11.000 5.000 15,-11.000 3.000 1,-15.000 5.000-16,2.000 5.000 16,-10.000 7.000-16,-3.000 3.000 15,-3.000-2.000 1,2.000-1.000-16,3.000-4.000 16,9.000-8.000-1,-10.000-7.000-15,2.000-5.000 16</inkml:trace>
  <inkml:trace contextRef="#ctx0" brushRef="#br0">2208.000 997.000 0,'0.000'0.000'16,"0.000"0.000"-16,10.000 13.000 16,1.000 9.000-16,-9.000-10.000 15,-6.000-5.000 1</inkml:trace>
  <inkml:trace contextRef="#ctx0" brushRef="#br0">2057.000 1278.000 0,'3.000'29.000'15,"3.000"11.000"-15,-4.000 1.000 16,2.000-7.000 0,-4.000-9.000-16,0.000-7.000 15,0.000-18.000 1,9.000-5.000-16,2.000-27.000 15,-2.000-4.000 1</inkml:trace>
  <inkml:trace contextRef="#ctx0" brushRef="#br0">2410.000 1032.000 0,'55.000'-27.000'0,"16.000"-5.000"15,-7.000 8.000 1,-14.000 12.000-16,-13.000 10.000 16,-11.000 11.000-16,-8.000 9.000 15,-9.000 7.000 1,-1.000 12.000-16,-2.000 9.000 16,0.000 11.000-1,-6.000 11.000 1,-7.000 9.000-16,-2.000 1.000 15,-3.000-3.000 1,0.000-11.000-16,-1.000-11.000 16,3.000-15.000-1,2.000-16.000-15,2.000-9.000 16,-2.000-10.000-16,-4.000-11.000 16,-7.000-18.000-1,-8.000-25.000-15,-7.000-18.000 16,4.000 7.000-1</inkml:trace>
  <inkml:trace contextRef="#ctx0" brushRef="#br0">2334.000 1235.000 0,'1.000'42.000'16,"2.000"11.000"-16,-1.000-1.000 15,-2.000-12.000 1,-1.000-13.000-16,-4.000-18.000 16,1.000-20.000-1,0.000-18.000 1,4.000-18.000-16,8.000-4.000 16,7.000 9.000-16,1.000 6.000 15,1.000 11.000 1,5.000 5.000-16,0.000 12.000 15,2.000 6.000 1,-3.000 6.000-16,1.000 14.000 16,-2.000 10.000-1,-5.000 11.000-15,-6.000 1.000 16,-8.000-2.000-16,-5.000-1.000 16,-4.000-8.000-1,-4.000-8.000-15,-4.000-9.000 16,-5.000-6.000-1,-1.000-10.000-15,3.000-12.000 16,7.000-6.000 0,9.000-1.000-16,14.000 0.000 15,12.000 3.000 1,11.000 3.000-16,5.000 0.000 16,2.000 1.000-1,-3.000 2.000-15,-8.000 5.000 16,-8.000 1.000-1,-8.000 2.000-15,-14.000 6.000 16,5.000-7.000-16,-6.000-3.000 16,-8.000-6.000-1,-7.000-19.000-15,1.000 2.000 16</inkml:trace>
  <inkml:trace contextRef="#ctx0" brushRef="#br0">2973.000 631.000 0,'0.000'0.000'16,"15.000"20.000"-16,1.000 20.000 0,-10.000 8.000 15,-4.000-11.000 1,-3.000-12.000-16</inkml:trace>
  <inkml:trace contextRef="#ctx0" brushRef="#br0">2989.000 1168.000 0,'6.000'45.000'16,"0.000"22.000"-16,-3.000 1.000 15,-8.000-2.000 1,-3.000-11.000-16,3.000-17.000 15,1.000-15.000 1,0.000-20.000-16,3.000-29.000 16,2.000-26.000-1,1.000 1.000-15</inkml:trace>
  <inkml:trace contextRef="#ctx0" brushRef="#br0">3285.000 690.000 0,'0.000'0.000'15,"-2.000"30.000"1,-3.000 23.000-16,-6.000 12.000 16,-1.000 0.000-1,2.000-9.000-15,2.000-13.000 16,5.000-15.000-1,4.000-12.000-15,7.000-9.000 16,8.000-18.000 0,11.000-16.000-16,5.000-16.000 15,-1.000-5.000 1,-3.000 1.000-16,-12.000 7.000 16,-5.000 11.000-1,-8.000 11.000-15,-3.000 5.000 16,0.000 13.000-16,-5.000 2.000 15,-6.000 13.000 1,-5.000 14.000-16,0.000 6.000 16,3.000 2.000-16,2.000-5.000 15,7.000-10.000 1,12.000-11.000-16,8.000-13.000 16,13.000-15.000-1,11.000-15.000-15,3.000-12.000 16,-1.000-7.000-1,-1.000 0.000-15,-2.000 4.000 16,-10.000 14.000 0,-11.000 10.000-16,-9.000 12.000 15,-9.000 11.000 1,3.000 4.000-16,-6.000 13.000 16,-2.000 10.000-16,1.000 11.000 15,4.000 3.000 1,5.000 0.000-16,10.000-7.000 15,4.000-8.000 1,5.000-14.000-16,7.000-11.000 16,3.000-8.000-1,3.000-12.000-15,1.000-10.000 16,-10.000-11.000 0,-8.000 3.000-16,-9.000 5.000 15,-14.000 9.000-15,-13.000 19.000 16,-11.000 12.000-1,-8.000 13.000-15,-8.000 13.000 16,-2.000 6.000 0,-1.000 9.000-16,3.000-2.000 15,7.000-11.000 1,9.000-15.000-16</inkml:trace>
  <inkml:trace contextRef="#ctx0" brushRef="#br0">3503.000 1099.000 0,'-13.000'16.000'0,"-8.000"9.000"15,-12.000 8.000 1,-10.000 1.000-16,-1.000-1.000 16,-1.000-5.000-1,4.000-15.000-15,13.000-11.000 16,17.000-2.000-16,15.000 12.000 15,13.000 8.000 1,3.000 2.000-16,4.000-2.000 16,1.000 0.000-1,3.000 0.000-15,-3.000 4.000 16,-1.000 0.000 0,-4.000-1.000-16,-7.000-1.000 15,-4.000-4.000-15,-2.000-5.000 16,-7.000-13.000-1,4.000 0.000-15,3.000-14.000 16,5.000-11.000 0,2.000-12.000-16,8.000-3.000 15,4.000 2.000 1,7.000 3.000-16,1.000 8.000 16,-2.000 8.000-1,0.000 10.000-15,-4.000 5.000 16,1.000 11.000-16,-6.000 12.000 15,-3.000 15.000 1,-13.000 9.000-16,-8.000 4.000 16,-7.000-1.000-1,-6.000-8.000-15,0.000-11.000 16,-2.000-8.000 0,-1.000-9.000-16,-3.000-11.000 15,1.000-16.000 1,1.000-8.000-16,6.000-5.000 15,9.000 0.000 1,10.000 1.000-16,13.000 2.000 16,11.000 3.000-1,11.000 1.000 1,4.000-3.000-16,0.000-9.000 0,-12.000 4.000 16</inkml:trace>
  <inkml:trace contextRef="#ctx0" brushRef="#br0">4217.000 1091.000 0,'78.000'-26.000'0,"27.000"-7.000"16,-12.000-3.000-1,-21.000 8.000-15,-20.000 5.000 16,-21.000 4.000 0,-19.000-2.000-16,-15.000 1.000 15,-13.000 4.000-15,-10.000 0.000 16,-2.000 3.000 0,-3.000 4.000-16,5.000-1.000 15,2.000 2.000 1,9.000 7.000-16,-2.000 9.000 15,6.000 10.000 1,6.000 14.000-16,5.000 12.000 16,3.000 18.000-1,0.000 10.000 1,-2.000 11.000-16,-7.000 1.000 16,-1.000-3.000-16,-5.000-10.000 15,5.000-13.000 1,0.000-14.000-16,2.000-17.000 15,0.000-8.000-15,5.000-19.000 16,-6.000 0.000 0,-2.000-12.000-16,-1.000-16.000 15,-1.000-10.000 1,3.000-2.000-16,4.000 8.000 16,4.000 4.000-16,8.000 6.000 15,9.000 3.000 1,6.000 5.000-16,6.000 0.000 15,2.000-3.000 1,0.000-12.000-16,-9.000-1.000 16</inkml:trace>
  <inkml:trace contextRef="#ctx0" brushRef="#br0">4813.000 647.000 0,'40.000'-20.000'16,"15.000"-10.000"-16,3.000 7.000 15,-9.000 7.000 1,-9.000 5.000-16,-6.000 8.000 15,-10.000 6.000 1,-4.000 9.000 0,-8.000 14.000-16,-7.000 12.000 15,-8.000 13.000-15,-10.000 14.000 16,-11.000 16.000 0,-8.000 12.000-16,-3.000 10.000 15,0.000 7.000 1,-3.000 5.000-16,2.000-1.000 15,2.000-4.000 1,0.000-6.000-16,5.000-21.000 16,2.000-20.000-1,9.000-25.000 1,6.000-18.000-16,4.000-29.000 16,6.000-29.000-16,2.000-32.000 15,5.000-22.000 1,7.000-7.000-1,-2.000 17.000-15</inkml:trace>
  <inkml:trace contextRef="#ctx0" brushRef="#br0">5049.000 1005.000 0,'61.000'-29.000'0,"20.000"-8.000"16,-9.000 10.000-16,-17.000 13.000 15,-20.000 15.000 1,-19.000 13.000-16,-19.000 11.000 16,-15.000 6.000-1,-14.000 8.000-15,-9.000 6.000 16,-4.000 0.000 0,-3.000 3.000-16,4.000-2.000 15,6.000-7.000 1,9.000-10.000-16,11.000-9.000 15,12.000-9.000 1,14.000-10.000-16,12.000-9.000 16,6.000-7.000-1,0.000 1.000-15,-6.000 3.000 16,-7.000 8.000 0,-7.000 13.000-16,-12.000 15.000 15,-11.000 9.000 1,-11.000 13.000-16,-1.000 3.000 15,2.000-4.000 1,6.000-9.000-16,8.000-12.000 16,5.000-10.000-1,10.000-15.000-15,9.000-13.000 16,9.000-15.000 0,7.000-8.000-16,2.000-1.000 15,0.000 4.000 1,-6.000 8.000-16,-2.000 11.000 15,0.000 12.000 1,1.000 12.000-16,-3.000 10.000 16,5.000 4.000-1,0.000 3.000-15,3.000 2.000 16,1.000-7.000-16,-4.000-5.000 16,4.000-6.000-1,-2.000-9.000-15,0.000-9.000 16,-5.000-5.000-1,-6.000-8.000-15,-8.000-3.000 16,-11.000-2.000 0,-6.000 2.000-16,-9.000 3.000 15,1.000 6.000 1,-4.000 5.000-16,4.000 3.000 16,1.000 3.000-16,2.000 0.000 15,4.000-1.000 1,5.000-11.000-1,10.000-19.000-15,4.000 1.000 16</inkml:trace>
  <inkml:trace contextRef="#ctx0" brushRef="#br0">5714.000 827.000 0,'29.000'-7.000'0,"18.000"-1.000"16,0.000 4.000-16,-4.000 8.000 15,-8.000 5.000 1,-9.000 4.000-16,-13.000 1.000 16,-11.000 2.000-16,-9.000 3.000 15,-7.000 1.000 1,-12.000 11.000-16,-7.000-2.000 15,-8.000 5.000 1,5.000-1.000-16,5.000-4.000 16,8.000 0.000-1,9.000-5.000-15,8.000-5.000 16,11.000-4.000 0,14.000-7.000-1,8.000-8.000-15,1.000-2.000 0,0.000-1.000 16,-7.000 0.000-1,-10.000 3.000 1,-5.000 8.000-16,-14.000 10.000 16,-10.000 7.000-16,-11.000 10.000 15,-6.000 2.000 1,2.000-3.000-16,7.000-3.000 16,9.000-6.000-1,14.000-7.000-15,19.000-15.000 16,17.000-13.000-1,9.000-8.000-15,7.000-2.000 16,-1.000 3.000 0,-11.000 4.000-16,-9.000 6.000 15,-12.000 7.000 1,-10.000 10.000-16,-12.000 12.000 16,-10.000 7.000-16,-5.000 4.000 15,-3.000-2.000 1,1.000-4.000-16,7.000-9.000 15,16.000-18.000 1,-2.000-13.000-16,17.000-20.000 16,3.000-2.000-1</inkml:trace>
  <inkml:trace contextRef="#ctx0" brushRef="#br0">6100.000 1065.000 0,'41.000'-7.000'16,"18.000"-1.000"-16,6.000 2.000 15,-3.000 2.000 1,-2.000 3.000-16,-6.000 4.000 16,-3.000 3.000-1,-8.000 3.000-15,-6.000 4.000 16,-10.000 6.000-16,-8.000 5.000 15,-14.000 7.000 1,-14.000 9.000-16,-14.000 7.000 16,-16.000 6.000-1,-9.000 1.000-15,-3.000-4.000 16,2.000-5.000 0,8.000-13.000-16,12.000-12.000 15,7.000-11.000 1,5.000-17.000-16,7.000-14.000 15,9.000-24.000 1,9.000-27.000 0,6.000-19.000-16,-2.000 16.000 15</inkml:trace>
  <inkml:trace contextRef="#ctx0" brushRef="#br0">6571.000 835.000 0,'0.000'0.000'0,"-25.000"44.000"16,-17.000 31.000-1,-14.000 10.000-15,-7.000-4.000 16,-4.000 0.000 0,4.000-9.000-16,8.000-15.000 15,15.000-20.000 1</inkml:trace>
  <inkml:trace contextRef="#ctx0" brushRef="#br0">6722.000 1389.000 0,'0.000'0.000'15,"0.000"0.000"-15</inkml:trace>
  <inkml:trace contextRef="#ctx0" brushRef="#br0">2013.000 2363.000 0,'0.000'0.000'0,"0.000"0.000"15,-8.000 22.000 1,-9.000 15.000-16,-12.000 8.000 16,-8.000 5.000-1,-4.000 3.000 1,3.000-2.000-16,6.000-1.000 15,8.000-7.000-15,13.000-4.000 16,9.000-7.000 0,9.000-8.000-16,11.000-9.000 15,6.000-11.000 1,5.000-5.000-16,2.000-6.000 16,1.000-6.000-1,-4.000-8.000-15,-3.000-6.000 16,-8.000 3.000-1</inkml:trace>
  <inkml:trace contextRef="#ctx0" brushRef="#br0">2131.000 2559.000 0,'6.000'19.000'15,"2.000"13.000"1,-4.000 4.000-16,-2.000 3.000 16,-4.000-4.000-1,-4.000-7.000-15,0.000-16.000 16,2.000-6.000 0</inkml:trace>
  <inkml:trace contextRef="#ctx0" brushRef="#br0">2198.000 2439.000 0,'29.000'4.000'0,"13.000"5.000"16,3.000 6.000-16,-8.000 0.000 15,-6.000 4.000 1,-7.000-1.000-16,-6.000 7.000 16,-10.000 5.000-1,-8.000 4.000-15,-13.000 2.000 16,-9.000 4.000 0,-4.000-1.000-16,-2.000 0.000 15,-3.000-18.000 1,5.000-6.000-16</inkml:trace>
  <inkml:trace contextRef="#ctx0" brushRef="#br0">2661.000 2781.000 0,'0.000'0.000'0,"0.000"0.000"15,-4.000-11.000-15</inkml:trace>
  <inkml:trace contextRef="#ctx0" brushRef="#br0">2864.000 2559.000 0,'32.000'-13.000'0,"21.000"-7.000"16,7.000-4.000-1,-1.000-1.000 1,-2.000-4.000-16,-4.000 1.000 15,-5.000-1.000-15,-11.000 0.000 16,-9.000 2.000 0,-10.000 2.000-1,-7.000 0.000-15,-11.000-3.000 16,-10.000-1.000-16,-4.000 4.000 16,-1.000-2.000-1,-5.000 5.000-15,0.000 5.000 16,3.000 5.000-1,4.000 4.000-15,13.000 8.000 16,-7.000 4.000 0,5.000 13.000-16,4.000 15.000 15,-2.000 15.000 1,-4.000 11.000-16,0.000 11.000 16,-2.000 6.000-16,2.000 4.000 15,0.000-2.000 1,2.000-4.000-16,0.000-11.000 15,4.000-9.000 1,0.000-13.000-16,2.000-13.000 16,-1.000-9.000-1,-3.000-18.000-15,2.000-5.000 16,0.000-25.000-16,1.000-1.000 16</inkml:trace>
  <inkml:trace contextRef="#ctx0" brushRef="#br0">3191.000 2601.000 0,'-16.000'25.000'0,"-13.000"13.000"16,-2.000 7.000-16,0.000-3.000 15,1.000-6.000 1,5.000-14.000-16,6.000-11.000 15,8.000-4.000 1</inkml:trace>
  <inkml:trace contextRef="#ctx0" brushRef="#br0">3266.000 2610.000 0,'0.000'0.000'0,"20.000"13.000"15,7.000 9.000-15,-1.000 3.000 16,-8.000-1.000 0,-5.000-5.000-1,-13.000-19.000-15,11.000-4.000 16,-6.000-23.000-16,-1.000 0.000 16</inkml:trace>
  <inkml:trace contextRef="#ctx0" brushRef="#br0">3410.000 2345.000 0,'26.000'-17.000'16,"13.000"-6.000"-16,2.000 0.000 15,3.000 6.000 1,-3.000 4.000-16,-4.000 2.000 15,-5.000 5.000 1,-7.000 5.000-16,-7.000 1.000 16,-7.000 4.000-16,-4.000 6.000 15,-2.000 6.000 1,-5.000 9.000-16,-4.000 6.000 16,-4.000 9.000-1,-3.000 8.000-15,-5.000 3.000 16,2.000-4.000-1,-1.000-7.000 1,5.000-6.000-16,2.000-10.000 16,2.000-9.000-16,2.000-6.000 15,4.000-9.000-15,-4.000-8.000 16,-4.000-18.000 0,1.000-1.000-16</inkml:trace>
  <inkml:trace contextRef="#ctx0" brushRef="#br0">3426.000 2448.000 0,'22.000'-2.000'16,"11.000"-3.000"-16,2.000 1.000 16,0.000 1.000-1,-5.000 3.000-15,-9.000 4.000 16,-9.000 3.000-1,-15.000 7.000-15,-9.000 7.000 16,-16.000 9.000 0,-5.000 2.000-1,-2.000 4.000-15,7.000-1.000 16,4.000-5.000 0,11.000-7.000-16,8.000-9.000 15,12.000-7.000-15,12.000-8.000 16,7.000-9.000-16,5.000-6.000 15,2.000-2.000 1,-3.000-1.000-16,-4.000 1.000 16,-8.000 0.000-1,-13.000-3.000-15,-11.000 1.000 16,-13.000-2.000 0,-11.000-4.000-16,-1.000 0.000 15,-2.000 14.000 1,9.000 15.000-16,8.000 9.000 15,6.000 0.000 1,4.000 3.000-16,6.000 7.000 16,6.000 7.000-1,-2.000 7.000-15,0.000 8.000 16,-4.000 3.000 0,-4.000 0.000-16,-2.000-6.000 15,-2.000-7.000-15,5.000-11.000 16,2.000-7.000-1,1.000-16.000-15,10.000-3.000 16,8.000-15.000 0,6.000-10.000-16,2.000-1.000 15,-1.000 6.000 1,-4.000 10.000-16,-4.000 8.000 16,-1.000 11.000-1,-4.000 9.000-15,-5.000 8.000 16,-3.000 2.000-1,-2.000 3.000-15,-1.000-8.000 16,1.000-6.000-16,-2.000-14.000 16,6.000-10.000-1,0.000-19.000 1,6.000-16.000-16,-4.000-17.000 16,3.000-8.000-16,-1.000 11.000 15</inkml:trace>
  <inkml:trace contextRef="#ctx0" brushRef="#br0">3746.000 2378.000 0,'37.000'-15.000'15,"15.000"-8.000"-15,-6.000 7.000 16,-6.000 11.000 0,-9.000 7.000-16,-9.000 10.000 15,-18.000 10.000 1,-10.000 6.000-16,-16.000 9.000 15,-11.000 3.000 1,-8.000 2.000-16,-3.000 0.000 16,7.000-5.000-1,9.000-6.000-15,15.000-9.000 16,15.000-7.000 0,18.000-13.000-1,11.000-14.000-15,14.000-7.000 16,6.000-6.000-16,0.000-1.000 15,-7.000-3.000 1,-11.000 5.000-16,-11.000 3.000 16,-20.000-2.000-1,-16.000 4.000-15,-10.000-4.000 16,-10.000-2.000-16,-1.000 11.000 16,9.000 18.000-1,8.000 11.000-15,7.000 7.000 16,3.000 8.000-1,4.000 6.000-15,1.000 4.000 16,1.000 9.000 0,-4.000 3.000-16,-8.000 2.000 15,-10.000-3.000 1,-3.000-3.000-16,0.000-8.000 16,3.000-9.000-1,4.000-17.000 1,8.000-19.000-16,11.000-23.000 15,9.000-18.000-15,15.000-9.000 16,11.000 5.000 0,4.000 13.000-16,4.000 23.000 15,-7.000 13.000 1,-12.000 6.000-16,-6.000 7.000 16,-6.000 10.000-1,-4.000 11.000-15,-7.000 4.000 16,-3.000 4.000-16,3.000-7.000 15,6.000-5.000 1,8.000-16.000-16,11.000-17.000 16,14.000-13.000-1,11.000-12.000-15,7.000-6.000 16,-1.000-1.000 0,-6.000 2.000-16,-11.000 4.000 31,-13.000 7.000-31,-9.000 5.000 15,-14.000 2.000-15,-9.000 3.000 16,-8.000 0.000 0,-1.000 0.000-16,0.000-6.000 15,8.000-16.000-15,9.000-14.000 16,5.000 7.000 0</inkml:trace>
  <inkml:trace contextRef="#ctx0" brushRef="#br0">4705.000 2038.000 0,'-10.000'42.000'0,"-15.000"23.000"16,-15.000 10.000-1,-7.000-3.000-15,-6.000-7.000 16,1.000-9.000-1,11.000-21.000-15,12.000-23.000 16,9.000-12.000 0</inkml:trace>
  <inkml:trace contextRef="#ctx0" brushRef="#br0">4713.000 2226.000 0,'40.000'4.000'0,"16.000"2.000"16,-3.000 4.000-1,-6.000 3.000-15,-11.000-4.000 16,-14.000 0.000 0,-9.000-2.000-16,-13.000-7.000 15,4.000-1.000-15</inkml:trace>
  <inkml:trace contextRef="#ctx0" brushRef="#br0">4646.000 2387.000 0,'19.000'7.000'0,"5.000"3.000"15,4.000-2.000 1,-6.000-10.000-16,-8.000-3.000 16</inkml:trace>
  <inkml:trace contextRef="#ctx0" brushRef="#br0">4587.000 2532.000 0,'0.000'0.000'0,"0.000"0.000"16,22.000 0.000-16,15.000-2.000 15,-2.000-3.000 1,-4.000 0.000-16,-7.000 3.000 16,-7.000 1.000-1,-2.000 3.000-15,-9.000 4.000 16,-2.000 6.000-1,-4.000 4.000-15,-7.000 4.000 16,-11.000 5.000 0,-6.000 5.000-16,-16.000 6.000 15,-7.000 3.000-15,-8.000 4.000 16,1.000-2.000 0,10.000-4.000-16,11.000-4.000 15,13.000-10.000 1,19.000-2.000-16,13.000-6.000 15,16.000-6.000 1,18.000-4.000-16,11.000-2.000 16,8.000-3.000-16,-1.000 0.000 15,-8.000-1.000 1,-10.000-3.000-16,-7.000 1.000 16,-13.000-4.000-1,-9.000 1.000-15,-12.000-8.000 16,-13.000-6.000-1,-12.000 1.000-15,-6.000-3.000 16,-1.000 2.000 0,6.000 7.000-16,7.000 4.000 15,9.000-1.000 1,10.000 0.000-16,14.000 1.000 16,16.000 0.000-1,13.000 2.000-15,5.000 1.000 16,6.000 3.000-1,-3.000 2.000-15,-10.000 2.000 16,-8.000 1.000 0,-9.000 4.000-16,-10.000 4.000 15,-14.000-2.000 1,-8.000-9.000-16,-1.000-3.000 16</inkml:trace>
  <inkml:trace contextRef="#ctx0" brushRef="#br0">5268.000 2771.000 0,'19.000'3.000'15,"-2.000"-11.000"-15,-5.000-2.000 16</inkml:trace>
  <inkml:trace contextRef="#ctx0" brushRef="#br0">7126.000 2252.000 0,'0.000'0.000'16,"10.000"17.000"-16,3.000 7.000 16,-1.000 2.000-1,-4.000 3.000-15,-7.000-1.000 16,-2.000-13.000 0,-2.000-10.000-16</inkml:trace>
  <inkml:trace contextRef="#ctx0" brushRef="#br0">7488.000 2191.000 0,'0.000'0.000'0,"-14.000"31.000"16,-12.000 16.000-1,-11.000 7.000 1,-8.000 3.000-16,-5.000-6.000 16,4.000-9.000-1,9.000-9.000-15,12.000-16.000 16,12.000-8.000-16,11.000-9.000 16,15.000-9.000-1,16.000-7.000-15,11.000-3.000 16,8.000 0.000-1,-1.000 3.000-15,-6.000 4.000 16,-11.000 6.000 0,-14.000 9.000-16,-15.000 10.000 15,-17.000 11.000 1,-23.000 13.000-16,-12.000 9.000 16,-9.000 5.000-1,1.000-3.000-15,10.000-6.000 16,13.000-7.000-1,14.000-6.000-15,16.000-10.000 16,18.000-11.000 0,18.000-13.000-16,17.000-13.000 15,12.000-10.000 1,1.000-2.000-16,-3.000 1.000 16,-11.000 8.000-1,-15.000 5.000-15,-10.000 6.000 16,-13.000 3.000-1,-13.000 0.000-15,-18.000-2.000 16,-12.000-12.000 0,-9.000-6.000-16,8.000 1.000 15</inkml:trace>
  <inkml:trace contextRef="#ctx0" brushRef="#br0">7244.000 2217.000 0,'2.000'51.000'0,"-1.000"35.000"16,-4.000 17.000 0,-7.000 7.000-1,-5.000 0.000-15,0.000-7.000 16,0.000-19.000-1,3.000-17.000-15,5.000-20.000 16,2.000-18.000 0,5.000-24.000-16,4.000-35.000 15,-4.000-30.000-15,7.000-8.000 16,2.000 12.000 0</inkml:trace>
  <inkml:trace contextRef="#ctx0" brushRef="#br0">7471.000 2490.000 0,'21.000'31.000'0,"5.000"15.000"16,-3.000 4.000 0,-9.000-3.000-16,-5.000-12.000 15,-3.000-13.000 1,-6.000-22.000-16,6.000-5.000 15,3.000-28.000-15,3.000-26.000 16,1.000-16.000 0,2.000-7.000-16,-3.000 17.000 15</inkml:trace>
  <inkml:trace contextRef="#ctx0" brushRef="#br0">7765.000 2089.000 0,'0.000'0.000'0,"4.000"28.000"16,1.000 26.000 0,-2.000 21.000-16,-5.000 17.000 15,-1.000 8.000 1,-1.000 6.000 0,1.000 1.000-16,0.000-5.000 15,2.000-11.000 1,0.000-10.000-16,1.000-14.000 15,-2.000-14.000 1,-1.000-18.000-16,2.000-14.000 16,0.000-10.000-16,-3.000-11.000 15,-5.000-12.000 1,-4.000-17.000-16,-8.000-10.000 16,-4.000-15.000-1,0.000-12.000-15,6.000 8.000 16</inkml:trace>
  <inkml:trace contextRef="#ctx0" brushRef="#br0">8152.000 2319.000 0,'-17.000'101.000'16,"-9.000"38.000"-1,-3.000-11.000-15,11.000-26.000 16,12.000-28.000 0,12.000-24.000-16,21.000-24.000 15,17.000-20.000 1,18.000-19.000-16,9.000-9.000 15,2.000-3.000 1,-5.000 6.000-16,-13.000 4.000 16,-14.000 6.000-1,-13.000 5.000-15,-14.000 0.000 16,-11.000 1.000 0,-14.000-8.000-16,-2.000-1.000 15</inkml:trace>
  <inkml:trace contextRef="#ctx0" brushRef="#br0">8253.000 2422.000 0,'0.000'0.000'16,"8.000"16.000"-16,5.000 0.000 15,3.000-10.000 1,-3.000-7.000-16</inkml:trace>
  <inkml:trace contextRef="#ctx0" brushRef="#br0">8581.000 2328.000 0,'0.000'0.000'0,"-28.000"35.000"16,-25.000 20.000 0,-13.000 7.000-16,-3.000 0.000 15,5.000-10.000 1,13.000-15.000-16,18.000-14.000 16,18.000-11.000-1,21.000-9.000-15,16.000-8.000 16,18.000-11.000-1,10.000-6.000-15,6.000-1.000 16,-2.000-4.000 0,-6.000-1.000-16,-7.000-3.000 15,-10.000-2.000 1,-15.000-1.000-16,-13.000 0.000 16,-14.000 5.000-1,-12.000 4.000-15,-7.000 1.000 16,5.000 10.000-1,6.000 9.000-15,5.000 5.000 16,4.000 11.000 0,4.000 12.000-16,3.000 13.000 15,1.000 14.000 1,-2.000 13.000-16,0.000 4.000 16,-2.000-2.000-1,0.000-4.000-15,-1.000-10.000 16,1.000-11.000-1,1.000-13.000-15,0.000-12.000 16,-2.000-5.000-16,-3.000-11.000 16,-4.000-11.000-1,3.000-6.000-15,2.000-6.000 16,3.000 0.000 0,7.000-5.000-16,8.000-2.000 15,13.000-8.000 1,16.000-9.000-16,11.000-7.000 15,8.000-4.000 1,-9.000 9.000-16</inkml:trace>
  <inkml:trace contextRef="#ctx0" brushRef="#br0">8909.000 2226.000 0,'-30.000'17.000'15,"-16.000"15.000"1,-5.000 3.000-16,3.000-1.000 16,5.000-5.000-1,13.000-11.000-15,14.000-10.000 16,15.000-11.000 0,10.000-2.000-16,6.000 1.000 15,3.000 4.000-15,0.000 4.000 16,1.000 12.000-1,-1.000 9.000-15,-6.000 15.000 16,-9.000 14.000 0,-7.000 13.000-16,-5.000 7.000 15,-6.000 0.000 1,-2.000-8.000-16,4.000-10.000 16,6.000-13.000-1,6.000-21.000-15,6.000-23.000 16,7.000-22.000-1,-2.000-5.000-15</inkml:trace>
  <inkml:trace contextRef="#ctx0" brushRef="#br0">8825.000 2482.000 0,'18.000'-9.000'0,"10.000"-4.000"15,10.000-6.000 1,2.000 1.000-16,2.000-2.000 16,1.000-6.000-1,-3.000 1.000-15,-7.000 3.000 16,-10.000 5.000 0</inkml:trace>
  <inkml:trace contextRef="#ctx0" brushRef="#br0">9010.000 2456.000 0,'-9.000'77.000'16,"-3.000"38.000"-16,-2.000 6.000 16,1.000-6.000-1,-1.000-9.000 1,1.000-15.000-16,4.000-13.000 15,3.000-17.000 1,1.000-17.000-16,8.000-15.000 16,3.000-19.000-1,3.000-20.000-15,2.000-22.000 16,-1.000 2.000 0</inkml:trace>
  <inkml:trace contextRef="#ctx0" brushRef="#br0">9355.000 2482.000 0,'61.000'-11.000'15,"23.000"-4.000"-15,1.000-4.000 16,-12.000-1.000-16,-11.000-1.000 31,-13.000 2.000-31,-13.000 0.000 16,-11.000 1.000-16,-10.000 1.000 15,-12.000-4.000-15,-13.000-3.000 16,-7.000 2.000 0,-8.000 2.000-16,-1.000-2.000 15,-1.000 4.000 1,6.000 5.000-16,4.000 8.000 16,3.000 10.000-1,4.000 15.000-15,4.000 13.000 16,5.000 13.000-1,1.000 14.000-15,-3.000 12.000 16,-2.000 8.000 0,-4.000 4.000-16,1.000 2.000 15,1.000-2.000 1,-1.000-9.000-16,2.000-10.000 16,1.000-15.000-1,2.000-13.000-15,2.000-13.000 16,3.000-20.000-1,3.000-25.000-15,-2.000-25.000 16,-1.000 1.000 0</inkml:trace>
  <inkml:trace contextRef="#ctx0" brushRef="#br0">9615.000 2601.000 0,'-33.000'36.000'0,"-18.000"14.000"16,3.000 1.000-1,7.000-19.000-15,16.000-20.000 16,11.000-12.000 0</inkml:trace>
  <inkml:trace contextRef="#ctx0" brushRef="#br0">9649.000 2705.000 0,'31.000'11.000'16,"11.000"7.000"-1,-5.000 6.000-15,-6.000-1.000 16,-14.000-4.000 0,-7.000-7.000-16,0.000-17.000 15,-4.000-19.000 1,-1.000 1.000-16</inkml:trace>
  <inkml:trace contextRef="#ctx0" brushRef="#br0">9969.000 2226.000 0,'49.000'-6.000'0,"17.000"3.000"16,-6.000 5.000-16,-13.000 4.000 16,-17.000 6.000-1,-16.000 4.000-15,-14.000 5.000 16,-16.000 3.000 0,-16.000 1.000-16,-6.000 3.000 15,-3.000 1.000 1,7.000-1.000-16,6.000-5.000 15,12.000-3.000 1,11.000-4.000-16,12.000-5.000 16,10.000-5.000-1,8.000-4.000-15,-1.000-2.000 16,1.000 3.000 0,-4.000 6.000-1,-3.000 5.000-15,-7.000 10.000 16,-3.000 6.000-16,-8.000 14.000 15,-8.000 12.000 1,-4.000 6.000-16,-3.000 8.000 16,1.000-5.000-1,4.000-3.000-15,2.000-13.000 16,4.000-11.000 0,3.000-12.000-16,1.000-26.000 15,3.000-5.000-15,0.000-25.000 16,0.000-3.000-1</inkml:trace>
  <inkml:trace contextRef="#ctx0" brushRef="#br0">10002.000 2746.000 0,'-17.000'20.000'0,"-11.000"15.000"16,-5.000 8.000-1,4.000-3.000-15,10.000-12.000 16,7.000-24.000 0,6.000-8.000-1</inkml:trace>
  <inkml:trace contextRef="#ctx0" brushRef="#br0">10229.000 2746.000 0,'0.000'0.000'16,"12.000"18.000"-16,7.000 12.000 16,-3.000 0.000-1,-7.000-3.000-15,-3.000-8.000 16,-1.000-17.000 0,4.000-20.000-16,-3.000-4.000 15</inkml:trace>
  <inkml:trace contextRef="#ctx0" brushRef="#br0">10583.000 2472.000 0,'0.000'0.000'0,"4.000"33.000"16,-8.000 18.000-1,-10.000 2.000-15,-2.000-13.000 16</inkml:trace>
  <inkml:trace contextRef="#ctx0" brushRef="#br0">10439.000 2882.000 0,'0.000'0.000'15,"23.000"-8.000"1,12.000-13.000-16,8.000-15.000 15,3.000-10.000 1,-6.000-11.000-16,0.000-9.000 16,-1.000-11.000-1,-2.000-5.000-15,-1.000 0.000 16,2.000-1.000 0,-1.000 16.000-16,0.000 20.000 15,-7.000 19.000 1,-12.000 12.000-16,-5.000 5.000 15,-7.000 5.000 1,-10.000 2.000-16,-17.000 7.000 16,-14.000 4.000-1,-14.000 6.000-15,-4.000 4.000 16,-1.000-1.000-16,9.000-3.000 16,10.000-4.000-1,17.000-6.000-15,18.000-3.000 16,-1.000-1.000-1,10.000 1.000-15,8.000 3.000 16,4.000 7.000-16,1.000 7.000 16,-1.000 8.000-1,1.000 14.000 1,-4.000 15.000-16,-6.000 16.000 16,-7.000 13.000-1,-10.000 11.000-15,-5.000 10.000 16,-4.000 0.000-1,-2.000-7.000-15,3.000-13.000 16,4.000-18.000 0,6.000-19.000-16,3.000-16.000 15,6.000-17.000 1,4.000-23.000-16,4.000-27.000 16,5.000-27.000-1,1.000-24.000-15,-2.000 13.000 16</inkml:trace>
  <inkml:trace contextRef="#ctx0" brushRef="#br0">11246.000 2030.000 0,'0.000'0.000'15,"0.000"0.000"-15,-11.000 26.000 16,-18.000 20.000 0,-19.000 1.000-16,-11.000-1.000 15,11.000-13.000 1</inkml:trace>
  <inkml:trace contextRef="#ctx0" brushRef="#br0">11028.000 2430.000 0,'24.000'7.000'0,"7.000"6.000"16,-7.000 4.000-1,-17.000 4.000-15,-16.000 5.000 16,-11.000-2.000 0,-8.000 0.000-16,3.000-1.000 15,6.000-4.000 1,4.000-2.000-16,7.000-4.000 15,5.000 1.000 1,6.000-3.000-16,6.000-2.000 16,8.000 0.000-1,2.000-1.000-15,3.000-3.000 16,0.000 3.000 0,-6.000 0.000-16,-4.000 3.000 15,-7.000 8.000 1,-6.000 8.000-16,-11.000 6.000 15,-9.000 3.000-15,-5.000 3.000 16,-2.000-1.000 0,2.000-8.000-1,8.000-6.000-15,8.000-10.000 16,15.000-9.000-16,15.000-12.000 16,12.000-11.000-1,11.000-11.000 1,6.000-3.000-16,1.000-4.000 15,-7.000 1.000 1,-10.000 10.000-16,-11.000 5.000 16,-14.000 4.000-16,-10.000 10.000 15,-11.000 10.000 1,-11.000 11.000-16,-5.000 13.000 16,-4.000 13.000-1,2.000 11.000-15,5.000 3.000 16,13.000-3.000-1,6.000-6.000-15,11.000-9.000 16,7.000-9.000 0,7.000-12.000-16,7.000-13.000 15,4.000-11.000 1,3.000-10.000-16,2.000-8.000 16,-3.000-2.000-1,-4.000-10.000-15,-4.000-1.000 16,-11.000 2.000-1,-7.000-1.000-15,-2.000-1.000 16,-3.000 12.000-16</inkml:trace>
  <inkml:trace contextRef="#ctx0" brushRef="#br0">11801.000 2567.000 0,'0.000'0.000'0,"-3.000"24.000"16,-4.000 5.000-16,-2.000 4.000 15,1.000-2.000 1,7.000 7.000-16,4.000-5.000 15,0.000-7.000 1,4.000-6.000-16,3.000-1.000 16,2.000 2.000-1,-7.000-7.000-15,-4.000-7.000 16</inkml:trace>
  <inkml:trace contextRef="#ctx0" brushRef="#br0">12945.000 2490.000 0,'0.000'0.000'0,"0.000"0.000"16,-3.000 32.000-1,-4.000 21.000-15,-3.000 7.000 16,-5.000 4.000-1,4.000-4.000-15,3.000-5.000 16,4.000-6.000-16,8.000-8.000 16,4.000-10.000-1,7.000-9.000-15,8.000-13.000 16,5.000-14.000 0,6.000-10.000-1,6.000-11.000-15,5.000-6.000 16,-1.000-10.000-16,-1.000-8.000 15,-6.000-2.000 1,-7.000-5.000-16,-12.000 0.000 16,-9.000 1.000-1,-12.000 0.000 1,-12.000 4.000-16,-13.000 4.000 16,-7.000 7.000-16,-10.000 5.000 15,-7.000 14.000 1,-5.000 11.000-1,-1.000 11.000-15,-3.000 14.000 16,0.000 17.000 0,-1.000 17.000-16,3.000 14.000 15,7.000 10.000 1,6.000 9.000-16,13.000-3.000 16,14.000-1.000-1,17.000-7.000-15,14.000-10.000 16,14.000-13.000-1,17.000-15.000-15,16.000-17.000 16,10.000-17.000 0,7.000-18.000-16,-16.000-2.000 15</inkml:trace>
  <inkml:trace contextRef="#ctx0" brushRef="#br0">13777.000 2183.000 0,'0.000'0.000'0,"0.000"0.000"16,0.000 0.000-1,0.000 0.000-15,0.000 0.000 16,0.000 0.000-16,23.000-6.000 15,10.000-4.000 1,7.000 1.000-16,1.000 6.000 16,-6.000 6.000-16,-2.000 2.000 15,-6.000 3.000 1,-4.000 6.000-16,-9.000 2.000 16,-6.000 8.000-1,-6.000 7.000-15,-14.000 7.000 16,-17.000 6.000-1,-9.000 3.000 1,-11.000 2.000-16,2.000-2.000 16,5.000-7.000-1,14.000-6.000-15,12.000-11.000 16,11.000-7.000 0,14.000-10.000-16,13.000-5.000 15,11.000-7.000 1,4.000-1.000-16,4.000 0.000 15,-2.000 1.000-15,-9.000 2.000 16,-10.000 8.000 0,-11.000 7.000-16,-14.000 13.000 15,-12.000 3.000 1,-15.000 8.000-16,-11.000 5.000 16,-2.000-3.000-1,3.000-5.000-15,5.000-6.000 16,11.000-9.000-1,9.000-3.000-15,17.000-14.000 16,5.000 5.000 0,20.000-10.000-16,14.000-8.000 15,9.000 1.000 1,1.000 2.000-16,-4.000 8.000 16,-9.000 7.000-1,-8.000 6.000-15,-13.000 15.000 16,-11.000 11.000-1,-20.000 9.000-15,-19.000 6.000 16,-14.000 1.000 0,-3.000-9.000-16,1.000-13.000 15,10.000-12.000 1,11.000-14.000-16,9.000-24.000 16,14.000-25.000-16,13.000-28.000 15,4.000 7.000 1</inkml:trace>
  <inkml:trace contextRef="#ctx0" brushRef="#br0">14147.000 2209.000 0,'0.000'0.000'16,"0.000"21.000"-16,-1.000 1.000 16,0.000-7.000-16</inkml:trace>
  <inkml:trace contextRef="#ctx0" brushRef="#br0">14434.000 2089.000 0,'0.000'0.000'15,"-9.000"36.000"-15,-11.000 19.000 16,-15.000 8.000 0,-10.000-4.000-1,0.000-15.000-15,6.000-16.000 16</inkml:trace>
  <inkml:trace contextRef="#ctx0" brushRef="#br0">14088.000 2524.000 0,'11.000'21.000'0,"2.000"12.000"15,-1.000 3.000 1,-5.000 1.000-16,-2.000-8.000 15,-1.000-7.000 1,-1.000-8.000-16,2.000-16.000 16,1.000-14.000-1,1.000-16.000-15,-1.000-8.000 16,-6.000-4.000-16,-2.000 4.000 16,0.000 12.000-1,4.000 10.000-15,1.000 4.000 16,3.000-1.000-1,8.000-1.000-15,12.000-4.000 16,12.000 3.000 0,14.000-1.000-16,7.000 6.000 15,3.000 3.000 1,-3.000 5.000-16,-6.000 8.000 16,-11.000 8.000-1,-9.000 8.000-15,-15.000 10.000 16,-20.000 8.000-1,-20.000 7.000-15,-20.000 1.000 16,-15.000-5.000 0,-10.000-14.000-16,-3.000-10.000 15,13.000-8.000 1</inkml:trace>
  <inkml:trace contextRef="#ctx0" brushRef="#br0">14265.000 2576.000 0,'54.000'-3.000'16,"8.000"6.000"0,-22.000 9.000-16,-30.000 9.000 15,-26.000 7.000 1,-19.000 4.000-16,-8.000 2.000 15,-1.000-3.000 1,11.000-5.000-16,9.000-8.000 16,12.000-5.000-1,14.000-6.000-15,15.000-10.000 16,16.000-7.000-16,10.000-9.000 16,6.000-3.000-1,-3.000-2.000-15,-7.000 3.000 16,-9.000 2.000-1,-11.000 3.000-15,-13.000 2.000 16,-10.000-4.000 0,-9.000-5.000-16,-9.000-1.000 15,-4.000 8.000 1,7.000 4.000-16</inkml:trace>
  <inkml:trace contextRef="#ctx0" brushRef="#br0">14375.000 2516.000 0,'2.000'24.000'0,"1.000"19.000"16,-1.000 12.000-1,-4.000 7.000-15,-1.000 4.000 16,-4.000 3.000 0,-2.000 2.000-16,2.000-5.000 15,4.000-10.000 1,1.000-13.000-16,1.000-13.000 15,0.000-13.000 1,0.000-7.000-16,-2.000-10.000 16,-5.000-10.000-1,-2.000-9.000-15,-5.000-9.000 16,-4.000 5.000 0,1.000 3.000-16,6.000 8.000 15,4.000 4.000 1,7.000-2.000-16,9.000-3.000 15,13.000 0.000 1,9.000 0.000-16,7.000-3.000 16,2.000 3.000-16,0.000 0.000 15,-3.000 1.000 1,-5.000 1.000-16,-10.000-3.000 16,-2.000-6.000-1,-8.000-8.000-15,-7.000-6.000 16,-4.000 5.000-1</inkml:trace>
  <inkml:trace contextRef="#ctx0" brushRef="#br0">14669.000 2472.000 0,'10.000'30.000'16,"-2.000"17.000"-16,-4.000 4.000 15,-2.000-2.000 1,3.000-10.000-16,9.000-6.000 16,5.000-12.000-1,9.000-14.000-15,13.000-11.000 16,5.000-11.000 0,5.000-6.000-1,-5.000-10.000-15,-4.000-6.000 16,-11.000-8.000-16,-13.000 0.000 15,-10.000 10.000 1</inkml:trace>
  <inkml:trace contextRef="#ctx0" brushRef="#br0">14879.000 2490.000 0,'0.000'36.000'16,"0.000"20.000"-16,2.000 6.000 15,1.000 4.000 1,-4.000 2.000-16,-6.000 2.000 16,-3.000-6.000-1,-2.000-8.000-15,3.000-16.000 16,5.000-23.000 0,10.000-23.000-16,5.000-26.000 15,1.000 0.000 1</inkml:trace>
  <inkml:trace contextRef="#ctx0" brushRef="#br0">15165.000 2277.000 0,'-11.000'63.000'16,"4.000"15.000"-16,15.000-15.000 15,16.000-25.000 1,14.000-20.000-16,8.000-14.000 16,-2.000-8.000-1,-2.000-5.000-15,-11.000 6.000 16,-11.000 6.000-1,-19.000 8.000-15,-22.000 9.000 16,-19.000 8.000-16,-8.000 5.000 16,-3.000 6.000-1,6.000-3.000-15,14.000-4.000 16,17.000-6.000 0,17.000-8.000-16,18.000-8.000 15,16.000-9.000 1,9.000-8.000-16,5.000-5.000 15,-1.000-5.000 1,-6.000-2.000-16,-8.000-2.000 16,-7.000-3.000-1,-12.000-5.000-15,-13.000-8.000 16,-11.000 2.000 0,-3.000 7.000-16</inkml:trace>
  <inkml:trace contextRef="#ctx0" brushRef="#br0">15325.000 2439.000 0,'0.000'0.000'0,"2.000"25.000"15,4.000 14.000-15,-4.000 13.000 16,-5.000 5.000 0,-3.000 3.000-16,-5.000 2.000 15,-3.000-1.000 1,-2.000-5.000-16,2.000-6.000 15,-2.000-10.000 1,1.000-12.000-16,-2.000-6.000 16,3.000-6.000-16</inkml:trace>
  <inkml:trace contextRef="#ctx0" brushRef="#br0">15064.000 3003.000 0,'22.000'11.000'16,"18.000"3.000"0,14.000-4.000-16,6.000-7.000 15,2.000-5.000-15,0.000-6.000 16,-5.000-4.000 0,-7.000-5.000-16,-7.000 0.000 15,-11.000 1.000 1,-15.000 0.000-16,-14.000-4.000 15,-5.000 4.000 1</inkml:trace>
  <inkml:trace contextRef="#ctx0" brushRef="#br0">15847.000 2532.000 0,'0.000'0.000'0,"6.000"31.000"15,-1.000 20.000 1,-3.000 10.000-16,-4.000 5.000 16,-6.000-2.000-1,-2.000-6.000 1,2.000-11.000-16,2.000-12.000 0,1.000-14.000 16,5.000-21.000-1,4.000 0.000-15,1.000-9.000 16,-2.000 2.000-1</inkml:trace>
  <inkml:trace contextRef="#ctx0" brushRef="#br0">15889.000 2448.000 0,'40.000'-20.000'0,"21.000"-4.000"15,4.000 0.000 1,-2.000 6.000-16,-4.000 4.000 16,-6.000 4.000-1,-6.000 3.000-15,-10.000 4.000 16,-6.000 7.000-16,-8.000 1.000 16,-4.000 4.000-1,-6.000 9.000-15,-6.000 5.000 16,-6.000 6.000-1,-4.000 8.000-15,-1.000 8.000 16,-5.000 6.000 0,2.000 8.000-16,3.000 0.000 15,2.000 7.000-15,4.000 6.000 16,1.000 3.000 0,1.000 0.000-16,2.000-2.000 15,0.000-1.000 1,-6.000-8.000-16,-4.000-11.000 15,0.000-13.000 1,0.000-13.000-16,0.000-12.000 16,-6.000-13.000-1,-7.000-18.000-15,-5.000-19.000 16,-4.000-22.000 0,-1.000-19.000-16,6.000 12.000 15</inkml:trace>
  <inkml:trace contextRef="#ctx0" brushRef="#br0">16115.000 2738.000 0,'0.000'28.000'0,"0.000"13.000"0,-1.000 5.000 16,-4.000-5.000-1,-2.000-16.000-15,7.000-25.000 16,-7.000-15.000 0,2.000-15.000-16</inkml:trace>
  <inkml:trace contextRef="#ctx0" brushRef="#br0">16107.000 2686.000 0,'21.000'-3.000'0,"11.000"0.000"16,-1.000 1.000-16,-2.000 6.000 16,-6.000 4.000-1,-3.000 8.000-15,-8.000 9.000 16,-8.000 7.000 0,-12.000 3.000-16,-5.000-3.000 15,-4.000-3.000 1,4.000-7.000-16,3.000-3.000 15,3.000-5.000-15,6.000-2.000 16,7.000-5.000 0,6.000-6.000-16,9.000-4.000 15,4.000-7.000-15,1.000-2.000 16,-4.000-3.000 0,-22.000 15.000-16,2.000-18.000 15,-6.000 2.000 1</inkml:trace>
  <inkml:trace contextRef="#ctx0" brushRef="#br0">15997.000 3121.000 0,'0.000'0.000'16,"0.000"0.000"-16,29.000-3.000 16,22.000-6.000-1,14.000-5.000-15,4.000-14.000 16,-5.000-7.000-1,-7.000-2.000 1,-10.000-13.000-16,-9.000-1.000 16,-11.000 14.000-1</inkml:trace>
  <inkml:trace contextRef="#ctx0" brushRef="#br0">16670.000 2166.000 0,'0.000'0.000'16,"-16.000"30.000"-16,-11.000 15.000 15,-1.000 3.000 1,7.000-10.000-16,13.000-11.000 15,17.000-12.000 1,19.000-14.000-16,18.000-7.000 16,10.000-10.000-16,3.000-8.000 15,0.000 2.000 1,-8.000 6.000-16,-15.000 4.000 16,-11.000 9.000-1,-17.000 12.000-15,-12.000 11.000 16,-13.000 15.000-1,-12.000 15.000 1,-10.000 17.000-16,-3.000 7.000 16,0.000 3.000-16,0.000-5.000 15,8.000-12.000 1,7.000-14.000-16,9.000-18.000 16,6.000-20.000-1,10.000-17.000-15,8.000-17.000 16,10.000-10.000-1,2.000-3.000-15,4.000-5.000 16,3.000 7.000 0,2.000 5.000-16,-2.000 4.000 15,-4.000-1.000 1,4.000 2.000-16,-1.000 2.000 16,1.000 6.000-1,1.000 5.000 1,-3.000 7.000-16,-1.000 6.000 0,-2.000 0.000 15,-6.000 4.000 1,-4.000 3.000-16,-1.000 4.000 16,0.000 1.000-16,-4.000 5.000 15,-4.000 2.000 1,-1.000 1.000-16,-3.000 6.000 16,-1.000 4.000-16,-5.000 7.000 15,0.000 4.000 1,-1.000 2.000-16,-1.000 1.000 15,-2.000-6.000 1,3.000-3.000-16,0.000-11.000 16,3.000-7.000-1,0.000-10.000-15,1.000-10.000 16,-1.000-15.000 0,-2.000-8.000-1,-1.000-9.000-15,-1.000-1.000 16,-6.000 9.000-16,2.000 7.000 15,1.000 7.000 1,3.000 7.000-16,4.000 3.000 16,7.000 4.000-16,0.000 0.000 15,0.000 0.000 1,9.000-1.000-16,13.000 5.000 16,8.000-1.000-1,2.000 0.000-15,-4.000 3.000 16,-6.000-1.000-1,-10.000-2.000-15,-4.000 3.000 16,-9.000 6.000-16,-12.000 3.000 16,-17.000 10.000-1,-12.000 2.000-15,-9.000 7.000 16,-4.000-3.000 0,6.000-1.000-1,14.000-6.000-15,11.000-7.000 16,15.000-9.000-16,17.000-8.000 15,16.000-6.000 1,10.000-4.000-16,10.000-5.000 16,2.000 0.000-1,-2.000 3.000-15,-5.000 6.000 16,-9.000 2.000 0,-7.000 6.000-16,-9.000 5.000 15,-9.000 3.000 1,-8.000 7.000-16,-7.000 3.000 15,-3.000 0.000 1,0.000 5.000-16,-4.000-1.000 16,2.000 2.000-1,2.000 2.000-15,-3.000 2.000 16,-6.000-1.000 0,-7.000 0.000-16,-6.000-7.000 15,-3.000-7.000 1,-2.000-10.000-16,1.000-8.000 15,10.000-8.000-15,9.000-5.000 16,13.000-2.000 0,15.000-2.000-16,14.000 4.000 15,9.000 4.000 1,10.000 7.000-16,10.000 5.000 16,7.000 6.000-1,4.000 2.000-15,-4.000 4.000 16,-4.000 1.000-1,-9.000-1.000-15,-8.000-4.000 16,-10.000-8.000 0,-9.000-10.000-16,-12.000-11.000 15,-11.000 2.000 1,-5.000 3.000-16</inkml:trace>
  <inkml:trace contextRef="#ctx0" brushRef="#br0">17310.000 2721.000 0,'0.000'0.000'16,"0.000"0.000"-16,0.000 0.000 15,0.000 0.000-15,21.000-8.000 16,15.000-6.000-16,14.000-2.000 16,6.000 2.000-1,6.000 3.000-15,1.000 4.000 16,-3.000 7.000 0,-4.000 4.000-16,-9.000 5.000 15,-9.000 5.000 1,-12.000 7.000-16,-15.000 8.000 15,-15.000 9.000 1,-15.000 6.000-16,-14.000 9.000 16,-9.000 5.000-1,-6.000 1.000-15,2.000-3.000 16,1.000-10.000 0,10.000-12.000-16,9.000-12.000 15,11.000-14.000 1,5.000-15.000-1,6.000-16.000-15,7.000-23.000 16,6.000-19.000-16,0.000 8.000 16</inkml:trace>
  <inkml:trace contextRef="#ctx0" brushRef="#br0">17839.000 2378.000 0,'-20.000'50.000'0,"-25.000"28.000"15,-17.000 17.000 1,-9.000 5.000-16,-3.000-5.000 16,1.000-9.000-1,3.000-11.000-15,17.000-16.000 16,15.000-20.000-1,14.000-18.000-15,13.000-21.000 16,16.000-19.000-16,19.000-21.000 16,14.000-16.000-1,16.000 11.000-15,-7.000 16.000 16</inkml:trace>
  <inkml:trace contextRef="#ctx0" brushRef="#br0">18176.000 2686.000 0,'0.000'0.000'16,"18.000"21.000"-16,-3.000 2.000 16,-3.000-4.000-1</inkml:trace>
  <inkml:trace contextRef="#ctx0" brushRef="#br0">18268.000 2985.000 0,'8.000'16.000'16,"-4.000"-1.000"-16,-3.000-7.000 15</inkml:trace>
  <inkml:trace contextRef="#ctx0" brushRef="#br0">19151.000 2414.000 0,'0.000'0.000'0,"0.000"0.000"16,0.000 0.000-1,0.000 0.000-15,19.000 2.000 16,12.000-1.000-16,10.000-2.000 15,0.000-5.000 1,5.000 4.000 0,1.000-1.000-16,2.000-1.000 15,-2.000 1.000-15,-1.000 1.000 16,-3.000 1.000 0,-7.000 0.000-16,-8.000 0.000 15,-7.000-1.000-15,-9.000 4.000 16,-12.000 0.000-1,-12.000 6.000-15,-12.000-5.000 16,-12.000 0.000 0,-5.000 4.000-16,5.000-2.000 15</inkml:trace>
  <inkml:trace contextRef="#ctx0" brushRef="#br0">19177.000 2516.000 0,'0.000'0.000'16,"0.000"30.000"-16,2.000 20.000 15,-1.000 14.000 1,-6.000 7.000-16,-6.000 7.000 15,-3.000 1.000 1,-3.000 0.000-16,-1.000-3.000 16,0.000-6.000-1,3.000-10.000-15,3.000-10.000 16,3.000-12.000 0,2.000-12.000-16,-1.000-15.000 15,-2.000-14.000 1,3.000-17.000-16,4.000-10.000 15,4.000-12.000 1,1.000-4.000-16,0.000 6.000 16</inkml:trace>
  <inkml:trace contextRef="#ctx0" brushRef="#br0">19126.000 2891.000 0,'0.000'0.000'16,"22.000"-1.000"-16,12.000 0.000 16,1.000 1.000-1,0.000 2.000-15,-4.000-2.000 16,-3.000 0.000 0,-6.000 0.000-16,-4.000 0.000 15,0.000 0.000 1,-1.000-1.000-16,1.000-6.000 15,-3.000-9.000-15,-6.000-2.000 16,-4.000 2.000 0</inkml:trace>
  <inkml:trace contextRef="#ctx0" brushRef="#br0">19622.000 2738.000 0,'21.000'-2.000'16,"6.000"2.000"-16,-6.000 2.000 15,-5.000-2.000 1,-5.000 0.000-16,-1.000 0.000 15,1.000 0.000 1,2.000 0.000 0,8.000-2.000-16,8.000-1.000 0,6.000-2.000 15,3.000 1.000 1,-2.000 0.000-16,-2.000 1.000 16,-2.000 2.000-1,-5.000 2.000-15,-6.000 2.000 16,-3.000-6.000-1,-9.000-1.000-15,-11.000 1.000 16,-4.000 0.000 0</inkml:trace>
  <inkml:trace contextRef="#ctx0" brushRef="#br0">19689.000 2976.000 0,'0.000'0.000'15,"31.000"2.000"-15,13.000-3.000 16,5.000-1.000 0,1.000-1.000-16,-4.000-1.000 15,-5.000 2.000-15,-6.000-7.000 16,-8.000-3.000-1,-6.000-6.000-15,-6.000 3.000 16</inkml:trace>
  <inkml:trace contextRef="#ctx0" brushRef="#br0">20328.000 2798.000 0,'37.000'0.000'16,"17.000"0.000"-16,0.000-2.000 16,-8.000 1.000-1,-2.000 0.000-15,-8.000-1.000 16,-3.000-2.000-1,-4.000-9.000-15,-9.000-6.000 16,-8.000 1.000 0</inkml:trace>
  <inkml:trace contextRef="#ctx0" brushRef="#br0">21237.000 2252.000 0,'0.000'0.000'15,"-4.000"26.000"-15,-5.000 22.000 16,-5.000 14.000-1,-10.000 14.000-15,-4.000 6.000 16,-5.000 6.000 0,-4.000 4.000-16,-3.000-2.000 15,-1.000-2.000 1,3.000-5.000-16,3.000-8.000 16,2.000-11.000-1,0.000-13.000 1,5.000-25.000-16,6.000-29.000 15,9.000-8.000-15</inkml:trace>
  <inkml:trace contextRef="#ctx0" brushRef="#br0">21043.000 2728.000 0,'33.000'-7.000'0,"17.000"-2.000"16,0.000 7.000-16,-4.000 8.000 16,-8.000 6.000-1,-7.000 8.000-15,-9.000-1.000 16,-10.000 2.000 0,-7.000 3.000-16,-13.000-1.000 15,-7.000 2.000-15,-8.000 0.000 16,-12.000 0.000-1,-5.000-5.000-15,-3.000 1.000 16,5.000 2.000 0,9.000-2.000-16,10.000-5.000 15,10.000-3.000 1,9.000 2.000-16,13.000 1.000 16,8.000-4.000-16,12.000-3.000 15,9.000-3.000 1,2.000-4.000-16,-6.000 1.000 15,-6.000-5.000 1,-10.000 1.000-16,-6.000-3.000 16,-10.000-13.000-1,-9.000-8.000-15,-3.000 3.000 16</inkml:trace>
  <inkml:trace contextRef="#ctx0" brushRef="#br0">21480.000 2823.000 0,'22.000'-19.000'0,"18.000"-16.000"16,8.000-2.000-16,-1.000 6.000 16,-3.000 5.000-1,-2.000 9.000-15,-8.000 8.000 16,-5.000 5.000-1,-3.000 10.000-15,-2.000 9.000 16,-3.000 12.000 0,-5.000 12.000-16,-1.000 11.000 15,-2.000 9.000 1,2.000 3.000-16,1.000-4.000 16,3.000-6.000-1,0.000-6.000-15,0.000-9.000 16,1.000-10.000-1,-4.000-7.000-15,-2.000-10.000 16,-5.000-13.000-16,-1.000-15.000 16,-4.000-18.000-16,-2.000 0.000 15</inkml:trace>
  <inkml:trace contextRef="#ctx0" brushRef="#br0">22153.000 2713.000 0,'0.000'0.000'15,"-26.000"23.000"1,-19.000 23.000-16,-15.000 13.000 16,-9.000 5.000-1,-5.000 1.000-15,8.000-7.000 16,9.000-5.000-16,13.000-13.000 15,9.000-8.000 1,15.000-16.000-16,13.000-21.000 16,5.000-6.000-1</inkml:trace>
  <inkml:trace contextRef="#ctx0" brushRef="#br0">22296.000 3234.000 0,'0.000'0.000'16,"0.000"0.000"-16,-4.000-12.000 15</inkml:trace>
  <inkml:trace contextRef="#ctx0" brushRef="#br0">23851.000 2798.000 0,'0.000'0.000'16,"0.000"0.000"-16,0.000 0.000 16,0.000 0.000-1,0.000 0.000-15,0.000 0.000 16,0.000 0.000-1,19.000-11.000-15,6.000 1.000 16,6.000 5.000 0,-7.000 8.000-16,-4.000 9.000 15,-5.000 6.000-15,-9.000 9.000 16,-7.000 8.000 0,-9.000 4.000-16,-6.000 0.000 15,-4.000 1.000 1,1.000-2.000-16,1.000-4.000 15,8.000-7.000 1,7.000-6.000 0,11.000-13.000-16,15.000-12.000 0,13.000-9.000 15,10.000-9.000 1,4.000-4.000-16,-1.000-2.000 16,-5.000 1.000-1,-11.000 5.000-15,-11.000 4.000 16,-13.000-2.000-1,-13.000 3.000-15,-13.000-5.000 16,-15.000-10.000 0,3.000 3.000-16</inkml:trace>
  <inkml:trace contextRef="#ctx0" brushRef="#br0">23851.000 2721.000 0,'-27.000'52.000'15,"-13.000"28.000"-15,5.000 10.000 16,10.000 0.000 0,16.000-6.000-16,13.000-8.000 15,18.000-12.000 1,12.000-14.000-16,14.000-19.000 15,7.000-18.000 1,7.000-16.000-16,0.000-14.000 16,-2.000-15.000-1,-1.000-12.000-15,-7.000-13.000 16,-10.000-15.000 0,-7.000-6.000-16,-13.000-6.000 15,-13.000 3.000 1,-17.000 14.000-16,-19.000 14.000 15,-18.000 18.000 1,-13.000 21.000-16,-5.000 16.000 16,-4.000 20.000-1,0.000 8.000-15,9.000 8.000 16,12.000 4.000 0,16.000-5.000-1,11.000-9.000-15</inkml:trace>
  <inkml:trace contextRef="#ctx0" brushRef="#br0">24508.000 3130.000 0,'0.000'0.000'0,"0.000"0.000"16,0.000 0.000-16</inkml:trace>
  <inkml:trace contextRef="#ctx0" brushRef="#br0">24600.000 2746.000 0,'34.000'-8.000'16,"15.000"-3.000"-16,1.000 5.000 15,-9.000 5.000-15,-9.000 5.000 16,-10.000 4.000 0,-7.000 3.000-16,-10.000 4.000 15,-8.000 5.000-15,-10.000 3.000 16,-6.000 4.000-1,-7.000 5.000 1,-2.000 1.000-16,6.000-7.000 16,8.000-4.000-1,9.000-3.000-15,13.000-13.000 16,15.000-6.000-16,8.000-6.000 16,4.000-1.000-1,-3.000 0.000-15,-6.000 6.000 16,-11.000 1.000-1,-12.000 14.000-15,-15.000 12.000 16,-19.000 10.000 0,-9.000 7.000-16,-6.000 2.000 15,5.000-1.000 1,9.000-8.000 0,11.000-11.000-16,21.000-25.000 15,6.000 6.000-15,22.000-16.000 16,16.000-12.000-1,8.000-4.000-15,-2.000 3.000 16,-5.000 6.000-16,-10.000 7.000 16,-11.000 7.000-1,-11.000 13.000-15,-12.000 10.000 16,-11.000 8.000 0,-6.000 4.000-16,-6.000-3.000 15,4.000-7.000 1,4.000-11.000-16,8.000-17.000 15,6.000-17.000 1,6.000-21.000 0,0.000 2.000-16</inkml:trace>
  <inkml:trace contextRef="#ctx0" brushRef="#br0">24987.000 2943.000 0,'0.000'0.000'0,"30.000"-13.000"16,18.000-7.000 0,5.000 0.000-16,3.000 2.000 15,-3.000 8.000 1,-4.000 6.000-16,-7.000 6.000 16,-8.000 5.000-1,-8.000 9.000-15,-10.000 11.000 16,-12.000 8.000-16,-14.000 11.000 15,-12.000 11.000 1,-11.000 8.000 0,-6.000-3.000-16,0.000-6.000 15,4.000-14.000 1,10.000-17.000-16,6.000-17.000 16,6.000-21.000-16,5.000-21.000 15,7.000-19.000 1,1.000-23.000-16,7.000-16.000 15,0.000 15.000 1</inkml:trace>
  <inkml:trace contextRef="#ctx0" brushRef="#br0">25323.000 2677.000 0,'-45.000'90.000'15,"-19.000"36.000"1,0.000-8.000-16,13.000-23.000 16,15.000-35.000-1,14.000-38.000-15,9.000-16.000 16</inkml:trace>
  <inkml:trace contextRef="#ctx0" brushRef="#br0">25559.000 2909.000 0,'19.000'7.000'0,"5.000"0.000"15,-4.000-3.000 1,-5.000-3.000-16,-15.000-1.000 16,0.000 0.000-16,4.000 6.000 15,-14.000 0.000 1,-7.000 2.000-16,-2.000-3.000 16,5.000-1.000-1,4.000-2.000-15,10.000-2.000 16,4.000 0.000-1,16.000-6.000-15,14.000-9.000 16,14.000-2.000 0,4.000 0.000-16,4.000 1.000 15,-6.000 4.000 1,-4.000 5.000-16,-8.000 5.000 16,-8.000 8.000-1,-8.000 9.000-15,-7.000 9.000 16,-11.000 10.000-16,-10.000 10.000 15,-12.000 9.000 1,-10.000 4.000-16,-7.000-2.000 16,-3.000-10.000-1,4.000-11.000-15,5.000-13.000 16,4.000-19.000-16,5.000-25.000 16,8.000-30.000-1,5.000-23.000 1,3.000 6.000-16</inkml:trace>
  <inkml:trace contextRef="#ctx0" brushRef="#br0">25937.000 2617.000 0,'-38.000'58.000'16,"-17.000"30.000"-16,-5.000 13.000 15,3.000-5.000 1,9.000-18.000-16,13.000-18.000 16,17.000-30.000-1,18.000-30.000-15,17.000-30.000 16,1.000-5.000 0</inkml:trace>
  <inkml:trace contextRef="#ctx0" brushRef="#br0">26156.000 2448.000 0,'18.000'30.000'0,"6.000"11.000"16,-4.000-9.000-1,-6.000-13.000-15</inkml:trace>
  <inkml:trace contextRef="#ctx0" brushRef="#br0">26358.000 2363.000 0,'9.000'43.000'16,"5.000"14.000"-16,-3.000-10.000 15,-3.000-15.000-15</inkml:trace>
  <inkml:trace contextRef="#ctx0" brushRef="#br0">26744.000 2414.000 0,'0.000'0.000'16,"-6.000"23.000"-16,-14.000 15.000 16,-18.000 6.000-1,-10.000 1.000-15,-10.000-6.000 16,9.000-11.000-1</inkml:trace>
  <inkml:trace contextRef="#ctx0" brushRef="#br0">26274.000 2848.000 0,'0.000'0.000'0,"0.000"0.000"16,0.000 0.000-16,9.000 14.000 15,8.000 1.000 1,6.000-5.000-16,9.000-14.000 16,7.000-9.000-1,7.000-8.000 1,1.000-4.000-16,1.000 4.000 16,-5.000 5.000-16,-4.000 9.000 15,-10.000 9.000 1,-14.000 14.000-16,-15.000 9.000 15,-16.000 6.000 1,-14.000-1.000-16,-8.000 4.000 16,2.000-3.000-1,4.000-7.000-15,9.000-5.000 16,11.000-4.000 0,9.000-3.000-16,11.000-4.000 15,10.000-2.000-15,11.000 2.000 16,0.000-1.000-1,-3.000-5.000-15,-2.000 5.000 16,-8.000 2.000 0,-5.000 5.000-16,-5.000 7.000 15,-3.000 5.000 1,-3.000 8.000 0,-1.000 1.000-16,-2.000 5.000 15,0.000-5.000-15,1.000-3.000 16,-1.000-8.000-1,-3.000-5.000-15,-3.000-9.000 16,-7.000-8.000 0,-8.000-6.000-16,-4.000-8.000 15,-2.000-6.000 1,4.000-1.000-16,8.000-6.000 16,11.000 0.000-1,14.000 0.000-15,13.000 0.000 16,15.000-2.000-1,9.000 2.000-15,2.000-2.000 16,-1.000 8.000 0,-6.000 0.000-16,-7.000 1.000 15,-6.000-7.000-15,-4.000-8.000 16,-9.000 4.000 0,-5.000 10.000-16</inkml:trace>
  <inkml:trace contextRef="#ctx0" brushRef="#br0">27123.000 2448.000 0,'0.000'0.000'15,"6.000"19.000"-15,1.000 3.000 16,-1.000-4.000-1</inkml:trace>
  <inkml:trace contextRef="#ctx0" brushRef="#br0">26896.000 2823.000 0,'46.000'-7.000'16,"29.000"-5.000"-16,11.000-7.000 15,-1.000-3.000 1,-7.000-2.000-16,-10.000-1.000 16,-14.000 2.000-1,-16.000 7.000-15,-14.000 7.000 16</inkml:trace>
  <inkml:trace contextRef="#ctx0" brushRef="#br0">27275.000 2926.000 0,'18.000'31.000'16,"6.000"15.000"-16,-7.000 13.000 16,-17.000 2.000-1,-13.000-2.000-15,-5.000-7.000 16,-4.000-15.000-1,-4.000-20.000-15,5.000-10.000 16,8.000-6.000 0</inkml:trace>
  <inkml:trace contextRef="#ctx0" brushRef="#br0">27275.000 2882.000 0,'-20.000'36.000'0,"-15.000"28.000"16,-13.000 11.000-1,3.000-4.000-15,11.000-15.000 16,12.000-30.000 0,12.000-18.000-16,3.000-6.000 15</inkml:trace>
  <inkml:trace contextRef="#ctx0" brushRef="#br0">27779.000 2439.000 0,'-6.000'45.000'0,"-20.000"30.000"15,-14.000 7.000-15,-5.000-4.000 16,7.000-14.000 0,14.000-13.000-16,16.000-13.000 15,17.000-12.000 1,19.000-15.000-16,20.000-16.000 16,13.000-6.000-1,3.000-6.000-15,-4.000-1.000 16,-12.000 1.000-1,-14.000 0.000-15,-15.000-3.000 16,-17.000-6.000 0,-8.000 5.000-16</inkml:trace>
  <inkml:trace contextRef="#ctx0" brushRef="#br0">27753.000 2755.000 0,'7.000'43.000'0,"-1.000"25.000"16,-6.000 12.000-1,-8.000 2.000-15,-5.000-4.000 16,-3.000-9.000 0,3.000-10.000-1,4.000-15.000 1,3.000-16.000-16,5.000-13.000 15,7.000-22.000-15,-1.000-3.000 16,0.000-1.000-16</inkml:trace>
  <inkml:trace contextRef="#ctx0" brushRef="#br0">27753.000 2951.000 0,'-15.000'24.000'0,"-17.000"18.000"16,-18.000 8.000 0,-5.000-1.000-16,-1.000-6.000 15,4.000-13.000 1,12.000-12.000-16,14.000-9.000 16</inkml:trace>
  <inkml:trace contextRef="#ctx0" brushRef="#br0">27762.000 3020.000 0,'39.000'28.000'16,"12.000"15.000"-1,-3.000 0.000-15,-11.000-4.000 16,-10.000-11.000-1,-7.000-15.000-15,-5.000-17.000 16,1.000-22.000-16,-6.000-1.000 16,-3.000 7.000-1</inkml:trace>
  <inkml:trace contextRef="#ctx0" brushRef="#br0">28174.000 2576.000 0,'15.000'31.000'0,"4.000"17.000"16,-6.000 6.000 0,-5.000-7.000-16,-8.000-14.000 15,-2.000-12.000 1,-2.000-10.000-16</inkml:trace>
  <inkml:trace contextRef="#ctx0" brushRef="#br0">28259.000 2456.000 0,'25.000'0.000'15,"18.000"4.000"1,1.000 4.000-16,0.000 5.000 16,-8.000 0.000-16,-11.000-1.000 15,-11.000 3.000-15,-12.000 1.000 16,-15.000 4.000 0,-15.000 1.000-16,-11.000 1.000 15,-6.000 3.000 1,7.000-1.000-16,8.000-3.000 15,11.000-3.000 1,15.000-6.000-16,19.000-6.000 16,16.000-7.000-1,8.000-2.000-15,3.000 1.000 16,-5.000 2.000 0,-9.000 2.000-16,-11.000 5.000 15,-13.000 6.000 1,-17.000 7.000-16,-19.000 5.000 15,-16.000 3.000 1,-3.000 0.000-16,6.000-3.000 16,13.000-4.000-16,16.000-6.000 15,17.000-1.000 1,18.000-8.000-16,15.000-4.000 16,7.000-3.000-1,1.000 0.000-15,-8.000 2.000 16,-9.000 3.000-1,-15.000 4.000-15,-17.000 9.000 16,-22.000 10.000 0,-19.000 4.000-1,-11.000 1.000-15,1.000-3.000 16,12.000-4.000 0,17.000-4.000-16,20.000-8.000 15,20.000-7.000-15,25.000-6.000 16,20.000-4.000-1,12.000-5.000-15,1.000-1.000 16,-11.000-2.000 0,-14.000 5.000-16,-18.000 2.000 15,-15.000-2.000 1,-17.000 0.000-16,-17.000-6.000 16,-14.000-4.000-1,4.000 2.000-15</inkml:trace>
  <inkml:trace contextRef="#ctx0" brushRef="#br0">28367.000 3053.000 0,'0.000'0.000'0,"0.000"25.000"16,0.000 13.000 0,-1.000 7.000-1,-4.000-5.000-15,-4.000-2.000 16,-1.000-6.000-16,1.000-7.000 15,-1.000-12.000 1,2.000-9.000-16</inkml:trace>
  <inkml:trace contextRef="#ctx0" brushRef="#br0">28123.000 3326.000 0,'32.000'2.000'16,"24.000"1.000"-1,10.000 0.000-15,0.000-3.000 16,-6.000-2.000-16,-10.000 1.000 16,-12.000 1.000-1,-9.000-4.000-15,-10.000-4.000 16,-10.000-13.000-16,-6.000-2.000 15</inkml:trace>
  <inkml:trace contextRef="#ctx0" brushRef="#br0">28763.000 2866.000 0,'9.000'14.000'16,"3.000"2.000"-16</inkml:trace>
  <inkml:trace contextRef="#ctx0" brushRef="#br0">28755.000 3157.000 0,'0.000'0.000'16,"0.000"0.000"-16</inkml:trace>
  <inkml:trace contextRef="#ctx0" brushRef="#br0">29595.000 2644.000 0,'0.000'0.000'0,"0.000"0.000"16,-11.000-6.000-16</inkml:trace>
  <inkml:trace contextRef="#ctx0" brushRef="#br0">29520.000 2567.000 0,'0.000'0.000'15,"0.000"0.000"1,0.000-13.000-16,-4.000-4.000 15,-5.000 6.000-15,-7.000 13.000 16,-10.000 13.000 0,-3.000 9.000-16,-2.000 13.000 15,4.000 9.000 1,2.000 4.000-16,7.000 3.000 16,4.000-4.000-1,8.000-5.000-15,9.000-8.000 16,4.000-11.000-1,9.000-16.000 1,10.000-18.000-16,8.000-20.000 16,6.000-18.000-16,5.000-14.000 15,6.000-11.000 1,-1.000-10.000-16,-6.000 1.000 16,-4.000 1.000-1,-4.000 3.000-15,-9.000 9.000 16,-6.000 8.000-1,-8.000 1.000-15,-8.000 9.000 16,-3.000 11.000 0,-5.000 13.000-16,-1.000 10.000 15,4.000 16.000 1,-7.000 5.000-16,1.000 22.000 16,-3.000 19.000-1,-4.000 16.000-15,0.000 15.000 16,-2.000 13.000-1,-1.000 3.000-15,4.000 0.000 16,1.000-8.000 0,6.000-9.000-1,4.000-17.000-15,6.000-15.000 16,1.000-15.000-16,6.000-15.000 16,0.000-15.000-16,6.000-21.000 15,-1.000-17.000 1,0.000-20.000-1,-6.000 5.000-15</inkml:trace>
  <inkml:trace contextRef="#ctx0" brushRef="#br0">29898.000 2226.000 0,'27.000'4.000'0,"7.000"4.000"15,-6.000 9.000 1,-15.000 8.000-16,-16.000 4.000 31,-15.000 2.000-31,-9.000 3.000 16,1.000-3.000-16,3.000-8.000 15,7.000-3.000-15,7.000-4.000 16,7.000-5.000-16,7.000-6.000 16,7.000-5.000-1,8.000-4.000-15,11.000-8.000 16,5.000-4.000 0,-5.000 0.000-16,-10.000 6.000 15</inkml:trace>
  <inkml:trace contextRef="#ctx0" brushRef="#br0">29999.000 2626.000 0,'22.000'-10.000'16,"11.000"-13.000"-16,0.000-3.000 15,-1.000 1.000 1,-7.000 0.000-16,-2.000 2.000 16,-4.000 6.000-1,-3.000 6.000-15,-4.000 8.000 16,-1.000 7.000 0,2.000 7.000-16,-2.000 14.000 15,-1.000 5.000 1,1.000 4.000-16,2.000 4.000 15,3.000 3.000 1,-2.000 0.000-16,2.000-4.000 16,-2.000-4.000-16,0.000-4.000 15,-2.000-5.000 1,1.000-6.000-16,-4.000-2.000 16,-2.000-6.000-1,-7.000-10.000-15,6.000 1.000 16,-3.000-15.000-16,-1.000-3.000 15,-1.000 5.000 1</inkml:trace>
  <inkml:trace contextRef="#ctx0" brushRef="#br0">30503.000 2464.000 0,'-18.000'37.000'0,"-20.000"19.000"16,-20.000 12.000-16,-12.000 5.000 15,-3.000-8.000 1,0.000-5.000-16,9.000-13.000 16,16.000-16.000-1</inkml:trace>
  <inkml:trace contextRef="#ctx0" brushRef="#br0">29184.000 3216.000 0,'0.000'0.000'0,"0.000"0.000"16,40.000-2.000-16,26.000-1.000 16,14.000-7.000-1,10.000-5.000-15,10.000-1.000 16,6.000-4.000 0,7.000 1.000-16,1.000 4.000 15,-5.000 5.000 1,-12.000 4.000-1,-11.000 2.000-15,-15.000 7.000 16,-15.000-1.000-16,-15.000 0.000 16,-15.000-2.000-16,-10.000-2.000 15,-8.000 2.000 1</inkml:trace>
  <inkml:trace contextRef="#ctx0" brushRef="#br0">29680.000 3549.000 0,'0.000'0.000'16,"0.000"0.000"-16,-20.000-3.000 15,-12.000 5.000 1,-9.000 10.000-16,-7.000 13.000 16,2.000 9.000-1,-2.000 11.000 1,7.000 2.000-1,9.000-1.000-15,7.000-5.000 16,13.000-11.000-16,10.000-10.000 16,13.000-11.000-1,12.000-13.000-15,10.000-13.000 16,8.000-13.000 0,2.000-9.000-16,5.000-11.000 15,-1.000-8.000 1,-3.000-3.000-16,-8.000-6.000 15,-6.000-2.000-15,-5.000 2.000 16,-5.000 6.000 0,-3.000 15.000-1,-8.000 16.000-15,-2.000 11.000 16,-4.000 8.000-16,-3.000 11.000 16,0.000 12.000-1,-4.000 18.000-15,-6.000 13.000 16,0.000 10.000-1,2.000 7.000 1,-3.000 4.000-16,4.000-1.000 16,0.000-2.000-1,1.000-5.000-15,4.000-8.000 16,2.000-10.000 0,2.000-13.000-16,3.000-12.000 15,-1.000-21.000 1,-3.000-18.000-16,-1.000-3.000 15</inkml:trace>
  <inkml:trace contextRef="#ctx0" brushRef="#br0">29806.000 3556.000 0,'33.000'0.000'0,"18.000"-3.000"15,2.000-2.000 1,-2.000-2.000-16,-8.000 1.000 16,-4.000-1.000-1,-7.000 0.000-15,-11.000-1.000 16,-5.000-6.000 0,-10.000-4.000-16,-4.000 3.000 15,-2.000 4.000 1</inkml:trace>
  <inkml:trace contextRef="#ctx0" brushRef="#br0">29973.000 3419.000 0,'0.000'0.000'16,"-1.000"37.000"-1,-4.000 21.000-15,-6.000 12.000 16,-4.000 0.000-1,0.000-3.000-15,1.000-11.000 16,7.000-14.000 0,4.000-10.000-16,5.000-11.000 15,4.000-8.000 1,7.000-13.000-16,5.000-16.000 16,8.000-19.000-16,-3.000 1.000 15,3.000-28.000 1,-4.000 1.000-16</inkml:trace>
  <inkml:trace contextRef="#ctx0" brushRef="#br0">30251.000 3275.000 0,'0.000'0.000'0,"28.000"3.000"16,12.000 7.000 0,0.000 3.000-16,-10.000 0.000 15,-10.000 4.000 1,-7.000 2.000-16,-11.000 1.000 16,-6.000 3.000-1,-6.000 0.000-15,2.000-1.000 16,2.000-1.000-1,4.000-2.000-15,5.000-1.000 16,13.000-12.000-16,16.000-13.000 16,-1.000-6.000-1,4.000-14.000-15</inkml:trace>
  <inkml:trace contextRef="#ctx0" brushRef="#br0">30790.000 3138.000 0,'0.000'0.000'0,"0.000"0.000"15,-11.000 8.000-15,-1.000 1.000 16,2.000-7.000 0,1.000-2.000-1,3.000-1.000-15,0.000-4.000 16,0.000 0.000-16,6.000 5.000 16,-8.000 0.000-1,8.000 0.000-15,0.000 0.000 16,-6.000 0.000-16,6.000 0.000 15,0.000 0.000 1,-6.000-1.000-16,6.000 1.000 16,0.000 0.000-1,0.000 0.000-15,0.000 0.000 16,0.000 0.000 0,0.000 0.000-16,6.000 0.000 15,13.000 1.000-15,5.000 1.000 16,3.000-4.000-1,2.000 1.000-15,1.000 0.000 16,4.000 0.000 0,-3.000-1.000-16,-2.000 0.000 15,-3.000-1.000 1,-4.000 3.000-16,-6.000 2.000 16,-7.000-2.000-16,-9.000 0.000 15,0.000 0.000 1,0.000 0.000-16,0.000 0.000 15,1.000-3.000 1,-7.000-8.000-16,-7.000-10.000 16,1.000 0.000-1</inkml:trace>
  <inkml:trace contextRef="#ctx0" brushRef="#br0">30873.000 2943.000 0,'0.000'0.000'16,"3.000"30.000"-1,-4.000 21.000-15,-4.000 13.000 16,-5.000 10.000-1,-10.000 6.000-15,-1.000-3.000 32,1.000-12.000-32,4.000-21.000 0</inkml:trace>
  <inkml:trace contextRef="#ctx0" brushRef="#br0">31412.000 3036.000 0,'0.000'0.000'15,"0.000"0.000"-15,0.000 0.000 16,0.000 0.000 0,0.000 0.000-16,0.000 0.000 15,0.000 0.000-15,0.000 0.000 16,0.000 0.000 0,0.000 0.000-16,6.000-16.000 15,3.000-5.000 1,-1.000 0.000-16,-2.000 4.000 15,0.000 2.000 1,-4.000 2.000-16,-4.000 3.000 16,-1.000 3.000-1,-1.000 1.000 1,4.000 6.000-16,0.000 0.000 16,0.000 0.000-16,0.000 0.000 15,-5.000 7.000-15,-2.000 15.000 16,-2.000 16.000-1,0.000 12.000-15,-4.000 3.000 16,0.000 4.000 0,4.000-4.000-16,6.000-9.000 15,3.000-8.000 1,6.000-10.000-16,5.000-6.000 16,8.000-9.000-1,0.000-8.000-15,5.000-13.000 16,3.000-6.000-1,-1.000-13.000-15,-2.000-1.000 16,-2.000-6.000 0,-2.000 0.000-16,-7.000 4.000 15,-3.000 7.000-15,-4.000 9.000 16,-3.000 4.000 0,-3.000 12.000-16,0.000 0.000 15,1.000 3.000 1,0.000 13.000-1,-2.000 11.000-15,0.000 10.000 16,2.000 6.000-16,4.000-2.000 16,2.000-5.000-1,3.000-7.000-15,4.000-10.000 16,6.000-9.000 0,4.000-14.000-16,3.000-11.000 15,4.000-9.000 1,0.000-8.000-16,0.000-6.000 15,-6.000-3.000-15,-3.000-1.000 16,-7.000 1.000 0,-7.000 6.000-16,-5.000 6.000 15,-4.000 5.000 1,-1.000 7.000-16,-2.000 3.000 16,-1.000 4.000-16,-2.000 5.000 15,0.000 5.000 1,0.000 7.000-16,0.000 1.000 15,7.000-8.000 1,1.000-5.000-16,5.000-15.000 16,0.000 1.000-1</inkml:trace>
  <inkml:trace contextRef="#ctx0" brushRef="#br0">31933.000 2635.000 0,'0.000'0.000'0,"22.000"0.000"16,16.000 3.000-16,5.000 0.000 15,2.000 1.000 1,-2.000 2.000-16,-7.000 0.000 15,-9.000 3.000 1,-9.000 1.000-16,-10.000 8.000 16,-9.000 7.000-1,-14.000 4.000-15,-7.000-2.000 16,-2.000 0.000 0,3.000-5.000-16,7.000-3.000 15,8.000-3.000-15,9.000-5.000 31,10.000-8.000-31,14.000-6.000 0,8.000-4.000 16,5.000-3.000 0,0.000-4.000-16,-5.000 3.000 15,-8.000 2.000 1,-9.000 2.000-16</inkml:trace>
  <inkml:trace contextRef="#ctx0" brushRef="#br0">32177.000 3105.000 0,'0.000'0.000'16,"0.000"0.000"-16,13.000-14.000 15,7.000-3.000 1,2.000 2.000-16,-1.000 4.000 16,-1.000 7.000-1,-6.000 4.000-15,-1.000 6.000 16,-1.000 7.000-1,1.000 4.000-15,-2.000 8.000 16,-2.000 2.000 0,1.000 3.000-1,-2.000 4.000-15,2.000 2.000 16,2.000-2.000-16,0.000-4.000 16,-1.000-5.000-1,1.000-3.000-15,-3.000-7.000 16,0.000-6.000-1,-9.000-9.000-15,6.000-1.000 16,1.000-13.000-16,-1.000-3.000 16,-3.000 4.000-1</inkml:trace>
  <inkml:trace contextRef="#ctx0" brushRef="#br0">32572.000 2951.000 0,'-12.000'21.000'16,"-13.000"19.000"-16,-13.000 11.000 16,-9.000 2.000-1,-4.000 1.000-15,-1.000 1.000 16,5.000-5.000-1,5.000-8.000-15,11.000-9.000 16,12.000-14.000 0,13.000-8.000-16,12.000-18.000 15,4.000-3.000 1</inkml:trace>
  <inkml:trace contextRef="#ctx0" brushRef="#br0">32732.000 3121.000 0,'0.000'0.000'0,"0.000"0.000"16,28.000-4.000-16,14.000-2.000 15,3.000-1.000 1,-1.000-1.000-16,-5.000 3.000 16,-4.000 1.000-1,-8.000-1.000-15,-5.000 4.000 16,-11.000 0.000-1,-12.000 1.000-15,-14.000 0.000 16,-2.000 0.000 0</inkml:trace>
  <inkml:trace contextRef="#ctx0" brushRef="#br0">32707.000 3317.000 0,'0.000'0.000'0,"30.000"-4.000"16,14.000-3.000-1,3.000 0.000-15,-7.000 1.000 16,-3.000 0.000 0,-6.000-1.000-16,-3.000 1.000 15,-7.000-1.000-15,-5.000-4.000 16,-2.000-8.000-1,-5.000 2.000-15</inkml:trace>
  <inkml:trace contextRef="#ctx0" brushRef="#br0">33312.000 3020.000 0,'-7.000'21.000'15,"-6.000"13.000"-15,-4.000 7.000 16,-3.000 2.000 0,2.000 1.000-16,5.000-3.000 15,5.000-5.000 1,2.000-5.000 0,7.000-8.000-16,5.000-3.000 15,2.000-5.000-15,5.000-9.000 16,5.000-8.000-1,5.000-5.000-15,3.000-9.000 16,2.000-6.000-16,1.000-3.000 16,-1.000-7.000-1,-6.000-4.000-15,-3.000-1.000 16,-5.000 0.000 0,-8.000 1.000-16,-7.000-1.000 15,-6.000 6.000 1,-5.000 5.000-16,-5.000 9.000 15,0.000 8.000 1,-3.000 11.000-16,-5.000 8.000 16,-3.000 11.000-1,-1.000-2.000 1,4.000-6.000-16,5.000-5.000 0,7.000-3.000 16</inkml:trace>
  <inkml:trace contextRef="#ctx0" brushRef="#br0">29133.000 4069.000 0,'11.000'6.000'15,"3.000"4.000"-15,-2.000-4.000 16,1.000-4.000 0,-4.000 1.000-16,3.000-3.000 15,4.000 0.000 1,1.000 2.000-16,5.000-2.000 15,-1.000-2.000 1,3.000 2.000-16,-1.000 0.000 16,4.000 0.000-1,1.000-4.000 1,1.000 4.000-16,2.000-4.000 16,0.000 0.000-16,3.000-1.000 15,-1.000 3.000-15,-1.000 2.000 16,0.000 0.000-1,0.000 2.000-15,-1.000-1.000 16,3.000-2.000 0,4.000-3.000-16,0.000 1.000 15,4.000 0.000 1,2.000-4.000-16,-1.000 1.000 16,3.000 0.000-1,-2.000 0.000-15,-2.000 2.000 16,0.000 1.000-16,-1.000 2.000 15,-1.000 1.000 1,2.000 0.000-16,2.000-1.000 16,3.000-4.000-1,-1.000 0.000 1,4.000 1.000-16,-3.000 0.000 16,1.000 1.000-16,-2.000 2.000 15,0.000 0.000 1,1.000 1.000-16,3.000 0.000 15,3.000 0.000 1,-1.000-2.000-16,5.000-2.000 16,1.000 4.000-16,-1.000-4.000 15,-1.000 1.000 1,-1.000 2.000-16,0.000-2.000 16,3.000-1.000-1,1.000 0.000-15,1.000 1.000 16,0.000 0.000-1,1.000-1.000-15,-1.000 4.000 16,-1.000-5.000 0,0.000 1.000-16,0.000 0.000 15,1.000 3.000-15,5.000-2.000 32,-1.000-1.000-32,1.000 0.000 15,0.000 1.000-15,-1.000-1.000 16,-1.000 0.000-16,-2.000 1.000 15,-1.000 2.000 1,0.000-1.000-16,-1.000 2.000 16,-3.000-1.000-1,1.000-3.000-15,1.000 3.000 16,-2.000-3.000 0,0.000 2.000-16,-1.000 0.000 15,-3.000 0.000 1,-4.000 1.000-16,-2.000-1.000 15,-2.000-2.000 1,-2.000 0.000-16,-2.000-1.000 16,-1.000-2.000-16,0.000 3.000 15,-1.000-1.000 1,0.000 2.000 0,0.000 1.000-16,-1.000-13.000 15,-6.000-2.000-15</inkml:trace>
  <inkml:trace contextRef="#ctx0" brushRef="#br0">13029.000 3992.000 0,'0.000'0.000'0,"0.000"0.000"15,0.000 0.000-15,0.000 0.000 16,27.000-4.000 0,12.000-7.000-16,5.000 3.000 15,-3.000 2.000 1,-7.000 3.000-16,-6.000 2.000 16,-10.000 5.000-1,-7.000 4.000-15,-9.000 7.000 16,-14.000 5.000-1,-11.000 5.000-15,-8.000 2.000 16,2.000-1.000 0,5.000-5.000-16,8.000-4.000 15,7.000-4.000-15,9.000-13.000 16,8.000 10.000 0,12.000-7.000-16,9.000-2.000 15,-2.000-4.000 1,1.000 3.000-16,-8.000 4.000 15,-7.000 4.000 1,-7.000 7.000 0,-10.000 7.000-16,-11.000 8.000 15,-11.000 7.000-15,-7.000 3.000 16,0.000-3.000 0,2.000-2.000-16,7.000-7.000 15,7.000-8.000 1,11.000-8.000-16,9.000-7.000 15,14.000-10.000-15,11.000-13.000 16,9.000-8.000 0,5.000-9.000-16,6.000-7.000 15,-2.000-5.000 1,1.000-9.000-16,-4.000-2.000 16,-6.000-3.000-1,-10.000-1.000 1,-11.000 2.000-1,-14.000 9.000-15,-18.000 7.000 16,-15.000 9.000-16,-16.000 10.000 16,-13.000 10.000-1,-6.000 11.000-15,-7.000 9.000 16,1.000 16.000 0,4.000 14.000-16,8.000 15.000 15,9.000 15.000 1,10.000 10.000-16,15.000 4.000 15,14.000-8.000 1,16.000-8.000-16,14.000-9.000 16,12.000-13.000-1,11.000-13.000-15,7.000-14.000 16,5.000-12.000 0,3.000-19.000-16,-7.000 0.000 15,-11.000 9.000 1</inkml:trace>
  <inkml:trace contextRef="#ctx0" brushRef="#br0">14206.000 3872.000 0,'0.000'0.000'16,"0.000"0.000"-16,0.000 0.000 16,29.000-4.000-1,16.000-3.000-15,2.000-3.000 16,0.000 1.000-1,-7.000-4.000-15,-13.000 5.000 16,-11.000 4.000 0</inkml:trace>
  <inkml:trace contextRef="#ctx0" brushRef="#br0">14265.000 4035.000 0,'0.000'0.000'0,"0.000"0.000"15,0.000 0.000 1,0.000 0.000-16,37.000 0.000 16,20.000-1.000-1,1.000 1.000-15,-8.000-5.000 16,-13.000 1.000 0,-11.000 3.000-16,-12.000 8.000 15,-12.000 7.000 1,-17.000 5.000-16,-18.000 10.000 15,-12.000 7.000 1,-1.000 1.000 0,0.000-3.000-16,8.000-3.000 15,12.000-7.000-15,13.000-10.000 16,13.000-14.000-16,9.000 2.000 16,15.000-11.000-1,12.000-7.000-15,5.000-1.000 16,3.000-2.000-1,-6.000 4.000-15,-5.000 8.000 16,-6.000 7.000 0,-9.000 6.000-16,-11.000 9.000 15,-10.000 6.000 1,-13.000 2.000-16,-8.000 1.000 16,-8.000-7.000-1,-6.000-7.000-15,-2.000-18.000 16,-4.000-12.000-1,9.000 1.000-15</inkml:trace>
  <inkml:trace contextRef="#ctx0" brushRef="#br0">14131.000 4061.000 0,'-19.000'28.000'0,"-14.000"20.000"16,-5.000 3.000 0,-1.000-3.000-16,-3.000-3.000 15,4.000-12.000-15,5.000-8.000 16,7.000-11.000 0,9.000-6.000-1,5.000-5.000-15,12.000-3.000 16,3.000 0.000-16,14.000 0.000 15,13.000 3.000 1,12.000 4.000-16,9.000 4.000 16,9.000 6.000-1,4.000 3.000 1,4.000 5.000-16,2.000-5.000 16,3.000-1.000-16,-1.000-10.000 15,-1.000-9.000 1,-4.000-8.000-16,-5.000-16.000 15,-7.000-17.000 1,-7.000-14.000-16,-8.000-10.000 16,-12.000 9.000-1</inkml:trace>
  <inkml:trace contextRef="#ctx0" brushRef="#br0">14887.000 3957.000 0,'25.000'-4.000'16,"18.000"0.000"-16,6.000 3.000 15,-1.000 6.000 1,-8.000 4.000-16,-12.000 3.000 16,-13.000 4.000-1,-15.000 4.000-15,-13.000 6.000 16,-15.000 4.000-1,-9.000 6.000 1,-5.000-1.000-16,-2.000-3.000 16,3.000-3.000-16,12.000-8.000 15,12.000-6.000 1,17.000-12.000-16,18.000-6.000 16,12.000-6.000-1,5.000 1.000-15,-4.000 1.000 16,-6.000 3.000-16,-10.000 8.000 15,-7.000 5.000 1,-15.000 9.000-16,-15.000 6.000 16,-13.000 7.000-1,-3.000 2.000 1,2.000-2.000-16,6.000-7.000 16,13.000-12.000-1,15.000-11.000-15,24.000-10.000 16,21.000-11.000-16,10.000 2.000 15,3.000-1.000 1,-9.000 8.000-16,-13.000 6.000 16,-14.000 8.000-1,-15.000 12.000-15,-17.000 10.000 16,-11.000 6.000 0,-10.000 0.000-16,1.000-4.000 15,5.000-9.000 1,11.000-18.000-16,12.000-19.000 15,15.000-21.000 1,12.000-2.000-16,-2.000 8.000 16</inkml:trace>
  <inkml:trace contextRef="#ctx0" brushRef="#br0">15257.000 4146.000 0,'56.000'-7.000'16,"25.000"-1.000"-16,-1.000 2.000 15,-6.000 1.000 1,-13.000 4.000-16,-12.000 3.000 16,-13.000 7.000-1,-11.000 6.000-15,-10.000 7.000 16,-17.000 11.000-1,-18.000 12.000-15,-17.000 5.000 16,-11.000 1.000 0,-3.000 1.000-16,3.000-9.000 15,6.000-10.000-15,7.000-12.000 16,8.000-14.000 0,10.000-16.000-16,11.000-23.000 15,8.000-22.000 1,6.000-14.000-16,2.000 8.000 15</inkml:trace>
  <inkml:trace contextRef="#ctx0" brushRef="#br0">15619.000 3941.000 0,'0.000'0.000'15,"-25.000"36.000"1,-21.000 23.000-1,-12.000 13.000-15,-4.000 6.000 16,4.000-8.000-16,7.000-15.000 16,18.000-27.000-1,19.000-28.000-15,10.000-14.000 16</inkml:trace>
  <inkml:trace contextRef="#ctx0" brushRef="#br0">16099.000 3762.000 0,'18.000'15.000'0,"8.000"10.000"16,-2.000 9.000-16,-10.000-3.000 15,-13.000-6.000 1,-11.000-10.000-16,-2.000-9.000 15</inkml:trace>
  <inkml:trace contextRef="#ctx0" brushRef="#br0">15939.000 4146.000 0,'32.000'-11.000'16,"23.000"-7.000"-1,21.000-3.000-15,8.000-6.000 16,2.000 1.000 0,-5.000 4.000-16,-12.000 3.000 15,-14.000 4.000 1,-20.000 0.000-16,-20.000 6.000 16,-22.000 5.000-1,-5.000 4.000-15</inkml:trace>
  <inkml:trace contextRef="#ctx0" brushRef="#br0">16326.000 4179.000 0,'18.000'17.000'0,"9.000"16.000"16,-1.000 4.000 0,-5.000 3.000-1,-12.000 6.000-15,-15.000 4.000 16,-13.000-3.000-1,-15.000-7.000-15,-7.000-20.000 16,-3.000-18.000-16,1.000-23.000 16,11.000-20.000-1,11.000 2.000-15</inkml:trace>
  <inkml:trace contextRef="#ctx0" brushRef="#br0">16309.000 4102.000 0,'-29.000'48.000'15,"-19.000"22.000"-15,-6.000 2.000 16,6.000-18.000-16,11.000-24.000 16,11.000-17.000-1</inkml:trace>
  <inkml:trace contextRef="#ctx0" brushRef="#br0">16847.000 3803.000 0,'-9.000'24.000'16,"-17.000"20.000"-16,-15.000 13.000 15,-5.000 2.000 1,2.000-3.000-16,11.000-8.000 16,16.000-11.000-1,19.000-15.000 1,23.000-14.000 0,21.000-12.000-16,12.000-8.000 0,4.000-5.000 15,-4.000-1.000 1,-12.000 4.000-16,-15.000 0.000 15,-13.000 5.000-15,-15.000-4.000 16,-16.000-4.000 0,-15.000-4.000-16,-10.000-2.000 15,0.000 2.000 1,3.000 6.000-16,5.000 4.000 16,14.000 14.000-1,11.000 12.000-15,5.000-1.000 16,3.000 5.000-1,3.000 5.000-15,6.000 7.000 16,1.000 10.000 0,-4.000 13.000-16,-9.000 7.000 15,-11.000 9.000 1,-6.000 1.000-16,-2.000-1.000 16,-1.000-5.000-1,3.000-13.000-15,10.000-18.000 16,3.000-12.000-1,6.000-24.000-15,10.000-21.000 16,4.000-18.000 0,-3.000 2.000-16</inkml:trace>
  <inkml:trace contextRef="#ctx0" brushRef="#br0">16872.000 4223.000 0,'-23.000'19.000'16,"-19.000"16.000"0,-15.000 11.000-16,-6.000 2.000 15,-1.000-5.000 1,3.000-15.000-16,11.000-17.000 16,17.000-15.000-1,13.000-7.000-15</inkml:trace>
  <inkml:trace contextRef="#ctx0" brushRef="#br0">16696.000 4223.000 0,'47.000'26.000'16,"19.000"14.000"-1,-2.000 0.000-15,-10.000-9.000 16,-14.000-6.000-16,-13.000-12.000 31,-5.000-11.000-31,-3.000-21.000 16,-3.000-16.000-16,-6.000-15.000 15,-6.000 4.000-15</inkml:trace>
  <inkml:trace contextRef="#ctx0" brushRef="#br0">17083.000 3891.000 0,'4.000'43.000'0,"-3.000"17.000"16,-7.000-8.000-1,-5.000-14.000-15,1.000-20.000 16,2.000-10.000-1</inkml:trace>
  <inkml:trace contextRef="#ctx0" brushRef="#br0">17116.000 3864.000 0,'31.000'0.000'16,"9.000"4.000"-16,-3.000 4.000 16,-9.000 5.000-1,-13.000 2.000-15,-14.000 2.000 16,-12.000 3.000 0,-12.000 2.000-1,-9.000 4.000-15,-7.000-1.000 16,2.000 0.000-16,7.000-5.000 15,10.000 0.000 1,13.000-6.000-16,13.000-5.000 16,14.000-6.000-1,10.000-1.000-15,3.000-2.000 16,-1.000-2.000 0,-4.000 2.000-16,-7.000 3.000 15,-9.000 3.000-15,-10.000 7.000 16,-13.000 5.000-1,-14.000 5.000-15,-6.000 5.000 16,-1.000-1.000 0,8.000-5.000-16,11.000-6.000 15,13.000-7.000 1,14.000-2.000-16,14.000-5.000 16,9.000-4.000-1,1.000-1.000 1,-5.000-1.000-16,-12.000 4.000 15,-12.000 9.000-15,-19.000 6.000 16,-18.000 7.000 0,-13.000 5.000-16,-7.000 5.000 15,4.000 0.000 1,8.000-2.000-16,14.000-7.000 16,17.000-8.000-1,20.000-10.000-15,22.000-11.000 16,12.000-11.000-1,8.000-4.000-15,2.000-4.000 16,-8.000 4.000 0,-12.000 4.000-16,-13.000 3.000 15,-18.000 1.000 1,-20.000 2.000-16,-15.000-4.000 16,-7.000 8.000-16,1.000 12.000 15,5.000 11.000 1,7.000-2.000-1,8.000 2.000-15,6.000 4.000 16,7.000 3.000-16,4.000 5.000 16,0.000 3.000-1,-3.000 1.000-15,-5.000 2.000 16,-5.000-4.000 0,-2.000-3.000-16,-2.000-9.000 15,-6.000-9.000 1,2.000-12.000-16,0.000-7.000 15,2.000-1.000 1</inkml:trace>
  <inkml:trace contextRef="#ctx0" brushRef="#br0">17007.000 4641.000 0,'26.000'2.000'0,"21.000"-1.000"16,13.000-3.000-1,8.000-4.000-15,4.000-5.000 16,-2.000-4.000 0,-5.000 0.000-1,-8.000 1.000-15,-12.000 4.000 16,-15.000 2.000-16,-11.000 0.000 16,-13.000-7.000-1,-14.000-9.000-15,-3.000 1.000 16</inkml:trace>
  <inkml:trace contextRef="#ctx0" brushRef="#br0">17906.000 4223.000 0,'0.000'0.000'0,"0.000"0.000"15,-8.000 13.000 1,-2.000 3.000-16</inkml:trace>
  <inkml:trace contextRef="#ctx0" brushRef="#br0">17923.000 4487.000 0,'0.000'0.000'15,"0.000"0.000"-15</inkml:trace>
  <inkml:trace contextRef="#ctx0" brushRef="#br0">19042.000 4479.000 0,'2.000'-22.000'0,"1.000"-6.000"15,0.000 4.000-15,-8.000 11.000 16,-5.000 6.000-1,0.000-1.000-15,-3.000 2.000 16,1.000-1.000 0,3.000 1.000-16,5.000-2.000 15,2.000-6.000 1,6.000-4.000-16,7.000-4.000 16,7.000-3.000-1,4.000-4.000-15,5.000-3.000 16,-1.000 6.000-16,0.000 6.000 15,-4.000 6.000 1,-5.000 6.000-16,-2.000 8.000 16,-3.000 11.000-1,0.000 11.000 1,0.000 9.000-16,-3.000 8.000 16,1.000 7.000-16,1.000 4.000 15,4.000 1.000 1,6.000-1.000-16,4.000-1.000 15,1.000-4.000 1,2.000-6.000-16,-1.000-6.000 16,0.000-6.000-1,-5.000-7.000-15,-7.000-8.000 16,-3.000-5.000 0,-4.000-14.000-16,1.000-11.000 15,1.000-17.000 1,-4.000-16.000-16,0.000-15.000 15,-2.000 8.000-15</inkml:trace>
  <inkml:trace contextRef="#ctx0" brushRef="#br0">19504.000 4163.000 0,'-24.000'31.000'15,"-23.000"24.000"-15,-13.000 12.000 16,-9.000 6.000 0,-1.000-2.000-16,2.000-5.000 15,8.000-10.000 1,14.000-13.000-16,14.000-15.000 16,16.000-20.000-1,15.000-24.000-15,4.000-4.000 16</inkml:trace>
  <inkml:trace contextRef="#ctx0" brushRef="#br0">19732.000 4343.000 0,'42.000'5.000'0,"18.000"3.000"16,2.000-3.000-1,-1.000-3.000-15,1.000-2.000 16,-2.000-3.000 0,-1.000 0.000-16,-2.000 2.000 15,-5.000 0.000 1,-6.000 0.000-16,-12.000 1.000 16,-12.000 2.000-16,-22.000-2.000 31,-3.000 0.000-31,-23.000 5.000 0,-2.000 0.000 15</inkml:trace>
  <inkml:trace contextRef="#ctx0" brushRef="#br0">19866.000 4581.000 0,'18.000'11.000'16,"19.000"1.000"-16,19.000-6.000 15,12.000-2.000 1,5.000-4.000-16,2.000-4.000 16,-3.000-4.000-1,-9.000-13.000-15,-17.000 1.000 16</inkml:trace>
  <inkml:trace contextRef="#ctx0" brushRef="#br0">21076.000 4044.000 0,'0.000'0.000'16,"-16.000"30.000"-1,-14.000 18.000-15,-8.000 12.000 16,-5.000 3.000-16,-3.000 6.000 15,-2.000 3.000 1,3.000-2.000-16,6.000-5.000 16,4.000-5.000-1,11.000-9.000-15,7.000-14.000 16,10.000-11.000 0,7.000-26.000-16,4.000-9.000 15,8.000-28.000 1,3.000-1.000-16</inkml:trace>
  <inkml:trace contextRef="#ctx0" brushRef="#br0">20993.000 4102.000 0,'27.000'26.000'0,"9.000"15.000"16,-3.000 13.000-16,-9.000 8.000 16,-8.000-1.000-1,-2.000 2.000 1,-6.000-1.000 0,1.000 1.000-16,0.000-8.000 15,-1.000-6.000-15,-2.000-7.000 16,-1.000-11.000-1,-2.000-10.000-15,-3.000-21.000 16,-3.000 2.000 0,-5.000-16.000-16,-2.000-1.000 15</inkml:trace>
  <inkml:trace contextRef="#ctx0" brushRef="#br0">20917.000 4547.000 0,'0.000'0.000'15,"42.000"0.000"-15,19.000-4.000 16,7.000-13.000-16,-3.000-7.000 16,-18.000 4.000-1</inkml:trace>
  <inkml:trace contextRef="#ctx0" brushRef="#br0">21682.000 4206.000 0,'0.000'0.000'16,"0.000"0.000"-16,-15.000 24.000 15,-13.000 20.000 1,-8.000 13.000-16,-2.000 8.000 15,3.000 7.000 1,0.000 1.000 0,8.000-5.000-16,7.000-11.000 15,11.000-12.000 1,10.000-14.000-16,8.000-14.000 16,13.000-17.000-16,8.000-15.000 15,8.000-15.000 1,10.000-14.000-16,3.000-8.000 15,-2.000 0.000 1,-4.000 6.000 0,-13.000 13.000-16,-12.000 10.000 15,-8.000 11.000 1,-12.000 12.000-16,3.000 5.000 16,-7.000 17.000-16,-4.000 9.000 15,-1.000 4.000 1,2.000 1.000-16,6.000-6.000 15,6.000-4.000 1,6.000-11.000-16,8.000-10.000 16,5.000-5.000-1,0.000-7.000-15,0.000-6.000 16,0.000-6.000 0,-8.000-4.000-16,-10.000-4.000 15,-12.000 1.000 1,-13.000 1.000-16,-8.000 3.000 15,-2.000 4.000 1,1.000 5.000-16,10.000 6.000 16,5.000-1.000-16,10.000 0.000 15,11.000-4.000 1,18.000-6.000 0,12.000 0.000-16,8.000-1.000 15,9.000 0.000-15,1.000 5.000 16,-9.000 4.000-1,-11.000 5.000-15,-12.000 6.000 16,-11.000 8.000 0,-15.000 5.000-1,-13.000 7.000-15,-7.000 3.000 16,0.000-1.000-16,6.000 0.000 16,10.000-4.000-16,11.000 0.000 15,16.000-1.000 1,10.000-3.000-16,9.000 1.000 15,3.000-1.000 1,-1.000-1.000-16,-5.000 0.000 16,-10.000 1.000-16,-12.000 1.000 15,-12.000 1.000 1,-18.000 5.000-16,-16.000 0.000 16,-14.000-1.000-1,-6.000-6.000-15,-2.000-12.000 16,13.000-5.000-1</inkml:trace>
  <inkml:trace contextRef="#ctx0" brushRef="#br0">22708.000 4129.000 0,'0.000'0.000'0,"0.000"0.000"16,-9.000 28.000-1,-14.000 17.000-15,-5.000 11.000 16,-4.000 10.000 0,1.000 9.000-16,1.000 5.000 15,11.000-4.000 1,6.000-7.000-16,10.000-9.000 15,7.000-9.000 1,4.000-14.000-16,4.000-12.000 16,5.000-15.000-1,5.000-22.000-15,3.000-19.000 16,-4.000-1.000 0</inkml:trace>
  <inkml:trace contextRef="#ctx0" brushRef="#br0">22877.000 4427.000 0,'-1.000'39.000'0,"-9.000"20.000"15,0.000 5.000-15,1.000-11.000 16,2.000-9.000-1,6.000-10.000-15,9.000-15.000 16,11.000-16.000 0,14.000-14.000-16,10.000-18.000 15,6.000-12.000 1,0.000-6.000 0,-2.000-3.000-16,-10.000 10.000 15,-11.000 11.000 1,-9.000 13.000-1,-7.000 5.000-15,-10.000 11.000 16,4.000 11.000-16,-5.000 12.000 16,-3.000 11.000-16,-1.000 6.000 15,4.000 1.000 1,3.000-2.000-16,5.000-9.000 16,5.000-9.000-1,7.000-10.000-15,8.000-9.000 16,4.000-9.000-1,1.000-9.000-15,2.000-10.000 16,-5.000-2.000 0,-4.000-5.000-16,-5.000 2.000 15,-6.000-1.000 1,-5.000 4.000-16,-6.000-1.000 16,-2.000-6.000-1,-1.000 7.000-15</inkml:trace>
  <inkml:trace contextRef="#ctx0" brushRef="#br0">23591.000 4376.000 0,'61.000'5.000'0,"19.000"-1.000"15,-4.000-1.000 1,-14.000-5.000-16,-19.000-2.000 15,-13.000-4.000 1,-16.000-8.000-16,-14.000-7.000 16,-8.000-9.000-1,-9.000-5.000-15,1.000 5.000 16</inkml:trace>
  <inkml:trace contextRef="#ctx0" brushRef="#br0">23784.000 4274.000 0,'-18.000'68.000'15,"-12.000"25.000"-15,1.000-3.000 16,6.000-16.000 0,5.000-17.000-16,9.000-16.000 15,9.000-13.000 1,8.000-16.000-16,14.000-12.000 15,10.000-16.000 1,12.000-8.000-16,2.000-12.000 16,4.000-7.000-1,-10.000 7.000-15</inkml:trace>
  <inkml:trace contextRef="#ctx0" brushRef="#br0">24045.000 4504.000 0,'39.000'4.000'16,"22.000"2.000"-16,6.000 1.000 15,-2.000-3.000 1,-7.000 0.000-16,-5.000-4.000 16,-9.000-6.000-1,-9.000-6.000-15,-7.000-7.000 16,-12.000-10.000-1,-8.000 1.000-15</inkml:trace>
  <inkml:trace contextRef="#ctx0" brushRef="#br0">24315.000 4427.000 0,'-14.000'55.000'16,"-11.000"20.000"0,-1.000-2.000-16,2.000-18.000 15,8.000-24.000-15,13.000-30.000 16,7.000-11.000 0</inkml:trace>
  <inkml:trace contextRef="#ctx0" brushRef="#br0">24835.000 4352.000 0,'-8.000'34.000'0,"-5.000"21.000"16,1.000 1.000-1,11.000-5.000 1,11.000-9.000-16,14.000-13.000 16,15.000-13.000-1,7.000-13.000-15,10.000-10.000 16,3.000-10.000 0,1.000-5.000-16,-2.000-6.000 15,-8.000-4.000 1,-9.000-5.000-16,-14.000 2.000 15,-12.000 0.000 1,-13.000 3.000-16,-11.000 10.000 16,-8.000 10.000-1,-6.000 14.000-15,-7.000 17.000 16,-7.000 19.000 0,-3.000 18.000-16,0.000 13.000 15,-2.000 15.000 1,1.000 9.000-16,2.000 1.000 15,3.000-1.000 1,2.000-7.000-16,4.000-9.000 16,3.000-17.000-1,8.000-17.000-15,9.000-24.000 16,10.000-19.000 0,-5.000 6.000-16</inkml:trace>
  <inkml:trace contextRef="#ctx0" brushRef="#br0">25618.000 4095.000 0,'46.000'40.000'0,"11.000"27.000"15,-10.000 18.000 1,-23.000 8.000-16,-24.000 4.000 16,-22.000 3.000-1,-18.000-3.000 1,-11.000-12.000-16,-3.000-10.000 15,7.000-18.000-15,12.000-16.000 16</inkml:trace>
  <inkml:trace contextRef="#ctx0" brushRef="#br0">25912.000 4921.000 0,'0.000'0.000'0,"0.000"0.000"32</inkml:trace>
  <inkml:trace contextRef="#ctx0" brushRef="#br0">3217.000 3317.000 0,'11.000'9.000'15,"4.000"0.000"1,5.000 0.000-16,-2.000-4.000 16,-1.000-3.000-1,3.000-2.000-15,6.000-1.000 16,-3.000-3.000-16,2.000 4.000 16,3.000-1.000-1,0.000 1.000-15,5.000-1.000 16,-2.000-1.000-1,4.000-2.000-15,5.000 1.000 16,2.000-1.000 0,2.000-3.000-16,0.000 0.000 15,-3.000 1.000 1,2.000 0.000-16,2.000 2.000 16,-3.000 2.000-1,3.000 1.000-15,-2.000-1.000 16,4.000 2.000-16,0.000 0.000 15,4.000-2.000 1,3.000 1.000-16,-2.000-1.000 16,4.000 0.000-1,1.000 1.000-15,-1.000 1.000 16,0.000-1.000 0,0.000 1.000-16,1.000-3.000 15,2.000 0.000-15,-4.000 2.000 16,-2.000 1.000-1,0.000 2.000-15,3.000-6.000 16,-9.000-3.000 0</inkml:trace>
  <inkml:trace contextRef="#ctx0" brushRef="#br0">11305.000 5143.000 0,'0.000'0.000'0,"0.000"0.000"15,0.000 0.000 1,0.000 24.000-16,-1.000 12.000 16,-4.000 6.000-1,1.000 8.000-15,0.000 2.000 16,-2.000 0.000 0,2.000 1.000-16,3.000-3.000 15,1.000-6.000 1,2.000-8.000-16,4.000-8.000 15,1.000-10.000 1,4.000-8.000-16,2.000-6.000 16,-2.000-8.000-1,2.000-11.000-15,3.000-8.000 16,0.000-7.000 0,3.000-6.000-16,-5.000-7.000 15,2.000-1.000-15,-2.000-1.000 16,-4.000 2.000-1,-7.000 1.000-15,-6.000 3.000 16,-7.000 2.000 0,-6.000 3.000-16,-2.000 7.000 15,-3.000 1.000 1,-2.000 7.000-16,0.000 6.000 16,1.000 5.000-1,0.000 5.000-15,0.000 6.000 16,-4.000 8.000-1,0.000 9.000-15,0.000 8.000 16,-5.000 9.000 0,4.000 13.000-16,1.000 6.000 15,6.000 1.000 1,8.000-1.000 0,9.000-6.000-16,8.000-8.000 15,6.000-5.000-15,8.000-7.000 16,4.000-5.000-1,3.000-10.000-15,1.000-4.000 16,2.000-5.000 0,1.000-9.000-16,-3.000-8.000 15,-8.000 0.000 1</inkml:trace>
  <inkml:trace contextRef="#ctx0" brushRef="#br0">11970.000 5332.000 0,'15.000'8.000'0,"13.000"0.000"16,2.000-3.000-1,4.000-3.000-15,4.000 0.000 16,5.000-4.000 0,4.000 1.000-16,6.000-1.000 15,2.000-1.000 1,2.000 0.000-16,2.000 2.000 16,-8.000-1.000-1,-4.000 2.000-15,-7.000 0.000 16,-9.000 3.000-16,-6.000-1.000 15,-9.000-1.000 1,-16.000-1.000-16,1.000-1.000 16,-15.000 0.000-1,-12.000 1.000-15,-6.000 5.000 16,3.000 0.000 0</inkml:trace>
  <inkml:trace contextRef="#ctx0" brushRef="#br0">12071.000 5554.000 0,'24.000'-4.000'15,"16.000"1.000"-15,8.000-2.000 16,0.000 1.000-1,3.000 4.000-15,-2.000-2.000 16,0.000 1.000 0,-4.000 1.000-16,-2.000 3.000 15,-4.000-7.000 1,-6.000-2.000-16,-4.000-4.000 16,-10.000-3.000-16,-8.000-7.000 15,-6.000 3.000 1</inkml:trace>
  <inkml:trace contextRef="#ctx0" brushRef="#br0">12592.000 5298.000 0,'0.000'0.000'0,"27.000"9.000"16,10.000 8.000 0,3.000 0.000-16,-3.000 1.000 15,-1.000 0.000 1,-4.000-3.000-16,-5.000 2.000 16,-6.000 1.000-1,-7.000 3.000-15,-12.000 4.000 16,-16.000 5.000-1,-16.000 2.000-15,-14.000-4.000 16,-9.000-7.000-16,10.000-7.000 16</inkml:trace>
  <inkml:trace contextRef="#ctx0" brushRef="#br0">12112.000 5135.000 0,'0.000'0.000'16,"0.000"0.000"-1,-11.000 28.000-15,-16.000 15.000 16,-15.000 13.000 0,-12.000 6.000-16,-6.000-2.000 31,2.000-3.000-31,10.000-7.000 0,12.000-7.000 16,19.000-10.000-1,21.000-4.000-15,18.000-5.000 16,15.000-3.000-1,9.000 1.000-15,7.000 3.000 16,1.000-8.000 0,-7.000-4.000-16,-11.000-5.000 15</inkml:trace>
  <inkml:trace contextRef="#ctx0" brushRef="#br0">13484.000 5409.000 0,'33.000'-7.000'16,"18.000"-2.000"-1,1.000 5.000 1,-6.000 3.000-16,-12.000 5.000 15,-9.000 2.000-15,-17.000 6.000 16,-14.000 5.000 0,-14.000 1.000-16,-4.000 8.000 15,-2.000-1.000 1,8.000-1.000-16,6.000-3.000 16,11.000-3.000-1,11.000-5.000-15,11.000-8.000 16,15.000-9.000-1,7.000-9.000-15,2.000-8.000 16,1.000-9.000 0,-8.000-4.000-16,-9.000-2.000 15,-12.000 0.000 1,-15.000 4.000-16,-5.000 7.000 16</inkml:trace>
  <inkml:trace contextRef="#ctx0" brushRef="#br0">13525.000 5255.000 0,'-29.000'6.000'0,"-17.000"14.000"16,-2.000 14.000 0,5.000 17.000-16,0.000 11.000 15,6.000 10.000 1,13.000 1.000-1,15.000-5.000-15,17.000-9.000 16,15.000-13.000 0,17.000-13.000-16,11.000-12.000 15,9.000-17.000-15,7.000-12.000 16,2.000-17.000 0,3.000-11.000-1,-3.000-11.000-15,-4.000-15.000 16,-7.000-7.000-1,-11.000-4.000-15,-16.000-1.000 16,-17.000 6.000 0,-22.000 8.000-16,-16.000 19.000 15,-17.000 16.000 1,-18.000 18.000 0,-15.000 16.000-16,-5.000 15.000 15,3.000 13.000-15,12.000 1.000 16,19.000-7.000-1</inkml:trace>
  <inkml:trace contextRef="#ctx0" brushRef="#br0">14661.000 5442.000 0,'-6.000'11.000'0,"8.000"6.000"15,15.000-9.000-15,21.000-4.000 16,15.000-4.000 0,10.000 0.000-16,8.000-3.000 15,0.000-1.000 1,-2.000 0.000-16,-1.000-2.000 15,-12.000 1.000 1,-14.000 2.000 0,-16.000-1.000-16,-26.000 4.000 15,-8.000 3.000-15,-11.000 1.000 16</inkml:trace>
  <inkml:trace contextRef="#ctx0" brushRef="#br0">14619.000 5648.000 0,'0.000'0.000'16,"36.000"4.000"-16,21.000-2.000 16,14.000 1.000-1,7.000 0.000 1,-1.000-3.000-16,-3.000-4.000 15,0.000 0.000-15,-8.000 0.000 16,-9.000-2.000 0,-11.000-2.000-16,-14.000-3.000 15,-15.000-8.000 1,-14.000-3.000-16,-13.000-3.000 16,-3.000 6.000-1</inkml:trace>
  <inkml:trace contextRef="#ctx0" brushRef="#br0">15081.000 5384.000 0,'0.000'0.000'16,"0.000"0.000"-16,32.000 11.000 15,20.000 7.000 1,8.000 3.000-16,2.000-5.000 15,0.000 0.000 1,-5.000 0.000-16,-8.000 0.000 16,-12.000 2.000-1,-15.000 6.000-15,-25.000 9.000 16,-24.000 3.000 0,-22.000 2.000-16,-11.000-7.000 15,-5.000-11.000 1,12.000-10.000-16</inkml:trace>
  <inkml:trace contextRef="#ctx0" brushRef="#br0">14795.000 5307.000 0,'0.000'0.000'16,"0.000"0.000"-16,-18.000 30.000 15,-22.000 21.000 1,-18.000 5.000 0,-10.000-1.000-16,-2.000-6.000 15,4.000-9.000-15,14.000-10.000 16,16.000-9.000-1,17.000 0.000-15,19.000-2.000 16,20.000 2.000 0,22.000 0.000-16,13.000 0.000 15,4.000-2.000 1,-3.000-5.000-16,-15.000-7.000 16</inkml:trace>
  <inkml:trace contextRef="#ctx0" brushRef="#br0">16056.000 5324.000 0,'0.000'0.000'15,"32.000"0.000"1,16.000 5.000-16,3.000 5.000 15,-8.000 1.000 1,-8.000 2.000-16,-12.000 2.000 16,-15.000-1.000-1,-12.000 4.000 1,-8.000 2.000-16,-8.000 2.000 0,-6.000-1.000 16,-1.000-3.000-1,1.000 1.000-15,6.000 3.000 16,7.000-4.000-1,10.000 2.000-15,13.000-8.000 16,9.000 1.000 0,12.000-5.000-16,4.000-1.000 15,3.000-1.000 1,-5.000-1.000-16,-8.000 1.000 16,-7.000 2.000-1,-7.000 6.000-15,-12.000 9.000 16,-11.000 3.000-1,-14.000 7.000-15,-12.000 2.000 16,-6.000-5.000 0,-2.000-5.000-16,-3.000-17.000 15,10.000-5.000 1</inkml:trace>
  <inkml:trace contextRef="#ctx0" brushRef="#br0">15997.000 5153.000 0,'-37.000'25.000'16,"-17.000"22.000"0,-2.000 21.000-16,5.000 16.000 15,13.000 10.000 1,12.000 1.000-16,15.000-5.000 16,17.000-5.000-1,19.000-11.000-15,18.000-12.000 16,17.000-17.000-1,14.000-17.000-15,12.000-15.000 16,6.000-17.000 0,2.000-16.000-1,-4.000-16.000-15,-3.000-12.000 16,-11.000-10.000 0,-12.000-10.000-16,-13.000-9.000 15,-17.000-4.000 1,-19.000-9.000-16,-22.000-2.000 15,-16.000 7.000 1,-26.000 15.000-16,-19.000 18.000 16,-20.000 20.000-1,-13.000 24.000-15,-2.000 16.000 16,6.000 16.000 0,8.000 4.000-16,23.000-6.000 15</inkml:trace>
  <inkml:trace contextRef="#ctx0" brushRef="#br0">20657.000 4956.000 0,'13.000'8.000'0,"5.000"5.000"15,-1.000-6.000 1,2.000-1.000 0,1.000-2.000-16,0.000-1.000 15,4.000-1.000-15,3.000-3.000 16,7.000 1.000-1,2.000 1.000-15,2.000-1.000 16,1.000 0.000 0,-2.000 3.000-16,-3.000 2.000 15,-4.000-1.000 1,1.000-1.000-16,-2.000-4.000 16,-6.000-12.000-1,-9.000-2.000-15</inkml:trace>
  <inkml:trace contextRef="#ctx0" brushRef="#br0">22902.000 5041.000 0,'0.000'0.000'0,"0.000"0.000"16,0.000 0.000 0,0.000 0.000-16,0.000 0.000 15,0.000 0.000-15,0.000 0.000 16,20.000 9.000 0,20.000 0.000-16,9.000 2.000 15,5.000-3.000 1,-1.000-2.000-16,-1.000 2.000 15,-4.000-6.000 1,-10.000-12.000-16,-13.000-4.000 16</inkml:trace>
  <inkml:trace contextRef="#ctx0" brushRef="#br0">24626.000 5366.000 0,'0.000'0.000'0,"0.000"0.000"16,25.000 6.000 0,16.000-1.000-16,9.000-3.000 15,6.000-2.000 1,5.000-2.000-16,4.000-2.000 15,1.000 1.000 1,-2.000 0.000-16,-9.000 3.000 16,-17.000-13.000-16,-14.000-2.000 31</inkml:trace>
  <inkml:trace contextRef="#ctx0" brushRef="#br0">4124.000 6809.000 0,'0.000'0.000'0,"23.000"-5.000"16,10.000-4.000-16,7.000 2.000 31,-1.000 0.000-31,0.000 1.000 0,-5.000 1.000 16,-5.000 0.000-1,-2.000 1.000-15,-7.000 4.000 16,-7.000-1.000 0,-13.000-1.000-16,-5.000 0.000 15</inkml:trace>
  <inkml:trace contextRef="#ctx0" brushRef="#br0">4116.000 6945.000 0,'29.000'-6.000'0,"12.000"-5.000"16,4.000 0.000-1,-5.000 1.000-15,-7.000 4.000 16,-7.000 2.000 0,-26.000 4.000-16,9.000-3.000 15</inkml:trace>
  <inkml:trace contextRef="#ctx0" brushRef="#br0">4006.000 7158.000 0,'37.000'-5.000'0,"23.000"-10.000"16,9.000-2.000 0,1.000-1.000-16,-5.000 0.000 15,-7.000 7.000 1,-10.000 4.000-16,-7.000 0.000 15,-10.000 4.000-15,-6.000-7.000 16,-11.000-4.000 0,-6.000-3.000-16</inkml:trace>
  <inkml:trace contextRef="#ctx0" brushRef="#br0">4907.000 6450.000 0,'0.000'0.000'15,"0.000"0.000"-15,0.000 0.000 16,-10.000 33.000 0,-19.000 25.000-1,-20.000 13.000-15,-11.000-3.000 31,-6.000-12.000-31,17.000-14.000 0</inkml:trace>
  <inkml:trace contextRef="#ctx0" brushRef="#br0">4856.000 6638.000 0,'27.000'4.000'16,"10.000"4.000"-16,3.000 3.000 16,-6.000 3.000-16,-5.000 0.000 15,-7.000-1.000 1,-8.000-5.000 0,-4.000-8.000-16,-5.000-3.000 15</inkml:trace>
  <inkml:trace contextRef="#ctx0" brushRef="#br0">4898.000 6783.000 0,'-1.000'39.000'16,"0.000"28.000"-1,-4.000 12.000-15,-4.000 9.000 16,-2.000-8.000-1,1.000-7.000-15,4.000-17.000 16,5.000-24.000 0,6.000-26.000-1,0.000-10.000-15</inkml:trace>
  <inkml:trace contextRef="#ctx0" brushRef="#br0">5268.000 6484.000 0,'-5.000'27.000'0,"-11.000"15.000"15,3.000 1.000-15,6.000-1.000 16,12.000-13.000-1,16.000-8.000-15,12.000-9.000 16,11.000-8.000 0,5.000-4.000-16,-5.000-1.000 15,-9.000 0.000 1,-11.000 5.000-16,-16.000 8.000 16,-17.000 9.000-1,-20.000 10.000-15,-17.000 6.000 16,-3.000 0.000-1,7.000-2.000-15,10.000-4.000 16,18.000-7.000 0,22.000-11.000-16,23.000-15.000 15,24.000-11.000 1,9.000-7.000-16,5.000-6.000 16,-2.000 0.000-1,-18.000 4.000-15,-15.000 1.000 16,-18.000 5.000-1,-17.000-3.000-15,-22.000-4.000 16,-19.000-3.000 0,2.000 3.000-16</inkml:trace>
  <inkml:trace contextRef="#ctx0" brushRef="#br0">5420.000 6603.000 0,'12.000'31.000'16,"7.000"26.000"-16,-11.000 17.000 16,-8.000 12.000-1,-8.000 3.000 1,-5.000-5.000-16,1.000-13.000 16,8.000-14.000-1,7.000-23.000-15,12.000-25.000 16,2.000-30.000-16,1.000-6.000 15</inkml:trace>
  <inkml:trace contextRef="#ctx0" brushRef="#br0">5764.000 6620.000 0,'44.000'-11.000'16,"19.000"-7.000"-16,3.000 5.000 16,-3.000 0.000-1,-4.000-3.000-15,-10.000-2.000 16,-9.000-7.000 0,-12.000-9.000-16,-12.000-4.000 15,-16.000 0.000 1,-6.000 8.000-16</inkml:trace>
  <inkml:trace contextRef="#ctx0" brushRef="#br0">6025.000 6433.000 0,'-12.000'24.000'16,"-2.000"14.000"0,2.000 3.000-16,8.000 1.000 15,5.000-6.000-15,9.000-4.000 16,3.000-8.000-1,9.000-8.000-15,6.000-6.000 16,-7.000-4.000 0,-3.000-2.000-16,-11.000 0.000 15,-10.000 4.000 1,-14.000 9.000-16,-18.000 7.000 16,-5.000 5.000-1,-2.000 3.000-15,8.000-1.000 16,10.000-8.000-16,15.000-7.000 15,17.000-8.000 1,22.000-12.000 0,11.000-8.000-16,13.000-7.000 15,2.000-5.000 1,-7.000-1.000-16,-12.000 6.000 16,-13.000 6.000-1,-8.000 6.000-15,-14.000 11.000 16,-8.000 12.000-16,-5.000 15.000 15,1.000 11.000 1,-5.000 16.000 0,4.000 6.000-16,3.000 9.000 15,1.000-4.000 1,2.000-3.000-16,0.000-11.000 16,-1.000-14.000-1,2.000-14.000-15,-5.000-12.000 16,-8.000-15.000-16,-5.000-12.000 15,-1.000-11.000 1,1.000-8.000-16,10.000-3.000 16,12.000 0.000-1,16.000-4.000-15,14.000-1.000 16,11.000-2.000 0,12.000-7.000-1,6.000-9.000-15,0.000-4.000 16,-14.000 13.000-16</inkml:trace>
  <inkml:trace contextRef="#ctx0" brushRef="#br0">6604.000 6500.000 0,'0.000'0.000'15,"-25.000"35.000"-15,-19.000 14.000 16,-1.000 0.000 0,4.000-9.000-1,12.000-11.000-15,17.000-13.000 16,15.000-13.000-16,19.000-10.000 16,14.000-5.000-1,6.000 3.000-15,3.000 4.000 16,-6.000 5.000-1,-8.000 8.000-15,-12.000 9.000 16,-17.000 8.000 0,-19.000 7.000-16,-17.000 9.000 15,-10.000 6.000 1,-10.000-1.000 0,2.000-3.000-16,10.000-9.000 15,14.000-14.000-15,28.000-20.000 16,3.000-2.000-1,25.000-14.000-15,16.000-6.000 16,8.000 0.000 0,-3.000 5.000-16,-10.000 5.000 15,-9.000 11.000 1,-11.000 10.000-16,-11.000 17.000 16,-12.000 11.000-1,-10.000 6.000-15,-6.000 1.000 16,-1.000 0.000-1,5.000-9.000-15,6.000-10.000 16,5.000-11.000-16,10.000-7.000 16,11.000-14.000-1,10.000-16.000-15,13.000-22.000 16,8.000-14.000 0,7.000-7.000-1,3.000-4.000-15,-5.000 10.000 16,-7.000 8.000-16,-11.000 14.000 15,-12.000 14.000 1,-8.000 10.000-16,-14.000 14.000 16,2.000 1.000-1,-9.000 20.000-15,-11.000 15.000 16,-12.000 12.000 0,-8.000 9.000-16,-4.000 5.000 15,5.000-5.000 1,11.000-7.000-16,19.000-6.000 15,16.000-11.000 1,20.000-13.000-16,14.000-13.000 16,15.000-14.000-1,6.000-12.000-15,-1.000-8.000 16,-6.000-1.000 0,-12.000-1.000-16,-15.000 3.000 15,-15.000 0.000 1,-20.000-5.000-16,-16.000-7.000 15,-7.000-9.000 1,4.000 6.000-16</inkml:trace>
  <inkml:trace contextRef="#ctx0" brushRef="#br0">7286.000 6416.000 0,'21.000'24.000'16,"3.000"14.000"-16,-5.000 7.000 15,-4.000-1.000 1,-6.000-7.000-16,-2.000-12.000 16,-1.000-11.000-1,0.000-18.000-15,0.000-20.000 16,0.000 0.000-1</inkml:trace>
  <inkml:trace contextRef="#ctx0" brushRef="#br0">7471.000 6245.000 0,'43.000'-10.000'0,"20.000"0.000"16,5.000 5.000-16,-3.000 7.000 15,-5.000 9.000 1,-8.000 9.000-16,-12.000 7.000 16,-11.000 8.000-1,-15.000 0.000-15,-18.000 3.000 16,-15.000-1.000 0,-14.000-5.000-16,-13.000-10.000 15,-5.000-12.000 1,8.000-9.000-16</inkml:trace>
  <inkml:trace contextRef="#ctx0" brushRef="#br0">7488.000 6475.000 0,'40.000'-3.000'16,"16.000"-1.000"-1,-5.000 4.000-15,-12.000-1.000 0,-15.000-1.000 16,-11.000 1.000 0</inkml:trace>
  <inkml:trace contextRef="#ctx0" brushRef="#br0">7421.000 6586.000 0,'0.000'0.000'0,"30.000"2.000"15,20.000-1.000 1,9.000-4.000 0,2.000 0.000-16,-8.000-5.000 15,-14.000 4.000 1,-17.000 0.000-16,-22.000 4.000 16,-6.000 1.000-16</inkml:trace>
  <inkml:trace contextRef="#ctx0" brushRef="#br0">7084.000 6825.000 0,'75.000'-18.000'16,"52.000"-12.000"-16,23.000-2.000 15,7.000 4.000 1,-12.000 3.000-16,-22.000 5.000 15,-30.000 8.000 1,-30.000 2.000-16,-31.000 5.000 16,-35.000 1.000-1,-30.000 1.000-15,-2.000-2.000 16</inkml:trace>
  <inkml:trace contextRef="#ctx0" brushRef="#br0">7395.000 6833.000 0,'9.000'16.000'0,"8.000"3.000"15,-1.000 3.000 1,3.000-6.000-16,7.000-10.000 16,4.000-9.000-1,8.000-13.000-15,6.000-9.000 16,2.000 1.000-1,-1.000 0.000-15,-8.000 5.000 16,-6.000 6.000 0,-11.000 13.000-16,-9.000 8.000 15,-11.000 14.000 1,-14.000 11.000-16,-7.000 7.000 16,-9.000 3.000-1,-3.000-3.000 1,-1.000-6.000-16,9.000-8.000 15,6.000-9.000-15,9.000-15.000 16,11.000-10.000-16,6.000-9.000 16,2.000 0.000-1,4.000 1.000-15,-1.000 3.000 16,3.000 9.000 0,0.000 9.000-16,-4.000 11.000 15,-2.000 12.000 1,-8.000 6.000-16,-9.000 9.000 15,-9.000-1.000 1,-10.000-2.000-16,-6.000-8.000 16,-2.000-11.000-1,1.000-11.000-15,3.000-14.000 16,8.000-13.000 0,11.000-12.000-16,16.000-6.000 15,16.000-1.000 1,10.000 4.000-1,8.000 7.000-15,-2.000 11.000 16,-1.000 8.000-16,-2.000 8.000 16,-6.000 8.000-1,-8.000 10.000-15,-5.000 6.000 16,-5.000 5.000 0,-1.000 3.000-16,1.000-6.000 15,0.000-6.000-15,6.000-7.000 16,9.000-13.000-1,6.000-12.000-15,10.000-20.000 16,6.000-22.000 0,7.000-18.000-1,4.000-6.000-15,-11.000 14.000 16</inkml:trace>
  <inkml:trace contextRef="#ctx0" brushRef="#br0">8396.000 6748.000 0,'10.000'16.000'15,"-4.000"4.000"1,-4.000-3.000 0</inkml:trace>
  <inkml:trace contextRef="#ctx0" brushRef="#br0">8354.000 7038.000 0,'9.000'15.000'0,"-4.000"-1.000"15,-2.000-4.000-15</inkml:trace>
  <inkml:trace contextRef="#ctx0" brushRef="#br0">10204.000 6381.000 0,'0.000'0.000'16,"0.000"0.000"-16,-1.000 36.000 15,-8.000 23.000 1,-8.000 14.000-16,-8.000 9.000 15,-8.000 9.000 1,-5.000 7.000 0,-4.000 0.000-16,0.000-1.000 15,0.000-8.000 1,3.000-13.000-16,4.000-16.000 16,10.000-20.000-1,12.000-24.000-15,5.000-11.000 16</inkml:trace>
  <inkml:trace contextRef="#ctx0" brushRef="#br0">10296.000 6484.000 0,'0.000'0.000'0,"0.000"0.000"16,10.000 22.000-16,3.000 21.000 15,3.000 16.000 1,-6.000 11.000-16,-1.000 8.000 16,3.000 5.000-1,-3.000 0.000 1,0.000-1.000-16,-4.000-8.000 15,-5.000-10.000 1,-4.000-12.000-16,-1.000-12.000 16,-2.000-14.000-16,-7.000-18.000 15,-4.000-16.000 1,-6.000-16.000 0,4.000 1.000-16</inkml:trace>
  <inkml:trace contextRef="#ctx0" brushRef="#br0">10061.000 7038.000 0,'0.000'0.000'0,"0.000"0.000"0,0.000 0.000 16,31.000-13.000 0,20.000-5.000-1,8.000 0.000-15,1.000 1.000 16,-4.000 1.000-1,-13.000 1.000-15</inkml:trace>
  <inkml:trace contextRef="#ctx0" brushRef="#br0">10977.000 6978.000 0,'0.000'0.000'0,"25.000"-3.000"0,18.000 0.000 15,13.000-6.000 1,14.000-1.000-16,8.000-3.000 16,6.000 0.000-1,3.000 2.000 1,-2.000 1.000-16,-8.000 2.000 15,-8.000 1.000-15,-13.000 2.000 16,-12.000 2.000 0,-13.000-9.000-16,-17.000-5.000 15,-8.000 1.000-15</inkml:trace>
  <inkml:trace contextRef="#ctx0" brushRef="#br0">12130.000 6722.000 0,'0.000'0.000'15,"35.000"-4.000"-15,24.000-3.000 16,12.000 2.000 0,4.000-1.000-1,-4.000 1.000-15,-6.000-2.000 16,-7.000-2.000-16,-9.000-2.000 16,-13.000-1.000-1,-11.000-2.000-15,-15.000-8.000 16,-12.000-8.000-1,-14.000-6.000-15,-9.000 2.000 16,3.000 7.000 0</inkml:trace>
  <inkml:trace contextRef="#ctx0" brushRef="#br0">12449.000 6459.000 0,'0.000'0.000'0,"6.000"34.000"16,2.000 26.000-16,-1.000 14.000 15,-1.000 12.000 1,-4.000 2.000 0,-4.000-5.000-16,-4.000-8.000 15,2.000-14.000-15,-2.000-10.000 16,-4.000-11.000 0,-2.000-13.000-16,-7.000-9.000 15,-3.000-14.000 1,-4.000-11.000-16,1.000-13.000 15,3.000-6.000 1,8.000-4.000-16,10.000 2.000 16,16.000 3.000-1,16.000 3.000 1,13.000 2.000-16,9.000-1.000 16,-1.000 1.000-16,-1.000 1.000 15,-4.000-10.000 1,-8.000-6.000-16,-13.000 3.000 15</inkml:trace>
  <inkml:trace contextRef="#ctx0" brushRef="#br0">12667.000 6329.000 0,'44.000'-16.000'16,"21.000"-4.000"0,2.000 8.000-16,-8.000 12.000 15,-13.000 12.000 1,-14.000 11.000-16,-17.000 11.000 16,-14.000 16.000-1,-15.000 18.000-15,-11.000 14.000 16,-7.000 15.000-1,-11.000 12.000-15,0.000 6.000 16,-1.000 2.000 0,-1.000-8.000-16,3.000-12.000 15,3.000-20.000 1,13.000-23.000-16,7.000-22.000 16,9.000-28.000-1,8.000-31.000-15,4.000-5.000 16</inkml:trace>
  <inkml:trace contextRef="#ctx0" brushRef="#br0">12811.000 6706.000 0,'46.000'-21.000'0,"20.000"-4.000"16,0.000 3.000-16,-11.000 9.000 15,-15.000 9.000 1,-9.000 9.000-16,-15.000 8.000 16,-14.000 2.000-1,-15.000 10.000 1,-16.000 6.000-16,-12.000 11.000 16,-8.000 1.000-16,0.000 0.000 15,4.000-2.000 1,14.000-6.000-16,12.000-6.000 15,19.000-11.000 1,15.000-11.000-16,15.000-7.000 16,8.000-5.000-1,4.000-5.000-15,-8.000 2.000 16,-8.000 3.000 0,-10.000 9.000-16,-17.000 8.000 15,-11.000 10.000 1,-17.000 12.000-16,-7.000 6.000 15,-3.000-1.000 1,6.000-6.000-16,9.000-9.000 16,11.000-8.000-1,13.000-16.000-15,8.000-1.000 16,16.000-11.000 0,10.000-9.000-16,0.000 2.000 15,1.000 4.000 1,-7.000 8.000-16,-7.000 9.000 15,-7.000 9.000-15,-2.000 7.000 16,-5.000 6.000 0,-1.000-3.000-16,2.000-3.000 15,3.000-10.000 1,0.000-5.000-16,4.000-12.000 16,1.000-11.000-1,1.000-6.000-15,-5.000-7.000 16,-4.000-6.000-1,-6.000 0.000-15,-4.000 6.000 16,-2.000-1.000 0,-2.000-2.000-16,0.000-4.000 15,2.000 9.000 1</inkml:trace>
  <inkml:trace contextRef="#ctx0" brushRef="#br0">13366.000 6748.000 0,'24.000'23.000'0,"4.000"16.000"15,-8.000 3.000 1,-10.000-4.000-16,-10.000-13.000 16,0.000-25.000-16,-1.000-2.000 15,0.000-9.000 1</inkml:trace>
  <inkml:trace contextRef="#ctx0" brushRef="#br0">13492.000 6722.000 0,'38.000'-8.000'0,"19.000"-2.000"15,2.000-1.000 1,-3.000 6.000-16,-10.000 3.000 15,-7.000 11.000 1,-12.000 11.000-16,-12.000 18.000 16,-15.000 8.000-1,-15.000 9.000-15,-11.000-5.000 16,-6.000-13.000 0,0.000-14.000-1,-1.000-22.000-15,5.000-23.000 16,6.000-5.000-16</inkml:trace>
  <inkml:trace contextRef="#ctx0" brushRef="#br0">13677.000 6484.000 0,'-1.000'41.000'0,"-2.000"36.000"15,-9.000 27.000-15,-12.000 18.000 16,-2.000 7.000 0,-1.000-2.000-1,6.000-7.000 1,9.000-20.000-16,7.000-21.000 16,5.000-26.000-16,5.000-25.000 15,6.000-28.000-15,7.000-32.000 16,3.000-26.000-1,0.000-26.000-15,3.000-17.000 16,0.000-4.000 0,-7.000 20.000-16</inkml:trace>
  <inkml:trace contextRef="#ctx0" brushRef="#br0">14055.000 6406.000 0,'59.000'7.000'0,"14.000"5.000"15,-14.000 6.000-15,-25.000 4.000 16,-27.000 2.000 0,-24.000 2.000-1,-11.000 2.000-15,-5.000-1.000 16,2.000-2.000-16,5.000-4.000 15,9.000-3.000 1,17.000-5.000-16,22.000-4.000 16,14.000-4.000-1,10.000-3.000 1,5.000-2.000-16,-8.000 0.000 16,-7.000 4.000-16,-16.000 5.000 15,-21.000 6.000 1,-25.000 8.000-16,-27.000 6.000 15,-20.000 6.000 1,-5.000 4.000-16,2.000 4.000 16,12.000 1.000-1,17.000 2.000-15,17.000 3.000 16,17.000 1.000 0,12.000-3.000-16,11.000-2.000 15,5.000-4.000 1,-1.000-10.000-16,-1.000-8.000 15,-5.000-10.000 1,-8.000-13.000-16,0.000 0.000 16,3.000-4.000-1,0.000-19.000-15,5.000-13.000 16,7.000-4.000 0,11.000 0.000-16,10.000 1.000 15,12.000 7.000 1,7.000 8.000-16,7.000 8.000 15,3.000 9.000 1,-7.000 9.000-16,-7.000 11.000 16,-15.000 8.000-1,-14.000 11.000 1,-19.000 5.000-16,-16.000 4.000 16,-18.000-1.000-16,-14.000-8.000 15,-9.000-9.000 1,-1.000-10.000-16,3.000-9.000 15,12.000-12.000-15,12.000-2.000 16,10.000-4.000 0,16.000-1.000-16,14.000 2.000 15,12.000 1.000 1,14.000 3.000-16,8.000 1.000 16,2.000 2.000-1,-4.000-5.000-15,-6.000 1.000 16,-6.000-2.000-1,-9.000 2.000-15,-8.000-3.000 16,-12.000-2.000 0,-11.000-1.000-16,-8.000-1.000 15,0.000 5.000 1</inkml:trace>
  <inkml:trace contextRef="#ctx0" brushRef="#br0">14273.000 7029.000 0,'-4.000'23.000'16,"-5.000"13.000"-16,-6.000 10.000 16,-2.000 0.000-1,-1.000-5.000-15,3.000-6.000 16,5.000-8.000 0,6.000-6.000-16,11.000-7.000 15,13.000-8.000 1,12.000-9.000-16,10.000-8.000 15,4.000-4.000 1,2.000-4.000-16,-4.000 2.000 16,-8.000-3.000-1,-8.000-4.000-15,-9.000-2.000 16,-8.000 5.000 0</inkml:trace>
  <inkml:trace contextRef="#ctx0" brushRef="#br0">14753.000 7191.000 0,'0.000'0.000'0,"0.000"0.000"16</inkml:trace>
  <inkml:trace contextRef="#ctx0" brushRef="#br0">16182.000 6321.000 0,'0.000'0.000'15,"0.000"0.000"1,0.000 0.000-16,-16.000 25.000 16,-16.000 17.000-1,-9.000 9.000-15,-9.000 1.000 16,-3.000-2.000-1,2.000-3.000-15,4.000-17.000 16,12.000-10.000 0</inkml:trace>
  <inkml:trace contextRef="#ctx0" brushRef="#br0">16074.000 6500.000 0,'0.000'0.000'0,"0.000"0.000"16,-12.000 23.000-1,-13.000 17.000-15,-10.000 4.000 16,-3.000-5.000 0,3.000-6.000-16,9.000-12.000 15,12.000-8.000 1,12.000-13.000-1,11.000-7.000-15,12.000-8.000 16,10.000-4.000-16,2.000 0.000 16,-2.000 4.000-1,-3.000 1.000-15,-8.000 5.000 16,-5.000 7.000 0,-15.000 2.000-16,6.000 5.000 15,-10.000 15.000 1,-16.000 6.000-16,-9.000 5.000 15,-6.000 0.000 1,-1.000 1.000-16,3.000-8.000 16,9.000-9.000-1,13.000-5.000-15,13.000-14.000 16,16.000-6.000-16,16.000-5.000 16,13.000-2.000-1,7.000 0.000-15,5.000 1.000 16,-2.000 2.000-1,-5.000 4.000 1,-6.000 6.000-16,-14.000 3.000 16,-11.000 4.000-16,-17.000 8.000 15,-16.000 2.000 1,-10.000 5.000-16,-11.000-2.000 16,-8.000-8.000-1,0.000-6.000-15,9.000-2.000 16</inkml:trace>
  <inkml:trace contextRef="#ctx0" brushRef="#br0">16099.000 6816.000 0,'0.000'0.000'0,"4.000"32.000"16,-1.000 20.000 0,-3.000 7.000-16,-5.000-3.000 15,-2.000-4.000 1,-3.000-18.000-16,-2.000-18.000 15,0.000-9.000 1</inkml:trace>
  <inkml:trace contextRef="#ctx0" brushRef="#br0">15930.000 7056.000 0,'0.000'0.000'0,"0.000"0.000"16,0.000 0.000 0,0.000 0.000-16</inkml:trace>
  <inkml:trace contextRef="#ctx0" brushRef="#br0">16241.000 6995.000 0,'12.000'12.000'15,"0.000"5.000"-15,-6.000-1.000 16,-6.000-16.000 0,2.000 3.000-16</inkml:trace>
  <inkml:trace contextRef="#ctx0" brushRef="#br0">16603.000 6620.000 0,'0.000'0.000'16,"-1.000"33.000"-1,-5.000 24.000-15,-4.000-2.000 16,-1.000 0.000 0,7.000-9.000-16,7.000-5.000 15,5.000-9.000 1,2.000-7.000-16,0.000-6.000 16,-2.000-3.000-1,-2.000-4.000-15,-8.000-2.000 16,-4.000-10.000-16,-6.000-15.000 15,1.000-5.000 1</inkml:trace>
  <inkml:trace contextRef="#ctx0" brushRef="#br0">16906.000 6398.000 0,'0.000'0.000'0,"-19.000"28.000"0,-12.000 13.000 15,0.000 0.000 1,9.000-10.000 0,13.000-7.000-1,16.000-13.000-15,14.000-6.000 16,7.000-1.000-16,5.000-3.000 15,-2.000 1.000-15,-5.000 0.000 16,-8.000 5.000 0,-9.000 6.000-16,-7.000 2.000 15,-11.000 3.000 1,-7.000 3.000-16,-3.000 0.000 16,1.000-4.000-1,7.000-6.000-15,11.000-11.000 16,3.000 7.000-1,9.000-5.000-15,9.000-4.000 16,5.000 1.000 0,-2.000 2.000-16,-3.000 7.000 15,-10.000 7.000 1,-12.000 9.000 0,-18.000 13.000-16,-12.000 7.000 15,-14.000 5.000-15,-4.000 2.000 16,2.000-7.000-1,7.000-13.000-15,12.000-13.000 16,28.000-18.000 0,-1.000-3.000-16,23.000-12.000 15,15.000-4.000 1,9.000 3.000-16,0.000 8.000 16,-6.000 8.000-16,-4.000 7.000 15,-7.000 5.000 1,-9.000 4.000-16,-6.000-2.000 15,0.000-5.000 1,2.000-9.000 0,5.000-12.000-16,9.000-11.000 15,6.000-15.000-15,3.000-13.000 16,3.000-7.000 0,1.000-12.000-16,-6.000-7.000 15,-5.000-2.000 1,-7.000 16.000-16</inkml:trace>
  <inkml:trace contextRef="#ctx0" brushRef="#br0">17612.000 6202.000 0,'0.000'0.000'0,"0.000"0.000"15,-14.000 32.000-15,-5.000 15.000 16,-4.000-1.000-1,4.000-9.000 1,10.000-10.000-16,16.000-9.000 16,18.000-12.000-16,14.000-8.000 15,11.000-7.000 1,2.000 2.000 0,-7.000 1.000-16,-9.000 6.000 15,-12.000 9.000 1,-19.000 12.000-16,-18.000 14.000 15,-12.000 15.000 1,-10.000 16.000-16,-5.000 12.000 16,-5.000 12.000-1,3.000 3.000-15,5.000-3.000 16,5.000-6.000 0,10.000-19.000-16,8.000-26.000 15,14.000-39.000 1,-3.000-1.000-16,10.000-31.000 15,0.000-1.000-15</inkml:trace>
  <inkml:trace contextRef="#ctx0" brushRef="#br0">17721.000 6543.000 0,'0.000'0.000'16,"22.000"20.000"-16,9.000 12.000 16,0.000 15.000-1,-6.000 8.000-15,-6.000 9.000 32,-6.000 5.000-32,-3.000 7.000 15,-7.000 1.000-15,1.000-3.000 16,-2.000-3.000-1,-1.000-9.000-15,-1.000-12.000 16,0.000-13.000 0,-1.000-14.000-16,-6.000-19.000 15,-1.000-23.000-15,-4.000-23.000 16,1.000 1.000 0</inkml:trace>
  <inkml:trace contextRef="#ctx0" brushRef="#br0">17780.000 6714.000 0,'4.000'25.000'16,"0.000"14.000"-16,-4.000 3.000 15,-6.000-6.000 1,-5.000-24.000-16,1.000-8.000 15</inkml:trace>
  <inkml:trace contextRef="#ctx0" brushRef="#br0">18067.000 6313.000 0,'0.000'0.000'0,"-5.000"32.000"16,-2.000 14.000-1,-4.000 5.000 1,1.000-3.000-16,6.000-7.000 16,13.000-8.000-1,8.000-9.000-15,8.000-10.000 16,8.000-2.000-1,1.000 0.000-15,-2.000 0.000 16,-7.000 0.000-16,-12.000 9.000 16,-15.000 8.000-1,-13.000 6.000-15,-10.000 4.000 16,-8.000 1.000 0,0.000 4.000-16,7.000-4.000 15,9.000-2.000 1,11.000-7.000-16,16.000-9.000 15,17.000-12.000 1,16.000-14.000-16,12.000-10.000 16,3.000-6.000-1,-7.000-2.000-15,-11.000 1.000 16,-16.000 4.000 0,-17.000 2.000-16,-20.000 4.000 15,-17.000 8.000 1,-5.000 2.000-16,-1.000-3.000 15,7.000-9.000 1,14.000-20.000-16,6.000 2.000 16</inkml:trace>
  <inkml:trace contextRef="#ctx0" brushRef="#br0">18604.000 6304.000 0,'5.000'29.000'15,"0.000"11.000"1,-1.000 2.000-16,1.000-16.000 16,0.000-21.000-1,0.000-8.000-15</inkml:trace>
  <inkml:trace contextRef="#ctx0" brushRef="#br0">18672.000 6185.000 0,'35.000'-8.000'16,"18.000"-2.000"-16,6.000 2.000 15,2.000 11.000 1,-4.000 5.000-16,-9.000 5.000 16,-10.000 4.000-16,-11.000 6.000 15,-16.000 4.000 1,-18.000 2.000-16,-20.000 3.000 16,-11.000-5.000-1,-14.000-8.000-15,-4.000-12.000 16,0.000-12.000-1,13.000-5.000-15</inkml:trace>
  <inkml:trace contextRef="#ctx0" brushRef="#br0">18764.000 6313.000 0,'34.000'-7.000'0,"9.000"1.000"16,-3.000 2.000-1,-12.000 3.000-15,-10.000-1.000 16,-15.000 0.000 0,-6.000-1.000-16</inkml:trace>
  <inkml:trace contextRef="#ctx0" brushRef="#br0">18655.000 6433.000 0,'21.000'-4.000'15,"18.000"-1.000"1,8.000-1.000-16,3.000 1.000 16,-1.000 0.000-1,-6.000 1.000-15,-11.000 2.000 16,-13.000 0.000 0,-19.000 2.000-16,-7.000 3.000 15,-24.000 5.000 1,-1.000-1.000-16</inkml:trace>
  <inkml:trace contextRef="#ctx0" brushRef="#br0">18369.000 6638.000 0,'56.000'-14.000'15,"37.000"-10.000"-15,18.000 1.000 16,6.000-1.000-1,-6.000 6.000-15,-14.000 3.000 16,-17.000 1.000 0,-18.000 3.000-1,-25.000-1.000-15,-27.000 0.000 16,-11.000 1.000-16</inkml:trace>
  <inkml:trace contextRef="#ctx0" brushRef="#br0">18681.000 6671.000 0,'-4.000'21.000'0,"1.000"7.000"16,0.000-4.000 0,5.000-7.000-16,8.000-8.000 15,10.000-14.000 1,9.000-3.000-16,3.000-6.000 15,0.000-1.000 1,-1.000 4.000-16,-3.000 4.000 16,-5.000 6.000-1,-8.000 6.000-15,-4.000 10.000 16,-9.000 8.000 0,-8.000 4.000-16,-10.000 5.000 15,-9.000-3.000 1,-7.000-4.000-16,2.000-10.000 15,3.000-9.000 1,9.000-10.000-16,10.000-7.000 16,10.000 0.000-1,7.000 2.000-15,4.000 2.000 16,3.000 7.000-16,3.000 7.000 16,-3.000 5.000-1,-4.000 9.000-15,-3.000 7.000 16,-8.000 6.000-1,-6.000-1.000-15,-6.000-2.000 16,-3.000-6.000 0,-3.000-7.000-16,0.000-12.000 15,0.000-6.000 1,2.000-6.000-16,1.000-11.000 16,6.000 1.000-1,8.000-3.000-15,6.000 1.000 16,8.000 3.000-1,4.000 7.000-15,9.000 6.000 16,4.000 7.000-16,-1.000 4.000 16,0.000 5.000-1,-4.000 6.000-15,-3.000-4.000 16,-3.000 2.000 0,-5.000-4.000-16,-3.000-5.000 15,7.000-7.000 1,1.000-8.000-16,7.000-17.000 15,-4.000 0.000 1</inkml:trace>
  <inkml:trace contextRef="#ctx0" brushRef="#br0">19370.000 6953.000 0,'0.000'0.000'16,"0.000"0.000"-1,0.000 0.000-15,0.000 0.000 16</inkml:trace>
  <inkml:trace contextRef="#ctx0" brushRef="#br0">19976.000 6313.000 0,'23.000'-3.000'16,"20.000"-1.000"-16,9.000 1.000 15,3.000 3.000-15,1.000 3.000 16,-7.000 2.000-1,-11.000 1.000-15,-11.000 2.000 16,-12.000 1.000 0,-7.000 4.000-16,-17.000 6.000 15,-14.000 6.000-15,-10.000 5.000 16,-11.000 5.000 0,-5.000-1.000-1,2.000-1.000-15,9.000-3.000 16,12.000-9.000-16,15.000-7.000 15,20.000-7.000 1,17.000-9.000-16,12.000-2.000 16,6.000-1.000-1,0.000 2.000-15,-7.000 5.000 16,-8.000 3.000 0,-15.000 6.000-16,-11.000 10.000 15,-13.000 7.000 1,-15.000 5.000-16,-7.000 0.000 15,-1.000 0.000 1,5.000-5.000-16,9.000-2.000 16,7.000-6.000-1,10.000-3.000-15,9.000-4.000 16,9.000-7.000 0,11.000-1.000-16,4.000-2.000 15,-3.000 0.000-15,-1.000 7.000 16,-8.000 3.000-1,-6.000 5.000-15,-10.000 8.000 16,-14.000 7.000 0,-11.000-2.000-1,-10.000-3.000-15,0.000-10.000 16,3.000-20.000-16,7.000-21.000 16,8.000-6.000-1</inkml:trace>
  <inkml:trace contextRef="#ctx0" brushRef="#br0">20572.000 6304.000 0,'-13.000'19.000'0,"-7.000"10.000"15,0.000-2.000 1,8.000-4.000-16,10.000-7.000 16,14.000-7.000-1,16.000-8.000-15,9.000-7.000 16,7.000 0.000 0,2.000-1.000-16,-1.000 2.000 15,-8.000 5.000 1,-10.000 6.000-16,-15.000 8.000 15,-13.000 9.000 1,-19.000 6.000-16,-16.000 6.000 16,-12.000 3.000-1,-4.000-1.000-15,9.000-6.000 16,9.000-5.000-16,14.000-9.000 16,14.000-9.000-1,15.000-3.000-15,13.000-8.000 16,15.000-4.000-1,5.000-4.000-15,1.000 3.000 16,-3.000 2.000 0,-9.000 6.000-16,-8.000 6.000 15,-11.000 7.000 1,-17.000 7.000-16,-18.000 5.000 16,-9.000 2.000-1,-9.000-5.000-15,0.000-10.000 16,7.000-15.000-1,13.000-17.000-15,7.000-3.000 16</inkml:trace>
  <inkml:trace contextRef="#ctx0" brushRef="#br0">20682.000 6620.000 0,'0.000'0.000'0,"-9.000"30.000"16,-6.000 24.000-1,-8.000 12.000-15,-2.000-2.000 16,4.000-4.000 0,6.000-10.000-16,9.000-15.000 15,14.000-13.000 1,20.000-16.000-16,15.000-12.000 16,7.000-9.000-1,8.000-3.000-15,-3.000 3.000 16,-9.000 8.000-1,-12.000 7.000-15,-10.000 7.000 16,-16.000 5.000 0,-14.000 4.000-16,-10.000-4.000 15,-9.000-9.000-15,4.000-21.000 16,7.000-7.000 0</inkml:trace>
  <inkml:trace contextRef="#ctx0" brushRef="#br0">21271.000 6142.000 0,'-20.000'19.000'0,"-7.000"4.000"16,6.000 0.000-1,12.000-5.000 1,22.000-7.000-16,14.000-9.000 16,13.000-2.000-16,0.000 2.000 15,-3.000 4.000 1,-9.000 8.000-16,-10.000 11.000 16,-16.000 18.000-1,-18.000 20.000-15,-19.000 23.000 16,-22.000 21.000-1,-9.000 15.000-15,-2.000 0.000 16,7.000-9.000 0,10.000-21.000-16,18.000-30.000 15,16.000-25.000 1,14.000-33.000-16,10.000-29.000 16,2.000-5.000-1</inkml:trace>
  <inkml:trace contextRef="#ctx0" brushRef="#br0">21169.000 6586.000 0,'52.000'-16.000'16,"31.000"-14.000"-1,11.000 5.000-15,-4.000 5.000 16,-8.000 9.000-1,-9.000 7.000-15,-20.000 4.000 16,-15.000 2.000-16,-19.000 1.000 16,-21.000 1.000-1,-16.000-5.000-15,-14.000-10.000 16,-14.000-13.000 0,-4.000-8.000-16,8.000 5.000 15</inkml:trace>
  <inkml:trace contextRef="#ctx0" brushRef="#br0">21438.000 6466.000 0,'0.000'31.000'15,"-1.000"17.000"-15,-2.000 2.000 16,-4.000-6.000 0,0.000-16.000-16,3.000-23.000 15,11.000-28.000 1,6.000-26.000-16,0.000 2.000 15</inkml:trace>
  <inkml:trace contextRef="#ctx0" brushRef="#br0">21623.000 6365.000 0,'-8.000'33.000'16,"-9.000"21.000"-16,-3.000 9.000 15,0.000-1.000-15,9.000-5.000 16,10.000-7.000 0,9.000-12.000-16,7.000-7.000 15,7.000-6.000 1,-1.000-1.000 0,-4.000 0.000-16,-3.000 4.000 15,-10.000 1.000-15,-11.000 2.000 16,-16.000 3.000-1,-14.000-3.000-15,-12.000-4.000 16,-6.000-12.000 0,-1.000-8.000-16,5.000-17.000 15,17.000-6.000 1,14.000-11.000-16,19.000-1.000 16,20.000-1.000-1,13.000 7.000-15,9.000 11.000 16,8.000 8.000-1,0.000 12.000-15,1.000 11.000 16,-4.000 7.000 0,-6.000 0.000-16,-7.000 3.000 15,-7.000-7.000 1,-6.000-13.000-16,-4.000-5.000 16</inkml:trace>
  <inkml:trace contextRef="#ctx0" brushRef="#br0">22111.000 6885.000 0,'0.000'0.000'0,"0.000"0.000"16</inkml:trace>
  <inkml:trace contextRef="#ctx0" brushRef="#br0">9943.000 8242.000 0,'-14.000'9.000'16,"-4.000"10.000"-16,-1.000 8.000 16,0.000 7.000-1,1.000 7.000 1,1.000 12.000-16,0.000 10.000 15,0.000 7.000 1,2.000 1.000-16,1.000-4.000 16,8.000-9.000-1,11.000-12.000-15,10.000-21.000 16,9.000-17.000-16,11.000-20.000 16,8.000-17.000-1,6.000-12.000 1,2.000-8.000-16,0.000-2.000 15,-6.000 4.000-15,-10.000 8.000 16,-4.000 11.000 0,-9.000 10.000-1,-4.000 14.000-15,-3.000 13.000 16,-3.000 13.000-16,-4.000 14.000 16,-3.000 8.000-1,0.000 2.000 1,3.000-6.000-16,2.000-8.000 15,6.000-10.000-15,0.000-9.000 16,5.000-7.000 0,7.000-12.000-16,-1.000-9.000 15,-1.000-11.000 1,-1.000-8.000-16,-3.000-4.000 16,-4.000-4.000-1,-8.000-2.000-15,-7.000 1.000 16,-6.000-2.000-1,-8.000 0.000-15,-3.000 2.000 16,1.000 7.000 0,0.000 6.000-16,6.000 0.000 15,3.000 9.000 1</inkml:trace>
  <inkml:trace contextRef="#ctx0" brushRef="#br0">10809.000 8625.000 0,'0.000'0.000'0,"0.000"0.000"16,32.000-3.000-1,16.000-5.000-15,7.000-2.000 16,4.000 2.000-1,-1.000 1.000-15,2.000 3.000 16,-1.000 1.000 0,0.000 3.000-16,0.000 2.000 15,0.000-1.000 1,0.000 2.000 0,0.000-4.000-16,-7.000-3.000 15,-8.000 3.000-15,-14.000 2.000 16,-11.000-1.000-1,-7.000 2.000-15,-12.000-2.000 16,1.000 4.000 0</inkml:trace>
  <inkml:trace contextRef="#ctx0" brushRef="#br0">12281.000 7797.000 0,'0.000'0.000'16,"0.000"0.000"-16,-6.000 22.000 16,-5.000 10.000-1,1.000 2.000 1,2.000-4.000-16,8.000-1.000 16,10.000-3.000-1,11.000-1.000-15,7.000-4.000 16,3.000-3.000-1,0.000 0.000-15,-3.000-2.000 16,-6.000 2.000-16,-9.000 3.000 16,-17.000 3.000-1,-16.000 3.000-15,-14.000 0.000 16,-14.000-10.000 0,7.000-5.000-16</inkml:trace>
  <inkml:trace contextRef="#ctx0" brushRef="#br0">12096.000 8353.000 0,'11.000'21.000'16,"6.000"13.000"-16,-5.000 7.000 16,-5.000 8.000-1,-7.000-2.000 1,-8.000-3.000-16,-5.000-8.000 15,-4.000-14.000 1,5.000-11.000-16</inkml:trace>
  <inkml:trace contextRef="#ctx0" brushRef="#br0">12189.000 8345.000 0,'0.000'0.000'0,"21.000"-9.000"16,14.000-3.000-16,4.000-1.000 15,2.000-3.000 1,2.000 3.000-16,-6.000 1.000 16,1.000-1.000-1,-4.000 2.000-15,-2.000 3.000 16,-8.000 3.000-16,-5.000 4.000 15,-8.000 5.000 1,-5.000 7.000-16,-4.000 7.000 16,-2.000 11.000-1,-2.000 9.000-15,-4.000 11.000 16,-2.000 10.000 0,-6.000 9.000-16,1.000 7.000 15,2.000 2.000 1,3.000-4.000-16,2.000-7.000 15,2.000-12.000 1,0.000-13.000-16,-2.000-13.000 16,0.000-11.000-1,0.000-12.000-15,-4.000-17.000 16,-8.000-21.000 0,2.000 1.000-16</inkml:trace>
  <inkml:trace contextRef="#ctx0" brushRef="#br0">12230.000 8498.000 0,'23.000'-10.000'0,"14.000"-4.000"16,6.000-1.000-1,1.000 2.000-15,-7.000 5.000 16,-6.000 1.000-1,-15.000 7.000-15,-14.000 8.000 16,-16.000 7.000 0,-17.000 10.000-16,-9.000 3.000 15,-3.000 3.000 1,3.000 0.000-16,10.000-7.000 16,12.000-7.000-1,12.000-6.000-15,18.000-4.000 16,16.000-10.000-1,14.000-8.000-15,8.000-4.000 16,-2.000-5.000 0,-2.000 1.000-16,-9.000 1.000 15,-13.000-2.000 1,-13.000 2.000-16,-12.000-5.000 16,-11.000-1.000-16,-2.000 5.000 15</inkml:trace>
  <inkml:trace contextRef="#ctx0" brushRef="#br0">12323.000 8370.000 0,'0.000'0.000'16,"0.000"0.000"-16,9.000 31.000 16,5.000 21.000-1,-7.000 14.000 1,-5.000 4.000-16,-8.000-5.000 15,-5.000-8.000 1,0.000-21.000-16,3.000-15.000 16</inkml:trace>
  <inkml:trace contextRef="#ctx0" brushRef="#br0">12844.000 8027.000 0,'4.000'24.000'16,"1.000"8.000"-16,-2.000 2.000 15,-5.000-5.000 1,2.000-29.000-1,-3.000 10.000-15</inkml:trace>
  <inkml:trace contextRef="#ctx0" brushRef="#br0">13114.000 7832.000 0,'0.000'0.000'0,"-3.000"36.000"16,-16.000 20.000 0,-10.000 5.000-16,-7.000 0.000 15,4.000-11.000 1,8.000-13.000 0,14.000-16.000-16,11.000-8.000 15,13.000-10.000-15,10.000-5.000 16,4.000-2.000-1,2.000 3.000-15,-6.000 2.000 16,-7.000 9.000 0,-9.000 8.000-16,-15.000 6.000 15,-11.000 10.000-15,-13.000 5.000 16,-9.000 1.000 0,1.000-2.000-16,4.000-8.000 15,8.000-7.000 1,14.000-8.000-16,13.000-5.000 15,11.000-5.000 1,12.000-2.000-16,7.000-2.000 16,4.000-1.000-1,-2.000 0.000-15,-4.000 3.000 16,-11.000 5.000-16,-7.000 10.000 16,-8.000 9.000-1,-14.000 14.000-15,-8.000 5.000 16,-7.000-1.000-1,-3.000-2.000-15,0.000-6.000 16,5.000-10.000 0,6.000-18.000-16,2.000-25.000 15,7.000-9.000 1</inkml:trace>
  <inkml:trace contextRef="#ctx0" brushRef="#br0">13358.000 7908.000 0,'30.000'-4.000'0,"14.000"-3.000"0,1.000 6.000 15,-8.000 7.000 1,-10.000 6.000-16,-15.000 9.000 15,-17.000 7.000 1,-19.000 4.000-16,-17.000 3.000 16,-16.000 0.000-1,-2.000-3.000-15,4.000-5.000 16,13.000-5.000 0,16.000-4.000-16,12.000 3.000 15,9.000 2.000 1,16.000 9.000-16,5.000 2.000 15,3.000 0.000 1,-3.000 4.000-16,-1.000-1.000 16,-4.000-5.000-1,-5.000-7.000-15,-2.000-11.000 16,-6.000-6.000 0,-4.000-17.000-16,1.000-2.000 15</inkml:trace>
  <inkml:trace contextRef="#ctx0" brushRef="#br0">13315.000 8216.000 0,'38.000'-7.000'0,"12.000"-3.000"16,5.000 1.000-1,-2.000 9.000-15,-9.000 8.000 16,-8.000 11.000-1,-8.000 9.000-15,-13.000 4.000 16,-13.000 2.000 0,-13.000-2.000-16,-8.000-7.000 15,-8.000-11.000 1,-2.000-11.000-16,3.000-7.000 16</inkml:trace>
  <inkml:trace contextRef="#ctx0" brushRef="#br0">13484.000 8326.000 0,'2.000'32.000'15,"-5.000"17.000"1,-9.000 5.000-16,-7.000-8.000 16,-3.000-13.000-1,-2.000-16.000-15,6.000-10.000 16</inkml:trace>
  <inkml:trace contextRef="#ctx0" brushRef="#br0">13576.000 8558.000 0,'17.000'16.000'16,"9.000"7.000"-16,0.000 1.000 15,-3.000-3.000 1,-8.000-10.000-16,-5.000-13.000 15,-5.000-20.000 1,-2.000-1.000-16</inkml:trace>
  <inkml:trace contextRef="#ctx0" brushRef="#br0">14173.000 7781.000 0,'22.000'40.000'15,"6.000"21.000"1,-11.000 8.000 0,-8.000-3.000-16,-9.000-4.000 15,-8.000-12.000-15,-2.000-11.000 16,-6.000-12.000-1,-4.000-12.000-15,-6.000-15.000 16,-6.000-11.000 0,-5.000-12.000-16,-5.000-6.000 15,5.000-2.000 1,11.000 0.000-16,13.000 0.000 16,16.000 1.000-1,22.000 1.000-15,19.000 3.000 16,14.000 3.000-1,8.000 6.000-15,-3.000 8.000 16,-10.000 6.000 0,-13.000 5.000-16,-12.000 6.000 15,-16.000 9.000 1,-20.000 8.000-16,-17.000 7.000 16,-19.000 2.000-1,-2.000 1.000-15,3.000-4.000 16,13.000-3.000-1,15.000-7.000-15,17.000-6.000 16,19.000-5.000-16,16.000-4.000 16,9.000-6.000-1,6.000-2.000-15,-1.000 1.000 16,-9.000 4.000 0,-11.000 5.000-16,-10.000 4.000 15,-18.000 12.000 1,-18.000 8.000-16,-22.000 6.000 15,-21.000 5.000 1,-14.000 7.000-16,-9.000 1.000 16,5.000-6.000-1,8.000-4.000-15,17.000-9.000 16,23.000-8.000 0,25.000-8.000-1,25.000-7.000-15,23.000-5.000 16,18.000 0.000-16,17.000-4.000 15,6.000 0.000 1,-1.000-4.000-16,-6.000 0.000 16,-11.000-5.000-1,-14.000-1.000-15,-18.000-6.000 16,-18.000-5.000 0,-17.000-7.000-16,-19.000-2.000 15,-18.000-5.000 1,-9.000 2.000-16,-1.000 5.000 15,4.000 6.000 1,6.000 6.000-16,11.000 7.000 16,6.000 3.000-1,8.000 10.000-15,4.000 10.000 16,6.000 13.000 0,3.000 13.000-16,2.000 20.000 15,-4.000 12.000 1,-3.000 8.000-16,0.000 8.000 15,-1.000-6.000 1,1.000-13.000-16,0.000-11.000 16,3.000-20.000-1,3.000-21.000-15,8.000-23.000 16,9.000-22.000-16,-3.000 0.000 16</inkml:trace>
  <inkml:trace contextRef="#ctx0" brushRef="#br0">14913.000 8583.000 0,'0.000'-16.000'0</inkml:trace>
  <inkml:trace contextRef="#ctx0" brushRef="#br0">16082.000 8199.000 0,'0.000'0.000'16,"0.000"0.000"-16,0.000 0.000 15,-16.000-1.000 1,-5.000 1.000-16,2.000-1.000 16,1.000 0.000-16,1.000 0.000 15,1.000 0.000 1,-1.000 1.000-16,1.000 0.000 16,0.000 2.000-1,1.000 1.000-15,-1.000 0.000 16,6.000 1.000-1,10.000-4.000 1,4.000-5.000-16,15.000-4.000 16,12.000-2.000-16,12.000-1.000 15,6.000-3.000 1,1.000 1.000-16,-2.000-2.000 16,-7.000 0.000-1,-7.000 4.000-15,-9.000 1.000 16,-7.000 4.000-1,-10.000 3.000-15,-8.000 0.000 16,-8.000-2.000 0,-8.000-2.000-16,-3.000-2.000 15,-8.000-4.000-15,-1.000-2.000 16,2.000 1.000 0,5.000 0.000-16,7.000 6.000 15,4.000 3.000 1,10.000 6.000-16,0.000 0.000 15,-1.000 3.000 1,4.000 13.000 0,4.000 13.000-16,0.000 11.000 15,1.000 16.000-15,-4.000 14.000 16,-5.000 15.000 0,-4.000 6.000-16,-1.000-3.000 15,0.000-5.000 1,3.000-14.000-16,-2.000-13.000 15,1.000-16.000 1,1.000-11.000-16,1.000-12.000 16,-3.000-11.000-16,-6.000-10.000 15,-3.000-12.000 1,-6.000-12.000-16,-1.000-6.000 16,-1.000 0.000-1,6.000 5.000-15,2.000 6.000 16,4.000 6.000-1,6.000 4.000-15,7.000 4.000 16,10.000-1.000 0,10.000-3.000-1,9.000-5.000-15,3.000-5.000 16,4.000-4.000-16,-1.000-3.000 16,-4.000-8.000-1,-11.000 6.000-15</inkml:trace>
  <inkml:trace contextRef="#ctx0" brushRef="#br0">16393.000 7875.000 0,'0.000'0.000'16,"0.000"0.000"-16,0.000 0.000 15,0.000 0.000 1,24.000-17.000-16,16.000-3.000 16,0.000-1.000-1,-6.000 8.000-15,-8.000 6.000 16,-7.000 8.000 0,-4.000 10.000-16,-7.000 15.000 15,-11.000 21.000 1,-12.000 22.000-16,-11.000 20.000 15,-11.000 20.000 1,-7.000 13.000-16,-2.000 6.000 16,3.000-3.000-1,5.000-13.000-15,4.000-17.000 16,11.000-20.000 0,10.000-23.000-16,6.000-25.000 15,7.000-29.000 1,2.000-10.000-16</inkml:trace>
  <inkml:trace contextRef="#ctx0" brushRef="#br0">16469.000 8216.000 0,'36.000'-26.000'15,"18.000"-10.000"1,4.000 8.000-16,-8.000 10.000 16,-6.000 13.000-16,-18.000 11.000 15,-14.000 12.000 1,-20.000 14.000 0,-20.000 12.000-16,-14.000 10.000 15,-6.000 2.000 1,2.000-5.000-16,8.000-12.000 15,13.000-11.000-15,12.000-12.000 16,17.000-9.000 0,11.000-10.000-16,12.000-6.000 15,7.000-5.000 1,-3.000 3.000-16,-2.000 4.000 16,-9.000 10.000-1,-13.000 11.000-15,-15.000 17.000 16,-11.000 13.000-1,-10.000 8.000-15,0.000-5.000 16,3.000-9.000 0,7.000-10.000-16,12.000-12.000 15,7.000-16.000 1,8.000 2.000 0,13.000-17.000-16,7.000-11.000 0,0.000-4.000 15,1.000 5.000 1,-2.000 8.000-16,-6.000 9.000 15,-6.000 13.000 1,-4.000 7.000-16,-1.000 6.000 16,2.000 0.000-1,1.000 2.000-15,-1.000-3.000 16,2.000-5.000 0,-2.000-6.000-16,0.000-9.000 15,0.000-10.000 1,-1.000-10.000-16,-4.000-6.000 15,-7.000 0.000 1,-7.000 2.000-16,-5.000 5.000 16,-6.000 8.000-1,2.000 4.000-15,-1.000 5.000 16,2.000-2.000 0,6.000-9.000-1,4.000-1.000-15</inkml:trace>
  <inkml:trace contextRef="#ctx0" brushRef="#br0">16999.000 8088.000 0,'0.000'0.000'16,"30.000"-9.000"-16,16.000-3.000 16,5.000 2.000-1,-6.000 7.000-15,-10.000 5.000 16,-12.000 5.000-1,-12.000 8.000-15,-14.000 11.000 16,-16.000 10.000 0,-13.000 9.000-16,-11.000 6.000 15,-2.000 1.000 1,6.000-9.000 0,10.000-10.000-16,13.000-10.000 15,16.000-23.000-15,11.000 3.000 16,16.000-14.000-1,9.000-7.000-15,4.000 3.000 32,-6.000 4.000-32,-9.000 7.000 0,-10.000 9.000 15,-12.000 13.000 1,-14.000 15.000-16,-15.000 8.000 16,-2.000 3.000-1,-2.000-3.000-15,5.000-12.000 16,7.000-11.000-1,18.000-18.000-15,2.000 0.000 16,17.000-14.000-16,13.000-10.000 16,7.000 2.000-1,-1.000 5.000-15,-8.000 8.000 16,-6.000 12.000 0,-12.000 12.000-16,-15.000 12.000 15,-7.000 5.000 1,-8.000-1.000-16,-2.000-3.000 15,3.000-12.000 1,8.000-14.000-16,10.000-19.000 16,8.000-18.000-1,11.000-15.000-15,3.000-10.000 16,-4.000 13.000 0</inkml:trace>
  <inkml:trace contextRef="#ctx0" brushRef="#br0">17343.000 8267.000 0,'37.000'-5.000'16,"20.000"-1.000"-16,5.000 4.000 15,-4.000 8.000 1,-9.000 6.000-16,-11.000 9.000 16,-13.000 11.000-1,-17.000 12.000-15,-15.000 6.000 16,-15.000 1.000-1,-7.000-8.000-15,-7.000-14.000 16,1.000-27.000 0,8.000-8.000-1</inkml:trace>
  <inkml:trace contextRef="#ctx0" brushRef="#br0">17638.000 8104.000 0,'-32.000'57.000'0,"-15.000"27.000"15,0.000-4.000 1,10.000-28.000 0,19.000-36.000-16,11.000-17.000 15</inkml:trace>
  <inkml:trace contextRef="#ctx0" brushRef="#br0">17949.000 7892.000 0,'6.000'41.000'16,"-6.000"28.000"-1,-6.000 3.000-15,-1.000-3.000 16,8.000-13.000-1,12.000-19.000-15,17.000-19.000 16,18.000-19.000 0,12.000-18.000-16,7.000-14.000 15,-3.000-8.000 1,-8.000 0.000-16,-15.000-4.000 16,-21.000 6.000-1,-20.000 5.000 1,-17.000 7.000-16,-9.000 10.000 15,-3.000 13.000-15,1.000 12.000 16,2.000 14.000 0,4.000 19.000-16,3.000 18.000 15,4.000 22.000 1,1.000 16.000-16,-3.000 11.000 16,-2.000 3.000-1,3.000-10.000-15,4.000-17.000 16,6.000-25.000-1,3.000-25.000-15,3.000-30.000 16,3.000-29.000 0,0.000-8.000-16</inkml:trace>
  <inkml:trace contextRef="#ctx0" brushRef="#br0">18319.000 8131.000 0,'49.000'-16.000'0,"20.000"-3.000"15,-3.000 6.000 1,-11.000 13.000-16,-16.000 9.000 16,-12.000 7.000-1,-21.000 9.000-15,-18.000 6.000 16,-25.000 5.000-1,-13.000 0.000-15,-3.000 0.000 16,9.000-8.000 0,10.000-9.000-16,18.000-6.000 15,19.000-10.000 1,24.000-12.000-16,26.000-9.000 16,17.000-7.000-1,9.000-4.000-15,-3.000 2.000 16,-12.000 2.000-1,-16.000 8.000-15,-21.000 3.000 16,-19.000 1.000 0,-23.000 2.000-16,-21.000-3.000 15,-10.000 0.000-15,-10.000-12.000 16,-1.000-13.000 0,3.000-7.000-1,13.000 7.000 1</inkml:trace>
  <inkml:trace contextRef="#ctx0" brushRef="#br0">18487.000 7849.000 0,'33.000'59.000'0,"5.000"39.000"16,-23.000 17.000 0,-23.000 4.000-16,-22.000-8.000 15,-14.000-12.000 1,-5.000-21.000-16,3.000-23.000 15,8.000-25.000 1,12.000-28.000-16,14.000-27.000 16,7.000-5.000-1</inkml:trace>
  <inkml:trace contextRef="#ctx0" brushRef="#br0">18630.000 8413.000 0,'44.000'40.000'16,"13.000"10.000"-1,-8.000-2.000-15,-17.000-15.000 16,-16.000-20.000 0,-7.000-11.000-16</inkml:trace>
  <inkml:trace contextRef="#ctx0" brushRef="#br0">19193.000 7832.000 0,'0.000'25.000'0,"0.000"14.000"16,-3.000 11.000-1,2.000 2.000 1,1.000 0.000-16,7.000-5.000 15,9.000-8.000 1,9.000-11.000-16,7.000-11.000 16,6.000-16.000-1,8.000-13.000-15,0.000-15.000 16,-2.000-9.000 0,-4.000-7.000-16,-11.000-6.000 15,-14.000-1.000 1,-12.000 6.000-16,-9.000 9.000 15,-6.000 16.000 1,-1.000 13.000-16,0.000 14.000 16,-4.000 18.000-1,1.000 18.000-15,-4.000 26.000 16,-2.000 24.000 0,0.000 16.000-16,3.000 10.000 15,2.000 0.000 1,7.000-13.000-16,8.000-20.000 15,5.000-27.000 1,4.000-28.000-16,5.000-27.000 16,-1.000-28.000-1,-2.000-6.000-15</inkml:trace>
  <inkml:trace contextRef="#ctx0" brushRef="#br0">19606.000 7849.000 0,'13.000'32.000'0,"5.000"12.000"16,-8.000 0.000-1,-7.000-10.000-15,-4.000-17.000 16,-2.000-10.000-1</inkml:trace>
  <inkml:trace contextRef="#ctx0" brushRef="#br0">19807.000 7704.000 0,'33.000'6.000'0,"13.000"10.000"31,-4.000 12.000-31,-12.000 14.000 0,-11.000 5.000 16,-17.000 2.000-1,-16.000-3.000-15,-8.000-10.000 16,-10.000-8.000 0,-7.000-9.000-16,-2.000-10.000 15,6.000-9.000 1,8.000-8.000-16,13.000-8.000 15,14.000-7.000 1,16.000 0.000-16,14.000 1.000 16,7.000 3.000-1,6.000 3.000-15,-5.000 3.000 16,-7.000 6.000 0,-11.000 3.000-16,-20.000 4.000 15,7.000 0.000 1</inkml:trace>
  <inkml:trace contextRef="#ctx0" brushRef="#br0">19588.000 8224.000 0,'15.000'19.000'15,"3.000"8.000"-15,1.000-1.000 16,-5.000-4.000-1,-5.000-7.000-15,-3.000-5.000 16,-6.000-10.000-16,2.000-6.000 16,-3.000-11.000-1,-2.000-8.000-15,-2.000-4.000 16,1.000 5.000 0,4.000 7.000-1,8.000 5.000-15,7.000-2.000 16,13.000-2.000-16,17.000-3.000 15,13.000-2.000 1,6.000 3.000-16,2.000 4.000 16,-8.000 7.000-1,-5.000 9.000 1,-13.000 9.000-16,-16.000 8.000 16,-18.000 5.000-16,-18.000 5.000 15,-19.000-1.000 1,-11.000-9.000-16,-9.000-17.000 15,9.000-6.000 1</inkml:trace>
  <inkml:trace contextRef="#ctx0" brushRef="#br0">19840.000 8147.000 0,'-1.000'28.000'15,"-4.000"11.000"1,-4.000-6.000-16,-1.000-13.000 16,6.000-18.000-1,3.000-9.000-15</inkml:trace>
  <inkml:trace contextRef="#ctx0" brushRef="#br0">20017.000 8192.000 0,'0.000'0.000'0,"-17.000"29.000"16,-21.000 20.000-1,-9.000 5.000-15,-3.000-7.000 16,8.000-11.000 0,12.000-11.000-16,13.000-12.000 15,18.000-9.000 1,18.000-11.000-16,9.000-7.000 15,10.000 0.000-15,2.000 2.000 16,-2.000 3.000 0,-7.000 5.000-16,-10.000 4.000 15,-13.000 8.000 1,-14.000 12.000-16,-17.000 5.000 16,-12.000 5.000-1,-7.000 2.000-15,0.000-3.000 16,9.000-8.000-1,11.000-8.000 1,22.000-13.000-16,1.000 2.000 16,20.000-10.000-16,17.000-3.000 15,7.000 0.000 1,3.000 1.000-16,-7.000 6.000 16,-7.000 8.000-1,-8.000 9.000-15,-15.000 10.000 16,-13.000 8.000-1,-15.000 4.000-15,-14.000 0.000 16,-10.000-4.000 0,-5.000-6.000-16,-3.000-10.000 15,2.000-10.000 1,7.000-10.000-16,8.000-10.000 16,12.000-3.000-1,11.000-5.000-15,13.000-1.000 16,13.000 3.000-1,10.000 4.000-15,8.000 8.000 16,6.000 6.000 0,0.000 10.000-16,3.000 5.000 15,1.000 6.000 1,-6.000 4.000-16,-5.000-1.000 16,-7.000-4.000-1,-5.000-4.000-15,-11.000-9.000 16,-5.000-5.000-16</inkml:trace>
  <inkml:trace contextRef="#ctx0" brushRef="#br0">20336.000 8711.000 0,'0.000'0.000'15</inkml:trace>
  <inkml:trace contextRef="#ctx0" brushRef="#br0">21379.000 7832.000 0,'-8.000'-16.000'16,"-6.000"-8.000"-16,0.000-2.000 15,-1.000 5.000 1,0.000-2.000-16,4.000 7.000 16,2.000 6.000-1,4.000 3.000-15,5.000 7.000 16,0.000 0.000-1,3.000 9.000-15,6.000 10.000 16,6.000 4.000 0,6.000 2.000-16,0.000-1.000 15,0.000-2.000 1,-3.000-2.000 0,-5.000-1.000-16,-1.000-8.000 0,-3.000-14.000 15,-2.000-4.000 1</inkml:trace>
  <inkml:trace contextRef="#ctx0" brushRef="#br0">21631.000 7559.000 0,'0.000'0.000'0,"0.000"23.000"15,-8.000 15.000-15,-13.000 9.000 16,-15.000 5.000 0,-10.000 0.000-16,-8.000-7.000 15,-2.000-14.000 1,12.000-13.000-16</inkml:trace>
  <inkml:trace contextRef="#ctx0" brushRef="#br0">21261.000 7934.000 0,'0.000'0.000'16,"0.000"0.000"0,8.000 19.000-16,1.000 11.000 15,2.000 2.000 1,1.000 2.000-16,-2.000-6.000 16,-1.000-2.000-1,2.000-9.000-15,-3.000-12.000 16,-2.000-14.000-1,-1.000-10.000-15,-4.000-7.000 16,-3.000-3.000 0,-4.000 2.000-16,-6.000 7.000 15,-3.000 4.000-15,3.000 4.000 16,2.000 2.000 0,7.000 0.000-16,10.000-6.000 15,13.000-4.000 1,21.000-2.000-16,10.000 2.000 15,7.000 5.000 1,1.000 6.000 0,0.000 0.000-16,-4.000 6.000 15,-10.000 4.000 1,-9.000 5.000-16,-11.000 8.000 16,-11.000 7.000-1,-23.000 10.000-15,-20.000 3.000 16,-18.000 4.000-16,-13.000-7.000 15,-3.000-11.000 1,5.000-13.000-16,17.000-7.000 16,16.000-6.000-1,14.000-2.000-15,10.000-1.000 16,8.000-5.000 0,8.000-3.000-16,10.000-1.000 15,6.000 1.000 1,4.000 4.000-1,-3.000 6.000-15,-3.000 5.000 16,-10.000 6.000-16,-10.000 9.000 16,-12.000 6.000-1,-16.000 13.000-15,-15.000 5.000 16,-10.000 3.000 0,-3.000-6.000-1,8.000-9.000-15,11.000-8.000 16,13.000-9.000-16,15.000-8.000 15,8.000 0.000 1,20.000-11.000-16,15.000-10.000 16,10.000 0.000-1,0.000-3.000-15,-7.000 4.000 16,-8.000 6.000 0,-13.000 4.000-16,-10.000 4.000 15,-18.000 3.000 1,-11.000 4.000-16,-9.000 1.000 15,-9.000-4.000 1,-1.000-6.000-16,2.000-1.000 16,7.000-2.000-1,9.000 0.000-15,8.000 6.000 16,7.000 5.000-16,0.000 0.000 16,0.000 0.000-1,3.000 2.000-15,8.000 14.000 16,5.000 12.000-1,-2.000 13.000-15,-5.000 11.000 16,-2.000 7.000 0,-5.000 7.000-16,-4.000-2.000 15,-3.000-3.000 1,1.000-11.000-16,-2.000-13.000 16,-2.000-16.000-1,-4.000-17.000 1,2.000-7.000-16</inkml:trace>
  <inkml:trace contextRef="#ctx0" brushRef="#br0">21387.000 8361.000 0,'0.000'0.000'0,"0.000"0.000"16,0.000 0.000-1,31.000-16.000-15,19.000-8.000 16,9.000 2.000-1,3.000 4.000-15,-5.000 4.000 16,-8.000 4.000-16,-8.000 4.000 16,-11.000 0.000-1,-15.000-11.000-15,-12.000-9.000 16,-4.000 1.000 0</inkml:trace>
  <inkml:trace contextRef="#ctx0" brushRef="#br0">22078.000 7679.000 0,'0.000'0.000'15,"-6.000"34.000"-15,-16.000 22.000 16,-14.000 5.000-1,-13.000 1.000-15,0.000-10.000 16,4.000-13.000 0,14.000-11.000-16,12.000-15.000 15,19.000-13.000 1,4.000-7.000-16,14.000-8.000 16,12.000-6.000-1,6.000 5.000-15,2.000 10.000 16,-5.000 12.000-1,-3.000 15.000 1,-8.000 14.000-16,-11.000 10.000 16,-8.000 8.000-16,-6.000 0.000 15,-1.000-4.000 1,-2.000-11.000-16,2.000-14.000 16,2.000-24.000-1,2.000-25.000-15,0.000-4.000 16</inkml:trace>
  <inkml:trace contextRef="#ctx0" brushRef="#br0">22355.000 7610.000 0,'0.000'0.000'0,"-3.000"36.000"15,-10.000 21.000 1,-12.000 6.000-16,-2.000-4.000 16,4.000-10.000-1,8.000-16.000 1,16.000-13.000-16,15.000-9.000 16,10.000-11.000-16,8.000-2.000 15,0.000 1.000 1,-2.000 4.000-16,-8.000 5.000 15,-10.000 5.000 1,-9.000 9.000-16,-11.000 9.000 16,-12.000 4.000-1,-6.000 1.000-15,-3.000 0.000 16,5.000-6.000-16,6.000-7.000 16,6.000-5.000-1,8.000-4.000 1,12.000-4.000-16,6.000-7.000 15,6.000-1.000-15,0.000 0.000 16,-8.000 1.000 0,-5.000 9.000-16,-9.000 6.000 15,-6.000 10.000 1,-8.000 2.000-16,-2.000-5.000 16,6.000-8.000-1,3.000-4.000-15,7.000-13.000 16,10.000-3.000-1,22.000-14.000-15,11.000-13.000 16,8.000-6.000 0,-10.000 6.000-16</inkml:trace>
  <inkml:trace contextRef="#ctx0" brushRef="#br0">22741.000 7934.000 0,'23.000'36.000'0,"1.000"20.000"16,-12.000 3.000-1,-9.000-12.000-15,-8.000-14.000 16,-3.000-20.000 0,2.000-23.000-16,3.000-7.000 15</inkml:trace>
  <inkml:trace contextRef="#ctx0" brushRef="#br0">22885.000 7875.000 0,'24.000'4.000'16,"11.000"5.000"0,1.000 9.000-16,-1.000 9.000 15,-5.000 9.000 1,-6.000 4.000 0,-10.000 3.000-16,-12.000 1.000 15,-9.000-7.000-15,-7.000-5.000 16,-10.000-7.000-1,-5.000-12.000-15,-4.000-8.000 16,4.000-7.000 0,5.000-6.000-16,12.000-4.000 15,12.000-3.000-15,12.000-5.000 16,19.000 0.000 0,14.000-3.000-1,8.000-5.000-15,10.000-3.000 16,4.000-3.000-16,-1.000 0.000 15,-3.000-2.000 1,-6.000-1.000 0,-12.000 1.000-16,-9.000-2.000 15,-10.000 0.000 1,-11.000 0.000-16,-11.000 10.000 16,-5.000 8.000-1,-5.000 10.000-15,-5.000 12.000 16,-1.000 13.000-16,2.000 16.000 15,-3.000 19.000 1,3.000 20.000 0,-1.000 11.000-16,2.000 6.000 15,5.000-2.000 1,3.000-8.000-16,0.000-13.000 16,1.000-14.000-1,0.000-17.000-15,0.000-14.000 16,-3.000-9.000-1,-6.000-14.000-15,-5.000-13.000 16,-5.000-14.000 0,-2.000-4.000-16,2.000 2.000 15,7.000 7.000 1,8.000 6.000-16,9.000 4.000 16,9.000 0.000-1,11.000 3.000-15,8.000-1.000 16,0.000 3.000-1,4.000-2.000-15,-6.000-1.000 16,-7.000-5.000-16,-9.000 3.000 16</inkml:trace>
  <inkml:trace contextRef="#ctx0" brushRef="#br0">23759.000 7584.000 0,'0.000'0.000'0,"18.000"22.000"16,-2.000 10.000-16,-13.000 0.000 15,-7.000-7.000 1</inkml:trace>
  <inkml:trace contextRef="#ctx0" brushRef="#br0">23701.000 8027.000 0,'9.000'47.000'16,"-1.000"17.000"-16,-7.000-1.000 16,-5.000-13.000-1,-2.000-24.000-15,3.000-29.000 16,1.000-11.000 0</inkml:trace>
  <inkml:trace contextRef="#ctx0" brushRef="#br0">24054.000 7696.000 0,'46.000'-35.000'0,"17.000"-8.000"15,-2.000 8.000 1,-9.000 11.000-16,-10.000 12.000 15,-8.000 7.000-15,-5.000 7.000 16,-8.000 7.000 0,-2.000 13.000-16,-5.000 10.000 15,-2.000 17.000 1,-4.000 16.000-16,-3.000 16.000 16,-2.000 11.000-1,0.000 2.000-15,1.000 3.000 16,-1.000-7.000-1,-2.000-9.000-15,-2.000-12.000 16,0.000-17.000 0,-5.000-16.000-1,-4.000-20.000-15,-10.000-20.000 16,-8.000-24.000 0,-10.000-22.000-16,-2.000-15.000 15,-1.000-8.000-15,10.000 14.000 16</inkml:trace>
  <inkml:trace contextRef="#ctx0" brushRef="#br0">24045.000 7985.000 0,'5.000'19.000'16,"1.000"10.000"-1,-1.000 0.000-15,-3.000-5.000 16,-2.000-9.000-1,0.000-15.000-15,0.000 0.000 16,4.000-18.000 0,6.000-9.000-16,3.000-9.000 15,7.000-3.000 1,5.000 1.000-16,1.000 6.000 16,1.000 10.000-1,-3.000 10.000-15,1.000 7.000 16,2.000 12.000-1,5.000 15.000-15,0.000 12.000 16,-5.000 10.000 0,-8.000 3.000-16,-10.000-4.000 15,-10.000-5.000 1,-9.000-7.000-16,-8.000-9.000 16,-6.000-10.000-1,-7.000-7.000-15,-3.000-10.000 16,3.000-4.000-1,6.000-8.000-15,13.000-7.000 16,20.000-6.000-16,22.000-6.000 16,15.000-3.000-1,-3.000 7.000 1</inkml:trace>
  <inkml:trace contextRef="#ctx0" brushRef="#br0">24735.000 7883.000 0,'0.000'0.000'0,"0.000"0.000"16,12.000 26.000-1,5.000 19.000-15,-2.000 8.000 16,-4.000 2.000 0,-6.000 2.000-16,-3.000-7.000 15,-4.000-13.000 1,-6.000-19.000-16,-1.000-10.000 16</inkml:trace>
  <inkml:trace contextRef="#ctx0" brushRef="#br0">24844.000 7901.000 0,'0.000'0.000'15,"0.000"0.000"-15,32.000-15.000 16,18.000-5.000-16,8.000-1.000 15,-1.000 1.000 1,-5.000 4.000-16,-6.000 5.000 16,-2.000 5.000-1,-6.000 6.000-15,-2.000 2.000 16,-5.000 7.000 0,-4.000 9.000-16,-3.000 12.000 15,-4.000 11.000 1,-8.000 12.000-16,-6.000 6.000 15,-6.000 6.000 1,-4.000-1.000-16,-2.000-3.000 16,-2.000-9.000-1,0.000-8.000-15,-1.000-14.000 16,3.000-11.000 0,-1.000-11.000-16,-3.000-17.000 15,-1.000-21.000 1,-6.000-22.000-16,-3.000-23.000 15,-3.000-21.000 1,-4.000-15.000-16,2.000-2.000 16,7.000 24.000-1</inkml:trace>
  <inkml:trace contextRef="#ctx0" brushRef="#br0">25155.000 7594.000 0,'-3.000'42.000'15,"-8.000"28.000"1,-6.000 10.000-16,-10.000 5.000 16,-4.000-9.000-1,-1.000-19.000-15,7.000-18.000 16</inkml:trace>
  <inkml:trace contextRef="#ctx0" brushRef="#br0">25147.000 7925.000 0,'21.000'20.000'0,"7.000"6.000"15,0.000 2.000 1,-6.000-6.000-16,-7.000-7.000 16</inkml:trace>
  <inkml:trace contextRef="#ctx0" brushRef="#br0">25769.000 7610.000 0,'0.000'0.000'0,"-4.000"34.000"15,-17.000 20.000 1,-18.000-1.000-16,2.000-14.000 16</inkml:trace>
  <inkml:trace contextRef="#ctx0" brushRef="#br0">25626.000 8036.000 0,'0.000'0.000'16,"8.000"18.000"-16,3.000 6.000 15,-2.000-5.000 1,0.000-10.000-16,0.000-14.000 16,0.000-13.000-1,5.000-11.000-15,6.000 0.000 16,2.000 0.000-1,-2.000 7.000-15,-2.000 5.000 16,-2.000 7.000-16,2.000 3.000 16,0.000 9.000-1,2.000 9.000 1,-2.000 8.000-16,-6.000 6.000 16,-3.000 7.000-16,-4.000-2.000 15,-3.000-6.000 1,-6.000-4.000-16,-3.000-8.000 15,0.000-3.000 1,-3.000-8.000-16,-2.000-11.000 16,3.000-11.000-1,4.000-11.000-15,10.000-10.000 16,9.000-6.000 0,6.000 1.000-16,9.000 1.000 15,2.000 7.000 1,1.000 7.000-16,-1.000 6.000 15,2.000 6.000 1,-2.000 7.000-16,-3.000 12.000 16,-3.000 9.000-1,-3.000 17.000-15,-3.000 15.000 16,-6.000 13.000 0,-7.000 9.000-16,-6.000 6.000 15,-6.000 2.000 1,-3.000-4.000-16,-1.000-13.000 15,-2.000-14.000 1,1.000-15.000-16,-1.000-16.000 16,0.000-15.000-1,-3.000-22.000-15,1.000-21.000 16,2.000 3.000 0</inkml:trace>
  <inkml:trace contextRef="#ctx0" brushRef="#br0">26055.000 7892.000 0,'19.000'17.000'15,"6.000"13.000"-15,-3.000 3.000 16,-9.000-10.000 0,-8.000-11.000-16</inkml:trace>
  <inkml:trace contextRef="#ctx0" brushRef="#br0">26467.000 7781.000 0,'30.000'-4.000'0,"22.000"-7.000"16,10.000-3.000 0,7.000 0.000-16,6.000-3.000 15,-4.000-1.000 1,-4.000 1.000-16,-13.000 3.000 15,-13.000 4.000 1,-16.000 0.000-16,-16.000-3.000 16,-19.000 1.000-1,-13.000 0.000-15,-11.000-4.000 16,-5.000-6.000 0,-1.000-10.000-16,1.000-11.000 15,9.000 5.000 1</inkml:trace>
  <inkml:trace contextRef="#ctx0" brushRef="#br0">26753.000 7336.000 0,'8.000'46.000'16,"2.000"35.000"0,0.000 19.000-16,-5.000 14.000 15,-8.000 9.000 1,-5.000-4.000-16,-2.000-11.000 31,3.000-16.000-31,3.000-23.000 16,1.000-22.000-16,1.000-22.000 15,-2.000-27.000-15,1.000-28.000 16,2.000-2.000 0</inkml:trace>
  <inkml:trace contextRef="#ctx0" brushRef="#br0">26779.000 7832.000 0,'0.000'0.000'0,"-18.000"26.000"16,-10.000 16.000-16,-7.000 1.000 16,1.000-5.000-1,4.000-13.000-15,12.000-17.000 16,14.000-21.000-1,5.000-6.000-15</inkml:trace>
  <inkml:trace contextRef="#ctx0" brushRef="#br0">26913.000 7858.000 0,'13.000'19.000'0,"5.000"12.000"16,-3.000 6.000-1,-6.000-1.000-15,-7.000-9.000 16,-2.000-27.000 0,1.000-4.000-16,0.000-8.000 15</inkml:trace>
  <inkml:trace contextRef="#ctx0" brushRef="#br0">27106.000 7806.000 0,'0.000'48.000'16,"0.000"29.000"-1,-6.000 6.000-15,-4.000-7.000 16,-1.000-17.000 0,0.000-19.000-16,4.000-22.000 15,2.000-21.000 1,6.000-22.000-16,3.000-21.000 15,4.000-16.000 1,1.000 8.000-16</inkml:trace>
  <inkml:trace contextRef="#ctx0" brushRef="#br0">27165.000 7661.000 0,'21.000'-35.000'0,"6.000"-8.000"15,-3.000 7.000 1,0.000 6.000-16,3.000 12.000 16,-6.000 7.000-1,-3.000 5.000-15,-1.000 5.000 16,-3.000 8.000 0,-1.000 4.000-16,-2.000 10.000 15,-1.000 10.000 1,-2.000 8.000-16,-3.000 11.000 15,-4.000 10.000 1,-3.000 7.000-16,-1.000 9.000 16,0.000 6.000-1,2.000 3.000-15,-3.000-3.000 16,1.000-10.000 0,2.000-17.000-1,0.000-14.000-15,0.000-13.000 16,-2.000-14.000-16,-3.000-17.000 15,-4.000-19.000 1,-6.000-21.000-16,-6.000-20.000 16,-5.000-11.000-1,4.000 12.000 1</inkml:trace>
  <inkml:trace contextRef="#ctx0" brushRef="#br0">27165.000 7814.000 0,'30.000'-6.000'16,"10.000"0.000"-16,-2.000 2.000 15,-10.000 6.000 1,-9.000 6.000-16,-9.000 8.000 16,-14.000 2.000-1,-11.000 6.000-15,-7.000 2.000 16,-6.000 1.000-1,2.000-3.000-15,7.000-3.000 16,6.000-4.000 0,8.000-3.000-16,11.000-3.000 15,10.000-5.000 1,6.000-2.000-16,1.000-1.000 16,-1.000-1.000-1,-6.000 4.000-15,-4.000 2.000 16,-6.000 7.000-1,-8.000 7.000-15,-10.000 7.000 16,-8.000 3.000 0,-3.000 4.000-16,1.000-6.000 15,6.000-5.000 1,6.000-9.000-16,10.000-16.000 16,0.000 0.000-16,15.000-16.000 15,17.000-16.000 1,10.000-22.000-1,5.000-16.000-15,5.000-20.000 16,-12.000 14.000-16</inkml:trace>
  <inkml:trace contextRef="#ctx0" brushRef="#br0">27821.000 7260.000 0,'-4.000'21.000'0,"-8.000"10.000"16,-9.000 0.000-1,-4.000-2.000-15,3.000-6.000 16,7.000-9.000 0,15.000-14.000-16,3.000 6.000 15,18.000-8.000 1,14.000-4.000-16,5.000-2.000 15,0.000 2.000-15,-5.000 2.000 16,-10.000 8.000 0,-10.000 14.000-16,-13.000 14.000 15,-15.000 17.000 1,-17.000 11.000-16,-8.000 9.000 16,-4.000-4.000-1,8.000-12.000 1,7.000-14.000-16,14.000-22.000 15,16.000-34.000-15,16.000-28.000 16,13.000-9.000 0,-3.000 11.000-16</inkml:trace>
  <inkml:trace contextRef="#ctx0" brushRef="#br0">28031.000 7465.000 0,'0.000'41.000'0,"-3.000"17.000"16,-4.000 6.000 0,-6.000-6.000-16,-4.000-14.000 15,1.000-14.000-15</inkml:trace>
  <inkml:trace contextRef="#ctx0" brushRef="#br0">27728.000 7671.000 0,'0.000'0.000'0,"0.000"0.000"16,0.000 0.000 0,38.000-14.000-16,24.000-10.000 15,9.000 0.000 1,0.000 3.000-16,-9.000 4.000 15,-12.000 8.000 1,-16.000 8.000-16,-12.000 12.000 16,-20.000 12.000-1,-20.000 14.000-15,-16.000 13.000 16,-19.000 3.000 0,-5.000 1.000-16,2.000-7.000 15,11.000-11.000 1,17.000-12.000-16,19.000-9.000 15,18.000-9.000 1,15.000-3.000-16,15.000-4.000 16,6.000-3.000-1,0.000 4.000-15,-3.000 2.000 16,-10.000 2.000-16,-9.000 4.000 16,-9.000 10.000-1,-14.000 9.000 1,-16.000 7.000-16,-17.000 3.000 15,-13.000 1.000-15,-8.000-5.000 16,-1.000-7.000 0,2.000-14.000-16,6.000-6.000 15,7.000-9.000 1,9.000-9.000-16,11.000-8.000 16,10.000-4.000-1,9.000-3.000-15,9.000 1.000 16,10.000 5.000-1,11.000 5.000-15,6.000 9.000 16,6.000 11.000 0,1.000 12.000-16,3.000 9.000 15,-2.000 3.000 1,-3.000 6.000-16,-2.000-2.000 16,-3.000-3.000-1,-5.000-5.000-15,1.000-12.000 16,-2.000-12.000-1,-7.000-4.000-15</inkml:trace>
  <inkml:trace contextRef="#ctx0" brushRef="#br0">28426.000 8096.000 0,'0.000'0.000'0,"6.000"5.000"16,2.000 1.000-16</inkml:trace>
  <inkml:trace contextRef="#ctx0" brushRef="#br0">11760.000 9957.000 0,'0.000'0.000'0,"0.000"0.000"15,0.000 0.000-15,0.000 0.000 16,-9.000 18.000 0,-10.000 20.000-16,-1.000 12.000 15,2.000 5.000 1,0.000 2.000-16,5.000-3.000 15,6.000-2.000 1,9.000-10.000-16,5.000-8.000 16,7.000-12.000-1,10.000-14.000-15,7.000-14.000 16,7.000-13.000 0,4.000-12.000-16,-2.000-11.000 15,-2.000-1.000 1,-1.000 2.000-16,-7.000 9.000 15,-6.000 10.000 1,-4.000 10.000-16,-6.000 15.000 16,-4.000 17.000-1,-5.000 14.000-15,-3.000 9.000 16,3.000 3.000 0,6.000-7.000-16,5.000-8.000 15,2.000-7.000 1,7.000-11.000-16,4.000-8.000 15,-1.000-15.000 1,3.000-13.000-16,-3.000-16.000 16,-1.000-8.000-1,-7.000-8.000-15,-7.000-3.000 16,-8.000 1.000 0,-5.000 9.000-16,-6.000 9.000 15,-3.000 11.000 1,-2.000 8.000-16,2.000 5.000 15,2.000 1.000 1,3.000-1.000-16,3.000 1.000 16</inkml:trace>
  <inkml:trace contextRef="#ctx0" brushRef="#br0">12516.000 10017.000 0,'0.000'0.000'15,"0.000"0.000"-15,0.000 0.000 16,0.000 0.000 0,0.000 0.000-16,0.000 0.000 15,0.000 0.000 1,0.000 0.000-16,35.000-4.000 16,14.000-3.000-1,9.000-3.000-15,0.000 1.000 16,-4.000 1.000-1,-6.000 4.000-15,-10.000 4.000 16,-12.000 1.000 0,-10.000-1.000-16,-16.000 0.000 15,6.000 5.000-15</inkml:trace>
  <inkml:trace contextRef="#ctx0" brushRef="#br0">12508.000 10273.000 0,'22.000'-6.000'0,"19.000"-5.000"15,12.000 1.000-15,1.000 0.000 16,-2.000 5.000 0,-2.000 3.000-16,-7.000 2.000 15,-6.000-4.000 1,-11.000 2.000-16,-7.000-2.000 16</inkml:trace>
  <inkml:trace contextRef="#ctx0" brushRef="#br0">13509.000 10196.000 0,'0.000'0.000'0,"0.000"0.000"16,29.000-6.000 0,17.000-1.000-16,13.000-2.000 15,3.000 2.000-15,-2.000 0.000 16,-3.000 2.000 0,-4.000 1.000-16,-8.000 2.000 15,-8.000 1.000 1,-8.000 1.000-16,-8.000 0.000 15,-21.000 0.000 1,0.000 0.000-16,5.000 2.000 16</inkml:trace>
  <inkml:trace contextRef="#ctx0" brushRef="#br0">13753.000 10205.000 0,'0.000'0.000'0,"0.000"0.000"15,4.000 20.000 1,-1.000 18.000-16,-3.000 13.000 15,-5.000 9.000 1,-7.000 8.000-16,-2.000 7.000 16,-3.000 6.000-1,3.000 1.000 1,3.000-5.000-16,4.000-11.000 16,3.000-14.000-16,0.000-16.000 15,0.000-14.000 1,2.000-9.000-16</inkml:trace>
  <inkml:trace contextRef="#ctx0" brushRef="#br0">13315.000 10051.000 0,'0.000'0.000'0,"0.000"0.000"16,0.000 0.000-16,0.000 0.000 15,0.000 0.000 1,0.000 0.000-16,26.000-9.000 16,19.000-4.000-1,9.000 5.000-15,8.000 2.000 16,8.000 2.000-1,3.000 0.000-15,7.000 0.000 16,-1.000-2.000 0,4.000-1.000-16,-5.000 0.000 15,-4.000 2.000 1,-11.000 0.000-16,-11.000 3.000 16,-15.000 2.000-1,-17.000 2.000-15,-20.000-2.000 16,8.000 0.000-16</inkml:trace>
  <inkml:trace contextRef="#ctx0" brushRef="#br0">13417.000 9539.000 0,'0.000'0.000'15,"0.000"0.000"-15,0.000 0.000 16,17.000-8.000-16,13.000-4.000 16,7.000 3.000-1,3.000 2.000-15,-3.000 6.000 16,1.000 6.000-1,-8.000-1.000-15,-8.000 7.000 16,-11.000 7.000 0,-13.000 9.000-16,-19.000 3.000 15,-9.000 6.000 1,-5.000 1.000-16,4.000-3.000 16,3.000-9.000-1,8.000-4.000-15,10.000-5.000 16,12.000-7.000-1,10.000-5.000-15,10.000-8.000 16,12.000-6.000 0,6.000-4.000-16,3.000-5.000 15,0.000-3.000-15,-5.000-7.000 16,-8.000-1.000 0,-9.000 7.000-16</inkml:trace>
  <inkml:trace contextRef="#ctx0" brushRef="#br0">13811.000 9479.000 0,'16.000'-8.000'0,"8.000"-3.000"16,4.000 2.000-1,3.000 1.000 1,1.000 1.000-16,2.000 1.000 16,-1.000 2.000-16,1.000 0.000 15,-5.000 3.000 1,-5.000 2.000-16,-9.000 5.000 16,-7.000 4.000-1,-14.000 9.000-15,-10.000 8.000 16,-12.000 8.000-1,-6.000 7.000-15,-9.000 0.000 16,0.000-1.000 0,5.000-2.000-16,7.000-9.000 15,10.000-11.000 1,9.000-11.000-16</inkml:trace>
  <inkml:trace contextRef="#ctx0" brushRef="#br0">14030.000 9589.000 0,'0.000'0.000'0,"-1.000"23.000"16,-5.000 12.000-16,0.000-1.000 15,4.000-3.000 1,8.000-3.000-16,15.000-10.000 15,13.000-14.000 1,14.000-10.000-16,9.000-11.000 16,7.000-9.000-1,-5.000-3.000-15,-12.000 5.000 16</inkml:trace>
  <inkml:trace contextRef="#ctx0" brushRef="#br0">14635.000 9888.000 0,'27.000'2.000'0,"12.000"0.000"16,8.000-2.000-16,6.000-3.000 15,-1.000-1.000 1,1.000-3.000-16,2.000 0.000 16,-5.000 3.000-1,-5.000-3.000-15,-9.000 4.000 16,-11.000 1.000 0,-12.000-3.000-16,-7.000 1.000 15</inkml:trace>
  <inkml:trace contextRef="#ctx0" brushRef="#br0">14661.000 10093.000 0,'21.000'0.000'0,"13.000"0.000"16,3.000-1.000-16,4.000-1.000 15,3.000 2.000 1,1.000-1.000-16,3.000-3.000 15,-1.000 1.000 1,3.000 2.000-16,-13.000 1.000 16</inkml:trace>
  <inkml:trace contextRef="#ctx0" brushRef="#br0">16056.000 10255.000 0,'0.000'0.000'0,"0.000"0.000"15,0.000 0.000-15,0.000 0.000 16,0.000 0.000 0,0.000 0.000-16,0.000 0.000 15,0.000 0.000 1,0.000 0.000-16,-16.000 19.000 16,-10.000 13.000-1,-7.000 2.000-15,-2.000 4.000 16,0.000 1.000-1,-1.000-2.000-15,0.000-1.000 16,-2.000-1.000-16,3.000-6.000 16,3.000-1.000-1,7.000-8.000 1,5.000-7.000-16,9.000-5.000 16,5.000-3.000-16,6.000 2.000 15,3.000-2.000 1,5.000 1.000-16,7.000-1.000 15,7.000-3.000 1,5.000-2.000-16,8.000-5.000 16,5.000 0.000-1,4.000-2.000-15,3.000-3.000 16,-1.000 3.000-16,-2.000 0.000 16,-1.000 2.000-1,-5.000-2.000-15,-7.000-2.000 16,-5.000 2.000-1,-4.000-1.000-15,-7.000-2.000 16,-5.000 0.000 0,-4.000-3.000-16,-3.000-6.000 15,-6.000-5.000 1,-1.000-5.000-16,-3.000-5.000 16,0.000 2.000-1,-1.000 5.000-15,0.000 0.000 16,-3.000 4.000-1,1.000 8.000-15,-1.000 5.000 16,3.000 4.000 0,1.000 3.000-16,7.000 3.000 15,-6.000-1.000-15,1.000 1.000 16</inkml:trace>
  <inkml:trace contextRef="#ctx0" brushRef="#br0">16284.000 10331.000 0,'0.000'0.000'15,"0.000"0.000"-15,20.000-3.000 16,18.000-2.000-1,4.000-2.000-15,1.000-1.000 16,2.000 0.000 0,-1.000-3.000-16,-4.000 3.000 15,-6.000 2.000 1,-7.000 2.000-16,-7.000 1.000 16,-5.000 0.000-16,-15.000 3.000 15,2.000-8.000 1,-5.000-2.000-16</inkml:trace>
  <inkml:trace contextRef="#ctx0" brushRef="#br0">16561.000 10101.000 0,'0.000'0.000'15,"0.000"0.000"-15,0.000 0.000 16,-10.000 31.000-1,-5.000 20.000 1,-4.000 13.000-16,0.000 8.000 16,0.000 2.000-1,2.000-6.000-15,3.000-9.000 16,7.000-11.000-16,12.000-10.000 16,9.000-14.000-1,8.000-12.000-15,8.000-17.000 16,6.000-14.000-1,-5.000-3.000-15</inkml:trace>
  <inkml:trace contextRef="#ctx0" brushRef="#br0">15544.000 10051.000 0,'44.000'-1.000'0,"22.000"0.000"15,8.000-2.000 1,1.000-1.000-1,7.000-1.000-15,6.000-1.000 16,3.000 1.000-16,6.000 0.000 16,3.000-2.000-1,1.000-1.000-15,1.000 1.000 16,-7.000-2.000 0,-6.000 4.000-16,-8.000 1.000 15,-11.000 4.000 1,-15.000 1.000-16,-13.000 0.000 15,-16.000-1.000 1</inkml:trace>
  <inkml:trace contextRef="#ctx0" brushRef="#br0">16124.000 9325.000 0,'0.000'0.000'16,"0.000"0.000"-16,0.000 0.000 0,0.000 0.000 16,-25.000 18.000-1,-17.000 11.000-15,-4.000 9.000 16,-2.000 0.000 0,7.000-4.000-1,10.000-3.000-15,5.000-11.000 16,8.000-4.000-16,4.000-7.000 15,10.000 0.000 1,7.000-2.000-16,6.000-3.000 16,9.000 0.000-1,8.000-2.000-15,9.000-4.000 16,2.000-5.000 0,1.000 1.000-16,5.000-5.000 15,-2.000 3.000 1,-6.000 0.000-16,-5.000 2.000 15,-9.000 2.000-15,-9.000 0.000 16,-4.000 0.000 0,-4.000-3.000-16,-2.000-2.000 15,-3.000-1.000 1,0.000-3.000-16,-2.000-1.000 16,-3.000-4.000-1,-2.000-1.000-15,-1.000 0.000 16,-3.000 1.000-1,2.000 1.000-15,-1.000 1.000 16,2.000 5.000 0,4.000 3.000-16,0.000 3.000 15,-1.000-3.000 1,2.000 1.000-16</inkml:trace>
  <inkml:trace contextRef="#ctx0" brushRef="#br0">16351.000 9257.000 0,'0.000'0.000'0,"0.000"0.000"15,0.000 0.000-15,-9.000 32.000 16,-9.000 19.000-1,-3.000 6.000-15,5.000-1.000 16,7.000-10.000 0,10.000-13.000-16,14.000-12.000 15,16.000-16.000 1,11.000-13.000-16,12.000-10.000 16,8.000-7.000-1,3.000-4.000-15,-4.000-6.000 16,-8.000 2.000-1,-9.000 1.000 1,-9.000-1.000-16,-11.000 3.000 16,-9.000 3.000-1,-8.000-1.000-15,-8.000 1.000 16,-6.000 4.000-16,-6.000 3.000 16,-4.000 6.000-1,-2.000 8.000-15,1.000 7.000 16,-3.000 6.000-1,-2.000 5.000-15,4.000 9.000 16,1.000 6.000 0,1.000 6.000-16,5.000 7.000 15,5.000 10.000 1,0.000 6.000-16,-3.000 1.000 16,-1.000 1.000-1,-4.000 0.000-15,2.000-2.000 16,1.000-7.000-1,-1.000-8.000-15,2.000-8.000 16,3.000-9.000 0,3.000-9.000-16,3.000-8.000 15</inkml:trace>
  <inkml:trace contextRef="#ctx0" brushRef="#br0">16847.000 9794.000 0,'0.000'0.000'16,"0.000"0.000"0</inkml:trace>
  <inkml:trace contextRef="#ctx0" brushRef="#br0">19597.000 9572.000 0,'0.000'0.000'15,"0.000"0.000"-15,0.000 0.000 16,0.000 0.000-16,22.000-4.000 15,10.000-2.000 1,0.000 1.000 0,-7.000 2.000-1,-1.000 0.000-15,-6.000 6.000 0,-2.000 3.000 16,-7.000 5.000 0,-12.000 10.000-16,-10.000 11.000 15,-12.000 6.000 1,-7.000 2.000-16,1.000-5.000 15,4.000-7.000 1,8.000-10.000-16,7.000-7.000 16,12.000-11.000-1,0.000 0.000-15,2.000 6.000 16,10.000-1.000-16,6.000-2.000 16,-2.000-1.000-1,0.000 1.000-15,-4.000 5.000 16,-3.000 4.000-1,-8.000 7.000-15,-9.000 5.000 16,-7.000 5.000 0,-5.000-1.000-16,5.000-7.000 15,5.000-6.000 1,8.000-3.000-16,10.000-6.000 16,8.000-3.000-1,9.000-1.000-15,4.000-4.000 16,4.000 1.000-1,0.000 2.000-15,-4.000 5.000 16,-7.000 5.000 0,-9.000 7.000-16,-10.000 12.000 15,-10.000 5.000 1,-13.000 5.000-16,-8.000-2.000 16,-4.000-6.000-1,7.000-7.000-15,4.000-13.000 16,1.000-16.000-1,7.000-16.000-15,6.000-3.000 16</inkml:trace>
  <inkml:trace contextRef="#ctx0" brushRef="#br0">19950.000 9325.000 0,'0.000'0.000'15,"0.000"0.000"-15,6.000 18.000 16,-1.000 0.000 0,-2.000-3.000-16</inkml:trace>
  <inkml:trace contextRef="#ctx0" brushRef="#br0">20295.000 9317.000 0,'-4.000'23.000'0,"-18.000"17.000"15,-16.000 8.000 1,-17.000 4.000-16,-14.000-4.000 15,11.000-15.000 1</inkml:trace>
  <inkml:trace contextRef="#ctx0" brushRef="#br0">19866.000 9710.000 0,'0.000'0.000'15,"8.000"22.000"1,2.000 17.000-16,-5.000 7.000 16,-1.000-3.000-1,-2.000-8.000-15,0.000-11.000 16,-2.000-24.000 0,0.000 3.000-16,0.000-21.000 15,0.000-18.000 1,0.000-11.000-16,2.000 9.000 15</inkml:trace>
  <inkml:trace contextRef="#ctx0" brushRef="#br0">19976.000 9624.000 0,'23.000'-4.000'0,"21.000"-5.000"16,10.000 3.000-1,1.000 4.000-15,-5.000 9.000 16,-7.000 5.000-1,-7.000 6.000-15,-16.000 6.000 16,-15.000 2.000 0,-16.000 3.000-16,-23.000 0.000 15,-11.000-4.000 1,-10.000-10.000-16,0.000-7.000 16,11.000-4.000-1,13.000-4.000-15,13.000-4.000 16,12.000-2.000-1,9.000-3.000 1,9.000-5.000-16,11.000 0.000 0,7.000 0.000 16,2.000 3.000-1,-4.000 4.000-15,-7.000 4.000 16,-8.000 10.000 0,-11.000 12.000-16,-12.000 8.000 15,-13.000 3.000 1,-5.000 4.000-16,-1.000-5.000 15,7.000-4.000 1,7.000-7.000-16,10.000-4.000 16,8.000-7.000-1,14.000-6.000-15,10.000-7.000 16,5.000-9.000 0,4.000-3.000-16,-1.000-5.000 15,-7.000 0.000 1,-9.000 0.000-16,-9.000 2.000 15,-10.000-3.000 1,-8.000 2.000-16,-6.000 0.000 16,-7.000 2.000-16,1.000 7.000 15,2.000 4.000 1,-1.000 9.000-16,4.000 9.000 16,2.000 10.000-1,6.000 14.000-15,3.000 15.000 16,4.000 9.000-1,1.000 10.000-15,2.000 5.000 16,2.000 4.000 0,0.000-3.000-16,-4.000-9.000 15,-3.000-10.000 1,-2.000-13.000-16,-2.000-11.000 16,-6.000-12.000-1,-9.000-13.000-15,-6.000-15.000 16,-5.000-13.000-1,3.000-4.000-15,7.000-2.000 16,11.000 2.000 0,14.000 2.000-16,13.000 2.000 15,8.000-2.000 1,10.000 2.000-16,4.000-1.000 16,2.000-2.000-1,-5.000-6.000-15,-7.000 6.000 16</inkml:trace>
  <inkml:trace contextRef="#ctx0" brushRef="#br0">20429.000 9325.000 0,'0.000'0.000'0,"0.000"0.000"16,0.000 0.000-16,10.000 18.000 15,1.000 4.000 1,6.000 1.000-16,3.000-9.000 16,11.000-6.000-1,16.000-13.000-15,9.000-8.000 16,2.000-8.000-1,-1.000 3.000-15,-4.000 2.000 16,-15.000 5.000 0,-16.000 7.000-16,-22.000 10.000 15,-24.000 10.000 1,-17.000 7.000-16,-18.000 9.000 16,-4.000 5.000-1,3.000 1.000-15,11.000-5.000 16,15.000-8.000-1,18.000-7.000-15,19.000-5.000 16,20.000-8.000 0,19.000-6.000-16,15.000-8.000 15,8.000-5.000 1,2.000-1.000-16,-5.000-1.000 16,-11.000 4.000-16,-13.000 0.000 15,-14.000 1.000 1,-21.000 0.000-1,-22.000 4.000-15,-20.000 3.000 16,-17.000 4.000-16,-6.000 6.000 16,4.000 10.000-1,9.000 3.000-15,12.000-1.000 16,15.000 7.000 0,8.000 6.000-16,11.000 3.000 15,6.000 1.000 1,4.000-3.000-16,1.000-3.000 15,-3.000-8.000 1,-5.000-21.000-16,5.000 6.000 16</inkml:trace>
  <inkml:trace contextRef="#ctx0" brushRef="#br0">20824.000 9436.000 0,'0.000'0.000'16,"-9.000"33.000"-16,-18.000 20.000 15,-14.000 8.000 1,-10.000-1.000-16,0.000-11.000 16,11.000-13.000 15,14.000-16.000-31,26.000-20.000 0,0.000 0.000 15,23.000-15.000-15,17.000-8.000 16,11.000 0.000 0,0.000 5.000-16,-8.000 7.000 15,-10.000 5.000 1,-7.000 9.000-16,-9.000 9.000 16,-10.000 15.000-1,-13.000 12.000-15,-9.000 14.000 16,-10.000 11.000-1,-1.000 1.000-15,4.000-5.000 16,2.000-10.000 0,8.000-17.000-16,4.000-13.000 15,3.000-22.000 1,1.000-19.000-16,0.000-3.000 16</inkml:trace>
  <inkml:trace contextRef="#ctx0" brushRef="#br0">20555.000 9855.000 0,'-3.000'27.000'16,"0.000"12.000"0,2.000 2.000-16,-1.000-3.000 15,4.000-10.000 1,0.000-10.000-16,-2.000-18.000 15,6.000-4.000 1,3.000-19.000-16,-1.000-14.000 16,0.000-8.000-16,4.000 0.000 15,0.000 9.000 1,-1.000 9.000-16,2.000 8.000 16,6.000 2.000-1,8.000 3.000 1,12.000 2.000-16,5.000 6.000 15,6.000 7.000-15,-1.000 12.000 16,-3.000 6.000 0,-8.000 6.000-16,-7.000 6.000 15,-12.000 4.000 1,-16.000 1.000-16,-16.000-5.000 16,-14.000-4.000-1,-10.000-6.000-15,-9.000-13.000 16,-1.000-11.000-1,9.000-12.000-15,9.000-4.000 16,13.000-2.000 0,8.000 2.000-16,8.000 4.000 15,6.000 5.000-15,7.000-1.000 16,2.000 3.000 0,4.000 2.000-16,0.000 3.000 31,-3.000 3.000-31,3.000 3.000 0,-8.000 6.000 15,-9.000 11.000 1,-12.000 9.000-16,-17.000 4.000 16,-5.000 2.000-1,-3.000-4.000-15,9.000-8.000 16,8.000-6.000-16,8.000-6.000 16,10.000-11.000-1,5.000 1.000-15,14.000-8.000 16,11.000-3.000-1,7.000-3.000-15,1.000-1.000 16,-4.000 4.000 0,-4.000 5.000-16,-7.000 3.000 15,-11.000 9.000 1,-14.000 12.000-16,-14.000 5.000 16,-17.000 11.000-1,-14.000 3.000-15,-10.000 2.000 16,-4.000-1.000-1,2.000-7.000-15,14.000-10.000 16,21.000-14.000 0,27.000-11.000-16,24.000-2.000 15,22.000-2.000 1,17.000 7.000-16,5.000 4.000 16,0.000 8.000-1,-8.000 2.000-15,-11.000 3.000 16,-12.000-2.000-1,-16.000-2.000-15,-10.000-10.000 16,-15.000-15.000-16,-10.000-17.000 16,-2.000-18.000-1,1.000 3.000-15</inkml:trace>
  <inkml:trace contextRef="#ctx0" brushRef="#br0">21279.000 9778.000 0,'40.000'-7.000'16,"19.000"-6.000"-16,2.000-1.000 16,-2.000-2.000-1,-9.000-2.000-15,-14.000 2.000 16</inkml:trace>
  <inkml:trace contextRef="#ctx0" brushRef="#br0">21422.000 9632.000 0,'4.000'73.000'0,"-3.000"34.000"16,-5.000 4.000-16,-6.000-15.000 16,2.000-18.000-1,-1.000-21.000-15,-5.000-18.000 16,-1.000-16.000 0,-4.000-18.000-16,-10.000-18.000 15,-1.000-12.000 1,4.000-8.000-16,13.000-3.000 15,15.000-3.000 1,20.000 0.000-16,16.000-5.000 16,16.000 0.000-1,7.000-4.000-15,-1.000-5.000 16,-15.000 11.000 0</inkml:trace>
  <inkml:trace contextRef="#ctx0" brushRef="#br0">21464.000 9394.000 0,'43.000'-26.000'0,"19.000"-4.000"16,-2.000 3.000-1,-9.000 9.000-15,-7.000 12.000 16,-13.000 12.000 0,-8.000 12.000-16,-13.000 16.000 15,-11.000 20.000 1,-9.000 19.000-16,-13.000 27.000 16,-8.000 26.000-1,-4.000 12.000 1,3.000 5.000-16,-1.000-9.000 15,6.000-16.000 1,7.000-20.000-16,5.000-25.000 16,6.000-22.000-1,4.000-24.000-15,4.000-26.000 16,2.000-10.000-16</inkml:trace>
  <inkml:trace contextRef="#ctx0" brushRef="#br0">21792.000 9615.000 0,'43.000'-13.000'0,"13.000"-4.000"16,-7.000 7.000-1,-11.000 9.000-15,-19.000 10.000 16,-21.000 15.000-16,-22.000 12.000 16,-18.000 8.000-1,-12.000 8.000-15,0.000-3.000 16,2.000-5.000 0,7.000-7.000-16,14.000-11.000 15,16.000-9.000 1,17.000-10.000-16,17.000-9.000 15,10.000-4.000 1,8.000-4.000-16,-4.000-1.000 16,-5.000 8.000-1,-11.000 10.000-15,-12.000 14.000 16,-18.000 12.000 0,-15.000 9.000-16,-7.000 2.000 15,-1.000 0.000 1,7.000-9.000-16,8.000-12.000 15,11.000-13.000 1,10.000-16.000-16,13.000-11.000 16,12.000-9.000-1,6.000 0.000-15,3.000 5.000 16,-5.000 8.000 0,-3.000 12.000-16,-5.000 11.000 15,-2.000 12.000 1,1.000 6.000-16,-1.000-1.000 15,-1.000 0.000 1,-1.000-4.000-16,-6.000-9.000 16,-1.000-4.000-1,0.000-7.000-15,-2.000-13.000 16,2.000-18.000-16,2.000-19.000 16,-6.000-16.000-1,-3.000-11.000 1,-1.000 10.000-16</inkml:trace>
  <inkml:trace contextRef="#ctx0" brushRef="#br0">22103.000 9581.000 0,'36.000'-9.000'15,"12.000"4.000"1,-3.000 10.000-16,-8.000 15.000 15,-10.000 18.000-15,-11.000 13.000 16,-5.000 11.000 0,-6.000 7.000-16,-6.000 1.000 15,-2.000-5.000 1,-4.000-7.000 0,-3.000-13.000-1,3.000-13.000-15,-1.000-13.000 0,-7.000-15.000 16,-5.000-15.000-1,-7.000-14.000-15,2.000-10.000 16,-1.000-6.000 0,7.000 2.000-16,9.000 4.000 15,10.000 3.000 1,17.000 0.000-16,13.000 0.000 16,11.000 4.000-1,10.000 8.000-15,1.000 7.000 16,0.000 7.000-1,-6.000 3.000-15,-8.000 5.000 16,-7.000 1.000 0,-8.000 2.000-16,-8.000-1.000 15,-6.000-2.000 1,-9.000-2.000-16,0.000-12.000 16,-4.000-3.000-1</inkml:trace>
  <inkml:trace contextRef="#ctx0" brushRef="#br0">22674.000 10008.000 0,'0.000'0.000'15,"0.000"0.000"-15</inkml:trace>
  <inkml:trace contextRef="#ctx0" brushRef="#br0">22725.000 9778.000 0,'0.000'0.000'0,"0.000"0.000"16,0.000 0.000-1,-4.000 17.000-15,-2.000 3.000 16</inkml:trace>
  <inkml:trace contextRef="#ctx0" brushRef="#br0">22725.000 10008.000 0,'0.000'0.000'15,"9.000"16.000"-15,-1.000 3.000 16,-3.000-2.000-16</inkml:trace>
  <inkml:trace contextRef="#ctx0" brushRef="#br0">23296.000 9676.000 0,'0.000'0.000'16,"-6.000"37.000"-1,-6.000 21.000-15,-2.000 4.000 16,2.000-2.000-16,3.000-8.000 16,6.000-8.000-1,5.000-14.000-15,8.000-11.000 16,8.000-14.000-1,7.000-12.000-15,6.000-12.000 16,4.000-13.000 0,2.000-8.000-16,-1.000-2.000 15,-6.000 4.000 1,-8.000 9.000-16,-6.000 10.000 16,-7.000 10.000-1,0.000 13.000-15,-1.000 14.000 16,-4.000 15.000-1,1.000 10.000-15,0.000 2.000 16,2.000-1.000 0,6.000-7.000-16,6.000-12.000 15,7.000-12.000 1,8.000-18.000-16,4.000-13.000 16,4.000-12.000-1,1.000-16.000-15,-8.000-6.000 16,-7.000-1.000-1,-12.000 4.000-15,-8.000 10.000 16,-8.000 9.000 0,-5.000 7.000-16,-6.000 5.000 15,-1.000 1.000 1,1.000 5.000-16</inkml:trace>
  <inkml:trace contextRef="#ctx0" brushRef="#br0">24087.000 9803.000 0,'0.000'0.000'0,"21.000"-4.000"16,14.000-3.000-16,11.000 0.000 16,1.000 4.000-1,0.000 0.000-15,0.000-1.000 16,-5.000 0.000-1,-5.000 0.000-15,-7.000 2.000 16,-15.000 0.000 0,-7.000 2.000-16</inkml:trace>
  <inkml:trace contextRef="#ctx0" brushRef="#br0">24095.000 10051.000 0,'52.000'-14.000'0,"20.000"-2.000"15,0.000 2.000-15,-12.000 4.000 16,-11.000 3.000-1,-11.000 4.000-15,-15.000-1.000 16</inkml:trace>
  <inkml:trace contextRef="#ctx0" brushRef="#br0">24390.000 10383.000 0,'0.000'0.000'15,"21.000"-5.000"1,8.000-16.000-16,2.000-11.000 16,0.000-6.000-16,-4.000 1.000 15,3.000 2.000 1,-3.000 9.000-1,-4.000 7.000-15,-6.000 7.000 16,-2.000 14.000-16,-2.000 11.000 16,-2.000 12.000-1,0.000 10.000-15,1.000 10.000 16,-1.000 1.000 0,2.000 1.000-16,1.000-7.000 15,-1.000-7.000 1,-1.000-5.000-16,-3.000-11.000 15,-2.000-7.000 1,-1.000-16.000-16,2.000-16.000 16,1.000-19.000-1,-1.000-16.000-15,2.000-18.000 16,-1.000-12.000 0,0.000-11.000-16,0.000-3.000 15,-4.000-3.000 1,-1.000 0.000-16,-6.000 1.000 15,-4.000 4.000 1,0.000 10.000-16,2.000 6.000 16,2.000 13.000-1,-1.000 11.000-15,0.000 15.000 16,1.000 13.000 0,1.000 10.000-16,0.000 9.000 15,1.000 12.000 1,6.000-4.000-16,13.000 4.000 15,13.000 0.000 1,14.000-1.000-16,14.000 0.000 16,12.000-3.000-1,10.000-3.000-15,7.000 1.000 16,3.000 0.000 0,-5.000 5.000-16,-5.000 1.000 15,-6.000 2.000 1,-8.000 4.000-16,-15.000 0.000 15,-17.000-1.000 1,-13.000-2.000-16</inkml:trace>
  <inkml:trace contextRef="#ctx0" brushRef="#br0">25181.000 10205.000 0,'8.000'30.000'0,"-1.000"16.000"16,-6.000 7.000-16,-8.000 0.000 16,-7.000-7.000-1,0.000-12.000-15,2.000-14.000 16,5.000-10.000 0,7.000-14.000-16,1.000-13.000 15,6.000-16.000 1,9.000-10.000-16,4.000-7.000 15,4.000 1.000 1,2.000 6.000 0,1.000 10.000-16,-4.000 8.000 15,-3.000 11.000-15,-3.000 11.000 16,-3.000 9.000 0,-2.000 12.000-16,-7.000 10.000 15,-5.000 10.000 1,-3.000 4.000-16,-1.000 1.000 15,-3.000-3.000 1,0.000-9.000-16,0.000-10.000 16,3.000-8.000-1,4.000-13.000-15,1.000-5.000 16,3.000-17.000 0,7.000-14.000-16,5.000-11.000 15,5.000-1.000 1,3.000 1.000-16,4.000 7.000 15,-4.000 8.000 1,2.000 6.000-16,-5.000 12.000 16,0.000 8.000-1,-3.000 13.000-15,-3.000 8.000 16,-3.000 12.000 0,-4.000 10.000-16,-6.000 12.000 15,-3.000 4.000 1,-2.000-3.000-16,1.000-3.000 15,3.000-7.000 1,5.000-6.000-16,6.000-12.000 16,7.000-15.000-1,7.000-18.000-15,5.000-14.000 16,-6.000 0.000 0</inkml:trace>
  <inkml:trace contextRef="#ctx0" brushRef="#br0">24970.000 10008.000 0,'0.000'0.000'16,"27.000"-11.000"-16,20.000-3.000 15,14.000-1.000 1,8.000-2.000-16,9.000 0.000 16,6.000 2.000-1,1.000-1.000-15,-1.000 2.000 16,-6.000 3.000-1,-9.000 2.000-15,-9.000 4.000 16,-14.000 1.000 0,-15.000 0.000-16,-12.000-1.000 15,-16.000-6.000-15,-6.000 2.000 16</inkml:trace>
  <inkml:trace contextRef="#ctx0" brushRef="#br0">25382.000 9249.000 0,'-6.000'31.000'0,"-4.000"21.000"15,-4.000 15.000 1,-4.000 6.000-16,-1.000-2.000 16,-2.000-6.000-1,2.000-11.000 1,2.000-12.000-16,4.000-11.000 15,3.000-12.000-15,10.000-19.000 16,-3.000 1.000 0,3.000-8.000-16</inkml:trace>
  <inkml:trace contextRef="#ctx0" brushRef="#br0">25332.000 9522.000 0,'24.000'-9.000'0,"10.000"-1.000"15,1.000 5.000-15,-5.000 5.000 16,-6.000 6.000 0,-7.000 5.000-16,-7.000 0.000 15,-8.000 2.000 1,-6.000 3.000-16,-9.000 0.000 15,-6.000 0.000 1,-8.000-4.000-16,-2.000-3.000 16,3.000-4.000-1,10.000-3.000-15,6.000 0.000 16,10.000-2.000-16,0.000 0.000 16,3.000 4.000-1,11.000 3.000-15,5.000 0.000 16,3.000 3.000-1,0.000 3.000-15,0.000-1.000 16,1.000 1.000 0,-4.000-1.000-16,-1.000 0.000 15,0.000-4.000 1,-1.000-1.000-16,0.000-1.000 16,-3.000-2.000-1,1.000-6.000-15,0.000-9.000 16,-2.000-11.000-1,-2.000-17.000-15,-4.000 3.000 16</inkml:trace>
  <inkml:trace contextRef="#ctx0" brushRef="#br0">27266.000 9145.000 0,'0.000'0.000'16,"0.000"0.000"-16,16.000 26.000 15,2.000 13.000 1,-1.000 2.000-16,-4.000 0.000 16,-3.000-7.000-1,-5.000-9.000-15</inkml:trace>
  <inkml:trace contextRef="#ctx0" brushRef="#br0">27669.000 9155.000 0,'0.000'0.000'15,"0.000"0.000"-15,-20.000 26.000 16,-21.000 18.000 0,-15.000-1.000-1,6.000-10.000-15</inkml:trace>
  <inkml:trace contextRef="#ctx0" brushRef="#br0">27216.000 9428.000 0,'0.000'0.000'0,"8.000"18.000"15,4.000 14.000 1,4.000 3.000-16,-1.000 5.000 16,-4.000-4.000-1,-3.000-4.000-15,-2.000-7.000 16,-2.000-9.000-1,-4.000-16.000-15,1.000 2.000 16</inkml:trace>
  <inkml:trace contextRef="#ctx0" brushRef="#br0">27249.000 9479.000 0,'0.000'0.000'0,"32.000"-19.000"16,24.000-8.000 0,12.000-1.000-16,3.000 5.000 15,0.000 8.000-15,-5.000 6.000 16,-12.000 8.000 0,-9.000 5.000-16,-10.000 6.000 15,-9.000 4.000 1,-15.000 7.000-16,-15.000 5.000 15,-20.000 2.000 1,-15.000-2.000-16,-14.000-1.000 16,8.000-10.000-1</inkml:trace>
  <inkml:trace contextRef="#ctx0" brushRef="#br0">27417.000 9531.000 0,'32.000'-14.000'0,"15.000"-5.000"16,1.000 1.000-16,-4.000 4.000 15,-10.000 4.000 1,-11.000 2.000-16,-23.000 8.000 16,7.000-1.000-1</inkml:trace>
  <inkml:trace contextRef="#ctx0" brushRef="#br0">27350.000 9710.000 0,'0.000'0.000'0,"35.000"-13.000"16,18.000-6.000-1,6.000-4.000-15,-3.000 0.000 16,-8.000 3.000-1,-8.000 3.000-15,-14.000 1.000 16,-9.000 4.000 0,-11.000-5.000-16,-10.000 2.000 15,-8.000-1.000-15,-7.000 2.000 16,-2.000 3.000 0,-5.000-2.000-16,3.000 4.000 15,2.000 2.000 1,4.000 2.000-16,7.000-1.000 15,3.000 3.000 1,7.000 3.000-16,-3.000 9.000 16,3.000 14.000-1,0.000 13.000-15,0.000 12.000 16,-1.000 9.000 0,0.000 4.000-16,-2.000 4.000 15,0.000-3.000 1,-1.000-3.000-16,1.000-5.000 15,-3.000-8.000 1,2.000-9.000-16,-2.000-9.000 16,-5.000-12.000-1,-4.000-11.000-15,-5.000-10.000 16,-2.000-9.000 0,0.000-3.000-16,-2.000 0.000 15,-1.000 0.000 1,-5.000 8.000-16,-2.000 7.000 15,3.000 2.000-15,7.000 6.000 16,7.000-1.000 0,6.000-2.000-16,9.000-3.000 15,2.000-7.000 1,14.000-1.000-16,19.000-10.000 16,12.000-4.000-1,10.000-3.000-15,4.000 1.000 16,-1.000 0.000-1,-3.000-2.000-15,-5.000 3.000 16,-3.000 3.000 0,-7.000 1.000-16,-6.000-1.000 15,-4.000-1.000 1,-6.000 3.000-16,-3.000-2.000 16,-5.000 4.000-16,-8.000-3.000 15,-4.000-3.000 1,-3.000 4.000-1</inkml:trace>
  <inkml:trace contextRef="#ctx0" brushRef="#br0">27905.000 9513.000 0,'36.000'-16.000'0,"21.000"-5.000"16,3.000-1.000 0,-4.000 4.000-16,-7.000 3.000 15,-7.000 2.000 1,-9.000 3.000-16,-9.000 2.000 16,-10.000-1.000-1,-11.000-4.000-15,-12.000-2.000 16,-8.000-1.000-1,-6.000-6.000-15,-2.000 2.000 16,4.000 7.000 0</inkml:trace>
  <inkml:trace contextRef="#ctx0" brushRef="#br0">28115.000 9265.000 0,'11.000'48.000'16,"6.000"27.000"-1,-5.000 15.000-15,-7.000 1.000 16,-2.000-5.000 0,-3.000-5.000-16,-3.000-11.000 15,-3.000-11.000 1,-3.000-13.000-16,0.000-14.000 16,-2.000-13.000-1,-2.000-12.000-15,-6.000-14.000 16,0.000-12.000-1,-1.000-12.000-15,3.000-3.000 16,4.000 0.000 0,3.000 4.000-16,5.000 4.000 15,9.000 0.000 1,10.000 3.000-16,11.000-1.000 16,12.000-1.000-1,10.000 0.000-15,1.000 3.000 16,1.000 1.000-1,-6.000 4.000-15,-9.000 0.000 16,-6.000 1.000-16,-12.000-6.000 16,-10.000-9.000-1,-4.000 5.000-15</inkml:trace>
  <inkml:trace contextRef="#ctx0" brushRef="#br0">28300.000 9249.000 0,'0.000'0.000'15,"16.000"18.000"-15,3.000 5.000 16,0.000 2.000 0,-8.000-1.000-16,-5.000-8.000 15,-6.000-16.000-15,3.000 1.000 16,-1.000-7.000-1</inkml:trace>
  <inkml:trace contextRef="#ctx0" brushRef="#br0">28367.000 9240.000 0,'20.000'-10.000'0,"13.000"-6.000"15,10.000-1.000 1,6.000 0.000-16,1.000 4.000 15,0.000 1.000 1,1.000 2.000 0,-2.000 4.000-16,-7.000 4.000 15,-8.000 4.000-15,-6.000 8.000 16,-14.000 11.000 0,-13.000 6.000-1,-15.000 6.000-15,-13.000 4.000 16,-8.000-6.000-1,-6.000-7.000-15,8.000-7.000 16</inkml:trace>
  <inkml:trace contextRef="#ctx0" brushRef="#br0">28536.000 9240.000 0,'0.000'0.000'0,"-1.000"20.000"16,-1.000 0.000-1,2.000-20.000-15,0.000 10.000 16</inkml:trace>
  <inkml:trace contextRef="#ctx0" brushRef="#br0">28687.000 9197.000 0,'0.000'0.000'16,"0.000"0.000"-1,-14.000 30.000-15,-18.000 18.000 16,-15.000 2.000-16,0.000-4.000 16,7.000-10.000-1,11.000-11.000-15,12.000-11.000 16,17.000-14.000-1,2.000 6.000-15,18.000-13.000 16,11.000-2.000 0,7.000-5.000-16,2.000 2.000 15,-2.000 2.000 1,-5.000 4.000-16,-11.000 4.000 16,-11.000 7.000-1,-17.000 5.000-15,-14.000 11.000 16,-14.000 5.000-1,-10.000 6.000-15,-1.000 1.000 16,6.000-6.000 0,7.000-8.000-16,12.000-8.000 15,10.000-4.000 1,12.000-5.000-16,11.000-5.000 16,12.000-7.000-16,9.000-4.000 15,3.000 0.000 1,-2.000 1.000-16,-8.000 3.000 15,-11.000 7.000 1,-14.000 11.000-16,-18.000 12.000 16,-12.000 9.000-1,-11.000 4.000-15,-2.000 1.000 16,3.000-1.000 0,10.000-6.000-16,8.000-10.000 15,20.000-17.000 1,6.000 5.000-16,23.000-12.000 15,16.000-10.000 1,7.000-5.000-16,5.000-5.000 16,-3.000 2.000-1,-11.000 5.000-15,-15.000 6.000 16,-12.000 4.000 0,-19.000 2.000-16,-18.000 3.000 15,-7.000 0.000 1,-7.000-2.000-16,2.000 0.000 15,5.000 0.000 1,9.000 2.000-16,9.000 2.000 16,10.000 3.000-1,0.000 0.000-15,0.000 2.000 16,9.000 7.000-16,3.000 7.000 16,-3.000 5.000-1,-1.000 9.000-15,-5.000 5.000 16,-7.000 2.000-1,-6.000-3.000-15,1.000-9.000 16</inkml:trace>
  <inkml:trace contextRef="#ctx0" brushRef="#br0">28342.000 9906.000 0,'44.000'-20.000'15,"19.000"-10.000"1,5.000 2.000-16,-5.000-1.000 16,-3.000 4.000-16,-6.000 1.000 15,-11.000 0.000 1,-9.000-1.000-1,-12.000 6.000-15</inkml:trace>
  <inkml:trace contextRef="#ctx0" brushRef="#br0">28704.000 9710.000 0,'-26.000'45.000'16,"-12.000"21.000"-1,-4.000 2.000-15,2.000-9.000 16,12.000-15.000 0,10.000-13.000-16,8.000-16.000 15,10.000-15.000-15,9.000-3.000 16,15.000-15.000 0,10.000-12.000-16,5.000-4.000 15,5.000 2.000 1,-1.000 4.000-16,-7.000 8.000 15,-4.000 3.000 1,-7.000 7.000-16,-3.000 4.000 16,-4.000 10.000-1,-4.000 7.000-15,-5.000 4.000 16,-3.000 5.000 0,0.000 5.000-16,-2.000 0.000 15,3.000-5.000 1,-4.000-2.000-16,2.000-3.000 15,0.000-2.000 1,-5.000-13.000-16,0.000 0.000 16,5.000-10.000-16,-2.000-7.000 15</inkml:trace>
  <inkml:trace contextRef="#ctx0" brushRef="#br0">29082.000 9556.000 0,'0.000'0.000'0,"0.000"0.000"16,0.000 0.000 0,-1.000 13.000-16</inkml:trace>
  <inkml:trace contextRef="#ctx0" brushRef="#br0">29082.000 9811.000 0,'0.000'0.000'0,"0.000"0.000"16,0.000 0.000-1,0.000 0.000-15</inkml:trace>
  <inkml:trace contextRef="#ctx0" brushRef="#br0">29503.000 9479.000 0,'0.000'0.000'0,"0.000"0.000"15,0.000 32.000 1,-3.000 20.000-16,-6.000 9.000 16,-3.000 0.000-1,3.000-6.000 1,3.000-12.000-16,5.000-12.000 15,6.000-12.000-15,10.000-12.000 16,14.000-14.000 0,8.000-14.000-1,11.000-12.000-15,3.000-13.000 16,-1.000-5.000-16,-3.000 3.000 16,-9.000 10.000-1,-10.000 13.000-15,-10.000 12.000 16,-7.000 13.000-1,-2.000 13.000-15,-4.000 15.000 16,0.000 12.000 0,-7.000 6.000-16,4.000 2.000 15,3.000-3.000-15,4.000-8.000 16,8.000-8.000 0,5.000-11.000-1,8.000-15.000-15,4.000-16.000 16,3.000-15.000-1,-1.000-14.000-15,-5.000-12.000 16,-9.000-4.000 0,-6.000 5.000-16,-10.000 4.000 15,-9.000 7.000 1,-6.000 4.000-16,-7.000-4.000 16,3.000 9.000-1</inkml:trace>
  <inkml:trace contextRef="#ctx0" brushRef="#br0">30445.000 9572.000 0,'0.000'0.000'0,"0.000"0.000"15,36.000-8.000 1,22.000-5.000-16,8.000 0.000 16,3.000-1.000-1,-1.000 1.000-15,-6.000 4.000 16,-7.000 4.000 0,-10.000 3.000-16,-10.000 2.000 15,-15.000 0.000 1,-20.000 0.000-16,9.000 0.000 15</inkml:trace>
  <inkml:trace contextRef="#ctx0" brushRef="#br0">30479.000 9811.000 0,'38.000'-10.000'15,"27.000"-2.000"-15,7.000-2.000 16,4.000 2.000 0,-6.000 4.000-1,-9.000-3.000-15,-18.000 6.000 16</inkml:trace>
  <inkml:trace contextRef="#ctx0" brushRef="#br0">31286.000 10205.000 0,'0.000'0.000'15,"-17.000"2.000"-15,-3.000 1.000 16,-1.000-1.000 0,4.000-2.000-1,7.000-1.000-15,4.000 0.000 16,6.000 1.000-16,5.000 0.000 16,7.000 5.000-1,8.000 6.000-15,5.000 9.000 16,4.000 9.000-1,-1.000 6.000-15,-2.000 2.000 16,-3.000 0.000 0,-4.000-5.000-16,-5.000-8.000 15,0.000-7.000-15,-6.000-9.000 16,-3.000-10.000 0,-2.000-15.000-16,-1.000-16.000 15,1.000-18.000 1,3.000-19.000-16,0.000-15.000 15,0.000-8.000 1,2.000-9.000-16,-1.000-3.000 16,-5.000-2.000-1,-2.000-4.000 1,2.000 3.000-16,-5.000 1.000 16,0.000-2.000-1,-2.000 2.000-15,3.000 2.000 16,1.000 4.000-1,4.000 7.000-15,4.000 11.000 16,3.000 7.000 0,2.000 6.000-16,1.000 12.000 15,-4.000 12.000 1,-1.000 10.000-16,-1.000 13.000 16,-2.000 7.000-1,2.000 5.000-15,0.000 7.000 16,1.000 2.000-1,-8.000 2.000 1,9.000 5.000-16,-1.000 0.000 0,3.000 5.000 16,4.000 1.000-1,2.000 1.000-15,8.000-4.000 16,16.000-4.000 0,11.000-4.000-16,14.000-3.000 15,10.000 2.000 1,8.000 1.000-16,3.000 5.000 15,-1.000 6.000 1,-5.000 3.000-16,-6.000 1.000 16,-8.000 1.000-16,-5.000-1.000 15,-3.000-15.000 1,-15.000-7.000-16</inkml:trace>
  <inkml:trace contextRef="#ctx0" brushRef="#br0">32185.000 9957.000 0,'-6.000'30.000'16,"-10.000"22.000"-16,-3.000 7.000 15,1.000-1.000 1,4.000-6.000-16,5.000-11.000 16,6.000-9.000-1,5.000-6.000-15,9.000-10.000 16,10.000-11.000-16,11.000-16.000 16,9.000-12.000-1,6.000-11.000 1,3.000-5.000-16,-10.000 8.000 15</inkml:trace>
  <inkml:trace contextRef="#ctx0" brushRef="#br0">31857.000 9701.000 0,'0.000'0.000'0,"30.000"-4.000"16,24.000-5.000-1,14.000 0.000-15,9.000-1.000 16,1.000 1.000-16,-2.000 0.000 15,-5.000 3.000 1,-6.000 0.000 0,-7.000 0.000-16,-11.000 1.000 15,-14.000-10.000-15,-11.000 2.000 16</inkml:trace>
  <inkml:trace contextRef="#ctx0" brushRef="#br0">32244.000 8984.000 0,'0.000'0.000'0,"-8.000"-10.000"15,-8.000-2.000-15,-7.000 6.000 16,-2.000 13.000-1,-4.000 10.000 1,3.000 8.000-16,5.000 5.000 16,4.000 0.000-16,7.000-3.000 15,11.000-6.000 1,8.000-9.000-16,10.000-11.000 16,8.000-9.000-1,6.000-9.000 1,1.000-4.000-16,-1.000-5.000 15,-6.000 4.000-15,-6.000 5.000 16,-8.000 5.000 0,-4.000 6.000-16,-9.000 6.000 15,5.000 4.000 1,-4.000 10.000-16,-4.000 14.000 16,-1.000 11.000-16,-3.000 5.000 15,0.000 9.000 1,-1.000 5.000-16,1.000 0.000 15,4.000 0.000 1,0.000-8.000 0,2.000-6.000-16,-2.000-9.000 15,-2.000-6.000 1,1.000-12.000-16,-3.000-5.000 16,-7.000-7.000-16,-5.000-10.000 15,-6.000-3.000 1,-3.000-5.000-1,-1.000 1.000-15,4.000-1.000 16,5.000 3.000-16,7.000-2.000 16,12.000-5.000-1,13.000-3.000-15,15.000-5.000 16,17.000-1.000 0,9.000 5.000-16,2.000 4.000 15,-5.000 8.000-15,-7.000 8.000 16,-12.000 4.000-1,-8.000 2.000-15</inkml:trace>
  <inkml:trace contextRef="#ctx0" brushRef="#br0">10019.000 11441.000 0,'0.000'0.000'0,"0.000"0.000"15,0.000 0.000 1,0.000 0.000-16,-16.000 19.000 15,-7.000 15.000 1,-2.000 7.000-16,3.000 3.000 16,5.000 0.000-1,7.000 0.000-15,8.000-4.000 16,7.000-5.000 0,8.000-7.000-16,8.000-6.000 15,8.000-7.000 1,1.000-7.000-16,4.000-12.000 15,-3.000-6.000 1,3.000-7.000-16,-1.000-3.000 16,-2.000-7.000-1,-6.000-8.000-15,-7.000-3.000 16,-7.000-4.000 0,-7.000 5.000-16,-7.000 7.000 15,-4.000 7.000 1,-3.000 5.000-16,-1.000 6.000 15,-2.000 9.000 1,-3.000 8.000-16,-6.000 13.000 16,-5.000 16.000-16,-4.000 15.000 15,0.000 17.000 1,2.000 19.000 0,-3.000 12.000-16,1.000 10.000 15,2.000-5.000 1,5.000-5.000-16,3.000-12.000 15,9.000-15.000 1,3.000-13.000-16,2.000-13.000 16,2.000-17.000-1,-1.000-18.000-15,2.000-9.000 16</inkml:trace>
  <inkml:trace contextRef="#ctx0" brushRef="#br0">10616.000 11919.000 0,'0.000'0.000'0,"0.000"0.000"15,0.000 0.000-15,25.000 2.000 16,14.000-2.000-1,10.000-7.000-15,10.000 0.000 16,7.000-3.000 0,7.000-2.000-16,6.000 2.000 15,5.000 1.000 1,0.000 4.000-16,1.000-1.000 16,-5.000 8.000-1,-6.000 1.000-15,-11.000 2.000 16,-14.000 2.000-1,-14.000 0.000-15,-11.000-6.000 16,-9.000-6.000 0,-6.000-2.000-16</inkml:trace>
  <inkml:trace contextRef="#ctx0" brushRef="#br0">12163.000 11296.000 0,'4.000'16.000'0</inkml:trace>
  <inkml:trace contextRef="#ctx0" brushRef="#br0">11996.000 11536.000 0,'0.000'0.000'0,"0.000"0.000"16,29.000 2.000-16,14.000 1.000 16,0.000 0.000-1,-4.000 4.000-15,-7.000 1.000 16,-15.000 6.000 0,-12.000 11.000-16,-14.000 7.000 15,-15.000 6.000 1,-9.000 1.000-16,-5.000-3.000 15,1.000-8.000 1,4.000-5.000-16,6.000-11.000 16,8.000-11.000-16,13.000-9.000 15,12.000 5.000 1,12.000 5.000 0,7.000 15.000-16,3.000 12.000 15,0.000 15.000-15,-4.000 10.000 16,-5.000 10.000-1,-14.000-1.000 1,-9.000-7.000-16,-9.000-13.000 16,-4.000-26.000-1,2.000-12.000-15</inkml:trace>
  <inkml:trace contextRef="#ctx0" brushRef="#br0">12348.000 11672.000 0,'0.000'0.000'0,"0.000"0.000"0,-25.000 31.000 16,-10.000 14.000-1,5.000-1.000-15,10.000-4.000 16,15.000-6.000-1,17.000-9.000-15,9.000-10.000 16,13.000-11.000 0,6.000-14.000-16,0.000-10.000 15,-9.000 2.000 1</inkml:trace>
  <inkml:trace contextRef="#ctx0" brushRef="#br0">12551.000 11664.000 0,'29.000'0.000'16,"21.000"0.000"-1,5.000 5.000-15,1.000 8.000 16,-3.000 3.000 0,-5.000 8.000-16,-10.000 10.000 15,-18.000 14.000 1,-20.000 10.000-16,-22.000 6.000 15,-16.000-2.000 1,-14.000-9.000-16,-5.000-15.000 16,7.000-23.000-1,5.000-23.000-15,13.000-9.000 16</inkml:trace>
  <inkml:trace contextRef="#ctx0" brushRef="#br0">12752.000 11775.000 0,'0.000'0.000'16,"-15.000"37.000"-1,-21.000 22.000-15,-12.000-1.000 16,-1.000-8.000 0,11.000-17.000-16,10.000-13.000 15</inkml:trace>
  <inkml:trace contextRef="#ctx0" brushRef="#br0">13173.000 11697.000 0,'46.000'3.000'0,"26.000"0.000"16,-1.000 1.000-1,-6.000 1.000-15,-11.000 2.000 16,-14.000-3.000 0,-10.000-4.000-16,-12.000-8.000 15,-11.000-5.000-15,-5.000-1.000 16</inkml:trace>
  <inkml:trace contextRef="#ctx0" brushRef="#br0">13391.000 11356.000 0,'0.000'0.000'16,"2.000"49.000"0,-3.000 31.000-16,-5.000 20.000 15,-6.000 9.000 1,0.000 4.000-16,-4.000-9.000 15,3.000-11.000 1,4.000-18.000-16,0.000-22.000 16,5.000-20.000-1,4.000-33.000-15,0.000 8.000 16</inkml:trace>
  <inkml:trace contextRef="#ctx0" brushRef="#br0">13307.000 11835.000 0,'0.000'0.000'0,"-13.000"23.000"16,-17.000 11.000 0,-2.000 0.000-16,2.000-5.000 15,10.000-10.000-15,20.000-19.000 16,1.000 4.000-1,21.000-17.000-15,15.000-11.000 16,12.000-8.000 0,2.000-2.000-16,3.000 2.000 15,-6.000 8.000 1,-8.000 13.000-16,-7.000 10.000 16,-5.000 13.000-1,-9.000 19.000-15,-7.000 13.000 16,-7.000 3.000-1,-4.000 1.000-15,-4.000-5.000 16,0.000-11.000 0,-1.000-13.000-16,4.000-19.000 15,0.000-10.000 1,6.000-26.000-16,2.000-2.000 16</inkml:trace>
  <inkml:trace contextRef="#ctx0" brushRef="#br0">13744.000 11621.000 0,'0.000'0.000'16,"0.000"0.000"0,0.000 0.000-16,10.000-28.000 15,6.000-21.000 1,6.000 1.000-16,3.000 5.000 15,0.000 11.000 1,3.000 12.000-16,-6.000 9.000 16,-1.000 7.000-1,-6.000 10.000-15,1.000 6.000 16,-7.000 12.000 0,-5.000 12.000-16,-7.000 18.000 15,-10.000 17.000 1,-7.000 15.000-16,-3.000 12.000 15,5.000 7.000 1,4.000-1.000-16,6.000-9.000 16,1.000-10.000-1,0.000-15.000-15,3.000-17.000 16,1.000-19.000 0,0.000-13.000-16,-2.000-15.000 15,-4.000-20.000 1,-3.000-24.000-16,-1.000-17.000 15,-4.000-6.000 1,5.000 11.000-16</inkml:trace>
  <inkml:trace contextRef="#ctx0" brushRef="#br0">13685.000 11612.000 0,'0.000'0.000'0,"0.000"0.000"16,0.000 0.000-16,0.000 0.000 15,0.000 0.000 1,10.000 18.000-16,3.000 14.000 16,-4.000 6.000-1,-9.000 12.000-15,-7.000 17.000 16,-4.000 12.000 0,-5.000 0.000-16,1.000-3.000 15,0.000-10.000 1,3.000-13.000-16,6.000-20.000 15,1.000-13.000 1,0.000-17.000-16,3.000-20.000 16,1.000-15.000-1,2.000-8.000-15,1.000 7.000 16</inkml:trace>
  <inkml:trace contextRef="#ctx0" brushRef="#br0">13685.000 11911.000 0,'21.000'-8.000'0,"6.000"-3.000"16,-2.000 1.000-1,-2.000 1.000-15,-1.000 8.000 16,-7.000 4.000-16,-8.000 9.000 15,-11.000 5.000 1,-11.000 9.000-16,-10.000 4.000 16,0.000-2.000-1,1.000-2.000 1,5.000-5.000-16,8.000 3.000 16,10.000-4.000-16,9.000-2.000 15,8.000-4.000 1,2.000-3.000-16,4.000 0.000 15,1.000-2.000 1,-6.000-3.000-16,-7.000 6.000 16,-9.000 5.000-1,-15.000 0.000-15,-10.000 9.000 16,-6.000 1.000 0,-2.000-2.000-16,8.000-6.000 15,9.000-3.000 1,15.000-4.000-16,15.000-6.000 15,8.000-4.000 1,14.000-6.000-16,6.000-3.000 16,2.000-9.000-1,-6.000-1.000-15</inkml:trace>
  <inkml:trace contextRef="#ctx0" brushRef="#br0">14232.000 12278.000 0,'0.000'0.000'0,"-3.000"-11.000"15</inkml:trace>
  <inkml:trace contextRef="#ctx0" brushRef="#br0">15611.000 11604.000 0,'0.000'0.000'0,"0.000"0.000"16,0.000 0.000-1,22.000-8.000-15,14.000-8.000 16,5.000-5.000 0,4.000-2.000-16,0.000 1.000 15,-2.000-3.000 1,-5.000 3.000-16,-6.000 2.000 15,-11.000 1.000 1,-4.000 0.000-16,-11.000-4.000 16,-6.000 1.000-1,-5.000 1.000-15,-4.000 1.000 16,-2.000 5.000 0,1.000 3.000-16,0.000 1.000 15,1.000 6.000 1,4.000 7.000-16,2.000 13.000 15,3.000 14.000-15,-1.000 14.000 16,2.000 16.000 0,1.000 15.000-1,-3.000 8.000-15,-2.000 1.000 16,-2.000-11.000 0,-2.000-12.000-16,0.000-12.000 15,1.000-13.000-15,-1.000-11.000 16,-4.000-9.000-1,-6.000-10.000-15,-9.000-3.000 16,-5.000-9.000 0,-3.000-7.000-1,0.000-5.000-15,7.000 3.000 16,11.000 3.000-16,13.000 0.000 16,14.000-3.000-1,13.000-3.000-15,14.000-1.000 16,8.000-1.000-1,2.000-2.000-15,-2.000-3.000 16,-5.000-1.000 0,-12.000-7.000-16,-10.000 4.000 15</inkml:trace>
  <inkml:trace contextRef="#ctx0" brushRef="#br0">16099.000 11084.000 0,'17.000'-13.000'0,"14.000"-6.000"16,1.000 3.000 0,0.000 6.000-16,-4.000 8.000 15,-5.000 4.000 1,-8.000 9.000-16,-9.000 14.000 15,-10.000 16.000 1,-12.000 21.000 0,-10.000 19.000-16,-5.000 20.000 15,-5.000 19.000-15,-3.000 7.000 16,3.000-2.000 0,4.000-9.000-16,8.000-19.000 15,7.000-25.000 1,7.000-27.000-16,10.000-45.000 15,-5.000 16.000 1</inkml:trace>
  <inkml:trace contextRef="#ctx0" brushRef="#br0">16267.000 11382.000 0,'0.000'0.000'0,"0.000"0.000"16,22.000-1.000-16,9.000 3.000 15,-4.000 7.000 1,-10.000 10.000-16,-14.000 11.000 16,-14.000 10.000-1,-18.000 9.000-15,-11.000 3.000 16,-3.000-4.000-1,3.000-7.000 1,7.000-15.000-16,12.000-9.000 16,21.000-17.000-16,5.000-2.000 15,22.000-14.000 1,17.000-5.000-16,1.000-3.000 16,-4.000 6.000-1,-10.000 8.000-15,-18.000 16.000 16,-17.000 16.000-1,-15.000 18.000-15,-12.000 8.000 16,-3.000 1.000 0,-1.000-5.000-16,11.000-14.000 15,8.000-12.000 1,16.000-18.000 0,6.000 0.000-16,12.000-12.000 15,6.000-8.000-15,5.000 0.000 16,-3.000 3.000-1,-2.000 10.000-15,-5.000 13.000 16,-7.000 12.000 0,-6.000 13.000-16,-3.000 6.000 15,2.000-3.000 1,4.000-4.000-16,4.000-11.000 16,5.000-10.000-1,5.000-10.000-15,5.000-11.000 16,-1.000-11.000-1,-1.000-8.000-15,-7.000-2.000 16,-7.000 0.000 0,-10.000 4.000-16,-10.000 7.000 15,-8.000 8.000-15,-4.000 7.000 16,0.000 4.000 0,2.000-2.000-16,6.000-11.000 15,3.000-1.000 1</inkml:trace>
  <inkml:trace contextRef="#ctx0" brushRef="#br0">16763.000 11271.000 0,'0.000'0.000'0,"0.000"0.000"16,28.000-1.000-1,15.000 0.000-15,0.000-1.000 16,-4.000 2.000 0,-5.000 6.000-16,-8.000 1.000 15,-8.000 9.000 1,-15.000 4.000-16,-16.000 11.000 16,-13.000 8.000-1,-13.000 4.000-15,0.000-1.000 16,1.000-8.000-1,12.000-10.000-15,12.000-9.000 16,14.000-15.000 0,7.000 2.000-16,19.000-11.000 15,8.000-3.000 1,3.000 3.000-16,-8.000 5.000 16,-6.000 7.000-1,-14.000 12.000-15,-15.000 16.000 16,-16.000 9.000-1,-12.000 3.000-15,-4.000 6.000 16,7.000-9.000 0,9.000-11.000-16,9.000-13.000 15,16.000-12.000 1,16.000-16.000-16,14.000-8.000 16,10.000-2.000-1,0.000 4.000-15,-9.000 9.000 16,-9.000 9.000-1,-16.000 18.000-15,-14.000 12.000 16,-13.000 11.000 0,-10.000 5.000-1,-3.000-4.000-15,7.000-11.000 16,8.000-19.000-16,13.000-23.000 16,16.000-24.000-1,1.000 1.000-15</inkml:trace>
  <inkml:trace contextRef="#ctx0" brushRef="#br0">17133.000 11553.000 0,'0.000'0.000'16,"19.000"6.000"-16,18.000-1.000 15,13.000-3.000 1,11.000-4.000-16,5.000-2.000 15,1.000 3.000 1,-9.000 7.000 0,-13.000 13.000-16,-20.000 16.000 15,-26.000 21.000-15,-23.000 11.000 16,-17.000 2.000 0,-10.000-4.000-16,4.000-15.000 15,11.000-26.000 1,10.000-30.000-1,9.000-12.000-15</inkml:trace>
  <inkml:trace contextRef="#ctx0" brushRef="#br0">17503.000 11398.000 0,'-54.000'77.000'15,"-30.000"33.000"1,-2.000-3.000-16,19.000-29.000 16</inkml:trace>
  <inkml:trace contextRef="#ctx0" brushRef="#br0">18075.000 11305.000 0,'0.000'0.000'16,"-14.000"24.000"-16,-14.000 16.000 15,-13.000 6.000 1,4.000-10.000-16</inkml:trace>
  <inkml:trace contextRef="#ctx0" brushRef="#br0">17906.000 11672.000 0,'2.000'21.000'0,"-3.000"12.000"16,-3.000 1.000-16,-3.000-4.000 15,-2.000-8.000 1,2.000-8.000-16,7.000-14.000 16,0.000-3.000-1,8.000-17.000-15,9.000-16.000 16,9.000-9.000-1,6.000-2.000-15,5.000 4.000 16,0.000 9.000 0,-2.000 9.000-16,-6.000 9.000 15,-3.000 10.000-15,-8.000 10.000 16,-2.000 6.000 0,-3.000 11.000-16,-8.000 7.000 15,-6.000 2.000 1,-6.000 1.000-16,-4.000 3.000 15,-3.000-5.000 1,0.000-5.000-16,0.000-8.000 16,0.000-11.000-1,0.000-12.000-15,5.000-11.000 16,2.000-15.000 0,3.000-10.000-16,4.000-6.000 15,9.000-1.000 1,7.000 2.000-1,9.000 4.000-15,9.000 1.000 16,9.000 9.000-16,0.000 11.000 16,4.000 8.000-1,-1.000 8.000-15,-5.000 14.000 16,-5.000 11.000 0,-4.000 12.000-16,-6.000 15.000 15,-10.000 16.000 1,-14.000 16.000-16,-7.000 7.000 15,-6.000 1.000 1,-6.000-2.000 0,-1.000-14.000-16,2.000-15.000 15,7.000-20.000 1,2.000-24.000-16,0.000-26.000 16,3.000-7.000-16</inkml:trace>
  <inkml:trace contextRef="#ctx0" brushRef="#br0">18327.000 11553.000 0,'16.000'23.000'0,"3.000"8.000"15,-2.000-6.000-15,-6.000-7.000 16</inkml:trace>
  <inkml:trace contextRef="#ctx0" brushRef="#br0">18949.000 11117.000 0,'0.000'0.000'0,"0.000"0.000"16,0.000 0.000-1,-13.000 27.000 1,-16.000 12.000-16,-8.000 4.000 16,-5.000-2.000-16,9.000-6.000 15,12.000-7.000-15,10.000-9.000 16,13.000-4.000-1,12.000-8.000-15,13.000-5.000 16,7.000-2.000 0,3.000 0.000-16,-3.000 0.000 15,-5.000 5.000 1,-8.000 6.000-16,-10.000 7.000 16,-14.000 6.000-1,-17.000 13.000-15,-21.000 4.000 16,-12.000 1.000-1,-4.000-6.000-15,5.000-5.000 16,12.000-14.000 0,21.000-17.000-16,18.000-12.000 15,17.000-2.000 1,16.000-2.000-16,7.000 5.000 16,-2.000 9.000-1,-3.000 9.000-15,-4.000 13.000 16,-7.000 14.000-16,-8.000 11.000 15,-8.000 10.000 1,-9.000 3.000 0,-7.000 2.000-16,-4.000-10.000 15,-3.000-18.000-15,5.000-24.000 16,3.000-11.000 0</inkml:trace>
  <inkml:trace contextRef="#ctx0" brushRef="#br0">19143.000 11441.000 0,'0.000'0.000'16,"-17.000"27.000"-16,-8.000 10.000 15,-1.000 4.000 1,10.000-3.000-16,7.000-3.000 15,12.000-10.000 1,13.000-7.000-16,12.000-12.000 16,8.000-12.000-16,1.000-13.000 15,-8.000-1.000 1</inkml:trace>
  <inkml:trace contextRef="#ctx0" brushRef="#br0">19260.000 11467.000 0,'0.000'0.000'0,"31.000"0.000"15,20.000 2.000 1,9.000 5.000-16,2.000 8.000 16,-3.000 9.000-1,-12.000 10.000-15,-14.000 14.000 16,-22.000 9.000-1,-25.000 8.000-15,-22.000-2.000 16,-15.000-8.000 0,-6.000-14.000-16,2.000-25.000 15,14.000-11.000 1</inkml:trace>
  <inkml:trace contextRef="#ctx0" brushRef="#br0">19462.000 11604.000 0,'-23.000'40.000'0,"-17.000"23.000"16,-8.000 1.000-16,1.000-14.000 16,11.000-17.000-1</inkml:trace>
  <inkml:trace contextRef="#ctx0" brushRef="#br0">20084.000 11203.000 0,'7.000'35.000'16,"-5.000"23.000"-1,-10.000 10.000-15,-3.000 3.000 16,-3.000 0.000 0,8.000-1.000-16,6.000-3.000 15,12.000-6.000 1,10.000-4.000-16,9.000-8.000 15,4.000-6.000 1,-3.000-8.000-16,-6.000-12.000 16,-5.000-12.000-16,-10.000-19.000 15,-5.000-23.000 1,-3.000 1.000-16</inkml:trace>
  <inkml:trace contextRef="#ctx0" brushRef="#br0">20210.000 11484.000 0,'0.000'0.000'0,"0.000"31.000"15,-4.000 21.000 1,-11.000 14.000-16,-10.000 5.000 16,-9.000-7.000-1,-5.000-7.000-15,-2.000-10.000 16,2.000-12.000-1,4.000-16.000 1,2.000-10.000-16,7.000-11.000 16,5.000-12.000-16,7.000-9.000 15,7.000-7.000 1,9.000-7.000-16,11.000-5.000 16,13.000 1.000-1,7.000 2.000-15,9.000 1.000 16,3.000 4.000-1,0.000 3.000-15,2.000 6.000 16,-4.000 4.000 0,-6.000 5.000-1,-5.000 7.000-15,-8.000 4.000 16,-6.000 5.000-16,-9.000 2.000 16,-9.000-2.000-1,0.000 5.000-15,-4.000-5.000 16,-2.000-11.000-1,6.000-12.000-15,2.000 0.000 16</inkml:trace>
  <inkml:trace contextRef="#ctx0" brushRef="#br0">20472.000 11143.000 0,'0.000'0.000'0,"-9.000"33.000"16,-8.000 20.000-16,-4.000 3.000 16,2.000-6.000-1,3.000-7.000-15,13.000-10.000 16,14.000-5.000 0,14.000-7.000-16,9.000-6.000 15,7.000-3.000 1,-4.000 0.000-16,-7.000-1.000 15,-12.000 5.000 1,-10.000 7.000-16,-17.000 8.000 16,-9.000 0.000-1,-8.000 1.000-15,-6.000 0.000 16,5.000-5.000 0,5.000-7.000-16,8.000-8.000 15,7.000-2.000-15,9.000-4.000 16,9.000 1.000-1,7.000-3.000-15,5.000 1.000 16,2.000 0.000 0,0.000 6.000-16,-6.000 5.000 15,-7.000 1.000 1,-6.000 8.000-16,-5.000 3.000 16,-7.000 0.000-1,-4.000-1.000-15,-6.000-4.000 16,-3.000-9.000-1,-5.000-8.000-15,0.000-18.000 16,7.000-17.000 0,6.000 0.000-16</inkml:trace>
  <inkml:trace contextRef="#ctx0" brushRef="#br0">20993.000 11339.000 0,'13.000'16.000'16,"3.000"12.000"-16,-10.000 9.000 15,-4.000-6.000-15</inkml:trace>
  <inkml:trace contextRef="#ctx0" brushRef="#br0">20934.000 11775.000 0,'29.000'-11.000'15,"12.000"-16.000"-15,6.000-21.000 16,-3.000-13.000 0,-4.000-11.000-16,-8.000 13.000 15</inkml:trace>
  <inkml:trace contextRef="#ctx0" brushRef="#br0">21261.000 11254.000 0,'-3.000'30.000'0,"-2.000"24.000"16,-2.000 18.000 0,-2.000 15.000-16,0.000 8.000 15,3.000-3.000 1,2.000-7.000-1,2.000-10.000-15,3.000-15.000 16,1.000-20.000-16,-1.000-15.000 16,-1.000-25.000-1,0.000-5.000-15,0.000-29.000 16,2.000-17.000 0,1.000-6.000-16,1.000 4.000 15,4.000 12.000 1,2.000 9.000-16,10.000 8.000 15,10.000 5.000 1,12.000 2.000-16,12.000 2.000 16,8.000 3.000-1,0.000-1.000-15,-2.000 2.000 16,-8.000 2.000 0,-10.000 4.000-16,-18.000 1.000 15,-11.000-3.000 1,-17.000-7.000-16,-18.000-6.000 15,-14.000-8.000 1,-10.000-6.000-16,2.000-1.000 16,7.000 6.000-1,8.000 9.000-15,14.000 15.000 16,9.000 13.000 0,5.000 19.000-16,8.000 17.000 15,2.000 22.000 1,-5.000 12.000-16,-7.000 6.000 15,-7.000-5.000 1,-5.000-10.000-16,-5.000-14.000 16,0.000-21.000-1,-2.000-25.000 1,5.000-14.000-16</inkml:trace>
  <inkml:trace contextRef="#ctx0" brushRef="#br0">21556.000 11783.000 0,'41.000'36.000'0,"10.000"14.000"16,-9.000-2.000 0,-14.000-13.000-16,-10.000-21.000 15,-7.000-11.000 1</inkml:trace>
  <inkml:trace contextRef="#ctx0" brushRef="#br0">21724.000 11296.000 0,'12.000'14.000'15,"5.000"7.000"-15,-1.000 5.000 16,-1.000-5.000 0,-1.000-7.000-16</inkml:trace>
  <inkml:trace contextRef="#ctx0" brushRef="#br0">22044.000 11398.000 0,'75.000'-15.000'0,"30.000"-6.000"16,-1.000 3.000-1,-14.000 4.000 1,-19.000 5.000-16,-17.000 3.000 15,-18.000-1.000-15,-16.000-7.000 16,-17.000-9.000 0,-7.000 1.000-16</inkml:trace>
  <inkml:trace contextRef="#ctx0" brushRef="#br0">22430.000 11219.000 0,'-33.000'72.000'0,"-20.000"22.000"16,-7.000-12.000-16,2.000-24.000 16,13.000-21.000-1</inkml:trace>
  <inkml:trace contextRef="#ctx0" brushRef="#br0">22439.000 11518.000 0,'47.000'14.000'15,"10.000"3.000"-15,-13.000 0.000 16,-16.000-4.000-1</inkml:trace>
  <inkml:trace contextRef="#ctx0" brushRef="#br0">22473.000 11791.000 0,'-3.000'28.000'0,"-8.000"12.000"15,-15.000 7.000 1,-5.000 3.000-16,-1.000-4.000 16,8.000-5.000-1,12.000-5.000 1,15.000-8.000-16,23.000-7.000 16,17.000-10.000-16,13.000-10.000 15,9.000-8.000 1,2.000-7.000-16,-5.000-9.000 15,-13.000-6.000 1,-14.000-3.000-16,-12.000-4.000 16,-17.000-3.000-1,-17.000 0.000-15,-9.000 7.000 16,0.000 9.000 0,5.000 10.000-1,9.000 6.000-15,12.000 4.000 16,17.000 4.000-16,16.000 8.000 15,15.000 4.000 1,9.000 1.000-16,1.000 4.000 16,-5.000 1.000-1,-13.000-2.000-15,-10.000-4.000 16,-12.000-11.000-16,-7.000-4.000 16</inkml:trace>
  <inkml:trace contextRef="#ctx0" brushRef="#br0">23255.000 12039.000 0</inkml:trace>
  <inkml:trace contextRef="#ctx0" brushRef="#br0">24962.000 11211.000 0,'0.000'0.000'0,"0.000"0.000"15,-16.000 27.000-15,-12.000 17.000 16,-7.000 10.000 0,-3.000 8.000-1,6.000 1.000-15,3.000 1.000 16,10.000 4.000-1,9.000-1.000-15,7.000-4.000 16,5.000-3.000 0,4.000-7.000-16,3.000-9.000 15,6.000-8.000 1,3.000-11.000-16,1.000-18.000 16,-4.000-8.000-1</inkml:trace>
  <inkml:trace contextRef="#ctx0" brushRef="#br0">25105.000 11501.000 0,'0.000'0.000'15,"0.000"0.000"1,-1.000 31.000-16,-4.000 19.000 15,-3.000 4.000 1,0.000 1.000-16,4.000-7.000 16,1.000-11.000-1,5.000-9.000-15,7.000-13.000 16,6.000-11.000 0,8.000-15.000-16,5.000-15.000 15,2.000-13.000 1,-2.000-5.000-16,2.000-2.000 15,-4.000 8.000 1,-5.000 12.000-16,-8.000 9.000 16,-5.000 8.000-1,-4.000 11.000-15,-4.000 11.000 16,-1.000 12.000 0,0.000 4.000-16,2.000 6.000 15,2.000 0.000 1,6.000-4.000-16,3.000-6.000 15,1.000-8.000 1,5.000-9.000-16,4.000-9.000 16,4.000-12.000-16,-2.000-10.000 15,-3.000-10.000 1,-5.000-5.000-16,-3.000 2.000 16,-6.000 4.000-1,-4.000 6.000-15,-5.000 3.000 16,-3.000 2.000-1,-3.000 1.000-15,2.000 3.000 16</inkml:trace>
  <inkml:trace contextRef="#ctx0" brushRef="#br0">25567.000 11459.000 0,'50.000'-5.000'0,"15.000"-2.000"16,-6.000 2.000-16,-12.000 4.000 15,-11.000 1.000 1,-11.000 5.000-16,-6.000-2.000 16,-7.000-1.000-1,-3.000-9.000-15,-5.000-1.000 16</inkml:trace>
  <inkml:trace contextRef="#ctx0" brushRef="#br0">25769.000 11305.000 0,'0.000'0.000'0,"4.000"36.000"15,-3.000 26.000 1,-10.000 15.000-16,-5.000 8.000 16,-1.000-6.000-1,2.000-11.000 1,6.000-12.000-16,6.000-14.000 16,8.000-15.000-16,7.000-13.000 15,5.000-17.000 1,7.000-19.000-16,-5.000 0.000 15</inkml:trace>
  <inkml:trace contextRef="#ctx0" brushRef="#br0">25971.000 11612.000 0,'33.000'-5.000'0,"17.000"-1.000"15,2.000-3.000 1,-3.000-1.000-16,-4.000 4.000 16,-8.000 3.000-1,-7.000-1.000-15,-8.000-1.000 16,-11.000 0.000-16,-9.000-6.000 15,-3.000 1.000 1</inkml:trace>
  <inkml:trace contextRef="#ctx0" brushRef="#br0">26181.000 11476.000 0,'0.000'0.000'15,"6.000"28.000"-15,-3.000 22.000 16,-5.000 7.000-16,-7.000-1.000 16,-3.000-11.000-1,2.000-14.000-15</inkml:trace>
  <inkml:trace contextRef="#ctx0" brushRef="#br0">26610.000 11339.000 0,'-8.000'37.000'0,"-5.000"19.000"15,2.000 4.000 1,8.000-4.000-16,8.000-11.000 15,11.000-15.000 1,8.000-12.000-16,12.000-13.000 16,5.000-11.000-16,3.000-8.000 15,-1.000-5.000 1,-4.000-8.000-16,-5.000-7.000 16,-12.000-2.000-1,-11.000-1.000-15,-12.000 7.000 31,-9.000 7.000-31,-5.000 10.000 0,-2.000 9.000 16,-7.000 12.000 0,-2.000 13.000-16,-4.000 18.000 15,2.000 15.000 1,2.000 14.000-16,1.000 7.000 16,2.000 1.000-1,3.000-5.000-15,6.000-11.000 16,5.000-12.000-1,4.000-12.000-15,4.000-21.000 16,4.000-19.000 0,0.000-7.000-16</inkml:trace>
  <inkml:trace contextRef="#ctx0" brushRef="#br0">26896.000 11134.000 0,'30.000'34.000'0,"11.000"19.000"15,-2.000 9.000 1,-8.000 6.000-16,-14.000 7.000 15,-13.000 5.000 1,-12.000 1.000-16,-9.000-4.000 16,-9.000-11.000-1,-3.000-7.000-15,-3.000-12.000 16,4.000-15.000 0,6.000-17.000-16,8.000-10.000 15</inkml:trace>
  <inkml:trace contextRef="#ctx0" brushRef="#br0">27543.000 11467.000 0,'0.000'0.000'16,"2.000"12.000"-16,2.000 1.000 15</inkml:trace>
  <inkml:trace contextRef="#ctx0" brushRef="#br0">27594.000 11697.000 0,'0.000'0.000'0,"0.000"0.000"15,0.000 0.000-15</inkml:trace>
  <inkml:trace contextRef="#ctx0" brushRef="#br0">28074.000 11492.000 0,'0.000'0.000'16,"0.000"0.000"-16,0.000 0.000 16,0.000 0.000-1,23.000-4.000-15,18.000-3.000 16,7.000-3.000 0,4.000 0.000-16,1.000-4.000 15,-3.000 2.000-15,-4.000-2.000 16,-10.000 0.000-1,-5.000-3.000 1,-12.000-2.000-16,-8.000 4.000 16</inkml:trace>
  <inkml:trace contextRef="#ctx0" brushRef="#br0">28267.000 11228.000 0,'0.000'0.000'0,"0.000"0.000"16,-3.000 32.000-1,-2.000 27.000 1,-7.000 20.000-16,2.000 12.000 16,1.000 2.000-1,3.000-16.000-15,3.000-19.000 16,6.000-16.000-16,6.000-16.000 15,6.000-17.000 1,13.000-19.000 0,8.000-22.000-16,6.000-16.000 15,-8.000 3.000 1</inkml:trace>
  <inkml:trace contextRef="#ctx0" brushRef="#br0">28629.000 11432.000 0,'-1.000'22.000'16,"-3.000"15.000"-16,-2.000 7.000 15,-2.000 0.000-15,-1.000-4.000 16,0.000-12.000 0,4.000-14.000-16,2.000-8.000 15</inkml:trace>
  <inkml:trace contextRef="#ctx0" brushRef="#br0">28704.000 11407.000 0,'0.000'0.000'16,"0.000"0.000"-16,0.000 0.000 15,13.000 19.000 1,6.000 14.000-16,-1.000 5.000 15,-3.000 3.000 1,-3.000-3.000-16,-6.000-3.000 16,-4.000-6.000-16,-6.000-4.000 15,-10.000-6.000 1,-7.000-6.000-16,-9.000-6.000 16,-3.000-8.000-1,6.000-6.000 1,8.000-6.000-16,13.000-6.000 15,11.000-5.000-15,13.000 1.000 16,16.000 0.000 0,12.000-6.000-16,10.000 1.000 15,5.000-3.000 1,-1.000 0.000-16,-4.000 0.000 16,-7.000 2.000-1,-6.000-3.000-15,-12.000 0.000 16,-12.000-3.000-1,-10.000 2.000-15,-15.000 7.000 16,-7.000 6.000 0,-4.000 4.000-16,1.000 7.000 15,-1.000 4.000 1,4.000 8.000-16,2.000 8.000 16,2.000 14.000-1,4.000 19.000-15,1.000 14.000 16,2.000 14.000-1,3.000 9.000-15,-1.000 0.000 16,2.000-5.000 0,-2.000-10.000-16,1.000-11.000 15,-1.000-11.000 1,-1.000-12.000-16,-5.000-11.000 16,-4.000-11.000-1,-9.000-14.000-15,-3.000-12.000 16,-6.000-11.000-1,3.000-6.000-15,9.000 0.000 16,9.000 2.000 0,7.000 3.000-16,11.000 5.000 15,8.000 3.000 1,9.000 3.000-16,2.000 5.000 16,4.000 2.000-16,-4.000 1.000 15,-5.000 5.000 1,-6.000-1.000-16,-10.000-5.000 15,-7.000-5.000 1,-4.000-1.000-16</inkml:trace>
  <inkml:trace contextRef="#ctx0" brushRef="#br0">29225.000 11654.000 0,'8.000'6.000'15,"3.000"-1.000"1</inkml:trace>
  <inkml:trace contextRef="#ctx0" brushRef="#br0">29418.000 11432.000 0,'0.000'0.000'0,"40.000"-13.000"15,23.000-12.000 1,9.000-4.000-16,4.000-3.000 16,-3.000 4.000-1,-10.000 4.000-15,-15.000 3.000 16,-11.000 3.000 0,-17.000 2.000-1,-12.000 1.000-15,-12.000 1.000 16,-10.000-2.000-16,-8.000-4.000 15,-4.000-4.000 1,0.000-1.000-16,1.000-1.000 16,2.000 0.000-1,4.000 7.000-15,6.000 4.000 16,4.000 9.000 0,1.000 12.000-16,7.000 17.000 15,0.000 21.000 1,1.000 16.000-16,2.000 18.000 15,-3.000 16.000 1,0.000 5.000-16,-2.000-2.000 16,0.000-9.000-1,-1.000-13.000-15,0.000-16.000 16,1.000-17.000 0,2.000-18.000-16,0.000-19.000 15,-6.000-25.000 1,1.000-3.000-16</inkml:trace>
  <inkml:trace contextRef="#ctx0" brushRef="#br0">29705.000 11476.000 0,'-12.000'23.000'15,"-11.000"14.000"1,-4.000 0.000-16,2.000-5.000 15,4.000-12.000 1,9.000-20.000-16,4.000-7.000 16</inkml:trace>
  <inkml:trace contextRef="#ctx0" brushRef="#br0">29847.000 11484.000 0,'8.000'31.000'0,"3.000"16.000"16,-6.000 1.000-16,-5.000-9.000 15,-1.000-10.000 1,1.000-29.000-16,-1.000 8.000 16</inkml:trace>
  <inkml:trace contextRef="#ctx0" brushRef="#br0">29973.000 11382.000 0,'6.000'40.000'16,"-1.000"23.000"-1,-5.000 9.000-15,-8.000-3.000 16,1.000-12.000-1,0.000-16.000-15,4.000-16.000 16,3.000-25.000-16,0.000-3.000 16,6.000-26.000-1,0.000-20.000 1,-1.000-14.000-16,-2.000 9.000 16</inkml:trace>
  <inkml:trace contextRef="#ctx0" brushRef="#br0">30040.000 11271.000 0,'0.000'0.000'0,"0.000"0.000"16,11.000-14.000-16,2.000-7.000 16,6.000-1.000-1,0.000-2.000-15,5.000 2.000 16,4.000 3.000 0,1.000 5.000-16,-2.000 2.000 15,-2.000 5.000 1,-5.000 5.000-16,-4.000 2.000 15,-4.000 2.000 1,0.000 8.000-16,-5.000 7.000 16,-4.000 9.000-1,-6.000 12.000-15,-1.000 8.000 16,-3.000 13.000 0,-2.000 10.000-16,2.000 10.000 15,0.000 7.000 1,0.000 4.000-16,0.000-6.000 15,3.000-7.000 1,2.000-15.000-16,1.000-15.000 16,0.000-15.000-1,1.000-14.000-15,-2.000-15.000 16,-5.000-24.000 0,-8.000-20.000-16,-5.000-17.000 15,-3.000-11.000 1,2.000 13.000-1</inkml:trace>
  <inkml:trace contextRef="#ctx0" brushRef="#br0">30058.000 11432.000 0,'0.000'0.000'0,"19.000"-4.000"15,7.000 1.000-15,1.000 3.000 16,-6.000 3.000-1,-5.000 6.000-15,-4.000 5.000 16,-9.000 4.000 0,-7.000 7.000-16,-10.000 5.000 15,-4.000 2.000 1,-2.000-2.000-16,0.000-5.000 16,6.000-6.000-1,8.000-7.000-15,9.000-7.000 16,9.000-3.000-1,5.000-2.000-15,-1.000 0.000 16,0.000 0.000 0,-5.000 2.000-16,-2.000 1.000 15,-5.000 7.000 1,-5.000 5.000-16,-5.000 3.000 16,-2.000 2.000-16,1.000-5.000 15,1.000-5.000 1,6.000-10.000-16,-1.000 0.000 15,8.000-17.000 1,9.000-17.000-16,8.000-22.000 16,7.000-18.000-1,-3.000 11.000-15</inkml:trace>
  <inkml:trace contextRef="#ctx0" brushRef="#br0">30613.000 11143.000 0,'-14.000'33.000'0,"-12.000"14.000"15,-5.000 1.000 1,2.000-11.000-16,7.000-12.000 16,8.000-11.000-1,14.000-14.000-15,3.000-1.000 16,9.000-7.000-1,9.000 1.000 1,5.000 6.000-16,-1.000 5.000 16,-1.000 10.000-16,-4.000 13.000 15,-6.000 13.000 1,-6.000 17.000-16,-9.000 12.000 16,-6.000 0.000-1,-2.000-8.000-15,0.000-13.000 16,-1.000-18.000-1,10.000-30.000-15,-2.000-3.000 16,3.000-13.000 0,1.000 3.000-16</inkml:trace>
  <inkml:trace contextRef="#ctx0" brushRef="#br0">30873.000 11032.000 0,'3.000'26.000'15,"-12.000"21.000"1,-11.000 8.000-16,-6.000-1.000 16,1.000-10.000-1,7.000-5.000-15,12.000-11.000 16,12.000-11.000-1,16.000-5.000-15,8.000-8.000 16,4.000-3.000 0,2.000-3.000-16,-4.000-1.000 15,-8.000 7.000-15,-8.000 7.000 16,-13.000 10.000 0,-17.000 7.000-16,-10.000 8.000 15,-11.000 2.000 1,1.000-1.000-16,2.000-11.000 15,11.000-10.000 1</inkml:trace>
  <inkml:trace contextRef="#ctx0" brushRef="#br0">31142.000 11509.000 0,'-25.000'24.000'0,"-17.000"10.000"16,-10.000 0.000-1,-1.000-3.000-15,3.000-6.000 16,9.000-7.000 0,12.000-7.000-16,11.000-3.000 15,15.000 2.000 1,11.000 0.000-16,14.000-3.000 15,8.000-5.000-15,11.000-5.000 16,8.000-3.000 0,2.000-5.000-16,2.000-3.000 15,-2.000-2.000 1,-4.000-3.000-16,-11.000 4.000 16</inkml:trace>
  <inkml:trace contextRef="#ctx0" brushRef="#br0">31370.000 11714.000 0</inkml:trace>
  <inkml:trace contextRef="#ctx0" brushRef="#br0">4083.000 13174.000 0,'0.000'0.000'0,"0.000"0.000"16,21.000 2.000-16,15.000-3.000 15,7.000-6.000 1,5.000-8.000-1,1.000-6.000-15,1.000-3.000 16,-5.000-2.000 0,-4.000-2.000-16,-5.000 2.000 15,-10.000 3.000 1,-8.000 1.000-16,-9.000-2.000 16,-8.000 4.000-1,-7.000 1.000-15,-7.000 3.000 16,-7.000 5.000-16,-4.000 8.000 15,1.000 9.000 1,0.000 9.000-16,3.000 11.000 16,5.000 8.000-1,4.000 12.000-15,1.000 12.000 16,3.000 15.000 0,1.000 11.000-16,-1.000 7.000 15,1.000-2.000 1,3.000-11.000-16,1.000-15.000 15,-1.000-16.000 1,-2.000-14.000-16,-5.000-13.000 16,-5.000-10.000-16,-9.000-11.000 15,-3.000-10.000 1,-2.000-10.000-16,7.000-2.000 16,5.000 3.000-1,12.000 4.000-15,9.000-2.000 16,14.000 0.000-1,17.000-1.000-15,10.000-3.000 16,8.000-3.000 0,1.000-4.000-16,-4.000-2.000 15,-10.000-4.000 1,-15.000 8.000-16</inkml:trace>
  <inkml:trace contextRef="#ctx0" brushRef="#br0">4536.000 12867.000 0,'19.000'-16.000'0,"7.000"-5.000"15,4.000 1.000 1,-2.000 6.000-16,1.000 7.000 15,-6.000 5.000 1,1.000 8.000-16,-5.000 9.000 16,-10.000 13.000-1,-6.000 15.000-15,-12.000 18.000 16,-7.000 13.000-16,-5.000 12.000 16,-9.000 15.000-1,-4.000 10.000 1,0.000 3.000-16,1.000-11.000 15,6.000-14.000 1,7.000-20.000-16,6.000-22.000 16,4.000-24.000-1,5.000-33.000-15,3.000-7.000 16</inkml:trace>
  <inkml:trace contextRef="#ctx0" brushRef="#br0">4679.000 13089.000 0,'37.000'-7.000'16,"15.000"-3.000"-1,-4.000 0.000-15,-8.000 9.000 16,-13.000 6.000-16,-13.000 8.000 15,-15.000 9.000 1,-17.000 9.000 0,-11.000 5.000-16,-6.000 1.000 15,1.000 3.000-15,6.000-7.000 16,10.000-4.000 0,7.000-9.000-16,11.000-6.000 15,12.000-4.000 1,6.000-6.000-16,2.000-3.000 15,-3.000-1.000 1,-17.000 0.000-16,5.000 5.000 16,-13.000 13.000-1,-15.000 7.000-15,-8.000 8.000 16,0.000 2.000 0,4.000-4.000-16,8.000-6.000 15,11.000-8.000 1,10.000-9.000-1,11.000-5.000-15,9.000-8.000 0,4.000-4.000 16,1.000-1.000 0,-2.000 0.000-16,-6.000 8.000 15,-5.000 11.000 1,-5.000 13.000-16,-7.000 7.000 16,-2.000 3.000-1,2.000-2.000-15,1.000-8.000 16,8.000-9.000-1,7.000-13.000-15,10.000-11.000 16,8.000-11.000 0,1.000-8.000-16,-6.000-2.000 15,-9.000 7.000-15,-9.000 3.000 16,-11.000 8.000 0,-11.000 4.000-16,-6.000 4.000 15,-7.000 3.000 1,-6.000-1.000-16,5.000-9.000 15,3.000-15.000 1,4.000-14.000 0,7.000 4.000-16</inkml:trace>
  <inkml:trace contextRef="#ctx0" brushRef="#br0">5309.000 12926.000 0,'32.000'8.000'0,"10.000"4.000"15,-2.000 0.000 1,-6.000-4.000-16,-10.000-4.000 16,-24.000-4.000-1,5.000 7.000-15,-16.000 8.000 16,-11.000 15.000-1,-5.000 6.000-15,3.000-1.000 16,3.000-2.000-16,3.000-9.000 16,9.000-6.000-1,8.000-7.000-15,11.000 1.000 16,10.000-6.000 0,3.000-3.000-16,-1.000-2.000 15,-2.000 1.000 1,-7.000 6.000-16,-10.000 8.000 15,-12.000 12.000 1,-15.000 10.000-16,-10.000 8.000 16,-7.000 2.000-1,5.000-1.000-15,5.000-9.000 16,11.000-12.000 0,12.000-9.000-16,10.000-12.000 15,18.000-14.000 1,13.000-9.000-16,9.000-9.000 15,3.000 1.000 1,-2.000 6.000-16,-10.000 11.000 16,-10.000 14.000-1,-14.000 16.000 1,-15.000 15.000-16,-12.000 12.000 16,-7.000 3.000-16,1.000-1.000 15,1.000-12.000 1,8.000-13.000-16,15.000-25.000 15,-2.000-1.000 1,13.000-31.000-16,10.000-20.000 16,8.000-11.000-16,-5.000 9.000 15</inkml:trace>
  <inkml:trace contextRef="#ctx0" brushRef="#br0">5596.000 13328.000 0,'0.000'0.000'0,"36.000"-5.000"16,21.000-3.000 0,8.000 0.000-16,0.000 1.000 15,-6.000 2.000 1,-10.000 5.000-16,-7.000 8.000 16,-15.000 11.000-1,-20.000 16.000 1,-21.000 16.000-16,-15.000 5.000 15,-14.000-1.000-15,-6.000-9.000 16,3.000-16.000 0,5.000-27.000-16,10.000-30.000 15,8.000-5.000 1</inkml:trace>
  <inkml:trace contextRef="#ctx0" brushRef="#br0">5941.000 13062.000 0,'0.000'0.000'0,"-18.000"38.000"16,-17.000 28.000-1,-12.000 15.000 1,-7.000 0.000-16,-1.000-7.000 16,13.000-21.000-1,13.000-18.000-15</inkml:trace>
  <inkml:trace contextRef="#ctx0" brushRef="#br0">6277.000 13284.000 0,'9.000'32.000'0,"2.000"21.000"16,-4.000 10.000 0,-7.000 2.000-1,-5.000-5.000-15,-3.000-11.000 16,-1.000-16.000 0,0.000-25.000-16,1.000-11.000 15</inkml:trace>
  <inkml:trace contextRef="#ctx0" brushRef="#br0">6311.000 13353.000 0,'0.000'0.000'0,"23.000"-10.000"16,12.000-5.000-1,9.000-2.000-15,7.000-3.000 16,6.000 4.000-1,3.000-1.000-15,2.000 4.000 16,-4.000 2.000 0,-8.000 7.000-16,-7.000 7.000 15,-9.000 10.000 1,-7.000 10.000-16,-8.000 11.000 16,-6.000 9.000-16,-8.000 8.000 15,-5.000 4.000 1,-4.000 4.000-16,0.000-4.000 15,-1.000-5.000 1,-1.000-13.000-16,2.000-10.000 16,0.000-10.000-1,-2.000-12.000-15,-6.000-12.000 16,-4.000-15.000 0,-6.000-13.000-16,-8.000-7.000 15,-7.000-3.000 1,-5.000 8.000-16,-9.000 8.000 15,-2.000 10.000 1,9.000 6.000-16,11.000 7.000 16,14.000 4.000-1,19.000 2.000-15,5.000-11.000 16,22.000-3.000-16,17.000-2.000 16,8.000 0.000-1,2.000 3.000 1,-6.000 3.000-16,-12.000 7.000 15,-14.000 3.000 1,-17.000 8.000-16,-21.000 7.000 16,-25.000 12.000-16,-23.000 8.000 15,-10.000 4.000 1,-1.000 2.000 0,11.000-3.000-16,16.000-9.000 15,23.000-7.000-15,24.000-8.000 16,22.000-9.000-1,29.000-6.000-15,16.000-9.000 16,7.000-6.000 0,-1.000-3.000-1,-8.000 2.000-15,-17.000 4.000 16,-16.000-1.000-16,-24.000-5.000 16,-21.000-6.000-1,-21.000-10.000 1,-10.000-15.000-16,8.000 6.000 15</inkml:trace>
  <inkml:trace contextRef="#ctx0" brushRef="#br0">6529.000 13046.000 0,'0.000'60.000'16,"-6.000"35.000"-1,-10.000 11.000-15,0.000-4.000 16,-1.000-20.000 0,8.000-23.000-16,9.000-26.000 15,11.000-30.000 1,8.000-28.000-16,6.000-27.000 16,8.000-24.000-1,1.000-18.000-15,-1.000-2.000 16,-5.000 4.000-1,-2.000 16.000-15,-6.000 23.000 16,-4.000 21.000 0,-5.000 19.000-16,0.000 16.000 15,-5.000 24.000 1,-10.000 23.000-16,-6.000 20.000 16,-2.000 7.000-1,0.000-4.000 1,0.000-9.000-16,9.000-18.000 15,7.000-24.000-15,2.000-13.000 16</inkml:trace>
  <inkml:trace contextRef="#ctx0" brushRef="#br0">7059.000 12952.000 0,'26.000'89.000'16,"2.000"49.000"-16,-12.000 11.000 15,-10.000-15.000 1,-6.000-21.000-16,0.000-25.000 16,0.000-26.000-1,2.000-24.000 1,4.000-33.000-16,4.000-32.000 15,0.000-5.000-15</inkml:trace>
  <inkml:trace contextRef="#ctx0" brushRef="#br0">7277.000 13243.000 0,'66.000'-8.000'15,"25.000"5.000"1,-6.000 5.000-16,-19.000 10.000 16,-22.000 4.000-1,-26.000 8.000-15,-28.000 6.000 16,-29.000 4.000 0,-24.000 4.000-16,-13.000 0.000 15,3.000-5.000 1,13.000-8.000-16,21.000-7.000 15,25.000-6.000 1,29.000-8.000-16,28.000-6.000 16,20.000-2.000-1,13.000-1.000-15,-1.000 1.000 16,-10.000 6.000 0,-16.000 5.000-16,-20.000 10.000 15,-25.000 8.000 1,-26.000 9.000-16,-22.000-2.000 15,-16.000-10.000 1,-8.000-17.000-16,2.000-22.000 16,16.000-3.000-1</inkml:trace>
  <inkml:trace contextRef="#ctx0" brushRef="#br0">7370.000 12840.000 0,'18.000'42.000'15,"6.000"26.000"1,1.000 21.000-16,2.000 16.000 16,4.000 8.000-1,0.000 3.000-15,10.000-7.000 16,0.000-11.000-1,5.000-9.000-15,-2.000-15.000 16,-6.000-19.000 0,-10.000-17.000-1,-9.000-19.000-15,-7.000-19.000 16,-9.000-30.000-16,-7.000-32.000 16,-6.000-35.000-1,-5.000-23.000-15,-3.000-10.000 16,-3.000-6.000-1,2.000 29.000-15</inkml:trace>
  <inkml:trace contextRef="#ctx0" brushRef="#br0">7647.000 12764.000 0,'25.000'25.000'16,"3.000"13.000"-1,-5.000 2.000-15,-7.000-1.000 16,-6.000-10.000-16</inkml:trace>
  <inkml:trace contextRef="#ctx0" brushRef="#br0">8127.000 13370.000 0,'11.000'25.000'16,"3.000"5.000"-1</inkml:trace>
  <inkml:trace contextRef="#ctx0" brushRef="#br0">8186.000 13643.000 0,'9.000'23.000'0,"-12.000"2.000"16,-5.000-5.000 0</inkml:trace>
  <inkml:trace contextRef="#ctx0" brushRef="#br0">9876.000 15683.000 0,'32.000'9.000'0,"11.000"3.000"15,-2.000-3.000-15,-5.000-2.000 16,-6.000-4.000 0,-1.000-3.000-16,0.000 3.000 15,6.000 0.000 1,-1.000 2.000-16,3.000-2.000 16,4.000-2.000-1,3.000 0.000-15,0.000 2.000 16,3.000 0.000-1,2.000 0.000-15,3.000 4.000 16,2.000 0.000 0,2.000 1.000-16,3.000 1.000 15,1.000-4.000-15,5.000 0.000 16,3.000 0.000 0,-2.000-1.000-16,-1.000-1.000 15,2.000 2.000 1,4.000-2.000-16,0.000-1.000 15,2.000 0.000 1,1.000 0.000-16,2.000-2.000 16,2.000-2.000-1,2.000 4.000-15,2.000 1.000 16,-1.000-2.000 0,-2.000 2.000-16,1.000 2.000 15,0.000-1.000 1,5.000-1.000-16,3.000-1.000 15,4.000-2.000 1,2.000-2.000 0,1.000 2.000-16,1.000 2.000 15,-1.000-2.000 1,-1.000-2.000-16,3.000 1.000 16,-3.000 0.000-1,1.000 2.000-15,3.000-1.000 16,-1.000 1.000-1,-2.000 1.000-15,-2.000-2.000 16,1.000 0.000 0,-2.000 0.000-16,3.000 2.000 15,-3.000 1.000 1,0.000 0.000-16,3.000-3.000 16,0.000 0.000-1,0.000 1.000-15,0.000 1.000 16,-1.000 0.000-1,4.000-1.000-15,-4.000 3.000 16,4.000-3.000 0,4.000 1.000-16,0.000-2.000 15,6.000 2.000 1,-4.000-2.000-16,2.000 0.000 16,2.000 3.000-1,2.000-4.000-15,-1.000 1.000 16,-3.000-2.000-1,0.000 1.000-15,1.000 0.000 16,-1.000 0.000 0,1.000 1.000-16,2.000 0.000 15,1.000 0.000 1,-1.000-2.000-16,1.000-2.000 16,0.000 1.000-1,1.000 0.000-15,-1.000 2.000 16,-1.000-1.000-1,1.000-3.000-15,-2.000 2.000 16,2.000 1.000 0,-2.000-1.000-16,-1.000 2.000 15,-2.000 2.000 1,0.000-1.000 0,1.000 4.000-16,-2.000 0.000 15,-2.000-2.000-15,-2.000 4.000 16,0.000 0.000-1,1.000-1.000-15,2.000 1.000 16,1.000-4.000 0,3.000 1.000-16,-4.000-1.000 15,0.000 0.000 1,-1.000 0.000-16,-3.000 3.000 16,1.000-3.000-1,-2.000 3.000-15,-4.000-1.000 16,1.000-3.000-1,-6.000-1.000-15,-2.000 2.000 16,-1.000-2.000 0,-4.000 0.000-16,-4.000-3.000 15,-1.000-1.000 1,-7.000 4.000-16,-3.000-3.000 16,-5.000 1.000-1,-5.000 2.000-15,-6.000 0.000 16,-5.000 0.000-1,-2.000 0.000-15,-4.000 0.000 16,-4.000 0.000 0,-4.000-4.000-16,-4.000-2.000 15,-6.000 2.000-15</inkml:trace>
  <inkml:trace contextRef="#ctx0" brushRef="#br0">20370.000 15657.000 0,'0.000'0.000'0,"0.000"0.000"16,0.000 0.000 0,0.000 0.000-16,0.000 0.000 15,0.000 0.000 1,0.000 0.000-16,0.000 0.000 15,24.000 19.000 1,20.000 6.000-16,11.000 0.000 16,-2.000 3.000-1,-8.000-1.000 1,-15.000 3.000-16,-24.000 8.000 16,-27.000 4.000-16,-27.000 1.000 15,-19.000-5.000 1,-5.000-15.000-16,9.000-14.000 15,17.000-7.000 1</inkml:trace>
  <inkml:trace contextRef="#ctx0" brushRef="#br0">20783.000 15862.000 0,'43.000'6.000'16,"23.000"-1.000"-1,4.000-3.000-15,-6.000-2.000 16,-8.000-3.000-16,-11.000 3.000 16,-11.000 0.000-1,-10.000 0.000-15,-10.000-2.000 16,-10.000-5.000 0,-8.000-7.000-16,-3.000-7.000 15,-3.000-7.000 1,-1.000 4.000-1</inkml:trace>
  <inkml:trace contextRef="#ctx0" brushRef="#br0">21102.000 15607.000 0,'6.000'27.000'0,"-6.000"23.000"16,-6.000 14.000-1,-10.000 7.000-15,-5.000 12.000 16,0.000-4.000 0,6.000-4.000-1,8.000-9.000-15,8.000-11.000 16,11.000-15.000 0,14.000-14.000-16,12.000-24.000 15,12.000-21.000-15,8.000-23.000 16,-12.000 4.000-1</inkml:trace>
  <inkml:trace contextRef="#ctx0" brushRef="#br0">21564.000 16083.000 0,'0.000'0.000'0,"-9.000"-25.000"0</inkml:trace>
  <inkml:trace contextRef="#ctx0" brushRef="#br0">12315.000 12782.000 0,'0.000'0.000'16,"4.000"23.000"-16,1.000 15.000 16,-2.000 11.000-1,-2.000 7.000-15,-3.000-3.000 16,-1.000 3.000 0,0.000-1.000-16,0.000 3.000 15,2.000 1.000 1,-1.000 2.000-16,-1.000 6.000 15,1.000 5.000 1,-2.000 3.000 0,-4.000 5.000-16,1.000 2.000 15,-2.000 2.000-15,0.000 0.000 16,3.000 1.000 0,0.000 0.000-16,-1.000 4.000 15,-2.000 2.000 1,0.000 3.000-16,3.000-1.000 15,-1.000 2.000 1,-2.000 2.000-16,2.000-2.000 16,4.000-1.000-1,-1.000 1.000-15,1.000-1.000 16,-1.000 1.000 0,1.000 1.000-1,0.000 1.000-15,0.000-3.000 16,-3.000 3.000-1,-1.000-1.000-15,1.000 3.000 16,0.000 1.000 0,2.000-4.000-16,0.000-2.000 15,0.000 0.000 1,0.000 2.000-16,-2.000 1.000 16,-2.000 1.000-1,-4.000 3.000-15,1.000 2.000 16,3.000-4.000-1,1.000-1.000-15,0.000-3.000 16,1.000 0.000 0,0.000-4.000-16,1.000-5.000 15,1.000-1.000-15,0.000 1.000 16,0.000-4.000 0,0.000-3.000-16,3.000-5.000 15,0.000-5.000 1,1.000-4.000-16,0.000-2.000 15,-2.000-2.000 1,-1.000 1.000-16,2.000 1.000 16,0.000-2.000-1,0.000-5.000 1,1.000 0.000-16,-2.000-10.000 16,1.000-9.000-16,1.000-9.000 15,0.000-6.000 1,0.000-10.000-16,-3.000-8.000 15,-2.000-15.000 1,-1.000-3.000-16</inkml:trace>
  <inkml:trace contextRef="#ctx0" brushRef="#br0">12323.000 12755.000 0,'0.000'0.000'0,"0.000"0.000"16,0.000 0.000-1,0.000 0.000-15,0.000 0.000 16,-9.000 25.000 0,-12.000 13.000-16,-2.000 6.000 15,-3.000 1.000 1,-1.000-4.000-16,3.000-5.000 15,3.000-9.000 1,8.000-6.000-16,13.000-21.000 16,-6.000 8.000-1</inkml:trace>
  <inkml:trace contextRef="#ctx0" brushRef="#br0">12331.000 12832.000 0,'0.000'0.000'16,"14.000"18.000"-16,4.000 10.000 15,-3.000 6.000 1,-4.000 4.000-16,-2.000 0.000 16,-4.000-7.000-1,-3.000-7.000-15,-3.000-6.000 16</inkml:trace>
  <inkml:trace contextRef="#ctx0" brushRef="#br0">12525.000 12892.000 0,'8.000'-28.000'0,"2.000"-14.000"16,6.000 3.000-1,2.000 3.000 1,0.000 4.000-16,2.000 6.000 16,0.000 6.000-16,-1.000 8.000 15,-2.000 5.000 1,-1.000 5.000-16,3.000 11.000 15,-5.000 7.000 1,3.000 9.000-16,-2.000 9.000 16,0.000 6.000-1,-2.000 10.000-15,-2.000-1.000 16,5.000 0.000 0,-3.000-3.000-16,5.000-7.000 15,1.000-10.000 1,2.000-8.000-16,0.000-6.000 15,-2.000-12.000 1,0.000-11.000-16,-4.000-3.000 16</inkml:trace>
  <inkml:trace contextRef="#ctx0" brushRef="#br0">12970.000 12722.000 0,'0.000'0.000'0,"0.000"0.000"15,-28.000 33.000 1,-20.000 26.000-16,-13.000 13.000 16,-9.000-3.000-1,15.000-15.000 1</inkml:trace>
  <inkml:trace contextRef="#ctx0" brushRef="#br0">11886.000 15999.000 0,'0.000'0.000'0,"0.000"0.000"16,0.000 0.000 0,0.000 0.000-1,-13.000 7.000-15,-5.000 6.000 16,-1.000 4.000-16,2.000 1.000 16,-1.000 3.000-1,5.000 1.000-15,-1.000 3.000 16,3.000 2.000-1,0.000-2.000-15,-1.000-1.000 16,4.000 1.000 0,3.000-1.000-16,2.000-3.000 15,1.000-2.000 1,3.000 0.000-16,4.000 0.000 16,4.000-4.000-1,2.000-3.000-15,3.000-4.000 16,3.000-3.000-1,5.000-3.000-15,3.000-5.000 16,-1.000-1.000-16,1.000-2.000 31,-4.000-1.000-31,3.000-2.000 0,0.000 0.000 16,-5.000-3.000 0,-1.000-1.000-16,-2.000-4.000 15,-2.000-1.000 1,-3.000-2.000-16,-1.000-2.000 15,-2.000-3.000 1,-2.000-2.000-16,-2.000 2.000 16,-1.000 2.000-1,0.000 0.000-15,-1.000 5.000 16,-2.000 0.000 0,-3.000 1.000-16,-2.000 3.000 15,-2.000 4.000 1,-5.000 2.000-16,-5.000 4.000 15,-1.000 1.000-15,-6.000 6.000 16,-4.000 1.000 0,-1.000 4.000-1,1.000-2.000-15,-1.000-3.000 16,6.000-7.000-16,7.000-1.000 16</inkml:trace>
  <inkml:trace contextRef="#ctx0" brushRef="#br0">12256.000 15086.000 0,'0.000'0.000'16,"0.000"0.000"-16,0.000 0.000 16,0.000 0.000-1,0.000 0.000-15,0.000 0.000 16,0.000 0.000-16,0.000 0.000 16,2.000-18.000-1,3.000-9.000-15,2.000-3.000 16,5.000-2.000-1,0.000 3.000-15,2.000-1.000 16,0.000 3.000 0,1.000-1.000-16,-1.000-3.000 15,3.000 1.000 1,1.000-6.000-16,3.000 1.000 16,1.000-3.000-1,0.000 1.000-15,2.000 2.000 16,1.000 1.000-1,-2.000 0.000-15,1.000 1.000 16,0.000 0.000 0,2.000-2.000-16,3.000 4.000 15,-1.000-1.000 1,3.000 0.000-16,-1.000-2.000 16,3.000 0.000-1,1.000 2.000-15,0.000 5.000 16,-2.000-1.000-1,2.000 3.000 1,-1.000 3.000-16,3.000 1.000 16,-1.000 3.000-1,-1.000 1.000-15,3.000 3.000 16,-3.000 2.000 0,2.000 5.000-16,-3.000 1.000 15,0.000 2.000-15,2.000 6.000 16,-2.000 2.000-1,1.000 1.000-15,0.000-1.000 16,1.000 2.000 0,1.000 5.000-16,1.000 1.000 15,-3.000 4.000 1,2.000 2.000-16,-2.000 1.000 16,-4.000 3.000-1,1.000 4.000-15,-2.000 1.000 16,3.000 2.000-1,-1.000 2.000-15,-4.000 1.000 16,-1.000 5.000 0,-3.000 4.000-16,-1.000-1.000 15,0.000 4.000 1,-2.000-1.000 0,2.000 0.000-16,-5.000 2.000 15,2.000-2.000-15,-1.000 1.000 16,-3.000 1.000-1,1.000 3.000-15,-2.000 0.000 16,2.000 2.000 0,-4.000 0.000-16,1.000 0.000 15,-2.000 1.000 1,0.000 2.000 0,-3.000-1.000-16,3.000 0.000 15,-2.000 2.000-15,-2.000-1.000 16,2.000-1.000-1,0.000 1.000 1,-2.000-2.000-16,-1.000 1.000 16,4.000 2.000-1,-2.000 1.000-15,-2.000-2.000 16,-1.000-1.000 0,-1.000 4.000-16,2.000-4.000 15,-3.000 0.000 1,0.000-1.000-16,0.000-1.000 15,2.000 3.000 1,1.000 2.000-16,0.000-5.000 16,1.000 1.000-1,-3.000-1.000-15,-1.000 0.000 16,-1.000 2.000-16,-2.000 2.000 16,0.000-1.000-1,2.000 0.000-15,3.000 2.000 31,4.000-3.000-31,-1.000-4.000 0,0.000-2.000 16,1.000-2.000 0,2.000 4.000-1,-1.000-1.000-15,2.000 0.000 16,1.000-1.000-16,0.000-4.000 16,4.000-2.000-1,0.000-5.000-15,2.000-2.000 16,2.000-1.000-1,2.000-3.000-15,1.000-2.000 16,2.000-5.000 0,-1.000 0.000-16,0.000-1.000 15,2.000 1.000 1,0.000-1.000-16,4.000 1.000 16,-1.000-3.000-1,-1.000-3.000-15,-1.000-2.000 16,1.000-2.000-1,1.000-2.000-15,2.000-2.000 16,0.000-1.000 0,2.000-5.000-16,-1.000-2.000 15,1.000-2.000-15,0.000-5.000 16,0.000 0.000 0,1.000-4.000-16,-1.000-4.000 15,3.000-4.000 1,-1.000-4.000-16,3.000-2.000 15,1.000-7.000 1,1.000-4.000-16,3.000-2.000 16,-1.000-5.000-1,-1.000-1.000-15,2.000-3.000 16,-4.000-1.000 0,-3.000-2.000-1,4.000-2.000-15,-1.000-2.000 16,-1.000-3.000-16,-1.000-3.000 15,3.000-2.000 1,-3.000-5.000-16,0.000 2.000 16,-1.000-2.000-1,0.000-2.000 1,-3.000 2.000-16,-1.000-2.000 16,-2.000-1.000-1,2.000 0.000-15,1.000-3.000 16,-1.000 2.000-1,-1.000-3.000-15,-4.000 0.000 16,0.000-2.000 0,-2.000 1.000-16,-1.000 0.000 15,0.000 1.000 1,2.000 0.000-16,2.000-2.000 16,-2.000 0.000-1,2.000-3.000-15,1.000 2.000 16,-2.000 2.000-1,0.000-1.000-15,-1.000 3.000 16,2.000 5.000 0,-1.000 4.000-1,0.000 0.000-15,0.000 3.000 16,1.000 2.000 0,2.000 0.000-16,0.000 3.000 15,2.000 4.000 1,-1.000 5.000-16,-1.000 5.000 15,4.000 1.000 1,-2.000 4.000-16,1.000 5.000 16,-1.000 6.000-1,1.000 4.000-15,0.000 2.000 16,-1.000 6.000 0,1.000 3.000-16,-1.000 7.000 15,1.000 4.000-15,-5.000 4.000 16,2.000 6.000-1,0.000 3.000 1,1.000 7.000-16,-2.000 4.000 16,2.000 4.000-1,2.000 5.000-15,-1.000 5.000 16,-4.000 0.000-16,1.000 4.000 16,0.000 4.000-1,-1.000 3.000 1,-1.000 2.000-16,-2.000 2.000 15,-2.000 4.000-15,0.000-1.000 16,0.000 3.000 0,-2.000 1.000-1,0.000 2.000-15,-1.000 1.000 16,-2.000-1.000 0,2.000 5.000-16,1.000-3.000 15,-2.000 3.000 1,1.000 2.000-16,-2.000-1.000 15,-2.000-3.000 1,1.000 2.000 0,0.000 1.000-16,2.000 1.000 15,-1.000 2.000-15,2.000 3.000 16,-2.000-2.000 0,-1.000 4.000-16,1.000 2.000 15,0.000-2.000 1,2.000-2.000-16,-1.000 1.000 15,1.000 0.000 1,1.000 1.000-16,5.000-3.000 16,0.000-4.000-1,-2.000 1.000-15,-1.000-7.000 16,-8.000-15.000 0</inkml:trace>
  <inkml:trace contextRef="#ctx0" brushRef="#br0">23734.000 13958.000 0,'-16.000'37.000'16,"-13.000"25.000"-16,-16.000 20.000 16,-12.000 9.000-1,-6.000 6.000-15,-4.000-2.000 16,4.000-8.000 0,5.000-15.000-1,15.000-21.000-15,16.000-25.000 16,18.000-26.000-16,14.000-22.000 15,13.000-21.000 1,12.000-12.000-16,10.000-7.000 31,14.000 4.000-31,6.000 13.000 16,-6.000 16.000-16,-10.000 12.000 16,-10.000 12.000-16,-5.000 13.000 15,1.000 13.000 1,-1.000 12.000-16,-2.000 10.000 15,-2.000 7.000 1,1.000 4.000-16,-5.000-2.000 16,-1.000-6.000-1,-3.000-10.000-15,4.000-12.000 16,-2.000-11.000 0,-1.000-13.000-16,-2.000-11.000 15,-7.000-11.000 1,-10.000-6.000-16,-10.000 0.000 15,-12.000 1.000 1,-13.000 7.000-16,-6.000 11.000 16,2.000 10.000-1,1.000 11.000-15,-2.000 5.000 16,4.000-6.000 0,11.000-1.000-16,9.000-5.000 15,7.000-3.000 1,10.000-2.000-16,2.000-2.000 15,12.000-6.000 1,12.000-2.000-16,2.000-3.000 16,0.000 2.000-16,-9.000 2.000 15,-7.000 8.000 1,-8.000 10.000-16,-12.000 11.000 16,-16.000 10.000-1,-15.000 13.000-15,-10.000 0.000 16,1.000-1.000-1,7.000-6.000-15,11.000-11.000 16,14.000-6.000 0,9.000-4.000-16,11.000-6.000 15,11.000-7.000 1,14.000-6.000-16,11.000-9.000 16,5.000-1.000-1,1.000-5.000-15,-7.000 2.000 16,-9.000 2.000-1,-12.000 3.000-15,-8.000-1.000 16,-7.000 2.000 0,-13.000 0.000-16,-5.000 0.000 15,-4.000 1.000 1,0.000 3.000-16,5.000 3.000 16,4.000 4.000-16,1.000 11.000 15,5.000 7.000 1,6.000 11.000-16,4.000 9.000 15,-1.000 9.000 1,0.000 7.000-16,-2.000 4.000 16,-2.000 2.000-1,-4.000-7.000-15,-3.000-13.000 32,-1.000-12.000-32,0.000-21.000 0,-3.000-21.000 15,-4.000-24.000 1,5.000-16.000-1,8.000-11.000-15,6.000 1.000 16,5.000 13.000-16,8.000 21.000 16,0.000 15.000-1,-7.000 7.000-15,-11.000 8.000 16,-3.000 8.000 0,-16.000 16.000-16,-16.000 17.000 15,-13.000 9.000 1,-3.000 1.000-16,-1.000-14.000 15,4.000-20.000 1,12.000-26.000-16,14.000-5.000 16</inkml:trace>
  <inkml:trace contextRef="#ctx0" brushRef="#br0">23650.000 14813.000 0,'32.000'23.000'15,"8.000"11.000"-15,1.000 0.000 16,-10.000-1.000 0,-9.000-1.000-16,-8.000-7.000 15,-14.000-25.000 1,2.000 1.000-16,-5.000-10.000 16</inkml:trace>
  <inkml:trace contextRef="#ctx0" brushRef="#br0">24020.000 14266.000 0,'0.000'0.000'0,"0.000"0.000"16,8.000 22.000-16,2.000 8.000 15,-5.000 0.000 1,-5.000-1.000-16,-3.000-4.000 16,5.000 0.000-1,0.000-2.000-15,0.000-5.000 16,-3.000-3.000-16,1.000-1.000 16,0.000-2.000-1,0.000 0.000-15,0.000-2.000 31,3.000-1.000-31,0.000 1.000 0,-3.000-10.000 16,2.000 8.000 0,-2.000 4.000-16,-9.000 7.000 15,-10.000 8.000 1,-12.000 7.000-16,-2.000-3.000 16,6.000-6.000-1,8.000-8.000-15,19.000-17.000 16,2.000 5.000-16,23.000-11.000 15,17.000-8.000 1,10.000-1.000-16,5.000 1.000 16,-4.000 3.000-1,-10.000 7.000-15,-8.000 8.000 16,-8.000 4.000 0,-9.000 5.000-16,-9.000 3.000 15,-2.000-3.000 1,-7.000-13.000-16,0.000 0.000 15,5.000-7.000 1,1.000-18.000-16,-1.000-22.000 16,0.000-17.000-1,-2.000-10.000-15,3.000 4.000 16,-4.000 9.000 0,-2.000 20.000-16,0.000 10.000 15,-4.000 13.000 1,-2.000 9.000-16,-1.000 7.000 15,-4.000 10.000 1,-3.000 13.000-16,0.000 19.000 16,0.000 15.000-1,3.000 16.000 1,0.000 18.000-16,1.000 22.000 16,0.000 7.000-16,2.000 0.000 15,0.000-12.000 1,2.000-21.000-16,2.000-22.000 15,3.000-23.000 1,6.000-21.000-16,4.000-28.000 16,3.000-30.000-1,0.000-31.000-15,1.000-25.000 16,3.000-25.000 0,-1.000 18.000-16</inkml:trace>
  <inkml:trace contextRef="#ctx0" brushRef="#br0">24735.000 13873.000 0,'18.000'28.000'15,"3.000"15.000"-15,0.000 4.000 16,-10.000 2.000-1,-8.000-5.000-15,-6.000-16.000 16,0.000-11.000 0</inkml:trace>
  <inkml:trace contextRef="#ctx0" brushRef="#br0">24827.000 14352.000 0,'0.000'0.000'0,"0.000"0.000"15,-13.000 14.000 1,-14.000 0.000-16,-4.000-7.000 16,-3.000-17.000-1,2.000-12.000 1,6.000-10.000-16,12.000-2.000 16,10.000 2.000-16,8.000 4.000 15,8.000-1.000 1,9.000-5.000-16,7.000 1.000 15,8.000-2.000 1,1.000 3.000-16,4.000 3.000 16,5.000 8.000-1,1.000 8.000-15,-1.000 10.000 16,-4.000 5.000 0,-4.000 11.000-1,-10.000 10.000-15,-11.000 8.000 16,-17.000 9.000-16,-17.000 3.000 15,-15.000 5.000 1,-9.000-3.000-16,-3.000-3.000 16,6.000-11.000-1,9.000-12.000-15,14.000-8.000 16,15.000-11.000 0,6.000 2.000-16,16.000-8.000 15,13.000-1.000-15,5.000-3.000 16,-1.000 6.000-1,-2.000 3.000-15,-8.000 5.000 16,-6.000 3.000 0,-13.000 11.000-16,-16.000 10.000 15,-17.000 12.000 1,-21.000 9.000-16,-19.000 4.000 16,-11.000 4.000-1,-5.000-4.000-15,2.000-7.000 16,7.000-8.000-1,13.000-9.000-15,19.000-10.000 16,15.000-7.000 0,13.000-6.000-16,11.000 0.000 15,17.000 1.000 1,14.000-3.000-16,13.000-4.000 16,11.000-3.000-16,8.000-1.000 15,7.000-1.000 1,4.000-4.000-16,-6.000-2.000 15,-10.000 2.000 1,-14.000-1.000-16,-14.000 1.000 16,-14.000-4.000-1,-16.000-6.000-15,-12.000-3.000 16,-12.000-7.000 0,-8.000-1.000-16,-5.000 0.000 15,4.000 6.000-15,3.000 8.000 16,6.000 3.000-1,8.000 7.000-15,5.000 2.000 16,10.000 4.000 0,-7.000 6.000-16,4.000 15.000 15,1.000 11.000 1,2.000 17.000-16,-1.000 16.000 16,-5.000 16.000-1,-4.000 9.000-15,0.000 5.000 16,2.000-3.000-1,2.000-12.000-15,2.000-19.000 16,2.000-16.000 0,1.000-17.000-16,1.000-28.000 15,6.000 1.000-15,2.000-25.000 16,2.000-20.000 0,3.000-19.000-16,-2.000 9.000 15</inkml:trace>
  <inkml:trace contextRef="#ctx0" brushRef="#br0">25433.000 14429.000 0,'11.000'15.000'15,"1.000"9.000"-15,-4.000-1.000 16,-6.000-1.000 0,-3.000-7.000-16</inkml:trace>
  <inkml:trace contextRef="#ctx0" brushRef="#br0">25525.000 14668.000 0,'-14.000'30.000'0,"-15.000"5.000"16,-1.000-8.000-16</inkml:trace>
  <inkml:trace contextRef="#ctx0" brushRef="#br0">26038.000 14377.000 0,'0.000'0.000'0,"24.000"-4.000"15,13.000-3.000-15,2.000 0.000 16,-2.000 6.000 0,-5.000 7.000-1,-4.000 8.000-15,-6.000 12.000 16,-8.000 14.000-16,-7.000 11.000 15,-11.000 6.000 1,-6.000 7.000-16,-1.000 2.000 16,0.000-3.000-1,2.000-7.000-15,5.000-12.000 16,6.000-13.000 0,6.000-13.000-16,9.000-11.000 15,10.000-11.000 1,7.000-12.000-16,6.000-11.000 15,3.000-6.000 1,-2.000-6.000-16,-3.000-5.000 16,-2.000-4.000-1,-2.000-1.000-15,-7.000 2.000 16,-6.000-2.000 0,-4.000 0.000-1,-4.000-2.000-15,-5.000 7.000 16,-5.000 9.000-16,-1.000 13.000 15,-2.000 7.000 1,-2.000 6.000-16,-2.000 7.000 16,-2.000 3.000-1,-1.000 3.000-15,7.000-4.000 16,-2.000-3.000-16,2.000-2.000 16</inkml:trace>
  <inkml:trace contextRef="#ctx0" brushRef="#br0">26946.000 14463.000 0,'0.000'0.000'15,"0.000"0.000"-15,0.000 0.000 16,0.000 0.000 0,0.000 0.000-16,25.000 0.000 15,12.000 0.000 1,6.000 0.000-16,0.000-2.000 15,-4.000 2.000-15,-3.000 2.000 16,-6.000-1.000 0,-4.000 3.000-16,-13.000-1.000 15,-13.000-3.000 1,3.000 4.000-16</inkml:trace>
  <inkml:trace contextRef="#ctx0" brushRef="#br0">26921.000 14633.000 0,'0.000'0.000'0,"0.000"0.000"15,0.000 0.000 1,26.000 8.000-1,16.000 2.000-15,9.000-4.000 16,6.000-6.000-16,2.000-3.000 16,-5.000-7.000-1,-8.000-5.000-15,-10.000 2.000 16</inkml:trace>
  <inkml:trace contextRef="#ctx0" brushRef="#br0">28064.000 13779.000 0,'0.000'0.000'15,"-13.000"-6.000"-15,-9.000 5.000 16,-8.000 14.000-1,1.000 18.000-15,-1.000 15.000 16,7.000 8.000 0,8.000 2.000-16,10.000-6.000 15,10.000-8.000 1,9.000-15.000-16,8.000-11.000 16,6.000-16.000-1,1.000-12.000-15,2.000-14.000 16,-1.000-13.000-1,-2.000-15.000-15,-4.000-9.000 16,-6.000-9.000 0,-2.000-5.000-16,-2.000 0.000 15,-1.000 3.000 1,0.000 4.000-16,3.000 6.000 16,-4.000 6.000-1,2.000 9.000-15,-1.000 12.000 16,-4.000 14.000-1,-1.000 12.000-15,-1.000 17.000 16,-5.000 15.000 0,-6.000 16.000-16,-6.000 20.000 15,-1.000 16.000 1,-3.000 9.000-16,4.000-1.000 16,4.000-7.000-1,5.000-4.000-15,5.000-9.000 16,1.000-14.000-1,3.000-10.000-15,3.000-13.000 16,3.000-12.000 0,6.000-18.000-1,3.000-17.000-15,-1.000-15.000 16,-6.000 5.000-16,-7.000 9.000 16</inkml:trace>
  <inkml:trace contextRef="#ctx0" brushRef="#br0">28477.000 13634.000 0,'29.000'39.000'16,"7.000"18.000"-1,2.000 9.000-15,-3.000 1.000 16,-8.000-1.000-1,-8.000-4.000-15,-7.000-8.000 16,-7.000-15.000 0,-5.000-21.000-16,-3.000-18.000 15,-1.000-8.000-15,1.000 1.000 16</inkml:trace>
  <inkml:trace contextRef="#ctx0" brushRef="#br0">28763.000 13618.000 0,'-47.000'59.000'16,"-25.000"32.000"0,-6.000-1.000-16,3.000-16.000 15,18.000-23.000 1</inkml:trace>
  <inkml:trace contextRef="#ctx0" brushRef="#br0">27653.000 14402.000 0,'43.000'0.000'0,"26.000"-2.000"16,9.000-3.000 0,2.000-1.000-16,3.000-5.000 15,7.000 1.000 1,5.000-5.000-16,6.000-1.000 16,5.000-3.000-1,1.000 3.000-15,-9.000 6.000 16,-10.000 6.000-1,-17.000 4.000-15,-13.000 5.000 16,-21.000 0.000 0,-15.000 0.000-16,-11.000-1.000 15</inkml:trace>
  <inkml:trace contextRef="#ctx0" brushRef="#br0">28157.000 14837.000 0,'0.000'0.000'0,"0.000"0.000"15,-28.000-3.000 1,-17.000 6.000-16,-6.000 5.000 15,6.000 8.000 1,9.000 9.000-16,10.000 9.000 16,8.000 8.000-16,9.000 2.000 15,8.000-3.000 1,7.000-5.000 0,7.000-8.000-16,8.000-12.000 15,7.000-11.000 1,1.000-16.000-16,5.000-13.000 15,0.000-15.000-15,1.000-15.000 16,-4.000-12.000 0,-3.000-7.000-1,-2.000-6.000-15,0.000-3.000 16,-2.000 4.000 0,-3.000 11.000-16,-3.000 12.000 15,-4.000 15.000-15,-4.000 14.000 16,-4.000 10.000-1,-6.000 16.000-15,0.000 11.000 16,-5.000 24.000 0,-8.000 21.000-16,-3.000 20.000 15,-5.000 17.000 1,-1.000 5.000-16,8.000-1.000 16,4.000-9.000-1,3.000-16.000 1,6.000-15.000-16,5.000-24.000 15,4.000-22.000-15,1.000-22.000 16,0.000-18.000 0,0.000 1.000-16,-4.000 5.000 15</inkml:trace>
  <inkml:trace contextRef="#ctx0" brushRef="#br0">28409.000 14761.000 0,'0.000'0.000'0,"21.000"9.000"16,13.000 1.000-1,4.000-1.000-15,2.000-3.000 16,0.000 0.000-16,-2.000-3.000 16,1.000-3.000-1,-7.000 0.000-15,-3.000-6.000 16,-7.000-4.000-1,-6.000-2.000-15,-14.000-5.000 16,-5.000 3.000 0</inkml:trace>
  <inkml:trace contextRef="#ctx0" brushRef="#br0">28629.000 14505.000 0,'0.000'0.000'0,"0.000"31.000"16,-1.000 22.000-1,-6.000 15.000 1,-2.000 12.000-16,-3.000 2.000 16,-1.000 0.000-16,6.000-8.000 15,6.000-11.000 1,7.000-14.000-16,8.000-18.000 15,11.000-23.000 1,12.000-22.000-16,7.000-22.000 16,8.000-16.000-1,5.000-9.000-15,-4.000 0.000 16,-9.000 17.000-16</inkml:trace>
  <inkml:trace contextRef="#ctx0" brushRef="#br0">29166.000 14864.000 0,'0.000'0.000'0,"0.000"0.000"16,0.000 0.000 0,0.000 0.000-16</inkml:trace>
  <inkml:trace contextRef="#ctx0" brushRef="#br0">23146.000 15597.000 0,'0.000'0.000'0,"0.000"0.000"16,0.000 0.000-16,21.000 0.000 15,12.000 0.000 1,4.000 0.000-16,1.000 3.000 15,1.000 1.000 1,1.000-3.000-16,4.000 2.000 16,2.000-2.000-16,4.000-1.000 15,3.000 0.000 1,3.000 2.000-16,4.000-2.000 16,0.000 0.000-1,2.000 0.000-15,7.000 2.000 16,-1.000-2.000-1,5.000 0.000-15,6.000-2.000 16,-1.000-4.000 0,4.000-1.000-16,1.000 0.000 15,1.000 3.000-15,7.000 3.000 16,1.000-3.000 0,3.000 1.000-16,3.000 1.000 15,3.000 1.000 1,2.000 0.000-1,1.000-1.000-15,3.000 1.000 16,6.000 1.000-16,-4.000 1.000 16,3.000 1.000-1,0.000 0.000-15,2.000 3.000 16,0.000-3.000 0,2.000 2.000-16,2.000-1.000 15,2.000 3.000 1,0.000 1.000-16,1.000-3.000 15,1.000 1.000 1,4.000 0.000-16,1.000 1.000 16,1.000 1.000-1,-3.000-1.000-15,1.000-1.000 16,1.000 0.000 0,1.000 2.000-16,1.000-2.000 15,1.000 0.000 1,-1.000 0.000-16,-1.000 1.000 15,-2.000-1.000 1,-3.000 2.000-16,0.000 2.000 16,-1.000-1.000-1,3.000 1.000-15,0.000-3.000 16,0.000-1.000 0,1.000-1.000-16,-3.000 2.000 15,-1.000-6.000 1,1.000-1.000-16,-2.000-5.000 15,-8.000-5.000 1,-30.000 0.000-16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2:03:18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1980.000 963.000 0,'0.000'0.000'0,"0.000"0.000"16,-12.000 27.000 0,-8.000 18.000-16,-4.000 8.000 15,1.000 0.000 1,2.000 3.000-16,2.000-1.000 16,10.000-3.000-1,3.000-5.000-15,8.000-6.000 16,4.000-6.000-16,6.000-7.000 15,3.000-7.000 1,4.000-5.000 0,-2.000-4.000-16,-3.000-6.000 15,-8.000-13.000-15,-4.000-2.000 16</inkml:trace>
  <inkml:trace contextRef="#ctx0" brushRef="#br0">2057.000 1218.000 0,'25.000'-9.000'0,"18.000"-5.000"15,2.000 3.000-15,-3.000 9.000 16,-7.000 4.000-1,-11.000 5.000-15,-11.000 7.000 16,-17.000 9.000 0,-15.000 7.000-16,-8.000 4.000 15,-4.000 4.000 1,6.000-5.000-16,4.000-5.000 16,9.000-5.000-16,8.000-7.000 15,10.000-8.000 1,8.000-11.000-16,13.000-11.000 15,10.000-13.000 1,5.000-10.000-16,-1.000-6.000 16,-2.000-4.000-1,-9.000-4.000-15,-9.000 11.000 16,-7.000 10.000 0</inkml:trace>
  <inkml:trace contextRef="#ctx0" brushRef="#br0">2367.000 980.000 0,'43.000'21.000'16,"18.000"14.000"-16,-4.000 7.000 16,-9.000 4.000-1,-13.000 4.000-15,-20.000 4.000 16,-15.000 5.000-1,-14.000 2.000 1,-17.000 3.000-16,-11.000-5.000 16,-3.000-5.000-16,6.000-15.000 15,12.000-14.000 1</inkml:trace>
  <inkml:trace contextRef="#ctx0" brushRef="#br0">2905.000 1423.000 0,'0.000'0.000'15,"0.000"0.000"-15,0.000 0.000 16</inkml:trace>
  <inkml:trace contextRef="#ctx0" brushRef="#br0">3325.000 903.000 0,'0.000'0.000'0,"27.000"6.000"16,10.000 4.000-16,3.000 1.000 15,-5.000 1.000 1,-2.000 0.000-16,-8.000 1.000 16,-11.000-3.000-1,-14.000-10.000-15,2.000 3.000 16</inkml:trace>
  <inkml:trace contextRef="#ctx0" brushRef="#br0">3182.000 1192.000 0,'0.000'0.000'0,"35.000"-3.000"15,24.000-6.000 1,15.000-7.000-16,2.000-7.000 15,-1.000 1.000 1,-5.000-5.000-16,-5.000 5.000 16,-13.000-1.000-1,-18.000 4.000 1,-25.000-1.000-16,-11.000 3.000 16</inkml:trace>
  <inkml:trace contextRef="#ctx0" brushRef="#br0">3510.000 1159.000 0,'19.000'21.000'0,"2.000"16.000"16,-3.000 10.000-16,-9.000 4.000 16,-16.000 6.000-1,-12.000 5.000-15,-7.000-4.000 16,0.000-6.000-1,2.000-14.000-15,8.000-19.000 16,2.000-24.000 0,5.000-7.000-16</inkml:trace>
  <inkml:trace contextRef="#ctx0" brushRef="#br0">3444.000 1286.000 0,'-13.000'28.000'15,"-9.000"15.000"-15,-10.000 4.000 16,-1.000-4.000 0,1.000-19.000-16,5.000-25.000 15,5.000-9.000 1</inkml:trace>
  <inkml:trace contextRef="#ctx0" brushRef="#br0">3856.000 842.000 0,'0.000'0.000'15,"-4.000"24.000"-15,-8.000 11.000 16,-3.000 1.000 0,5.000-5.000-16,5.000-7.000 15,8.000-9.000 1,11.000-10.000-16,17.000-12.000 16,9.000-4.000-1,3.000 1.000-15,-3.000 2.000 16,-12.000 2.000-1,-11.000 9.000-15,-12.000 10.000 16,-14.000 9.000-16,-15.000 9.000 16,-10.000 7.000-1,-5.000 0.000 1,3.000-6.000 0,11.000-2.000-16,13.000-10.000 0,12.000-5.000 15,15.000-9.000 1,11.000-6.000-16,5.000-1.000 15,1.000-1.000 1,-7.000 4.000-16,-7.000 8.000 16,-9.000 8.000-1,-9.000 10.000-15,-10.000 9.000 16,-10.000 3.000 0,2.000-5.000-16,3.000-6.000 15,9.000-8.000 1,9.000-9.000-16,9.000-8.000 15,8.000-16.000-15,7.000-7.000 16,5.000-10.000 0,-4.000-4.000-16,-7.000 2.000 15,-13.000 4.000 1,-15.000 7.000-16,-11.000 11.000 16,-10.000 12.000-1,-8.000 9.000-15,-6.000 9.000 16,-6.000 5.000-1,-5.000 5.000-15,0.000 4.000 16,-1.000 1.000 0,5.000 0.000-1,8.000-9.000-15,7.000-8.000 16,11.000-21.000-16,9.000-6.000 16</inkml:trace>
  <inkml:trace contextRef="#ctx0" brushRef="#br0">3703.000 1467.000 0,'35.000'25.000'0,"15.000"14.000"16,8.000 0.000-16,3.000-9.000 15,1.000-10.000 1,0.000-13.000-16,-1.000-12.000 15,0.000-8.000 1,-2.000-8.000-16,-11.000-4.000 16,-6.000-11.000-1,-12.000-10.000-15,-19.000-10.000 16,-7.000 8.000 0</inkml:trace>
  <inkml:trace contextRef="#ctx0" brushRef="#br0">4301.000 1159.000 0,'77.000'-28.000'16,"22.000"-9.000"0,-7.000 2.000-16,-21.000 10.000 15,-22.000 1.000 1,-12.000 4.000-16,-15.000-7.000 15,-20.000-5.000 1,-10.000-7.000-16,-1.000 9.000 16</inkml:trace>
  <inkml:trace contextRef="#ctx0" brushRef="#br0">4595.000 930.000 0,'-26.000'53.000'15,"-11.000"24.000"-15,-2.000-2.000 16,11.000-15.000 0,15.000-16.000-16,8.000-15.000 15,15.000-15.000 1,13.000-16.000-16,15.000-13.000 16,6.000-11.000-1,3.000-8.000-15,-4.000-1.000 16,-10.000 2.000-1,-9.000 8.000-15,-12.000 7.000 16,-13.000 12.000-16,-9.000 10.000 16,-8.000 16.000-1,-3.000 7.000 1,0.000 14.000-16,1.000 13.000 16,4.000 9.000-1,3.000 7.000-15,5.000 2.000 16,4.000-6.000-1,0.000-9.000-15,2.000-14.000 16,3.000-11.000 0,-1.000-11.000-16,0.000-21.000 15,-6.000 4.000 1,-8.000-14.000-16,-8.000-14.000 16,-2.000-8.000-16,-1.000 3.000 15,5.000 4.000 1,7.000 9.000-16,8.000 2.000 15,11.000-2.000 1,15.000-3.000-16,14.000-7.000 16,11.000-7.000-1,8.000-7.000-15,2.000-6.000 16,-13.000 6.000 0</inkml:trace>
  <inkml:trace contextRef="#ctx0" brushRef="#br0">4823.000 1126.000 0,'33.000'-10.000'16,"18.000"-1.000"-16,2.000 3.000 16,-2.000 3.000-1,-13.000 2.000-15,-13.000 0.000 16,-25.000 3.000-1,6.000-2.000 1</inkml:trace>
  <inkml:trace contextRef="#ctx0" brushRef="#br0">4805.000 1313.000 0,'32.000'-4.000'0,"22.000"-6.000"16,9.000-6.000-16,0.000-3.000 15,-4.000-4.000 1,-8.000 0.000-16,-13.000 1.000 16,-13.000 3.000-1,-19.000-3.000-15,-17.000-3.000 16,-13.000-11.000 0,1.000 7.000-16</inkml:trace>
  <inkml:trace contextRef="#ctx0" brushRef="#br0">5041.000 1023.000 0,'0.000'0.000'16,"-9.000"30.000"-16,-9.000 18.000 16,-9.000 6.000-1,1.000-4.000-15,4.000-7.000 16,10.000-6.000-1,14.000-8.000 1,14.000-10.000-16,10.000-7.000 16,11.000-3.000-16,-2.000 0.000 15,-1.000 4.000 1,-9.000 0.000-16,-8.000 7.000 16,-13.000 5.000-1,-19.000 5.000-15,-16.000 2.000 16,-8.000 2.000-1,4.000-11.000-15,10.000-2.000 16,9.000-8.000 0,12.000-4.000-16,16.000-1.000 15,18.000-6.000-15,15.000-5.000 16,5.000-4.000 0,1.000 0.000-16,-6.000-2.000 15,-9.000-8.000 1,-10.000-4.000-16,-13.000-16.000 15,-7.000 3.000 1</inkml:trace>
  <inkml:trace contextRef="#ctx0" brushRef="#br0">5579.000 827.000 0,'-15.000'22.000'15,"-12.000"16.000"1,0.000 1.000-16,4.000 1.000 16,11.000-7.000-1,18.000-6.000-15,20.000-12.000 16,17.000-9.000-16,11.000-6.000 15,6.000-3.000 1,0.000-1.000-16,-6.000 1.000 16,-20.000 6.000-1,-22.000 7.000-15,-26.000 10.000 16,-31.000 8.000 0,-21.000 10.000-16,-12.000 6.000 15,9.000-3.000 1,19.000-5.000-1,18.000-6.000-15,26.000-10.000 16,29.000-10.000-16,26.000-11.000 16,19.000-8.000-1,4.000-4.000-15,-1.000-1.000 16,-16.000-4.000 0,-8.000-2.000-16,-18.000-2.000 15,-21.000-7.000 1,-8.000 5.000-16</inkml:trace>
  <inkml:trace contextRef="#ctx0" brushRef="#br0">5646.000 1184.000 0,'9.000'31.000'16,"-4.000"19.000"-16,-9.000 6.000 15,-12.000 4.000 1,-14.000-2.000-16,-4.000-7.000 16,-5.000-11.000-1,3.000-18.000 1,4.000-26.000-16,9.000-10.000 16</inkml:trace>
  <inkml:trace contextRef="#ctx0" brushRef="#br0">5679.000 1423.000 0,'37.000'19.000'0,"10.000"13.000"16,-2.000 6.000-16,-11.000-8.000 16,-5.000-8.000-1,-7.000-15.000-15,-1.000-20.000 16,-3.000-25.000-1,-7.000-1.000-15</inkml:trace>
  <inkml:trace contextRef="#ctx0" brushRef="#br0">6059.000 1015.000 0,'20.000'21.000'16,"8.000"8.000"-16,-3.000 3.000 16,-10.000-3.000-1,-7.000-10.000-15,-8.000-19.000 16,1.000-5.000 0,-1.000-23.000-16,-1.000-2.000 15</inkml:trace>
  <inkml:trace contextRef="#ctx0" brushRef="#br0">6142.000 835.000 0,'28.000'-20.000'0,"19.000"-5.000"16,9.000 2.000-1,1.000 7.000-15,-4.000 7.000 16,-3.000 8.000-1,-9.000 4.000-15,-7.000 12.000 16,-10.000 11.000-16,-9.000 12.000 16,-14.000 9.000-1,-13.000 2.000 1,-12.000 0.000-16,-9.000-8.000 16,-2.000-10.000-1,-1.000-14.000-15,1.000-22.000 16,4.000-6.000-16</inkml:trace>
  <inkml:trace contextRef="#ctx0" brushRef="#br0">6226.000 980.000 0,'0.000'0.000'15,"25.000"-3.000"-15,9.000-1.000 16,1.000 3.000-16,-7.000 2.000 15,-6.000 6.000 1,-14.000 3.000-16,-12.000 5.000 16,-16.000 4.000-1,-9.000 2.000-15,-3.000 2.000 16,5.000-6.000-16,9.000-2.000 16,9.000-2.000-1,12.000-6.000-15,15.000-1.000 16,15.000-6.000-1,12.000-3.000-15,2.000-4.000 16,-3.000 0.000 0,-13.000 0.000-16,-14.000 5.000 15,-20.000 3.000 1,-23.000 1.000-16,-4.000 0.000 16</inkml:trace>
  <inkml:trace contextRef="#ctx0" brushRef="#br0">5949.000 1381.000 0,'102.000'-33.000'16,"47.000"-12.000"-16,-3.000 4.000 15,-18.000 9.000 1,-28.000 7.000-16,-30.000 9.000 15,-30.000 4.000 1,-32.000 7.000-16,-31.000 3.000 16,-24.000-2.000-1,2.000 0.000-15</inkml:trace>
  <inkml:trace contextRef="#ctx0" brushRef="#br0">6201.000 1381.000 0,'0.000'0.000'15,"-1.000"15.000"-15,1.000 9.000 16,1.000-3.000-16,-1.000-9.000 16,0.000-12.000-1,16.000 0.000-15,12.000-12.000 32,7.000-10.000-32,9.000-6.000 0,5.000 0.000 15,-2.000 5.000 1,-1.000 9.000-16,-11.000 8.000 15,-10.000 13.000 1,-11.000 8.000-16,-12.000 7.000 16,-11.000 6.000-1,-12.000 2.000-15,-11.000-1.000 16,-2.000-5.000-16,-5.000-5.000 16,-1.000-10.000-1,3.000-10.000-15,10.000-6.000 16,10.000-5.000-1,13.000-3.000-15,7.000 2.000 16,5.000 2.000 0,4.000 5.000-16,0.000 5.000 15,3.000 9.000 1,0.000 9.000-16,-3.000 8.000 16,0.000 9.000-1,-7.000-1.000-15,-3.000-1.000 16,-3.000 0.000-1,-2.000-4.000-15,-4.000-4.000 16,-7.000-9.000 0,-4.000-6.000-16,-3.000-12.000 15,-6.000-7.000-15,8.000-4.000 16,7.000-1.000 0,6.000 2.000-16,3.000 7.000 15,3.000 6.000 1,9.000-2.000-16,12.000 8.000 15,6.000 5.000 1,-1.000 5.000 0,-3.000 1.000-16,-1.000-4.000 15,-4.000 0.000-15,-6.000-6.000 16,-12.000-7.000 0,11.000-1.000-16,6.000-13.000 15,3.000-9.000 1,1.000-15.000-16,6.000-11.000 15,1.000-10.000 1,3.000-13.000-16,4.000-5.000 16,4.000-5.000-1,1.000 3.000-15,-3.000 9.000 16,-3.000 17.000 0,-9.000 18.000-16,-8.000 14.000 15,-4.000 16.000 1,-4.000 11.000-16,0.000 20.000 15,-3.000 19.000-15,-3.000 16.000 16,0.000 10.000 0,0.000 5.000-1,0.000-1.000-15,2.000-6.000 16,0.000-6.000-16,2.000-11.000 16,3.000-10.000-16,-2.000-13.000 15,-1.000-15.000 1,2.000-21.000-16,-5.000-31.000 15,1.000-27.000 1,0.000 5.000-16</inkml:trace>
  <inkml:trace contextRef="#ctx0" brushRef="#br0">6984.000 1192.000 0,'75.000'-16.000'0,"25.000"-4.000"15,-8.000 8.000 1,-19.000 14.000-16,-26.000 12.000 16,-30.000 8.000-1,-31.000 3.000-15,-28.000 12.000 16,-22.000 4.000 0,-9.000 4.000-1,0.000-6.000-15,15.000-6.000 16,17.000-5.000-16,20.000-6.000 15,22.000-6.000 1,26.000-11.000-16,27.000-11.000 16,24.000-9.000-1,10.000-2.000-15,-3.000 1.000 16,-9.000-2.000 0,-16.000 5.000-16,-22.000 3.000 15,-18.000 3.000 1,-21.000-2.000-16,-21.000-6.000 15,-17.000-9.000 1,-8.000-9.000-16,6.000 8.000 16</inkml:trace>
  <inkml:trace contextRef="#ctx0" brushRef="#br0">7344.000 980.000 0,'-20.000'43.000'0,"-21.000"30.000"15,-6.000 15.000-15,1.000 2.000 16,15.000-9.000 0,19.000-14.000-1,18.000-16.000 1,24.000-14.000-16,18.000-17.000 0,10.000-13.000 15,5.000-5.000 1,-1.000 0.000-16,-10.000 1.000 16,-10.000 2.000-1,-15.000 5.000-15,-13.000 9.000 16,-17.000 7.000 0,-20.000 5.000-1,-12.000 3.000-15,-6.000-5.000 16,3.000-17.000-16,10.000-24.000 15,9.000-3.000 1</inkml:trace>
  <inkml:trace contextRef="#ctx0" brushRef="#br0">8026.000 1209.000 0,'0.000'0.000'0,"-5.000"13.000"15</inkml:trace>
  <inkml:trace contextRef="#ctx0" brushRef="#br0">8051.000 1475.000 0,'12.000'6.000'0,"1.000"1.000"16</inkml:trace>
  <inkml:trace contextRef="#ctx0" brushRef="#br0">9902.000 1228.000 0,'0.000'0.000'0,"0.000"0.000"16,2.000 25.000 0,1.000 19.000-1,-3.000 3.000-15,-2.000 3.000 0,-1.000-5.000 16,1.000-3.000 0,7.000-10.000-16,3.000-10.000 15,4.000-7.000 1,1.000-5.000-16,6.000-10.000 15,2.000-12.000 1,3.000-6.000-16,4.000-10.000 16,-1.000-3.000-1,0.000-5.000-15,-2.000-5.000 16,-3.000-2.000 0,-2.000-3.000-16,-8.000 1.000 15,-4.000 5.000 1,-5.000 4.000-16,-6.000 2.000 15,-7.000 7.000 1,-7.000 3.000-16,-5.000 6.000 16,0.000 2.000-16,-4.000 6.000 31,-3.000 7.000-31,-2.000 9.000 0,-5.000 10.000 16,-3.000 7.000-1,-3.000 8.000-15,3.000 6.000 16,2.000 3.000-1,5.000 3.000-15,5.000 1.000 16,8.000 3.000-16,10.000-1.000 16,6.000 2.000-1,7.000-4.000-15,5.000-4.000 16,7.000-6.000 0,6.000-5.000-16,1.000-8.000 15,9.000-12.000 1,5.000-15.000-16,8.000-17.000 15,3.000-18.000 1,-11.000 2.000-16</inkml:trace>
  <inkml:trace contextRef="#ctx0" brushRef="#br0">10574.000 1151.000 0,'0.000'0.000'0,"0.000"0.000"16,0.000 0.000-1,0.000 0.000-15,0.000 0.000 16,0.000 0.000 0,0.000 0.000-16,0.000 0.000 15,0.000 0.000-15,0.000 0.000 16,0.000 0.000-1,0.000 0.000-15,28.000 4.000 16,15.000-1.000 0,2.000-3.000-16,2.000-3.000 15,-4.000-1.000 1,-5.000 0.000 0,-5.000 3.000-16,-2.000-1.000 15,-7.000-2.000-15,-5.000 2.000 16,-7.000-1.000-16,-5.000-4.000 15,-10.000-4.000 1,-11.000-7.000-16,-9.000-7.000 16,2.000 3.000-1</inkml:trace>
  <inkml:trace contextRef="#ctx0" brushRef="#br0">10658.000 963.000 0,'0.000'0.000'0,"11.000"-11.000"16,7.000-1.000-16,-2.000 2.000 15,-6.000 3.000 1,-10.000 7.000-16,8.000-4.000 15,-8.000 4.000 1,0.000 0.000-16,8.000-3.000 16,-8.000 3.000-16,9.000 5.000 15,-3.000 4.000 1,-4.000 3.000-16,-2.000 5.000 16,-1.000 6.000-1,-1.000 4.000-15,-2.000 9.000 16,0.000 7.000-1,-2.000 6.000-15,2.000 6.000 16,3.000 8.000 0,0.000 2.000-16,1.000 0.000 15,2.000-2.000 1,-2.000-3.000-16,-1.000-6.000 16,0.000-13.000-16,-2.000-9.000 15,0.000-12.000 1,0.000-8.000-16,3.000-12.000 15,-5.000 2.000 1,-6.000-15.000 0,-5.000-13.000-16,-2.000-15.000 15,-1.000-8.000-15,-2.000 0.000 16,5.000 14.000 0</inkml:trace>
  <inkml:trace contextRef="#ctx0" brushRef="#br0">10591.000 1330.000 0,'0.000'0.000'0,"0.000"0.000"15,8.000 15.000 1,-3.000 13.000-16,-7.000 8.000 16,-10.000 3.000-1,-8.000 1.000-15,-7.000-5.000 16,3.000-9.000-1,5.000-8.000-15,8.000-5.000 16,11.000-13.000 0,2.000 0.000-16,14.000-15.000 15,11.000-4.000 1,14.000-10.000-16,7.000-7.000 16,5.000-4.000-1,2.000 2.000-15,-3.000 4.000 16,-7.000 7.000-1,-11.000 9.000-15,-8.000 10.000 16,-13.000 9.000-16,-8.000 12.000 16,-9.000 5.000-1,-8.000 11.000-15,-8.000 6.000 16,3.000-3.000 0,6.000 2.000-16,8.000-2.000 15,11.000-4.000 1,10.000-11.000-16,8.000-5.000 15,6.000-8.000 1,2.000-8.000-16,-3.000-6.000 16,-5.000-6.000-1,-9.000-5.000-15,-9.000-9.000 16,-11.000-16.000 0,-12.000-6.000-16,-2.000 12.000 15</inkml:trace>
  <inkml:trace contextRef="#ctx0" brushRef="#br0">10876.000 1032.000 0,'0.000'0.000'16,"13.000"14.000"-16,0.000 5.000 15</inkml:trace>
  <inkml:trace contextRef="#ctx0" brushRef="#br0">11558.000 1047.000 0,'0.000'0.000'16,"0.000"0.000"0,-5.000 27.000-16,-6.000 11.000 15,-3.000 5.000 1,0.000 3.000-16,5.000-2.000 16,4.000 0.000-1,12.000-3.000-15,7.000-9.000 16,9.000-8.000-16,8.000-7.000 15,5.000-7.000 1,3.000-10.000-16,3.000-11.000 16,1.000-5.000-1,1.000-3.000-15,-5.000-6.000 16,-6.000-2.000 0,-5.000-2.000-16,-14.000 0.000 15,-11.000 2.000-15,-10.000-1.000 16,-8.000 6.000-1,-6.000 1.000-15,0.000 8.000 16,1.000 2.000 0,1.000 6.000-16,2.000 10.000 15,2.000 6.000 1,-2.000 12.000-16,2.000 5.000 16,2.000 14.000-16,3.000 10.000 15,0.000 9.000 1,0.000 3.000-16,1.000 1.000 15,-3.000 0.000 1,-1.000-6.000-16,-2.000-4.000 16,2.000 0.000-1,2.000-12.000 1,3.000-12.000-16,3.000-11.000 16,6.000-16.000-16,3.000-16.000 15,1.000-2.000 1</inkml:trace>
  <inkml:trace contextRef="#ctx0" brushRef="#br0">11953.000 1595.000 0,'0.000'0.000'0,"-1.000"-15.000"15</inkml:trace>
  <inkml:trace contextRef="#ctx0" brushRef="#br0">13450.000 1286.000 0,'0.000'0.000'0,"20.000"3.000"16,9.000 0.000-16,0.000 0.000 15,0.000-2.000-15,-2.000-1.000 16,1.000-1.000-1,-2.000-2.000-15,-2.000 6.000 16,-6.000 2.000 0,-5.000 7.000-16,-11.000 7.000 15,-15.000 12.000 1,-14.000 3.000-16,-3.000 3.000 16,1.000-3.000-1,8.000-7.000-15,9.000-6.000 16,10.000-6.000-1,11.000-12.000-15,12.000-6.000 16,12.000-12.000 0,7.000-6.000-16,0.000-3.000 15,0.000-2.000 1,-8.000-2.000-16,-9.000-2.000 16,-15.000 1.000-1,-12.000 0.000-15,-3.000 6.000 16</inkml:trace>
  <inkml:trace contextRef="#ctx0" brushRef="#br0">13407.000 1244.000 0,'-9.000'27.000'15,"-9.000"17.000"-15,-3.000 8.000 16,-1.000 6.000 0,7.000-3.000-16,7.000-2.000 15,8.000-3.000 1,11.000-6.000 0,9.000-7.000-16,11.000-6.000 0,9.000-8.000 15,3.000-8.000 1,5.000-11.000-1,-4.000-11.000-15,0.000-8.000 16,1.000-5.000-16,-2.000-11.000 16,-3.000-6.000-1,-7.000-8.000-15,-6.000-4.000 16,-9.000-3.000 0,-10.000-4.000-16,-10.000 1.000 15,-8.000 5.000 1,-8.000 7.000-16,-2.000 5.000 15,-5.000 11.000 1,-8.000 7.000-16,-5.000 12.000 16,-6.000 7.000-1,-2.000 9.000-15,3.000 6.000 16,6.000 8.000-16,6.000 4.000 16,8.000-1.000-1,8.000-11.000-15</inkml:trace>
  <inkml:trace contextRef="#ctx0" brushRef="#br0">13954.000 1449.000 0,'0.000'0.000'15,"0.000"0.000"1,0.000 0.000-16</inkml:trace>
  <inkml:trace contextRef="#ctx0" brushRef="#br0">14484.000 1252.000 0,'0.000'0.000'0,"22.000"-3.000"15,16.000 2.000 1,8.000-3.000 0,1.000-1.000-16,2.000-1.000 15,-5.000 3.000-15,-5.000 1.000 16,-5.000 2.000-1,-7.000-4.000-15,-9.000 1.000 16,-9.000-1.000 0,-9.000 4.000-16,-3.000-2.000 15,-9.000-6.000 1,-11.000-7.000-16,-4.000-1.000 16,4.000 0.000-16</inkml:trace>
  <inkml:trace contextRef="#ctx0" brushRef="#br0">14602.000 1015.000 0,'0.000'0.000'15,"0.000"0.000"-15,0.000 0.000 16,0.000 0.000-1,0.000 0.000-15,0.000 0.000 16,9.000-10.000 0,3.000 0.000-16,-3.000 1.000 15,-3.000 4.000 1,-6.000 5.000-16,0.000 0.000 16,0.000 0.000-16,2.000-5.000 15,-2.000 5.000 1,2.000 4.000-16,-1.000 3.000 15,-1.000 4.000 1,0.000 7.000-16,0.000 5.000 16,0.000 8.000-1,0.000 3.000-15,0.000 9.000 16,3.000 7.000 0,1.000 6.000-16,-2.000 4.000 15,-1.000 3.000-15,-2.000 5.000 16,-5.000 3.000-1,-1.000-6.000-15,1.000-10.000 16,-2.000-9.000 0,1.000-7.000-16,0.000-13.000 15,4.000-9.000 1,1.000-7.000-16,2.000-10.000 16,-4.000-8.000-1,-4.000-15.000-15,-7.000-18.000 16,-1.000-14.000-1,-1.000-2.000-15,4.000 13.000 16</inkml:trace>
  <inkml:trace contextRef="#ctx0" brushRef="#br0">14509.000 1389.000 0,'0.000'0.000'0,"0.000"29.000"16,-6.000 18.000 0,-10.000 6.000-16,-8.000-4.000 15,-2.000-7.000 1,2.000-12.000-16,7.000-5.000 16,10.000-11.000-1,13.000-8.000-15,16.000-14.000 16,11.000-13.000-1,14.000-11.000-15,7.000-8.000 16,6.000-9.000 0,3.000-5.000-16,0.000 5.000 15,-13.000 10.000-15,-13.000 14.000 16,-12.000 12.000 0,-10.000 10.000-16,-9.000 11.000 15,-5.000 11.000 1,-4.000 15.000-16,1.000 6.000 15,1.000 3.000 1,3.000 1.000-16,1.000-3.000 16,6.000-5.000-1,4.000-10.000-15,3.000-8.000 16,-1.000-7.000 0,-3.000-11.000-16,0.000-23.000 15,-2.000-20.000-15,-6.000-7.000 16,-4.000 10.000-1</inkml:trace>
  <inkml:trace contextRef="#ctx0" brushRef="#br0">14812.000 1047.000 0,'0.000'0.000'15,"0.000"0.000"-15</inkml:trace>
  <inkml:trace contextRef="#ctx0" brushRef="#br0">15552.000 1262.000 0,'0.000'0.000'0,"0.000"0.000"0,6.000 18.000 16,-4.000 6.000 0,-10.000 7.000-16,-13.000 4.000 15,-15.000 4.000-15,-11.000 1.000 16,0.000 1.000-1,4.000-3.000-15,8.000-7.000 16,10.000-6.000 0,9.000-3.000-16,10.000-1.000 15,10.000-2.000 1,14.000-6.000-16,12.000-7.000 16,10.000-6.000-1,7.000-5.000-15,1.000-3.000 16,-1.000-2.000-16,-3.000 3.000 15,-3.000-3.000 1,-7.000-1.000 0,-5.000 0.000-16,-9.000 2.000 15,-8.000-1.000 1,-6.000-3.000-16,-10.000-8.000 16,-6.000 1.000-16,-6.000-2.000 15,-2.000 2.000 1,2.000 2.000-16,3.000 1.000 15,2.000 6.000 1,3.000 2.000-16,2.000-1.000 16,2.000 2.000-16,0.000-2.000 15,-2.000-6.000 1,4.000-8.000-16,2.000 1.000 16</inkml:trace>
  <inkml:trace contextRef="#ctx0" brushRef="#br0">15981.000 1176.000 0,'0.000'0.000'0,"0.000"0.000"16,2.000 33.000-16,-5.000 22.000 16,-4.000 5.000-16,-7.000-2.000 15,1.000-5.000 1,6.000-8.000 0,7.000-7.000-16,10.000-11.000 15,7.000-9.000-15,9.000-14.000 16,9.000-12.000-1,7.000-9.000-15,3.000-10.000 16,2.000-8.000 0,-6.000-8.000-16,-5.000 0.000 15,-6.000-3.000 1,-9.000 1.000-16,-10.000 0.000 16,-9.000 9.000-1,-7.000 6.000-15,-5.000 8.000 16,-4.000 9.000-16,-3.000 8.000 15,-3.000 11.000 1,-2.000 10.000-16,-1.000 11.000 16,-2.000 11.000-1,2.000 11.000-15,3.000 15.000 16,-1.000 10.000 0,1.000 7.000-16,0.000 4.000 15,0.000-1.000 1,4.000-7.000-16,2.000-8.000 15,-3.000-8.000 1,6.000-10.000-16,2.000-10.000 16,1.000-11.000-1,5.000-14.000-15,6.000-16.000 16,6.000-16.000-16,-1.000-1.000 16</inkml:trace>
  <inkml:trace contextRef="#ctx0" brushRef="#br0">16435.000 1790.000 0,'0.000'0.000'16,"-3.000"-14.000"-16</inkml:trace>
  <inkml:trace contextRef="#ctx0" brushRef="#br0">18041.000 1296.000 0,'0.000'0.000'0,"0.000"0.000"16,-8.000-9.000-1,-3.000 0.000-15</inkml:trace>
  <inkml:trace contextRef="#ctx0" brushRef="#br0">17957.000 1252.000 0,'0.000'0.000'0,"0.000"0.000"16,0.000 0.000-16,0.000 0.000 16,0.000 0.000-16,0.000 0.000 15,0.000 0.000 1,21.000 5.000-16,11.000 3.000 15,3.000-1.000 1,0.000 2.000-16,-10.000-2.000 16,-7.000 2.000-1,-8.000 6.000-15,-6.000 4.000 16,-12.000 5.000 0,-13.000 1.000-16,-4.000 3.000 15,2.000-5.000 1,4.000 2.000-16,9.000-3.000 15,8.000-6.000 1,7.000-3.000-16,7.000-3.000 16,8.000-4.000-1,3.000-1.000-15,2.000-3.000 16,-4.000 3.000-16,-6.000 1.000 16,-3.000 5.000-1,-9.000 8.000-15,-10.000 6.000 16,-12.000 6.000-1,-10.000 2.000-15,-1.000 1.000 16,2.000-2.000 0,5.000-5.000-16,10.000 0.000 15,8.000-6.000 1,8.000-7.000 0,11.000-4.000-16,12.000-9.000 15,6.000-6.000-15,12.000-11.000 16,2.000-6.000-1,1.000-7.000-15,0.000-4.000 16,1.000-7.000-16,-4.000-2.000 16,-4.000-3.000-1,-9.000-7.000 1,-10.000 1.000-16,-6.000 1.000 16,-13.000 0.000-16,-12.000 1.000 15,-9.000 9.000 1,-13.000 3.000-16,-9.000 2.000 15,-2.000 0.000 1,-1.000 5.000-16,-4.000 7.000 16,-2.000 9.000-1,-4.000 10.000-15,-4.000 14.000 16,-3.000 15.000 0,0.000 17.000-16,6.000 9.000 15,8.000 9.000 1,14.000 6.000-16,17.000 3.000 15,13.000-1.000 1,7.000-2.000 0,9.000-5.000-16,3.000-8.000 15,8.000-9.000-15,6.000-9.000 16,6.000-13.000 0,6.000-9.000-16,2.000-18.000 15,2.000-16.000 1,1.000-9.000-16,-1.000-8.000 15,-9.000 6.000 1</inkml:trace>
  <inkml:trace contextRef="#ctx0" brushRef="#br0">18563.000 1620.000 0,'0.000'0.000'16,"0.000"0.000"-16,0.000 0.000 16</inkml:trace>
  <inkml:trace contextRef="#ctx0" brushRef="#br0">19025.000 1321.000 0,'27.000'-1.000'0,"18.000"1.000"16,10.000-4.000-1,5.000-2.000-15,0.000 0.000 16,-1.000-1.000-1,-4.000-2.000-15,-8.000 2.000 16,-8.000-2.000 0,-11.000 5.000-16,-10.000-2.000 15,-10.000-4.000 1,-10.000-5.000-16,-11.000-7.000 16,-10.000-5.000-16,-4.000 6.000 15,5.000 7.000 1</inkml:trace>
  <inkml:trace contextRef="#ctx0" brushRef="#br0">19362.000 1015.000 0,'0.000'0.000'31,"-3.000"79.000"-16,-1.000 43.000-15,-1.000 9.000 16,1.000-8.000-16,1.000-17.000 16,0.000-19.000-1,-1.000-20.000 1,0.000-17.000-16,0.000-18.000 16,-1.000-12.000-1,1.000-8.000-15,-3.000-12.000 16,-8.000-13.000-16,-9.000-9.000 15,-3.000-11.000 1,0.000-2.000-16,5.000 2.000 16,8.000 1.000-1,8.000 4.000-15,12.000 3.000 16,12.000 2.000 0,15.000 1.000-16,6.000 2.000 15,2.000-1.000 1,-4.000-4.000-16,-6.000-7.000 15,-8.000 4.000-15</inkml:trace>
  <inkml:trace contextRef="#ctx0" brushRef="#br0">19513.000 1032.000 0,'24.000'-9.000'16,"13.000"-5.000"-1,0.000 6.000-15,-7.000 2.000 16,-6.000 5.000-16,-9.000 6.000 16,-8.000 3.000-1,-6.000 4.000-15,-4.000 3.000 16,-4.000 8.000-16,-2.000 6.000 15,-5.000 13.000 1,-1.000 22.000-16,-3.000 20.000 16,-1.000 13.000-16,-6.000 10.000 15,1.000 4.000 1,-3.000-4.000 0,4.000-9.000-16,7.000-11.000 15,0.000-13.000-15,1.000-18.000 16,4.000-20.000-1,11.000-36.000-15,-8.000-4.000 16,2.000-16.000 0</inkml:trace>
  <inkml:trace contextRef="#ctx0" brushRef="#br0">19765.000 1228.000 0,'27.000'-5.000'15,"10.000"2.000"-15,4.000 6.000 16,-6.000 7.000 0,-15.000 12.000-16,-15.000 6.000 15,-12.000 3.000-15,-15.000 0.000 16,-7.000 1.000-1,-9.000 3.000 1,0.000 2.000-16,-1.000 3.000 16,6.000-2.000-16,10.000-8.000 15,7.000-7.000 1,9.000-12.000-16,12.000-6.000 16,14.000-6.000-1,13.000-12.000-15,8.000-5.000 16,3.000-1.000-16,-7.000 7.000 15,-11.000 7.000 1,-9.000 7.000-16,-16.000 14.000 16,-13.000 15.000-1,-13.000 12.000-15,-9.000 9.000 16,-3.000-2.000 0,1.000-2.000-16,7.000-11.000 15,9.000-13.000-15,9.000-7.000 16,12.000-17.000-16,2.000 1.000 15,12.000-16.000 1,8.000-10.000-16,4.000-1.000 16,1.000 6.000-1,-4.000 3.000-15,-6.000 8.000 16,-1.000 11.000 0,0.000 11.000-16,0.000 10.000 15,1.000 4.000 1,5.000-3.000-16,4.000-2.000 15,-2.000-7.000 1,0.000-9.000-16,0.000-8.000 16,3.000-7.000-1,1.000-11.000-15,0.000-10.000 16,-2.000-7.000-16,-8.000-1.000 16,-6.000 3.000-1,-10.000 8.000-15,-6.000 7.000 16,-4.000 8.000-1,-8.000 10.000-15,-7.000 7.000 16,-3.000 5.000 0,-3.000 3.000-16,0.000 2.000 15,4.000-5.000-15,4.000-8.000 16,10.000-18.000 0,4.000-5.000-1</inkml:trace>
  <inkml:trace contextRef="#ctx0" brushRef="#br0">20387.000 1278.000 0,'0.000'0.000'0,"23.000"3.000"16,7.000-7.000-1,-8.000 3.000-15,-8.000 2.000 16</inkml:trace>
  <inkml:trace contextRef="#ctx0" brushRef="#br0">20387.000 1467.000 0,'0.000'0.000'0,"0.000"0.000"15,23.000 8.000 1,12.000-1.000-16,3.000-4.000 16,-4.000-2.000-16,-7.000-3.000 15,-9.000 1.000 1,-9.000 5.000-16,-7.000 6.000 16,-12.000 11.000-1,-15.000 7.000-15,-12.000 6.000 16,-5.000 3.000-1,2.000-2.000 1,4.000-6.000-16,9.000-3.000 16,10.000-8.000-16,17.000-18.000 15,7.000 5.000 1,16.000-9.000-16,14.000-10.000 16,3.000-4.000-16,-1.000 2.000 15,-5.000 3.000 1,-6.000 6.000-16,-8.000 7.000 15,-7.000 8.000 1,-6.000 11.000-16,-11.000 6.000 16,-5.000 6.000-1,-5.000 1.000-15,-3.000-5.000 16,2.000-7.000-16,0.000-9.000 16,6.000-12.000-1,6.000-16.000-15,4.000-13.000 16,1.000 2.000-16</inkml:trace>
  <inkml:trace contextRef="#ctx0" brushRef="#br0">20673.000 1500.000 0,'0.000'0.000'16,"30.000"-6.000"-16,17.000-3.000 15,3.000 4.000-15,0.000 0.000 16,-6.000 2.000 0,-5.000 5.000-16,-7.000 1.000 15,-7.000 3.000 1,-9.000 5.000-16,-8.000 8.000 16,-7.000 8.000-16,-7.000 9.000 15,-6.000 6.000 1,-11.000 5.000-16,-7.000 3.000 15,-2.000 2.000 1,1.000-9.000-16,7.000-11.000 16,8.000-12.000-1,4.000-11.000-15,5.000-11.000 16,0.000-19.000 0,4.000-19.000-16,3.000-22.000 15,2.000-19.000 1,0.000 11.000-16</inkml:trace>
  <inkml:trace contextRef="#ctx0" brushRef="#br0">20950.000 1296.000 0,'-25.000'52.000'15,"-17.000"30.000"-15,-12.000 5.000 16,2.000-14.000-1,7.000-24.000-15,19.000-30.000 16,14.000-15.000 0</inkml:trace>
  <inkml:trace contextRef="#ctx0" brushRef="#br0">21539.000 1099.000 0,'5.000'24.000'0,"-5.000"19.000"16,-14.000 12.000-16,-17.000 12.000 15,-14.000 2.000 1,-13.000-3.000-16,-5.000-9.000 16,2.000-10.000-1,9.000-15.000 1,8.000-24.000-16,15.000-22.000 16,12.000-2.000-16</inkml:trace>
  <inkml:trace contextRef="#ctx0" brushRef="#br0">21515.000 1338.000 0,'30.000'8.000'0,"21.000"10.000"16,8.000 6.000-1,-4.000 4.000-15,-10.000 0.000 16,-9.000-3.000-1,-10.000-3.000-15,-9.000-6.000 16,-11.000-6.000 0,-13.000-6.000-16,-11.000-7.000 15,-11.000-3.000-15,-15.000 2.000 16,-12.000 8.000 0,-7.000 5.000-16,1.000 10.000 15,5.000 5.000 1,12.000-1.000-16,10.000-5.000 15,15.000-6.000 1,11.000-6.000-16,9.000-6.000 16,11.000 4.000-1,16.000-4.000-15,12.000-5.000 16,8.000-1.000-16,-5.000 2.000 16,-4.000 1.000-1,-10.000 1.000-15,-8.000 4.000 16,-9.000 11.000-1,-11.000 9.000-15,-9.000 8.000 16,-12.000-1.000 0,-9.000 3.000-16,-5.000-2.000 15,0.000-3.000 1,0.000-5.000-16,8.000-6.000 16,7.000-7.000-1,11.000-9.000 1,14.000-9.000-16,15.000-4.000 15,10.000-3.000-15,8.000 3.000 16,-1.000 2.000 0,3.000 5.000-16,-4.000 6.000 15,-6.000 3.000 1,-7.000 3.000-16,-7.000 6.000 16,-11.000 6.000-16,-12.000 3.000 15,-14.000 2.000 1,-9.000 0.000-16,-7.000-2.000 15,-4.000-5.000 1,-3.000-8.000-16,4.000-7.000 16,9.000-14.000-1,12.000-14.000-15,19.000-20.000 16,19.000-18.000 0,1.000 7.000-16</inkml:trace>
  <inkml:trace contextRef="#ctx0" brushRef="#br0">22111.000 1431.000 0,'8.000'51.000'15,"-3.000"25.000"1,-9.000 1.000-16,-8.000-13.000 15,-7.000-10.000-15,2.000-16.000 16,2.000-14.000 0,6.000-13.000-16,4.000-11.000 15,1.000-13.000-15,4.000-13.000 16,7.000-7.000 0,10.000-3.000-16,10.000-1.000 15,7.000 7.000 1,4.000 7.000-16,-4.000 11.000 15,-6.000 10.000 1,-5.000 13.000-16,-5.000 9.000 16,-7.000 11.000-16,-7.000 6.000 15,-6.000 2.000 1,-5.000-1.000-16,-4.000-2.000 16,-3.000-6.000-16,5.000-9.000 15,3.000-9.000 1,0.000-6.000-16,-1.000-13.000 15,-1.000-21.000 1,-1.000-23.000-16,2.000 2.000 16</inkml:trace>
  <inkml:trace contextRef="#ctx0" brushRef="#br0">22162.000 1508.000 0,'77.000'-21.000'15,"26.000"-4.000"1,-7.000 2.000-16,-18.000 0.000 16,-17.000 6.000-1,-18.000 6.000-15,-14.000-1.000 16,-16.000-12.000-1,-17.000 2.000-15,-13.000-11.000 16,-10.000-6.000 0,5.000 7.000-16</inkml:trace>
  <inkml:trace contextRef="#ctx0" brushRef="#br0">22296.000 1159.000 0,'0.000'0.000'0,"0.000"0.000"15,15.000 36.000-15,13.000 34.000 16,3.000 23.000 0,6.000 11.000-1,-2.000-1.000-15,-1.000 1.000 16,3.000-4.000 0,3.000-5.000-16,2.000-9.000 15,-4.000-15.000 1,-4.000-15.000-16,1.000-19.000 15,-7.000-23.000-15,-3.000-20.000 16,-10.000-25.000 0,-4.000-16.000-16,-5.000 4.000 31</inkml:trace>
  <inkml:trace contextRef="#ctx0" brushRef="#br0">22784.000 1757.000 0,'-28.000'19.000'0,"-23.000"18.000"16,-16.000 14.000-1,-6.000 4.000 1,0.000-11.000-16,13.000-20.000 16,21.000-29.000-1,14.000-6.000-15</inkml:trace>
  <inkml:trace contextRef="#ctx0" brushRef="#br0">22548.000 1159.000 0,'0.000'0.000'15,"0.000"0.000"-15,9.000 19.000 16,4.000 4.000 0</inkml:trace>
  <inkml:trace contextRef="#ctx0" brushRef="#br0">23044.000 2003.000 0,'0.000'0.000'0</inkml:trace>
  <inkml:trace contextRef="#ctx0" brushRef="#br0">3872.000 2839.000 0,'0.000'0.000'0,"0.000"0.000"16,0.000 0.000 0,2.000 25.000-16,-6.000 16.000 15,-5.000 11.000-15,-4.000 2.000 16,0.000 2.000-1,1.000-1.000-15,6.000-5.000 16,2.000-10.000 0,8.000-13.000-16,3.000-8.000 15,8.000-8.000 1,-2.000-9.000-16,4.000-12.000 16,0.000-8.000-1,6.000-12.000-15,-3.000-8.000 16,0.000-5.000-1,1.000-6.000 1,-4.000-2.000-16,-3.000-1.000 16,-4.000 2.000-16,-4.000 2.000 15,-10.000 7.000 1,-3.000 3.000-16,-7.000 5.000 16,-9.000 8.000-1,-6.000 8.000-15,0.000 6.000 16,-4.000 11.000-1,0.000 11.000-15,-3.000 12.000 16,1.000 11.000 0,-1.000 13.000-16,4.000 14.000 15,5.000 7.000 1,4.000 1.000-16,7.000-3.000 16,10.000-5.000-1,6.000-6.000-15,7.000-9.000 16,8.000-9.000-1,2.000-12.000-15,9.000-8.000 16,9.000-13.000 0,9.000-13.000-16,4.000-16.000 15,2.000-12.000-15,-13.000 2.000 16</inkml:trace>
  <inkml:trace contextRef="#ctx0" brushRef="#br0">4200.000 3190.000 0,'0.000'0.000'16,"0.000"0.000"-16</inkml:trace>
  <inkml:trace contextRef="#ctx0" brushRef="#br0">5772.000 6150.000 0,'0.000'0.000'16,"0.000"0.000"0,0.000 0.000-16,0.000 0.000 15,0.000 0.000-15,0.000 0.000 16,19.000-3.000 0,7.000 1.000-1,-1.000-2.000-15,-1.000 2.000 16,1.000 1.000-16,-1.000 1.000 15,4.000-3.000 1,0.000 0.000-16,2.000-1.000 16,2.000-1.000-1,2.000 0.000-15,2.000 1.000 16,1.000 0.000 0,-3.000 0.000-16,4.000 2.000 15,1.000 1.000 1,0.000 0.000-16,5.000-1.000 15,0.000-2.000 1,6.000 0.000-16,-2.000-2.000 16,2.000 3.000-1,0.000-1.000-15,-3.000 3.000 16,0.000-2.000 0,2.000 5.000-16,1.000-2.000 15,-1.000 0.000-15,4.000 0.000 16,3.000-2.000-1,2.000-1.000-15,0.000 2.000 16,3.000-2.000 0,-1.000 0.000-16,0.000 1.000 15,-1.000 1.000 1,4.000-1.000-16,1.000 2.000 16,1.000 0.000-1,2.000 3.000-15,-1.000-1.000 16,1.000-1.000-1,2.000-1.000-15,3.000 2.000 16,0.000 0.000 0,0.000-1.000-16,2.000-1.000 15,-1.000-1.000 1,2.000 1.000-16,-3.000 1.000 16,0.000 0.000-1,3.000 0.000-15,-2.000-1.000 16,3.000 0.000-1,1.000 0.000-15,3.000 0.000 16,1.000 0.000 0,2.000 0.000-16,-1.000 0.000 15,1.000 0.000 1,1.000 0.000-16,0.000 0.000 16,1.000 0.000-1,-2.000-1.000-15,4.000 1.000 16,0.000 0.000-1,-2.000 0.000-15,3.000 0.000 16,-2.000 0.000 0,-1.000 0.000-16,2.000 0.000 15,0.000 0.000 1,1.000 0.000 0,-2.000 0.000-16,0.000-1.000 15,-1.000 0.000 1,0.000 1.000-16,-1.000 0.000 15,0.000 0.000-15,0.000-3.000 16,1.000 1.000 0,-4.000-3.000-16,0.000 2.000 15,0.000 0.000 1,-5.000 2.000-16,-1.000-2.000 16,0.000 0.000-1,1.000-1.000-15,-2.000 0.000 16,-5.000 1.000-1,-2.000 0.000-15,-5.000-1.000 16,-2.000 3.000 0,-3.000 0.000-16,-1.000-1.000 15,-3.000 2.000 1,-6.000-2.000-16,1.000 0.000 16,-3.000 1.000-1,-6.000-2.000-15,-1.000-1.000 16,-1.000 0.000-1,-6.000 0.000-15,-2.000 1.000 16,-2.000-2.000 0,-3.000 2.000-16,-1.000 0.000 15,-3.000 0.000 1,-5.000 3.000-16,-2.000 0.000 16,-6.000-4.000-16,-3.000-6.000 15,-4.000-1.000 1,-1.000-2.000-16</inkml:trace>
  <inkml:trace contextRef="#ctx0" brushRef="#br0">12146.000 5860.000 0,'0.000'0.000'0,"0.000"0.000"16,18.000 17.000-1,10.000 2.000-15,5.000 3.000 16,3.000-5.000 0,-1.000-2.000-16,-3.000 0.000 15,-6.000-4.000 1,-6.000 2.000-16,-10.000 2.000 16,-10.000 3.000-1,-15.000 7.000-15,-14.000-1.000 16,-6.000 0.000-1,-4.000-4.000-15,11.000-17.000 16,11.000-6.000 0</inkml:trace>
  <inkml:trace contextRef="#ctx0" brushRef="#br0">12803.000 6194.000 0,'0.000'0.000'0,"0.000"0.000"15,0.000 0.000 1,0.000 0.000-16,0.000 0.000 15,0.000 0.000-15,0.000 0.000 16,0.000 0.000-16,0.000 0.000 16,0.000 0.000-1,0.000 0.000-15,0.000 0.000 16,0.000 0.000 0,0.000 0.000-16,0.000 0.000 15,13.000-13.000 1,6.000-6.000-16,2.000-4.000 15,0.000 2.000 1,-2.000 0.000-16,-2.000 5.000 16,0.000 3.000-1,-5.000 4.000-15,0.000 2.000 16,-5.000 1.000 0,1.000 1.000-16,1.000 2.000 15,4.000 4.000-15,-4.000 7.000 16,-1.000 4.000-1,2.000 1.000-15,1.000 11.000 16,2.000 4.000 0,0.000 4.000-16,2.000 1.000 15,3.000 0.000 1,2.000-1.000-16,-2.000-2.000 16,1.000-2.000-1,3.000-1.000-15,-2.000-2.000 16,3.000-4.000-1,2.000 0.000-15,-3.000-6.000 16,0.000-3.000-16,-1.000-4.000 16,-2.000-5.000-1,2.000-6.000-15,-1.000-6.000 16,-3.000-7.000 0,-4.000-2.000-16,-5.000-8.000 15,-5.000-1.000 1,-2.000-5.000-16,-1.000 5.000 15</inkml:trace>
  <inkml:trace contextRef="#ctx0" brushRef="#br0">13332.000 6091.000 0,'0.000'0.000'16,"-9.000"13.000"-16,-11.000 10.000 15,-6.000 5.000 1,-5.000 7.000-16,-5.000 4.000 16,-5.000 2.000-1,-5.000 0.000-15,3.000-5.000 16,5.000 0.000-1,4.000-3.000-15,6.000-5.000 16,6.000-8.000 0,6.000-12.000-16,7.000-8.000 15,4.000-4.000 1</inkml:trace>
  <inkml:trace contextRef="#ctx0" brushRef="#br0">8463.000 6031.000 0,'0.000'0.000'16,"0.000"0.000"-16,0.000 0.000 15,0.000 0.000 1,0.000 0.000-16,0.000 0.000 16,0.000 0.000-1,0.000 0.000-15,0.000 0.000 16,0.000 21.000 0,-1.000 8.000-16,-5.000-6.000 15,-3.000-6.000 1</inkml:trace>
  <inkml:trace contextRef="#ctx0" brushRef="#br0">8337.000 6347.000 0,'-16.000'13.000'0,"-4.000"5.000"16,-4.000 10.000-1,5.000 1.000-15,6.000 3.000 16,1.000 1.000-1,6.000 1.000-15,6.000-3.000 16,7.000 3.000 0,6.000-7.000-16,6.000-7.000 15,9.000-6.000 1,2.000-12.000-16,5.000-5.000 16,0.000-10.000-1,0.000-6.000-15,-4.000-4.000 16,-4.000-6.000-1,-6.000 0.000-15,-2.000-2.000 16,-7.000-5.000-16,-10.000 3.000 16,-7.000 3.000-1,-6.000 3.000 1,-6.000 8.000-16,-7.000 10.000 16,-8.000 9.000-16,-3.000 9.000 15,-4.000 5.000 1,0.000 2.000-16,1.000-5.000 15,7.000-6.000 1</inkml:trace>
  <inkml:trace contextRef="#ctx0" brushRef="#br0">10246.000 5972.000 0,'0.000'0.000'0,"0.000"0.000"16,4.000 23.000-1,-4.000 5.000 1,-8.000-2.000-16,-2.000-8.000 15</inkml:trace>
  <inkml:trace contextRef="#ctx0" brushRef="#br0">10330.000 6398.000 0,'0.000'0.000'0,"0.000"0.000"16,0.000 0.000 0,0.000 0.000-16,0.000 0.000 15,0.000-15.000 1,5.000-4.000-16,1.000 0.000 16,5.000 7.000-1,4.000 4.000-15,1.000 7.000 16,-1.000 4.000-1,-1.000 5.000-15,0.000 6.000 16,-3.000 4.000 0,0.000 6.000-16,-1.000 8.000 15,-2.000 5.000 1,2.000 0.000-16,3.000 2.000 16,1.000-1.000-1,2.000-2.000-15,-2.000-5.000 16,-2.000-6.000-16,-1.000-3.000 15,-3.000-7.000 1,-1.000-7.000-16,-7.000-8.000 16,3.000-5.000-1,-3.000-17.000-15,-4.000-13.000 16,-1.000 3.000 0</inkml:trace>
  <inkml:trace contextRef="#ctx0" brushRef="#br0">10650.000 6347.000 0,'0.000'0.000'0,"-17.000"19.000"16,-18.000 13.000-1,-8.000 9.000-15,-9.000 4.000 16,-1.000 2.000-1,2.000-3.000-15,5.000-3.000 16,10.000-7.000 0,11.000-6.000-16,10.000-17.000 15,5.000-8.000 1</inkml:trace>
  <inkml:trace contextRef="#ctx0" brushRef="#br0">10843.000 6646.000 0,'0.000'0.000'16,"0.000"16.000"-16,-1.000 7.000 15,-2.000 3.000 1,-1.000-1.000-16,1.000-3.000 31,2.000-3.000-31,2.000-6.000 16,2.000-4.000-16,2.000-4.000 15,5.000-1.000-15,6.000-6.000 16,3.000-9.000 0,5.000-5.000-16,0.000-2.000 15,-1.000-3.000 1,-5.000-1.000-16,-5.000 1.000 15,-7.000 4.000-15,-7.000 0.000 16,-8.000 4.000 0,-7.000 3.000-16,-5.000 4.000 15,-5.000 10.000 1,-1.000 5.000-16,1.000 1.000 16,7.000-4.000-1</inkml:trace>
  <inkml:trace contextRef="#ctx0" brushRef="#br0">10229.000 3258.000 0,'0.000'0.000'0,"0.000"0.000"16,0.000 0.000-16,4.000 19.000 15,-1.000 10.000 1,-1.000 0.000-16,-5.000-3.000 15,-3.000-6.000 1,-3.000-3.000-16,2.000-8.000 16</inkml:trace>
  <inkml:trace contextRef="#ctx0" brushRef="#br0">10254.000 3573.000 0,'2.000'19.000'0,"4.000"5.000"16,-2.000 6.000 0,-1.000-4.000-16,-4.000-4.000 15,-6.000-6.000 1,-3.000-1.000-16,3.000-2.000 16</inkml:trace>
  <inkml:trace contextRef="#ctx0" brushRef="#br0">10288.000 3914.000 0,'-3.000'21.000'15,"2.000"5.000"-15,3.000-2.000 16,4.000-7.000 0,-3.000-2.000-1,-1.000-2.000-15,-2.000 2.000 16,0.000-3.000-16</inkml:trace>
  <inkml:trace contextRef="#ctx0" brushRef="#br0">10305.000 4231.000 0,'4.000'21.000'16,"2.000"11.000"0,3.000-2.000-16,-3.000 0.000 15,-6.000-2.000 1,-5.000-7.000-16,-2.000-5.000 15</inkml:trace>
  <inkml:trace contextRef="#ctx0" brushRef="#br0">10364.000 4598.000 0,'6.000'25.000'0,"1.000"9.000"16,-1.000 0.000-1,-4.000-1.000-15,-4.000-5.000 16,-5.000-8.000 0,1.000-6.000-1</inkml:trace>
  <inkml:trace contextRef="#ctx0" brushRef="#br0">10372.000 4990.000 0,'8.000'21.000'0,"2.000"9.000"15,-2.000 3.000-15,-7.000-3.000 16,-4.000-2.000 0,-5.000-3.000-16,-2.000-2.000 15,2.000-6.000 1</inkml:trace>
  <inkml:trace contextRef="#ctx0" brushRef="#br0">10398.000 5384.000 0,'-3.000'22.000'0,"-1.000"9.000"16,1.000 2.000-1,-1.000-8.000-15,0.000-5.000 16,-2.000-5.000-1,0.000-4.000-15</inkml:trace>
  <inkml:trace contextRef="#ctx0" brushRef="#br0">10364.000 5784.000 0,'0.000'0.000'16,"0.000"0.000"-16,0.000 0.000 15,-2.000 18.000 1,-3.000 5.000-16,-4.000 2.000 16,0.000-5.000-1</inkml:trace>
  <inkml:trace contextRef="#ctx0" brushRef="#br0">10355.000 6073.000 0,'-3.000'19.000'16,"-2.000"7.000"-16,-2.000 1.000 16,3.000-4.000-1,1.000-3.000-15,-1.000-8.000 16,-2.000-2.000 0,0.000-4.000-16</inkml:trace>
  <inkml:trace contextRef="#ctx0" brushRef="#br0">10330.000 6424.000 0,'-6.000'23.000'16,"-5.000"8.000"0,3.000-1.000-16,0.000-7.000 15,1.000-1.000-15,-1.000-1.000 16,2.000-5.000-1</inkml:trace>
  <inkml:trace contextRef="#ctx0" brushRef="#br0">10296.000 6833.000 0,'-3.000'35.000'15,"-2.000"14.000"-15,2.000-2.000 16,1.000-7.000-16,-1.000-8.000 15,-1.000-4.000 1,0.000-7.000-16</inkml:trace>
  <inkml:trace contextRef="#ctx0" brushRef="#br0">10313.000 7354.000 0,'4.000'28.000'16,"2.000"10.000"-16,-3.000-1.000 16,0.000-6.000-1,-2.000-5.000-15,-1.000-4.000 16</inkml:trace>
  <inkml:trace contextRef="#ctx0" brushRef="#br0">10380.000 7789.000 0,'-3.000'25.000'0,"2.000"10.000"16,1.000-1.000-1,2.000-2.000-15,-2.000-1.000 16,-1.000-8.000-16</inkml:trace>
  <inkml:trace contextRef="#ctx0" brushRef="#br0">10372.000 6073.000 0,'0.000'0.000'0,"0.000"0.000"16,0.000 0.000-16,0.000 0.000 15,0.000 0.000 1,0.000 0.000-16,0.000 0.000 15,0.000 0.000 1,0.000 0.000-16,0.000 0.000 16,0.000 0.000-16,0.000 0.000 15,0.000 0.000 1,0.000 0.000 0,0.000 0.000-16,0.000 0.000 15,0.000 0.000-15,0.000 0.000 16,-14.000 11.000-16,-2.000 0.000 15,2.000 0.000 1,4.000-3.000-16,10.000-8.000 16,-5.000 0.000-1,5.000-5.000-15,5.000-5.000 16,2.000-1.000 0,-1.000-4.000-16,-1.000 2.000 15,-3.000 0.000 1,-1.000 5.000-16,-1.000 8.000 15,0.000 0.000-15,0.000 0.000 32,0.000 0.000-32,0.000 3.000 0,0.000 8.000 15,0.000 2.000 1,2.000 2.000-16,3.000-7.000 16,2.000-4.000-1,6.000-8.000-15,2.000-6.000 16,2.000-4.000-1,-5.000-5.000-15,-3.000-2.000 16,-2.000 5.000 0,-5.000 3.000-16,-7.000 3.000 15,-4.000 3.000 1,-2.000 6.000-16,-3.000 8.000 16,-2.000 0.000-1,3.000-1.000-15</inkml:trace>
  <inkml:trace contextRef="#ctx0" brushRef="#br0">10389.000 7995.000 0,'0.000'0.000'0,"0.000"0.000"15,0.000 0.000-15,0.000 0.000 16,0.000 0.000 0,0.000 0.000-16,-6.000 15.000 15,-3.000 2.000 1</inkml:trace>
  <inkml:trace contextRef="#ctx0" brushRef="#br0">10347.000 8224.000 0,'2.000'16.000'0,"1.000"6.000"16,1.000-3.000-16,-1.000 0.000 16,-4.000-4.000-1,-3.000-5.000-15,-2.000-2.000 16,0.000 5.000 0,4.000-2.000-16,3.000 2.000 15,1.000-1.000 1,-2.000 1.000-16,0.000 1.000 15,-3.000-2.000 1,0.000-2.000-16,2.000-1.000 16,1.000-9.000-16,0.000 0.000 15,0.000 0.000 1,0.000 0.000 0,-1.000 5.000-16</inkml:trace>
  <inkml:trace contextRef="#ctx0" brushRef="#br0">10380.000 8548.000 0,'0.000'0.000'0,"0.000"0.000"0,0.000 0.000 15,0.000 0.000 1</inkml:trace>
  <inkml:trace contextRef="#ctx0" brushRef="#br0">8531.000 6099.000 0,'0.000'0.000'15,"0.000"0.000"1,0.000 0.000-16,0.000 0.000 15,0.000 0.000-15,0.000 0.000 16,0.000 0.000 0,0.000 0.000-16</inkml:trace>
  <inkml:trace contextRef="#ctx0" brushRef="#br0">10019.000 3523.000 0,'0.000'0.000'15,"0.000"0.000"-15,16.000 2.000 16,5.000 4.000 0,0.000 0.000-16,-4.000 2.000 15,-4.000-2.000 1,-1.000-1.000-16,-1.000 3.000 16,1.000-1.000-1,1.000-1.000-15,2.000-3.000 16,2.000 1.000-1,2.000 2.000-15,0.000 0.000 16,2.000 2.000-16,-2.000 1.000 16,-1.000 3.000-1,-3.000 4.000 1,4.000-5.000-16,-1.000 4.000 16,-3.000 3.000-16,3.000 0.000 15,1.000-3.000 1,0.000 2.000-16,-5.000-1.000 15,1.000 2.000 1,1.000 3.000-16,-1.000-2.000 16,-7.000 2.000-1,-3.000-9.000-15,-3.000-6.000 16</inkml:trace>
  <inkml:trace contextRef="#ctx0" brushRef="#br0">10557.000 8131.000 0,'0.000'0.000'16,"0.000"0.000"-16,0.000 0.000 15,0.000 0.000-15,0.000 0.000 16,0.000 0.000-1,0.000 0.000-15,0.000 0.000 16,0.000 0.000 0,-3.000 18.000-16,-5.000 7.000 15,-2.000 2.000 1,-3.000 0.000-16,-3.000 2.000 16,-2.000-2.000-1,-1.000-2.000-15,-1.000 3.000 16,0.000-1.000-1,-4.000 2.000-15,-3.000 5.000 16,-1.000 0.000 0,-3.000 0.000-16,0.000-1.000 15,-2.000-1.000 1,2.000-3.000-16,-1.000-4.000 16,1.000-4.000-1,3.000-3.000-15,3.000-2.000 16,7.000-6.000-16</inkml:trace>
  <inkml:trace contextRef="#ctx0" brushRef="#br0">10179.000 3677.000 0,'13.000'-2.000'0,"6.000"2.000"15,-5.000 0.000 1,-5.000 2.000-16,-9.000-2.000 16,0.000 0.000-1,0.000 0.000-15,0.000 0.000 16,0.000 0.000-1,0.000 0.000-15,0.000 0.000 16,0.000 0.000-16,0.000 0.000 16,0.000 0.000-1,0.000 0.000-15,0.000 0.000 16,0.000 0.000 0,0.000 0.000-16,1.000 4.000 15,-4.000 3.000-15,-4.000 1.000 16,-1.000 0.000-1,1.000 1.000-15,-2.000 1.000 16,-1.000 3.000 0,1.000-1.000-16,-1.000 0.000 15,4.000 1.000 1,-2.000 0.000-16,-3.000 1.000 16,1.000 2.000-1,-1.000 0.000-15,-2.000 1.000 16,3.000 2.000-1,-2.000 1.000-15,-2.000 0.000 16,0.000 1.000 0,0.000-2.000-16,0.000 1.000 15,0.000 2.000 1,2.000 0.000 0,-1.000 1.000-16,-3.000-1.000 15,0.000 2.000-15,-2.000-2.000 16,-1.000 4.000-16,3.000-2.000 15,-3.000 0.000 1,2.000 2.000-16,1.000 2.000 16,1.000-4.000-1,-2.000 0.000-15,0.000 2.000 16,0.000 3.000 0,-2.000-3.000-16,-1.000 2.000 15,0.000 0.000 1,-2.000-1.000-16,2.000 0.000 15,0.000-2.000 1,0.000 4.000-16,0.000 2.000 16,0.000-1.000-1,0.000-1.000-15,-2.000 1.000 16,1.000 0.000 0,1.000-1.000-1,0.000 3.000-15,1.000-3.000 16,1.000-1.000-16,-2.000 2.000 15,2.000 0.000 1,2.000-1.000-16,-1.000-1.000 16,0.000 4.000-1,0.000-1.000-15,-1.000 0.000 16,-3.000 1.000-16,2.000-1.000 16,0.000-1.000-1,-2.000 1.000-15,2.000 1.000 16,0.000-3.000-1,-3.000 3.000-15,0.000-2.000 16,1.000 1.000 0,0.000 1.000-16,1.000 1.000 15,1.000-2.000 1,-1.000-2.000-16,-3.000 0.000 16,4.000 1.000-1,-1.000 0.000 1,1.000-1.000-16,1.000 1.000 15,-4.000-3.000-15,-2.000 3.000 16,3.000 1.000 0,-4.000 0.000-16,2.000-2.000 15,1.000-2.000 1,2.000-2.000-16,2.000-1.000 16,0.000-2.000-1,0.000 0.000-15,-2.000-1.000 16,4.000 3.000-1,-2.000 0.000-15,-2.000 1.000 16,2.000 0.000 0,-1.000-1.000-16,2.000-1.000 15,2.000-4.000 1,0.000-1.000-16,0.000 0.000 16,-1.000-1.000-1,-1.000 1.000-15,1.000 1.000 16,2.000 1.000-16,0.000-3.000 15,1.000-1.000 1,3.000-2.000-16,0.000-5.000 16,3.000-3.000-1,1.000-6.000-15,2.000-11.000 16,0.000-3.000 0</inkml:trace>
  <inkml:trace contextRef="#ctx0" brushRef="#br0">10187.000 3745.000 0,'0.000'0.000'0,"0.000"0.000"16,0.000 0.000-16,0.000 0.000 15,0.000 0.000 1,0.000 0.000-16,-12.000 21.000 16,-10.000 8.000-1,-11.000-1.000-15,-6.000 0.000 16,-4.000-2.000 0,-6.000-3.000-16,1.000-2.000 15,3.000 1.000 1,4.000-5.000-16,8.000-5.000 15,7.000-12.000 1,10.000-15.000-16,6.000-1.000 16</inkml:trace>
  <inkml:trace contextRef="#ctx0" brushRef="#br0">10145.000 3779.000 0,'0.000'0.000'0,"9.000"28.000"15,-2.000 21.000 1,-4.000 12.000-16,-9.000 8.000 15,-8.000-1.000 1,-6.000-11.000 0,3.000-16.000-16</inkml:trace>
  <inkml:trace contextRef="#ctx0" brushRef="#br0">8497.000 6125.000 0,'0.000'0.000'0,"-6.000"-9.000"16,-3.000-5.000-16,3.000 4.000 16,6.000 10.000-1,0.000 0.000-15,0.000 0.000 16,0.000 0.000 0,0.000 0.000-16,1.000 3.000 15,4.000 7.000-15,0.000 5.000 16,0.000 1.000-1,2.000-2.000-15,1.000 4.000 16,1.000-3.000 0,2.000 4.000-16,1.000-1.000 15,-2.000 4.000 1,-1.000 1.000-16,1.000 1.000 16,3.000 2.000-1,1.000-3.000-15,1.000 1.000 16,0.000-3.000-1,4.000 2.000-15,2.000 0.000 16,0.000 0.000 0,-2.000-2.000-16,3.000 3.000 15,0.000-1.000 1,1.000 2.000-16,0.000-2.000 16,-2.000-1.000-1,4.000 1.000-15,1.000-2.000 16,-2.000 2.000-1,0.000 1.000-15,0.000 1.000 16,1.000 2.000-16,-3.000-2.000 16,-1.000 0.000-1,4.000 3.000-15,-1.000 0.000 16,2.000-2.000 0,0.000 1.000-16,-2.000 1.000 15,-2.000-3.000 1,2.000 4.000-16,-2.000 1.000 15,1.000-1.000 1,1.000 1.000-16,-3.000 0.000 16,3.000 1.000-1,-1.000-2.000-15,0.000 2.000 16,0.000-2.000 0,1.000 1.000-16,-2.000 2.000 15,2.000 0.000 1,-1.000 2.000-16,0.000 0.000 15,-1.000-1.000 1,3.000-1.000-16,-1.000-1.000 16,-1.000 2.000-1,3.000-2.000-15,0.000 3.000 16,-1.000-1.000 0,-1.000 1.000-16,-2.000 0.000 15,0.000-3.000 1,-1.000 0.000-16,0.000 0.000 15,1.000-2.000 1,-2.000-1.000-16,2.000-2.000 16,1.000 2.000-16,-2.000 0.000 15,-2.000-1.000 1,2.000 2.000-16,-4.000 1.000 16,1.000-2.000-1,-2.000 3.000-15,2.000-3.000 16,2.000-2.000-1,-1.000-2.000-15,2.000 0.000 16,-3.000-1.000 0,0.000 2.000-16,2.000-3.000 15,-4.000 1.000 1,0.000-3.000-16,0.000 0.000 16,1.000-1.000-1,-1.000 1.000-15,-1.000-2.000 16,0.000-1.000-1,-1.000-1.000-15,0.000 0.000 16,3.000-2.000-16,-1.000-1.000 16,-3.000 1.000-1,-2.000-3.000-15,-2.000-2.000 16,-1.000-2.000 0,-2.000 1.000-16,-1.000-2.000 15,-5.000-6.000 1,8.000 4.000-16,-8.000-4.000 15,0.000 0.000 1,5.000-2.000-16</inkml:trace>
  <inkml:trace contextRef="#ctx0" brushRef="#br0">9926.000 8284.000 0,'0.000'0.000'0,"0.000"0.000"15,14.000 9.000 1,5.000 2.000-16,3.000 6.000 16,0.000 0.000-1,1.000-1.000-15,0.000 2.000 16,-3.000 0.000-1,1.000 0.000-15,1.000-2.000 16,4.000-2.000 0,-2.000-1.000-16,1.000 1.000 15,0.000-1.000 1,-4.000-3.000-16,-1.000-3.000 16,2.000-2.000-1,-5.000-2.000-15,-1.000-2.000 16,-1.000-2.000-16,-2.000-2.000 15,-4.000-1.000 1,-2.000 0.000-16,-7.000 4.000 16,5.000-4.000-1,-2.000-3.000-15,-1.000 0.000 16,0.000-2.000 0,-2.000-2.000-16,-2.000-1.000 15,-1.000-11.000 1,-2.000-6.000-16,-5.000-7.000 15,-4.000-6.000 1,-7.000-10.000-16,-4.000-11.000 16,-3.000-7.000-1,-9.000-7.000-15,-3.000-2.000 16,8.000 17.000 0</inkml:trace>
  <inkml:trace contextRef="#ctx0" brushRef="#br0">10750.000 3130.000 0,'12.000'6.000'0,"4.000"2.000"16,-2.000 1.000 0,-1.000-4.000-16,0.000-2.000 15,2.000 2.000 1,1.000 0.000-16,0.000 2.000 15,0.000 4.000 1,4.000 0.000-16,-1.000 2.000 16,-1.000 4.000-1,2.000 3.000-15,-2.000 1.000 16,1.000 4.000 0,1.000 3.000-16,-2.000 4.000 15,0.000 3.000-15,-2.000 4.000 16,-2.000 4.000-1,-2.000 1.000-15,-1.000 0.000 16,0.000-2.000 0,1.000 3.000-1,2.000-1.000-15,-1.000 0.000 16,0.000 1.000-16,-4.000-1.000 16,-5.000 0.000-1,-2.000-3.000-15,-5.000-6.000 16,-3.000-12.000-1,-8.000-12.000-15,2.000-9.000 16</inkml:trace>
  <inkml:trace contextRef="#ctx0" brushRef="#br0">10784.000 3105.000 0,'0.000'0.000'0,"0.000"0.000"16,8.000 18.000 0,2.000 15.000-16,-3.000 7.000 15,-4.000 3.000 1,-3.000 3.000-16,-2.000-6.000 31,-2.000-4.000-31,1.000-7.000 0,2.000-8.000 16,1.000-4.000-1,-3.000-2.000-15,-1.000-7.000 16,4.000-8.000 0,-8.000-5.000-16,4.000-15.000 15,-4.000-7.000 1,-1.000-6.000-16,1.000 5.000 16</inkml:trace>
  <inkml:trace contextRef="#ctx0" brushRef="#br0">10768.000 3181.000 0,'0.000'0.000'16,"28.000"-3.000"0,18.000 0.000-16,7.000 2.000 15,-3.000-1.000-15,-9.000-4.000 16,-11.000 1.000-1</inkml:trace>
  <inkml:trace contextRef="#ctx0" brushRef="#br0">11289.000 3293.000 0,'6.000'37.000'0,"1.000"15.000"15,0.000 1.000-15,0.000-8.000 16,1.000-11.000 0,2.000-7.000-16,2.000-9.000 15,3.000-11.000 1,5.000-7.000-16,1.000-13.000 16,4.000-9.000-1,6.000-8.000-15,0.000-8.000 16,-2.000-3.000-1,-3.000 3.000-15,-2.000 7.000 16,-6.000 8.000 0,-6.000 6.000-16,-12.000 17.000 15,8.000-7.000 1,-3.000 13.000-16,0.000 10.000 16,-1.000 12.000-16,1.000 6.000 15,3.000 1.000 1,0.000 0.000-16,4.000-5.000 15,4.000-9.000 1,3.000-8.000-16,1.000-6.000 16,2.000-11.000-1,5.000-9.000-15,-2.000-11.000 16,-4.000-14.000 0,-3.000-8.000-16,-7.000-2.000 15,-7.000-1.000 1,-4.000 6.000-16,-6.000 11.000 15,-3.000 8.000-15,-2.000 9.000 16,-2.000 10.000 0,-2.000 1.000-16,1.000 3.000 15</inkml:trace>
  <inkml:trace contextRef="#ctx0" brushRef="#br0">10380.000 8915.000 0,'0.000'0.000'15,"0.000"0.000"-15,0.000 0.000 16,0.000 0.000 0,0.000 0.000-16,12.000 14.000 15,7.000 4.000 1,6.000-3.000-16,6.000-5.000 15,3.000-6.000 1,2.000-4.000-16,3.000-7.000 16,2.000-10.000-1,3.000-3.000-15,0.000-4.000 16,-2.000-5.000-16,4.000-2.000 16,0.000-3.000-1,0.000-4.000 1,0.000-3.000-16,-2.000 1.000 15,3.000-2.000-15,-1.000-1.000 16,-2.000-3.000 0,-1.000-1.000-1,-1.000 1.000-15,-5.000 3.000 16,-4.000 4.000 0,-4.000 1.000-16,-3.000 3.000 15,-3.000 3.000-15,-3.000 4.000 16,-3.000 3.000-1,-4.000 1.000-15,-4.000 9.000 32,-4.000 1.000-32,-1.000 6.000 0,-2.000 1.000 15,-2.000 7.000 1,0.000 0.000-16,0.000 0.000 16,0.000 0.000-1,-3.000-6.000-15,-3.000 5.000 16,-1.000 1.000-16,0.000 2.000 15,-1.000 4.000 1,-3.000 7.000-16,-3.000 3.000 16,-8.000 1.000-1,-3.000 2.000-15,-9.000 8.000 16,-3.000 0.000 0,0.000 1.000-16,2.000-4.000 15,6.000-5.000 1,3.000-9.000-16,9.000-5.000 15</inkml:trace>
  <inkml:trace contextRef="#ctx0" brushRef="#br0">11440.000 8224.000 0,'0.000'40.000'16,"-1.000"20.000"-16,1.000 6.000 16,1.000 0.000-1,-1.000-18.000-15</inkml:trace>
  <inkml:trace contextRef="#ctx0" brushRef="#br0">11356.000 8780.000 0,'-10.000'17.000'0,"-5.000"15.000"16,-5.000 6.000-1,3.000 7.000-15,3.000 3.000 16,7.000-5.000 0,5.000-7.000-16,8.000-7.000 15,7.000-10.000-15,9.000-9.000 16,3.000-10.000-1,5.000-12.000-15,2.000-8.000 16,5.000-11.000 0,1.000-2.000-16,-2.000 0.000 15,-2.000-1.000 1,-3.000 3.000-16,-8.000 10.000 16,-8.000 6.000-1,-3.000 9.000-15,-3.000 9.000 16,-4.000 8.000-1,-3.000 10.000 1,1.000 3.000-16,2.000 5.000 16,2.000 0.000-16,5.000-1.000 15,0.000-5.000 1,4.000-4.000-16,-1.000-7.000 16,6.000-12.000-1,-1.000-10.000-15,3.000-11.000 16,1.000-7.000-1,1.000-8.000-15,-5.000-5.000 16,-4.000-5.000 0,-3.000 2.000-16,-8.000 3.000 15,-6.000 8.000-15,-13.000 6.000 16,0.000 10.000 0</inkml:trace>
  <inkml:trace contextRef="#ctx0" brushRef="#br0">7218.000 8019.000 0,'0.000'0.000'16,"0.000"0.000"-16,0.000 0.000 15,9.000 19.000 1,2.000 15.000-16,-4.000 9.000 16,-3.000 6.000-1,-2.000 4.000-15,-1.000 5.000 16,-2.000-1.000-1,1.000-7.000-15,1.000-7.000 16,4.000-9.000 0,5.000-8.000-16,3.000-8.000 15,6.000-13.000 1,3.000-9.000-16,6.000-8.000 16,4.000-10.000-16,3.000-8.000 15,1.000-7.000 1,-1.000-5.000-16,-1.000-3.000 15,-2.000-2.000 1,-5.000-3.000-16,-2.000 2.000 16,-5.000-2.000-1,-5.000 5.000 1,-4.000 5.000-16,-5.000 6.000 16,-8.000 11.000-16,-6.000 7.000 15,0.000 5.000 1,2.000 4.000-16,6.000 7.000 15,0.000 0.000 1,-4.000-5.000-16</inkml:trace>
  <inkml:trace contextRef="#ctx0" brushRef="#br0">7950.000 8088.000 0,'0.000'0.000'16,"0.000"0.000"-16,19.000 8.000 15,9.000 4.000 1,3.000-3.000-16,1.000-1.000 15,-3.000-1.000 1,-2.000 3.000-16,-3.000-3.000 16,-1.000 3.000-16,-6.000 0.000 15,-6.000-2.000 1,-5.000 0.000-16,-4.000 2.000 16,-8.000 2.000-1,-7.000 2.000-15,-11.000 5.000 16,-8.000 5.000-1,-11.000 4.000-15,-3.000 0.000 16,0.000-1.000 0,2.000-2.000-16,7.000-7.000 15,11.000-6.000 1,10.000-8.000-16,12.000-10.000 16,4.000-4.000-1</inkml:trace>
  <inkml:trace contextRef="#ctx0" brushRef="#br0">8480.000 8036.000 0,'-6.000'18.000'0,"-7.000"17.000"16,-1.000 5.000 0,-1.000 7.000-16,0.000 5.000 15,6.000-1.000 1,2.000-5.000-16,7.000-6.000 16,8.000-8.000-1,8.000-10.000 1,3.000-10.000-1,8.000-11.000-15,5.000-11.000 0,5.000-9.000 16,-3.000-10.000 0,-1.000-9.000-1,-4.000-3.000-15,-4.000-1.000 16,-8.000-1.000-16,-9.000 3.000 16,-5.000 2.000-1,-5.000 6.000-15,-7.000-1.000 16,-6.000 6.000-1,-4.000 8.000-15,-6.000 10.000 16,-3.000 8.000 0,-1.000 9.000-16,3.000 9.000 15,4.000-1.000 1</inkml:trace>
  <inkml:trace contextRef="#ctx0" brushRef="#br0">7454.000 3480.000 0,'0.000'0.000'0,"18.000"-13.000"16,10.000-5.000-1,0.000 3.000-15,4.000 2.000 16,1.000 8.000 0,-1.000 7.000-16,-6.000 3.000 15,-2.000 8.000 1,-5.000 4.000-16,-3.000 7.000 16,-3.000 2.000-1,-4.000 2.000-15,-8.000 2.000 16,-2.000-1.000-1,0.000-3.000-15,3.000-1.000 16,4.000-8.000 0,9.000-7.000-16,3.000-10.000 15,8.000-14.000 1,6.000-12.000-16,5.000-8.000 16,1.000-8.000-1,0.000-6.000-15,-2.000-1.000 16,-8.000-3.000-1,-9.000 4.000 1,-8.000 5.000-16,-9.000 6.000 16,-9.000 7.000-16,-4.000 6.000 15,2.000 9.000-15,-1.000 3.000 16,1.000 3.000 0,2.000 4.000-1,1.000 2.000-15,0.000-1.000 16,1.000-2.000-16</inkml:trace>
  <inkml:trace contextRef="#ctx0" brushRef="#br0">8363.000 3301.000 0,'0.000'0.000'16,"0.000"0.000"-16,4.000 16.000 15,-4.000 8.000-15,-16.000 1.000 16,-13.000 4.000-1,-10.000 0.000-15,-3.000-4.000 16,2.000-5.000 0,11.000-1.000-16,10.000-8.000 15,7.000-3.000 1,12.000-8.000-16,3.000 9.000 16,11.000-1.000-1,12.000 0.000-15,8.000 1.000 16,6.000 0.000-1,1.000-2.000-15,-1.000 5.000 16,-2.000-3.000 0,-7.000 1.000-16,-9.000-6.000 15,-6.000-4.000 1,-2.000-7.000-16,-4.000-7.000 31,-13.000-11.000-31,-5.000-2.000 0</inkml:trace>
  <inkml:trace contextRef="#ctx0" brushRef="#br0">8623.000 3378.000 0,'0.000'0.000'0,"0.000"0.000"16,-8.000 25.000 0,-5.000 13.000-16,1.000 3.000 15,2.000 0.000 1,8.000-4.000-16,6.000-5.000 16,8.000-11.000-16,7.000-7.000 15,4.000-7.000 1,8.000-11.000-16,4.000-5.000 15,1.000-8.000 1,-3.000-5.000-16,-5.000-7.000 16,-8.000-1.000-1,-8.000-4.000-15,-11.000-4.000 16,-14.000-2.000 0,-10.000 5.000-1,-10.000 7.000-15,-6.000 11.000 16,0.000 17.000-16,3.000 17.000 15,-1.000-11.000 1,7.000-6.000-16</inkml:trace>
  <inkml:trace contextRef="#ctx0" brushRef="#br0">9127.000 6099.000 0,'0.000'0.000'0,"0.000"0.000"16,0.000 0.000-16,0.000 0.000 15,0.000 0.000 1,0.000 0.000-16,9.000 11.000 15,0.000 6.000 1,-1.000 1.000-16,-3.000-2.000 16,-3.000-4.000-1,-1.000-1.000-15,-1.000-1.000 16,-1.000 1.000-16,0.000 1.000 16,0.000-4.000-1,0.000 1.000-15,0.000 0.000 16,1.000 1.000-1,0.000 2.000-15,-2.000-1.000 16,-1.000 4.000 0,0.000-2.000-16,-1.000 3.000 15,0.000-1.000 1,0.000 0.000-16,0.000 0.000 16,-3.000-3.000-1,3.000 0.000-15,-2.000 3.000 16,0.000-2.000-1,0.000 2.000-15,0.000-1.000 16,0.000 3.000 0,-2.000-3.000-16,1.000 0.000 15,-3.000 1.000-15,3.000 0.000 16,-2.000 3.000 0,-3.000 0.000-16,1.000-3.000 15,0.000 1.000 1,-2.000 3.000-16,3.000-5.000 15,0.000-2.000 1,-4.000 1.000-16,1.000-2.000 16,2.000 0.000-1,-1.000-1.000-15,1.000-2.000 16,2.000-3.000 0,2.000 1.000-16,1.000-3.000 15,0.000-3.000-15,-1.000-8.000 16,0.000-1.000-1</inkml:trace>
  <inkml:trace contextRef="#ctx0" brushRef="#br0">8942.000 6475.000 0,'0.000'0.000'0,"0.000"0.000"16,0.000 0.000 0,4.000 15.000-16,2.000 8.000 15,-4.000 0.000-15,-3.000 2.000 16,-2.000-2.000 0,-2.000 2.000-16,0.000-4.000 15,-1.000-2.000 1,-3.000-2.000-16,2.000 0.000 15,0.000-3.000 1,1.000-1.000-16,2.000-3.000 16,0.000-2.000-1,4.000-8.000-15,0.000 0.000 16,0.000 0.000 0,9.000 7.000-16,7.000-6.000 15,5.000-2.000 1,10.000-4.000-16,7.000 1.000 15,-1.000-5.000-15,-9.000-1.000 16</inkml:trace>
  <inkml:trace contextRef="#ctx0" brushRef="#br0">9733.000 6543.000 0,'0.000'0.000'0,"-17.000"18.000"15,-11.000 6.000 1,-4.000 4.000-16,-2.000-1.000 16,6.000-3.000-1,4.000-6.000-15,8.000-4.000 16,7.000-3.000 0,7.000-1.000-16,7.000-2.000 15,7.000 2.000 1,6.000-1.000-16,4.000 3.000 15,-1.000 0.000-15,1.000-1.000 16,-4.000 0.000 0,-2.000-2.000-16,-1.000-6.000 15,-2.000-12.000 1,-4.000-1.000-16</inkml:trace>
  <inkml:trace contextRef="#ctx0" brushRef="#br0">9843.000 6603.000 0,'0.000'0.000'16,"0.000"0.000"-16,0.000 0.000 15,4.000 21.000 1,1.000 9.000 0,-5.000 6.000-16,0.000-4.000 0,2.000-5.000 15,4.000-6.000 1,2.000-7.000 0,3.000-6.000-16,2.000-5.000 15,5.000-6.000-15,1.000-7.000 16,0.000-7.000-1,0.000-5.000-15,-6.000-4.000 16,-5.000-7.000 0,-4.000-2.000-16,-4.000 2.000 15,-5.000 5.000 1,-1.000 5.000-16,-3.000 10.000 16,-6.000 11.000-1,-6.000 18.000-15,-10.000 13.000 16,2.000-4.000-1</inkml:trace>
  <inkml:trace contextRef="#ctx0" brushRef="#br0">9338.000 6329.000 0,'0.000'0.000'0,"0.000"0.000"15,0.000 0.000-15,0.000 0.000 16,0.000 0.000 0,0.000 0.000-16,0.000 0.000 15,-6.000 14.000-15,-3.000 9.000 16,0.000 2.000 0,-1.000 0.000-16,2.000-1.000 15,2.000-1.000 1,-1.000-2.000-16,3.000 1.000 15,1.000 0.000 1,2.000-1.000-16,2.000 0.000 16,1.000-2.000-1,3.000-1.000-15,4.000-4.000 16,3.000 0.000 0,2.000-4.000-16,-2.000-5.000 15,7.000-3.000 1,3.000-6.000-16,4.000-5.000 15,-2.000-2.000 1,1.000-4.000-16,-3.000-1.000 16,-2.000 0.000-1,-3.000-2.000-15,-3.000-4.000 16,-5.000-1.000 0,-1.000 1.000-16,-2.000-2.000 15,-3.000 2.000-15,-2.000-2.000 16,0.000 6.000-1,-2.000 1.000-15,-2.000 4.000 16,0.000 1.000 0,-3.000 2.000-1,-4.000 1.000-15,-1.000 3.000 16,3.000 0.000-16,-2.000 2.000 16,1.000 4.000-1,2.000 3.000-15,0.000 1.000 16,-1.000 3.000-16,1.000 2.000 15,-1.000 4.000 1,2.000 1.000-16,-5.000 1.000 16,2.000 2.000-1,3.000 0.000 1,0.000 5.000-16,-1.000-1.000 16,0.000 3.000-16,-3.000 1.000 15,3.000 5.000 1,-3.000-1.000-16,2.000 2.000 15,1.000 0.000 1,1.000-3.000-16,-1.000 1.000 16,5.000 1.000-1,-1.000 1.000-15,0.000-3.000 16,-2.000-1.000 0,1.000-1.000-16,0.000 0.000 15,0.000-2.000 1,-1.000-2.000-16,2.000-3.000 15,2.000-4.000-15,-2.000-3.000 16,0.000-4.000 0,3.000-8.000-16,-5.000 2.000 15,0.000-4.000 1</inkml:trace>
  <inkml:trace contextRef="#ctx0" brushRef="#br0">9397.000 5989.000 0,'0.000'0.000'15,"0.000"0.000"1,0.000 0.000-16,0.000 0.000 16,0.000 0.000-16,0.000 0.000 15,0.000 0.000 1,-3.000 14.000-16,-3.000 4.000 16,1.000-4.000-1,-2.000-3.000-15,3.000-5.000 16,4.000-6.000-1,-5.000 5.000-15,5.000-5.000 16,-6.000 5.000-16,6.000-5.000 16,0.000 0.000-1,0.000 0.000-15,0.000 0.000 16,0.000 0.000 0,0.000 0.000-16,0.000 0.000 15,0.000 0.000 1,0.000 0.000-16,-3.000-3.000 15,4.000-6.000-15,-1.000-2.000 16,1.000 1.000 0,-1.000-2.000-16,-1.000-3.000 15,0.000-4.000 1,1.000 3.000-16,-2.000 1.000 16,-2.000-1.000-1,0.000 2.000-15,-2.000 1.000 16,0.000-1.000-1,-1.000-2.000-15,0.000 3.000 16,0.000-3.000 0,1.000 0.000-16,0.000 3.000 15,0.000-1.000 1,0.000-2.000-16,-1.000 3.000 16,0.000-1.000-16,-1.000 0.000 15,2.000 2.000 1,1.000-2.000-16,-2.000 3.000 15,3.000-2.000 1,-2.000 2.000-16,0.000 0.000 16,2.000 3.000-1,-2.000-6.000-15,-1.000 6.000 16,3.000-1.000 0,-4.000 0.000-16,2.000 1.000 15,2.000 1.000 1,0.000-2.000-16,-2.000 3.000 15,1.000-1.000 1,-1.000 2.000-16,2.000-1.000 16,-1.000 3.000-16,0.000-1.000 15,1.000 0.000 1,0.000-1.000-16,4.000 5.000 16,0.000 0.000-16,-4.000-6.000 15,-1.000 1.000 1,5.000 5.000-1,-4.000-5.000-15,4.000 5.000 16,-6.000-7.000-16,-1.000 3.000 16,2.000-3.000-1,5.000 7.000-15,-6.000-4.000 16,6.000 4.000 0,-6.000-4.000-16,2.000 0.000 15,4.000 4.000 1,0.000 0.000-16,-7.000-5.000 15,3.000 0.000-15,4.000 5.000 16,-5.000-3.000 0,5.000 3.000-16,0.000 0.000 15,0.000 0.000 1,0.000 0.000-16,0.000 0.000 16,0.000 0.000-1,0.000 0.000-15,0.000 0.000 16,0.000 0.000-16,0.000 0.000 15,0.000 0.000 1,0.000 4.000-16,3.000 6.000 16,1.000 3.000-1,2.000 1.000-15,-3.000 8.000 16,-2.000 0.000 0,-3.000 2.000-16,1.000 3.000 15,1.000 0.000 1,-1.000-6.000-16,1.000-2.000 15,0.000-1.000 1,-1.000-6.000-16,-3.000-12.000 16,-1.000-11.000-16,1.000-1.000 15</inkml:trace>
  <inkml:trace contextRef="#ctx0" brushRef="#br0">9161.000 5460.000 0,'0.000'0.000'16,"0.000"0.000"-16,0.000 0.000 15,0.000 0.000 1,0.000 0.000-16,16.000 12.000 16,7.000 5.000-1,4.000 1.000-15,-3.000-5.000 16,1.000-4.000-16,-4.000 0.000 15,-10.000-15.000 1,-7.000-2.000-16</inkml:trace>
  <inkml:trace contextRef="#ctx0" brushRef="#br0">9540.000 5366.000 0,'0.000'0.000'15,"0.000"0.000"1,-1.000 18.000-16,-2.000 13.000 16,-2.000 2.000-16,2.000 0.000 15,5.000-1.000 1,4.000-5.000-16,3.000-3.000 16,0.000-6.000-1,5.000-5.000-15,4.000-8.000 16,2.000-6.000-1,4.000-7.000-15,3.000-7.000 16,-2.000-7.000 0,0.000-4.000-16,-3.000-2.000 15,-7.000 0.000 1,-4.000 0.000-16,-7.000 1.000 16,-4.000 5.000-1,-6.000 0.000-15,-2.000 3.000 16,-1.000 6.000-16,0.000 3.000 15,1.000 3.000 1,-1.000 7.000-16,0.000 3.000 16,1.000 7.000-1,-3.000 7.000 1,3.000 13.000-16,-1.000 3.000 16,-2.000 4.000-16,5.000 5.000 15,2.000 1.000 1,2.000 0.000-16,2.000 1.000 15,0.000-3.000 1,0.000-5.000-16,0.000-7.000 16,0.000 2.000-1,-1.000-6.000-15,-4.000-9.000 16,1.000-4.000 0</inkml:trace>
  <inkml:trace contextRef="#ctx0" brushRef="#br0">9884.000 5478.000 0,'0.000'0.000'0,"0.000"0.000"15,0.000 0.000-15,0.000 0.000 16,22.000 0.000 0,6.000 0.000-16,2.000 1.000 15,-5.000 2.000 1,-1.000 1.000-16,-5.000 1.000 15,-7.000 2.000 1,-4.000-1.000-16,-1.000-3.000 16,-4.000 4.000-1,-7.000 3.000-15,-10.000 2.000 16,-4.000 6.000-16,-8.000 5.000 16,-2.000-1.000-1,-1.000 0.000-15,3.000-4.000 16,3.000-1.000-1,6.000-2.000-15,7.000-9.000 16,4.000-6.000 0,6.000-12.000-16,3.000-9.000 15,2.000 1.000 1</inkml:trace>
  <inkml:trace contextRef="#ctx0" brushRef="#br0">10179.000 5417.000 0,'2.000'21.000'0,"-3.000"12.000"16,1.000 0.000-1,0.000 4.000 1,2.000-4.000-16,0.000-4.000 16,4.000-4.000-1,-1.000-5.000-15,4.000-8.000 16,0.000-2.000-16,2.000-7.000 16,1.000-6.000-1,3.000-7.000-15,0.000-6.000 16,1.000-5.000-1,0.000-3.000-15,-3.000-1.000 16,-4.000-4.000 0,-3.000 4.000-16,-6.000-3.000 15,-4.000 1.000 1,-6.000 2.000-16,-2.000 2.000 16,0.000 5.000-1,2.000 5.000 1,1.000 5.000-16,0.000 9.000 15,-2.000 12.000-15,-3.000 11.000 16,-2.000 0.000-16,2.000-5.000 16</inkml:trace>
  <inkml:trace contextRef="#ctx0" brushRef="#br0">15174.000 3080.000 0,'0.000'0.000'0,"0.000"0.000"16,0.000 0.000-1,0.000 0.000-15,0.000 0.000 16,21.000-7.000-1,20.000-2.000 1,5.000 0.000-16,0.000 2.000 0,-3.000 2.000 16,-7.000 0.000-1,-9.000 5.000-15,-7.000 0.000 16,-20.000 0.000 0,6.000 10.000-16,-11.000 5.000 15,-15.000 9.000 1,-9.000 3.000-16,-8.000 2.000 15,2.000-1.000 1,3.000-1.000-16,9.000-4.000 16,10.000-4.000-16,16.000-8.000 31,14.000-9.000-31,20.000-9.000 0,12.000-11.000 16,11.000-1.000-1,1.000-5.000 1,-6.000 2.000-16,-11.000 5.000 15,-14.000 5.000 1,-15.000 0.000-16,-12.000 6.000 16,-15.000-4.000-16,-10.000-5.000 15,0.000 1.000 1</inkml:trace>
  <inkml:trace contextRef="#ctx0" brushRef="#br0">15266.000 2839.000 0,'-25.000'10.000'16,"-12.000"13.000"-16,-3.000 17.000 15,-1.000 15.000 1,4.000 11.000-16,3.000 14.000 15,8.000 6.000 1,8.000 2.000-16,17.000-13.000 16,15.000-12.000-1,12.000-10.000-15,12.000-17.000 16,13.000-11.000 0,12.000-16.000-16,10.000-17.000 15,-1.000-13.000 1,0.000-10.000-1,-7.000-11.000-15,-6.000-5.000 16,-9.000-11.000 0,-7.000-10.000-16,-11.000-4.000 15,-13.000-1.000 1,-17.000 4.000-16,-18.000 5.000 16,-15.000 9.000-1,-17.000 13.000-15,-12.000 11.000 16,-9.000 20.000-1,-9.000 17.000-15,-1.000 14.000 16,4.000 19.000 0,2.000 6.000-16,17.000-12.000 15</inkml:trace>
  <inkml:trace contextRef="#ctx0" brushRef="#br0">16032.000 6211.000 0,'25.000'7.000'0,"11.000"4.000"16,-4.000-2.000-16,-3.000-7.000 16,-10.000-7.000-1,-6.000-2.000-15</inkml:trace>
  <inkml:trace contextRef="#ctx0" brushRef="#br0">16225.000 6228.000 0,'-16.000'4.000'0,"-5.000"2.000"15,0.000-4.000 1,1.000-1.000-16,3.000-3.000 16,3.000-1.000-1,4.000 0.000-15,4.000-1.000 16,6.000 4.000-1,0.000 0.000-15,0.000 0.000 16,0.000 0.000 0,0.000 0.000-16,0.000 0.000 15,0.000 0.000-15,3.000 3.000 16,7.000 1.000 0,5.000 3.000-16,1.000 0.000 15,0.000-1.000 1,2.000-1.000-16,4.000 0.000 15,2.000-3.000 1,0.000 2.000-16,6.000 1.000 16,2.000 2.000-16,0.000-2.000 15,-1.000-1.000 1,3.000-2.000-16,0.000-2.000 16,5.000-2.000-1,0.000 2.000 1,1.000 3.000-16,4.000-4.000 15,2.000 1.000-15,0.000-2.000 16,2.000 2.000 0,2.000 3.000-16,1.000-3.000 15,-1.000 1.000 1,-1.000 4.000-16,1.000-1.000 16,4.000-1.000-1,2.000 0.000-15,4.000 0.000 16,2.000 0.000-1,2.000-1.000 1,-1.000-1.000-16,3.000 1.000 16,-1.000 2.000-16,2.000 0.000 15,2.000-1.000 1,3.000 1.000-16,3.000-3.000 16,1.000-1.000-1,6.000-1.000-15,1.000-2.000 16,-3.000 1.000-1,2.000 0.000-15,1.000 2.000 16,-4.000 0.000 0,3.000 0.000-16,1.000-2.000 15,-2.000 0.000 1,3.000-1.000-16,5.000 0.000 16,1.000-1.000-1,1.000 0.000-15,-1.000 1.000 16,2.000 2.000-1,-2.000-2.000 1,-2.000-1.000-16,2.000 4.000 16,2.000-5.000-1,0.000 1.000-15,1.000 0.000 16,-1.000 0.000 0,1.000 0.000-16,-5.000 3.000 15,0.000 1.000 1,2.000 0.000-16,-2.000-1.000 15,2.000-1.000 1,0.000-2.000-16,3.000 2.000 16,-2.000-2.000-1,1.000 2.000-15,-1.000-3.000 16,0.000 1.000 0,-4.000 0.000-16,-1.000 2.000 15,0.000 2.000 1,-1.000 2.000-16,-2.000-2.000 15,4.000-2.000 1,1.000-1.000-16,1.000 1.000 16,-2.000-2.000-1,0.000 1.000 1,-6.000 3.000-16,1.000 0.000 16,-1.000-2.000-16,-1.000 0.000 15,-2.000 1.000 1,0.000-3.000-16,4.000 2.000 15,-3.000-3.000 1,0.000 4.000-16,-4.000-2.000 16,-2.000 1.000-1,-7.000-1.000-15,-1.000 0.000 16,-2.000 2.000 0,1.000-3.000-16,-1.000 3.000 15,-3.000 0.000 1,-2.000 1.000-16,-1.000-1.000 15,-5.000-1.000 1,-4.000 2.000-16,-5.000 0.000 16,-7.000-1.000-1,-4.000 0.000 1,-4.000 0.000-16,-3.000-1.000 16,-3.000-1.000-16,-4.000-1.000 15,-8.000-7.000-15,-6.000-7.000 16,-6.000-3.000-1,-4.000-3.000 1,0.000 3.000-16</inkml:trace>
  <inkml:trace contextRef="#ctx0" brushRef="#br0">23280.000 6099.000 0,'0.000'0.000'0,"34.000"8.000"16,15.000 5.000 0,-2.000 3.000-16,-4.000-2.000 15,-8.000 2.000-15,-5.000-3.000 16,-9.000 2.000 0,-8.000 1.000-16,-15.000 3.000 15,-18.000 4.000 1,-14.000 2.000-16,-5.000 1.000 15,4.000-5.000 1,11.000-12.000-16,9.000-7.000 16</inkml:trace>
  <inkml:trace contextRef="#ctx0" brushRef="#br0">23953.000 6416.000 0,'0.000'0.000'0,"0.000"0.000"16,4.000-20.000-16,4.000-10.000 15,5.000-1.000 1,5.000 2.000-16,3.000 3.000 16,1.000 6.000-1,-2.000 7.000-15,1.000 6.000 16,-3.000 5.000 0,-2.000 4.000-16,-1.000 7.000 15,4.000 12.000 1,-1.000 8.000-16,1.000 6.000 15,2.000 4.000 1,-1.000 3.000-16,-1.000-7.000 16,0.000-1.000-1,-2.000-7.000-15,5.000-5.000 16,1.000-6.000 0,1.000-11.000-16,-1.000-9.000 15,2.000-13.000 1,1.000-19.000-16,-2.000-14.000 15,-6.000 5.000 1</inkml:trace>
  <inkml:trace contextRef="#ctx0" brushRef="#br0">24491.000 6134.000 0,'-66.000'63.000'16,"-35.000"32.000"-16,-2.000 2.000 16,9.000-6.000-1,16.000-19.000-15,21.000-24.000 16</inkml:trace>
  <inkml:trace contextRef="#ctx0" brushRef="#br0">19437.000 6263.000 0,'6.000'26.000'16,"4.000"10.000"-16,-3.000-1.000 16,-4.000-7.000-1,-5.000-7.000-15,-7.000-7.000 16,-2.000-5.000-16</inkml:trace>
  <inkml:trace contextRef="#ctx0" brushRef="#br0">19488.000 6321.000 0,'0.000'0.000'0,"0.000"0.000"15,0.000 0.000 1,0.000 0.000-16,0.000 0.000 16,0.000 0.000-1,0.000 0.000-15,0.000 0.000 16,0.000 0.000 0,0.000 0.000-16,9.000-17.000 15,8.000-12.000 1,1.000-5.000-16,4.000 2.000 15,1.000-1.000 1,1.000 0.000-16,0.000 0.000 16,3.000-2.000-1,2.000-1.000-15,1.000-3.000 16,6.000-7.000 0,3.000-4.000-16,2.000 0.000 15,-1.000-4.000 1,0.000 3.000-16,0.000 0.000 15,-3.000 1.000 1,-1.000 2.000-16,1.000-2.000 16,0.000-2.000-1,2.000 1.000 1,3.000-4.000-16,-1.000 2.000 16,2.000-2.000-1,0.000 2.000-15,-1.000 2.000 16,-2.000 0.000-1,1.000-3.000-15,1.000 0.000 16,-2.000 4.000 0,4.000-1.000-16,-1.000 3.000 15,-4.000 3.000 1,-1.000-1.000-16,-3.000 2.000 16,3.000 2.000-1,0.000 0.000 1,-2.000 3.000-16,-1.000 5.000 15,-1.000-1.000-15,2.000 3.000 16,-5.000 4.000 0,-2.000 2.000-16,-4.000 2.000 15,-2.000 0.000 1,-6.000 6.000-16,-1.000-1.000 16,0.000 2.000-1,-1.000 4.000 1,-1.000 4.000-16,-1.000 0.000 15,-4.000 3.000-15,-9.000 6.000 16,0.000 0.000-16,0.000 0.000 16,0.000 0.000-1,0.000 0.000-15,0.000 0.000 16,0.000 0.000 0,0.000 0.000-16,0.000 0.000 15,-2.000 1.000 1,-11.000 7.000-16,-8.000 5.000 15,-7.000 1.000 1,-3.000 3.000-16,-4.000 0.000 16,1.000 0.000-16,-2.000 0.000 15,2.000 1.000 1,0.000 1.000-16,1.000-3.000 16,5.000-3.000-1,6.000-4.000 1,5.000-3.000-16,8.000-4.000 15,7.000-11.000-15,3.000-7.000 16,1.000 0.000 0</inkml:trace>
  <inkml:trace contextRef="#ctx0" brushRef="#br0">21052.000 4343.000 0,'0.000'0.000'16,"0.000"0.000"-16,6.000 20.000 16,1.000 13.000-1,-5.000 8.000-15,-6.000 6.000 16,-3.000-3.000-16,-3.000-1.000 15,0.000-3.000 1,1.000-11.000-16,3.000-12.000 16</inkml:trace>
  <inkml:trace contextRef="#ctx0" brushRef="#br0">21497.000 4539.000 0,'0.000'0.000'16,"29.000"-2.000"0,16.000 1.000-16,8.000 0.000 15,-1.000 1.000 1,-5.000 0.000-16,-3.000 1.000 16,-11.000 2.000-1,-7.000-5.000-15,-7.000-1.000 16,-5.000-5.000-1,-8.000-2.000-15,-7.000-6.000 16,-5.000-2.000 0,-11.000-5.000-16,1.000 5.000 15</inkml:trace>
  <inkml:trace contextRef="#ctx0" brushRef="#br0">21716.000 4367.000 0,'6.000'14.000'0,"4.000"10.000"16,-1.000 5.000-16,-4.000 4.000 16,-7.000 10.000-1,-10.000 8.000-15,-5.000 4.000 16,-4.000-3.000-1,2.000-3.000-15,1.000-7.000 16,8.000-4.000 0,6.000-8.000-16,6.000-7.000 15,6.000-7.000 1,6.000-8.000-16,5.000-5.000 16,7.000-10.000-1,2.000-6.000 1,2.000-7.000-16,-2.000-6.000 15,-7.000 4.000-15</inkml:trace>
  <inkml:trace contextRef="#ctx0" brushRef="#br0">21977.000 4778.000 0,'-7.000'28.000'0,"-5.000"15.000"16,-5.000 3.000-16,-2.000-12.000 16,2.000-10.000-1</inkml:trace>
  <inkml:trace contextRef="#ctx0" brushRef="#br0">19480.000 6398.000 0,'0.000'0.000'0,"9.000"-7.000"16,2.000-1.000-1,-4.000 0.000-15,-5.000 1.000 16,-4.000 4.000 0,-1.000-1.000-16,3.000 4.000 15,0.000 0.000-15,0.000 0.000 16,0.000 0.000 0,0.000 0.000-16,0.000 0.000 15,0.000 0.000 1,0.000 0.000-16,0.000 0.000 15,-4.000 3.000 1,2.000 4.000-16,1.000 2.000 16,1.000 0.000-16,2.000 2.000 15,0.000 0.000 1,0.000-1.000-16,-1.000-1.000 16,-1.000 3.000-1,-1.000 2.000-15,0.000 1.000 16,0.000-1.000-1,-2.000 1.000-15,2.000 0.000 16,1.000 1.000 0,0.000-2.000-16,-1.000 2.000 15,-1.000 0.000 1,-1.000 0.000-16,2.000 3.000 16,-2.000 2.000-1,0.000 2.000-15,-1.000-2.000 16,0.000-2.000-1,3.000-1.000-15,0.000 3.000 16,1.000-3.000 0,-2.000 3.000-16,-2.000 0.000 15,3.000 2.000 1,0.000 0.000-16,0.000 3.000 16,1.000-2.000-16,-2.000-2.000 15,1.000 0.000 1,1.000 4.000-16,0.000-1.000 15,0.000-1.000 1,0.000 0.000-16,0.000 1.000 16,0.000 0.000-1,-1.000 1.000-15,1.000-1.000 16,1.000 0.000 0,-2.000 1.000-16,1.000-3.000 15,3.000 1.000 1,0.000-3.000-16,-1.000 2.000 15,2.000 1.000 1,-3.000-3.000-16,1.000 1.000 16,0.000 2.000-1,2.000-3.000-15,-1.000-1.000 16,-1.000-1.000 0,1.000 1.000-16,0.000-4.000 15,-1.000 2.000 1,-1.000 1.000-16,-1.000-3.000 15,2.000 0.000 17,1.000 2.000-32,-1.000 0.000 0,1.000-1.000 15,-2.000 1.000-15,1.000-3.000 16,-2.000-1.000 0,2.000 0.000-16,0.000 0.000 15,-2.000-1.000-15,-1.000-2.000 16,0.000 2.000-1,-1.000 0.000-15,1.000 0.000 16,0.000-2.000 0,1.000 1.000-16,0.000-3.000 15,-2.000 0.000 1,-1.000 0.000-16,3.000-1.000 16,2.000 2.000-1,-2.000 2.000-15,0.000 0.000 16,0.000 0.000-1,0.000-1.000-15,0.000-2.000 16,0.000 2.000 0,0.000 1.000-16,0.000 0.000 15,0.000 1.000-15,0.000-1.000 16,-1.000 0.000 0,0.000 1.000-16,0.000 0.000 15,-2.000 0.000 1,0.000 0.000-16,3.000 0.000 15,1.000 0.000 1,-1.000-1.000-16,-1.000-3.000 16,0.000 1.000-1,1.000 1.000-15,0.000 1.000 16,-1.000 0.000 0,0.000-1.000-16,0.000 4.000 15,1.000-1.000 1,2.000-2.000-16,0.000-3.000 15,-1.000 1.000 1,-1.000 1.000-16,0.000 0.000 16,0.000 2.000-16,0.000-1.000 15,0.000 1.000 1,0.000-2.000-16,0.000-2.000 16,0.000-3.000-1,0.000 2.000-15,2.000 6.000 16,1.000-1.000-1,-3.000 0.000-15,0.000-2.000 16,1.000 2.000 0,1.000-2.000-16,0.000 3.000 15,1.000-1.000-15,0.000 1.000 16,-2.000-2.000 0,-1.000 1.000-16,0.000-1.000 15,0.000-1.000 1,0.000-1.000-16,0.000 0.000 15,0.000-1.000 1,2.000 1.000-16,1.000 3.000 16,-1.000-5.000-1,-2.000 2.000-15,-1.000-3.000 16,0.000 0.000 0,0.000 1.000-16,1.000-8.000 15,0.000 0.000-15,0.000 0.000 16,0.000 0.000-1,1.000 4.000-15</inkml:trace>
  <inkml:trace contextRef="#ctx0" brushRef="#br0">19370.000 8233.000 0,'9.000'16.000'15,"7.000"9.000"-15,3.000 5.000 16,2.000 5.000 0,2.000 2.000-16,0.000 4.000 15,-3.000-4.000 1,-2.000-3.000-16,-6.000-6.000 16,-1.000-7.000-1,-5.000-11.000-15,-6.000-10.000 16,8.000-3.000-1,3.000-17.000-15,6.000-25.000 16,8.000-24.000 0,5.000-15.000-16,2.000-2.000 15,-7.000 16.000 1</inkml:trace>
  <inkml:trace contextRef="#ctx0" brushRef="#br0">19925.000 8506.000 0,'0.000'0.000'15,"22.000"-2.000"-15,16.000 2.000 16,2.000 0.000 0,2.000-1.000-16,-4.000 0.000 15,-5.000 2.000-15,-3.000 0.000 16,-7.000 1.000-1,-6.000-5.000-15,-5.000-8.000 16,-7.000-1.000 0</inkml:trace>
  <inkml:trace contextRef="#ctx0" brushRef="#br0">20143.000 8301.000 0,'0.000'0.000'0,"-9.000"14.000"16,-7.000 13.000-1,0.000 14.000-15,-1.000 15.000 16,3.000 7.000 0,1.000 4.000-16,1.000-5.000 15,6.000-12.000 1,5.000-11.000-16,6.000-11.000 15,4.000-10.000 1,6.000-7.000-16,3.000-11.000 16,4.000-9.000-1,-1.000-12.000-15,-5.000 0.000 16</inkml:trace>
  <inkml:trace contextRef="#ctx0" brushRef="#br0">20295.000 8608.000 0,'28.000'5.000'16,"9.000"1.000"-1,-5.000 0.000-15,-6.000 2.000 16,-12.000 8.000-1,-11.000 5.000-15,-13.000 5.000 16,-5.000 4.000 0,-3.000-4.000-16,4.000-2.000 15,6.000-7.000 1,11.000-4.000-16,10.000-6.000 16,14.000-10.000-1,7.000-8.000-15,-5.000-2.000 16</inkml:trace>
  <inkml:trace contextRef="#ctx0" brushRef="#br0">19723.000 6005.000 0,'0.000'0.000'16,"0.000"0.000"-1,0.000 0.000-15,0.000 0.000 16,0.000 0.000-1,0.000 0.000-15,0.000 0.000 16,0.000 0.000 0,0.000 0.000-16,0.000 0.000 15,0.000 0.000 1,0.000 0.000-16,0.000 0.000 16,-10.000-10.000-16,-5.000-3.000 15,-4.000 1.000 1,2.000 1.000-16,3.000 4.000 15,-2.000 0.000 1,1.000 1.000-16,-2.000 2.000 16,-2.000 0.000-1,0.000 1.000-15,1.000 1.000 16,0.000 1.000 0,3.000-1.000-16,-2.000 2.000 15,-3.000 0.000-15,0.000 0.000 16,-1.000 3.000-1,1.000-1.000-15,0.000 1.000 16,0.000 2.000 0,-2.000 1.000-16,-1.000 2.000 15,0.000 0.000 1,-2.000 2.000 0,2.000 2.000-16,1.000 1.000 15,-1.000-2.000-15,1.000 2.000 16,1.000-2.000-1,1.000 2.000-15,1.000 1.000 16,3.000-1.000 0,-2.000 2.000-16,-1.000-1.000 15,0.000 2.000 1,-3.000-2.000-16,2.000 5.000 16,1.000 3.000-1,2.000-1.000-15,0.000 0.000 16,-1.000 0.000-1,5.000-2.000-15,-1.000 3.000 16,4.000-2.000 0,0.000-1.000-16,-3.000 1.000 15,2.000 2.000 1,2.000 1.000-16,-1.000-1.000 16,0.000 1.000-1,3.000-1.000-15,-1.000 0.000 16,3.000-4.000-1,1.000 3.000-15,4.000-3.000 16,-1.000 1.000-16,2.000 4.000 16,1.000-4.000-1,-2.000-2.000-15,2.000 3.000 16,1.000 1.000 0,2.000-2.000-16,0.000 0.000 15,0.000-1.000 1,3.000-1.000-16,3.000-2.000 15,-1.000-1.000 1,1.000 2.000 0,3.000-2.000-16,-2.000-1.000 15,1.000 2.000-15,0.000-1.000 16,0.000-1.000 0,2.000-2.000-16,2.000 1.000 15,1.000-1.000 1,2.000 0.000-16,-2.000 0.000 15,-2.000-2.000 1,-1.000-1.000-16,3.000-2.000 16,1.000-1.000-1,0.000-2.000-15,0.000 3.000 16,-2.000-4.000 0,6.000 4.000-16,-1.000-3.000 15,-5.000 0.000-15,3.000-2.000 16,-2.000-1.000-1,4.000-1.000-15,-1.000 0.000 16,-3.000 0.000 0,0.000 0.000-1,2.000-2.000-15,-4.000 2.000 16,0.000 1.000-16,-2.000 0.000 16,-1.000 0.000-1,-3.000 0.000-15,-10.000 0.000 16,0.000 0.000-16,3.000-6.000 15,-5.000-7.000 1,-4.000-5.000-16,-1.000 3.000 16</inkml:trace>
  <inkml:trace contextRef="#ctx0" brushRef="#br0">19303.000 6783.000 0,'0.000'0.000'16,"0.000"0.000"-16,0.000 0.000 16,0.000 0.000-1,8.000 13.000-15,4.000 3.000 16,2.000-1.000-16,-1.000-3.000 16,2.000 0.000-1,0.000-4.000-15,0.000-3.000 16,-3.000 1.000-1,1.000 0.000-15,-4.000 3.000 16,-2.000-1.000 0,-2.000 0.000-16,0.000 0.000 15,-1.000 0.000 1,-1.000 1.000-16,-5.000 3.000 16,-8.000 0.000-1,-8.000 6.000-15,-9.000 7.000 16,-10.000 3.000-1,-9.000 7.000-15,-2.000-10.000 16,-1.000-10.000 0,11.000-7.000-16</inkml:trace>
  <inkml:trace contextRef="#ctx0" brushRef="#br0">18622.000 5384.000 0,'0.000'0.000'0,"0.000"0.000"16,-20.000 20.000-1,-9.000 10.000 1,-7.000 10.000-16,-1.000-3.000 16,-4.000 0.000-1,3.000-3.000-15,3.000-7.000 16,6.000-5.000-16,8.000-6.000 15,8.000-9.000 1,13.000-7.000-16,-8.000 6.000 16,8.000-6.000-1,0.000 5.000-15,8.000 0.000 16,5.000-4.000 0,5.000-4.000-16,8.000-2.000 15,4.000-2.000 1,4.000-1.000-16,0.000-1.000 15,3.000 1.000-15,-2.000 3.000 16,-1.000-1.000 0,1.000-1.000-1,-4.000 1.000-15,-6.000 2.000 16,-6.000 0.000-16,-7.000 1.000 16,-3.000-1.000-1,-9.000 4.000-15,3.000-4.000 16,-4.000-5.000-1,-2.000 1.000-15,0.000-4.000 16,-5.000-1.000 0,1.000 2.000-16,0.000 0.000 15,-2.000 1.000 1,-1.000 0.000-16,-1.000 0.000 16,-3.000-3.000-1,1.000 2.000-15,4.000-6.000 16,0.000-5.000-16,3.000 2.000 15</inkml:trace>
  <inkml:trace contextRef="#ctx0" brushRef="#br0">18789.000 5307.000 0,'0.000'0.000'0,"0.000"0.000"16,0.000 0.000-16,-1.000 24.000 15,0.000 16.000 1,0.000 4.000-16,1.000-3.000 16,3.000-8.000-1,5.000-5.000-15,7.000-7.000 16,3.000-14.000-1,8.000-10.000-15,6.000-9.000 16,7.000-8.000 0,1.000-8.000-16,-1.000-2.000 15,-1.000-1.000 1,-7.000-2.000-16,-9.000 4.000 16,-7.000-2.000-1,-9.000 2.000-15,-9.000 4.000 16,-9.000 3.000-1,-4.000 2.000-15,-3.000 6.000 16,1.000 9.000 0,0.000 6.000-16,1.000 6.000 15,2.000 6.000-15,-1.000 12.000 16,1.000 8.000 0,3.000 10.000-16,1.000 11.000 15,1.000 11.000 1,5.000 8.000-1,1.000-4.000-15,-2.000 0.000 16,-1.000-6.000 0,1.000-3.000-16,0.000-12.000 15,0.000-9.000 1,-2.000-18.000-16,1.000-10.000 16</inkml:trace>
  <inkml:trace contextRef="#ctx0" brushRef="#br0">20017.000 6500.000 0,'-13.000'0.000'16,"-6.000"3.000"-1,-1.000 4.000-15,2.000-2.000 16,0.000 7.000 0,2.000 2.000-16,-1.000 6.000 15,0.000 2.000 1,0.000 3.000-16,1.000-2.000 16,2.000 3.000-1,5.000-2.000-15,5.000-1.000 16,4.000 2.000-1,3.000 3.000-15,5.000-2.000 16,3.000 1.000 0,3.000-4.000-1,0.000-2.000-15,4.000-7.000 16,1.000-2.000-16,3.000-6.000 16,2.000-1.000-16,3.000-5.000 15,0.000-5.000 1,3.000-2.000-16,0.000-4.000 15,-2.000-1.000 1,-2.000-6.000-16,-2.000-5.000 16,-2.000 0.000-1,-2.000 1.000-15,-1.000-2.000 16,-5.000 0.000 0,-4.000-2.000-16,-3.000 0.000 15,-2.000 1.000 1,-4.000 2.000-16,-5.000 3.000 15,-3.000 1.000 1,-3.000-1.000-16,-2.000 2.000 16,-1.000 2.000-1,-3.000 5.000-15,0.000 6.000 16,-4.000 1.000 0,-3.000 3.000-16,-1.000 8.000 15,-2.000 0.000 1,-3.000 4.000-16,4.000-4.000 15</inkml:trace>
  <inkml:trace contextRef="#ctx0" brushRef="#br0">4057.000 10358.000 0,'33.000'-11.000'15,"12.000"-2.000"-15,2.000 2.000 16,-6.000 6.000-16,-11.000 5.000 15,-8.000 7.000 1,-11.000 8.000-16,-9.000 6.000 16,-11.000 5.000-1,-11.000 3.000-15,-6.000 1.000 16,-2.000-1.000 0,0.000-5.000-16,8.000-8.000 15,7.000-5.000 1,13.000-11.000-16,0.000 0.000 15,0.000 6.000 1,9.000 0.000-16,2.000-3.000 16,4.000 2.000-1,-4.000-2.000-15,0.000 4.000 16,-2.000 2.000-16,-7.000 10.000 16,-9.000 7.000-1,-12.000 11.000-15,-10.000 8.000 16,-7.000 0.000-1,1.000-4.000 1,4.000-4.000-16,11.000-8.000 16,13.000-9.000-16,14.000-9.000 15,13.000-8.000 1,12.000-8.000-16,10.000-4.000 16,9.000-8.000-1,5.000-6.000 1,0.000-5.000-16,1.000-4.000 15,-3.000-4.000-15,-3.000-3.000 16,-11.000-6.000 0,-6.000-5.000-1,-12.000-2.000-15,-11.000 0.000 16,-12.000 1.000 0,-14.000-1.000-16,-10.000 4.000 15,-12.000 6.000 1,-9.000 6.000-16,-9.000 8.000 15,-5.000 10.000 1,-7.000 11.000-16,-3.000 7.000 16,1.000 15.000-1,8.000 8.000-15,6.000 12.000 16,11.000 8.000 0,9.000 13.000-16,13.000 10.000 15,11.000 7.000 1,18.000 4.000-16,11.000-2.000 15,13.000-9.000 1,9.000-7.000-16,9.000-14.000 16,4.000-18.000-1,8.000-22.000-15,-12.000-8.000 16</inkml:trace>
  <inkml:trace contextRef="#ctx0" brushRef="#br0">5158.000 10281.000 0,'0.000'0.000'15,"0.000"0.000"-15,0.000 0.000 16,7.000 26.000-16,0.000 22.000 16,-2.000 12.000-1,-2.000 10.000-15,-1.000 1.000 16,-4.000-4.000-1,1.000-10.000-15,0.000-13.000 16,1.000-11.000 0,2.000-12.000-16,-2.000-10.000 15,0.000-11.000-15,2.000-6.000 16,0.000-6.000 0</inkml:trace>
  <inkml:trace contextRef="#ctx0" brushRef="#br0">5193.000 10212.000 0,'0.000'0.000'16,"4.000"-12.000"-16,8.000-10.000 15,11.000 2.000 1,11.000-1.000-16,7.000 1.000 16,9.000 2.000-1,0.000 4.000-15,-1.000 2.000 16,0.000 1.000-16,-3.000 2.000 16,0.000 2.000-1,-5.000 3.000 1,-7.000 0.000-16,-5.000 3.000 15,-7.000 2.000-15,-7.000 3.000 16,-6.000 3.000 0,-4.000 4.000-16,-2.000 4.000 15,-3.000 8.000 1,-1.000 7.000-16,0.000 5.000 16,-2.000 12.000-1,-4.000 11.000-15,6.000 13.000 16,4.000 7.000-1,0.000 2.000-15,-3.000-1.000 16,2.000-7.000 0,1.000-8.000-16,2.000-9.000 15,-4.000-8.000 1,-1.000-12.000-16,0.000-9.000 16,0.000-8.000-1,-1.000-6.000-15,-7.000-9.000 16,-7.000-18.000-1,-5.000-16.000-15,-5.000-12.000 16,2.000 5.000 0</inkml:trace>
  <inkml:trace contextRef="#ctx0" brushRef="#br0">5378.000 10315.000 0,'0.000'0.000'16,"0.000"0.000"-1,-5.000-13.000-15,5.000-6.000 16,10.000 4.000 0,5.000 0.000-16,7.000 5.000 15,6.000 6.000 1,-3.000 5.000-16,1.000 3.000 15,-5.000 5.000 1,-6.000 2.000-16,-6.000 7.000 16,-9.000 3.000-1,-9.000 4.000-15,-8.000 3.000 16,-8.000-1.000 0,0.000 0.000-16,0.000-4.000 15,5.000-3.000 1,9.000-9.000-16,3.000-4.000 15,8.000-7.000-15,0.000 0.000 16,9.000 2.000 0,12.000-2.000-16,7.000 2.000 15,0.000-1.000 1,-2.000 5.000-16,-2.000 1.000 16,-11.000 1.000-1,1.000 5.000-15,-9.000-2.000 16,-8.000 0.000-1,-10.000 1.000-15,-6.000-3.000 16,-4.000 0.000 0,-3.000-6.000-16,1.000-4.000 15,4.000-3.000-15,-1.000 0.000 16,5.000-4.000 0,5.000 2.000-16,2.000-5.000 15,1.000-8.000 1,5.000 1.000-16</inkml:trace>
  <inkml:trace contextRef="#ctx0" brushRef="#br0">6252.000 10101.000 0,'0.000'0.000'15,"0.000"0.000"-15,0.000 0.000 16,0.000 0.000-1,19.000 14.000-15,10.000 4.000 16,5.000 1.000-16,1.000-4.000 16,-1.000-4.000-1,-2.000-4.000-15,-7.000-5.000 16,-10.000 1.000 0,-15.000-3.000-16,-1.000 10.000 15,-13.000 1.000 1,-2.000-1.000-16</inkml:trace>
  <inkml:trace contextRef="#ctx0" brushRef="#br0">6135.000 10426.000 0,'21.000'-10.000'16,"20.000"-10.000"-16,16.000-5.000 15,9.000 0.000 1,8.000 3.000-16,1.000 3.000 16,-1.000-1.000-1,-5.000 3.000-15,-10.000 0.000 16,-7.000 6.000-16,-11.000 2.000 16,-15.000 4.000-1,-26.000 5.000-15,12.000 0.000 16</inkml:trace>
  <inkml:trace contextRef="#ctx0" brushRef="#br0">6537.000 10408.000 0,'25.000'5.000'16,"14.000"4.000"-16,6.000 6.000 15,-5.000 8.000 1,-12.000 6.000-16,-10.000 6.000 16,-12.000 1.000-1,-7.000 0.000-15,-13.000-3.000 16,-8.000-7.000 0,-9.000-12.000-16,5.000-5.000 15</inkml:trace>
  <inkml:trace contextRef="#ctx0" brushRef="#br0">6488.000 10264.000 0,'0.000'0.000'0,"-18.000"32.000"16,-10.000 20.000-1,-5.000 13.000-15,1.000 0.000 16,4.000-10.000 0,7.000-13.000-16,9.000-21.000 15,6.000-14.000 1</inkml:trace>
  <inkml:trace contextRef="#ctx0" brushRef="#br0">7362.000 9966.000 0,'0.000'0.000'0,"-36.000"21.000"16,-25.000 15.000-1,-14.000 5.000-15,0.000 3.000 16,8.000-10.000-1,13.000-6.000-15,18.000-9.000 16,14.000-8.000 0,10.000-3.000-16,9.000 1.000 15,7.000 0.000 1,5.000 3.000-16,4.000 7.000 16,3.000 11.000-1,5.000 8.000-15,-5.000 8.000 16,-4.000 6.000-1,-5.000 5.000-15,-5.000-2.000 16,-3.000-7.000 0,-3.000-10.000-16,0.000-12.000 15,-6.000-16.000 1,1.000-9.000-16</inkml:trace>
  <inkml:trace contextRef="#ctx0" brushRef="#br0">7033.000 10281.000 0,'0.000'0.000'16,"0.000"0.000"0,25.000-13.000-16,14.000-5.000 15,6.000 1.000 1,-2.000 7.000-1,-3.000 2.000 1,-2.000 5.000-16,-1.000 3.000 0,-4.000-2.000 16,2.000-1.000-1,-6.000-3.000-15,-2.000 3.000 16,-7.000 2.000 0,-6.000 1.000-16,-14.000 0.000 15,0.000 0.000 1,0.000 0.000-16,9.000 8.000 15,-2.000 4.000-15,-3.000 7.000 16,-2.000 9.000 0,-2.000 9.000-16,2.000 8.000 15,3.000 5.000 1,1.000 3.000-16,3.000 0.000 16,-3.000-1.000-1,-1.000-3.000 1,-1.000-6.000-16,-1.000-6.000 15,-3.000-9.000-15,-1.000-7.000 32,-6.000-9.000-32,-10.000-17.000 0,-5.000-16.000 15,3.000-3.000 1</inkml:trace>
  <inkml:trace contextRef="#ctx0" brushRef="#br0">7169.000 10375.000 0,'0.000'0.000'16,"-5.000"21.000"0,-2.000 8.000-16,2.000-3.000 15,2.000-8.000 1,1.000-5.000-16,2.000-13.000 15,0.000 0.000 1,4.000-3.000-16,8.000-11.000 16,3.000-8.000-1,4.000 0.000-15,-1.000 3.000 16,4.000 6.000 0,-2.000 7.000-16,-2.000 10.000 15,0.000 6.000-15,-5.000 6.000 16,-3.000 7.000-1,-5.000 1.000-15,-5.000-2.000 16,-6.000-2.000 0,-6.000-5.000-16,-5.000-4.000 15,-3.000-4.000 1,-4.000-9.000-16,-1.000-1.000 16,6.000-1.000-1,4.000-2.000-15,8.000-4.000 16,7.000-3.000-1,3.000 1.000-15</inkml:trace>
  <inkml:trace contextRef="#ctx0" brushRef="#br0">7782.000 10476.000 0,'0.000'0.000'15</inkml:trace>
  <inkml:trace contextRef="#ctx0" brushRef="#br0">8169.000 10128.000 0,'12.000'50.000'16,"3.000"25.000"-16,-2.000 10.000 15,-6.000-4.000 1,-6.000-7.000 0,-2.000-10.000-16,0.000-17.000 15,2.000-18.000-15,-1.000-29.000 16,4.000-2.000 0,-1.000-11.000-16</inkml:trace>
  <inkml:trace contextRef="#ctx0" brushRef="#br0">8211.000 10128.000 0,'2.000'-27.000'16,"8.000"-11.000"-16,11.000 1.000 15,10.000 5.000 1,8.000 4.000-16,6.000 4.000 15,4.000 3.000 1,0.000 2.000-16,-1.000 1.000 16,-1.000 2.000-1,-4.000 3.000 1,-9.000 3.000-16,-6.000 5.000 16,-8.000 5.000-16,-5.000 4.000 15,-4.000 5.000 1,-3.000 11.000-16,1.000 8.000 15,-3.000 13.000 1,-3.000 17.000-16,0.000 17.000 16,0.000 13.000-1,2.000 9.000-15,1.000 1.000 16,1.000-1.000 0,1.000-10.000-16,2.000-11.000 15,0.000-16.000 1,-2.000-13.000-16,-5.000-12.000 15,0.000-14.000 1,-7.000-11.000-16,-6.000-16.000 16,-10.000-17.000-1,-7.000-20.000-15,-10.000-15.000 16,-1.000-12.000 0,5.000 11.000-1</inkml:trace>
  <inkml:trace contextRef="#ctx0" brushRef="#br0">8337.000 10187.000 0,'0.000'0.000'16,"10.000"-17.000"-16,7.000-9.000 16,7.000 3.000-1,4.000 5.000-15,0.000 9.000 16,0.000 8.000-1,-6.000 7.000-15,-5.000 11.000 16,-6.000 7.000 0,-12.000 9.000-1,-13.000 2.000-15,-9.000 3.000 16,-9.000-1.000-16,2.000-6.000 16,5.000-9.000-1,6.000-7.000-15,7.000-8.000 16,12.000-7.000-1,-1.000-3.000-15,12.000-8.000 16,8.000-2.000 0,3.000 3.000-16,2.000 4.000 15,3.000 6.000 1,0.000 10.000-16,-6.000 8.000 16,-5.000 3.000-1,-7.000 2.000-15,-9.000 0.000 16,-8.000-3.000-1,-5.000-4.000-15,-6.000-5.000 16,-3.000-7.000 0,-4.000-4.000-16,-1.000-7.000 15,3.000-7.000 1,10.000-4.000-16,11.000-6.000 16,13.000-5.000-1,8.000-6.000-15,2.000-2.000 16,-5.000 8.000-16</inkml:trace>
  <inkml:trace contextRef="#ctx0" brushRef="#br0">9212.000 9871.000 0,'2.000'25.000'15,"1.000"10.000"-15,-4.000 0.000 16,-2.000-11.000-1,0.000-7.000-15</inkml:trace>
  <inkml:trace contextRef="#ctx0" brushRef="#br0">9456.000 9769.000 0,'0.000'0.000'16,"-9.000"34.000"-16,-14.000 23.000 16,-12.000 8.000-1,-2.000-3.000-15,2.000-13.000 16,10.000-12.000 0,12.000-12.000-1,15.000-7.000-15,14.000-8.000 16,9.000-4.000-16,5.000-3.000 15,1.000 0.000 1,-6.000 3.000-16,-7.000 0.000 16,-12.000 9.000-1,-11.000 9.000-15,-12.000 3.000 16,-13.000 3.000 0,-5.000 2.000-16,2.000-4.000 15,4.000-3.000 1,9.000-10.000-16,8.000-1.000 15,15.000-2.000-15,10.000-6.000 16,14.000 0.000 0,7.000-1.000-1,1.000-1.000-15,-1.000 3.000 16,-10.000 8.000 0,-9.000 7.000-16,-10.000 16.000 15,-18.000 8.000 1,-13.000 8.000-16,-9.000-1.000 15,1.000-6.000 1,2.000-12.000-16,10.000-17.000 16,9.000-20.000-1,11.000-24.000-15,11.000-23.000 16,11.000-21.000-16,7.000-22.000 16,2.000-7.000-1,2.000-6.000-15,-5.000 21.000 16</inkml:trace>
  <inkml:trace contextRef="#ctx0" brushRef="#br0">9623.000 9778.000 0,'31.000'-4.000'16,"9.000"-1.000"-1,-3.000 4.000-15,-8.000 8.000 16,-9.000 5.000-16,-11.000 11.000 15,-13.000 3.000 1,-13.000 6.000 0,-12.000-2.000-16,-4.000 0.000 15,-4.000-6.000 1,5.000-5.000-16,8.000-3.000 16,9.000 2.000-16,6.000 2.000 15,8.000 7.000 1,3.000 6.000-16,5.000 11.000 15,2.000 5.000 1,-2.000 2.000-16,-1.000 1.000 16,1.000-7.000-1,-4.000-9.000-15,-1.000-9.000 16,-1.000-9.000 0,-2.000-17.000-16,0.000-20.000 15,0.000-3.000 1</inkml:trace>
  <inkml:trace contextRef="#ctx0" brushRef="#br0">9682.000 10051.000 0,'29.000'-1.000'16,"13.000"-3.000"-1,2.000 4.000 1,1.000 10.000-16,-6.000 7.000 15,-2.000 11.000-15,-10.000 6.000 16,-11.000 4.000 0,-10.000 5.000-16,-12.000-2.000 15,-10.000-6.000 1,-6.000-8.000-16,-5.000-15.000 16,4.000-8.000-1</inkml:trace>
  <inkml:trace contextRef="#ctx0" brushRef="#br0">9851.000 10246.000 0,'0.000'29.000'0,"-4.000"19.000"16,-10.000 1.000-1,-9.000-1.000-15,-5.000-1.000 16,-2.000-11.000-1,4.000-15.000-15,6.000-12.000 16</inkml:trace>
  <inkml:trace contextRef="#ctx0" brushRef="#br0">9884.000 10511.000 0,'22.000'24.000'16,"8.000"8.000"-1,-2.000 0.000-15,-8.000-6.000 16,-8.000-10.000 0,-9.000-14.000-16,-3.000-21.000 15,-1.000-4.000-15</inkml:trace>
  <inkml:trace contextRef="#ctx0" brushRef="#br0">10254.000 9744.000 0,'39.000'35.000'0,"11.000"24.000"15,-7.000 11.000-15,-16.000 4.000 16,-17.000-7.000-1,-10.000-8.000 1,-9.000-14.000 0,-8.000-9.000-16,-8.000-13.000 15,-7.000-17.000-15,-8.000-16.000 16,1.000-20.000 0,4.000-12.000-16,10.000-4.000 15,12.000 2.000 1,13.000 3.000-16,14.000 3.000 15,10.000 5.000 1,12.000 5.000-16,8.000 6.000 16,5.000 6.000-1,-2.000 12.000-15,-7.000 9.000 16,-8.000 11.000 0,-12.000 7.000-16,-14.000 9.000 15,-15.000 6.000 1,-15.000 2.000-16,-8.000 0.000 15,1.000-5.000 1,5.000-10.000-16,10.000-7.000 16,13.000-4.000-1,16.000-6.000-15,19.000 1.000 16,10.000-4.000 0,8.000 1.000-16,-5.000-1.000 15,-9.000 4.000 1,-12.000 3.000-16,-9.000 3.000 15,-19.000 6.000 1,-24.000 7.000-16,-20.000 3.000 16,-19.000-1.000-1,-10.000 5.000-15,0.000-1.000 16,12.000-6.000-16,15.000-7.000 16,20.000-5.000-1,21.000-3.000-15,22.000-4.000 16,23.000-7.000-1,19.000-3.000-15,11.000-5.000 16,4.000-1.000 0,-4.000-3.000-16,-6.000 0.000 15,-11.000 3.000 1,-12.000-2.000-16,-11.000 1.000 16,-11.000-5.000-1,-11.000-2.000-15,-11.000-5.000 16,-11.000-5.000-1,-9.000 2.000 1,-1.000 4.000-16,2.000 4.000 16,6.000 5.000-16,4.000 3.000 15,5.000 7.000-15,5.000 16.000 16,5.000 19.000 0,0.000 22.000-16,-2.000 28.000 15,-7.000 24.000 1,-4.000 11.000-1,1.000-5.000-15,5.000-20.000 16,4.000-28.000-16,7.000-30.000 16,3.000-19.000-1</inkml:trace>
  <inkml:trace contextRef="#ctx0" brushRef="#br0">11179.000 9753.000 0,'0.000'0.000'15,"2.000"30.000"1,-1.000 17.000-16,-3.000 1.000 16,-2.000-1.000-1,0.000-10.000-15,1.000-10.000 16,3.000-27.000-16,2.000 11.000 16</inkml:trace>
  <inkml:trace contextRef="#ctx0" brushRef="#br0">11406.000 9769.000 0,'0.000'0.000'16,"0.000"0.000"-16,0.000 0.000 16,-20.000 23.000-1,-15.000 13.000-15,-2.000-7.000 16,9.000-8.000-1,12.000-9.000-15,13.000-2.000 16,15.000-5.000 0,13.000-3.000-16,12.000-5.000 15,3.000-4.000-15,-1.000-2.000 16,-4.000 0.000 0,-8.000 3.000-16,-8.000-9.000 15,-9.000-4.000 1,-6.000 4.000-16</inkml:trace>
  <inkml:trace contextRef="#ctx0" brushRef="#br0">11567.000 9666.000 0,'11.000'21.000'15,"0.000"17.000"1,-6.000 8.000-16,-6.000 0.000 15,-3.000-6.000 1,-2.000-5.000-16,3.000-11.000 16,6.000-12.000-1,8.000-21.000-15,1.000-5.000 16</inkml:trace>
  <inkml:trace contextRef="#ctx0" brushRef="#br0">11835.000 9684.000 0,'-36.000'31.000'15,"-15.000"14.000"1,0.000-1.000-16,15.000-6.000 16,15.000-6.000-1,19.000-8.000-15,17.000-11.000 16,16.000-3.000-1,9.000-10.000-15,1.000-8.000 16,-8.000 1.000 0,-10.000-1.000-16,-15.000 2.000 15,-16.000 3.000-15,-22.000 3.000 16,-1.000 0.000 0</inkml:trace>
  <inkml:trace contextRef="#ctx0" brushRef="#br0">11280.000 10042.000 0,'0.000'0.000'16,"0.000"0.000"-1,22.000 9.000-15,12.000 1.000 16,1.000 0.000 0,-3.000 0.000-16,-7.000-4.000 15,-7.000-5.000 1</inkml:trace>
  <inkml:trace contextRef="#ctx0" brushRef="#br0">11323.000 10264.000 0,'-12.000'42.000'0,"-3.000"19.000"16,-1.000 1.000-1,4.000-5.000-15,1.000-8.000 16,0.000-8.000-1,7.000-17.000-15,4.000-24.000 16,2.000-8.000 0,11.000-21.000-16,2.000-11.000 15,4.000-8.000 1,4.000-1.000-16,2.000 1.000 16,6.000 1.000-1,0.000 5.000-15,-1.000 2.000 16,4.000 2.000-1,2.000 2.000-15,-1.000 7.000 16,-1.000 2.000 0,-1.000 5.000-16,1.000 6.000 15,-4.000 3.000 1,-1.000 5.000-16,-3.000 4.000 16,-3.000 8.000-1,-2.000 7.000-15,-4.000 6.000 16,-5.000 11.000-1,-2.000 10.000-15,-1.000 12.000 16,-1.000 10.000-16,-3.000 15.000 16,-5.000 11.000-1,2.000 14.000 1,-3.000 10.000-16,2.000-3.000 16,1.000-8.000-1,0.000-14.000 1,-2.000-18.000-16,-1.000-19.000 15,-2.000-18.000-15,-7.000-17.000 16,-9.000-21.000-16,-7.000-22.000 16,-4.000-35.000-1,-3.000-23.000 1,-6.000-17.000-16,0.000-5.000 16,-3.000 3.000-1,4.000 12.000-15,7.000 17.000 16,5.000 23.000-16,1.000 28.000 15,11.000 19.000 1,5.000 10.000-16,5.000 11.000 16,4.000 7.000-1,0.000 7.000-15,0.000 0.000 16,0.000-2.000 0,0.000-7.000-16,0.000-7.000 15,3.000-11.000 1,5.000-18.000-16,6.000-13.000 15,7.000-9.000 1,3.000 1.000-16,1.000 3.000 16,1.000 10.000-1,-3.000 11.000-15,1.000 11.000 16,1.000 13.000 0,-2.000 16.000-16,-5.000 12.000 15,-5.000 8.000 1,-9.000 5.000-16,-7.000-4.000 15,-5.000-8.000 1,-4.000-10.000-16,-4.000-9.000 16,-3.000-12.000-1,-5.000-15.000-15,1.000-12.000 16,5.000-6.000 0,8.000-8.000-16,17.000 4.000 15,13.000 3.000 1,14.000 6.000-16,5.000 4.000 15,2.000 5.000 1,1.000 7.000-16,-9.000-1.000 16,-8.000 6.000-1,-6.000 0.000-15,-9.000-2.000 16,-6.000-5.000 0,-2.000-12.000-16,-7.000-14.000 15,-3.000-13.000-15,-3.000-16.000 16,-1.000 8.000-1</inkml:trace>
  <inkml:trace contextRef="#ctx0" brushRef="#br0">12063.000 9871.000 0,'15.000'21.000'16,"4.000"17.000"-1,-10.000 7.000-15,-13.000 3.000 16,-5.000-11.000 0</inkml:trace>
  <inkml:trace contextRef="#ctx0" brushRef="#br0">12104.000 10340.000 0,'0.000'0.000'15,"12.000"32.000"1,2.000 16.000 0,-5.000 8.000-16,-6.000-2.000 15,-4.000-5.000-15,0.000-11.000 16,2.000-14.000 0,3.000-21.000-16,4.000-22.000 15,4.000-23.000-15,1.000 2.000 16</inkml:trace>
  <inkml:trace contextRef="#ctx0" brushRef="#br0">12390.000 9879.000 0,'4.000'-9.000'0,"-4.000"9.000"15,4.000 3.000-15,-7.000 21.000 16,-4.000 22.000-1,-2.000 10.000-15,2.000 1.000 16,4.000-6.000 0,7.000-7.000-16,5.000-12.000 15,13.000-14.000 1,12.000-14.000-16,3.000-17.000 16,0.000-7.000-1,-2.000-8.000-15,-8.000-8.000 16,-9.000 1.000-1,-12.000 1.000-15,-11.000 7.000 16,-14.000 14.000 0,-6.000 11.000-16,-3.000 13.000 15,-1.000 5.000 1,4.000 7.000 0,6.000 0.000-16,7.000-4.000 15,9.000-7.000-15,14.000-11.000 16,13.000-15.000-1,11.000-17.000-15,9.000-11.000 16,5.000-10.000-16,2.000-1.000 16,-5.000 1.000-1,-6.000 7.000 1,-7.000 14.000-16,-13.000 11.000 16,-6.000 9.000-1,-9.000 17.000-15,-6.000 12.000 16,-5.000 19.000-16,-5.000 13.000 15,4.000 1.000 1,6.000 2.000-16,7.000-11.000 16,13.000-7.000-1,6.000-14.000-15,9.000-11.000 16,3.000-16.000 0,0.000-11.000-16,-8.000-9.000 15,-6.000 1.000 1,-12.000 3.000-16,-12.000 4.000 15,-15.000 8.000 1,-18.000 11.000-16,-10.000 9.000 16,-7.000 8.000-1,1.000 2.000-15,6.000-8.000 16,15.000 6.000 0,13.000 0.000-16</inkml:trace>
  <inkml:trace contextRef="#ctx0" brushRef="#br0">12769.000 10196.000 0,'-29.000'21.000'16,"-26.000"9.000"-16,-11.000 4.000 16,1.000-5.000-1,9.000-8.000-15,16.000-6.000 16,18.000-3.000-1,19.000 6.000-15,14.000 2.000 16,8.000 2.000 0,4.000 7.000-16,3.000 3.000 15,-2.000 3.000 1,-4.000 0.000-16,-8.000-1.000 16,-4.000-5.000-1,-2.000-10.000-15,-4.000-6.000 16,-2.000-13.000-16,0.000-4.000 15,2.000-18.000 1,4.000-14.000-16,6.000-3.000 16,8.000-2.000-1,2.000 6.000 1,4.000 5.000-16,4.000 12.000 16,5.000 11.000-16,0.000 8.000 15,2.000 11.000 1,-4.000 10.000-16,-5.000 9.000 15,-11.000 2.000 1,-7.000 2.000-16,-12.000-3.000 16,-12.000-8.000-1,-10.000-3.000-15,-9.000-9.000 16,0.000-10.000 0,9.000-9.000-16,7.000-5.000 15,13.000-8.000 1,12.000-7.000-16,14.000-2.000 15,13.000-3.000-15,5.000 0.000 16,4.000-6.000 0,-10.000 8.000-1</inkml:trace>
  <inkml:trace contextRef="#ctx0" brushRef="#br0">13173.000 10196.000 0,'36.000'-3.000'0,"21.000"-3.000"15,5.000-5.000 1,0.000-3.000-16,-5.000-1.000 16,-9.000-2.000-1,-12.000 1.000-15,-11.000 3.000 16,-14.000 1.000-1,-16.000 1.000-15,-13.000 1.000 16,-13.000-9.000 0,3.000 2.000-16</inkml:trace>
  <inkml:trace contextRef="#ctx0" brushRef="#br0">13307.000 9940.000 0,'21.000'43.000'16,"6.000"29.000"0,-6.000 12.000-16,-5.000 6.000 15,-8.000-5.000 1,-8.000-7.000 0,-3.000-16.000-16,-1.000-15.000 15,-1.000-13.000-15,-3.000-16.000 16,-6.000-13.000-1,-10.000-17.000-15,-3.000-14.000 16,4.000-5.000-16,5.000-1.000 16,11.000 0.000-1,12.000 1.000-15,14.000 3.000 16,9.000 2.000 0,10.000 5.000-16,0.000 1.000 15,3.000 0.000 1,-7.000-1.000-16,-6.000-4.000 15,-9.000 5.000 1</inkml:trace>
  <inkml:trace contextRef="#ctx0" brushRef="#br0">13584.000 9718.000 0,'32.000'-8.000'0,"7.000"-3.000"15,-2.000 6.000 1,-8.000 11.000-16,-7.000 11.000 16,-8.000 11.000-1,-11.000 19.000-15,-10.000 17.000 16,-9.000 19.000-1,-9.000 24.000 1,-4.000 20.000-16,-4.000 17.000 16,1.000 7.000-16,-3.000 0.000 15,6.000-13.000 1,5.000-20.000-16,9.000-29.000 16,6.000-29.000-1,1.000-26.000-15,5.000-28.000 16,2.000-35.000-1,2.000-39.000-15,1.000-34.000 16,0.000-24.000 0,-1.000 22.000-16</inkml:trace>
  <inkml:trace contextRef="#ctx0" brushRef="#br0">13702.000 9975.000 0,'39.000'-6.000'16,"18.000"-1.000"-16,0.000 0.000 15,-9.000 6.000-15,-6.000 8.000 16,-13.000 7.000 0,-15.000 6.000-16,-14.000 6.000 15,-15.000 4.000 1,-12.000 4.000-16,-5.000 4.000 15,-4.000 1.000 1,2.000-1.000-16,7.000-12.000 16,8.000-6.000-1,9.000-6.000-15,13.000-5.000 16,9.000-4.000 0,8.000-8.000-16,3.000 0.000 15,-3.000 6.000 1,-4.000 1.000-16,-10.000 2.000 15,-7.000 14.000 1,-16.000 12.000-16,-9.000 6.000 16,-6.000 4.000-1,0.000 0.000-15,10.000-12.000 16,6.000-10.000 0,9.000-8.000-16,10.000-14.000 15,14.000-10.000-15,9.000-9.000 16,9.000-1.000-1,0.000 4.000 1,-5.000 5.000-16,-3.000 9.000 16,-8.000 9.000-16,-4.000 11.000 15,-4.000 6.000 1,-3.000 2.000-16,2.000-3.000 16,-1.000-2.000-1,3.000-5.000 1,5.000-9.000-16,3.000-6.000 15,2.000-7.000-15,0.000-4.000 16,-3.000-1.000 0,-7.000-2.000-16,-10.000-1.000 15,-6.000 2.000 1,-11.000 0.000-16,-3.000 2.000 16,-4.000-1.000-1,-1.000-8.000-15,8.000-11.000 16,7.000 3.000-1</inkml:trace>
  <inkml:trace contextRef="#ctx0" brushRef="#br0">14417.000 9879.000 0,'0.000'0.000'16,"14.000"11.000"-16,1.000 7.000 16,4.000 2.000-16,-5.000-6.000 15,-4.000-3.000 1</inkml:trace>
  <inkml:trace contextRef="#ctx0" brushRef="#br0">14383.000 10136.000 0,'-15.000'14.000'16,"-2.000"2.000"0,3.000 1.000-16,10.000-3.000 15,16.000-4.000 1,8.000-5.000-16,8.000-4.000 16,1.000-1.000-1,-5.000 0.000-15,-7.000 0.000 16,-10.000 11.000-16,-10.000 9.000 15,-16.000 11.000 1,-10.000 8.000-16,-8.000 2.000 16,0.000-3.000-1,4.000-6.000-15,11.000-11.000 16,14.000-9.000 0,17.000-10.000-16,19.000-9.000 15,15.000-6.000 1,10.000 1.000-1,-2.000 0.000-15,-8.000 1.000 16,-7.000 8.000-16,-11.000 11.000 16,-14.000 10.000-1,-12.000 11.000-15,-11.000 3.000 16,-5.000-1.000 0,1.000-9.000-16,0.000-13.000 15,8.000-14.000 1,9.000-18.000-16,3.000-1.000 15</inkml:trace>
  <inkml:trace contextRef="#ctx0" brushRef="#br0">14720.000 10178.000 0,'0.000'0.000'15,"26.000"7.000"-15,16.000 2.000 16,8.000 1.000 0,-1.000-3.000-16,-1.000-2.000 15,-5.000 3.000 1,-10.000 3.000-16,-7.000 10.000 16,-11.000 10.000-1,-17.000 13.000-15,-14.000 7.000 16,-13.000 2.000-1,-5.000-7.000-15,1.000-10.000 16,4.000-12.000 0,3.000-12.000-16,7.000-18.000 15,5.000-20.000-15,11.000-27.000 16,8.000-19.000 0,2.000 7.000-1</inkml:trace>
  <inkml:trace contextRef="#ctx0" brushRef="#br0">14980.000 9966.000 0,'0.000'0.000'15,"-16.000"42.000"-15,-22.000 28.000 16,-17.000 9.000 0,-7.000-5.000-16,2.000-20.000 15,15.000-20.000 1</inkml:trace>
  <inkml:trace contextRef="#ctx0" brushRef="#br0">15712.000 9888.000 0,'0.000'0.000'0,"-22.000"25.000"15,-21.000 12.000-15,-21.000 0.000 16,-10.000-5.000 0,14.000-11.000-16</inkml:trace>
  <inkml:trace contextRef="#ctx0" brushRef="#br0">15418.000 10170.000 0,'11.000'26.000'16,"4.000"7.000"-16,-2.000 2.000 16,-7.000-1.000-1,-3.000-8.000-15,-1.000-8.000 16,-2.000-6.000-1,0.000-12.000-15,0.000-4.000 16,6.000-15.000 0,5.000-7.000-16,6.000-4.000 15,7.000 1.000 1,3.000 7.000-16,4.000 5.000 16,3.000 7.000-1,3.000 13.000-15,-4.000 5.000 16,-7.000 5.000-1,-8.000 8.000-15,-9.000 5.000 16,-7.000 2.000 0,-8.000-1.000-16,-8.000 1.000 15,-8.000-6.000 1,-2.000-6.000-16,2.000-8.000 16,3.000-9.000-1,6.000-15.000-15,9.000-10.000 16,10.000-14.000-16,16.000-10.000 15,8.000-1.000 1,7.000 3.000 0,4.000 2.000-16,1.000 8.000 15,-3.000 9.000 1,-7.000 8.000-16,-5.000 8.000 16,-3.000 7.000-16,-3.000 9.000 15,-1.000 16.000 1,-1.000 21.000-16,-7.000 19.000 15,-6.000 16.000 1,-6.000 9.000-16,-5.000 0.000 16,-4.000-3.000-1,-1.000-10.000-15,-3.000-16.000 16,-1.000-14.000 0,2.000-15.000-16,1.000-14.000 15,-3.000-19.000 1,-3.000-22.000-16,0.000-24.000 15,1.000-23.000 1,0.000-13.000-16,7.000 2.000 16,4.000 21.000-1</inkml:trace>
  <inkml:trace contextRef="#ctx0" brushRef="#br0">15847.000 10153.000 0,'17.000'18.000'0,"8.000"7.000"16,-1.000-4.000-16,-7.000-3.000 15,-3.000-6.000 1,-4.000-3.000-16</inkml:trace>
  <inkml:trace contextRef="#ctx0" brushRef="#br0">16561.000 9666.000 0,'-3.000'24.000'16,"-10.000"18.000"-16,-15.000 9.000 16,-18.000 8.000-1,-15.000 4.000-15,-8.000-6.000 16,1.000-8.000 15,9.000-14.000-31,12.000-17.000 0,16.000-9.000 16</inkml:trace>
  <inkml:trace contextRef="#ctx0" brushRef="#br0">16494.000 9914.000 0,'39.000'16.000'16,"20.000"9.000"0,1.000 3.000-1,-8.000 1.000-15,-8.000-1.000 16,-9.000-3.000-16,-9.000-3.000 16,-10.000-12.000-1,-16.000-10.000-15,7.000 0.000 16</inkml:trace>
  <inkml:trace contextRef="#ctx0" brushRef="#br0">16367.000 10128.000 0,'0.000'0.000'0,"37.000"-3.000"15,22.000-4.000-15,0.000 2.000 16,-3.000-1.000 0,-7.000 1.000-16,-10.000-1.000 15,-11.000 2.000 1,-16.000 1.000-16,-6.000 2.000 16</inkml:trace>
  <inkml:trace contextRef="#ctx0" brushRef="#br0">16494.000 10264.000 0,'-5.000'42.000'0,"-2.000"16.000"16,-2.000-1.000 0,2.000-7.000-16,-2.000-14.000 15,3.000-14.000-15,5.000-20.000 16,2.000-8.000-1</inkml:trace>
  <inkml:trace contextRef="#ctx0" brushRef="#br0">16561.000 10298.000 0,'0.000'0.000'16,"18.000"9.000"-16,0.000 9.000 15,-5.000 8.000 1,-10.000 3.000-16,-7.000 3.000 16,-9.000-1.000-1,-5.000-5.000-15,2.000-6.000 16,5.000-6.000 0,5.000-6.000-16,6.000-8.000 15,5.000-7.000 1,18.000-15.000-16,8.000-14.000 15,10.000-12.000 1,-5.000 8.000-16</inkml:trace>
  <inkml:trace contextRef="#ctx0" brushRef="#br0">17016.000 10085.000 0,'11.000'40.000'15,"-2.000"20.000"-15,-7.000 2.000 16,-12.000-2.000 0,-6.000-9.000-16,-1.000-13.000 15,2.000-17.000 1,6.000-12.000-16,3.000-16.000 16,10.000-15.000-1,10.000-14.000-15,11.000-2.000 16,7.000 1.000-1,4.000 11.000-15,2.000 6.000 16,-1.000 13.000 0,-2.000 12.000-1,-5.000 10.000-15,-8.000 10.000 16,-8.000 7.000-16,-9.000 6.000 16,-9.000 1.000-1,-7.000-5.000-15,-4.000-5.000 16,0.000-7.000-1,-2.000-12.000-15,0.000-11.000 16,1.000-16.000 0,7.000-16.000-16,8.000-15.000 15,3.000-12.000 1,-2.000-7.000-16,-4.000 0.000 16,0.000 13.000-16</inkml:trace>
  <inkml:trace contextRef="#ctx0" brushRef="#br0">17032.000 10017.000 0,'32.000'-10.000'15,"20.000"-5.000"-15,6.000-1.000 16,2.000 1.000 0,0.000-4.000-16,-4.000 1.000 15,-6.000 1.000 1,-13.000 0.000-16,-16.000 2.000 15,-21.000-5.000 1,-17.000-6.000-16,-15.000-3.000 16,3.000 4.000-1</inkml:trace>
  <inkml:trace contextRef="#ctx0" brushRef="#br0">17133.000 9539.000 0,'31.000'57.000'0,"17.000"41.000"15,4.000 21.000 1,0.000 13.000 0,2.000 8.000-16,1.000-4.000 15,2.000-11.000 1,-1.000-14.000-16,-2.000-18.000 15,-6.000-23.000 1,-11.000-24.000-16,-8.000-28.000 16,-10.000-26.000-1,-8.000-8.000 1</inkml:trace>
  <inkml:trace contextRef="#ctx0" brushRef="#br0">17571.000 10128.000 0,'0.000'0.000'0,"-10.000"40.000"15,-16.000 25.000 1,-8.000 10.000 0,-7.000-5.000-16,1.000-15.000 15,9.000-15.000-15,8.000-17.000 16,14.000-22.000-1,11.000-22.000 1,11.000-22.000-16,9.000-20.000 16,3.000-17.000-1,2.000-9.000-15,-3.000-6.000 16,-6.000 18.000-16</inkml:trace>
  <inkml:trace contextRef="#ctx0" brushRef="#br0">17503.000 9649.000 0,'10.000'-25.000'0,"5.000"-4.000"16,0.000 13.000-16,3.000 12.000 15,1.000 18.000 1,-1.000 9.000-16,-5.000-2.000 16</inkml:trace>
  <inkml:trace contextRef="#ctx0" brushRef="#br0">18033.000 10657.000 0,'0.000'0.000'15</inkml:trace>
  <inkml:trace contextRef="#ctx0" brushRef="#br0">19773.000 14300.000 0,'44.000'4.000'0,"18.000"2.000"32,3.000-4.000-32,-4.000-3.000 0,-5.000-2.000 15,-1.000-2.000 1,-2.000 4.000-16,0.000 0.000 16,-3.000 1.000-1,3.000 0.000 1,3.000 0.000-16,2.000 0.000 15,3.000 0.000-15,4.000-1.000 16,2.000 1.000 0,1.000 0.000-16,-1.000 2.000 15,2.000 2.000 1,-2.000-2.000-16,2.000 1.000 16,2.000 0.000-1,2.000-1.000-15,6.000 1.000 16,3.000 0.000-1,-4.000 2.000-15,1.000-2.000 16,2.000 3.000 0,-1.000-2.000-16,3.000 1.000 15,2.000 1.000 1,-2.000-2.000-16,2.000 1.000 16,1.000-1.000-1,3.000 1.000-15,3.000 0.000 16,-2.000 0.000-1,1.000 0.000-15,-1.000 0.000 16,3.000 0.000 0,3.000-4.000-16,2.000-1.000 15,2.000 0.000 1,5.000-4.000-16,-1.000 4.000 16,-3.000 4.000-1,3.000 1.000-15,0.000 3.000 16,-5.000-1.000-1,5.000 0.000-15,-1.000 0.000 16,1.000-3.000 0,1.000 2.000-16,2.000-2.000 15,0.000-2.000 1,0.000 1.000 0,0.000 1.000-16,-7.000 3.000 15,1.000 0.000-15,2.000-1.000 16,0.000-2.000-1,0.000-2.000 1,-3.000-1.000-16,1.000-1.000 16,1.000 3.000-1,-2.000 2.000-15,-1.000-3.000 16,-2.000 2.000 0,-2.000-4.000-16,0.000 2.000 15,-1.000-2.000-15,0.000 0.000 16,-1.000 2.000-1,0.000-2.000-15,-1.000 0.000 16,3.000 0.000 0,-1.000 0.000-1,1.000 0.000-15,-4.000 0.000 16,3.000 1.000 0,0.000 1.000-16,-1.000 0.000 15,-5.000 0.000 1,0.000 3.000-16,-3.000 1.000 15,-1.000-3.000 1,0.000 2.000-16,-2.000 0.000 16,-1.000 1.000-1,-1.000-1.000-15,-1.000-2.000 16,-3.000 2.000-16,-2.000 1.000 16,-2.000 0.000-1,-5.000-1.000-15,-5.000 1.000 16,-5.000 0.000-1,-8.000-3.000-15,-5.000-1.000 16,-3.000-2.000 0,1.000-5.000-16,-6.000-2.000 15,-5.000-3.000 1,-4.000 1.000-16,-6.000 2.000 16,-5.000 3.000-16,-16.000 4.000 15,5.000-3.000 1</inkml:trace>
  <inkml:trace contextRef="#ctx0" brushRef="#br0">27905.000 14377.000 0,'0.000'0.000'0,"0.000"0.000"16,0.000 0.000-16,0.000 0.000 15,0.000 0.000 1,16.000 12.000-1,15.000 3.000-15,7.000 1.000 16,3.000-3.000-16,4.000-1.000 16,0.000 1.000-1,2.000-1.000 1,-5.000 4.000-16,-6.000-4.000 16,-8.000 3.000-16,-7.000-3.000 15,-8.000 2.000 1,-7.000 2.000-16,-15.000 5.000 15,-16.000 1.000 1,-19.000 1.000 0,-22.000 0.000-16,-12.000-3.000 15,2.000-7.000-15,16.000-4.000 16</inkml:trace>
  <inkml:trace contextRef="#ctx0" brushRef="#br0">23717.000 14386.000 0,'19.000'4.000'0,"6.000"-1.000"15,-4.000-3.000 1,-5.000-2.000-16,-2.000 2.000 16,0.000-5.000-1,-3.000-1.000-15,-2.000 2.000 16,0.000-1.000-1,1.000 0.000-15,0.000 2.000 16,4.000-4.000 0,3.000-1.000-16,4.000-4.000 15,1.000-2.000 1,4.000-5.000-16,4.000-1.000 16,0.000 1.000-16,2.000-2.000 15,-2.000-1.000 1,4.000-2.000-16,-1.000 2.000 15,3.000-1.000 1,-1.000-2.000-16,1.000-1.000 16,4.000-1.000-1,-3.000 1.000-15,0.000-1.000 16,1.000-1.000 0,-1.000 0.000-16,4.000 2.000 15,1.000-3.000 1,-2.000 1.000-16,1.000-1.000 15,0.000 1.000 1,2.000-1.000-16,-1.000-1.000 16,1.000 0.000-1,-3.000 2.000 1,4.000 2.000 0,-1.000-1.000-16,1.000-1.000 0,0.000-2.000 15,3.000 1.000 1,-1.000 0.000-16,0.000-3.000 15,1.000 1.000 1,1.000 2.000-16,-1.000 0.000 16,-1.000 1.000-1,1.000-1.000-15,1.000 0.000 16,-1.000 0.000 0,-2.000-1.000-16,1.000 4.000 15,0.000 0.000 1,-2.000-1.000-1,2.000 1.000-15,-5.000 3.000 16,-3.000-1.000-16,-1.000 1.000 16,2.000 2.000-1,-4.000-1.000-15,-1.000 2.000 16,-3.000-1.000 0,2.000 2.000-1,-2.000 1.000-15,-3.000 0.000 16,-1.000 5.000-16,-1.000-1.000 15,-3.000-2.000 1,2.000 1.000-16,-3.000 1.000 16,-1.000 4.000-1,-3.000 1.000-15,0.000-2.000 16,-1.000 1.000-16,1.000-1.000 16,0.000 0.000-1,1.000 0.000-15,2.000 1.000 16,-2.000-1.000-1,-1.000 2.000-15,-4.000 2.000 16,-1.000 1.000 0,-3.000 0.000-16,-10.000 6.000 15,0.000 0.000 1,0.000 0.000-16,0.000 0.000 16,0.000 0.000-16,0.000 0.000 31,0.000 0.000-31,0.000 0.000 0,0.000 0.000 15,0.000 0.000 1,0.000 0.000-16,0.000 0.000 16,0.000 0.000-1,0.000 0.000-15,0.000 0.000 16,0.000 0.000-16,0.000 0.000 16,-3.000-1.000-1,-4.000 3.000-15,-6.000 0.000 16,-5.000 2.000-1,-6.000 4.000-15,-7.000 1.000 16,-7.000 3.000 0,-4.000-1.000-16,-5.000 4.000 15,-1.000 1.000 1,1.000-1.000-16,7.000-2.000 16,1.000-2.000-1,8.000-10.000 1,7.000-2.000-16</inkml:trace>
  <inkml:trace contextRef="#ctx0" brushRef="#br0">26400.000 12747.000 0,'0.000'0.000'16,"0.000"0.000"-1,0.000 0.000-15,0.000 0.000 16,0.000 0.000-16,-7.000 31.000 16,-9.000 19.000-1,-4.000 12.000-15,-4.000 1.000 16,3.000-5.000 0,6.000-10.000-1,6.000-14.000-15</inkml:trace>
  <inkml:trace contextRef="#ctx0" brushRef="#br0">27081.000 12755.000 0,'-17.000'32.000'0,"-13.000"20.000"15,-9.000 11.000 1,-6.000 4.000-16,1.000 1.000 16,-2.000-2.000-1,4.000-7.000 1,8.000-10.000-16,7.000-9.000 15,8.000-11.000-15,8.000-12.000 16,11.000-17.000-16,-3.000-4.000 16,6.000-16.000-1,0.000 0.000-15</inkml:trace>
  <inkml:trace contextRef="#ctx0" brushRef="#br0">26997.000 12850.000 0,'0.000'0.000'16,"0.000"0.000"0,11.000 20.000-16,8.000 20.000 15,-7.000 12.000 1,-2.000 11.000-16,-7.000 5.000 15,-4.000 1.000-15,0.000-3.000 32,0.000-10.000-32,3.000-8.000 15,0.000-8.000-15,1.000-12.000 16,-3.000-13.000-16,0.000-15.000 16,-4.000-6.000-1,1.000-5.000-15</inkml:trace>
  <inkml:trace contextRef="#ctx0" brushRef="#br0">26896.000 13148.000 0,'0.000'0.000'0,"0.000"0.000"16,0.000 0.000-16,0.000 0.000 15,0.000 0.000 1,24.000-1.000-16,13.000 0.000 16,-1.000-3.000-1,-1.000 1.000-15,-6.000-4.000 16,-8.000-2.000 0</inkml:trace>
  <inkml:trace contextRef="#ctx0" brushRef="#br0">27266.000 13139.000 0,'10.000'29.000'0,"1.000"11.000"15,-6.000 3.000-15,-5.000-4.000 16,-7.000-4.000-1,-5.000-9.000-15,-2.000-11.000 16,5.000-6.000 0</inkml:trace>
  <inkml:trace contextRef="#ctx0" brushRef="#br0">26820.000 12644.000 0,'32.000'-2.000'0,"19.000"0.000"16,4.000 1.000-1,4.000 1.000-15,-3.000 3.000 16,-1.000 3.000-1,-3.000 3.000-15,-6.000-1.000 16,-5.000 0.000 0,-7.000-3.000-16,-7.000-3.000 15,-8.000-5.000 1,-7.000-12.000 0,-2.000-7.000-16,-3.000-15.000 15,-7.000-13.000-15,-9.000-9.000 16,-10.000-6.000-1,0.000 14.000-15</inkml:trace>
  <inkml:trace contextRef="#ctx0" brushRef="#br0">21539.000 11612.000 0,'0.000'0.000'16,"0.000"0.000"-16,0.000 0.000 15,0.000 0.000 1,22.000 10.000-16,14.000 4.000 16,8.000 0.000-1,-2.000 0.000-15,-1.000-5.000 16,-3.000 3.000-16,-6.000-1.000 16,-5.000-3.000-1,-7.000-3.000 1</inkml:trace>
  <inkml:trace contextRef="#ctx0" brushRef="#br0">21505.000 11553.000 0,'0.000'0.000'16,"0.000"0.000"-16,0.000 0.000 15,0.000 0.000-15,0.000 0.000 16,0.000 0.000 0,15.000 8.000-16,0.000 3.000 15,0.000 0.000 1,-5.000 2.000-16,-4.000 0.000 15,0.000-1.000-15,0.000 3.000 16,-1.000-3.000 0,-2.000 1.000-1,2.000-1.000-15,2.000 2.000 16,0.000 1.000-16,-1.000 0.000 16,2.000 2.000-1,0.000 0.000-15,3.000 0.000 16,-3.000-2.000-1,1.000 0.000-15,3.000 1.000 16,0.000-1.000 0,0.000 0.000-16,4.000 3.000 15,-4.000-1.000 1,3.000-2.000 0,1.000 0.000-16,3.000-1.000 15,-3.000 2.000-15,-1.000-1.000 16,-1.000 2.000-1,2.000 1.000-15,-1.000-2.000 16,0.000 1.000 0,0.000-2.000-16,2.000 3.000 15,-3.000-2.000-15,0.000 2.000 16,3.000 0.000 0,1.000 0.000-16,-3.000-1.000 15,2.000 2.000 1,-1.000 0.000-16,2.000 0.000 15,-1.000 2.000 1,-1.000 1.000-16,2.000-2.000 16,-4.000 0.000-1,3.000-2.000-15,0.000-2.000 16,2.000 6.000 0,-3.000 0.000-1,-1.000-2.000-15,1.000 3.000 16,3.000 1.000-16,-1.000-1.000 15,-2.000 0.000 1,4.000 1.000-16,-2.000-2.000 16,1.000 0.000-1,-1.000 2.000-15,0.000 1.000 16,1.000 3.000 0,-1.000-2.000-16,0.000-3.000 15,-3.000 2.000 1,3.000 0.000-16,-3.000 2.000 15,2.000 1.000 1,1.000-2.000-16,-2.000 1.000 16,1.000-2.000-1,-2.000 3.000-15,1.000 1.000 16,2.000-2.000 0,0.000 1.000-16,-3.000-3.000 15,3.000 2.000-15,-2.000-1.000 16,0.000-1.000-1,-2.000 1.000-15,2.000-1.000 16,-1.000-1.000 0,2.000 0.000-16,-2.000 0.000 15,3.000 0.000 1,-2.000-2.000-16,0.000 2.000 16,0.000 0.000-1,2.000-2.000-15,0.000-2.000 16,-3.000-1.000-1,3.000 2.000-15,0.000 0.000 16,2.000 3.000 0,-2.000-3.000-16,-1.000 2.000 15,3.000 1.000 1,-2.000 3.000-16,1.000-4.000 16,-1.000 0.000-1,-2.000 2.000-15,1.000 1.000 16,0.000-2.000-1,0.000 2.000-15,-1.000-1.000 16,0.000-1.000 0,-2.000-1.000-16,3.000 1.000 15,-2.000-3.000-15,1.000 0.000 16,0.000 3.000 0,4.000 3.000-1,-3.000-5.000-15,-2.000 2.000 16,1.000-2.000-16,1.000 0.000 15,0.000-2.000 1,1.000 1.000-16,0.000-3.000 16,-3.000-3.000-1,1.000 2.000-15,-2.000 0.000 16,2.000 0.000 0,-2.000 0.000-16,0.000-2.000 15,1.000 0.000 1,-1.000-2.000-1,-1.000 2.000-15,0.000 0.000 16,-1.000-2.000-16,1.000 0.000 16,3.000 3.000-1,-3.000-2.000-15,2.000 3.000 16,-1.000-3.000 0,-1.000 2.000-16,2.000 0.000 15,0.000 0.000-15,-3.000 0.000 16,0.000 0.000-1,2.000 1.000-15,-3.000-1.000 16,2.000-1.000 0,1.000-2.000-1,-1.000 0.000-15,0.000-1.000 16,-1.000-1.000-16,-2.000 2.000 16,-2.000-2.000-1,1.000 0.000-15,0.000-2.000 16,0.000 2.000-1,-1.000-3.000 1,0.000-1.000-16,1.000-2.000 16,-1.000-2.000-16,-8.000-3.000 15,6.000-4.000-15,-6.000-6.000 16,-4.000-3.000 0,-13.000-4.000-16,-1.000 3.000 15</inkml:trace>
  <inkml:trace contextRef="#ctx0" brushRef="#br0">21572.000 11553.000 0,'0.000'0.000'0,"0.000"0.000"16,0.000 0.000 0,0.000 0.000-16,0.000 0.000 15,0.000 0.000 1,-3.000 23.000-16,2.000 16.000 16,-2.000 5.000-1,2.000 1.000-15,0.000-1.000 16,-2.000 2.000-1,-1.000-3.000 1,1.000-5.000-16,2.000-13.000 16</inkml:trace>
  <inkml:trace contextRef="#ctx0" brushRef="#br0">23751.000 14761.000 0,'0.000'0.000'16,"0.000"0.000"0,-24.000 4.000-16,-10.000 7.000 15,-3.000 4.000 1,4.000 6.000-16,2.000 6.000 15,6.000 9.000 1,4.000 5.000-16,8.000 2.000 16,7.000 2.000-1,6.000-5.000-15,7.000-5.000 16,9.000-7.000 0,6.000-8.000-16,7.000-4.000 15,4.000-7.000 1,3.000-5.000-16,1.000-6.000 15,-2.000-9.000 1,-1.000-3.000-16,-1.000-4.000 16,-3.000-4.000-1,-3.000 2.000-15,-6.000-2.000 16,-7.000 1.000-16,-6.000-1.000 16,-5.000-3.000-1,-4.000-3.000-15,-6.000-5.000 16,-3.000-1.000-1,-5.000-2.000-15,0.000 3.000 16,-5.000 4.000 0,2.000 4.000-16,1.000 6.000 15,-2.000 6.000 1,3.000 6.000-16,-1.000 4.000 16,-5.000 6.000-1,-5.000 0.000-15,3.000-1.000 16</inkml:trace>
  <inkml:trace contextRef="#ctx0" brushRef="#br0">20799.000 11594.000 0,'-9.000'18.000'15,"-6.000"12.000"-15,-6.000 7.000 16,-2.000 10.000-1,1.000 10.000-15,-4.000 4.000 16,-3.000 2.000 0,1.000-3.000-1,4.000-4.000-15,1.000-7.000 16,5.000-11.000-16,3.000-14.000 31,6.000-12.000-31</inkml:trace>
  <inkml:trace contextRef="#ctx0" brushRef="#br0">20850.000 11682.000 0,'18.000'52.000'0,"3.000"29.000"15,-4.000 0.000 1,-6.000-9.000-16,-2.000-15.000 15,-1.000-15.000 1,-3.000-11.000-16,-6.000-12.000 16,-3.000-9.000-1,-1.000-5.000-15</inkml:trace>
  <inkml:trace contextRef="#ctx0" brushRef="#br0">20749.000 11962.000 0,'0.000'0.000'16,"0.000"0.000"-1,0.000 0.000-15,20.000-2.000 16,15.000 2.000-1,-3.000-4.000-15,-9.000 1.000 16</inkml:trace>
  <inkml:trace contextRef="#ctx0" brushRef="#br0">21110.000 11962.000 0,'0.000'0.000'16,"0.000"0.000"-1,0.000 0.000-15,21.000 8.000 16,4.000 5.000-16,-7.000 7.000 15,-10.000 3.000 1,-9.000 0.000-16,-10.000 6.000 16,-5.000-3.000-1,-5.000 2.000 1,0.000-3.000-16,5.000-5.000 16,4.000-7.000-16,3.000-4.000 15,9.000-1.000 1,10.000-3.000-1,6.000-3.000-15,9.000-4.000 16,8.000-7.000-16,-1.000-3.000 16,-1.000-2.000-1,-4.000 1.000-15,-7.000 2.000 16</inkml:trace>
  <inkml:trace contextRef="#ctx0" brushRef="#br0">20572.000 11432.000 0,'0.000'0.000'0,"0.000"0.000"16,36.000-4.000-1,17.000-5.000-15,6.000 0.000 16,-2.000 2.000 0,-1.000 0.000-16,-6.000 3.000 15,0.000-3.000 1,-5.000-2.000-16,-3.000 0.000 15,-8.000 0.000 1,-8.000 0.000-16,-8.000 1.000 16,-8.000 0.000-1,-5.000 0.000-15,-10.000-2.000 16,-8.000-1.000 0,-13.000 3.000-16,-8.000-4.000 15,-7.000 2.000-15,-7.000 0.000 16,10.000 4.000-1</inkml:trace>
  <inkml:trace contextRef="#ctx0" brushRef="#br0">21607.000 11518.000 0,'0.000'0.000'16,"0.000"0.000"-16,0.000 0.000 16,0.000 0.000-1,0.000 0.000-15,0.000 0.000 16,0.000 0.000-1,0.000 0.000-15,11.000-12.000 16</inkml:trace>
  <inkml:trace contextRef="#ctx0" brushRef="#br0">21942.000 11271.000 0,'23.000'-13.000'15,"9.000"-7.000"-15,2.000-2.000 16,-9.000 4.000 0</inkml:trace>
  <inkml:trace contextRef="#ctx0" brushRef="#br0">23019.000 10674.000 0,'0.000'0.000'15,"26.000"-9.000"-15,12.000-9.000 16,-7.000 1.000-1</inkml:trace>
  <inkml:trace contextRef="#ctx0" brushRef="#br0">23448.000 10476.000 0,'0.000'0.000'15,"22.000"-15.000"-15,14.000-10.000 16,-4.000 2.000 0</inkml:trace>
  <inkml:trace contextRef="#ctx0" brushRef="#br0">23877.000 10212.000 0,'0.000'0.000'16,"0.000"0.000"-16,22.000-12.000 16,14.000-8.000-1,7.000-6.000 1,0.000-3.000-16,-9.000 4.000 16</inkml:trace>
  <inkml:trace contextRef="#ctx0" brushRef="#br0">24373.000 9923.000 0,'0.000'0.000'0,"0.000"0.000"16,0.000 0.000-16,0.000 0.000 16,19.000-9.000-1,11.000-4.000-15,5.000-7.000 16,2.000-6.000-1,-8.000 3.000-15</inkml:trace>
  <inkml:trace contextRef="#ctx0" brushRef="#br0">24709.000 9761.000 0,'0.000'0.000'16,"0.000"0.000"-16,0.000 0.000 15,23.000-14.000 1,4.000-12.000-16,-8.000-7.000 16,-6.000 7.000-1</inkml:trace>
  <inkml:trace contextRef="#ctx0" brushRef="#br0">25012.000 9581.000 0,'0.000'0.000'0,"0.000"0.000"15,0.000 0.000 1,0.000 0.000-16,16.000-12.000 16,2.000-2.000-1</inkml:trace>
  <inkml:trace contextRef="#ctx0" brushRef="#br0">25214.000 9462.000 0</inkml:trace>
  <inkml:trace contextRef="#ctx0" brushRef="#br0">26408.000 12696.000 0,'0.000'0.000'0,"0.000"0.000"16,0.000 0.000-16,0.000 0.000 16,0.000 0.000-1,0.000 0.000 1,0.000 0.000-16,0.000 0.000 16,0.000 0.000-16,0.000 0.000 15,-4.000-17.000-15,-6.000-9.000 16,1.000 5.000-1</inkml:trace>
  <inkml:trace contextRef="#ctx0" brushRef="#br0">26299.000 12448.000 0,'-4.000'-15.000'16,"-8.000"-11.000"0,0.000 4.000-16</inkml:trace>
  <inkml:trace contextRef="#ctx0" brushRef="#br0">26097.000 12082.000 0,'-8.000'-20.000'0,"-3.000"-2.000"15</inkml:trace>
  <inkml:trace contextRef="#ctx0" brushRef="#br0">25921.000 11766.000 0,'-12.000'-23.000'0,"-3.000"-6.000"16</inkml:trace>
  <inkml:trace contextRef="#ctx0" brushRef="#br0">25744.000 11459.000 0,'0.000'0.000'0,"0.000"0.000"16,-11.000-20.000-1,-4.000-4.000-15</inkml:trace>
  <inkml:trace contextRef="#ctx0" brushRef="#br0">25542.000 11134.000 0,'-12.000'-13.000'15,"-8.000"-12.000"-15,2.000-7.000 16,1.000-3.000-1,4.000 7.000-15</inkml:trace>
  <inkml:trace contextRef="#ctx0" brushRef="#br0">25323.000 10725.000 0,'0.000'0.000'16,"-15.000"-13.000"-16,-8.000-6.000 16,1.000-11.000-1,3.000 0.000-15,5.000 3.000 16</inkml:trace>
  <inkml:trace contextRef="#ctx0" brushRef="#br0">25071.000 10323.000 0,'-11.000'-11.000'0,"-8.000"-8.000"16,-2.000-3.000-1,3.000-3.000-15,-1.000 0.000 16,3.000 0.000-1,0.000-4.000-15,5.000 8.000 16</inkml:trace>
  <inkml:trace contextRef="#ctx0" brushRef="#br0">24861.000 9975.000 0,'-16.000'-24.000'0,"-7.000"-12.000"16,0.000-1.000-16,5.000 8.000 16</inkml:trace>
  <inkml:trace contextRef="#ctx0" brushRef="#br0">24685.000 9735.000 0,'0.000'0.000'0</inkml:trace>
  <inkml:trace contextRef="#ctx0" brushRef="#br0">24685.000 9735.000 0,'0.000'0.000'16,"0.000"0.000"-16,0.000 0.000 16,0.000 0.000-16,0.000 0.000 15,0.000 0.000 1,0.000 0.000-16,0.000 0.000 16,0.000 0.000-1,0.000 0.000-15,0.000 0.000 16,0.000 0.000-1,0.000 0.000-15,0.000 0.000 16,0.000 0.000 0,6.000 27.000-16,1.000 11.000 15,-4.000-1.000 1,-3.000-3.000-16,0.000-3.000 16,-1.000-3.000-1,-4.000 0.000-15,-1.000 4.000 16,-1.000 3.000-16,1.000 0.000 15,-3.000 1.000 1,1.000 4.000 0,0.000 2.000-16,1.000-4.000 15,1.000 2.000 1,-2.000 0.000-16,-2.000 2.000 16,3.000 5.000-1,1.000 1.000-15,-1.000-2.000 16,-3.000 1.000-1,1.000 1.000-15,1.000 1.000 16,1.000 1.000 0,-1.000-1.000-16,3.000 0.000 15,-1.000 0.000 1,-1.000 0.000-16,3.000 0.000 16,-4.000 1.000-1,1.000 0.000 1,-1.000 1.000-1,1.000 2.000-15,-3.000-2.000 0,3.000-1.000 16,-3.000 3.000-16,3.000-3.000 16,-1.000 0.000-1,3.000-3.000 1,-1.000 2.000-16,0.000 1.000 16,0.000 1.000-1,0.000-1.000-15,0.000 0.000 16,-1.000 2.000-1,-1.000-1.000-15,2.000-1.000 16,-1.000 3.000 0,-1.000-3.000-16,1.000 4.000 15,1.000-3.000 1,-1.000 2.000-16,-2.000 0.000 16,-1.000 1.000-1,-2.000 3.000-15,-1.000-4.000 31,1.000 2.000-31,0.000-4.000 0,1.000 0.000 16,-3.000 2.000 0,2.000-1.000-1,1.000 1.000-15,-2.000-1.000 16,-2.000 0.000 0,1.000 0.000-16,3.000-2.000 15,-1.000 3.000 1,0.000-1.000-16,1.000-2.000 15,-2.000 0.000 1,3.000-1.000-16,0.000 1.000 16,-1.000-1.000-1,2.000-1.000-15,-1.000-1.000 16,1.000-4.000 0,-1.000-1.000-16,2.000 0.000 15,-1.000 0.000 1,-2.000-2.000-16,2.000-2.000 15,-3.000 0.000 1,-1.000 2.000-16,3.000-4.000 16,-3.000 1.000-1,0.000 0.000-15,1.000 0.000 16,-1.000 1.000 0,0.000 1.000-16,0.000-2.000 15,0.000 0.000 1,-1.000-1.000-16,3.000-2.000 15,1.000 0.000 1,0.000-4.000-16,0.000 2.000 16,-1.000-5.000-16,-2.000 2.000 15,3.000-2.000 1,2.000-1.000 0,0.000 1.000-16,0.000-3.000 15,-2.000 0.000-15,-2.000-1.000 16,4.000-2.000-1,1.000-2.000-15,2.000-1.000 16,-1.000-3.000 0,1.000 1.000-16,1.000-3.000 15,0.000-2.000 1,3.000-2.000-16,2.000 0.000 16,-1.000-9.000-1,0.000 0.000-15,0.000 0.000 16,0.000 0.000-16,-3.000-5.000 15,-8.000-14.000 1,-5.000-18.000-16,3.000 2.000 16</inkml:trace>
  <inkml:trace contextRef="#ctx0" brushRef="#br0">24752.000 9769.000 0,'0.000'0.000'0,"0.000"0.000"15,0.000 0.000 1,0.000 0.000-16,0.000 0.000 16,-14.000 19.000-1,-8.000 10.000-15,-2.000 1.000 16,2.000 2.000 0,-3.000 1.000-16,3.000-1.000 15,-2.000-1.000 1,4.000-3.000-16,0.000 0.000 15,2.000-3.000-15,1.000-5.000 16,5.000-6.000 0,2.000-4.000-16,10.000-10.000 15,-6.000-2.000 1,4.000-3.000-16</inkml:trace>
  <inkml:trace contextRef="#ctx0" brushRef="#br0">24726.000 9863.000 0,'0.000'0.000'16,"0.000"0.000"-16,9.000 25.000 15,4.000 13.000 1,2.000 9.000-16,-3.000 5.000 16,0.000-2.000-1,0.000-4.000-15,-1.000-9.000 16,2.000-5.000 0,0.000-7.000-16,-2.000-11.000 15</inkml:trace>
  <inkml:trace contextRef="#ctx0" brushRef="#br0">24567.000 8899.000 0,'0.000'0.000'0,"-10.000"25.000"15,-8.000 19.000-15,-6.000 10.000 16,-6.000 7.000-1,0.000 2.000-15,3.000 1.000 32,-3.000-5.000-32,5.000-11.000 15,6.000-11.000-15,5.000-12.000 16,1.000-16.000-16,3.000-7.000 16</inkml:trace>
  <inkml:trace contextRef="#ctx0" brushRef="#br0">24609.000 8830.000 0,'9.000'21.000'0,"8.000"17.000"16,4.000 10.000-1,1.000 11.000-15,-4.000 5.000 16,-6.000 1.000 0,-3.000 0.000-16,0.000-1.000 15,-1.000-7.000 1,-3.000-12.000-16,-6.000-13.000 15,-3.000-15.000 1,0.000-9.000-16</inkml:trace>
  <inkml:trace contextRef="#ctx0" brushRef="#br0">24491.000 9205.000 0,'0.000'0.000'0,"0.000"0.000"16,24.000-3.000-16,16.000-4.000 16,7.000 0.000-1,-4.000-1.000-15,-10.000 0.000 16,-11.000 3.000-1</inkml:trace>
  <inkml:trace contextRef="#ctx0" brushRef="#br0">24323.000 8753.000 0,'0.000'0.000'16,"26.000"-3.000"-16,20.000-2.000 15,9.000 2.000 1,7.000 1.000-16,0.000-1.000 16,-3.000-2.000-1,-7.000-2.000 1,-5.000-1.000-16,-8.000-1.000 16,-7.000 2.000-16,-10.000-1.000 15,-8.000 0.000 1,-9.000-6.000-16,-6.000 0.000 15,-7.000-1.000 1,-7.000-3.000-16,-7.000-2.000 16,-5.000 3.000-1,-6.000-3.000-15,-5.000-5.000 16,-1.000-7.000 0,10.000 2.000-16</inkml:trace>
  <inkml:trace contextRef="#ctx0" brushRef="#br0">28662.000 14684.000 0,'0.000'0.000'0,"15.000"-8.000"16,4.000-4.000-16,-1.000-2.000 15,2.000 5.000 1,0.000 2.000-16,1.000 4.000 15,1.000 1.000 1,1.000 2.000-16,-1.000 5.000 16,-3.000 5.000-1,3.000 4.000-15,-1.000 4.000 16,1.000 3.000-16,1.000 6.000 16,-2.000 5.000-1,-4.000 2.000-15,-2.000 4.000 16,-2.000 0.000-1,-3.000-3.000-15,0.000 0.000 16,-2.000-7.000 0,0.000-4.000-16,2.000-6.000 15,-1.000-4.000 1,-1.000-4.000-16,0.000-4.000 16,4.000-11.000-1,1.000-10.000-15,6.000-7.000 16,-4.000-9.000-1,1.000-5.000-15,-4.000-5.000 16,-2.000 0.000-16,-5.000 9.000 16</inkml:trace>
  <inkml:trace contextRef="#ctx0" brushRef="#br0">29217.000 14574.000 0,'0.000'0.000'0,"-14.000"24.000"15,-19.000 18.000 1,-16.000 11.000-16,-19.000 11.000 16,-9.000 4.000-1,-6.000 1.000 1,5.000-4.000-16,4.000-11.000 15,12.000-19.000-15,19.000-12.000 16</inkml:trace>
  <inkml:trace contextRef="#ctx0" brushRef="#br0">27889.000 11689.000 0,'0.000'0.000'15,"15.000"18.000"-15,8.000 7.000 16,4.000 8.000 0,3.000 7.000-1,1.000 8.000-15,0.000 3.000 16,0.000 7.000 0,-5.000 5.000-16,-6.000 8.000 15,2.000 4.000 1,-5.000 2.000-16,1.000 0.000 15,1.000-4.000 1,-2.000-9.000-16,-2.000-11.000 16,-6.000-13.000-1,-4.000-12.000-15,-2.000-15.000 16,-5.000-13.000 0,-1.000-5.000-16</inkml:trace>
  <inkml:trace contextRef="#ctx0" brushRef="#br0">27930.000 11732.000 0,'-8.000'35.000'16,"-5.000"19.000"-16,5.000 5.000 15,1.000 0.000 1,3.000-5.000-16,-2.000-11.000 15,1.000-10.000 1,4.000-15.000-16,1.000-18.000 16,1.000-8.000-1,-1.000-9.000-15</inkml:trace>
  <inkml:trace contextRef="#ctx0" brushRef="#br0">27938.000 11654.000 0,'0.000'0.000'0,"25.000"14.000"16,9.000 6.000-16,3.000 1.000 16,-2.000 2.000-1,-1.000-3.000-15,-5.000-4.000 16,-8.000-4.000-1</inkml:trace>
  <inkml:trace contextRef="#ctx0" brushRef="#br0">28527.000 11749.000 0,'0.000'0.000'0,"-1.000"29.000"15,-2.000 23.000 1,1.000 14.000-16,1.000 3.000 15,3.000-2.000-15,4.000-10.000 16,4.000-14.000 0,2.000-15.000-16,4.000-13.000 15,1.000-12.000 1,5.000-10.000-16,4.000-13.000 16,-2.000-14.000-1,3.000-8.000-15,-1.000-5.000 16,-3.000-2.000-1,-1.000 6.000-15,-4.000 11.000 16,-2.000 11.000 0,-1.000 14.000-16,0.000 17.000 15,-1.000 15.000 1,1.000 8.000-16,1.000 1.000 16,4.000-6.000-1,2.000-8.000-15,0.000-9.000 16,3.000-7.000-1,0.000-10.000-15,-1.000-10.000 16,-4.000-12.000 0,-4.000-8.000-16,-8.000-12.000 15,-9.000-8.000 1,-8.000-1.000-16,-7.000 4.000 16,1.000 13.000-1</inkml:trace>
  <inkml:trace contextRef="#ctx0" brushRef="#br0">25390.000 9018.000 0,'0.000'0.000'16,"0.000"0.000"-16,0.000 0.000 15,22.000 18.000 1,8.000 7.000-16,7.000 3.000 15,7.000-4.000 1,2.000 1.000-16,5.000 0.000 16,3.000 0.000-1,2.000 5.000 1,3.000 3.000-16,-4.000 6.000 16,-6.000 3.000-1,-4.000 6.000-15,-4.000 1.000 16,-10.000 4.000-1,-6.000 3.000-15,-8.000 0.000 16,-4.000 1.000 0,-4.000-6.000-16,-4.000-5.000 15,-5.000-7.000 1,-3.000-9.000-16,-2.000-13.000 16,0.000-9.000-1</inkml:trace>
  <inkml:trace contextRef="#ctx0" brushRef="#br0">25433.000 9001.000 0,'0.000'0.000'0,"-3.000"18.000"16,3.000 16.000 0,7.000 10.000-16,6.000 5.000 15,2.000-2.000 1,0.000-6.000-16,-1.000-6.000 15,-2.000-14.000 1,-1.000-8.000-16,-4.000-13.000 16,-2.000-5.000-16</inkml:trace>
  <inkml:trace contextRef="#ctx0" brushRef="#br0">25441.000 9061.000 0,'0.000'0.000'0,"0.000"0.000"15,24.000-18.000 1,18.000-9.000-16,11.000-1.000 16,3.000 3.000-1,-2.000 7.000-15,-9.000 5.000 16,-11.000 2.000-1</inkml:trace>
  <inkml:trace contextRef="#ctx0" brushRef="#br0">26063.000 8865.000 0,'0.000'0.000'0,"10.000"24.000"16,3.000 16.000-1,0.000 11.000-15,0.000 7.000 16,-3.000-3.000-1,3.000-8.000 1,4.000-10.000 0,0.000-13.000-16,0.000-12.000 0,4.000-20.000 15,7.000-19.000 1,3.000-18.000-16,5.000-11.000 16,-1.000-4.000-1,-6.000 0.000 1,-2.000 9.000-16,-6.000 15.000 15,-9.000 14.000-15,-3.000 12.000 16,-1.000 12.000 0,-2.000 18.000-16,0.000 13.000 15,2.000 8.000 1,1.000 4.000-16,2.000-3.000 16,4.000-11.000-1,4.000-11.000-15,7.000-14.000 16,5.000-15.000-1,6.000-17.000 1,1.000-16.000-16,-4.000-9.000 16,-8.000-9.000-16,-9.000-1.000 15,-11.000 1.000 1,-12.000 5.000-16,-15.000 11.000 16,-14.000 10.000-1,2.000 12.000-15</inkml:trace>
  <inkml:trace contextRef="#ctx0" brushRef="#br0">21052.000 9761.000 0,'-21.000'4.000'15,"-12.000"5.000"-15,-7.000 6.000 16,-5.000 7.000 0,-4.000 9.000-16,-4.000 6.000 15,-2.000 7.000 1,0.000 3.000-16,-2.000 7.000 15,4.000 7.000 1,-3.000 10.000-16,1.000 8.000 16,3.000 7.000-1,4.000 5.000-15,6.000 3.000 16,6.000 1.000 0,10.000-21.000-1</inkml:trace>
  <inkml:trace contextRef="#ctx0" brushRef="#br0">20127.000 10622.000 0,'-4.000'28.000'0,"3.000"25.000"16,1.000 13.000-1,6.000 6.000-15,2.000-1.000 16,-2.000-5.000 0,-1.000-11.000-1,1.000-12.000-15,0.000-11.000 16,0.000-10.000-16,0.000-8.000 16</inkml:trace>
  <inkml:trace contextRef="#ctx0" brushRef="#br0">20960.000 10196.000 0,'0.000'0.000'0,"0.000"0.000"15,0.000 0.000 1,-15.000 40.000-16,-5.000 25.000 15,4.000 10.000 1,4.000-5.000-16,7.000-15.000 16,10.000-15.000-1,3.000-15.000 1,4.000-13.000-16,4.000-17.000 16,4.000-17.000-16,6.000-12.000 15,2.000-14.000 1,3.000-5.000-16,-3.000-3.000 15,0.000 3.000 1,-4.000 8.000-16,-6.000 9.000 31,-3.000 17.000-31,-3.000 12.000 0,-3.000 17.000 16,4.000 15.000 0,-1.000 16.000-16,2.000 3.000 15,0.000-6.000 1,3.000-6.000-1,2.000-14.000-15,4.000-14.000 16,1.000-13.000-16,4.000-15.000 16,1.000-15.000-1,2.000-11.000-15,-4.000-7.000 16,-7.000-3.000 0,-6.000 1.000-16,-8.000 7.000 15,-5.000 8.000 1,-8.000 13.000-16,-10.000 9.000 15,-6.000 11.000 1,2.000 7.000-16</inkml:trace>
  <inkml:trace contextRef="#ctx0" brushRef="#br0">20362.000 11169.000 0,'-15.000'-8.000'0,"-7.000"-4.000"15,1.000 6.000-15,2.000 0.000 16,2.000 2.000 0,6.000 1.000-1,4.000 3.000-15,7.000 0.000 16,0.000 0.000-16,2.000-4.000 16,6.000-5.000-16,2.000-3.000 15,4.000 1.000 1,2.000-2.000-16,4.000-3.000 15,3.000-3.000 1,3.000-7.000-16,5.000 0.000 16,-1.000 0.000-1,-1.000 0.000-15,-4.000 3.000 16,-6.000 5.000 0,-5.000 6.000-16,-3.000 7.000 15,-11.000 5.000 1,2.000-3.000-16</inkml:trace>
  <inkml:trace contextRef="#ctx0" brushRef="#br0">24272.000 14095.000 0,'0.000'0.000'0,"0.000"0.000"15,0.000 0.000 1,0.000 0.000-16,0.000 0.000 16,0.000 0.000-1,0.000 0.000-15,0.000 0.000 16,0.000 0.000 0,0.000 0.000-16,-11.000-6.000 15,-6.000-3.000-15,3.000 3.000 16,0.000 0.000-1,1.000 1.000-15,-3.000-1.000 16,3.000 4.000 0,-2.000-1.000-16,1.000 2.000 15,-3.000 0.000 1,-1.000-1.000-16,0.000 2.000 16,2.000-3.000-1,0.000-1.000 1,-1.000 1.000-16,-2.000 1.000 0,3.000-4.000 15,-3.000 3.000 1,-4.000-1.000-16,5.000 3.000 16,-2.000-2.000-1,-2.000 0.000-15,4.000 0.000 16,-1.000 0.000 0,-1.000 0.000-16,2.000-1.000 15,1.000 1.000 1,0.000 3.000-16,-2.000 1.000 15,-3.000 1.000 1,3.000 2.000-16,1.000-2.000 16,0.000 2.000-1,1.000-2.000-15,-1.000 2.000 16,5.000-1.000-16,0.000 3.000 16,-1.000-4.000-1,0.000 2.000-15,1.000-1.000 16,3.000 2.000-1,0.000 1.000-15,2.000-3.000 16,-1.000 0.000 0,-1.000 2.000-16,0.000 1.000 15,4.000-3.000 1,6.000-3.000-16,0.000 0.000 16,-6.000 2.000-16,6.000-2.000 15,-5.000-4.000 1,2.000-3.000-16</inkml:trace>
  <inkml:trace contextRef="#ctx0" brushRef="#br0">24449.000 13857.000 0,'0.000'0.000'0,"0.000"0.000"16,0.000 0.000 0,0.000 0.000-16,0.000 0.000 15,0.000 0.000-15,-17.000-4.000 16,-6.000-1.000-1,-2.000 0.000 1,3.000 1.000-16,2.000 2.000 16,5.000-2.000-16,-2.000-1.000 15,0.000 2.000 1,0.000 0.000-16,-1.000 1.000 16,-4.000 1.000-1,-2.000 0.000-15,2.000-3.000 16,0.000 3.000-1,1.000 1.000-15,-1.000-2.000 16,0.000 1.000 0,0.000 0.000-16,0.000 0.000 15,-2.000 1.000 1,1.000 0.000-16,0.000-2.000 16,-2.000-1.000-16,2.000 2.000 15,1.000 0.000 1,2.000 0.000-16,0.000-2.000 15,0.000 2.000 1,1.000 1.000 0,-3.000 0.000-16,0.000 0.000 15,0.000 0.000-15,0.000 0.000 16,2.000 2.000 0,1.000 2.000-16,2.000 0.000 15,1.000-1.000-15,-2.000 1.000 16,2.000-2.000-1,0.000 2.000-15,0.000-1.000 16,4.000-2.000 0,3.000 1.000-16,-1.000 3.000 15,1.000-1.000 1,2.000 2.000-16,0.000-3.000 16,-2.000 2.000-1,0.000-2.000-15,1.000 3.000 16,-2.000-1.000-1,2.000 1.000-15,-2.000-4.000 16,2.000 3.000 0,8.000-5.000-16,-8.000 5.000 15,2.000 1.000 1,-1.000 0.000-16,1.000-1.000 16,0.000-6.000-16,1.000-3.000 15</inkml:trace>
  <inkml:trace contextRef="#ctx0" brushRef="#br0">23633.000 13046.000 0,'0.000'0.000'0,"0.000"0.000"16,0.000 0.000-16,0.000 0.000 15,-15.000 6.000 1,-14.000 8.000-16,-4.000 9.000 15,-2.000 2.000 1,0.000 3.000 0,3.000-1.000-16,1.000-2.000 15,5.000-1.000 1,5.000-3.000-16,3.000-5.000 16,6.000-6.000-1,5.000-4.000-15,7.000-6.000 16,0.000 0.000-16,5.000 2.000 15,9.000 2.000 1,11.000-6.000-16,3.000-4.000 16,8.000-1.000-1,3.000-4.000-15,2.000 1.000 16,-1.000-1.000 0,0.000 2.000-16,-5.000-1.000 15,-7.000 0.000-15,-4.000 0.000 16,-6.000 3.000-1,-8.000 0.000-15,-4.000 1.000 16,-3.000 0.000 0,-3.000-4.000-16,-5.000-1.000 15,-2.000-3.000 1,-4.000-2.000-16,-2.000 2.000 16,0.000-1.000-1,-2.000 4.000-15,4.000 3.000 16,1.000 1.000-1,3.000 3.000-15,7.000 4.000 16,-8.000-1.000-16,8.000 1.000 16,-5.000-1.000-1</inkml:trace>
  <inkml:trace contextRef="#ctx0" brushRef="#br0">23818.000 12944.000 0,'0.000'0.000'16,"0.000"0.000"-16,-6.000 23.000 16,-7.000 15.000-1,3.000 0.000 1,7.000-3.000-16,5.000-5.000 15,5.000-9.000-15,6.000-8.000 16,6.000-7.000 0,4.000-7.000-16,5.000-7.000 15,2.000-5.000 1,2.000-6.000-16,-3.000 0.000 16,-1.000-4.000-1,-6.000-3.000-15,-5.000-1.000 16,-4.000 4.000-1,-8.000 0.000-15,-3.000 3.000 16,-3.000 4.000 0,-3.000 3.000-16,-4.000 4.000 15,-5.000 5.000 1,1.000 3.000-16,-2.000 4.000 16,1.000 3.000-16,-3.000 6.000 15,1.000 8.000 1,-1.000 11.000-16,-1.000 6.000 15,-3.000 9.000 1,3.000 7.000 0,-2.000 6.000-1,-2.000 1.000-15,3.000 5.000 16,0.000-3.000-16,1.000-1.000 16,1.000-8.000-1,5.000-17.000-15</inkml:trace>
  <inkml:trace contextRef="#ctx0" brushRef="#br0">5949.000 12252.000 0,'0.000'0.000'15,"0.000"0.000"-15,0.000 0.000 16,0.000 0.000 0,-22.000 15.000-1,-14.000 18.000-15,-8.000 14.000 16,-6.000 8.000-16,-5.000 3.000 16,4.000-2.000-1,1.000-5.000-15,4.000-7.000 16,2.000-5.000-1,6.000-7.000 1,4.000-5.000-16,5.000-4.000 16,6.000-8.000-1,10.000-3.000-15,5.000-5.000 16,8.000-7.000-16,4.000 5.000 16,11.000-5.000-1,10.000-4.000-15,8.000-1.000 16,10.000 0.000-1,8.000-2.000-15,5.000 3.000 16,7.000 4.000 0,4.000 1.000-16,1.000-1.000 15,-4.000-3.000 1,-6.000-4.000-16,-7.000-4.000 16,-8.000-3.000-1,-5.000-4.000-15,-12.000 0.000 16,-9.000-2.000-1,-10.000-3.000-15,-9.000-1.000 16,-7.000-3.000 0,-10.000 0.000-16,-5.000 1.000 15,1.000 0.000 1,-4.000 2.000-16,1.000 1.000 16,1.000 0.000-16,7.000 6.000 15,4.000 6.000 1,4.000 3.000-1,1.000 0.000-15,3.000-3.000 16,3.000 0.000-16</inkml:trace>
  <inkml:trace contextRef="#ctx0" brushRef="#br0">6336.000 12133.000 0,'0.000'0.000'15,"0.000"33.000"1,-2.000 19.000-16,0.000 5.000 16,2.000-3.000-1,7.000-6.000-15,8.000-10.000 16,8.000-13.000-1,8.000-10.000-15,6.000-12.000 16,2.000-9.000 0,1.000-10.000-16,1.000-8.000 15,-4.000-6.000 1,1.000-6.000-16,-12.000-6.000 16,-6.000 0.000-1,-11.000 1.000-15,-9.000 5.000 16,-7.000 5.000-1,-3.000 9.000-15,-4.000 4.000 16,2.000 7.000 0,-2.000 11.000-16,-3.000 11.000 15,-6.000 13.000 1,-1.000 15.000-16,2.000 12.000 16,-1.000 15.000-1,3.000 17.000-15,4.000 15.000 16,-1.000 12.000-1,2.000 10.000-15,-1.000-3.000 16,4.000-7.000 0,2.000-15.000-1,0.000-22.000-15,4.000-22.000 16,2.000-20.000-16</inkml:trace>
  <inkml:trace contextRef="#ctx0" brushRef="#br0">6941.000 12354.000 0,'0.000'0.000'16,"0.000"0.000"-16,28.000 0.000 15,19.000-4.000 1,7.000-2.000 0,3.000 0.000-16,-1.000-3.000 15,-3.000-2.000-15,-4.000 3.000 16,-5.000 1.000 0,-10.000-2.000-16,-12.000 6.000 15,-22.000 3.000 1,9.000-1.000-16</inkml:trace>
  <inkml:trace contextRef="#ctx0" brushRef="#br0">6916.000 12585.000 0,'0.000'0.000'0,"36.000"2.000"16,24.000 0.000-1,9.000-6.000-15,3.000 1.000 16,3.000-4.000 0,-2.000-2.000-1,-7.000-4.000-15,-16.000 0.000 16</inkml:trace>
  <inkml:trace contextRef="#ctx0" brushRef="#br0">8178.000 12150.000 0,'0.000'0.000'16,"0.000"0.000"-1,0.000 0.000-15,-22.000 15.000 16,-10.000 14.000 0,-5.000 10.000-16,2.000 10.000 15,5.000 4.000 1,11.000 3.000-16,9.000-3.000 15,8.000-3.000 1,13.000-9.000-16,9.000-7.000 16,8.000-7.000-1,7.000-8.000-15,2.000-5.000 16,1.000-8.000 0,1.000-7.000-16,-1.000-8.000 15,2.000-9.000 1,-3.000-7.000-16,-4.000-10.000 15,-6.000-7.000 1,-3.000-5.000-16,-7.000-7.000 16,-5.000-2.000-1,-10.000 2.000-15,-6.000 4.000 16,-8.000 8.000 0,-7.000 9.000-16,-3.000 6.000 15,-4.000 7.000 1,0.000 8.000-16,1.000 2.000 15,0.000 7.000 1,2.000 3.000-16,6.000 1.000 16</inkml:trace>
  <inkml:trace contextRef="#ctx0" brushRef="#br0">8572.000 12637.000 0,'0.000'0.000'0,"0.000"0.000"15,0.000 0.000 1</inkml:trace>
  <inkml:trace contextRef="#ctx0" brushRef="#br0">8572.000 12568.000 0,'0.000'0.000'0,"0.000"0.000"16,0.000 0.000-16,0.000 0.000 15,0.000 0.000 1,0.000 0.000-16,0.000 0.000 16,0.000 0.000-1,0.000 0.000-15,0.000 0.000 16,0.000 0.000-16,0.000 0.000 16,0.000 0.000-1,0.000 0.000-15,0.000 0.000 16,0.000 0.000-1,0.000 0.000-15,0.000 0.000 16,0.000 0.000 0,0.000 0.000-16,7.000 14.000 15,0.000 1.000-15,-1.000 2.000 16,-1.000 1.000 0,-1.000 4.000-1,-1.000 9.000-15,-4.000 9.000 16,-15.000 7.000-16,-16.000 8.000 15,-17.000 0.000 1,6.000-13.000-16</inkml:trace>
  <inkml:trace contextRef="#ctx0" brushRef="#br0">9691.000 12610.000 0,'0.000'0.000'16,"0.000"0.000"-16,0.000 0.000 15,0.000 0.000-15,0.000 0.000 16,27.000-1.000 0,10.000-2.000-16,9.000-1.000 15,3.000 0.000 1,-2.000 3.000 0,-4.000 4.000-16,-5.000 6.000 15,-7.000 2.000-15,-8.000 2.000 16,-13.000 4.000-1,-11.000 8.000-15,-13.000 3.000 16,-12.000 3.000 0,-6.000 0.000-16,-2.000-2.000 15,2.000-2.000 1,5.000-7.000-16,10.000-5.000 16,7.000-5.000-1,7.000-3.000-15,9.000-1.000 16,11.000 1.000-1,9.000-2.000-15,7.000 4.000 16,4.000 3.000-16,-3.000 6.000 16,-4.000 3.000-1,-8.000 4.000-15,-8.000 3.000 16,-16.000 7.000 0,-14.000 1.000-1,-16.000 1.000-15,-12.000 1.000 16,-8.000-6.000-1,-5.000-10.000-15,-2.000-8.000 16,1.000-13.000 0,7.000-15.000-16,8.000-14.000 15,11.000-11.000 1,13.000 5.000-16</inkml:trace>
  <inkml:trace contextRef="#ctx0" brushRef="#br0">9329.000 12364.000 0,'0.000'0.000'16,"0.000"0.000"-16,0.000 0.000 15,0.000 0.000 1,0.000 0.000-16,31.000-7.000 16,23.000-6.000-1,14.000 1.000-15,9.000 1.000 16,9.000 5.000-1,2.000 0.000-15,-2.000 1.000 16,-2.000 2.000 0,-9.000 2.000-16,-7.000-1.000 15,-12.000 0.000 1,-16.000-1.000-16,-17.000-3.000 16,-13.000-4.000-16,-13.000-7.000 15,-4.000 3.000 1</inkml:trace>
  <inkml:trace contextRef="#ctx0" brushRef="#br0">9582.000 11903.000 0,'0.000'0.000'16,"0.000"0.000"0,22.000-9.000-16,18.000-3.000 15,7.000-1.000-15,3.000 2.000 16,0.000 1.000-1,-6.000 6.000-15,-10.000 4.000 16,-8.000 0.000 0,-11.000 2.000-16,-8.000 6.000 15,-10.000 6.000-15,-16.000 7.000 16,-16.000 6.000 0,-12.000 7.000-16,-10.000 0.000 15,1.000-3.000 1,5.000-3.000-16,10.000-10.000 15,15.000-13.000 1,11.000-5.000 0</inkml:trace>
  <inkml:trace contextRef="#ctx0" brushRef="#br0">9851.000 11928.000 0,'0.000'0.000'0,"6.000"19.000"16,4.000 9.000-16,6.000-1.000 15,4.000-4.000 1,4.000-4.000-16,8.000-6.000 16,6.000-8.000-1,1.000-6.000-15,-9.000-2.000 16</inkml:trace>
  <inkml:trace contextRef="#ctx0" brushRef="#br0">10607.000 12653.000 0,'-3.000'25.000'16,"-11.000"9.000"0,-14.000-3.000-16,3.000-10.000 15</inkml:trace>
  <inkml:trace contextRef="#ctx0" brushRef="#br0">11179.000 12850.000 0,'0.000'0.000'15,"0.000"0.000"-15,0.000 0.000 16,0.000 0.000-1,34.000 4.000-15,16.000 1.000 16,-1.000 1.000 0,-5.000 2.000-1,-8.000 2.000-15,-9.000-1.000 16,-9.000 4.000-16,-12.000 3.000 16,-13.000 6.000-1,-15.000 2.000-15,-13.000 1.000 16,-8.000 0.000-1,-4.000-3.000-15,2.000 0.000 16,8.000-4.000 0,9.000-5.000-16,9.000-5.000 15,15.000 1.000 1,20.000-3.000-16,17.000 2.000 16,16.000-1.000-1,10.000-2.000-15,-1.000-2.000 16,-4.000 0.000-1,-4.000-2.000-15,-7.000-3.000 16,-13.000-4.000-16,-11.000-8.000 16,-17.000-6.000-1,-5.000 0.000-15</inkml:trace>
  <inkml:trace contextRef="#ctx0" brushRef="#br0">10843.000 12593.000 0,'26.000'0.000'15,"24.000"-6.000"-15,13.000 1.000 16,12.000 2.000 0,9.000 2.000-16,-1.000 0.000 15,-1.000 1.000 1,-3.000 2.000-16,-7.000-1.000 16,-12.000-3.000-16,-14.000-1.000 15,-12.000-5.000 1,-18.000-6.000-16,-12.000-9.000 15,-5.000 4.000 1</inkml:trace>
  <inkml:trace contextRef="#ctx0" brushRef="#br0">11112.000 12005.000 0,'0.000'0.000'16,"0.000"0.000"-1,19.000-9.000-15,12.000-5.000 16,8.000-3.000-1,2.000 4.000-15,7.000 5.000 16,-2.000 5.000 0,-5.000 1.000-16,-7.000 1.000 15,-9.000 4.000-15,-7.000 0.000 16,-12.000 3.000 0,-13.000 10.000-16,-18.000 5.000 15,-15.000 6.000 1,-14.000 3.000-1,-6.000 3.000-15,2.000-2.000 16,9.000-6.000-16,13.000-11.000 16,14.000-11.000-1,8.000-7.000-15</inkml:trace>
  <inkml:trace contextRef="#ctx0" brushRef="#br0">11323.000 12116.000 0,'0.000'0.000'0,"4.000"23.000"16,8.000 8.000-16,3.000 2.000 16,7.000-2.000-1,8.000-7.000 1,8.000-9.000-16,4.000-9.000 15,3.000-6.000-15,2.000-7.000 16,-3.000-3.000 0,-10.000 0.000-16</inkml:trace>
  <inkml:trace contextRef="#ctx0" brushRef="#br0">12054.000 12772.000 0,'7.000'28.000'15,"-4.000"12.000"-15,-16.000 2.000 16,-13.000-12.000 0,2.000-7.000-16</inkml:trace>
  <inkml:trace contextRef="#ctx0" brushRef="#br0">12828.000 12782.000 0,'0.000'0.000'15,"0.000"0.000"1,0.000 0.000-16,0.000 0.000 16,0.000 0.000-16,0.000 0.000 15,0.000 0.000 1,0.000 0.000-16,23.000 0.000 15,16.000 2.000 1,6.000 3.000-16,-2.000 3.000 16,-5.000 3.000-16,-12.000-2.000 15,-8.000 3.000 1,-12.000 3.000 0,-11.000 3.000-16,-16.000 2.000 15,-10.000-2.000-15,-7.000-2.000 16,0.000 2.000-1,5.000 0.000 1,10.000-3.000-16,12.000-2.000 16,13.000 2.000-16,16.000-1.000 15,10.000 3.000 1,9.000 0.000-16,0.000 2.000 16,-6.000 1.000-1,-6.000-2.000-15,-11.000 4.000 16,-14.000 6.000-1,-18.000 0.000-15,-18.000-1.000 16,-14.000-9.000 0,-8.000-6.000-16,-1.000-12.000 15,9.000-13.000 1,14.000-13.000-16,11.000 0.000 16</inkml:trace>
  <inkml:trace contextRef="#ctx0" brushRef="#br0">12407.000 12541.000 0,'0.000'0.000'16,"36.000"-8.000"-16,29.000-4.000 16,17.000 3.000-1,7.000 7.000 1,4.000 3.000-16,-1.000 4.000 16,-8.000 2.000-16,-11.000-1.000 15,-13.000-3.000 1,-16.000-7.000-16,-14.000-12.000 15,-10.000 1.000 1</inkml:trace>
  <inkml:trace contextRef="#ctx0" brushRef="#br0">12559.000 11936.000 0,'38.000'-4.000'0,"27.000"1.000"16,7.000 4.000-16,-7.000 5.000 15,-14.000 6.000 1,-14.000 7.000-16,-17.000 4.000 15,-18.000 4.000 1,-17.000 4.000-16,-18.000 4.000 16,-11.000-4.000-1,0.000-4.000-15,7.000-6.000 16,13.000-11.000 0,24.000-10.000-16,5.000 0.000 15,27.000-8.000 1,22.000-9.000-16,12.000-2.000 15,6.000-4.000 1,-2.000 1.000-16,-15.000 5.000 16</inkml:trace>
  <inkml:trace contextRef="#ctx0" brushRef="#br0">13315.000 12354.000 0,'0.000'0.000'16,"0.000"0.000"-16,16.000-10.000 15,13.000-5.000 1,7.000 0.000-16,1.000 2.000 15,-3.000 6.000 1,-1.000 4.000-16,-7.000 6.000 16,-7.000 8.000-16,-10.000 5.000 15,-10.000 9.000 1,-12.000 8.000-16,-16.000 8.000 16,-14.000 4.000-1,-4.000 2.000 1,-2.000 0.000-16,4.000-10.000 15,8.000-8.000 1,11.000-13.000-16,18.000-16.000 16,9.000-6.000-16</inkml:trace>
  <inkml:trace contextRef="#ctx0" brushRef="#br0">13533.000 12593.000 0,'10.000'32.000'15,"0.000"12.000"1,7.000-3.000-16,8.000-10.000 16,11.000-8.000-1,11.000-11.000-15,7.000-16.000 16,5.000-9.000-1,-13.000-3.000-15</inkml:trace>
  <inkml:trace contextRef="#ctx0" brushRef="#br0">14273.000 12917.000 0,'-1.000'53.000'15,"-12.000"16.000"1,-16.000-7.000-16,-1.000-16.000 16</inkml:trace>
  <inkml:trace contextRef="#ctx0" brushRef="#br0">14787.000 12440.000 0,'0.000'0.000'15,"0.000"0.000"-15,0.000 0.000 16,0.000 0.000 0,0.000 0.000-16,28.000-6.000 15,16.000-3.000 1,7.000 2.000-16,2.000 4.000 16,-4.000 0.000-1,-4.000 3.000-15,-10.000 4.000 16,-8.000 2.000-1,-12.000 7.000-15,-10.000 8.000 16,-13.000 7.000 0,-10.000 9.000-16,-15.000 7.000 15,-8.000 2.000 1,-6.000 3.000-16,-1.000-5.000 16,5.000-8.000-1,8.000-9.000-15,9.000-10.000 16,8.000-11.000-1,17.000-16.000-15,5.000-3.000 16</inkml:trace>
  <inkml:trace contextRef="#ctx0" brushRef="#br0">15107.000 12627.000 0,'0.000'0.000'0,"11.000"25.000"15,2.000 13.000 1,-1.000 5.000 0,-1.000-3.000-16,-2.000-3.000 15,5.000-7.000-15,4.000-5.000 16,11.000-8.000 0,8.000-12.000-16,7.000-7.000 15,4.000-11.000 1,0.000-9.000-16,-2.000-6.000 15,-5.000-9.000 1,-7.000-4.000-16,-10.000 7.000 16</inkml:trace>
  <inkml:trace contextRef="#ctx0" brushRef="#br0">2628.000 14018.000 0,'-10.000'18.000'16,"-1.000"8.000"-16,-5.000 4.000 15,-2.000 5.000 1,-5.000 3.000-16,-1.000 5.000 15,-5.000 2.000 1,5.000 2.000-16,3.000 0.000 16,8.000-4.000-1,9.000-1.000-15,9.000-1.000 16,5.000 1.000 0,1.000-5.000-16,8.000-7.000 15,-1.000-4.000 1,-1.000-9.000-16,-6.000-9.000 15,-5.000-7.000 1</inkml:trace>
  <inkml:trace contextRef="#ctx0" brushRef="#br0">2703.000 14121.000 0,'0.000'0.000'16,"0.000"0.000"-16,0.000 0.000 15,0.000 0.000 1,0.000 0.000 0,0.000 0.000-16,26.000 2.000 15,5.000 2.000-15,4.000-2.000 16,-3.000-1.000-1,-7.000 3.000-15,-9.000 2.000 16,-7.000 4.000-16,-4.000 5.000 16,-12.000 7.000-1,-6.000 9.000-15,-7.000 1.000 16,-10.000 4.000 0,-1.000-2.000-16,1.000-6.000 15,6.000-6.000 1,4.000-6.000-16,20.000-16.000 15,0.000 0.000 1,2.000 5.000-16,18.000-6.000 16,5.000-5.000-1,9.000 0.000-15,-3.000-1.000 16,0.000 4.000-16,-7.000 1.000 16,-5.000 4.000-1,-5.000 3.000-15,-8.000 6.000 16,-10.000 8.000-1,-6.000 10.000-15,-12.000 4.000 16,-7.000 2.000 0,-6.000-3.000-16,3.000-8.000 15,2.000-11.000 1,10.000-16.000-16,6.000-10.000 16,10.000-14.000-1,11.000-10.000-15,8.000-10.000 16,5.000-8.000-1,-1.000 10.000-15</inkml:trace>
  <inkml:trace contextRef="#ctx0" brushRef="#br0">3048.000 13976.000 0,'41.000'42.000'0,"13.000"17.000"16,-5.000 7.000-1,-12.000-1.000 1,-15.000 2.000-16,-14.000 2.000 16,-16.000 1.000-1,-15.000 2.000-15,-13.000-8.000 16,-15.000-10.000-16,-6.000-21.000 15,14.000-13.000 1</inkml:trace>
  <inkml:trace contextRef="#ctx0" brushRef="#br0">3351.000 14420.000 0,'10.000'-13.000'0,"0.000"-4.000"16</inkml:trace>
  <inkml:trace contextRef="#ctx0" brushRef="#br0">3965.000 13984.000 0,'0.000'0.000'16,"24.000"-2.000"-16,14.000-5.000 16,1.000 0.000-1,1.000 7.000-15,-2.000 3.000 16,-10.000 3.000-16,-5.000 4.000 15,-4.000 4.000 1,-7.000 3.000-16,-7.000 6.000 16,-12.000 9.000-1,-9.000 6.000-15,-9.000-1.000 16,-1.000-1.000 0,2.000-7.000-1,8.000-10.000-15,5.000-7.000 16,10.000-3.000-16,8.000 1.000 15,6.000-2.000 1,6.000 1.000-16,1.000 3.000 16,1.000 4.000-1,-4.000 3.000-15,-3.000 6.000 16,-8.000 2.000 0,-8.000 3.000-1,-8.000 2.000-15,-8.000-1.000 16,-4.000-1.000-16,-2.000-6.000 15,-2.000-5.000 1,0.000-6.000-16,2.000-7.000 16,-1.000-6.000-16,2.000-7.000 15,2.000-9.000 1,4.000-10.000-16,11.000-8.000 16,8.000-6.000-1,10.000-1.000-15,7.000 2.000 16,5.000 5.000-1,1.000 5.000-15,1.000 10.000 16,-3.000 6.000 0,-1.000 6.000-16,2.000 3.000 15,0.000 4.000 1,-3.000 5.000-16,-3.000 5.000 16,-3.000 2.000-1,-2.000 1.000-15,-2.000-4.000 16,5.000-7.000-16,-1.000-13.000 15,-3.000-2.000 1</inkml:trace>
  <inkml:trace contextRef="#ctx0" brushRef="#br0">4687.000 13848.000 0,'-9.000'24.000'15,"-16.000"17.000"-15,-19.000 5.000 16,-15.000 4.000 0,-4.000-6.000-1,6.000-8.000-15,10.000-11.000 16,18.000-9.000-16,13.000-6.000 15,16.000-10.000 1,0.000 0.000-16,6.000 5.000 16,10.000-2.000-16,3.000 6.000 15,0.000 9.000 1,-7.000 7.000-16,-4.000 7.000 16,-6.000 6.000-1,-8.000 3.000-15,-4.000-4.000 16,1.000-7.000-1,2.000-8.000-15,2.000-8.000 16,5.000-14.000 0,8.000-3.000-16,3.000-14.000 15,9.000-9.000 1,3.000-4.000-16,3.000 3.000 16,-4.000 6.000-1,-2.000 11.000-15,-7.000 13.000 16,-4.000 16.000-1,-6.000 12.000-15,-4.000 6.000 16,-3.000 4.000-16,-1.000-7.000 16,0.000-7.000-1,3.000-6.000 1,2.000-21.000-16,5.000 4.000 16,7.000-18.000-1,6.000-15.000 1,5.000-7.000-16,5.000 1.000 0,-5.000 4.000 15,3.000 12.000 1,-2.000 13.000-16,-4.000 15.000 16,-6.000 10.000-1,-2.000 6.000-15,-4.000 4.000 16,-4.000-2.000 0,-4.000-5.000-16,-2.000-5.000 15,-1.000-9.000-15,-4.000-8.000 16,-4.000-14.000-1,-3.000-14.000-15,-4.000-15.000 16,0.000-8.000 0,3.000-3.000-1,7.000 5.000-15,7.000 10.000 16,6.000 16.000-16,3.000 9.000 16,0.000 11.000-1,4.000 6.000-15,3.000 9.000 16,12.000 6.000-1,7.000 9.000-15,7.000 11.000 16,1.000 9.000 0,1.000 8.000-16,-2.000 6.000 15,-3.000 4.000 1,-7.000-3.000-16,-7.000-7.000 16,-7.000-17.000-1,-6.000-15.000-15,-4.000-21.000 16,-5.000-23.000-16,-2.000-4.000 15</inkml:trace>
  <inkml:trace contextRef="#ctx0" brushRef="#br0">5226.000 13840.000 0,'9.000'13.000'16,"-1.000"14.000"-1,-10.000 8.000-15,-10.000-6.000 16,-1.000-8.000-16</inkml:trace>
  <inkml:trace contextRef="#ctx0" brushRef="#br0">5125.000 14121.000 0,'41.000'-1.000'16,"17.000"-5.000"0,-3.000 0.000-16,-7.000 4.000 15,-12.000 5.000 1,-9.000 3.000-16,-11.000 9.000 15,-12.000 10.000 1,-14.000 9.000-16,-9.000 4.000 16,-7.000 3.000-1,-3.000-9.000-15,2.000-10.000 16,8.000-13.000 0,7.000-7.000-16</inkml:trace>
  <inkml:trace contextRef="#ctx0" brushRef="#br0">5587.000 14171.000 0,'0.000'42.000'0,"-11.000"17.000"15,-23.000 2.000-15,-22.000-3.000 16,-13.000-6.000-1,-2.000-9.000-15,11.000-11.000 16,17.000-11.000 0,19.000-8.000-16,20.000-2.000 15,23.000-1.000 1,26.000-2.000-16,22.000-5.000 16,10.000-6.000-16,9.000-8.000 15,-3.000-7.000 1,-20.000 2.000-16</inkml:trace>
  <inkml:trace contextRef="#ctx0" brushRef="#br0">5941.000 13848.000 0,'0.000'0.000'0,"17.000"14.000"15,7.000 8.000-15,1.000 7.000 16,-7.000-2.000-16,-7.000-4.000 16</inkml:trace>
  <inkml:trace contextRef="#ctx0" brushRef="#br0">6041.000 14171.000 0,'8.000'63.000'0,"1.000"21.000"15,-6.000-5.000 1,-2.000-17.000 0,-1.000-18.000-16,2.000-18.000 15,3.000-19.000-15,6.000-20.000 16,5.000-20.000-1,2.000-18.000-15,3.000-18.000 16,1.000-15.000 0,1.000-6.000-16,-2.000 2.000 15,0.000 8.000 1,-2.000 18.000-16,-5.000 21.000 16,-5.000 18.000-1,-2.000 10.000-15,-7.000 13.000 16,0.000 5.000-1,-5.000 19.000-15,-1.000 15.000 16,3.000 8.000 0,3.000 0.000-16,5.000-4.000 15,8.000-11.000 1,7.000-11.000-16,6.000-15.000 16,3.000-9.000-1,5.000-15.000-15,-4.000-7.000 16,-4.000-5.000-1,-8.000 1.000-15,-10.000 7.000 16,-8.000 4.000 0,-7.000 6.000-16,-9.000 6.000 15,-3.000 6.000 1,-3.000 3.000-16,2.000 4.000 16,6.000 0.000-1,3.000-1.000-15,11.000-6.000 16,12.000-4.000-16,15.000-12.000 15,11.000-11.000 1,7.000-5.000-16,6.000-4.000 16,-3.000 2.000-1,-7.000 2.000-15,-8.000 9.000 16,-9.000 7.000 0,-12.000 7.000-16,-7.000 11.000 15,-9.000 16.000 1,-6.000 14.000-16,-5.000 11.000 15,0.000 5.000 1,5.000 2.000-16,6.000-4.000 16,11.000-9.000-1,7.000-11.000-15,9.000-15.000 16,4.000-11.000 0,4.000-11.000-16,-4.000-7.000 15,-7.000-8.000 1,-5.000-2.000-16,-10.000 3.000 15,-10.000 5.000 1,-13.000 8.000-16,-10.000 10.000 16,-8.000 13.000-1,-4.000 9.000-15,-3.000 4.000 16,2.000 0.000 0,10.000-7.000-16,9.000-8.000 15</inkml:trace>
  <inkml:trace contextRef="#ctx0" brushRef="#br0">6655.000 14121.000 0,'-16.000'19.000'0,"-20.000"7.000"16,-11.000 3.000-1,-11.000-4.000-15,-1.000-6.000 16,3.000-4.000-1,12.000-6.000-15,15.000-4.000 16,12.000 0.000 0,16.000 4.000-16,15.000 9.000 15,8.000 4.000 1,5.000 3.000-16,2.000 3.000 16,-4.000 1.000-1,-5.000 1.000-15,-8.000 1.000 16,-6.000-6.000-16,-2.000-7.000 15,-4.000-7.000 1,-4.000-10.000-16,-3.000-14.000 16,2.000-10.000-1,4.000-13.000-15,4.000-3.000 16,5.000 0.000 0,9.000 5.000-16,9.000 5.000 15,4.000 6.000 1,4.000 13.000-1,0.000 8.000-15,0.000 6.000 16,-7.000 9.000-16,-3.000 6.000 16,-4.000 3.000-1,-8.000 6.000-15,-7.000 1.000 16,-8.000 0.000 0,-7.000-5.000-16,-8.000-5.000 15,-5.000-6.000 1,-2.000-6.000-16,-1.000-8.000 15,8.000-6.000 1,5.000 0.000-16,10.000-6.000 16,11.000 1.000-1,10.000-2.000-15,11.000 1.000 16,2.000 1.000 0,1.000 3.000-16,-4.000 5.000 15,-2.000-3.000-15,-11.000-3.000 16,-5.000-3.000-1,-7.000-4.000-15,-3.000 4.000 16</inkml:trace>
  <inkml:trace contextRef="#ctx0" brushRef="#br0">6941.000 14070.000 0,'22.000'9.000'0,"16.000"3.000"16,12.000-5.000-16,2.000 0.000 15,4.000-5.000 1,3.000-3.000-16,-3.000-3.000 15,-6.000 3.000 1,-12.000-3.000-16,-12.000 1.000 16,-11.000-1.000-16,-13.000-3.000 15,-15.000-6.000 1,-13.000-3.000 0,-7.000-4.000-16,-1.000 1.000 15,1.000 0.000 1,8.000 6.000-16,9.000 3.000 15,4.000 6.000 1,8.000 10.000-16,7.000 14.000 16,4.000 13.000-1,2.000 14.000-15,0.000 8.000 16,-1.000 10.000-16,-3.000-2.000 16,-3.000-7.000-1,-3.000-10.000-15,0.000-9.000 16,-4.000-9.000-1,-4.000-8.000-15,-8.000-9.000 16,-5.000-11.000 0,-8.000-13.000-16,1.000-4.000 15,2.000-5.000 1,7.000 1.000-16,13.000-5.000 16,16.000 0.000-1,19.000 1.000-15,10.000 2.000 16,9.000 4.000-1,-2.000 1.000-15,0.000 2.000 16,-8.000-1.000 0,-6.000-7.000-16,-10.000 3.000 15</inkml:trace>
  <inkml:trace contextRef="#ctx0" brushRef="#br0">7387.000 13754.000 0,'63.000'-13.000'0,"16.000"1.000"15,-1.000 8.000-15,-20.000 7.000 16,-19.000 10.000-1,-16.000 15.000-15,-15.000 13.000 16,-13.000 17.000 0,-16.000 20.000-16,-14.000 29.000 15,-9.000 27.000 1,-5.000 16.000-16,5.000 4.000 16,8.000-8.000-1,8.000-17.000-15,9.000-27.000 16,9.000-30.000-1,3.000-29.000-15,4.000-35.000 16,2.000-13.000 0</inkml:trace>
  <inkml:trace contextRef="#ctx0" brushRef="#br0">7588.000 13958.000 0,'47.000'-8.000'0,"18.000"-2.000"16,-3.000 2.000 0,-13.000 3.000-16,-16.000 7.000 15,-13.000 9.000 1,-14.000 12.000-16,-17.000 7.000 15,-14.000 7.000 1,-7.000 4.000-16,-6.000-1.000 16,2.000-6.000-1,7.000-4.000-15,11.000-10.000 16,8.000-10.000 0,11.000-4.000-16,10.000-4.000 15,6.000-6.000-15,4.000 3.000 16,-2.000 1.000-1,-4.000 3.000-15,-9.000 11.000 16,-10.000 12.000 0,-11.000 10.000-16,-5.000 4.000 15,-3.000 1.000 1,2.000-8.000-16,6.000-9.000 16,4.000-9.000-1,14.000-12.000-15,9.000-10.000 16,9.000-9.000-1,5.000-4.000-15,6.000-3.000 16,-7.000 6.000 0,-3.000 8.000-16,-6.000 10.000 15,-5.000 16.000 1,-5.000 9.000-16,0.000 5.000 16,1.000 0.000-16,1.000-4.000 15,2.000-6.000 1,7.000-6.000-16,4.000-9.000 15,4.000-7.000 1,-1.000-5.000 0,-3.000-5.000-16,-5.000-4.000 15,-7.000 1.000-15,-6.000 3.000 16,-10.000 0.000 0,-6.000-2.000-16,-7.000 0.000 15,1.000-2.000 1,2.000-3.000-16,4.000-10.000 15,4.000 3.000 1</inkml:trace>
  <inkml:trace contextRef="#ctx0" brushRef="#br0">8228.000 13968.000 0,'26.000'3.000'16,"9.000"-1.000"-16,-3.000 2.000 15,-3.000 2.000 1,-7.000 2.000-16,-8.000 4.000 16,-9.000 8.000-16,-11.000 5.000 15,-9.000 4.000 1,-11.000 3.000-1,-7.000-1.000-15,0.000-2.000 16,6.000-5.000 0,6.000-6.000-16,8.000-8.000 15,12.000-2.000-15,10.000-4.000 16,9.000-3.000 0,3.000-1.000-16,4.000-1.000 15,-4.000-3.000 1,-6.000 7.000-16,-6.000 5.000 15,-11.000 9.000 1,-12.000 10.000-16,-11.000 7.000 16,-8.000 0.000-1,1.000-2.000-15,5.000-7.000 16,11.000-8.000 0,16.000-17.000-16,4.000 3.000 15,20.000-11.000 1,13.000-5.000-1,6.000-1.000-15,0.000 4.000 16,-5.000 6.000-16,-10.000 7.000 16,-10.000 8.000-1,-12.000 8.000-15,-14.000 5.000 16,-9.000 0.000 0,-5.000-3.000-16,0.000-9.000 15,3.000-11.000 1,7.000-17.000-16,11.000-16.000 15,4.000 1.000 1</inkml:trace>
  <inkml:trace contextRef="#ctx0" brushRef="#br0">8472.000 14112.000 0,'38.000'11.000'15,"19.000"5.000"-15,2.000-3.000 16,-2.000 3.000 0,-7.000 2.000-16,-10.000 3.000 15,-11.000 5.000 1,-17.000 10.000-16,-18.000 8.000 16,-17.000 6.000-1,-12.000-8.000-15,-7.000-8.000 16,2.000-19.000-1,7.000-19.000-15,12.000-7.000 16</inkml:trace>
  <inkml:trace contextRef="#ctx0" brushRef="#br0">8724.000 14036.000 0,'-26.000'59.000'16,"-17.000"28.000"-16,-15.000 0.000 16,1.000-16.000-1,13.000-21.000-15</inkml:trace>
  <inkml:trace contextRef="#ctx0" brushRef="#br0">9321.000 13900.000 0,'0.000'0.000'0,"-3.000"27.000"16,-13.000 21.000-1,-17.000 7.000-15,-14.000 1.000 16,-6.000-13.000 0,1.000-15.000-1,13.000-12.000-15</inkml:trace>
  <inkml:trace contextRef="#ctx0" brushRef="#br0">9111.000 14189.000 0,'13.000'27.000'16,"3.000"12.000"-16,-3.000-1.000 15,-3.000-6.000-15,-3.000-6.000 16,-2.000-7.000-1,-5.000-19.000-15,0.000 0.000 16,4.000-1.000 0,3.000-17.000-16,4.000-11.000 15,2.000-2.000 1,2.000-1.000-16,0.000 7.000 16,-1.000 7.000-1,1.000 6.000-15,2.000 8.000 16,0.000 6.000-1,1.000 7.000-15,2.000 9.000 16,-4.000 10.000 0,-7.000 7.000-16,-7.000 3.000 15,-6.000 2.000 1,-3.000-7.000-16,-5.000-5.000 16,0.000-13.000-1,-1.000-10.000-15,0.000-12.000 16,5.000-14.000-1,5.000-11.000-15,6.000-11.000 16,7.000-4.000 0,5.000 1.000-1,6.000 0.000-15,2.000 7.000 16,1.000 5.000-16,1.000 6.000 16,-2.000 8.000-1,-2.000 6.000-15,-2.000 8.000 16,-3.000 8.000-16,2.000 14.000 15,-4.000 11.000 1,-1.000 17.000-16,-1.000 10.000 16,-6.000 8.000-1,-1.000 1.000-15,-5.000-1.000 16,-4.000-9.000 0,-1.000-10.000-16,-1.000-13.000 15,-3.000-13.000 1,-4.000-15.000-16,-3.000-19.000 15,-2.000-20.000 1,5.000 0.000-16</inkml:trace>
  <inkml:trace contextRef="#ctx0" brushRef="#br0">9447.000 14180.000 0,'0.000'0.000'0,"10.000"20.000"16,1.000 0.000 0,-1.000-4.000-16</inkml:trace>
  <inkml:trace contextRef="#ctx0" brushRef="#br0">9893.000 13669.000 0,'26.000'-18.000'0,"6.000"-4.000"15,-7.000 9.000 1,-13.000 12.000-16,-12.000 16.000 16,-12.000 14.000-1,-5.000 7.000-15,-3.000-2.000 16,3.000-2.000 0,8.000-8.000-16,11.000-5.000 15,11.000-7.000 1,13.000-3.000-1,10.000-7.000-15,8.000-2.000 16,-3.000 2.000-16,-6.000-1.000 16,-7.000 5.000-1,-7.000 4.000-15,-17.000 12.000 16,-17.000 12.000-16,-16.000 12.000 16,-13.000 14.000-1,-7.000 5.000-15,-2.000 5.000 16,2.000 0.000-1,6.000-8.000 1,11.000-12.000-16,9.000-17.000 16,11.000-12.000-1,12.000-21.000-15,0.000 1.000 16,10.000-17.000-16,8.000-18.000 16,3.000-13.000-1,8.000-3.000 1,0.000 4.000-16,2.000 10.000 15,-1.000 10.000 1,-5.000 12.000-16,-4.000 8.000 16,-3.000 12.000-16,-2.000 13.000 15,0.000 16.000 1,-2.000 19.000-16,-5.000 19.000 16,3.000 15.000-1,0.000 13.000-15,1.000 7.000 16,0.000-8.000-1,0.000-17.000 1,-2.000-22.000-16,-2.000-23.000 16,-9.000-38.000-1,-1.000 4.000-15,-6.000-34.000 16,-3.000-3.000 0</inkml:trace>
  <inkml:trace contextRef="#ctx0" brushRef="#br0">9969.000 14257.000 0,'6.000'18.000'16,"4.000"7.000"-16,4.000 2.000 16,-3.000-4.000-1,-4.000-10.000-15,-3.000-13.000 16,0.000-15.000-16,-2.000 0.000 15</inkml:trace>
  <inkml:trace contextRef="#ctx0" brushRef="#br0">10288.000 13779.000 0,'13.000'9.000'15,"2.000"11.000"-15,-9.000 12.000 16,-13.000 10.000 0,-7.000 5.000-1,0.000-3.000-15,2.000-9.000 16,7.000-7.000-16,11.000-8.000 16,12.000-4.000-1,8.000-5.000-15,7.000-3.000 16,2.000 1.000-1,-7.000-3.000-15,-6.000-1.000 16,-3.000 4.000 0,-13.000 11.000-16,-14.000 10.000 15,-11.000 8.000 1,-5.000 1.000-16,-4.000 4.000 16,1.000-2.000-1,9.000-2.000-15,10.000-1.000 16,11.000-10.000-1,8.000-5.000-15,11.000-9.000 16,10.000-6.000 0,6.000-8.000-16,4.000-9.000 15,2.000-4.000 1,-7.000-6.000-16,-6.000-1.000 16,-9.000 0.000-1,-11.000 2.000-15,-11.000 0.000 16,-9.000 4.000-1,-8.000 4.000-15,-5.000 6.000 16,-1.000 4.000 0,6.000-2.000-1,8.000-7.000-15,9.000-13.000 16,11.000-13.000-16,2.000 0.000 16</inkml:trace>
  <inkml:trace contextRef="#ctx0" brushRef="#br0">10885.000 13805.000 0,'18.000'18.000'0,"4.000"11.000"16,-4.000 9.000-16,-5.000 6.000 15,-8.000 1.000 1,-5.000-6.000-16,-3.000-9.000 15,-1.000-13.000 1,3.000-18.000-16,1.000-7.000 16</inkml:trace>
  <inkml:trace contextRef="#ctx0" brushRef="#br0">10927.000 13805.000 0,'0.000'0.000'0,"29.000"-7.000"16,14.000-3.000-16,6.000 1.000 16,2.000 5.000-1,0.000 8.000 1,-4.000 7.000-16,-8.000 5.000 16,-7.000 5.000-16,-14.000 4.000 15,-10.000 3.000 1,-17.000-1.000-16,-13.000-2.000 15,-10.000-9.000 1,-7.000-9.000-16,6.000-7.000 16</inkml:trace>
  <inkml:trace contextRef="#ctx0" brushRef="#br0">11003.000 13840.000 0,'43.000'-6.000'0,"12.000"4.000"16,-2.000 3.000-16,-10.000 2.000 15,-17.000 1.000 1,-11.000 3.000-16,-16.000 4.000 16,-15.000-1.000-1,-11.000-1.000-15,1.000-3.000 16</inkml:trace>
  <inkml:trace contextRef="#ctx0" brushRef="#br0">11003.000 13968.000 0,'41.000'0.000'16,"12.000"0.000"-1,-2.000-3.000-15,-11.000-1.000 16,-12.000-2.000-16,-13.000 2.000 15,-16.000 3.000 1,-6.000 1.000-16</inkml:trace>
  <inkml:trace contextRef="#ctx0" brushRef="#br0">10675.000 14121.000 0,'0.000'0.000'16,"36.000"-1.000"-16,24.000-5.000 15,14.000 0.000 1,10.000 1.000 0,5.000 3.000-16,-1.000 1.000 15,-3.000-1.000-15,-7.000 0.000 16,-12.000-1.000-1,-15.000 0.000-15,-17.000 0.000 16,-11.000-1.000 0,-20.000-4.000-16,-21.000-3.000 15,-15.000-1.000 1,-14.000-1.000-16,-4.000 3.000 16,-4.000 4.000-1,3.000 12.000-15,5.000 7.000 16,8.000 7.000-1,10.000 2.000-15,3.000 2.000 16,4.000-2.000-16,4.000-1.000 16,5.000-3.000-1,6.000-7.000-15,7.000-11.000 16,6.000 3.000 0,15.000-7.000-16,9.000-6.000 15,11.000-4.000 1,3.000 3.000-16,-1.000 0.000 15,-5.000 7.000 1,-7.000 5.000-16,-7.000 9.000 16,-12.000 8.000-1,-13.000 6.000 1,-13.000 2.000-16,-14.000 2.000 16,-5.000-9.000-16,-2.000-6.000 15,3.000-7.000 1,4.000-7.000-16,9.000-7.000 15,13.000-3.000 1,11.000 0.000-16,6.000 4.000 16,6.000 4.000-1,4.000 8.000-15,0.000 11.000 16,1.000 10.000 0,0.000 8.000-16,-9.000 7.000 15,-9.000 4.000 1,-8.000-3.000-16,-5.000-3.000 15,-5.000-8.000 1,-3.000-6.000-16,-4.000-9.000 16,-2.000-9.000-16,-3.000-11.000 15,-3.000-15.000 1,0.000-8.000 0,7.000-2.000-16,13.000 0.000 15,8.000 3.000-15,13.000 3.000 16,12.000 7.000-1,8.000 3.000-15,4.000 9.000 16,2.000 4.000 0,-3.000 9.000-16,-4.000 7.000 15,-7.000 7.000 1,-8.000 5.000-16,-7.000 3.000 16,-4.000 1.000-1,-3.000-4.000-15,1.000-4.000 16,4.000-8.000-1,5.000-6.000-15,8.000-7.000 16,6.000-16.000 0,12.000-14.000-16,1.000-14.000 15,5.000-7.000-15,-8.000 7.000 16</inkml:trace>
  <inkml:trace contextRef="#ctx0" brushRef="#br0">11701.000 14352.000 0,'0.000'8.000'16,"0.000"2.000"-1</inkml:trace>
  <inkml:trace contextRef="#ctx0" brushRef="#br0">4696.000 15547.000 0,'0.000'0.000'0,"0.000"0.000"16,0.000 0.000-1,7.000 15.000-15,5.000 3.000 16,7.000-4.000 0,9.000-6.000-16,8.000-6.000 15,7.000-6.000-15,6.000-3.000 16,0.000-4.000-1,2.000 1.000-15,-3.000-1.000 16,-2.000 1.000 0,-7.000 0.000-16,-5.000 1.000 15,-7.000-1.000 1,-6.000 0.000-16,-8.000-3.000 16,-6.000-3.000-1,-8.000-6.000-15,-9.000-3.000 16,-5.000-4.000-1,-5.000-5.000-15,-2.000-5.000 16,-1.000 0.000 0,-1.000-2.000-16,4.000 6.000 15,5.000 6.000 1,2.000 7.000-16,5.000 9.000 16,-1.000 7.000-1,-2.000 6.000-15,2.000 9.000 16,-2.000 15.000-1,3.000 13.000-15,-3.000 17.000 16,7.000 14.000 0,1.000 13.000-16,3.000 13.000 15,2.000 5.000 1,0.000 4.000-16,-3.000-6.000 16,1.000-12.000-1,0.000-12.000-15,2.000-13.000 16,0.000-12.000-1,-2.000-14.000-15,0.000-15.000 16,-3.000-19.000 0,-1.000-16.000-16,-2.000-19.000 15,-1.000-17.000 1,0.000 5.000-16</inkml:trace>
  <inkml:trace contextRef="#ctx0" brushRef="#br0">5016.000 15623.000 0,'-24.000'38.000'0,"-10.000"17.000"16,-5.000 6.000 0,2.000-6.000-16,1.000-8.000 15,11.000-12.000 1,7.000-15.000-16,18.000-20.000 15,-3.000-4.000 1,12.000-21.000-16,9.000-12.000 16,10.000-8.000-1,9.000-1.000-15,6.000 7.000 16,6.000 7.000 0,-6.000 15.000-16,-8.000 11.000 15,-7.000 12.000 1,-9.000 7.000-1,-5.000 9.000-15,-1.000 4.000 16,-4.000 0.000-16,-2.000-1.000 16,-5.000-8.000-16,-2.000-17.000 15,-1.000-3.000 1,1.000-18.000-16,5.000-11.000 16,9.000-4.000-1,9.000 4.000-15,-1.000 6.000 16,-4.000 10.000-1,-7.000 11.000-15,-3.000 14.000 16,-8.000 16.000 0,-6.000 13.000-16,-3.000 8.000 15,-6.000 4.000 1,-2.000-4.000-16,-3.000-3.000 16,5.000-13.000-1,4.000-10.000-15,3.000-13.000 16,7.000-14.000-1,4.000-14.000-15,10.000-13.000 16,4.000-11.000-16,5.000-5.000 16,-1.000-2.000-1,0.000 5.000 1,-1.000 8.000-16,-2.000 11.000 16,-5.000 12.000-16,-3.000 5.000 15,-10.000 11.000 1,14.000 4.000-16,-7.000 17.000 15,-3.000 12.000 1,-4.000 11.000-16,-2.000 5.000 16,1.000-2.000-16,0.000-4.000 15,0.000-7.000 1,6.000-11.000-16,1.000-9.000 16,5.000-13.000-1,4.000-13.000-15,5.000-19.000 16,2.000-15.000-1,0.000-11.000 1,1.000-1.000-16,-5.000 4.000 16,-6.000 12.000-16,-1.000 13.000 15,-2.000 10.000 1,-1.000 9.000-16,2.000 5.000 16,4.000 2.000-1,6.000 0.000-15,8.000 0.000 16,6.000-3.000-1,8.000-1.000-15,-1.000-1.000 16,1.000-6.000-16,-1.000 0.000 16,-3.000-1.000-1,-7.000 3.000-15,-6.000 3.000 16,-11.000-3.000 0,-6.000-11.000-16,-9.000-8.000 15,-9.000-7.000 1,-3.000-8.000-16,-4.000-3.000 15,4.000-2.000 1,6.000 2.000-16,1.000 8.000 16,1.000 14.000-1,2.000 11.000-15,3.000 14.000 16,0.000 0.000 0,0.000 0.000-16,-1.000 8.000 15,1.000 27.000-15,-1.000 27.000 16,-3.000 22.000-1,-1.000 13.000-15,2.000 10.000 16,2.000-6.000 0,2.000-5.000-1,1.000-12.000-15,0.000-12.000 16,-2.000-19.000 0,0.000-16.000-16,-4.000-21.000 15,-4.000-20.000-15,-1.000-18.000 16,-1.000-19.000-1,-2.000-20.000-15,3.000-10.000 16,5.000-2.000 0,4.000 5.000-16,4.000 17.000 15,2.000 22.000 1,3.000 25.000-16,-4.000 18.000 16,-6.000 12.000-1,-12.000 9.000-15,-8.000 8.000 16,-8.000 7.000-1,-3.000 3.000-15,-1.000-6.000 16,3.000-12.000 0,5.000-17.000-16,10.000-21.000 15,15.000-24.000 1,15.000-10.000-16,14.000-6.000 16,5.000-3.000-1,7.000 11.000-15,4.000 11.000 16,0.000 14.000-1,-8.000 10.000-15,-8.000 10.000 16,-6.000 10.000-16,-4.000 6.000 16,-3.000 11.000-1,-6.000 3.000 1,0.000-3.000-16,-2.000-6.000 16,-6.000-13.000-1,-1.000-18.000-15,2.000-17.000 16,0.000-12.000-16,-3.000-14.000 15,0.000-6.000 1,-1.000-1.000-16,-2.000 5.000 16,2.000 10.000-1,5.000 17.000-15,1.000 8.000 16,-5.000 10.000 0,0.000 0.000-16,10.000-1.000 15,4.000 4.000-15,9.000-2.000 16,8.000-2.000-1,9.000-2.000-15,7.000-7.000 16,-2.000-1.000 0,1.000 1.000-16,-7.000-1.000 15,-5.000 3.000 1,-7.000 1.000-16,-11.000-3.000 16,-18.000-11.000-16,-11.000-7.000 15,-10.000-8.000 1,4.000 4.000-16</inkml:trace>
  <inkml:trace contextRef="#ctx0" brushRef="#br0">6126.000 15188.000 0,'15.000'24.000'0,"6.000"26.000"15,5.000 22.000 1,3.000 19.000-16,6.000 15.000 15,4.000 7.000 1,5.000 6.000 0,-3.000 2.000-16,-1.000-7.000 15,-2.000-18.000-15,-4.000-18.000 16,-11.000-28.000 0,-8.000-32.000-1,-8.000-13.000-15</inkml:trace>
  <inkml:trace contextRef="#ctx0" brushRef="#br0">6496.000 15657.000 0,'-27.000'50.000'0,"-10.000"22.000"16,-8.000 0.000-1,4.000-6.000-15,4.000-20.000 16,5.000-28.000 0,9.000-11.000-16</inkml:trace>
  <inkml:trace contextRef="#ctx0" brushRef="#br0">6445.000 15119.000 0,'0.000'0.000'0,"2.000"28.000"16,1.000 18.000-16,-3.000 6.000 16,-4.000-8.000-1,-3.000-7.000-15,1.000-12.000 16</inkml:trace>
  <inkml:trace contextRef="#ctx0" brushRef="#br0">5915.000 15708.000 0,'45.000'-4.000'16,"21.000"-6.000"-1,2.000-2.000-15,-7.000 2.000 16,-11.000 3.000 0,-6.000 6.000-16,-11.000 0.000 15,-7.000 0.000-15,-14.000-4.000 16,-11.000-3.000-1,-5.000-1.000-15</inkml:trace>
  <inkml:trace contextRef="#ctx0" brushRef="#br0">6100.000 15607.000 0,'-3.000'30.000'0,"2.000"16.000"15,-2.000 4.000 1,0.000-3.000-16,2.000-9.000 16,-2.000-11.000-1,0.000-11.000-15</inkml:trace>
  <inkml:trace contextRef="#ctx0" brushRef="#br0">6176.000 15607.000 0,'0.000'49.000'0,"-4.000"33.000"16,-1.000 12.000 0,-2.000-4.000-16,2.000-24.000 15</inkml:trace>
  <inkml:trace contextRef="#ctx0" brushRef="#br0">6748.000 15144.000 0,'0.000'0.000'0,"0.000"0.000"16,0.000 0.000-16,-11.000 48.000 15,-13.000 22.000 1,-2.000 2.000 0,3.000-12.000-16,16.000-17.000 15,15.000-18.000 1,15.000-15.000-16,7.000-13.000 15,10.000-12.000-15,5.000-8.000 16,-2.000-1.000 0,-4.000 4.000-1,-12.000 6.000-15,-8.000 7.000 16,-13.000 16.000-16,-12.000 21.000 16,-17.000 22.000-1,-12.000 17.000-15,-7.000 4.000 16,-4.000-7.000-1,7.000-9.000-15,7.000-14.000 16,12.000-18.000 0,10.000-10.000-16,7.000-15.000 15,8.000-11.000 1,8.000-14.000-16,8.000-10.000 16,8.000-11.000-1,3.000-6.000-15,6.000-2.000 16,-1.000 3.000-1,-3.000 9.000-15,-7.000 14.000 16,-5.000 11.000 0,-3.000 14.000-16,-5.000 17.000 15,-3.000 19.000 1,-8.000 23.000-16,-6.000 26.000 16,-5.000 26.000-1,2.000 17.000-15,0.000 5.000 16,7.000-5.000-1,2.000-17.000-15,7.000-25.000 16,-1.000-23.000 0,-1.000-23.000-16,-8.000-37.000 15,1.000-3.000 1,-3.000-16.000-16</inkml:trace>
  <inkml:trace contextRef="#ctx0" brushRef="#br0">6933.000 15572.000 0,'-1.000'43.000'15,"-2.000"14.000"1,1.000-6.000-16,1.000-15.000 15,3.000-19.000-15,0.000-24.000 16,0.000-10.000 0</inkml:trace>
  <inkml:trace contextRef="#ctx0" brushRef="#br0">7177.000 15196.000 0,'0.000'0.000'0,"0.000"0.000"15,-10.000 31.000-15,-8.000 12.000 16,0.000 0.000 0,5.000-6.000-16,12.000-8.000 15,10.000-8.000 1,14.000-6.000-16,9.000-6.000 15,5.000-2.000-15,2.000-4.000 16,-4.000 0.000 0,-6.000 0.000-16,-9.000 6.000 15,-5.000 8.000 1,-16.000 18.000 0,-16.000 13.000-16,-11.000 4.000 15,-6.000 4.000-15,3.000-5.000 16,5.000-7.000-1,9.000-10.000-15,8.000-8.000 16,11.000-6.000 0,10.000-6.000-16,7.000-6.000 15,6.000-5.000 1,5.000-6.000-16,6.000-6.000 16,1.000-4.000-16,0.000 0.000 15,-4.000-4.000 1,-6.000 1.000-1,-6.000 3.000-15,-6.000 3.000 16,-9.000 3.000-16,-8.000-1.000 16,-14.000 1.000-1,-15.000 3.000-15,-8.000 3.000 16,4.000-1.000 0,8.000 2.000-1,11.000-9.000-15,13.000-14.000 16,14.000-17.000-16,15.000-15.000 15,13.000-13.000 1,12.000-10.000-16,3.000-5.000 16,1.000 2.000-1,4.000 5.000-15,-2.000 13.000 16,-3.000 19.000-16,-7.000 17.000 16,-13.000 11.000-1,-11.000 8.000-15,-10.000 7.000 16,-4.000 9.000-1,-11.000 11.000 1,-13.000 14.000-16,-8.000 7.000 16,-5.000 0.000-1,4.000-6.000-15,8.000-12.000 16,11.000-9.000-16,17.000-10.000 16,13.000-7.000-1,17.000-9.000 1,9.000-3.000-16,1.000 1.000 15,-5.000 4.000 1,-11.000 4.000-16,-10.000 3.000 16,-11.000 12.000-16,-8.000 9.000 15,-17.000 12.000 1,-19.000 13.000-16,-14.000 8.000 16,-11.000 2.000-1,-2.000-3.000-15,8.000-9.000 16,13.000-13.000-1,16.000-9.000-15,16.000-9.000 16,15.000-4.000 0,19.000-8.000-16,16.000-10.000 15,12.000-3.000 1,8.000-2.000-16,-1.000 1.000 16,-6.000 6.000-1,-8.000 3.000-15,-12.000 4.000 16,-11.000 1.000-16,-12.000 0.000 15,-14.000-2.000 1,-13.000-5.000-16,-7.000-6.000 16,-6.000-7.000-1,-3.000-5.000-15,1.000-1.000 16,7.000 5.000 0,8.000 13.000-16,10.000 11.000 15,0.000 0.000 1,-3.000 1.000-16,5.000 17.000 15,-2.000 21.000 1,0.000 19.000-16,-5.000 15.000 16,-1.000 5.000-1,-2.000 3.000-15,1.000-8.000 16,-3.000-8.000 0,0.000-10.000-16,0.000-16.000 15,0.000-12.000-15,-4.000-15.000 16,-9.000-15.000-1,-8.000-16.000 1,-5.000-14.000-16,2.000-5.000 16,7.000 6.000-1,8.000 7.000-15,7.000 9.000 16,8.000 7.000-16,7.000 3.000 16,8.000-1.000-1,11.000-3.000-15,10.000-1.000 16,7.000-6.000-1,6.000-7.000-15,-1.000-8.000 16,-1.000-6.000 0,-9.000 3.000-16</inkml:trace>
  <inkml:trace contextRef="#ctx0" brushRef="#br0">8312.000 15171.000 0,'8.000'24.000'16,"-1.000"18.000"-16,-1.000 9.000 15,0.000-1.000-15,10.000-2.000 16,8.000-11.000 0,11.000-13.000-1,11.000-16.000-15,4.000-14.000 16,3.000-15.000-16,-2.000-12.000 15,-7.000-11.000 1,-11.000-11.000-16,-10.000-3.000 16,-14.000-1.000-1,-13.000 7.000 1,-12.000 17.000-16,-5.000 16.000 16,-1.000 15.000-16,2.000 16.000 15,-2.000 16.000 1,2.000 22.000-16,-6.000 29.000 15,-4.000 26.000 1,-2.000 17.000-16,4.000 13.000 16,6.000-2.000-1,3.000-12.000 1,6.000-21.000-16,5.000-27.000 16,8.000-33.000-16,4.000-21.000 15</inkml:trace>
  <inkml:trace contextRef="#ctx0" brushRef="#br0">8733.000 15026.000 0,'0.000'0.000'0,"0.000"0.000"16,0.000 0.000 0,23.000-1.000-16,15.000 1.000 15,-2.000 1.000 1,2.000 1.000-16,-4.000 3.000 16,-6.000-1.000-16,-6.000 2.000 15,-7.000-1.000 1,-7.000 6.000-16,-5.000 7.000 15,-9.000 10.000 1,-8.000 17.000-16,-7.000 17.000 16,-5.000 19.000-1,-4.000 13.000-15,-1.000 7.000 16,3.000-7.000 0,6.000-13.000-1,5.000-21.000-15,8.000-22.000 16,9.000-38.000-16,3.000 4.000 15,5.000-27.000 1,3.000-23.000-16,-2.000 1.000 16</inkml:trace>
  <inkml:trace contextRef="#ctx0" brushRef="#br0">8909.000 15282.000 0,'43.000'4.000'0,"17.000"2.000"16,2.000 4.000-16,-4.000 3.000 15,-9.000 6.000 1,-11.000 6.000-16,-14.000 13.000 16,-16.000 12.000-1,-17.000 10.000-15,-18.000 6.000 16,-9.000-3.000-1,-6.000-9.000 1,0.000-13.000 0,2.000-17.000-16,4.000-18.000 0,7.000-20.000 15,7.000-17.000 1,8.000 1.000-16</inkml:trace>
  <inkml:trace contextRef="#ctx0" brushRef="#br0">8934.000 15443.000 0,'0.000'0.000'0,"0.000"0.000"15,21.000 7.000-15,13.000 0.000 16,0.000 1.000 0,0.000 1.000-16,1.000-1.000 15,-6.000-2.000 1,-7.000 2.000-16,-8.000 0.000 15,-14.000 4.000 1,-13.000-1.000-16,-13.000 0.000 16,-13.000 3.000-1,5.000-2.000-15</inkml:trace>
  <inkml:trace contextRef="#ctx0" brushRef="#br0">8859.000 15683.000 0,'0.000'0.000'0,"21.000"0.000"16,18.000-1.000 0,4.000-2.000-16,1.000 1.000 15,0.000 1.000 1,-8.000 4.000-16,-9.000 2.000 16,-10.000 8.000-1,-9.000 2.000-15,-11.000 2.000 16,-13.000 1.000-1,-13.000-2.000-15,-12.000-3.000 16,5.000-5.000-16</inkml:trace>
  <inkml:trace contextRef="#ctx0" brushRef="#br0">8539.000 15870.000 0,'44.000'16.000'0,"26.000"2.000"16,5.000-3.000-1,3.000-6.000-15,-1.000-3.000 16,-2.000 1.000 0,0.000-7.000-16,-2.000-10.000 15,-3.000-12.000-15,-5.000-12.000 16,-15.000 5.000-1</inkml:trace>
  <inkml:trace contextRef="#ctx0" brushRef="#br0">9599.000 15836.000 0,'0.000'0.000'0,"0.000"0.000"16</inkml:trace>
  <inkml:trace contextRef="#ctx0" brushRef="#br0">4048.000 14854.000 0,'0.000'0.000'16,"7.000"16.000"-16,0.000 7.000 16,3.000-3.000-1,2.000-2.000 1,0.000-6.000-16,6.000-10.000 16,-1.000-10.000-1,3.000-9.000-15,-1.000-6.000 16,1.000-10.000-16,0.000-3.000 15,1.000 3.000 1,1.000 3.000-16,0.000 8.000 16,-3.000 10.000-1,-6.000 10.000-15,1.000 9.000 16,1.000 8.000 0,-2.000 7.000-16,-3.000 7.000 15,0.000 1.000 1,0.000-4.000-16,4.000-1.000 15,1.000-11.000-15,7.000-4.000 16,2.000-7.000 0,4.000-6.000-16,4.000-10.000 15,2.000-4.000 1,5.000-2.000-16,-4.000 0.000 16,0.000 6.000-1,-3.000 3.000-15,-3.000 10.000 16,-3.000 4.000-1,0.000 10.000-15,-11.000 6.000 16,-1.000 2.000 0,-3.000-1.000-16,6.000 0.000 15,0.000-10.000 1,3.000-9.000-16,6.000-14.000 16,7.000-7.000-1,8.000-10.000-15,5.000 1.000 16,-2.000 3.000-1,0.000 5.000-15,-6.000 13.000 16,-9.000 10.000-16,-3.000 8.000 16,-6.000 9.000-1,-4.000 5.000-15,-4.000-3.000 16,4.000-3.000 0,1.000-8.000-16,7.000-7.000 15,7.000-9.000 1,3.000-8.000-16,8.000-6.000 15,3.000-6.000 1,-2.000 0.000-16,2.000 4.000 16,-5.000 5.000-1,-6.000 5.000-15,0.000 4.000 16,-3.000 3.000 0,4.000 0.000-16,-7.000-7.000 15,-8.000-1.000 1</inkml:trace>
  <inkml:trace contextRef="#ctx0" brushRef="#br0">3974.000 15144.000 0,'0.000'0.000'0,"0.000"0.000"16,0.000 0.000-16,0.000 0.000 15,0.000 0.000-15,0.000 0.000 16,20.000 6.000 0,12.000-5.000-16,3.000-8.000 15,3.000-5.000 1,-1.000-7.000-16,-3.000-3.000 16,-6.000 2.000-1,0.000 3.000-15,-3.000 0.000 16,1.000 5.000-1,1.000 2.000-15,3.000 4.000 16,-4.000 3.000 0,2.000 3.000-16,-1.000 3.000 15,2.000 3.000-15,-2.000-1.000 16,-9.000 3.000 0,-5.000 1.000-1,3.000-1.000-15,-2.000-2.000 16,6.000-2.000-16,4.000-1.000 15,3.000-3.000 1,6.000-3.000-16,3.000-1.000 16,2.000 0.000-1,0.000-2.000-15,-1.000 2.000 16,-3.000-3.000 0,-1.000 1.000-16,1.000-2.000 15,-3.000 2.000 1,0.000 0.000-16,0.000 3.000 15,2.000 3.000 1,2.000 3.000-16,-1.000 1.000 16,4.000 2.000-16,-2.000 1.000 15,0.000 2.000 1,-8.000-1.000-16,0.000 2.000 16,-2.000-1.000-1,-3.000-4.000 1,3.000-2.000-16,4.000-5.000 15,7.000-3.000-15,6.000-8.000 16,6.000-5.000 0,3.000-1.000-16,-2.000-2.000 15,-2.000 0.000 1,-3.000 3.000-16,-1.000 1.000 16,-3.000 4.000-1,2.000 1.000-15,5.000 1.000 16,-8.000-2.000-1,-12.000 0.000-15</inkml:trace>
  <inkml:trace contextRef="#ctx0" brushRef="#br0">10398.000 15265.000 0,'0.000'0.000'0,"0.000"0.000"16,0.000 0.000 0,18.000 4.000-16,7.000 1.000 15,5.000-3.000 1,0.000-3.000-16,2.000-3.000 16,5.000-2.000-1,2.000-5.000-15,5.000-4.000 16,2.000 2.000-16,0.000 0.000 15,-5.000 1.000 1,0.000 4.000-16,-9.000 3.000 16,-3.000 1.000-1,-6.000 3.000-15,-4.000 0.000 16,-6.000 1.000 0,-7.000-4.000-16,-8.000-2.000 15,-1.000-1.000 1</inkml:trace>
  <inkml:trace contextRef="#ctx0" brushRef="#br0">10565.000 15265.000 0,'0.000'0.000'0,"-6.000"13.000"16,-8.000 10.000 0,-4.000 7.000-16,-2.000 9.000 15,-2.000 13.000 1,3.000 3.000-16,-4.000 2.000 15,3.000 3.000 1,3.000-5.000-16,0.000-4.000 16,3.000-4.000-1,1.000-3.000-15,4.000-6.000 16,4.000-8.000 0,2.000-7.000-16,3.000-8.000 15,6.000-2.000 1,8.000-3.000-16,6.000-5.000 15,5.000-2.000 1,3.000-3.000-16,7.000-3.000 16,3.000 0.000-1,8.000-2.000-15,8.000-1.000 16,4.000 0.000 0,1.000 0.000-16,0.000 3.000 15,-5.000 3.000-15,-7.000 0.000 16,-5.000 0.000-1,-7.000-3.000-15,-10.000-4.000 16,-9.000-7.000 0,-7.000 1.000-16</inkml:trace>
  <inkml:trace contextRef="#ctx0" brushRef="#br0">10498.000 15657.000 0,'0.000'0.000'16,"0.000"0.000"-16,0.000 0.000 16,0.000 0.000-1,25.000-1.000-15,12.000-1.000 16,10.000-1.000 0,4.000-2.000-16,4.000-3.000 15,1.000-4.000 1,-1.000-2.000-16,1.000-3.000 15,-7.000-5.000 1,-12.000 4.000 0</inkml:trace>
  <inkml:trace contextRef="#ctx0" brushRef="#br0">11373.000 15418.000 0,'33.000'8.000'16,"17.000"2.000"-16,4.000-3.000 16,-1.000-4.000-1,-1.000 0.000-15,-1.000-1.000 16,-6.000-2.000 0,-3.000-1.000-16,-6.000-3.000 15,-5.000-1.000 1,-8.000-2.000-16,-10.000 0.000 15,-10.000 0.000 1,-3.000 1.000-16</inkml:trace>
  <inkml:trace contextRef="#ctx0" brushRef="#br0">11382.000 15675.000 0,'0.000'0.000'0,"25.000"6.000"16,20.000-1.000-16,8.000-3.000 15,-2.000-4.000 1,3.000-1.000-16,-1.000 2.000 15,-5.000 2.000 1,-5.000-2.000-16,-7.000-4.000 16,-9.000-2.000-1</inkml:trace>
  <inkml:trace contextRef="#ctx0" brushRef="#br0">12297.000 15154.000 0,'27.000'-5.000'16,"18.000"-3.000"-1,3.000 1.000-15,2.000 2.000 16,-3.000 2.000 0,0.000 3.000-16,-5.000 0.000 15,-4.000 1.000 1,-5.000-1.000-16,-8.000 0.000 16,-4.000-1.000-1,-10.000-2.000-15,-6.000-2.000 16,-11.000-4.000-16,0.000 2.000 15</inkml:trace>
  <inkml:trace contextRef="#ctx0" brushRef="#br0">12382.000 15144.000 0,'0.000'0.000'0,"0.000"0.000"16,-3.000 29.000-16,2.000 21.000 15,-3.000 15.000 1,-7.000 10.000 0,-3.000 7.000-1,-2.000-1.000-15,0.000-9.000 0,-1.000-13.000 16,0.000-8.000-1,4.000-11.000-15,4.000-11.000 16,9.000-11.000 0,7.000-6.000-16,7.000-6.000 15,9.000-4.000 1,7.000-6.000-16,10.000-3.000 16,6.000-3.000-1,9.000 0.000-15,1.000-2.000 16,-4.000 1.000-1,-3.000 1.000-15,-3.000 4.000 16,-10.000-1.000 0,-9.000-4.000-16,-13.000-3.000 15,-10.000-5.000 1,-10.000-5.000-16,-10.000-5.000 16,-3.000 3.000-16</inkml:trace>
  <inkml:trace contextRef="#ctx0" brushRef="#br0">12382.000 15443.000 0,'0.000'0.000'16,"0.000"0.000"-16,0.000 0.000 15,30.000 3.000 1,18.000-4.000-16,6.000-5.000 15,3.000-2.000 1,0.000-1.000-16,-4.000 1.000 16,-11.000 5.000-1,-6.000 0.000-15,-9.000 2.000 16,-7.000 1.000-16</inkml:trace>
  <inkml:trace contextRef="#ctx0" brushRef="#br0">12886.000 15426.000 0,'10.000'32.000'16,"-1.000"23.000"-16,-6.000 14.000 15,-8.000 12.000-15,-4.000 2.000 16,-4.000-9.000-16,0.000-11.000 31,4.000-22.000-31,9.000-41.000 0,-5.000 15.000 16</inkml:trace>
  <inkml:trace contextRef="#ctx0" brushRef="#br0">13155.000 15504.000 0,'-11.000'18.000'16,"-14.000"11.000"-16,-10.000 2.000 16,-2.000-2.000-1,4.000-6.000-15,8.000-5.000 16,8.000-5.000-1,14.000-2.000-15,12.000 0.000 16,13.000 0.000 0,10.000-2.000-16,10.000 0.000 15,1.000-3.000 1,-4.000-1.000-16,-2.000-3.000 16,-6.000-4.000-1,-6.000-6.000-15,-10.000-7.000 16,-6.000 1.000-1</inkml:trace>
  <inkml:trace contextRef="#ctx0" brushRef="#br0">13366.000 15418.000 0,'24.000'-2.000'15,"16.000"0.000"1,10.000-5.000-16,2.000-3.000 16,5.000 0.000-1,1.000 4.000-15,-3.000 1.000 16,-7.000 2.000 0,-4.000 0.000-16,-11.000 2.000 15,-6.000 0.000 1,-12.000-7.000-16,-6.000-9.000 15,-8.000-6.000-15,-9.000-6.000 16,0.000 4.000 0</inkml:trace>
  <inkml:trace contextRef="#ctx0" brushRef="#br0">13728.000 15119.000 0,'0.000'51.000'16,"-4.000"30.000"0,-7.000 9.000-16,-5.000 5.000 15,-1.000-8.000 1,2.000-15.000-16,3.000-21.000 16</inkml:trace>
  <inkml:trace contextRef="#ctx0" brushRef="#br0">14072.000 14983.000 0,'36.000'0.000'15,"14.000"3.000"1,0.000-1.000-16,1.000 2.000 16,-6.000 1.000-1,-6.000 4.000-15,-6.000 1.000 16,-9.000 7.000-1,-10.000 2.000-15,-12.000 9.000 16,-12.000 5.000 0,-18.000 11.000-16,-12.000 11.000 15,-10.000 8.000 1,-5.000 5.000-16,5.000 4.000 16,10.000-6.000-1,19.000-6.000-15,14.000-7.000 16,20.000-10.000-1,16.000-12.000-15,9.000-9.000 16,6.000-7.000 0,6.000-7.000-16,-1.000-8.000 15,-3.000-6.000 1,-8.000-5.000-16,-12.000-7.000 16,-11.000-6.000-1,-10.000-4.000-15,-6.000 6.000 16</inkml:trace>
  <inkml:trace contextRef="#ctx0" brushRef="#br0">14165.000 15454.000 0,'26.000'7.000'0,"16.000"-2.000"16,8.000-5.000-16,1.000 0.000 15,3.000-3.000 1,-1.000-3.000-16,-1.000-5.000 16,-5.000 1.000-1,-8.000 1.000 1,-7.000 2.000-16,-10.000 1.000 16</inkml:trace>
  <inkml:trace contextRef="#ctx0" brushRef="#br0">14686.000 15572.000 0,'2.000'47.000'16,"-3.000"21.000"0,-5.000 11.000-16,-8.000 4.000 15,-5.000 0.000-15,-1.000-4.000 16,0.000-11.000-1,4.000-14.000 1,4.000-14.000-16,8.000-20.000 16,6.000-21.000-16,0.000-7.000 15</inkml:trace>
  <inkml:trace contextRef="#ctx0" brushRef="#br0">14694.000 15401.000 0,'44.000'6.000'0,"18.000"5.000"16,-3.000 3.000-16,-11.000 1.000 15,-12.000 3.000 1,-11.000 4.000-16,-18.000 4.000 16,-21.000 8.000-1,-27.000 3.000-15,-21.000 3.000 16,-10.000-10.000 0,1.000-15.000-16,16.000-8.000 15</inkml:trace>
  <inkml:trace contextRef="#ctx0" brushRef="#br0">15367.000 15325.000 0,'0.000'0.000'16,"0.000"0.000"-1,22.000 8.000-15,14.000 2.000 16,4.000-2.000 0,4.000-2.000-16,5.000-4.000 15,4.000-3.000 1,1.000-3.000 0,-1.000-3.000-16,-2.000-4.000 15,-4.000 1.000-15,-5.000 3.000 16,-10.000 3.000-16,-10.000 2.000 15,-22.000 2.000 1,2.000 3.000-16,-7.000 1.000 16</inkml:trace>
  <inkml:trace contextRef="#ctx0" brushRef="#br0">15468.000 15461.000 0,'-9.000'11.000'16,"-4.000"-1.000"-1,3.000 0.000-15,11.000-4.000 16,17.000-4.000-1,15.000-2.000-15,17.000-3.000 16,9.000-1.000 0,7.000-2.000-16,0.000 0.000 15,-4.000 0.000 1,-6.000-3.000-16,-9.000-2.000 16,-14.000 0.000-1</inkml:trace>
  <inkml:trace contextRef="#ctx0" brushRef="#br0">16477.000 15426.000 0,'-9.000'8.000'16,"-2.000"4.000"-1,3.000-2.000-15,3.000-4.000 16,5.000-6.000-16,6.000 7.000 16,11.000-3.000-1,7.000 2.000-15,10.000 3.000 16,0.000-1.000-1,3.000 0.000-15,-3.000 1.000 16,-6.000 3.000 0,-6.000-1.000-16,-7.000-2.000 15,-9.000 7.000 1,-6.000 2.000-16,-13.000 7.000 16,-11.000 3.000-1,-13.000 2.000-15,-8.000 0.000 16,-6.000 0.000-1,-3.000-4.000-15,4.000-2.000 16,10.000-8.000 0,8.000-5.000-16,10.000-5.000 15,11.000-3.000 1,11.000-3.000-16,0.000 0.000 16,6.000 3.000-1,14.000-3.000-15,10.000 0.000 16,11.000 0.000-1,7.000 0.000-15,6.000 0.000 16,8.000 0.000 0,2.000 0.000-16,0.000-2.000 15,-2.000 2.000 1,-8.000 2.000-16,-10.000-2.000 16,-10.000-2.000-1,-11.000-1.000-15,-10.000-6.000 16,-13.000-4.000-16,-13.000-1.000 15,-8.000-1.000 1,-8.000-4.000-16,2.000 3.000 16</inkml:trace>
  <inkml:trace contextRef="#ctx0" brushRef="#br0">16275.000 15273.000 0,'0.000'0.000'0,"0.000"0.000"15,22.000-4.000 1,18.000-3.000-16,10.000-3.000 16,6.000 0.000-1,7.000 1.000-15,5.000 2.000 16,0.000 0.000 0,0.000 2.000-16,-7.000 2.000 15,-9.000-1.000 1,-6.000 4.000-16,-11.000 0.000 15,-12.000 0.000 1,-10.000-1.000-16,-9.000-6.000 16,-4.000 1.000-1</inkml:trace>
  <inkml:trace contextRef="#ctx0" brushRef="#br0">16670.000 14608.000 0,'0.000'29.000'0,"-1.000"31.000"16,-9.000 26.000-16,-11.000 12.000 16,-4.000-6.000-1,6.000-22.000-15</inkml:trace>
  <inkml:trace contextRef="#ctx0" brushRef="#br0">17402.000 14531.000 0,'4.000'64.000'16,"-4.000"38.000"0,-10.000 16.000-16,-7.000-1.000 15,-4.000-6.000 1,-4.000-11.000-16,1.000-7.000 16,3.000-13.000-1,5.000-12.000 1,3.000-12.000-16,2.000-16.000 15,2.000-18.000-15,9.000-22.000 16,-3.000-3.000 0,3.000-20.000-16,4.000-15.000 15,1.000 4.000-15</inkml:trace>
  <inkml:trace contextRef="#ctx0" brushRef="#br0">17410.000 15000.000 0,'27.000'5.000'0,"6.000"3.000"15,-4.000 5.000 1,-9.000 0.000-16,-11.000 3.000 15,-10.000 5.000-15,-11.000 0.000 16,-13.000 1.000 0,-6.000 2.000-16,-5.000-2.000 15,2.000-4.000 1,2.000-2.000 0,7.000-4.000-16,6.000-4.000 15,7.000-5.000-15,7.000 3.000 16,8.000 0.000-1,8.000 4.000 1,8.000 2.000-16,5.000 1.000 16,6.000 2.000-16,0.000-1.000 15,1.000 3.000 1,-1.000 1.000-16,-2.000-2.000 16,-6.000-1.000-1,-4.000-3.000-15,-6.000-4.000 16,-3.000-3.000-1,-3.000-8.000-15,1.000-15.000 16,0.000-18.000 0,2.000-16.000-16,5.000-9.000 15,-1.000 11.000 1</inkml:trace>
  <inkml:trace contextRef="#ctx0" brushRef="#br0">18041.000 14744.000 0,'0.000'0.000'0,"0.000"0.000"0,-8.000 28.000 15,-11.000 27.000 1,-16.000 18.000-16,-7.000 15.000 16,-5.000 10.000-1,-3.000 2.000-15,4.000 0.000 16,8.000-8.000 0,7.000-14.000-16,9.000-18.000 15,9.000-15.000 1,7.000-19.000-16,6.000-26.000 15,5.000-7.000 1,9.000-28.000-16,2.000-18.000 16,4.000-14.000-1,1.000-7.000-15,-4.000-3.000 16,-4.000 15.000 0</inkml:trace>
  <inkml:trace contextRef="#ctx0" brushRef="#br0">17999.000 14752.000 0,'22.000'46.000'0,"5.000"24.000"15,-1.000 13.000-15,-6.000 9.000 16,-5.000 3.000-1,-2.000 0.000 1,-3.000-5.000 0,1.000-9.000-16,-2.000-15.000 15,4.000-16.000-15,-2.000-13.000 16,-5.000-11.000 0,-6.000-26.000-16,-3.000 3.000 15,-5.000-20.000 1,2.000-1.000-16</inkml:trace>
  <inkml:trace contextRef="#ctx0" brushRef="#br0">17898.000 15213.000 0,'0.000'0.000'0,"0.000"0.000"16,19.000 6.000 0,9.000 2.000-16,2.000-4.000 15,-1.000-4.000 1,-2.000-8.000 0,-1.000-4.000-16,-6.000-4.000 15,-7.000 2.000-15</inkml:trace>
  <inkml:trace contextRef="#ctx0" brushRef="#br0">18176.000 14574.000 0,'16.000'-1.000'16,"6.000"1.000"-16,9.000 3.000 16,-3.000 5.000-1,-1.000 5.000-15,-3.000 3.000 16,-5.000 4.000-16,-7.000 1.000 15,-9.000 6.000 1,-7.000 0.000-16,-6.000 1.000 16,-7.000-3.000-1,1.000-5.000-15,1.000-4.000 16,6.000-5.000 0,5.000-3.000-16,9.000 2.000 15,12.000 0.000 1,9.000-1.000-1,9.000-3.000-15,5.000-3.000 16,0.000-7.000-16,-5.000-7.000 16,-7.000-1.000-1</inkml:trace>
  <inkml:trace contextRef="#ctx0" brushRef="#br0">15662.000 16092.000 0,'0.000'0.000'0,"0.000"0.000"15,0.000 0.000-15,15.000 9.000 16,6.000 7.000 0,0.000 1.000-16,-2.000 1.000 15,-1.000-1.000 1,1.000-2.000-16,-2.000-2.000 15,0.000-3.000-15,3.000-1.000 16,0.000-5.000 0,-2.000-1.000-16,4.000-4.000 15,2.000-4.000 1,-1.000-1.000-16,3.000 1.000 16,-1.000 0.000-1,0.000 0.000-15,-1.000 1.000 16,-1.000 6.000-1,-1.000 6.000-15,-3.000 1.000 16,-2.000 3.000 0,-2.000-1.000-16,2.000-1.000 15,2.000-3.000 1,4.000-4.000-16,3.000-6.000 16,5.000-7.000-1,5.000-2.000-15,7.000-5.000 16,1.000-2.000-1,0.000 2.000-15,-1.000 3.000 16,-5.000 3.000 0,-3.000 8.000-16,-7.000 6.000 15,-4.000 0.000-15,-2.000 2.000 16,0.000 2.000 0,2.000-1.000-16,0.000-4.000 15,4.000 0.000 1,0.000 1.000-16,3.000-1.000 15,0.000-2.000 1,3.000 0.000-16,-1.000 0.000 16,-2.000 2.000-1,-1.000-1.000-15,-2.000 5.000 16,-4.000 4.000 0,-5.000 0.000-16,0.000-1.000 15,-1.000-1.000 1,-3.000-1.000-16,4.000-1.000 15,3.000-3.000-15,-1.000 1.000 16,8.000-2.000 0,3.000-2.000-16,0.000-2.000 15,2.000-1.000 1,1.000 2.000-16,-1.000-1.000 16,-3.000 1.000-1,-2.000 1.000-15,0.000-2.000 16,-2.000-2.000-1,1.000-3.000-15,6.000 3.000 16,2.000-2.000 0,1.000 0.000-16,2.000 1.000 15,6.000 5.000 1,-1.000 6.000-16,-2.000 2.000 16,-4.000-1.000-1,-12.000-3.000-15</inkml:trace>
  <inkml:trace contextRef="#ctx0" brushRef="#br0">18823.000 15273.000 0,'0.000'0.000'15,"0.000"0.000"-15,0.000 0.000 16,0.000 0.000 0,0.000 0.000-16,22.000 4.000 15,16.000 2.000 1,8.000-3.000 0,0.000-5.000-16,4.000-2.000 15,0.000-2.000-15,1.000-2.000 16,-3.000-2.000-1,-2.000 2.000-15,-3.000 1.000 16,-4.000 3.000 0,-8.000 3.000-16,-2.000 1.000 15,-14.000 0.000 1,-15.000 0.000-16,3.000 0.000 16</inkml:trace>
  <inkml:trace contextRef="#ctx0" brushRef="#br0">18815.000 15443.000 0,'0.000'0.000'15,"18.000"12.000"-15,10.000 3.000 16,10.000-4.000 0,9.000-4.000-16,10.000-2.000 15,5.000-3.000 1,4.000-3.000-1,-4.000-5.000-15,-8.000 0.000 16,-14.000 2.000-16</inkml:trace>
  <inkml:trace contextRef="#ctx0" brushRef="#br0">20362.000 15623.000 0,'0.000'0.000'0,"0.000"0.000"16,0.000 0.000-16,30.000 4.000 15,17.000 1.000 1,5.000 1.000-16,-2.000 0.000 16,-9.000 4.000-1,-8.000 4.000-15,-9.000 4.000 16,-9.000 5.000-1,-15.000 6.000-15,-17.000 6.000 16,-14.000 3.000 0,-15.000 2.000-16,-14.000 5.000 15,-11.000 2.000 1,-5.000-4.000-16,4.000-9.000 16,8.000-6.000-1,14.000-7.000-15,14.000-7.000 16,15.000-5.000-1,12.000-4.000-15,12.000 2.000 16,15.000 1.000-16,16.000-2.000 16,15.000 3.000-1,7.000-3.000-15,8.000 1.000 16,7.000-3.000 0,6.000-2.000-16,-2.000-6.000 15,-2.000 0.000 1,-11.000-2.000-16,-17.000 0.000 15,-17.000-2.000 1,-17.000-3.000-16,-17.000-5.000 16,-16.000-7.000-1,1.000 0.000 1</inkml:trace>
  <inkml:trace contextRef="#ctx0" brushRef="#br0">20135.000 15504.000 0,'-10.000'-29.000'0,"0.000"-8.000"16,2.000 6.000 0,1.000 11.000-16,1.000 8.000 15,3.000 5.000-15,3.000 7.000 16,10.000-2.000-1,11.000 2.000-15,21.000-1.000 16,19.000 0.000 0,17.000 0.000-16,9.000-2.000 15,3.000 3.000 1,-6.000 2.000-16,-9.000 0.000 16,-13.000 6.000-1,-15.000 2.000-15,-13.000-2.000 16,-14.000-3.000-1,-14.000-10.000-15,-17.000-12.000 16,-1.000-2.000 0</inkml:trace>
  <inkml:trace contextRef="#ctx0" brushRef="#br0">20513.000 14813.000 0,'-4.000'37.000'0,"-7.000"26.000"16,-5.000 15.000 0,1.000 11.000-16,-3.000-4.000 15,1.000-17.000 1,4.000-22.000-16</inkml:trace>
  <inkml:trace contextRef="#ctx0" brushRef="#br0">21110.000 15231.000 0,'-3.000'38.000'0,"-4.000"19.000"16,-7.000 5.000-16,-7.000-5.000 15,1.000-9.000 1,-1.000-15.000-16,3.000-14.000 31,6.000-10.000-31,7.000-13.000 0,8.000-15.000 16,10.000-11.000-1,7.000-10.000 1,3.000-5.000-16,7.000-2.000 16,4.000 4.000-16,-2.000 11.000 15,-2.000 7.000 1,-5.000 11.000-16,-1.000 13.000 15,-5.000 15.000 1,-10.000 15.000-16,-11.000 17.000 16,-8.000 7.000-1,-7.000 3.000-15,-2.000-4.000 16,0.000-7.000 0,3.000-12.000-16,7.000-13.000 15,9.000-20.000 1,0.000 0.000-16,5.000-8.000 15,10.000-18.000 1,6.000-13.000-16,7.000-7.000 16,2.000 0.000-1,1.000-2.000-15,1.000 3.000 32,0.000 6.000-32,-2.000 5.000 0,-1.000 10.000 15,-6.000 8.000 1,-6.000 10.000-16,-5.000 10.000 15,-6.000 14.000 1,-6.000 11.000-16,-6.000 11.000 16,-10.000 6.000-1,-2.000 8.000-15,-4.000 2.000 16,-2.000-3.000 0,5.000-6.000-16,1.000-7.000 15,4.000-10.000 1,3.000-16.000-16,7.000-13.000 15,5.000-16.000 1,2.000-2.000-16</inkml:trace>
  <inkml:trace contextRef="#ctx0" brushRef="#br0">21598.000 15273.000 0,'-15.000'68.000'16,"-5.000"24.000"0,5.000-12.000-16,6.000-20.000 15,9.000-18.000-15,9.000-25.000 16,8.000-22.000-1,11.000-20.000-15,5.000-18.000 16,5.000-7.000 0,-3.000 2.000-16,-8.000 11.000 15,-6.000 13.000 1,-6.000 10.000-16,-8.000 5.000 16,-8.000 13.000-1,-5.000 15.000-15,-6.000 14.000 16,3.000 10.000-1,5.000 4.000-15,6.000 2.000 16,4.000-6.000 0,5.000-6.000-1,6.000-8.000-15,4.000-11.000 16,2.000-10.000-16,5.000-10.000 16,-1.000-12.000-1,1.000-9.000-15,-2.000-9.000 16,-3.000-9.000-1,-8.000 1.000-15,-4.000 1.000 16,-7.000 7.000 0,-7.000 4.000-16,-4.000-1.000 15,1.000-3.000 1,2.000-7.000-16,2.000 5.000 16</inkml:trace>
  <inkml:trace contextRef="#ctx0" brushRef="#br0">22178.000 15009.000 0,'23.000'14.000'15,"5.000"4.000"1,0.000-2.000-16,-5.000-2.000 15,-4.000 2.000 1,-6.000-3.000-16,-3.000-1.000 16,-8.000 2.000-16,-14.000 3.000 15,-7.000 3.000 1,-7.000 0.000-16,-1.000-2.000 16,8.000-3.000-1,6.000-2.000-15,7.000-3.000 16,11.000-2.000-1,10.000 0.000-15,10.000-1.000 16,9.000-1.000 0,0.000-3.000-16,-2.000-1.000 15,-4.000-2.000 1,-8.000-2.000-16,-8.000 0.000 16,-7.000-2.000-16</inkml:trace>
  <inkml:trace contextRef="#ctx0" brushRef="#br0">22566.000 15136.000 0,'-26.000'65.000'16,"-21.000"34.000"-16,-13.000 19.000 15,-6.000 6.000 1,2.000-5.000-16,6.000-15.000 16,13.000-20.000-1,10.000-21.000-15,11.000-26.000 16,16.000-30.000-1,14.000-29.000-15,4.000-3.000 16</inkml:trace>
  <inkml:trace contextRef="#ctx0" brushRef="#br0">22532.000 15204.000 0,'23.000'41.000'16,"8.000"29.000"-1,-6.000 19.000-15,-10.000 14.000 16,-13.000 5.000 0,-3.000-5.000-16,-3.000-9.000 31,4.000-13.000-31,3.000-19.000 15,0.000-18.000-15,-1.000-20.000 16,-2.000-24.000-16,-1.000-5.000 16,-7.000-25.000-1,0.000-2.000-15</inkml:trace>
  <inkml:trace contextRef="#ctx0" brushRef="#br0">22389.000 15607.000 0,'0.000'0.000'15,"26.000"1.000"-15,12.000 4.000 16,1.000-3.000 0,-4.000-1.000-16,-5.000-1.000 15,-6.000-5.000-15,-8.000-7.000 16,-7.000-10.000-1,-4.000 2.000-15</inkml:trace>
  <inkml:trace contextRef="#ctx0" brushRef="#br0">22700.000 15009.000 0,'22.000'-1.000'0,"7.000"-1.000"15,-2.000 1.000-15,-6.000 5.000 16,-2.000 7.000 0,-10.000 8.000-16,-7.000 4.000 15,-6.000 2.000 1,-6.000 0.000-16,-7.000-1.000 15,1.000-2.000 1,1.000-4.000-16,6.000-5.000 16,9.000-13.000-16,3.000 10.000 15,15.000-5.000 1,13.000-5.000-16,8.000-2.000 16,3.000 1.000-1,-1.000 0.000-15,-7.000 0.000 16,-7.000 1.000-1,-10.000 0.000-15,-8.000 0.000 16</inkml:trace>
  <inkml:trace contextRef="#ctx0" brushRef="#br0">22994.000 15819.000 0,'0.000'0.000'16,"-7.000"-14.000"-1</inkml:trace>
  <inkml:trace contextRef="#ctx0" brushRef="#br0">14753.000 16835.000 0,'-4.000'-49.000'0,"-2.000"-18.000"16,1.000 9.000-16,4.000 19.000 16,1.000 18.000-1,0.000 10.000 1,0.000 11.000-16,0.000 0.000 15,0.000 0.000-15,0.000 9.000 16,0.000 11.000 0,2.000 13.000-16,1.000 6.000 15,1.000 3.000 1,-2.000-1.000-16,0.000-6.000 16,-4.000-11.000-1,-2.000-17.000-15,1.000-18.000 16,2.000-4.000-1</inkml:trace>
  <inkml:trace contextRef="#ctx0" brushRef="#br0">14745.000 16552.000 0,'20.000'0.000'15,"11.000"-1.000"1,0.000 1.000-16,1.000 6.000 15,-2.000 0.000 1,-5.000 6.000-16,-6.000 3.000 16,-8.000 7.000-1,-7.000 6.000-15,-8.000 6.000 16,-11.000 4.000 0,-14.000 5.000-16,-8.000 6.000 15,-2.000-1.000 1,4.000-5.000-16,6.000-9.000 15,10.000-12.000 1,10.000-10.000-16,14.000-9.000 16,10.000-11.000-1,17.000-10.000 1,10.000-9.000-16,4.000 1.000 16,-4.000 6.000-16,-11.000 9.000 15,-8.000 6.000 1,-15.000 17.000-16,-15.000 16.000 15,-14.000 14.000 1,-8.000 8.000-16,-7.000 2.000 16,-2.000 3.000-1,-1.000-7.000-15,2.000-11.000 16,2.000-22.000 0,10.000-12.000-16</inkml:trace>
  <inkml:trace contextRef="#ctx0" brushRef="#br0">15048.000 17108.000 0,'0.000'0.000'0,"11.000"14.000"16,2.000 5.000-1,-2.000 3.000-15,-13.000-5.000 16,-6.000-13.000-16,0.000-8.000 15</inkml:trace>
  <inkml:trace contextRef="#ctx0" brushRef="#br0">15224.000 16801.000 0,'35.000'-8.000'16,"13.000"-6.000"-16,0.000 2.000 15,-10.000 7.000 1,-11.000 10.000-16,-12.000 14.000 16,-12.000 15.000-1,-10.000 12.000-15,-12.000 8.000 16,-6.000 3.000-1,-6.000-2.000-15,-2.000-9.000 16,0.000-10.000 0,0.000-21.000-16,3.000-24.000 15,7.000-7.000 1</inkml:trace>
  <inkml:trace contextRef="#ctx0" brushRef="#br0">15283.000 16851.000 0,'30.000'23.000'0,"11.000"8.000"16,-5.000 2.000-1,-6.000 1.000 1,-10.000-5.000-16,-5.000-12.000 16,-8.000-21.000-16,-3.000-5.000 15</inkml:trace>
  <inkml:trace contextRef="#ctx0" brushRef="#br0">15552.000 16878.000 0,'32.000'-11.000'16,"18.000"-7.000"-1,2.000-1.000-15,2.000 1.000 16,-4.000 1.000-1,-7.000 2.000-15,-8.000 2.000 16,-8.000 0.000 0,-12.000 0.000-16,-11.000-1.000 15,-12.000-6.000 1,-9.000-8.000-16,-9.000-4.000 16,-4.000 3.000-16,2.000 7.000 15,6.000 8.000 1,6.000 8.000-16,4.000 5.000 15,6.000 9.000 1,6.000 11.000-16,6.000 19.000 16,-1.000 16.000-1,4.000 19.000-15,2.000 16.000 16,1.000 0.000 0,-1.000-3.000-16,-2.000-9.000 15,1.000-10.000-15,-3.000-10.000 16,-6.000-12.000-1,-9.000-9.000-15,-11.000-13.000 16,-9.000-17.000 0,-9.000-19.000-16,-4.000-22.000 15,9.000-14.000 1,10.000-1.000-16,7.000 6.000 16,13.000 5.000-1,12.000 6.000-15,11.000 9.000 16,8.000 5.000-1,5.000 5.000-15,2.000 6.000 16,-3.000 2.000 0,-10.000-1.000-16,-6.000-1.000 15</inkml:trace>
  <inkml:trace contextRef="#ctx0" brushRef="#br0">16250.000 16793.000 0,'0.000'0.000'0,"0.000"0.000"16,0.000 0.000-16,0.000 0.000 16,0.000 0.000-1,0.000 0.000-15,0.000 0.000 16,0.000 0.000 0,0.000 0.000-16,-4.000-14.000 15,-4.000-8.000-15,-1.000-2.000 16,2.000-1.000-1,1.000-2.000-15,-5.000-2.000 16,-2.000 0.000 0,3.000 3.000-16,4.000 4.000 15,2.000 10.000 1,4.000 12.000-16,0.000 0.000 16,0.000 0.000-1,0.000 0.000-15,0.000 0.000 16,3.000-1.000-16,4.000 1.000 15,9.000 1.000 1,5.000-4.000-16,8.000-1.000 16,11.000-6.000-1,4.000 1.000-15,3.000 2.000 16,0.000 1.000 0,-3.000 4.000-16,-13.000 2.000 15,-13.000 11.000-15,-18.000 15.000 16,-17.000 9.000-1,-12.000 11.000-15,-10.000 1.000 16,-2.000 1.000 0,5.000-4.000-1,7.000-8.000-15,10.000-7.000 16,8.000-8.000 0,8.000-5.000-16,8.000-5.000 15,7.000-2.000-15,6.000-4.000 16,2.000-3.000-1,4.000-2.000-15,0.000 0.000 16,-3.000-2.000 0,-6.000 4.000-16,-6.000 6.000 15,-4.000 5.000-15,-5.000 9.000 16,-4.000 7.000 0,-4.000 5.000-16,-2.000 3.000 15,-3.000 2.000 1,-5.000 2.000-16,-3.000 2.000 15,-4.000-3.000 1,1.000-9.000-16,1.000-18.000 16,4.000-27.000-1,6.000-26.000-15,8.000-2.000 16</inkml:trace>
  <inkml:trace contextRef="#ctx0" brushRef="#br0">16629.000 16475.000 0,'2.000'20.000'15,"1.000"5.000"-15,1.000-3.000 16,3.000-17.000-16,6.000-15.000 15,-2.000-4.000 1</inkml:trace>
  <inkml:trace contextRef="#ctx0" brushRef="#br0">16872.000 16434.000 0,'-12.000'34.000'16,"-19.000"21.000"-16,-20.000 4.000 15,-13.000-3.000 1,-9.000-10.000-16,3.000-17.000 16,11.000-11.000-1,18.000-8.000-15</inkml:trace>
  <inkml:trace contextRef="#ctx0" brushRef="#br0">16494.000 16809.000 0,'16.000'18.000'0,"2.000"2.000"16,-6.000-4.000 0,-6.000-7.000-16,-6.000-9.000 15,9.000-3.000 1,0.000-14.000-16,7.000-8.000 16,8.000-2.000-1,8.000-1.000-15,1.000 7.000 16,4.000 5.000-1,-2.000 5.000-15,-1.000 6.000 16,-8.000 5.000 0,-7.000 5.000-16,-7.000 8.000 15,-15.000 12.000 1,-10.000 8.000-16,-11.000 7.000 16,-7.000-2.000-1,-2.000-3.000-15,7.000-10.000 16,7.000-7.000-1,8.000-11.000-15,11.000-7.000 16,2.000-4.000-16,11.000-6.000 31,3.000 3.000-31,3.000 0.000 0,0.000 7.000 16,0.000 10.000 0,0.000 13.000-16,-5.000 19.000 15,-4.000 12.000 1,-5.000 12.000-16,-3.000 4.000 15,-4.000-1.000 1,-2.000-8.000-16,-3.000-14.000 16,0.000-16.000-1,-1.000-12.000-15,-2.000-11.000 16,-4.000-15.000 0,-3.000-12.000-16,-2.000-12.000 15,3.000-1.000 1,8.000 1.000-16,5.000 0.000 15,9.000 2.000 1,9.000 1.000-16,6.000 3.000 16,8.000-2.000-1,1.000-2.000-15,0.000-4.000 16,-2.000-7.000 0,-1.000-6.000-16,-6.000 8.000 15</inkml:trace>
  <inkml:trace contextRef="#ctx0" brushRef="#br0">17166.000 16407.000 0,'0.000'0.000'0,"0.000"0.000"15,0.000 0.000 1,-9.000 29.000-16,-3.000 9.000 15,4.000-4.000 1,15.000-5.000-16,13.000-12.000 16,15.000-12.000-1,11.000-8.000-15,10.000-8.000 16,-1.000-3.000 0,-6.000 0.000-16,-5.000 1.000 15,-17.000 3.000 1,-27.000 10.000-16,-1.000-3.000 15,-29.000 7.000 1,-5.000 1.000-16</inkml:trace>
  <inkml:trace contextRef="#ctx0" brushRef="#br0">17049.000 16724.000 0,'46.000'5.000'16,"21.000"-5.000"-1,5.000-7.000-15,-1.000-8.000 16,-5.000-2.000 0,-10.000-4.000-16,-11.000-3.000 15,-15.000 2.000 1,-16.000 0.000-16,-20.000 2.000 16,-17.000 7.000-1,-9.000 10.000-15,-2.000 8.000 16,2.000 7.000-16,0.000 7.000 15,4.000 9.000 1,3.000 8.000-16,4.000 1.000 16,4.000-1.000-1,6.000-5.000-15,5.000-12.000 16,5.000-19.000 0,7.000-21.000-16,3.000-5.000 15</inkml:trace>
  <inkml:trace contextRef="#ctx0" brushRef="#br0">17478.000 16484.000 0,'4.000'35.000'0,"-6.000"16.000"16,-14.000 10.000-1,-12.000-1.000-15,-15.000-1.000 16,-6.000-7.000-1,7.000-14.000 1,11.000-11.000-16,12.000-12.000 16,9.000-9.000-16,13.000-8.000 15,13.000-6.000 1,12.000-8.000-16,11.000-3.000 16,1.000 0.000-1,-1.000 0.000-15,-6.000 4.000 16,-8.000 8.000-1,-7.000 9.000-15,-9.000 11.000 16,-9.000 19.000 0,-10.000 19.000-16,-9.000 13.000 15,-4.000 5.000 1,3.000-6.000-16,3.000-9.000 16,4.000-16.000-1,4.000-17.000-15,4.000-19.000 16,2.000-19.000-1,0.000-17.000-15,-5.000-11.000 16,-12.000-8.000-16,0.000 9.000 16</inkml:trace>
  <inkml:trace contextRef="#ctx0" brushRef="#br0">17175.000 16912.000 0,'-3.000'35.000'0,"-1.000"17.000"15,3.000-1.000 1,2.000-9.000-16,4.000-9.000 16,0.000-9.000-1,4.000-11.000-15,-1.000-13.000 16,-1.000-13.000 0,-3.000-12.000-16,-2.000-9.000 15,3.000-4.000 1,1.000 5.000-16,2.000 7.000 15,2.000 5.000 1,6.000 5.000-16,8.000 4.000 16,9.000 1.000-16,4.000 2.000 15,6.000 7.000 1,2.000 4.000-16,1.000 5.000 16,-3.000 5.000-1,-5.000 3.000-15,-8.000 7.000 16,-10.000 4.000-1,-14.000 3.000-15,-19.000 1.000 16,-17.000-1.000 0,-19.000-6.000-16,-11.000-11.000 15,3.000-13.000 1,8.000-10.000-16,10.000-8.000 16,16.000-4.000-1,14.000 0.000-15,16.000 3.000 16,11.000 10.000-16,6.000 3.000 15,4.000 0.000 1,6.000 0.000-16,-4.000 3.000 16,-4.000 1.000-1,-9.000 2.000-15,-6.000 5.000 16,-11.000 11.000 0,-14.000 10.000-16,-11.000 8.000 15,-8.000 6.000 1,-4.000-1.000-16,2.000-5.000 15,9.000-5.000 1,7.000-9.000-16,7.000-6.000 16,12.000-13.000-1,0.000 0.000-15,16.000-11.000 16,12.000-6.000-16,3.000-4.000 16,0.000 3.000-1,-8.000 6.000-15,-5.000 3.000 16,-18.000 9.000-1,3.000 13.000-15,-21.000 17.000 16,-13.000 15.000 0,-10.000 7.000-16,0.000-3.000 15,2.000-7.000 1,3.000-14.000-16,15.000-17.000 16,11.000-20.000-1,17.000-20.000-15,13.000-13.000 16,12.000-3.000-1,10.000 6.000-15,8.000 11.000 16,3.000 17.000 0,0.000 19.000-16,-9.000 10.000 15,-8.000 6.000 1,-4.000 3.000-16,-9.000 0.000 16,-8.000-2.000-16,-8.000-7.000 15,-7.000-18.000 1,-3.000 0.000-16,-5.000-35.000 15,2.000-6.000 1</inkml:trace>
  <inkml:trace contextRef="#ctx0" brushRef="#br0">17713.000 16843.000 0,'37.000'-1.000'16,"14.000"-1.000"0,0.000-7.000-16,-3.000-2.000 15,-3.000-2.000 1,-9.000-3.000-16,-8.000 4.000 16,-10.000 0.000-1,-10.000-3.000-15,-9.000-4.000 16,-10.000-5.000-16,1.000 5.000 15</inkml:trace>
  <inkml:trace contextRef="#ctx0" brushRef="#br0">17882.000 16706.000 0,'8.000'55.000'15,"2.000"28.000"1,2.000 8.000-16,-4.000-7.000 15,-4.000-9.000 1,-4.000-15.000-16,-4.000-10.000 16,-2.000-12.000-1,-5.000-10.000-15,-4.000-8.000 16,-6.000-12.000-16,-2.000-10.000 16,2.000-4.000-1,5.000-8.000 1,8.000-7.000-16,14.000-8.000 15,12.000-9.000 1,11.000-13.000-16,8.000-8.000 16,2.000-7.000-16,-4.000-2.000 15,-9.000 14.000 1</inkml:trace>
  <inkml:trace contextRef="#ctx0" brushRef="#br0">17941.000 16442.000 0,'30.000'-11.000'16,"16.000"-4.000"-16,5.000 0.000 15,1.000 7.000 1,-1.000 9.000-16,-7.000 11.000 15,-8.000 12.000 1,-16.000 13.000-16,-11.000 19.000 16,-17.000 23.000-1,-13.000 28.000-15,-19.000 24.000 16,-9.000 19.000 0,-8.000 9.000-16,6.000-15.000 15,9.000-28.000 1,11.000-35.000-16,12.000-35.000 15,12.000-40.000 1,9.000-37.000-16,10.000-33.000 16,3.000 1.000-1</inkml:trace>
  <inkml:trace contextRef="#ctx0" brushRef="#br0">18176.000 16741.000 0,'31.000'4.000'15,"13.000"2.000"-15,-5.000 2.000 16,-5.000 5.000 0,-11.000 5.000-16,-12.000 6.000 15,-12.000 8.000 1,-13.000 9.000-16,-11.000 8.000 15,-8.000 2.000 1,-3.000 2.000-16,-1.000-7.000 16,8.000-12.000-1,9.000-12.000-15,7.000-9.000 16,13.000-13.000 0,2.000-3.000-16,11.000-9.000 15,9.000-8.000 1,-1.000 4.000-16,1.000 3.000 15,-3.000 10.000-15,-7.000 11.000 16,-6.000 13.000 0,-7.000 14.000-16,-8.000 6.000 15,-5.000 1.000 1,2.000-8.000-16,4.000-9.000 16,7.000-10.000-1,7.000-13.000-15,8.000-11.000 16,7.000-7.000-1,3.000-10.000-15,1.000 1.000 16,-4.000 4.000 0,-5.000 8.000-16,-7.000 6.000 15,-9.000 7.000 1,9.000 3.000-16,-2.000 12.000 16,1.000 6.000-16,1.000 2.000 15,3.000 0.000 1,1.000-4.000-16,5.000-3.000 15,1.000-5.000 1,2.000-4.000-16,-2.000-8.000 16,-2.000-8.000-1,-5.000-5.000-15,-3.000-14.000 16,-9.000-14.000-16,-5.000-10.000 16,-6.000-14.000-1,0.000-7.000-15,2.000 12.000 16</inkml:trace>
  <inkml:trace contextRef="#ctx0" brushRef="#br0">18512.000 16706.000 0,'30.000'-4.000'0,"7.000"4.000"16,2.000 6.000-1,-5.000 12.000-15,-4.000 12.000 16,-4.000 15.000-1,-3.000 8.000-15,-2.000 10.000 16,-3.000 1.000 0,1.000-2.000-16,-2.000-7.000 15,-8.000-11.000 1,-7.000-6.000-16,-9.000-12.000 16,-11.000-10.000-1,-9.000-14.000-15,-9.000-15.000 16,-1.000-13.000-1,7.000-7.000-15,11.000 1.000 16,13.000-6.000 0,15.000-4.000-16,19.000 3.000 15,15.000 1.000 1,7.000 11.000-16,5.000 4.000 16,-5.000 11.000-1,-8.000 6.000-15,-10.000 8.000 16,-10.000 3.000-1,-12.000 8.000 1,-16.000-4.000-16,-14.000-4.000 0,0.000-3.000 16</inkml:trace>
  <inkml:trace contextRef="#ctx0" brushRef="#br0">15442.000 17834.000 0,'0.000'38.000'0,"0.000"19.000"15,-1.000 9.000 1,0.000-2.000-16,-2.000-3.000 16,-2.000-5.000-1,-1.000-10.000-15,1.000-10.000 16,1.000-13.000 0,4.000-23.000-1,2.000 0.000-15,6.000-20.000 16,7.000-14.000-16,11.000-9.000 15,4.000 0.000 1,2.000 5.000-16,-1.000 12.000 16,-3.000 7.000-16,-4.000 12.000 15,-5.000 15.000 1,-6.000 14.000-16,-7.000 12.000 16,-5.000 7.000-1,-7.000 4.000-15,-6.000 2.000 16,-2.000-4.000-1,-5.000-8.000-15,-4.000-13.000 16,-2.000-16.000 0,0.000-16.000-16,-1.000-17.000 15,4.000-20.000 1,5.000 4.000 0</inkml:trace>
  <inkml:trace contextRef="#ctx0" brushRef="#br0">15510.000 17867.000 0,'24.000'0.000'15,"16.000"-1.000"-15,7.000 0.000 16,7.000-3.000 0,-1.000-1.000-16,0.000-3.000 15,0.000-3.000 1,-7.000-2.000-16,-8.000 0.000 15,-10.000 0.000 1,-9.000-8.000-16,-10.000-5.000 16,-13.000-3.000-1,-16.000-6.000-15,-10.000-1.000 16,-3.000 1.000-16,1.000 3.000 16,6.000 7.000-1,7.000 15.000-15,9.000 9.000 16,10.000 1.000-1,-5.000 10.000-15,6.000 14.000 16,8.000 18.000 0,11.000 20.000-16,7.000 17.000 15,10.000 17.000 1,5.000 13.000-16,5.000 13.000 16,2.000 0.000-1,-1.000-5.000-15,-3.000-13.000 16,-7.000-20.000-1,-11.000-25.000-15,-9.000-26.000 16,-18.000-33.000 0,2.000-6.000-16,-15.000-32.000 15,-8.000-27.000 1,-4.000-16.000-16,-2.000-6.000 16,4.000 7.000-16,1.000 14.000 15,5.000 15.000 1,5.000 19.000-16,4.000 12.000 15,3.000 12.000 1,-4.000 10.000 0,-7.000 14.000-16,-7.000 21.000 0,-8.000 16.000 15,-1.000 8.000 1,2.000-9.000 0,6.000-15.000-16,6.000-27.000 15,7.000-32.000 1,7.000-6.000-16</inkml:trace>
  <inkml:trace contextRef="#ctx0" brushRef="#br0">16149.000 17458.000 0,'9.000'21.000'0,"0.000"16.000"15,-2.000 5.000 1,-2.000-8.000-16,-1.000-17.000 16,0.000-11.000-1</inkml:trace>
  <inkml:trace contextRef="#ctx0" brushRef="#br0">16485.000 17535.000 0,'12.000'23.000'15,"0.000"18.000"1,-9.000 8.000-16,-12.000-7.000 16,-1.000-13.000-1</inkml:trace>
  <inkml:trace contextRef="#ctx0" brushRef="#br0">16402.000 17910.000 0,'23.000'0.000'0,"16.000"-1.000"15,4.000-4.000 1,-2.000-5.000-16,-2.000 1.000 15,-9.000 5.000 1,-8.000 7.000-16,-9.000 11.000 16,-10.000 16.000-1,-11.000 11.000-15,-10.000 9.000 16,-8.000 5.000 0,0.000-5.000-16,3.000-12.000 15,6.000-19.000-15,7.000-10.000 16</inkml:trace>
  <inkml:trace contextRef="#ctx0" brushRef="#br0">16796.000 17944.000 0,'16.000'23.000'0,"-7.000"15.000"16,-16.000 8.000-1,-19.000 4.000-15,-14.000 0.000 16,-10.000-3.000 0,-5.000-7.000-16,3.000-11.000 15,3.000-8.000 1,8.000-3.000-16,10.000-5.000 16,12.000-5.000-16,8.000-4.000 15,11.000-4.000 1,4.000-1.000-16,15.000-6.000 15,14.000-3.000 1,8.000 1.000-16,10.000-2.000 16,5.000 1.000-1,3.000-1.000-15,1.000 2.000 16,2.000 1.000 0,-2.000 2.000-16,-5.000-7.000 15,-7.000-5.000 1,-12.000 3.000-16</inkml:trace>
  <inkml:trace contextRef="#ctx0" brushRef="#br0">17259.000 18183.000 0,'0.000'0.000'0</inkml:trace>
  <inkml:trace contextRef="#ctx0" brushRef="#br0">19850.000 16322.000 0,'-11.000'21.000'0,"4.000"8.000"16,7.000-5.000 0,12.000-5.000-16,7.000-7.000 15,8.000-9.000 1,9.000-10.000-16,5.000-3.000 16,3.000-6.000-1,4.000-2.000-15,2.000 1.000 16,0.000 4.000-16,-2.000 2.000 15,3.000 7.000 1,1.000 4.000-16,0.000 6.000 16,-2.000 4.000-1,-6.000 4.000-15,1.000 2.000 16,-2.000 0.000 0,0.000-5.000-16,0.000-4.000 15,4.000-6.000 1,6.000-7.000-16,6.000-6.000 15,1.000-1.000 1,0.000 2.000-16,0.000 3.000 16,-4.000 8.000-1,-7.000 9.000-15,-2.000 7.000 16,-6.000 6.000 0,-2.000 0.000-16,2.000-4.000 15,2.000-7.000 1,4.000-11.000-16,4.000-7.000 15,11.000-5.000 1,8.000-9.000-16,2.000 0.000 16,-2.000 7.000-1,-3.000 2.000-15,-3.000 5.000 16,-4.000 5.000-16,-6.000 10.000 16,-5.000 1.000-1,-6.000 5.000-15,2.000-1.000 16,-1.000-1.000-1,3.000-5.000-15,6.000-4.000 16,6.000-3.000 0,3.000-3.000-16,4.000-5.000 15,3.000 1.000 1,0.000 1.000-16,-1.000 3.000 16,-5.000 3.000-1,-1.000 0.000-15,-6.000 1.000 16,-7.000-1.000-1,-2.000 0.000-15,3.000-1.000 16,2.000-5.000 0,1.000-10.000-16,-6.000-8.000 15,-12.000 2.000 1</inkml:trace>
  <inkml:trace contextRef="#ctx0" brushRef="#br0">20968.000 16690.000 0,'22.000'-7.000'0,"1.000"6.000"15,-14.000 10.000 1,-21.000 12.000-16,-14.000 8.000 16,-15.000 5.000-1,-5.000 0.000 1,-2.000-8.000-16,9.000-5.000 16,8.000-10.000-16,8.000-5.000 15,10.000-2.000 1,13.000-4.000-16,0.000 0.000 15,0.000 0.000 1,2.000 0.000-16,7.000 0.000 16,3.000 5.000-16,3.000 5.000 15,-3.000 11.000 1,1.000 16.000-16,-3.000 17.000 16,-3.000 16.000-1,-2.000 12.000-15,-4.000-2.000 16,-1.000-7.000-1,-1.000-16.000 1,-3.000-17.000-16,-4.000-19.000 16,0.000-11.000-16</inkml:trace>
  <inkml:trace contextRef="#ctx0" brushRef="#br0">20833.000 16937.000 0,'26.000'7.000'0,"9.000"0.000"16,-3.000 3.000-1,-6.000-1.000-15,-7.000 2.000 16,-10.000 6.000-16,-7.000 7.000 15,-9.000 3.000 1,-9.000 1.000-16,-9.000 1.000 16,0.000-3.000-1,1.000-7.000-15,8.000-7.000 16,5.000-5.000 0,11.000-7.000-16,0.000 0.000 15,13.000-8.000-15,10.000-11.000 16,11.000-9.000-1,6.000-8.000-15,5.000-6.000 16,0.000-2.000 0,-1.000-4.000-16,-2.000 5.000 15,-2.000 3.000 1,-6.000 5.000-16,-8.000 10.000 16,-10.000 10.000-1,-5.000 7.000-15,-11.000 8.000 16,0.000 0.000-1,-15.000 9.000-15,-9.000 4.000 16,-5.000-1.000 0,-4.000 0.000-16,0.000-4.000 15,4.000-4.000 1,6.000-6.000-16,5.000 0.000 16,8.000 0.000-16,10.000 2.000 15,0.000 0.000 1,0.000 0.000-16,2.000 4.000 15,7.000 11.000-15,5.000 13.000 16,-1.000 12.000 0,-3.000 14.000-16,-5.000 2.000 15,-2.000 4.000 1,-1.000-1.000-16,0.000-8.000 16,0.000-9.000-1,0.000-14.000 1,3.000-17.000-16,-1.000-16.000 15,-5.000-18.000-15,-3.000-17.000 16,0.000 3.000 0</inkml:trace>
  <inkml:trace contextRef="#ctx0" brushRef="#br0">21169.000 17005.000 0,'31.000'0.000'0,"20.000"-1.000"16,2.000-2.000-16,-2.000-3.000 16,-3.000 2.000-1,-8.000-2.000-15,-5.000 0.000 16,-6.000 1.000 0,-6.000 1.000-16,-11.000-3.000 15,-10.000 0.000 1,-9.000-4.000-16,0.000 3.000 15</inkml:trace>
  <inkml:trace contextRef="#ctx0" brushRef="#br0">21438.000 16937.000 0,'0.000'0.000'15,"2.000"26.000"-15,-1.000 24.000 16,-3.000 22.000-1,-1.000 20.000-15,0.000 12.000 16,3.000 3.000 0,5.000-13.000-16,4.000-16.000 15,5.000-23.000 1,-3.000-21.000-16</inkml:trace>
  <inkml:trace contextRef="#ctx0" brushRef="#br0">21674.000 16774.000 0,'32.000'0.000'16,"19.000"-2.000"-16,7.000-2.000 16,2.000-1.000-1,-2.000-3.000-15,-4.000 2.000 16,-8.000 5.000-16,-8.000 0.000 16,-11.000 0.000-1,-9.000 0.000-15,-9.000-6.000 16,-9.000-7.000-1,-9.000-8.000 1,-6.000-5.000-16,-2.000-5.000 16,0.000-1.000-16,6.000 7.000 15,8.000 11.000 1,3.000 15.000-16,0.000 0.000 16,0.000 0.000-16,-4.000 6.000 15,-6.000 17.000-15,-13.000 23.000 16,-12.000 22.000-1,-12.000 14.000 1,-7.000 9.000-16,2.000-1.000 16,-4.000-6.000-1,4.000-15.000-15,12.000-17.000 16,12.000-23.000-16,8.000-21.000 16,11.000-26.000-1,10.000-22.000-15,4.000 1.000 16</inkml:trace>
  <inkml:trace contextRef="#ctx0" brushRef="#br0">21885.000 16988.000 0,'4.000'49.000'0,"-3.000"27.000"16,-3.000 15.000-1,-6.000 0.000-15,-1.000-8.000 16,-1.000-14.000-1,-3.000-21.000-15,3.000-18.000 16</inkml:trace>
  <inkml:trace contextRef="#ctx0" brushRef="#br0">21901.000 17005.000 0,'18.000'0.000'15,"7.000"0.000"1,1.000 0.000-16,-2.000 3.000 16,-1.000 2.000-16,-3.000 1.000 15,-3.000 2.000 1,1.000 0.000-16,-4.000 2.000 15,-1.000 1.000 1,-2.000 3.000-16,0.000 9.000 16,0.000 11.000-1,-5.000 19.000-15,-2.000 22.000 16,-3.000 17.000 0,-2.000 10.000-16,2.000 2.000 15,2.000-13.000 1,0.000-20.000-16,1.000-23.000 15,-1.000-23.000 1,-3.000-25.000-16,-2.000-7.000 16,-4.000-27.000-1,-6.000-23.000-15,0.000 4.000 16</inkml:trace>
  <inkml:trace contextRef="#ctx0" brushRef="#br0">22044.000 17168.000 0,'0.000'0.000'15,"0.000"0.000"-15,0.000 0.000 16,0.000 0.000-16,6.000 12.000 16,-3.000-1.000-1,-1.000-3.000-15</inkml:trace>
  <inkml:trace contextRef="#ctx0" brushRef="#br0">22086.000 17304.000 0,'0.000'18.000'0,"2.000"2.000"15,4.000-10.000 1,0.000-14.000-16,-3.000-15.000 15,-2.000-1.000 1</inkml:trace>
  <inkml:trace contextRef="#ctx0" brushRef="#br0">22406.000 16690.000 0,'0.000'0.000'16,"0.000"0.000"-16,2.000 17.000 15,-3.000 11.000 1,-4.000-1.000-16,-2.000-4.000 15,0.000-10.000 1,1.000-3.000-16</inkml:trace>
  <inkml:trace contextRef="#ctx0" brushRef="#br0">22397.000 16954.000 0,'0.000'23.000'15,"-1.000"15.000"-15,0.000 10.000 16,0.000 3.000 0,0.000 0.000-16,2.000-7.000 15,1.000-5.000 1,1.000-8.000-16,4.000-6.000 16,3.000-9.000-1,2.000-7.000-15,1.000-14.000 16,-2.000-13.000-1,-3.000-15.000-15,-2.000-16.000 16,0.000-13.000 0,-2.000 8.000-16,10.000-23.000 15,5.000-10.000 1,4.000 7.000-16,3.000 14.000 16,0.000 22.000-1,-6.000 15.000-15,-8.000 13.000 16,-2.000 9.000-1,-9.000 10.000-15,-6.000 16.000 16,-2.000 12.000-16,2.000 8.000 16,1.000 5.000-1,2.000-1.000-15,2.000-6.000 16,7.000-10.000 0,2.000-10.000-16,8.000-12.000 15,5.000-13.000 1,3.000-10.000-16,-1.000-6.000 15,-5.000-1.000 1,-6.000 6.000-16,-3.000 7.000 16,-10.000 12.000-16,0.000 0.000 15,-3.000-4.000 1,-5.000 7.000 0,-4.000 4.000-16,0.000 0.000 15,3.000-3.000-15,9.000-4.000 16,3.000-8.000-1,14.000-14.000-15,11.000-12.000 16,6.000-7.000 0,4.000 1.000-16,-5.000 4.000 15,-4.000 8.000 1,-8.000 8.000-16,-9.000 8.000 16,-12.000 12.000-1,8.000 5.000-15,-4.000 22.000 16,-5.000 20.000-1,-2.000 9.000-15,1.000-1.000 16,8.000-5.000 0,10.000-10.000-16,6.000-13.000 15,0.000-13.000-15,2.000-10.000 16,0.000-8.000 0,-1.000-7.000-16,-6.000-6.000 15,-5.000-1.000 1,-10.000 1.000-16,-8.000 4.000 15,-8.000 10.000 1,-7.000 8.000-16,-2.000 5.000 16,0.000-3.000-1,0.000 0.000-15,6.000 1.000 16,4.000 0.000 0,4.000 1.000-16,2.000 9.000 15,0.000 1.000 1,-4.000 1.000-16,-3.000-2.000 15,-9.000 0.000-15,-7.000 1.000 16,-6.000 0.000 0,-4.000 2.000-16,-4.000-2.000 15,4.000 0.000 1,4.000-1.000-16,10.000-3.000 16,16.000-2.000-1,12.000 2.000-15,8.000-2.000 16,2.000 2.000-1,5.000 8.000-15,-2.000 3.000 16,1.000 5.000 0,-6.000 1.000-16,-4.000-1.000 15,-4.000-6.000 1,-2.000-6.000-16,0.000-19.000 16,0.000 0.000-16,7.000-4.000 15,4.000-21.000 1,4.000-11.000-16,3.000-4.000 15,4.000 1.000 1,3.000 4.000-16,0.000 9.000 16,0.000 11.000-1,3.000 11.000-15,1.000 12.000 16,1.000 10.000 0,-6.000 11.000-16,-9.000 6.000 15,-6.000 6.000 1,-7.000 1.000-16,-8.000-2.000 15,-5.000-6.000 1,-2.000-9.000-16,-2.000-9.000 16,-3.000-10.000-1,-1.000-10.000-15,3.000-10.000 16,5.000-8.000 0,10.000-4.000-16,7.000-2.000 15,10.000 7.000-15,8.000 1.000 16,4.000 1.000-1,3.000 2.000-15,4.000-4.000 16,-5.000-4.000 0,-2.000-7.000-16,-8.000-7.000 15,-6.000 7.000 1</inkml:trace>
  <inkml:trace contextRef="#ctx0" brushRef="#br0">23280.000 16920.000 0,'41.000'8.000'0,"16.000"-1.000"16,2.000-6.000 0,-7.000-6.000-16,-6.000-2.000 15,-4.000-4.000 1,-11.000 0.000-16,-6.000-3.000 15,-5.000-4.000-15,-9.000-1.000 16,-10.000-6.000 0,-8.000-3.000-16,-9.000-1.000 15,-8.000 4.000 1,-3.000 10.000-16,3.000 12.000 16,7.000 6.000-1,6.000 1.000-15,5.000 6.000 16,1.000 12.000-1,1.000 19.000-15,1.000 16.000 16,3.000 16.000 0,3.000 8.000-16,2.000 0.000 15,3.000 1.000 1,1.000-10.000-16,-1.000-9.000 16,0.000-13.000-1,-4.000-14.000-15,-4.000-8.000 16,-4.000-10.000-1,-7.000-12.000-15,-8.000-12.000 16,-7.000-11.000 0,-6.000-12.000-16,7.000-9.000 15,8.000-1.000 1,9.000 5.000-16,15.000-4.000 16,12.000-2.000-1,15.000-4.000-15,7.000-2.000 16,7.000-6.000-1,2.000-3.000-15,-6.000-2.000 16,-3.000 0.000 0,-9.000-1.000-16,-9.000 12.000 15</inkml:trace>
  <inkml:trace contextRef="#ctx0" brushRef="#br0">23725.000 16544.000 0,'0.000'0.000'16,"0.000"0.000"-16,0.000 0.000 15,23.000-1.000 1,10.000 0.000 0,1.000 0.000-16,-5.000 3.000 15,-5.000 7.000-15,-6.000 14.000 16,-9.000 18.000-1,-9.000 22.000-15,-14.000 28.000 16,-12.000 27.000 0,-8.000 25.000-16,-2.000 14.000 15,1.000-3.000 1,4.000-17.000-16,11.000-26.000 16,7.000-32.000-1,6.000-29.000-15,0.000-32.000 16,4.000-29.000-16,1.000-9.000 15</inkml:trace>
  <inkml:trace contextRef="#ctx0" brushRef="#br0">23860.000 16835.000 0,'27.000'-5.000'16,"9.000"-2.000"-16,2.000-3.000 15,-7.000 5.000 1,-10.000 10.000-16,-13.000 13.000 16,-14.000 17.000-1,-14.000 18.000 1,-12.000 12.000-16,-6.000 2.000 15,-1.000-5.000-15,6.000-12.000 16,10.000-15.000 0,13.000-16.000-16,14.000-16.000 15,11.000-11.000 1,15.000-12.000-16,8.000-9.000 16,4.000 3.000-1,-9.000 5.000-15,-11.000 7.000 16,-11.000 14.000-1,-15.000 17.000 1,-16.000 16.000-16,-13.000 16.000 16,-5.000 8.000-16,3.000-7.000 15,8.000-9.000 1,14.000-13.000-16,13.000-15.000 16,12.000-13.000-1,10.000-12.000-15,9.000-8.000 16,8.000-1.000-1,2.000 4.000-15,-4.000 10.000 16,-1.000 7.000 0,-6.000 7.000-16,-5.000 9.000 15,-4.000 3.000-15,-6.000 0.000 16,3.000-3.000 0,-5.000-2.000-16,-1.000-5.000 15,-3.000-6.000 1,0.000-6.000-16,-3.000-2.000 15,0.000-5.000 1,-2.000-5.000-16,-1.000-10.000 16,-6.000-6.000-1,0.000-5.000-15,0.000-5.000 16,-3.000-4.000 0,-2.000-1.000-16,-3.000 2.000 15,-3.000 2.000-15,4.000 9.000 16</inkml:trace>
  <inkml:trace contextRef="#ctx0" brushRef="#br0">24306.000 16749.000 0,'0.000'0.000'16,"21.000"-4.000"-1,7.000-3.000-15,4.000 2.000 16,-2.000 5.000-16,-2.000 2.000 16,-8.000 1.000-1,-4.000 9.000 1,-10.000 8.000-16,-10.000 10.000 16,-9.000 10.000-16,-9.000 7.000 15,-6.000 6.000 1,-1.000-3.000-16,3.000-7.000 15,5.000-11.000 1,11.000-10.000-16,10.000-11.000 16,12.000-8.000-1,8.000-11.000-15,8.000-6.000 16,3.000-2.000 0,-4.000 1.000-16,-3.000 5.000 15,-7.000 7.000-15,-5.000 11.000 16,-11.000 18.000-1,-12.000 13.000-15,-10.000 9.000 16,-3.000 0.000 0,1.000-8.000-1,7.000-10.000-15,6.000-9.000 16,12.000-8.000-16,10.000-13.000 16,8.000-8.000-1,5.000-5.000-15,4.000 1.000 16,-3.000 1.000-1,-4.000 7.000-15,-6.000 7.000 16,-3.000 9.000-16,-8.000 10.000 16,-8.000 9.000-1,-6.000 1.000-15,-1.000-4.000 16,-1.000-12.000 0,1.000-17.000-16,3.000-22.000 15,6.000-19.000 1,6.000-13.000-16,3.000-10.000 15,-13.000-2.000 1,20.000 7.000-16,13.000 6.000 16,8.000 15.000-1,-1.000 15.000-15,-3.000 11.000 16,-5.000 4.000 0,0.000 4.000-16,0.000-1.000 15,6.000 1.000 1,4.000 2.000-16,1.000 1.000 15,-1.000 4.000-15,-1.000 6.000 16,-3.000 5.000-16,-6.000 12.000 16,-13.000 14.000-1,-12.000 16.000-15,-16.000 10.000 16,-13.000 1.000 0,-4.000-14.000-1,-2.000-18.000-15,1.000-29.000 16,5.000-30.000-1,10.000-28.000-15,10.000-23.000 16,4.000 9.000-16</inkml:trace>
  <inkml:trace contextRef="#ctx0" brushRef="#br0">24953.000 16647.000 0,'-16.000'75.000'0,"-19.000"34.000"15,-4.000 3.000 1,1.000-15.000 0,6.000-26.000-16,8.000-26.000 15</inkml:trace>
  <inkml:trace contextRef="#ctx0" brushRef="#br0">25382.000 16793.000 0,'12.000'59.000'0,"-4.000"29.000"15,-11.000 5.000-15,-10.000-6.000 16,-6.000-10.000-1,-4.000-12.000-15,4.000-16.000 16,6.000-20.000 0,13.000-29.000-16,-1.000 0.000 15,9.000-22.000 1,14.000-14.000-16,7.000-4.000 16,2.000 3.000-1,3.000 8.000-15,-3.000 14.000 16,-3.000 8.000-1,-2.000 12.000-15,-8.000 13.000 16,-5.000 14.000 0,-7.000 10.000-1,-7.000 3.000-15,-5.000-3.000 16,-4.000-7.000-16,-2.000-13.000 16,-4.000-18.000-1,1.000-26.000-15,4.000-4.000 16</inkml:trace>
  <inkml:trace contextRef="#ctx0" brushRef="#br0">25408.000 16886.000 0,'0.000'0.000'0,"28.000"0.000"16,14.000-3.000-1,10.000-2.000 1,3.000-5.000-16,-2.000 1.000 16,-1.000-2.000-1,-7.000 4.000 1,-8.000 1.000-16,-8.000 3.000 16,-11.000-3.000-16,-9.000-5.000 15,-13.000-7.000-15,-5.000 1.000 16,-18.000-19.000-1,-2.000 0.000 1</inkml:trace>
  <inkml:trace contextRef="#ctx0" brushRef="#br0">25610.000 16502.000 0,'18.000'47.000'16,"10.000"28.000"-16,2.000 17.000 15,3.000 15.000 1,0.000 6.000-16,4.000 2.000 16,-2.000 0.000-1,2.000-6.000-15,-2.000-14.000 16,0.000-18.000 0,-5.000-18.000-16,-7.000-27.000 15,-11.000-26.000 1,-6.000-12.000-16</inkml:trace>
  <inkml:trace contextRef="#ctx0" brushRef="#br0">25895.000 17005.000 0,'-16.000'41.000'15,"-12.000"23.000"1,-6.000 6.000-16,3.000-8.000 16,4.000-16.000-16,7.000-20.000 15,3.000-24.000 1,6.000-24.000-16,4.000-3.000 16</inkml:trace>
  <inkml:trace contextRef="#ctx0" brushRef="#br0">25912.000 16494.000 0,'10.000'18.000'15,"-2.000"14.000"1,-5.000 2.000-16,-1.000-13.000 15,0.000-10.000 1,-2.000-4.000-16</inkml:trace>
  <inkml:trace contextRef="#ctx0" brushRef="#br0">26198.000 16425.000 0,'6.000'36.000'0,"-6.000"15.000"0,-10.000-1.000 15,-3.000-14.000 1,4.000-12.000-16</inkml:trace>
  <inkml:trace contextRef="#ctx0" brushRef="#br0">26004.000 16818.000 0,'18.000'17.000'0,"11.000"0.000"15,7.000-3.000-15,5.000-11.000 16,3.000-2.000 0,-3.000-1.000-16,-4.000 4.000 15,-7.000 6.000 1,-9.000 8.000-16,-13.000 17.000 15,-11.000 14.000 1,-13.000 14.000-16,-13.000 7.000 16,-5.000-4.000-1,1.000-16.000-15,7.000-23.000 16,6.000-15.000 0</inkml:trace>
  <inkml:trace contextRef="#ctx0" brushRef="#br0">26492.000 16980.000 0,'6.000'25.000'0,"-10.000"15.000"16,-15.000 6.000-16,-19.000 0.000 15,-12.000-3.000 1,-8.000-5.000-16,-2.000-8.000 15,5.000-6.000 1,4.000-9.000-16,8.000-6.000 16,14.000-4.000-1,13.000 0.000-15,17.000 0.000 16,13.000 0.000 0,11.000-6.000-16,13.000-1.000 15,9.000-2.000 1,9.000-1.000-16,0.000 2.000 15,0.000 3.000 1,-2.000 3.000-16,-4.000 1.000 16,-5.000-3.000-1,-5.000-8.000-15,-11.000 0.000 16,-7.000-8.000-16</inkml:trace>
  <inkml:trace contextRef="#ctx0" brushRef="#br0">26938.000 17252.000 0,'11.000'20.000'0,"4.000"3.000"16</inkml:trace>
  <inkml:trace contextRef="#ctx0" brushRef="#br0">4292.000 17141.000 0,'0.000'0.000'15,"0.000"0.000"-15,0.000 0.000 16,24.000-6.000-1,13.000-2.000-15,5.000 0.000 16,-3.000-1.000 0,1.000-2.000-16,2.000-1.000 15,-4.000-1.000 1,-3.000 4.000-16,-10.000 2.000 16,-8.000 3.000-16,-17.000 4.000 15,-5.000 5.000 1,-19.000 9.000-16,-14.000 8.000 15,-5.000 8.000 1,4.000 7.000 0,6.000 0.000-16,1.000-6.000 15,9.000-10.000-15,5.000-8.000 16,8.000-5.000 0,10.000-8.000-16,0.000 0.000 15,1.000 0.000-15,10.000-5.000 16,12.000-8.000-1,8.000-1.000-15,2.000 0.000 16,-2.000 5.000 0,-6.000 5.000-16,-13.000 9.000 15,-10.000 19.000 1,-19.000 20.000-16,-19.000 18.000 16,-12.000 7.000-1,0.000-1.000-15,4.000-15.000 16,12.000-17.000-1,14.000-14.000-15,18.000-22.000 16,0.000 5.000 0,16.000-16.000-16,18.000-13.000 15,10.000-8.000-15,5.000-2.000 16,1.000 2.000 0,-5.000 8.000-16,-6.000 9.000 15,-8.000 9.000 1,-8.000 12.000-16,-6.000 5.000 15,-5.000 4.000 1,-6.000 3.000-16,-3.000 2.000 16,-3.000 4.000-1,-3.000 4.000-15,-2.000 2.000 16,0.000 1.000 0,-5.000-2.000-16,-4.000-5.000 15,-3.000-17.000 1,-1.000-22.000-16,1.000-6.000 15</inkml:trace>
  <inkml:trace contextRef="#ctx0" brushRef="#br0">4790.000 17159.000 0,'0.000'0.000'16,"0.000"0.000"-1,26.000 3.000-15,22.000 0.000 16,4.000 1.000 0,1.000 3.000-16,-3.000 2.000 15,-5.000 3.000-15,-7.000 8.000 16,-13.000 10.000 0,-13.000 13.000-16,-15.000 5.000 15,-15.000 5.000 1,-7.000-1.000-16,-8.000-12.000 15,-6.000-22.000 1,-3.000-26.000-16,8.000-8.000 16,10.000 2.000-1</inkml:trace>
  <inkml:trace contextRef="#ctx0" brushRef="#br0">4998.000 16886.000 0,'-1.000'39.000'0,"-7.000"30.000"16,-13.000 15.000-1,-8.000 7.000-15,-5.000-9.000 16,3.000-21.000 0</inkml:trace>
  <inkml:trace contextRef="#ctx0" brushRef="#br0">5352.000 16647.000 0,'0.000'0.000'0,"0.000"0.000"15,-16.000 32.000 1,-13.000 18.000-16,0.000 4.000 15,8.000-8.000 1,10.000-14.000-16,21.000-14.000 16,10.000-13.000-1,14.000-8.000-15,11.000-8.000 16,0.000 1.000 0,-3.000-1.000-16,-10.000 5.000 15,-5.000 6.000 1,-10.000 13.000-16,-8.000 17.000 15,-13.000 25.000 1,-15.000 23.000-16,-17.000 20.000 16,-12.000 18.000-1,-2.000 9.000-15,6.000-3.000 16,7.000-19.000 0,14.000-27.000-16,11.000-27.000 15,12.000-27.000 1,9.000-26.000-16,2.000-28.000 15,5.000-24.000-15,1.000-22.000 16,1.000-14.000 0,-2.000-1.000-16,1.000 5.000 15,8.000 13.000 1,2.000 22.000 0,-4.000 21.000-16,1.000 10.000 15,-2.000 9.000-15,3.000 7.000 16,-2.000 8.000-1,2.000 7.000-15,0.000 14.000 16,-3.000 18.000 0,-8.000 20.000-1,-3.000 21.000-15,-8.000 23.000 16,-5.000 17.000 0,-2.000-2.000-16,-4.000-17.000 15,2.000-21.000 1,2.000-26.000-16,0.000-25.000 15,-3.000-28.000-15,-6.000-30.000 16,-3.000-30.000 0,-5.000-22.000-16,-1.000-25.000 15,3.000 17.000 1</inkml:trace>
  <inkml:trace contextRef="#ctx0" brushRef="#br0">5445.000 17201.000 0,'2.000'32.000'16,"1.000"10.000"-16,1.000-5.000 15,1.000-16.000-15,0.000-29.000 16,-1.000-7.000 0</inkml:trace>
  <inkml:trace contextRef="#ctx0" brushRef="#br0">5797.000 16706.000 0,'-4.000'40.000'0,"-9.000"22.000"16,-3.000 4.000-16,3.000-3.000 15,4.000-10.000 1,8.000-11.000-16,10.000-8.000 16,3.000-10.000-16,6.000-5.000 15,3.000-4.000 1,4.000 2.000-16,-6.000 0.000 16,-10.000 13.000-1,-15.000 14.000-15,-13.000 14.000 16,-10.000 3.000-1,-3.000 1.000-15,3.000-5.000 16,10.000-7.000 0,9.000-8.000-16,14.000-12.000 15,14.000-11.000 1,17.000-17.000-16,13.000-12.000 16,9.000-13.000-1,0.000-9.000-15,-7.000 0.000 16,-11.000 2.000-1,-14.000 8.000-15,-11.000 6.000 16,-21.000 3.000 0,-13.000 2.000-16,-14.000 11.000 15,-8.000 16.000-15,0.000 2.000 16,5.000-7.000 0,11.000-14.000-16,10.000-4.000 15</inkml:trace>
  <inkml:trace contextRef="#ctx0" brushRef="#br0">6344.000 17338.000 0,'0.000'0.000'0,"0.000"0.000"16,0.000 0.000-1,-3.000-10.000 1</inkml:trace>
  <inkml:trace contextRef="#ctx0" brushRef="#br0">6470.000 17031.000 0,'-4.000'-23.000'0,"-5.000"-9.000"16,-3.000 0.000 0,2.000 4.000-16,2.000 6.000 15,1.000 8.000 1,2.000 4.000-16,-1.000 3.000 15,2.000 3.000-15,4.000 4.000 16,0.000 0.000 0,5.000-7.000-16,14.000-2.000 15,11.000-3.000 1,12.000 0.000-16,9.000 0.000 16,2.000 6.000-1,-2.000 2.000-15,-7.000 7.000 16,-10.000 5.000-1,-12.000 9.000-15,-12.000 10.000 16,-14.000 13.000 0,-19.000 17.000-16,-17.000 16.000 15,-11.000 7.000-15,-4.000 5.000 16,5.000-8.000 0,13.000-13.000-1,15.000-15.000-15,14.000-13.000 16,14.000-9.000-16,14.000-11.000 15,10.000-8.000 1,10.000-9.000-16,7.000-6.000 16,-4.000-6.000-1,0.000-7.000-15,-9.000-5.000 16,-12.000-4.000 0,-14.000-3.000-16,-6.000 7.000 15</inkml:trace>
  <inkml:trace contextRef="#ctx0" brushRef="#br0">6546.000 17209.000 0,'25.000'0.000'0,"12.000"-5.000"15,8.000-7.000 1,5.000-3.000-16,-2.000 3.000 15,-6.000 1.000-15,-8.000 5.000 16,-8.000 5.000 0,-7.000 6.000-16,-4.000 8.000 15,-9.000 13.000 1,-13.000 18.000-16,-13.000 14.000 16,-8.000 15.000-1,-4.000 8.000-15,0.000 7.000 16,6.000-3.000-1,5.000-10.000 1,11.000-16.000-16,7.000-25.000 16,3.000-14.000-16</inkml:trace>
  <inkml:trace contextRef="#ctx0" brushRef="#br0">7067.000 17270.000 0,'0.000'0.000'16,"0.000"0.000"-16,-26.000 25.000 15,-19.000 15.000 1,-9.000 6.000-1,3.000-2.000-15,10.000-6.000 16,16.000-3.000-16,15.000-5.000 16,13.000 1.000-1,15.000-2.000-15,13.000-8.000 16,9.000-10.000-16,9.000-5.000 16,-2.000-12.000-1,-2.000-10.000-15,-6.000-6.000 16,-8.000 2.000-1</inkml:trace>
  <inkml:trace contextRef="#ctx0" brushRef="#br0">7126.000 17133.000 0,'26.000'0.000'15,"12.000"-1.000"-15,6.000 0.000 16,-4.000 0.000 0,2.000 0.000-16,-4.000-3.000 15,-4.000 2.000-15,-3.000 1.000 31,-10.000-1.000-31,-21.000 2.000 0,0.000 0.000 16,-4.000 2.000 0,-15.000 3.000-16,-3.000 1.000 15</inkml:trace>
  <inkml:trace contextRef="#ctx0" brushRef="#br0">7177.000 17304.000 0,'0.000'0.000'0,"0.000"0.000"16,31.000 4.000-16,22.000-6.000 16,7.000 2.000-1,2.000-4.000 1,-4.000 1.000-16,-6.000-2.000 16,-5.000 1.000-1,-10.000-3.000-15,-10.000 1.000 16,-11.000 2.000-16</inkml:trace>
  <inkml:trace contextRef="#ctx0" brushRef="#br0">7799.000 17398.000 0,'28.000'5.000'0,"9.000"-3.000"15,1.000 2.000 1,-2.000 2.000-16,-6.000 2.000 15,-7.000 2.000 1,-5.000 1.000-16,-7.000 3.000 16,-5.000 1.000-1,-10.000 2.000-15,-9.000 6.000 16,-12.000 6.000 0,-13.000 9.000-16,-14.000 5.000 15,-9.000 0.000 1,-1.000-1.000-16,9.000-5.000 15,14.000-12.000 1,16.000-7.000-16,18.000-6.000 16,23.000-6.000-16,16.000-6.000 15,19.000-5.000 1,11.000-8.000-16,4.000 1.000 16,1.000-4.000-1,-2.000 3.000-15,-6.000 2.000 16,-9.000 2.000-1,-10.000-2.000-15,-15.000-2.000 16,-13.000-5.000 0,-18.000-8.000-16,-13.000-3.000 15,-1.000 3.000 1</inkml:trace>
  <inkml:trace contextRef="#ctx0" brushRef="#br0">7723.000 17201.000 0,'0.000'0.000'16,"0.000"0.000"-16,32.000 0.000 15,22.000 0.000 1,11.000 0.000-16,2.000 3.000 15,1.000-1.000 1,-3.000 1.000 0,-7.000-3.000-16,-7.000-4.000 15,-9.000 0.000-15,-11.000-7.000 16,-16.000-5.000-16,-16.000-7.000 16,-15.000-8.000-1,-1.000 5.000-15</inkml:trace>
  <inkml:trace contextRef="#ctx0" brushRef="#br0">7984.000 16681.000 0,'10.000'27.000'0,"-2.000"19.000"16,-7.000 15.000-16,-10.000 12.000 15,-6.000 0.000 1,-2.000-12.000-16,3.000-17.000 16</inkml:trace>
  <inkml:trace contextRef="#ctx0" brushRef="#br0">8363.000 16988.000 0,'6.000'57.000'0,"-8.000"25.000"16,-11.000 2.000-1,-11.000-8.000 1,0.000-14.000-16,4.000-19.000 15,6.000-16.000-15,7.000-15.000 16,9.000-13.000 0,10.000-17.000-16,10.000-19.000 15,5.000-14.000 1,9.000-6.000-16,1.000-1.000 16,0.000 8.000-1,-3.000 10.000-15,-6.000 11.000 16,-6.000 9.000-1,-5.000 14.000-15,-3.000 11.000 16,-9.000 13.000 0,-7.000 12.000-16,-7.000 11.000 15,-7.000 6.000 1,-4.000 0.000-16,2.000-7.000 16,4.000-12.000-1,5.000-8.000-15,2.000-8.000 16,7.000-13.000-1,6.000-12.000-15,4.000-8.000 16,6.000-10.000-16,1.000-4.000 16,3.000 1.000-1,2.000 3.000-15,-2.000 3.000 16,3.000 5.000 0,0.000 4.000-16,-1.000 5.000 15,-2.000 8.000 1,-2.000 8.000-16,-3.000 11.000 15,-3.000 13.000 1,-5.000 12.000-16,-11.000 12.000 16,-5.000 6.000-1,-4.000 1.000-15,1.000-3.000 16,2.000-10.000-16,4.000-14.000 31,6.000-30.000-31,-3.000 3.000 0,5.000-25.000 16,0.000-6.000-1</inkml:trace>
  <inkml:trace contextRef="#ctx0" brushRef="#br0">8883.000 16912.000 0,'19.000'40.000'0,"-1.000"26.000"16,-7.000 10.000-16,-8.000 6.000 16,-4.000 2.000-1,0.000-4.000 1,3.000-9.000-16,3.000-13.000 16,6.000-14.000-1,3.000-16.000-15,5.000-14.000 16,4.000-16.000-16,8.000-20.000 15,1.000-23.000 1,3.000-12.000-16,-4.000-12.000 16,0.000-10.000-1,-6.000-3.000 1,-3.000 8.000-16,-7.000 14.000 16,-7.000 14.000-16,-1.000 17.000 15,-4.000 9.000 1,-2.000 9.000-16,-1.000 11.000 15,-5.000-1.000 1,-3.000 1.000-16,1.000 0.000 16,1.000 0.000-16</inkml:trace>
  <inkml:trace contextRef="#ctx0" brushRef="#br0">9346.000 16622.000 0,'34.000'-4.000'0,"13.000"3.000"15,1.000 3.000 1,-8.000 6.000-16,-9.000 5.000 15,-11.000 4.000 1,-14.000 8.000-16,-10.000 4.000 16,-10.000 1.000-1,-7.000-1.000-15,-3.000-2.000 16,5.000-4.000 0,6.000-5.000-16,4.000-6.000 15,8.000 0.000 1,7.000-5.000-16,10.000-2.000 15,9.000-2.000 1,9.000-3.000-16,4.000-4.000 16,1.000 1.000-1,-3.000 5.000-15,-8.000 3.000 16,-7.000 1.000-16,-12.000 2.000 16,-7.000 0.000-1</inkml:trace>
  <inkml:trace contextRef="#ctx0" brushRef="#br0">9623.000 17535.000 0,'0.000'0.000'0,"0.000"0.000"15</inkml:trace>
  <inkml:trace contextRef="#ctx0" brushRef="#br0">10044.000 16920.000 0,'19.000'8.000'0,"13.000"0.000"15,11.000-6.000 1,9.000 1.000-16,2.000-6.000 16,-1.000 0.000-1,0.000-2.000-15,-5.000 2.000 16,-9.000 0.000-16,-6.000 1.000 15,-7.000-7.000 1,-8.000-9.000-16,-9.000-7.000 16,-10.000-5.000-1,-2.000 2.000-15</inkml:trace>
  <inkml:trace contextRef="#ctx0" brushRef="#br0">10364.000 16604.000 0,'4.000'48.000'15,"2.000"27.000"1,3.000 13.000-16,-4.000 7.000 16,-6.000-6.000-1,-7.000-12.000-15,1.000-12.000 16,0.000-12.000-1,-7.000-12.000-15,-4.000-14.000 16,-6.000-10.000 0,-4.000-11.000-16,-5.000-10.000 15,0.000-8.000 1,4.000-12.000-16,6.000-4.000 16,7.000-1.000-1,12.000 4.000-15,10.000 3.000 16,8.000 3.000-1,10.000-1.000-15,10.000 0.000 16,9.000-4.000 0,6.000 1.000-16,6.000-2.000 15,0.000-1.000 1,3.000 0.000-16,3.000 1.000 16,-3.000 8.000-1,-4.000 5.000-15,-9.000 9.000 16,-10.000 10.000-16,-11.000 12.000 15,-9.000 12.000 1,-12.000 12.000-16,-6.000 8.000 16,-4.000 3.000-1,-7.000 1.000-15,-1.000-7.000 16,-1.000-6.000 0,0.000-12.000-16,-1.000-18.000 15,2.000-23.000 1,-1.000-23.000-16,5.000-20.000 15,2.000-13.000 1,9.000-12.000-16,9.000-2.000 16,4.000 4.000-1,7.000 13.000 1,-1.000 19.000-16,-4.000 16.000 16,-6.000 13.000-16,-1.000 9.000 15,-6.000 15.000 1,-9.000 19.000-16,-9.000 23.000 15,-11.000 19.000 1,-7.000 10.000-16,-2.000 4.000 16,4.000-4.000-1,-2.000-18.000-15,3.000-24.000 16,3.000-24.000 0,6.000-30.000-16,8.000-4.000 15</inkml:trace>
  <inkml:trace contextRef="#ctx0" brushRef="#br0">10540.000 16895.000 0,'14.000'21.000'16,"4.000"11.000"-16,-3.000 8.000 16,-9.000 2.000-1,-10.000-2.000-15,-10.000-2.000 16,-6.000-9.000-1,-3.000-5.000 1,-6.000-5.000-16,-5.000-1.000 16,-11.000 3.000-16,-1.000 3.000 15,-2.000 8.000 1,4.000 5.000-16,14.000 3.000 16,12.000-6.000-1,8.000-11.000-15,9.000-8.000 16,11.000-6.000-16,16.000-8.000 15,11.000-5.000 1,12.000-3.000-16,5.000-3.000 16,3.000 5.000-1,-1.000 5.000-15,-3.000 7.000 16,-4.000 13.000 0,-9.000 13.000-16,-15.000 12.000 15,-16.000 5.000 1,-17.000 7.000-16,-12.000-4.000 15,-12.000-8.000 1,-12.000-18.000-16,-4.000-21.000 16,3.000-26.000-16,11.000-5.000 15</inkml:trace>
  <inkml:trace contextRef="#ctx0" brushRef="#br0">10557.000 17193.000 0,'-4.000'43.000'16,"-17.000"36.000"-16,-14.000 19.000 15,-10.000-3.000 1,6.000-25.000-16</inkml:trace>
  <inkml:trace contextRef="#ctx0" brushRef="#br0">11087.000 16544.000 0,'0.000'0.000'15,"-17.000"31.000"-15,-11.000 14.000 16,-1.000 2.000 0,3.000-2.000-16,10.000-11.000 15,8.000-10.000 1,9.000-11.000-16,12.000-10.000 16,12.000-8.000-1,10.000-6.000-15,7.000-1.000 16,-3.000 3.000-16,-4.000 5.000 15,-8.000 9.000 1,-9.000 17.000-16,-18.000 20.000 16,-22.000 24.000-1,-18.000 19.000-15,-17.000 18.000 16,-9.000 12.000 0,-2.000-2.000-16,7.000-5.000 15,10.000-21.000 1,14.000-23.000-16,16.000-29.000 15,17.000-29.000 1,14.000-27.000-16,14.000-25.000 16,12.000-22.000-1,7.000-8.000-15,3.000-3.000 16,-2.000 9.000 0,-4.000 17.000-16,-11.000 18.000 15,-6.000 17.000 1,-3.000 20.000-16,1.000 22.000 15,-3.000 21.000 1,-7.000 19.000-16,-7.000 25.000 16,-7.000 18.000-1,-5.000 15.000-15,-4.000 15.000 16,0.000 4.000 0,2.000-14.000-16,1.000-27.000 15,-1.000-35.000 1,-5.000-38.000-16,4.000-19.000 15</inkml:trace>
  <inkml:trace contextRef="#ctx0" brushRef="#br0">11061.000 17320.000 0,'-4.000'29.000'16,"-2.000"9.000"-16,1.000-5.000 16,-1.000-11.000-16,-1.000-21.000 15,0.000-7.000 1</inkml:trace>
  <inkml:trace contextRef="#ctx0" brushRef="#br0">11272.000 16767.000 0,'11.000'8.000'0,"1.000"15.000"16,-9.000 14.000-16,-11.000 14.000 16,-9.000 7.000-1,-2.000 2.000-15,2.000-6.000 16,7.000-11.000-1,10.000-10.000-15,8.000-9.000 16,11.000-8.000 0,9.000-4.000-16,4.000-3.000 15,1.000 0.000 1,-4.000 4.000-16,-7.000 5.000 16,-11.000 15.000-1,-11.000 17.000-15,-12.000 12.000 16,-7.000 6.000-1,-1.000-4.000-15,0.000-10.000 16,7.000-9.000 0,7.000-15.000-16,11.000-13.000 15,11.000-16.000 1,11.000-16.000-16,7.000-14.000 16,2.000-11.000-1,-6.000 3.000-15,-9.000 8.000 16,-11.000 10.000-16,-15.000 6.000 15,-11.000 11.000 1,-14.000 13.000-16,-6.000 8.000 16,2.000 0.000-1,5.000-10.000-15,10.000-8.000 16</inkml:trace>
  <inkml:trace contextRef="#ctx0" brushRef="#br0">11659.000 17491.000 0,'0.000'0.000'16,"0.000"0.000"-16</inkml:trace>
  <inkml:trace contextRef="#ctx0" brushRef="#br0">11331.000 17851.000 0,'-8.000'-11.000'16,"-3.000"0.000"-1,0.000 2.000-15,5.000 5.000 16,6.000 4.000-16,0.000 0.000 15,0.000 0.000 1,0.000 0.000-16,0.000 0.000 16,6.000-3.000-1,13.000 1.000-15,4.000-1.000 16,5.000-1.000 0,2.000 0.000-16,-4.000 3.000 15,-4.000 1.000-15,-6.000 2.000 16,-4.000 5.000-1,-5.000 2.000-15,-7.000 11.000 16,-7.000 8.000 0,-7.000 12.000-16,-9.000 6.000 15,-5.000 3.000 1,-2.000 2.000-16,-6.000 4.000 16,-1.000 0.000-1,-1.000-2.000-15,1.000-6.000 16,4.000-6.000-1,4.000-10.000-15,9.000-8.000 16,8.000-3.000 0,8.000-5.000-16,7.000 0.000 15,9.000 5.000 1,9.000 0.000-16,8.000-1.000 16,4.000-4.000-16,2.000-3.000 15,2.000-3.000 1,0.000-2.000-16,1.000-2.000 15,-7.000-3.000 1,-5.000-2.000-16,-5.000-4.000 16,-7.000 1.000-1,-8.000-6.000-15,-12.000-2.000 16,-11.000-4.000 0,-8.000-10.000-16,5.000 3.000 15</inkml:trace>
  <inkml:trace contextRef="#ctx0" brushRef="#br0">11347.000 18277.000 0,'0.000'0.000'0,"0.000"0.000"16,22.000-12.000-1,12.000-7.000-15,5.000 0.000 16,-5.000 3.000-1,-1.000 3.000-15,-6.000 3.000 16,-2.000 1.000-16,-3.000 2.000 16,-5.000 0.000-1,-4.000 3.000-15,-3.000 3.000 16,-10.000 1.000 0,0.000 0.000-16,0.000 0.000 15,2.000 11.000 1,-5.000 11.000-16,-5.000 11.000 15,-1.000 7.000 1,-5.000 11.000-16,1.000 9.000 16,1.000 9.000-16,0.000 4.000 15,4.000-1.000 1,1.000-5.000-16,4.000-8.000 16,2.000-12.000-1,-1.000-10.000-15,1.000-15.000 16,-5.000-15.000-1,-1.000-13.000-15,0.000-5.000 16</inkml:trace>
  <inkml:trace contextRef="#ctx0" brushRef="#br0">11541.000 18259.000 0,'22.000'-16.000'15,"11.000"-1.000"-15,1.000 0.000 16,-3.000 6.000-16,-2.000 8.000 16,-3.000 4.000-1,-1.000 4.000-15,-5.000 5.000 16,-7.000 5.000-1,-5.000 4.000-15,-7.000 5.000 16,-9.000 5.000 0,-10.000 7.000-16,-11.000 3.000 15,-5.000 2.000 1,-5.000-7.000-16,0.000-10.000 16,1.000-18.000-1,5.000-19.000-15,11.000-4.000 16</inkml:trace>
  <inkml:trace contextRef="#ctx0" brushRef="#br0">11860.000 17987.000 0,'0.000'0.000'16,"0.000"0.000"-1,0.000 0.000-15,0.000 0.000 16,27.000 0.000-1,10.000-3.000-15,7.000 0.000 16,-1.000-2.000 0,-3.000-2.000-16,0.000 2.000 15,-6.000 0.000-15,-9.000 4.000 16,-10.000 1.000 0,-14.000 2.000-16,-5.000 3.000 15</inkml:trace>
  <inkml:trace contextRef="#ctx0" brushRef="#br0">11894.000 18140.000 0,'0.000'0.000'0,"18.000"10.000"16,10.000-1.000-1,5.000 1.000-15,3.000-3.000 16,1.000 0.000 0,0.000 0.000-16,1.000-1.000 15,-5.000-4.000 1,-4.000-5.000-16,-9.000 0.000 16</inkml:trace>
  <inkml:trace contextRef="#ctx0" brushRef="#br0">12500.000 18183.000 0,'0.000'0.000'0,"0.000"0.000"15,0.000 0.000 1,22.000 5.000-16,12.000 0.000 16,1.000 2.000-16,-3.000 4.000 15,-4.000 0.000 1,-5.000 2.000-16,-6.000 0.000 15,-5.000-2.000 1,-5.000 1.000-16,-8.000 5.000 16,-12.000 8.000-1,-11.000 6.000-15,-15.000 4.000 16,-9.000 0.000-16,-6.000-1.000 16,-3.000-1.000-1,9.000-6.000 1,11.000-9.000-16,14.000-7.000 15,9.000-6.000-15,14.000-5.000 16,5.000 3.000 0,14.000-3.000-16,11.000-1.000 15,10.000-5.000 1,4.000 1.000-16,0.000-2.000 16,4.000-1.000-1,-2.000 1.000-15,0.000 4.000 16,-4.000-1.000-16,-6.000 3.000 15,-9.000 0.000 1,-8.000-5.000-16,-12.000-8.000 16,-10.000-8.000-1,-5.000 2.000-15</inkml:trace>
  <inkml:trace contextRef="#ctx0" brushRef="#br0">12415.000 17987.000 0,'0.000'0.000'0,"27.000"4.000"16,12.000 1.000-16,6.000-1.000 15,1.000-1.000 1,-2.000-2.000-16,-4.000-1.000 16,-1.000 0.000-1,-4.000-1.000-15,-4.000 0.000 16,-12.000-9.000 0,-11.000-6.000-16,-6.000 3.000 15</inkml:trace>
  <inkml:trace contextRef="#ctx0" brushRef="#br0">12651.000 17508.000 0,'0.000'0.000'16,"0.000"0.000"-16,-4.000 38.000 15,-8.000 25.000 1,-3.000 5.000 0,-6.000-2.000-16,5.000-19.000 15</inkml:trace>
  <inkml:trace contextRef="#ctx0" brushRef="#br0">12911.000 17808.000 0,'11.000'28.000'16,"0.000"17.000"-16,-7.000 9.000 15,-8.000-1.000 1,-5.000 1.000-16,-6.000-2.000 16,5.000-5.000-1,1.000-9.000 1,1.000-9.000-16,4.000-14.000 16,4.000-15.000-16,1.000 3.000 15,7.000-19.000 1,7.000-15.000-16,3.000-8.000 15,0.000-4.000 1,4.000 1.000-16,2.000 7.000 16,-4.000 5.000-1,-2.000 7.000-15,-3.000 7.000 16,-2.000 5.000 0,-3.000 7.000-16,-4.000 9.000 15,-2.000 13.000-15,-6.000 13.000 16,-5.000 11.000-1,-3.000 9.000-15,-4.000 0.000 16,4.000-6.000 0,0.000-3.000-16,2.000-12.000 15,3.000-10.000 1,4.000-8.000-16,3.000-14.000 16,3.000-12.000-16,2.000-15.000 15,4.000-10.000 1,3.000-6.000-1,0.000 1.000-15,1.000-1.000 16,3.000 0.000-16,1.000 6.000 16,-1.000 3.000-1,-1.000 3.000-15,-3.000 4.000 16,2.000 5.000 0,-2.000 7.000-16,-1.000 8.000 15,-1.000 9.000 1,-2.000 9.000-16,-1.000 10.000 15,-3.000 6.000 1,-1.000 5.000-16,-2.000 7.000 16,-2.000 6.000-1,-4.000 4.000 1,-3.000 4.000-16,-3.000 2.000 16,-3.000-3.000-16,2.000-6.000 15,-3.000-11.000-15,0.000-17.000 16,2.000-19.000-1,1.000-7.000-15</inkml:trace>
  <inkml:trace contextRef="#ctx0" brushRef="#br0">13348.000 17867.000 0,'11.000'23.000'0,"-5.000"17.000"16,-9.000 7.000-1,-4.000 7.000-15,-4.000-4.000 16,4.000-2.000 0,3.000-8.000-16,3.000-12.000 15,3.000-10.000-15,6.000-10.000 16,7.000-12.000-1,5.000-15.000-15,5.000-13.000 16,3.000-13.000 0,-1.000-1.000-16,-1.000 0.000 15,-7.000 7.000 1,-7.000 7.000-16,-6.000 12.000 16,-1.000 8.000-16,-5.000 12.000 15,4.000 2.000 1,-3.000 16.000-16,-3.000 13.000 15,1.000 9.000-15,0.000 2.000 16,4.000 3.000 0,9.000-4.000-16,1.000-5.000 15,5.000-7.000 1,1.000-5.000-16,4.000-8.000 16,1.000-9.000-1,0.000-8.000-15,-4.000-8.000 16,-2.000-11.000-16,-3.000-5.000 15,0.000-6.000 1,-3.000-4.000-16,-1.000-5.000 16,-2.000-5.000-1,-3.000 1.000-15,-1.000 2.000 16,-6.000 4.000-16,-6.000 6.000 16,-8.000 1.000-1,2.000 8.000-15</inkml:trace>
  <inkml:trace contextRef="#ctx0" brushRef="#br0">13803.000 17552.000 0,'31.000'8.000'15,"10.000"-1.000"1,-5.000 0.000-16,-9.000 2.000 16,-9.000 3.000-1,-6.000 1.000-15,-7.000-1.000 16,-10.000 4.000 0,-5.000-1.000-16,-5.000 1.000 15,-2.000 0.000-15,0.000-1.000 16,-1.000-2.000-1,3.000-4.000-15,1.000 1.000 16,5.000-2.000 0,5.000 1.000-16,7.000-2.000 15,11.000-1.000 1,11.000-3.000-16,6.000-4.000 16,5.000-2.000-1,1.000 0.000-15,0.000 0.000 16,-7.000 3.000-16,-7.000 5.000 15,-3.000-1.000 1,-8.000 1.000-16,-12.000-5.000 16,0.000 0.000-1,-5.000-1.000-15,-6.000-3.000 16</inkml:trace>
  <inkml:trace contextRef="#ctx0" brushRef="#br0">13972.000 18081.000 0,'13.000'-23.000'0,"5.000"-9.000"16,-4.000 2.000-16,-5.000 10.000 16,-1.000 7.000-1,1.000 5.000-15,1.000 6.000 16,4.000 7.000-1,3.000 7.000-15,4.000 4.000 16,3.000 6.000 0,3.000 1.000-16,1.000 6.000 15,-1.000 3.000 1,-1.000-1.000-16,-1.000-1.000 16,-2.000-2.000-16,-2.000 2.000 15,-5.000-5.000 1,-4.000-6.000-16,-1.000-5.000 15,-5.000-6.000 1,0.000-6.000-16,2.000-12.000 16,3.000-16.000-1,1.000-8.000-15,4.000-12.000 16,-4.000-8.000 0,-4.000-6.000-1,-5.000-1.000-15,-1.000 13.000 16</inkml:trace>
  <inkml:trace contextRef="#ctx0" brushRef="#br0">14450.000 17773.000 0,'0.000'0.000'0,"-18.000"24.000"16,-19.000 16.000-1,-7.000 9.000-15,-8.000 10.000 16,-5.000 5.000-1,1.000 4.000 1,-1.000 0.000-16,3.000 0.000 16,11.000-8.000-16,10.000-14.000 15,11.000-22.000 1,15.000-26.000-16,5.000-8.000 16</inkml:trace>
  <inkml:trace contextRef="#ctx0" brushRef="#br0">14409.000 17629.000 0,'28.000'-20.000'16,"9.000"-2.000"-16,-1.000 1.000 16,1.000 7.000-1,-1.000 6.000-15,-2.000 4.000 16,-6.000 4.000-1,-5.000 3.000-15,-5.000 3.000 16,-7.000 7.000 0,-9.000 9.000-16,-9.000 3.000 15,-9.000 2.000 1,-4.000 1.000-16,-3.000-1.000 16,4.000-2.000-1,5.000-3.000-15,8.000-2.000 16,11.000-8.000-16,10.000 0.000 15,6.000-6.000 1,8.000-2.000-16,2.000-8.000 16,1.000-1.000-1,-4.000-9.000-15,-6.000 3.000 16</inkml:trace>
  <inkml:trace contextRef="#ctx0" brushRef="#br0">12441.000 16451.000 0,'26.000'0.000'15,"6.000"1.000"-15,-6.000 3.000 16,-7.000-3.000 0,-2.000 3.000-16,-5.000 0.000 15,3.000 0.000 1,-2.000-1.000-16,1.000-1.000 16,1.000-1.000-16,1.000-2.000 15,-2.000 1.000 1,5.000-4.000-16,1.000 2.000 15,1.000-1.000 1,4.000 3.000-16,-2.000 0.000 16,1.000 0.000-1,3.000 3.000-15,0.000-3.000 16,2.000 4.000 0,-2.000 1.000-16,2.000-3.000 15,1.000-2.000-15,0.000 0.000 16,-2.000 2.000-1,1.000 0.000-15,-1.000-2.000 16,3.000 0.000 0,1.000 1.000-16,2.000-1.000 15,-4.000 3.000 1,2.000 3.000-16,-2.000-2.000 16,2.000 1.000-1,-1.000-2.000-15,3.000 3.000 16,-1.000-4.000-1,-1.000 2.000-15,-4.000-1.000 16,4.000 4.000 0,-2.000-1.000-16,2.000 4.000 15,-2.000-1.000 1,2.000 1.000-16,1.000 0.000 16,-1.000-4.000-1,1.000-1.000-15,0.000 0.000 16,-2.000-2.000-1,1.000 4.000-15,0.000-1.000 32,0.000 0.000-32,-2.000 3.000 0,1.000 0.000 15,-1.000 1.000-15,2.000 1.000 16,-1.000 1.000 0,-2.000 1.000-16,-2.000-2.000 15,-1.000 2.000 1,-1.000 0.000-16,2.000 0.000 15,-3.000 1.000 1,0.000-1.000-16,2.000 3.000 16,-2.000-4.000-1,1.000 2.000-15,-2.000 1.000 16,-1.000 0.000 0,1.000-1.000-16,-3.000 0.000 15,-1.000 2.000 1,1.000 0.000-16,-2.000 0.000 15,0.000 0.000 1,0.000 0.000-16,1.000-2.000 16,0.000 3.000-16,-3.000 1.000 15,3.000 0.000 1,-4.000 1.000-16,1.000-3.000 16,-1.000 2.000-1,2.000-1.000-15,-2.000 0.000 16,0.000-3.000-1,-1.000 3.000-15,2.000 1.000 16,-3.000-3.000 0,0.000 1.000-16,-3.000-1.000 15,1.000-3.000 1,0.000 0.000-16,-1.000-1.000 16,-1.000 0.000-1,1.000 1.000-15,-1.000-3.000 16,2.000 0.000-1,0.000-1.000-15,-3.000-2.000 16,0.000 1.000-16,1.000-3.000 16,-1.000 0.000-1,0.000 2.000-15,0.000-1.000 16,1.000 1.000 0,-2.000 1.000-16,0.000 1.000 15,-1.000 0.000 1,0.000 1.000-16,2.000-1.000 15,0.000 2.000 1,-2.000-2.000-16,-1.000 2.000 16,0.000-1.000-16,1.000 3.000 15,-3.000-2.000 1,2.000-2.000-16,0.000 2.000 16,2.000 1.000-1,0.000 0.000-15,-4.000 2.000 16,1.000 1.000-1,-1.000 1.000-15,2.000-2.000 16,0.000-1.000 0,0.000 3.000-16,-1.000 0.000 15,-1.000 3.000 1,3.000 1.000-16,-1.000 2.000 16,0.000 0.000-16,0.000 3.000 15,3.000 0.000 1,-2.000 3.000-16,-3.000 3.000 15,1.000-1.000 1,1.000 0.000-16,1.000-1.000 16,3.000 0.000-1,-2.000-3.000-15,-2.000 4.000 16,1.000-4.000 0,1.000 0.000-16,3.000 0.000 15,-1.000-2.000 1,0.000 0.000-16,4.000 1.000 15,-2.000 0.000 1,-1.000 1.000-16,2.000 0.000 16,-1.000-2.000-16,2.000-2.000 15,-1.000 2.000 1,0.000-3.000-16,3.000-1.000 16,-1.000-2.000-1,1.000-1.000-15,-1.000-1.000 16,2.000 0.000-1,3.000 0.000-15,2.000-2.000 16,0.000-2.000 0,-1.000 2.000-16,0.000-2.000 15,-1.000 1.000 1,-2.000-3.000-16,2.000 2.000 16,-1.000 1.000-16,3.000-2.000 15,1.000-1.000 1,-1.000 3.000-16,0.000-2.000 31,4.000-4.000-31,-3.000 0.000 0,-1.000 0.000 16,4.000 2.000-1,-3.000-2.000-15,0.000 1.000 16,1.000 2.000 0,1.000 0.000-16,1.000 0.000 15,2.000-1.000 1,-2.000 1.000-16,2.000-3.000 15,-3.000 0.000-15,1.000 2.000 16,1.000-2.000 0,0.000-1.000-16,1.000-1.000 15,1.000 0.000 1,2.000-3.000-16,-1.000-1.000 16,2.000 0.000-1,-1.000 0.000-15,3.000 0.000 16,0.000-1.000-1,2.000 1.000-15,0.000-1.000 16,1.000-2.000 0,3.000-1.000-16,1.000-1.000 15,1.000 3.000-15,-1.000-1.000 16,-2.000 0.000 0,0.000-1.000-16,1.000 0.000 15,2.000-1.000 1,3.000 1.000-16,1.000 0.000 15,-1.000 1.000 1,2.000 2.000-16,2.000 1.000 16,-1.000 0.000-1,0.000-2.000-15,-1.000-1.000 16,4.000 3.000 0,-3.000 2.000-16,4.000-2.000 15,0.000-1.000 1,-1.000 0.000-16,1.000 0.000 15,0.000 0.000-15,-1.000 0.000 16,0.000 1.000 0,1.000 0.000-16,1.000-3.000 15,4.000 0.000 1,2.000-1.000-16,2.000 1.000 16,3.000 0.000-1,5.000-2.000-15,2.000-3.000 16,5.000-1.000-1,8.000-3.000-15,5.000-1.000 16,7.000-2.000 0,-5.000 3.000-16,-4.000-1.000 15,-22.000 2.000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2:29:49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1257.000 946.000 0,'0.000'0.000'15,"-14.000"28.000"1,-11.000 22.000-16,-11.000 14.000 16,-5.000 12.000-1,-4.000 4.000-15,5.000 2.000 16,9.000-5.000-1,12.000-4.000 1,12.000-9.000-16,14.000-12.000 16,10.000-9.000-16,8.000-11.000 15,5.000-10.000 1,2.000-8.000-16,-1.000-9.000 16,-4.000-19.000-1,-5.000-15.000-15,-8.000-1.000 16</inkml:trace>
  <inkml:trace contextRef="#ctx0" brushRef="#br0">1333.000 1252.000 0,'0.000'0.000'0,"24.000"0.000"15,11.000 0.000-15,-3.000 6.000 16,-11.000 9.000 0,-11.000 10.000-16,-18.000 12.000 15,-14.000 8.000 1,-9.000-2.000 0,2.000-2.000-16,3.000-9.000 15,13.000-5.000-15,9.000-9.000 16,13.000-9.000-1,11.000-11.000-15,14.000-13.000 16,6.000-17.000 0,2.000-17.000-16,-3.000-15.000 15,-11.000 11.000 1</inkml:trace>
  <inkml:trace contextRef="#ctx0" brushRef="#br0">1619.000 1074.000 0,'43.000'18.000'0,"18.000"20.000"16,-2.000 8.000-1,-13.000 13.000-15,-18.000 7.000 16,-26.000 9.000-1,-21.000 7.000 1,-19.000-3.000-16,-7.000-14.000 16,6.000-21.000-16</inkml:trace>
  <inkml:trace contextRef="#ctx0" brushRef="#br0">2116.000 1585.000 0,'0.000'0.000'0</inkml:trace>
  <inkml:trace contextRef="#ctx0" brushRef="#br0">2720.000 1032.000 0,'0.000'0.000'0,"18.000"16.000"15,6.000 17.000 1,-1.000 6.000-1,-7.000 13.000-15,-8.000 8.000 16,-4.000 9.000 0,-6.000 4.000-16,-2.000 0.000 15,0.000-5.000 1,-1.000-9.000-16,1.000-13.000 16,0.000-14.000-1,4.000-32.000-15,-2.000 12.000 16</inkml:trace>
  <inkml:trace contextRef="#ctx0" brushRef="#br0">2989.000 1252.000 0,'64.000'-25.000'0,"22.000"-7.000"15,-8.000 13.000 1,-17.000 11.000-16,-21.000 11.000 16,-19.000 10.000-16,-14.000 8.000 15,-22.000 4.000 1,-14.000 2.000-16,-18.000-6.000 16,-8.000-7.000-1,4.000-10.000-15,11.000-5.000 16,13.000 1.000-1,12.000 1.000-15,4.000-1.000 16,11.000 0.000 0,-3.000 9.000-16,4.000 13.000 15,3.000 9.000 1,-2.000 13.000-16,-10.000 13.000 16,-3.000 7.000-1,-7.000-1.000-15,-4.000-3.000 16,-1.000-19.000-1,3.000-30.000 1,7.000-15.000-16</inkml:trace>
  <inkml:trace contextRef="#ctx0" brushRef="#br0">3182.000 1065.000 0,'0.000'0.000'0,"0.000"0.000"16,2.000 33.000-16,7.000 24.000 15,5.000 11.000 1,5.000 0.000-16,-2.000-1.000 16,3.000 0.000-1,0.000-6.000-15,-5.000-6.000 16,-5.000-8.000-1,-8.000-7.000-15,-7.000-8.000 16,-7.000-7.000 0,-7.000-7.000-16,-2.000-8.000 15,1.000-9.000 1,2.000-6.000-16,9.000-6.000 16,11.000-4.000-1,16.000-5.000-15,13.000-4.000 16,12.000 1.000-1,7.000 3.000-15,-2.000 6.000 16,-8.000 5.000 0,-9.000 3.000-16,-10.000 3.000 15,-6.000-3.000-15,-12.000-14.000 16,-3.000-3.000 0,-3.000-5.000-16</inkml:trace>
  <inkml:trace contextRef="#ctx0" brushRef="#br0">3839.000 1126.000 0,'20.000'-2.000'0,"4.000"5.000"16,-5.000 14.000-1,-13.000 11.000-15,-7.000 12.000 16,-5.000 6.000-16,3.000 1.000 15,-2.000 2.000 1,5.000 0.000-16,6.000-1.000 16,2.000 1.000-1,0.000-2.000 1,-3.000-4.000-16,-6.000-5.000 16,-1.000-7.000-16,-2.000-9.000 15,-3.000-9.000-15,0.000-9.000 16,-4.000-10.000-1,-1.000-11.000-15,-1.000-19.000 16,4.000-15.000 0,-5.000-7.000-16,-1.000 2.000 15,3.000 8.000 1,0.000 8.000-16,2.000 14.000 16,1.000 7.000-1,5.000 10.000-15,4.000 9.000 16,0.000 0.000-16,0.000 0.000 15,10.000-2.000 1,15.000 2.000-16,11.000 2.000 16,3.000 1.000-1,2.000-1.000 1,-6.000 1.000-16,-7.000 2.000 16,-11.000 4.000-16,-13.000 9.000 15,-23.000 13.000 1,-27.000 12.000-16,-20.000 8.000 15,-9.000 6.000-15,2.000 1.000 16,16.000-6.000 0,18.000-13.000-16,22.000-9.000 15,23.000-17.000 1,28.000-17.000-16,24.000-10.000 16,20.000-12.000-1,8.000 0.000-15,3.000-2.000 16,-10.000 5.000-1,-16.000 7.000-15,-22.000 6.000 16,-17.000 3.000 0,-13.000 3.000-16,-15.000 0.000 15,-12.000-3.000 1,-3.000-8.000 0,-3.000-6.000-16,10.000 6.000 15,7.000 2.000-15,5.000 13.000 16,0.000 0.000-1,2.000-1.000-15,8.000 10.000 16,1.000 15.000-16,3.000 11.000 16,-2.000 6.000-1,-3.000 3.000-15,0.000 1.000 16,-3.000-7.000 0,-3.000-8.000-16,5.000-13.000 15,6.000-27.000 1,-6.000-8.000-16</inkml:trace>
  <inkml:trace contextRef="#ctx0" brushRef="#br0">4418.000 1151.000 0,'0.000'0.000'0,"0.000"0.000"15,21.000 0.000 1,14.000-4.000-16,10.000-7.000 16,0.000-6.000-1,2.000 0.000-15,-1.000 7.000 16,-11.000 8.000 0,-10.000 2.000-16,-10.000 2.000 15,-11.000 8.000 1,-17.000 12.000-16,-21.000 10.000 15,-19.000 11.000 1,-7.000 3.000-16,3.000 0.000 16,14.000-5.000-1,19.000-10.000-15,14.000-11.000 16,23.000-9.000-16,23.000-11.000 16,21.000-10.000-1,13.000-9.000-15,3.000-4.000 16,-4.000 2.000-1,-14.000 1.000-15,-14.000 3.000 16,-21.000 4.000 0,-18.000-3.000-1,-19.000 0.000-15,-17.000-11.000 16,-16.000-11.000-16,8.000 5.000 16</inkml:trace>
  <inkml:trace contextRef="#ctx0" brushRef="#br0">4587.000 971.000 0,'0.000'0.000'0,"6.000"36.000"16,1.000 27.000 0,2.000 21.000-16,-4.000 13.000 31,0.000-1.000-31,4.000-5.000 15,4.000-15.000-15,4.000-16.000 16,3.000-16.000-16,0.000-16.000 16,-2.000-9.000-1,1.000-15.000-15,-1.000-20.000 16,0.000-18.000 0,-9.000-9.000-1,-4.000 2.000-15,-3.000 16.000 16,-4.000 9.000-16,2.000 7.000 15,-4.000 10.000 1,-3.000 13.000-16,-14.000 13.000 16,-11.000 15.000-1,-9.000 7.000-15,-3.000 3.000 16,-1.000-5.000 0,4.000-15.000-16,8.000-18.000 15,13.000-28.000 1,16.000-22.000-16,16.000-29.000 15,17.000-18.000 1,17.000-8.000-16,11.000-6.000 16,8.000 2.000-1,4.000 9.000-15,-3.000 14.000 16,-11.000 18.000 0,-18.000 14.000-16,-12.000 17.000 15,-11.000 13.000 1,-9.000 15.000-16,-8.000 17.000 15,-6.000 11.000-15,-4.000 10.000 16,2.000 4.000 0,9.000 1.000-16,12.000-4.000 15,9.000-5.000 1,11.000-2.000-16,8.000 0.000 16,3.000-1.000-1,-5.000 4.000-15,-8.000 1.000 16,-13.000 3.000-1,-13.000 2.000-15,-15.000 1.000 16,-18.000-4.000 0,-12.000-8.000-16,-12.000-10.000 15,4.000-11.000 1,9.000-10.000-16,12.000-16.000 16,16.000-13.000-1,21.000-5.000-15,18.000 0.000 16,16.000 1.000-1,10.000 8.000-15,5.000 6.000 16,-2.000 8.000 0,-8.000 6.000-16,-5.000 7.000 15,-8.000 5.000 1,-6.000 3.000-16,-10.000 1.000 16,-5.000-8.000-1,-4.000-3.000-15</inkml:trace>
  <inkml:trace contextRef="#ctx0" brushRef="#br0">5520.000 1653.000 0,'0.000'0.000'0,"0.000"0.000"16,0.000 0.000-1</inkml:trace>
  <inkml:trace contextRef="#ctx0" brushRef="#br0">6100.000 980.000 0,'0.000'0.000'15,"0.000"0.000"-15,-21.000 38.000 16,-14.000 29.000-16,-3.000 22.000 16,5.000 8.000-1,10.000-1.000-15,12.000-4.000 16,14.000-10.000 0,13.000-14.000-16,9.000-14.000 15,5.000-18.000 1,-2.000-13.000-16,-1.000-12.000 15,-5.000-22.000 1,-5.000-26.000-16,-4.000 0.000 16</inkml:trace>
  <inkml:trace contextRef="#ctx0" brushRef="#br0">6336.000 1074.000 0,'8.000'34.000'15,"4.000"27.000"1,3.000 15.000-16,-5.000 9.000 16,-5.000-6.000-1,-5.000-8.000 1,-1.000-16.000-16,-1.000-16.000 15,1.000-23.000-15,2.000-24.000 16,1.000-29.000 0,1.000-26.000-16,4.000-12.000 15,5.000-1.000 1,10.000 13.000-16,6.000 8.000 16,8.000 2.000-1,9.000 6.000-15,14.000 2.000 16,10.000 7.000-1,1.000 9.000-15,-7.000 13.000 16,-11.000 12.000 0,-10.000 11.000-16,-13.000 8.000 15,-17.000 14.000 1,-21.000 7.000-16,-21.000 8.000 16,-19.000-4.000-1,-14.000-5.000-15,-6.000-13.000 16,5.000-9.000-1,14.000-7.000-15,18.000 1.000 16,14.000 2.000 0,7.000 0.000-16,8.000 1.000 15,7.000 5.000 1,6.000 10.000-16,0.000 13.000 16,-4.000 12.000-1,-7.000 6.000-15,-7.000 2.000 16,-8.000-8.000-1,3.000-16.000-15,4.000-31.000 16,3.000-12.000 0</inkml:trace>
  <inkml:trace contextRef="#ctx0" brushRef="#br0">6655.000 870.000 0,'0.000'0.000'15,"16.000"31.000"-15,7.000 23.000 16,3.000 19.000-16,2.000 8.000 16,-4.000 2.000-1,-4.000-3.000-15,-4.000-7.000 16,-5.000-6.000-1,-5.000-12.000-15,-8.000-9.000 16,-6.000-9.000 0,-7.000-5.000-16,-9.000-7.000 15,-3.000-10.000 1,0.000-9.000-16,10.000-9.000 16,7.000-16.000-1,17.000-5.000-15,14.000-5.000 16,19.000 4.000-16,9.000 0.000 15,9.000 8.000 1,2.000 8.000-16,-4.000 6.000 16,-14.000 5.000-1,-11.000 3.000-15,-10.000 1.000 16,-10.000 1.000 0,-12.000-13.000-16,-5.000-2.000 15</inkml:trace>
  <inkml:trace contextRef="#ctx0" brushRef="#br0">7336.000 1057.000 0,'0.000'0.000'16,"0.000"0.000"-16,0.000 0.000 15,20.000 17.000 1,1.000 10.000-16,-10.000 2.000 16,-9.000-1.000-16,-7.000-2.000 15,-3.000-5.000 1,-4.000-3.000-16,1.000-4.000 16,-3.000 1.000-1,2.000-2.000-15,2.000 3.000 16,-1.000-2.000-16,5.000 3.000 15,7.000-1.000 1,14.000-3.000-16,11.000-3.000 16,12.000-4.000-1,1.000-4.000-15,-5.000 1.000 16,-6.000-2.000 0,-8.000 6.000-16,-11.000 7.000 15,-16.000 11.000 1,-18.000 8.000-16,-13.000 5.000 15,-8.000 6.000 1,3.000-5.000-16,8.000-3.000 16,8.000-8.000-1,16.000-9.000-15,20.000-10.000 16,19.000-12.000-16,15.000-11.000 31,8.000-3.000-31,-1.000 2.000 16,-9.000 3.000-16,-13.000 4.000 15,-8.000 8.000-15,-12.000 10.000 16,-13.000 11.000 0,-13.000 6.000-16,-9.000 3.000 15,-9.000-6.000 1,1.000-20.000-16,10.000-11.000 16</inkml:trace>
  <inkml:trace contextRef="#ctx0" brushRef="#br0">7681.000 1201.000 0,'54.000'2.000'0,"22.000"9.000"16,-3.000 8.000-1,-11.000 7.000-15,-15.000 4.000 16,-18.000 5.000 0,-13.000 5.000-16,-18.000 5.000 15,-17.000 2.000 1,-13.000 0.000-16,-11.000-6.000 16,-8.000-14.000-1,5.000-27.000-15,12.000-11.000 16</inkml:trace>
  <inkml:trace contextRef="#ctx0" brushRef="#br0">8001.000 1134.000 0,'-28.000'50.000'0,"-27.000"38.000"15,-11.000 16.000-15,2.000-8.000 16,15.000-27.000 0,20.000-40.000-1,15.000-21.000-15</inkml:trace>
  <inkml:trace contextRef="#ctx0" brushRef="#br0">8446.000 894.000 0,'0.000'0.000'0,"19.000"14.000"16,7.000 11.000-16,-6.000 0.000 15,-7.000-6.000 1</inkml:trace>
  <inkml:trace contextRef="#ctx0" brushRef="#br0">8236.000 1184.000 0,'61.000'-13.000'16,"37.000"-8.000"-16,11.000 1.000 15,-6.000 3.000-15,-15.000 1.000 16,-18.000 4.000 0,-21.000 5.000-16,-20.000 3.000 15,-26.000 4.000 1,-24.000-3.000-16,-4.000-1.000 16</inkml:trace>
  <inkml:trace contextRef="#ctx0" brushRef="#br0">8564.000 1201.000 0,'32.000'45.000'0,"13.000"21.000"15,-6.000 0.000 1,-12.000 0.000-16,-18.000-5.000 16,-20.000-4.000-1,-14.000-10.000-15,-14.000-12.000 16,-8.000-20.000-1,-4.000-32.000-15,11.000-5.000 16</inkml:trace>
  <inkml:trace contextRef="#ctx0" brushRef="#br0">8631.000 1184.000 0,'0.000'0.000'15,"-29.000"55.000"1,-24.000 33.000-16,-13.000 12.000 16,9.000-17.000-1,19.000-36.000-15,19.000-24.000 16</inkml:trace>
  <inkml:trace contextRef="#ctx0" brushRef="#br0">9170.000 963.000 0,'0.000'0.000'0,"0.000"0.000"16,-29.000 45.000-1,-21.000 28.000-15,-10.000 5.000 16,11.000-5.000-1,17.000-18.000-15,22.000-14.000 16,23.000-21.000 0,22.000-15.000-16,19.000-13.000 15,9.000-7.000 1,-2.000-5.000-16,-5.000 1.000 16,-9.000 0.000-1,-12.000-5.000-15,-17.000-2.000 16,-17.000-9.000-16,-5.000 6.000 15</inkml:trace>
  <inkml:trace contextRef="#ctx0" brushRef="#br0">9144.000 1176.000 0,'16.000'51.000'0,"2.000"27.000"15,-10.000 13.000-15,-11.000-3.000 16,-4.000-9.000 0,-2.000-12.000-16,-1.000-17.000 15,4.000-15.000 1,6.000-35.000-16,1.000-3.000 16,2.000-15.000-1</inkml:trace>
  <inkml:trace contextRef="#ctx0" brushRef="#br0">9195.000 1355.000 0,'0.000'0.000'16,"-19.000"27.000"-16,-23.000 21.000 15,-15.000 10.000 1,-7.000 3.000-16,1.000-13.000 15,10.000-22.000 1,17.000-14.000-16</inkml:trace>
  <inkml:trace contextRef="#ctx0" brushRef="#br0">9136.000 1467.000 0,'31.000'11.000'15,"11.000"14.000"-15,-2.000 6.000 16,-8.000 4.000 0,-12.000-5.000-1,-9.000-14.000-15,-5.000-19.000 16,-4.000-7.000-16</inkml:trace>
  <inkml:trace contextRef="#ctx0" brushRef="#br0">9430.000 1099.000 0,'0.000'0.000'0,"12.000"27.000"16,6.000 17.000-1,-6.000 10.000 1,-12.000-4.000-16,-8.000-19.000 15,1.000-12.000-15</inkml:trace>
  <inkml:trace contextRef="#ctx0" brushRef="#br0">9481.000 1015.000 0,'0.000'0.000'16,"35.000"4.000"-16,16.000 4.000 16,-3.000 9.000-1,-12.000 6.000-15,-14.000 2.000 16,-16.000 0.000 0,-15.000 3.000-16,-13.000 0.000 15,-10.000 0.000 1,-3.000-3.000-16,3.000-5.000 15,9.000-3.000 1,7.000-6.000-16,13.000-2.000 16,18.000-6.000-1,16.000-1.000-15,16.000-3.000 16,5.000-3.000 0,-3.000 2.000-16,-12.000 1.000 15,-16.000 3.000-15,-20.000 1.000 16,-22.000 3.000-1,-3.000 1.000-15</inkml:trace>
  <inkml:trace contextRef="#ctx0" brushRef="#br0">9497.000 1467.000 0,'37.000'-2.000'0,"2.000"5.000"16,-13.000 5.000-16,-28.000 8.000 16,-28.000 10.000-1,-12.000 0.000-15,-2.000-1.000 16,9.000-6.000 0,13.000-5.000-16,12.000-3.000 15,16.000-6.000 1,22.000-5.000-16,16.000-6.000 15,7.000-5.000 1,0.000-2.000-16,-4.000 2.000 16,-10.000 1.000-1,-9.000-2.000-15,-15.000 1.000 16,-17.000-3.000 0,-16.000-3.000-16,-1.000 2.000 15</inkml:trace>
  <inkml:trace contextRef="#ctx0" brushRef="#br0">9514.000 1534.000 0,'9.000'28.000'16,"1.000"14.000"-16,-3.000 7.000 16,-4.000-3.000-1,-4.000-4.000-15,-3.000-10.000 16,-3.000-18.000-1,-2.000-12.000-15,1.000-5.000 16</inkml:trace>
  <inkml:trace contextRef="#ctx0" brushRef="#br0">9355.000 1842.000 0,'35.000'-3.000'15,"24.000"-5.000"1,11.000-1.000-16,-2.000 1.000 16,-3.000-2.000-1,-6.000-3.000-15,-8.000 0.000 16,-10.000-5.000 0,-9.000-5.000-16,-12.000-9.000 15,-9.000 4.000-15</inkml:trace>
  <inkml:trace contextRef="#ctx0" brushRef="#br0">9993.000 1015.000 0,'44.000'13.000'0,"19.000"21.000"16,2.000 25.000-1,-15.000 22.000-15,-23.000 16.000 16,-25.000 12.000 0,-25.000 6.000-1,-29.000 0.000-15,-18.000-4.000 16,-13.000-11.000-16,2.000-26.000 15,18.000-26.000 1</inkml:trace>
  <inkml:trace contextRef="#ctx0" brushRef="#br0">10237.000 1919.000 0,'0.000'0.000'15</inkml:trace>
  <inkml:trace contextRef="#ctx0" brushRef="#br0">11280.000 1894.000 0,'32.000'-38.000'16,"15.000"-13.000"-1,3.000 6.000-15,-5.000 12.000 16,-9.000 14.000-16,-8.000 7.000 15,-6.000 12.000 1,-7.000 14.000 0,-4.000 13.000-16,-8.000 7.000 15,-2.000-2.000-15,-1.000-5.000 16,3.000-6.000 0,1.000-3.000-16,2.000-12.000 15,9.000-16.000 1,7.000-16.000-16,6.000-15.000 15,3.000-11.000 1,2.000-5.000-16,1.000 3.000 16,-5.000 3.000-1,-5.000 14.000-15,-7.000 16.000 16,-8.000 9.000 0,-1.000 12.000-16,-3.000 13.000 15,-4.000 12.000 1,-5.000 23.000-16,-2.000 19.000 15,-2.000 14.000 1,0.000 10.000-16,1.000 5.000 16,2.000 1.000-16,1.000-2.000 15,-2.000-8.000 1,0.000-13.000 0,-2.000-14.000-16,-3.000-12.000 15,-2.000-7.000-15,-6.000-12.000 16,-5.000-12.000-1,-7.000-17.000-15,-2.000-14.000 16,-3.000-16.000 0,5.000-8.000-16,11.000-4.000 15,13.000 2.000-15,17.000-2.000 16,14.000 0.000 0,13.000 2.000-1,8.000 2.000-15,7.000 4.000 16,-3.000 7.000-1,-8.000 9.000-15,-8.000 10.000 16,-9.000 5.000-16,-6.000 3.000 16,-6.000 4.000-1,-9.000-6.000-15,-3.000-4.000 16</inkml:trace>
  <inkml:trace contextRef="#ctx0" brushRef="#br0">12189.000 1826.000 0,'31.000'-1.000'0,"23.000"-3.000"15,11.000-3.000-15,2.000 2.000 16,-2.000-3.000 0,-3.000-1.000-16,-7.000 3.000 15,-9.000 2.000 1,-13.000 5.000-16,-10.000 3.000 15,-23.000-4.000-15,-2.000 8.000 16,-9.000 1.000 0</inkml:trace>
  <inkml:trace contextRef="#ctx0" brushRef="#br0">12163.000 2226.000 0,'52.000'-13.000'15,"27.000"-6.000"1,7.000-1.000-16,-7.000-1.000 16,-12.000 1.000-16,-18.000 8.000 15</inkml:trace>
  <inkml:trace contextRef="#ctx0" brushRef="#br0">13576.000 1407.000 0,'-21.000'53.000'16,"-18.000"35.000"-16,-13.000 23.000 16,-10.000 12.000-1,-6.000 5.000-15,-1.000-2.000 16,5.000-9.000-1,9.000-20.000-15,16.000-25.000 16,13.000-24.000 0,10.000-33.000-16,10.000-30.000 15,4.000-9.000 1</inkml:trace>
  <inkml:trace contextRef="#ctx0" brushRef="#br0">13509.000 1534.000 0,'15.000'35.000'16,"9.000"26.000"-1,-3.000 24.000-15,-9.000 15.000 16,-5.000 5.000-1,-2.000-5.000-15,1.000-11.000 32,-2.000-11.000-32,1.000-12.000 15,0.000-17.000-15,-4.000-12.000 16,-3.000-14.000-16,-8.000-26.000 16,-11.000-20.000-1,2.000-3.000-15</inkml:trace>
  <inkml:trace contextRef="#ctx0" brushRef="#br0">13273.000 2158.000 0,'0.000'0.000'16,"37.000"-5.000"-16,23.000-3.000 15,9.000-9.000 1,-7.000-4.000-16,-16.000 2.000 15</inkml:trace>
  <inkml:trace contextRef="#ctx0" brushRef="#br0">14283.000 1653.000 0,'-40.000'70.000'16,"-16.000"32.000"-16,3.000-2.000 16,14.000-12.000-1,10.000-21.000-15,12.000-17.000 16,12.000-16.000-1,12.000-18.000-15,14.000-16.000 16,16.000-18.000 0,11.000-21.000-16,5.000-11.000 15,3.000-6.000 1,-5.000 5.000 0,-10.000 13.000-16,-14.000 8.000 15,-11.000 15.000-15,-16.000 15.000 16,9.000 5.000-1,-8.000 20.000-15,-6.000 15.000 16,-5.000 13.000 0,3.000 4.000-16,6.000-4.000 15,7.000-9.000 1,8.000-9.000-16,7.000-10.000 16,2.000-12.000-1,4.000-16.000-15,2.000-14.000 16,-1.000-9.000-1,-6.000-8.000-15,-8.000-7.000 16,-12.000 2.000 0,-12.000 0.000-16,-11.000 3.000 15,-8.000 4.000 1,-1.000 8.000-16,2.000 7.000 16,10.000 2.000-1,10.000-1.000-15,14.000-1.000 16,21.000-6.000-1,19.000 0.000-15,14.000 1.000 16,9.000 2.000 0,2.000 2.000-16,-6.000 7.000 15,-16.000 5.000-15,-14.000 3.000 16,-17.000 6.000 0,-17.000 10.000-16,-19.000 5.000 15,-16.000 10.000 1,-2.000 1.000-16,6.000 2.000 15,12.000 3.000 1,16.000-2.000-16,17.000 0.000 16,20.000-3.000-1,15.000 1.000-15,9.000-5.000 16,3.000-4.000 0,-11.000 1.000-16,-13.000-8.000 15,-16.000 1.000 1,-20.000 3.000-16,-26.000 1.000 15,-33.000-1.000 1,-25.000-5.000-16,-8.000-13.000 16,19.000-4.000-16</inkml:trace>
  <inkml:trace contextRef="#ctx0" brushRef="#br0">15384.000 1346.000 0,'31.000'0.000'16,"18.000"0.000"-16,13.000 0.000 15,0.000 2.000 1,-6.000 2.000-16,-7.000-2.000 15,-11.000 1.000 1,-10.000 0.000-16,-8.000 0.000 16,-20.000-3.000-16,6.000-7.000 15,-14.000-3.000-15,-1.000 2.000 16</inkml:trace>
  <inkml:trace contextRef="#ctx0" brushRef="#br0">15460.000 1415.000 0,'0.000'0.000'16,"0.000"0.000"-16,4.000 29.000 16,1.000 21.000-1,-3.000 11.000-15,-3.000 11.000 16,-5.000 6.000-1,-4.000 2.000 1,-4.000 1.000-16,4.000-3.000 16,1.000-7.000-16,1.000-3.000 15,0.000 1.000 1,-1.000-2.000 0,-2.000-4.000-16,1.000-4.000 15,4.000-9.000 1,2.000-14.000-16,4.000-10.000 15,6.000-8.000-15,11.000-11.000 16,13.000-15.000 0,9.000-10.000-16,-6.000-2.000 15</inkml:trace>
  <inkml:trace contextRef="#ctx0" brushRef="#br0">15855.000 1826.000 0,'4.000'50.000'0,"2.000"23.000"15,2.000-3.000 1,2.000-13.000-16,0.000-11.000 16,-1.000-16.000-1,3.000-12.000-15,5.000-15.000 16,9.000-16.000-16,5.000-12.000 15,3.000-14.000 1,3.000-9.000-16,0.000-4.000 16,-6.000 8.000-1,-8.000 12.000-15,-8.000 10.000 16,-6.000 11.000 0,-3.000 5.000-16,1.000 12.000 15,-1.000 14.000-15,-2.000 8.000 16,0.000 12.000-16,3.000 4.000 15,6.000 0.000 1,1.000-5.000-16,6.000-5.000 16,6.000-10.000-1,2.000-13.000-15,3.000-13.000 16,2.000-15.000 0,4.000-15.000-16,2.000-17.000 15,-3.000-10.000 1,-4.000-2.000-16,-11.000 6.000 15,-12.000 8.000 1,-8.000 11.000-16,-7.000 10.000 16,-6.000 4.000-1,-4.000-1.000-15,2.000 8.000 16</inkml:trace>
  <inkml:trace contextRef="#ctx0" brushRef="#br0">17166.000 1542.000 0,'0.000'0.000'16,"-9.000"35.000"-16,-14.000 27.000 16,-10.000 17.000-1,-2.000 10.000 1,-1.000-5.000-16,7.000 0.000 0,5.000-7.000 16,13.000-6.000-1,10.000-9.000 1,7.000-9.000-16,6.000-11.000 15,8.000-10.000-15,3.000-12.000 16,1.000-12.000 0,4.000-16.000-16,-5.000-12.000 15,-1.000-12.000 1,-8.000 4.000-16</inkml:trace>
  <inkml:trace contextRef="#ctx0" brushRef="#br0">17360.000 1902.000 0,'66.000'-11.000'0,"30.000"-3.000"15,-2.000 0.000-15,-11.000 4.000 16,-18.000 5.000 0,-18.000-1.000-16,-16.000 2.000 15,-12.000-15.000 1,-10.000 0.000-16,-11.000-14.000 16,-8.000-9.000-16,1.000 2.000 15</inkml:trace>
  <inkml:trace contextRef="#ctx0" brushRef="#br0">17713.000 1577.000 0,'-8.000'45.000'0,"-9.000"27.000"15,-6.000 16.000-15,-3.000 5.000 16,1.000 0.000 0,4.000-8.000-1,8.000-12.000-15,9.000-14.000 16,10.000-11.000-16,8.000-14.000 16,13.000-18.000-1,9.000-14.000-15,14.000-23.000 16,6.000-22.000-1,-10.000 2.000-15</inkml:trace>
  <inkml:trace contextRef="#ctx0" brushRef="#br0">18554.000 1894.000 0,'-8.000'-21.000'16,"-8.000"-10.000"-16,1.000 6.000 15</inkml:trace>
  <inkml:trace contextRef="#ctx0" brushRef="#br0">18428.000 1790.000 0,'0.000'0.000'0,"0.000"0.000"16,0.000 0.000-16,0.000 0.000 15,0.000 0.000 1,22.000 6.000-16,12.000 5.000 15,6.000-4.000 1,4.000-1.000-16,0.000 0.000 16,-3.000-2.000-1,0.000-2.000-15,-4.000-1.000 16,-4.000-2.000 0,-4.000 3.000-16,-5.000-3.000 15,-7.000 1.000-15,-6.000 0.000 16,-11.000 0.000-1,-1.000 0.000-15,-12.000-5.000 16,-7.000 3.000 0,-6.000-11.000-16,6.000-4.000 15</inkml:trace>
  <inkml:trace contextRef="#ctx0" brushRef="#br0">18705.000 1645.000 0,'-4.000'29.000'16,"-3.000"16.000"-16,-5.000 11.000 16,-3.000 4.000-1,1.000 3.000-15,0.000-4.000 16,5.000-9.000-1,3.000-5.000 1,2.000-6.000-16,2.000-8.000 16,0.000-12.000-16,2.000-7.000 15,-6.000-5.000 1,-7.000-8.000-16,1.000-4.000 16</inkml:trace>
  <inkml:trace contextRef="#ctx0" brushRef="#br0">18361.000 2310.000 0,'0.000'0.000'0,"36.000"-2.000"15,26.000-4.000 1,10.000-1.000-16,-1.000 0.000 15,-2.000 0.000 1,-9.000 3.000-16,-7.000 0.000 16,-6.000-5.000-1,-8.000-11.000-15,-12.000 2.000 16</inkml:trace>
  <inkml:trace contextRef="#ctx0" brushRef="#br0">19513.000 2013.000 0,'34.000'-7.000'0,"29.000"-4.000"16,17.000 3.000-1,9.000 3.000-15,3.000 3.000 16,-8.000-3.000-16,-8.000 1.000 16,-8.000-1.000-1,-18.000-1.000-15,-14.000 3.000 16,-15.000-6.000 0,-11.000-6.000-16,-14.000-5.000 15,-17.000-10.000-15,-12.000 7.000 16,3.000 5.000-1</inkml:trace>
  <inkml:trace contextRef="#ctx0" brushRef="#br0">19740.000 1637.000 0,'2.000'-27.000'15,"4.000"-10.000"-15,9.000 4.000 16,4.000 8.000 0,5.000 7.000-16,1.000 11.000 15,4.000 6.000-15,-1.000 9.000 16,2.000 12.000 0,-2.000 8.000-16,-1.000 5.000 15,-5.000 3.000 1,-3.000 5.000-16,-4.000-1.000 15,-5.000-2.000 1,-1.000-4.000-16,-1.000-9.000 16,-1.000-7.000-1,3.000-11.000-15,1.000-15.000 16,3.000-21.000 0,-2.000-1.000-16,-2.000 7.000 15</inkml:trace>
  <inkml:trace contextRef="#ctx0" brushRef="#br0">20135.000 1449.000 0,'-49.000'61.000'15,"-25.000"25.000"-15,-5.000 3.000 16,10.000-24.000-1,18.000-24.000-15</inkml:trace>
  <inkml:trace contextRef="#ctx0" brushRef="#br0">20547.000 1542.000 0,'12.000'22.000'0,"6.000"15.000"16,11.000 10.000-16,3.000 14.000 16,1.000 7.000-1,-3.000 11.000-15,-6.000 2.000 16,-16.000-1.000-1,-15.000-5.000-15,-16.000 0.000 16,-11.000-5.000 0,-8.000-5.000-16,-7.000-11.000 15,-4.000-19.000 1,11.000-16.000-16</inkml:trace>
  <inkml:trace contextRef="#ctx0" brushRef="#br0">21153.000 1962.000 0,'0.000'0.000'0,"26.000"9.000"15,20.000 0.000 1,11.000-2.000-16,7.000-2.000 16,1.000-3.000-1,-5.000 2.000-15,-9.000-2.000 16,-12.000 0.000 0,-10.000-1.000-16,-10.000-1.000 15,-10.000-5.000 1,-10.000-13.000-16,-5.000-9.000 15,0.000 2.000 1</inkml:trace>
  <inkml:trace contextRef="#ctx0" brushRef="#br0">21387.000 1850.000 0,'0.000'38.000'16,"-3.000"24.000"0,-4.000 7.000-16,-9.000-1.000 15,-4.000-13.000 1,-1.000-15.000-16,6.000-17.000 16,4.000-11.000-16</inkml:trace>
  <inkml:trace contextRef="#ctx0" brushRef="#br0">21859.000 1782.000 0,'4.000'31.000'0,"2.000"19.000"16,3.000 6.000 0,7.000-9.000-16,5.000-10.000 15,3.000-8.000 1,7.000-13.000-16,7.000-16.000 16,2.000-10.000-1,3.000-9.000-15,4.000-9.000 16,-4.000-7.000-1,-6.000-8.000-15,-10.000-1.000 16,-9.000 1.000-16,-12.000 8.000 16,-9.000 7.000-1,-7.000 9.000-15,-7.000 9.000 16,0.000 17.000 0,-2.000 16.000-16,-3.000 21.000 15,1.000 18.000 1,-4.000 19.000-1,0.000 12.000-15,-1.000 1.000 16,-3.000 0.000-16,0.000-7.000 16,-1.000-11.000-1,-1.000-16.000-15,6.000-28.000 16,8.000-24.000 0,4.000-12.000-16</inkml:trace>
  <inkml:trace contextRef="#ctx0" brushRef="#br0">22540.000 1355.000 0,'32.000'-1.000'0,"18.000"1.000"16,5.000 1.000-16,-4.000 1.000 16,-7.000 1.000-1,-6.000 0.000-15,-6.000-3.000 16,-9.000 0.000 0,-6.000 0.000-16,-8.000 4.000 15,-3.000 1.000 1,-2.000 3.000-16,-3.000 3.000 15,-4.000 7.000-15,-3.000 7.000 16,-1.000 9.000 0,-2.000 6.000-16,-3.000 14.000 15,4.000 11.000 1,3.000 13.000 0,2.000 11.000-16,5.000 8.000 15,3.000 1.000 1,1.000-5.000-16,-2.000-7.000 15,-1.000-9.000 1,-7.000-5.000 0,-7.000-11.000-16,-4.000-5.000 15,-4.000-9.000-15,-5.000-12.000 16,-3.000-10.000 0,-3.000-9.000-16,-6.000-7.000 15,-8.000-9.000 1,-9.000-8.000-16,-4.000-14.000 15,2.000-12.000 1,15.000 1.000-16</inkml:trace>
  <inkml:trace contextRef="#ctx0" brushRef="#br0">23070.000 2532.000 0,'-6.000'-9.000'0</inkml:trace>
  <inkml:trace contextRef="#ctx0" brushRef="#br0">19732.000 2252.000 0,'0.000'0.000'16,"0.000"0.000"-16,4.000 18.000 16,-1.000 12.000-1,-7.000 8.000-15,-6.000 2.000 16,-3.000 1.000-16,1.000 0.000 15,0.000 1.000 1,3.000-2.000-16,4.000-2.000 16,4.000-2.000-1,4.000-9.000-15,3.000-6.000 16,4.000-5.000-16,2.000-5.000 16,1.000-9.000-1,7.000-8.000-15,5.000-10.000 16,4.000-6.000-1,1.000-11.000-15,3.000-1.000 16,-2.000-4.000 0,-2.000 3.000-16,-6.000 2.000 15,-4.000 5.000-15,-4.000 3.000 16,-5.000-2.000 0,-3.000 4.000-16,-1.000 2.000 15,-1.000 1.000 1,0.000 7.000-16,-2.000 3.000 15,-1.000 3.000 1,0.000 0.000-16,1.000 1.000 16,-3.000 6.000-1,0.000 0.000-15,0.000 0.000 16,0.000 0.000-16,0.000 0.000 16,0.000 0.000-1,0.000 0.000-15,0.000 0.000 16,0.000 7.000-1,-2.000 7.000-15,-2.000 8.000 16,-3.000 5.000 0,0.000 3.000-16,1.000 4.000 15,0.000 0.000 1,3.000-2.000-16,3.000-1.000 16,4.000 0.000-16,2.000-4.000 15,2.000 0.000 1,1.000-2.000-16,0.000-2.000 15,-1.000-4.000 1,1.000-1.000-16,0.000-5.000 16,-1.000-4.000-1,1.000-7.000-15,1.000-7.000 16,-3.000-11.000 0,-2.000 3.000-16</inkml:trace>
  <inkml:trace contextRef="#ctx0" brushRef="#br0">25760.000 1662.000 0,'-51.000'12.000'0,"-22.000"3.000"15,9.000-3.000-15,12.000-5.000 16,12.000-3.000-1,10.000-4.000-15,7.000-2.000 16,4.000 2.000-16,5.000-1.000 16,4.000 1.000-1,3.000 1.000-15,7.000-1.000 16,-1.000 12.000 0,6.000 8.000-16,5.000 16.000 15,5.000 16.000-15,1.000 10.000 16,-4.000 8.000-1,-4.000 2.000-15,-4.000-2.000 16,-2.000-10.000 0,1.000-14.000-16,1.000-11.000 15,-2.000-10.000 1,-2.000-25.000-16,1.000 2.000 16,-4.000-21.000-1,-1.000-4.000-15</inkml:trace>
  <inkml:trace contextRef="#ctx0" brushRef="#br0">25517.000 1850.000 0,'32.000'-12.000'0,"23.000"-3.000"0,15.000 2.000 15,2.000 7.000 1,-7.000 4.000-16,-7.000 1.000 16,-8.000 3.000-1,-11.000 0.000-15,-8.000 1.000 16,-8.000-3.000 0,-5.000 2.000-16,-4.000 7.000 15,-5.000 6.000 1,-6.000 13.000-16,-3.000 6.000 15,-2.000 12.000 1,-2.000 10.000-16,-1.000 10.000 16,-2.000 2.000-1,2.000 3.000-15,-1.000-10.000 16,2.000-13.000 0,1.000-14.000-16,0.000-12.000 15,-4.000-17.000 1,-4.000-16.000-16,-5.000-20.000 15,-8.000-15.000 1,4.000 5.000-16</inkml:trace>
  <inkml:trace contextRef="#ctx0" brushRef="#br0">25719.000 2030.000 0,'0.000'0.000'0,"-4.000"18.000"15,1.000 7.000 1,2.000-3.000-16,2.000-4.000 16,1.000-5.000-16,-2.000-13.000 15,0.000 0.000 1,0.000 0.000-16,5.000-5.000 16,0.000-14.000-16,3.000-8.000 15,1.000 1.000 1,2.000 7.000-16,3.000 4.000 15,3.000 9.000 1,1.000 7.000-16,1.000 10.000 16,2.000 8.000-1,0.000 8.000-15,-4.000 0.000 16,-5.000-1.000 0,-7.000-5.000-16,-7.000-7.000 15,-8.000-2.000-15,-5.000-6.000 16,-8.000-6.000-1,-6.000-3.000-15,2.000-4.000 16,4.000-4.000 0,7.000-5.000-16,12.000-10.000 15,11.000-4.000 1,4.000 1.000-16</inkml:trace>
  <inkml:trace contextRef="#ctx0" brushRef="#br0">26232.000 2048.000 0,'0.000'0.000'0,"35.000"0.000"16,27.000-2.000-1,10.000-2.000-15,0.000 0.000 16,-7.000 0.000 0,-15.000 0.000-1,-11.000 1.000-15,-13.000 3.000 16,-10.000-1.000-16,-9.000-4.000 16,-10.000-4.000-16,-13.000-11.000 15,-10.000-4.000 1,4.000 2.000-16</inkml:trace>
  <inkml:trace contextRef="#ctx0" brushRef="#br0">26476.000 1867.000 0,'4.000'48.000'15,"1.000"21.000"1,-2.000 3.000-16,-4.000-7.000 15,-3.000-20.000-15,0.000-24.000 16,2.000-21.000 0,2.000-11.000-16</inkml:trace>
  <inkml:trace contextRef="#ctx0" brushRef="#br0">26711.000 1817.000 0,'0.000'0.000'0,"26.000"-5.000"15,12.000-2.000 1,3.000 4.000-16,-3.000 2.000 16,-7.000 2.000-16,-5.000 4.000 15,-4.000 1.000 1,-1.000 3.000-16,0.000 8.000 15,-3.000 8.000 1,3.000 13.000-16,0.000 10.000 16,-3.000 5.000-1,1.000 0.000-15,2.000 0.000 16,-1.000-8.000 0,3.000-6.000-16,-2.000-11.000 15,-5.000-8.000 1,0.000-8.000-16,-3.000-12.000 15,-1.000-17.000-15,-6.000-20.000 32,-9.000-17.000-32,-8.000-8.000 0,0.000 12.000 15</inkml:trace>
  <inkml:trace contextRef="#ctx0" brushRef="#br0">27165.000 1757.000 0,'-15.000'37.000'16,"-19.000"29.000"-16,-13.000 11.000 15,-8.000 6.000 1,-2.000-8.000-16,3.000-16.000 16,6.000-31.000-1,13.000-17.000 1</inkml:trace>
  <inkml:trace contextRef="#ctx0" brushRef="#br0">27771.000 1628.000 0,'0.000'0.000'0,"0.000"0.000"15,-29.000 28.000 1,-24.000 15.000-16,-14.000 9.000 15,-3.000 0.000 1,3.000-7.000-16,12.000-16.000 31,16.000-12.000-31,14.000-9.000 0</inkml:trace>
  <inkml:trace contextRef="#ctx0" brushRef="#br0">27484.000 1850.000 0,'14.000'45.000'0,"4.000"31.000"16,-5.000 13.000-1,-9.000 9.000-15,-10.000-8.000 16,-7.000-18.000 0,0.000-22.000-16,4.000-17.000 15</inkml:trace>
  <inkml:trace contextRef="#ctx0" brushRef="#br0">27653.000 1935.000 0,'46.000'-33.000'16,"17.000"-4.000"-1,-2.000 11.000-15,-15.000 14.000 16,-14.000 11.000 0,-18.000 8.000-16,-14.000 6.000 15,-11.000 3.000-15,-11.000 3.000 32,-9.000 7.000-32,0.000 4.000 0,4.000-2.000 15,9.000-6.000 1,8.000-6.000-16,10.000-2.000 15,11.000-6.000 1,15.000-8.000-16,12.000-6.000 16,5.000-7.000-1,3.000-8.000-15,2.000-4.000 16,-5.000-1.000 0,-10.000-3.000-16,-7.000-3.000 15,-10.000 7.000 1,-15.000-8.000-16,-15.000-2.000 15,-9.000 3.000 1,-3.000 11.000-16,0.000 11.000 16,4.000 10.000-1,5.000 2.000-15,7.000 0.000 16,3.000 4.000 0,0.000 8.000-16,-4.000 12.000 15,-1.000 8.000 1,-3.000 6.000-16,0.000 2.000 15,1.000 2.000-15,5.000-4.000 16,8.000-7.000 0,9.000-5.000-16,11.000-4.000 15,4.000-5.000-15,6.000-3.000 16,2.000-1.000 0,-3.000-4.000-16,-6.000 2.000 15,-7.000 2.000 1,-10.000 8.000-16,-17.000 1.000 15,-15.000 5.000 1,-8.000-3.000-16,2.000-1.000 16,12.000-5.000-1,11.000-2.000-15,14.000-5.000 16,17.000-4.000 0,14.000-6.000-1,12.000-4.000-15,-1.000-6.000 16,4.000-1.000-16,-8.000-5.000 15,-12.000-6.000 1,-10.000 3.000-16</inkml:trace>
  <inkml:trace contextRef="#ctx0" brushRef="#br0">28326.000 1883.000 0,'45.000'11.000'0,"26.000"-3.000"15,-1.000-2.000-15,-8.000-7.000 16,-13.000-8.000-1,-9.000-8.000-15,-9.000-4.000 16,-14.000-8.000 0,-11.000-4.000-1,-12.000-5.000-15,-12.000 4.000 16,-9.000 6.000 0,-2.000 15.000-16,0.000 9.000 15,6.000 8.000 1,6.000 13.000-16,3.000 11.000 15,7.000 15.000 1,6.000 15.000-16,3.000 14.000 16,0.000 9.000-1,0.000 5.000-15,-5.000-3.000 16,-2.000-9.000 0,-2.000-12.000-16,-3.000-16.000 15,0.000-12.000 1,-3.000-14.000-16,-4.000-10.000 15,-5.000-14.000 1,-3.000-13.000-16,3.000-12.000 16,7.000-4.000-1,9.000-2.000-15,11.000 2.000 16,14.000 2.000 0,16.000 2.000-1,15.000-1.000-15,2.000-8.000 0,-7.000 5.000 16</inkml:trace>
  <inkml:trace contextRef="#ctx0" brushRef="#br0">28999.000 1585.000 0,'-22.000'32.000'16,"-16.000"23.000"0,-6.000 4.000-16,11.000-7.000 15,16.000-7.000 1,18.000-11.000-16,15.000-15.000 16,12.000-9.000-16,8.000-10.000 15,2.000-8.000 1,-1.000 0.000-16,-5.000-7.000 15,-4.000-3.000-15,-11.000-4.000 16,-5.000 2.000 0,-13.000-6.000-16,-16.000 1.000 15,-10.000 11.000 1,1.000 14.000-16,4.000 9.000 16,5.000 0.000-1,9.000 8.000-15,5.000 5.000 16,7.000 12.000-1,4.000 7.000-15,0.000 9.000 16,1.000 4.000 0,-8.000-2.000-16,-4.000-6.000 15,-5.000-11.000 1,2.000-13.000-16,-3.000-20.000 16,-2.000-17.000-1,1.000-17.000-15,3.000 2.000 16</inkml:trace>
  <inkml:trace contextRef="#ctx0" brushRef="#br0">28922.000 1944.000 0,'-28.000'29.000'16,"-13.000"13.000"-16,4.000-5.000 15,10.000-20.000 1,19.000-17.000-16,8.000-9.000 15</inkml:trace>
  <inkml:trace contextRef="#ctx0" brushRef="#br0">29007.000 1995.000 0,'31.000'6.000'0,"12.000"5.000"16,-2.000 0.000-1,-10.000 5.000-15,-13.000 1.000 16,-18.000-17.000-1,3.000 1.000-15,-9.000-18.000 16,-6.000-17.000 0,1.000 1.000-16</inkml:trace>
  <inkml:trace contextRef="#ctx0" brushRef="#br0">28897.000 1748.000 0,'0.000'0.000'0,"7.000"25.000"16,5.000 10.000-1,8.000-8.000-15,-3.000-8.000 16</inkml:trace>
  <inkml:trace contextRef="#ctx0" brushRef="#br0">29259.000 1672.000 0,'-8.000'27.000'16,"-16.000"20.000"0,-15.000 14.000-16,-21.000 3.000 15,-14.000-8.000-15,12.000-16.000 16</inkml:trace>
  <inkml:trace contextRef="#ctx0" brushRef="#br0">28721.000 2260.000 0,'17.000'31.000'0,"9.000"11.000"16,0.000 3.000-1,-3.000-4.000-15,-8.000-12.000 16,-6.000-10.000-16,-9.000-19.000 16,2.000-3.000-1,-2.000-21.000-15,0.000-2.000 16,-1.000-18.000 0,5.000-6.000-16,6.000 11.000 15,11.000 10.000-15,0.000 5.000 16,6.000 6.000-1,8.000 2.000 1,8.000 5.000-16,2.000 8.000 16,-2.000 4.000-16,-2.000 11.000 15,-8.000 8.000 1,-10.000 6.000-16,-14.000 8.000 16,-12.000 2.000-1,-15.000-1.000 1,-13.000-4.000-16,-11.000-3.000 15,-10.000-11.000-15,-1.000-11.000 16,5.000-9.000 0,10.000-4.000-16,17.000-4.000 15,19.000 0.000 1,12.000 0.000-16,10.000 2.000 16,7.000 0.000-1,6.000 0.000-15,5.000-1.000 16,-3.000 0.000-1,-3.000-3.000 1,-8.000 0.000-16,-4.000-3.000 0,-8.000 3.000 16,-12.000-5.000-1,-10.000-6.000-15,-10.000 5.000 16,-1.000 13.000 0,3.000 18.000-16,3.000 2.000 15,5.000 5.000 1,3.000 4.000-16,1.000 5.000 15,1.000 7.000 1,0.000 2.000-16,-1.000-3.000 16,2.000-7.000-1,2.000-3.000-15,5.000-7.000 16,9.000-10.000 0,10.000-8.000-16,12.000-11.000 15,4.000-6.000 1,6.000-4.000-1,-3.000-2.000-15,-4.000 3.000 0,-6.000 2.000 16,-8.000 0.000 0,-8.000-4.000-16,-13.000-1.000 15,-5.000 2.000 1</inkml:trace>
  <inkml:trace contextRef="#ctx0" brushRef="#br0">29578.000 2089.000 0,'0.000'0.000'16,"0.000"0.000"0,5.000 13.000-16</inkml:trace>
  <inkml:trace contextRef="#ctx0" brushRef="#br0">29536.000 2378.000 0,'0.000'0.000'0,"13.000"9.000"16,4.000 0.000-1</inkml:trace>
  <inkml:trace contextRef="#ctx0" brushRef="#br0">30058.000 1971.000 0,'0.000'0.000'0,"0.000"0.000"15,0.000 0.000-15,0.000 0.000 16,8.000-19.000 0,7.000-5.000-16,3.000 3.000 15,3.000-1.000 1,0.000 10.000-16,-1.000 2.000 16,1.000 7.000-16,0.000 6.000 15,-3.000 5.000 1,2.000 12.000-16,1.000 13.000 15,-4.000 14.000 1,1.000 5.000-16,-4.000 3.000 16,1.000 0.000-1,-4.000-5.000-15,-2.000-7.000 16,1.000-7.000-16,-4.000-9.000 16,-2.000-4.000-1,-3.000-7.000-15,-1.000-16.000 16,0.000 0.000-1,-3.000 7.000-15</inkml:trace>
  <inkml:trace contextRef="#ctx0" brushRef="#br0">30436.000 1833.000 0,'0.000'0.000'0,"-18.000"36.000"16,-25.000 27.000-1,-6.000 8.000-15,-5.000 1.000 16,-2.000-3.000 0,2.000-10.000-16,11.000-17.000 15,10.000-11.000 1,13.000-16.000-16,13.000-23.000 15,5.000-6.000-15</inkml:trace>
  <inkml:trace contextRef="#ctx0" brushRef="#br0">30857.000 1551.000 0,'0.000'0.000'0,"0.000"0.000"0,-26.000 29.000 16,-17.000 18.000 0,-13.000 6.000-16,-4.000-6.000 15,11.000-14.000 1</inkml:trace>
  <inkml:trace contextRef="#ctx0" brushRef="#br0">30654.000 1739.000 0,'0.000'0.000'15,"0.000"0.000"-15,0.000 0.000 16,-15.000 35.000-1,-13.000 11.000-15,-7.000-2.000 16,4.000-10.000 0,5.000-8.000-16,11.000-11.000 15,15.000-15.000 1,9.000 5.000-16,15.000-8.000 16,10.000-5.000-16,4.000 1.000 15,2.000 2.000 1,-3.000 1.000-16,-10.000 4.000 15,-5.000 3.000 1,-11.000 5.000-16,-11.000 6.000 16,-12.000 8.000-1,-16.000-1.000-15,-5.000 4.000 16,-3.000-5.000 0,8.000-2.000-16,8.000-7.000 15,13.000-3.000-15,10.000-2.000 16,13.000-4.000-1,13.000-4.000-15,12.000-5.000 16,2.000-3.000-16,2.000 0.000 16,-8.000 2.000-1,-10.000 2.000-15,-9.000 4.000 16,-7.000 5.000 0,-10.000 8.000-16,-12.000 5.000 15,-5.000 2.000-15,-4.000 2.000 16,4.000-3.000-1,2.000 0.000-15,4.000 3.000 16,7.000 1.000 0,3.000 4.000-16,1.000 5.000 15,-1.000 4.000 1,0.000 3.000-16,-3.000 0.000 16,-6.000 1.000-1,-4.000-4.000-15,-3.000-12.000 16,0.000-19.000-1,4.000-6.000-15</inkml:trace>
  <inkml:trace contextRef="#ctx0" brushRef="#br0">30595.000 2260.000 0,'-11.000'20.000'0,"-9.000"8.000"15,-3.000 5.000-15,0.000-5.000 16,7.000-10.000 0</inkml:trace>
  <inkml:trace contextRef="#ctx0" brushRef="#br0">30798.000 2277.000 0,'13.000'14.000'16,"6.000"5.000"-16,3.000 1.000 16,-8.000-8.000-1,-3.000-15.000-15,-5.000-4.000 16</inkml:trace>
  <inkml:trace contextRef="#ctx0" brushRef="#br0">30991.000 1808.000 0,'16.000'11.000'16,"7.000"-5.000"-16,-2.000-6.000 15</inkml:trace>
  <inkml:trace contextRef="#ctx0" brushRef="#br0">31370.000 1722.000 0,'-49.000'49.000'0,"-23.000"22.000"0,-4.000 2.000 16,14.000-13.000 0,20.000-14.000-16,21.000-16.000 15,21.000-14.000 1,22.000-10.000-16,18.000-15.000 16,13.000-7.000-1,3.000-4.000-15,-5.000 1.000 16,-5.000-3.000-16,-11.000 0.000 15,-12.000-1.000 1,-13.000 0.000-16,-13.000-8.000 16,-4.000 5.000-1</inkml:trace>
  <inkml:trace contextRef="#ctx0" brushRef="#br0">31134.000 1765.000 0,'4.000'52.000'15,"1.000"32.000"-15,-5.000 7.000 16,-4.000 4.000 0,2.000-11.000-1,5.000-11.000-15,5.000-15.000 16,6.000-18.000-16,1.000-14.000 15,6.000-14.000 1,0.000-12.000-16,0.000-10.000 16,-3.000-6.000-1,-6.000-5.000-15,-5.000 0.000 16,-8.000 3.000 0,-7.000 5.000-16,-3.000 7.000 15,-3.000 8.000-15,-4.000 7.000 16,-9.000 8.000-1,-1.000 4.000-15,-2.000 1.000 16,1.000-2.000 0,3.000-11.000-16,9.000-13.000 15,7.000-13.000-15,14.000-16.000 16,11.000-14.000 0,19.000-14.000-1,14.000-11.000-15,10.000-7.000 16,5.000-3.000-16,6.000 9.000 15,-2.000 4.000 1,-7.000 11.000-16,-16.000 16.000 16,-13.000 18.000-1,-13.000 11.000-15,-18.000 13.000 16,2.000 7.000 0,-14.000 15.000-16,-10.000 12.000 15,-1.000 11.000 1,7.000 2.000-16,6.000-4.000 15,9.000-3.000-15,11.000-2.000 16,8.000-2.000 0,8.000-3.000-1,1.000-2.000-15,-1.000 1.000 16,-5.000-3.000-16,-7.000 3.000 16,-9.000-1.000-1,-11.000-4.000 1,-14.000 1.000-16,-16.000-7.000 15,-10.000-4.000-15,-2.000-5.000 16,6.000-5.000 0,12.000-7.000-16,15.000-7.000 15,16.000-4.000 1,17.000 1.000-16,13.000 5.000 16,9.000 2.000-16,6.000 6.000 15,0.000 6.000 1,-2.000 4.000-16,-7.000 1.000 15,-8.000 0.000 1,-9.000-9.000-16,-5.000-5.000 16</inkml:trace>
  <inkml:trace contextRef="#ctx0" brushRef="#br0">31949.000 2030.000 0,'0.000'0.000'15,"0.000"0.000"-15,0.000 0.000 16,0.000 0.000 0,32.000-15.000-16,24.000-4.000 15,10.000 3.000 1,4.000 7.000-16,-4.000-2.000 16,-7.000 8.000-1,-8.000 3.000-15,-8.000 3.000 16,-11.000 5.000-1,-9.000 4.000-15,-8.000 6.000 16,-8.000 10.000 0,-10.000 9.000-16,-13.000 12.000 15,-9.000 4.000-15,-11.000 1.000 16,-5.000 0.000 0,1.000-4.000-16,1.000-8.000 15,7.000-12.000 1,7.000-9.000-1,6.000-12.000-15,7.000-9.000 16,1.000-11.000-16,0.000-14.000 16,4.000-13.000-1,7.000-20.000-15,8.000-20.000 16,5.000 5.000 0,-2.000 20.000-16</inkml:trace>
  <inkml:trace contextRef="#ctx0" brushRef="#br0">32412.000 1782.000 0,'0.000'0.000'0,"-34.000"50.000"16,-29.000 28.000-16,-13.000 13.000 16,-6.000 2.000-1,3.000-9.000-15,9.000-21.000 16,16.000-29.000-1,17.000-20.000-15</inkml:trace>
  <inkml:trace contextRef="#ctx0" brushRef="#br0">32269.000 1748.000 0,'9.000'32.000'16,"0.000"18.000"-1,-1.000-7.000-15</inkml:trace>
  <inkml:trace contextRef="#ctx0" brushRef="#br0">32286.000 2149.000 0,'0.000'0.000'0,"0.000"0.000"15,14.000 10.000 1,3.000-6.000-16,-2.000-4.000 16</inkml:trace>
  <inkml:trace contextRef="#ctx0" brushRef="#br0">32892.000 1603.000 0,'0.000'0.000'0,"-17.000"19.000"15,-3.000 11.000-15,2.000 1.000 16,10.000-2.000-16,12.000-4.000 16,15.000-2.000-1,12.000-5.000 1,7.000 2.000-16,4.000-3.000 16,-2.000 3.000-16,-7.000 3.000 15,-14.000 0.000 1,-12.000 1.000-16,-21.000 3.000 15,-22.000 1.000 1,-17.000-8.000-16,5.000-5.000 16,11.000-7.000-1</inkml:trace>
  <inkml:trace contextRef="#ctx0" brushRef="#br0">32715.000 2056.000 0,'10.000'20.000'15,"5.000"13.000"1,-1.000 7.000-16,-7.000 2.000 16,-7.000-5.000-1,-6.000-12.000-15,-2.000-13.000 16</inkml:trace>
  <inkml:trace contextRef="#ctx0" brushRef="#br0">32883.000 2056.000 0,'31.000'-7.000'16,"11.000"0.000"-16,2.000 3.000 16,-6.000 4.000-1,-6.000 3.000-15,-6.000 4.000 16,-9.000 2.000-1,-5.000 8.000-15,-6.000 7.000 16,-6.000 6.000 0,-11.000 9.000-16,-7.000 3.000 15,-8.000-1.000 1,-6.000-5.000-16,3.000-12.000 16,6.000-10.000-1,10.000-6.000-15</inkml:trace>
  <inkml:trace contextRef="#ctx0" brushRef="#br0">32976.000 2174.000 0,'0.000'0.000'0,"-23.000"32.000"15,-19.000 21.000 1,-13.000 7.000-16,-6.000-4.000 15,7.000-12.000 1,16.000-15.000-16,14.000-11.000 16</inkml:trace>
  <inkml:trace contextRef="#ctx0" brushRef="#br0">32909.000 2387.000 0,'0.000'0.000'16,"18.000"23.000"-16,12.000 12.000 16,5.000-7.000-1,0.000-10.000-15,-10.000-7.000 16</inkml:trace>
  <inkml:trace contextRef="#ctx0" brushRef="#br0">33388.000 2549.000 0,'0.000'0.000'0,"0.000"0.000"16</inkml:trace>
  <inkml:trace contextRef="#ctx0" brushRef="#br0">25542.000 3369.000 0,'0.000'0.000'0,"0.000"0.000"0,0.000 0.000 15,9.000-10.000 1</inkml:trace>
  <inkml:trace contextRef="#ctx0" brushRef="#br0">25693.000 3344.000 0,'0.000'0.000'16,"14.000"6.000"-16,5.000 3.000 15,-2.000-1.000 1,-6.000-2.000-16</inkml:trace>
  <inkml:trace contextRef="#ctx0" brushRef="#br0">25904.000 2943.000 0,'16.000'-7.000'0,"-4.000"9.000"16,-17.000 17.000 0,-25.000 19.000-16,-23.000 10.000 15,-18.000 8.000 1,-3.000-4.000-16,4.000-5.000 16,7.000-8.000-1,15.000-9.000 1,16.000-6.000-16,12.000-6.000 15,13.000-4.000-15,7.000-2.000 16,8.000 2.000-16,5.000-2.000 16,6.000 4.000-1,5.000 3.000-15,2.000 4.000 16,-2.000 10.000 0,-2.000 4.000-16,-6.000 0.000 15,-9.000 3.000-15,-7.000-3.000 16,-7.000-1.000-1,-5.000-12.000-15,-4.000-19.000 16,-4.000-21.000 0,4.000-2.000-16</inkml:trace>
  <inkml:trace contextRef="#ctx0" brushRef="#br0">25634.000 3378.000 0,'45.000'-17.000'15,"17.000"-7.000"1,2.000 1.000-16,-3.000 8.000 16,-4.000 3.000-16,-5.000 0.000 15,-5.000 4.000 1,-7.000 1.000-16,-9.000 3.000 15,-7.000 4.000 1,-7.000 3.000-16,-7.000 2.000 16,-1.000 4.000-1,-2.000 2.000-15,-2.000 8.000 16,-3.000 3.000 0,-5.000 8.000-16,-1.000 8.000 15,3.000 6.000 1,0.000 9.000-16,4.000 1.000 15,4.000 1.000 1,1.000-3.000-16,0.000-5.000 16,-2.000-10.000-1,-1.000-8.000-15,-4.000-5.000 16,-6.000-10.000 0,-4.000-4.000-16,-8.000-8.000 15,-9.000-5.000 1,-6.000-14.000-16,-10.000-17.000 15,-5.000-15.000 1,8.000 5.000-16</inkml:trace>
  <inkml:trace contextRef="#ctx0" brushRef="#br0">25786.000 3523.000 0,'0.000'0.000'0,"9.000"27.000"16,0.000 9.000 0,-4.000 2.000-16,-5.000-12.000 15,-1.000-12.000 1,0.000-7.000-16</inkml:trace>
  <inkml:trace contextRef="#ctx0" brushRef="#br0">25845.000 3531.000 0,'14.000'-10.000'16,"8.000"-2.000"-16,4.000 1.000 15,1.000 8.000 1,-4.000 7.000-16,-4.000 6.000 16,-6.000 2.000-16,-7.000 6.000 15,-9.000 3.000-15,-9.000-1.000 16,-8.000 1.000-1,-1.000-3.000-15,3.000-5.000 16,5.000-2.000 0,13.000-11.000-16,0.000 6.000 15,18.000-7.000 1,12.000-16.000-16,-2.000-2.000 16</inkml:trace>
  <inkml:trace contextRef="#ctx0" brushRef="#br0">26551.000 3428.000 0,'48.000'-1.000'0,"18.000"0.000"16,2.000-2.000-16,-10.000 2.000 16,-12.000 0.000-1,-10.000-1.000-15,-9.000-3.000 16,-8.000-4.000-1,-7.000-1.000 1,-3.000 3.000-16</inkml:trace>
  <inkml:trace contextRef="#ctx0" brushRef="#br0">27031.000 3309.000 0,'28.000'-20.000'16,"12.000"-6.000"-16,1.000-2.000 16,-5.000 6.000-1,-5.000 7.000-15,-7.000 3.000 16,-6.000 6.000-16,-4.000 4.000 16,-1.000 9.000-1,-1.000 9.000-15,-2.000 10.000 16,2.000 10.000-1,1.000 10.000-15,3.000 4.000 16,-2.000-3.000 0,1.000-2.000-16,-1.000-3.000 15,2.000-3.000 1,-4.000-2.000-16,0.000-8.000 16,-1.000-8.000-1,-2.000-9.000-15,-2.000-15.000 16,-5.000-4.000-16,-1.000-1.000 15</inkml:trace>
  <inkml:trace contextRef="#ctx0" brushRef="#br0">27527.000 3199.000 0,'0.000'0.000'0,"-22.000"37.000"16,-19.000 26.000-1,-19.000 8.000-15,-6.000-4.000 16,0.000-10.000-16,7.000-8.000 16,12.000-14.000-1,15.000-9.000-15,14.000-11.000 16,18.000-15.000-1,-5.000 3.000-15</inkml:trace>
  <inkml:trace contextRef="#ctx0" brushRef="#br0">27745.000 3395.000 0,'0.000'0.000'16,"20.000"-7.000"-1,1.000-1.000 1</inkml:trace>
  <inkml:trace contextRef="#ctx0" brushRef="#br0">28200.000 3369.000 0,'20.000'0.000'15,"12.000"-8.000"-15,-4.000 0.000 16</inkml:trace>
  <inkml:trace contextRef="#ctx0" brushRef="#br0">28586.000 3352.000 0,'0.000'0.000'16,"21.000"2.000"-16,4.000 1.000 15</inkml:trace>
  <inkml:trace contextRef="#ctx0" brushRef="#br0">28981.000 3378.000 0,'19.000'-3.000'15,"5.000"-2.000"-15,-2.000 2.000 16</inkml:trace>
  <inkml:trace contextRef="#ctx0" brushRef="#br0">29485.000 3344.000 0,'0.000'0.000'0,"15.000"0.000"16</inkml:trace>
  <inkml:trace contextRef="#ctx0" brushRef="#br0">29855.000 3317.000 0,'0.000'0.000'0,"0.000"0.000"16</inkml:trace>
  <inkml:trace contextRef="#ctx0" brushRef="#br0">30898.000 3250.000 0,'0.000'0.000'16,"0.000"0.000"-16,0.000 0.000 15,0.000 0.000 1,0.000 0.000-16</inkml:trace>
  <inkml:trace contextRef="#ctx0" brushRef="#br0">31243.000 3199.000 0,'0.000'0.000'16,"22.000"-1.000"0,11.000-2.000-16,-5.000-2.000 15</inkml:trace>
  <inkml:trace contextRef="#ctx0" brushRef="#br0">31630.000 3199.000 0,'0.000'0.000'16,"18.000"0.000"-16,2.000 0.000 15</inkml:trace>
  <inkml:trace contextRef="#ctx0" brushRef="#br0">31975.000 3199.000 0,'0.000'0.000'0,"0.000"0.000"16,12.000-4.000 0</inkml:trace>
  <inkml:trace contextRef="#ctx0" brushRef="#br0">32152.000 3207.000 0,'0.000'0.000'16,"0.000"0.000"0</inkml:trace>
  <inkml:trace contextRef="#ctx0" brushRef="#br0">32606.000 3242.000 0,'0.000'0.000'15,"28.000"-11.000"-15,16.000-4.000 16,9.000-6.000 0,1.000 1.000-16,-4.000 2.000 15,-7.000 5.000 1,-11.000 3.000 0,-9.000 4.000-16,-9.000 3.000 15,-14.000 3.000-15,0.000 2.000 16,-13.000 7.000-1,-7.000 8.000-15,-3.000 8.000 16,2.000 4.000-16,5.000-1.000 16,3.000 0.000-1,6.000-3.000 1,3.000 3.000-16,2.000 0.000 16,5.000-3.000-16,-1.000 2.000 15,-3.000-2.000 1,-2.000-3.000-16,-2.000-7.000 15,5.000-15.000 1,-1.000-5.000-16,2.000-6.000 16</inkml:trace>
  <inkml:trace contextRef="#ctx0" brushRef="#br0">32933.000 3378.000 0,'14.000'-11.000'15,"5.000"-2.000"-15,2.000-2.000 16,0.000 4.000 0,0.000 2.000-16,-3.000-4.000 15,-6.000 0.000 1,-3.000 0.000-16</inkml:trace>
  <inkml:trace contextRef="#ctx0" brushRef="#br0">32724.000 3411.000 0,'0.000'0.000'15,"0.000"0.000"-15,-4.000 17.000 16,3.000 10.000-1,0.000 2.000-15,-3.000-7.000 16,0.000-7.000 0,0.000-5.000-16,1.000-4.000 15</inkml:trace>
  <inkml:trace contextRef="#ctx0" brushRef="#br0">32387.000 3616.000 0,'0.000'0.000'0,"44.000"-4.000"16,30.000-6.000 0,17.000-3.000-16,6.000-3.000 15,1.000 3.000 1,-5.000 3.000-16,-7.000 1.000 15,-8.000 3.000 1,-8.000 2.000-16,-14.000 4.000 16,-14.000-6.000-1,-15.000-2.000-15</inkml:trace>
  <inkml:trace contextRef="#ctx0" brushRef="#br0">33346.000 3634.000 0,'0.000'0.000'15,"0.000"0.000"-15,0.000 0.000 16</inkml:trace>
  <inkml:trace contextRef="#ctx0" brushRef="#br0">11634.000 3582.000 0,'-26.000'-9.000'16,"-3.000"-7.000"-16,6.000 0.000 15,10.000-8.000 1,10.000 0.000-16,11.000-3.000 16,10.000 2.000-1,6.000 1.000-15,7.000 5.000 16,-3.000 5.000-16,-4.000 11.000 15,-7.000 8.000 1,-9.000 12.000-16,-5.000 7.000 16,-2.000 7.000-1,-2.000 4.000-15,-3.000-5.000 16,0.000-2.000 0,3.000-5.000-16,3.000-4.000 15,6.000-13.000 1,7.000-15.000-16,8.000-14.000 15,5.000-9.000 1,0.000-7.000-16,1.000-6.000 16,-4.000-1.000-16,-2.000 2.000 15,-7.000 8.000 1,-6.000 12.000-16,-3.000 11.000 16,-7.000 13.000-1,5.000 1.000-15,-3.000 16.000 16,0.000 20.000-1,0.000 15.000-15,0.000 13.000 16,-2.000 14.000 0,0.000 7.000-16,-3.000 6.000 15,-4.000 3.000 1,-6.000-2.000-16,-5.000-6.000 16,-8.000-9.000-1,-4.000-9.000 1,-5.000-15.000-16,-2.000-13.000 15,-2.000-18.000-15,0.000-14.000 16,2.000-19.000 0,4.000-16.000-16,9.000-12.000 15,13.000-8.000 1,15.000-4.000-16,15.000 0.000 16,14.000 2.000-1,6.000 3.000-15,2.000 6.000 16,-1.000 10.000-1,-6.000 3.000-15,-8.000 8.000 16,-5.000 6.000 0,-7.000 3.000-16,-2.000-2.000 15,-4.000 1.000 1</inkml:trace>
  <inkml:trace contextRef="#ctx0" brushRef="#br0">12214.000 3762.000 0,'39.000'-6.000'0,"20.000"-5.000"16,4.000 2.000 0,-2.000 2.000-16,-7.000 5.000 15,-11.000 2.000 1,-7.000-3.000-16,-9.000-4.000 16,-8.000-1.000-16</inkml:trace>
  <inkml:trace contextRef="#ctx0" brushRef="#br0">12197.000 4044.000 0,'43.000'-13.000'15,"28.000"-6.000"1,9.000 1.000-16,0.000 1.000 15,-8.000-3.000 1,-10.000 4.000-16,-16.000-1.000 16,-15.000 4.000-1</inkml:trace>
  <inkml:trace contextRef="#ctx0" brushRef="#br0">13222.000 3369.000 0,'0.000'0.000'16,"0.000"0.000"-16,-9.000 36.000 15,-14.000 27.000 1,-13.000 22.000-16,-10.000 13.000 15,-8.000 7.000 1,0.000-3.000 0,6.000-8.000-16,6.000-15.000 15,14.000-19.000 1,12.000-26.000-16,11.000-27.000 16,4.000-12.000-16</inkml:trace>
  <inkml:trace contextRef="#ctx0" brushRef="#br0">13299.000 3437.000 0,'11.000'38.000'0,"8.000"27.000"15,-2.000 21.000 1,-1.000 11.000-16,-7.000 0.000 16,-3.000-3.000-1,-4.000-10.000 17,1.000-13.000-32,-2.000-15.000 0,-1.000-17.000 15,0.000-39.000-15,-7.000 3.000 16,-1.000-14.000-16</inkml:trace>
  <inkml:trace contextRef="#ctx0" brushRef="#br0">13055.000 3957.000 0,'30.000'-9.000'0,"27.000"-7.000"15,17.000-4.000 1,3.000-3.000-16,-17.000 4.000 16</inkml:trace>
  <inkml:trace contextRef="#ctx0" brushRef="#br0">13954.000 3600.000 0,'-21.000'23.000'16,"-19.000"22.000"-16,-13.000 17.000 16,-1.000 10.000-1,2.000 1.000-15,8.000-7.000 16,15.000-12.000 0,11.000-12.000-1,14.000-15.000-15,9.000-12.000 16,19.000-18.000-16,10.000-19.000 15,10.000-18.000 1,7.000-7.000-16,2.000-8.000 16,-7.000 4.000-1,-8.000 6.000-15,-11.000 13.000 16,-10.000 12.000 0,-8.000 12.000-16,-9.000 8.000 15,2.000 8.000-15,-6.000 19.000 16,-4.000 9.000-1,1.000 8.000-15,2.000-1.000 16,4.000-2.000 0,5.000-7.000-16,3.000-9.000 15,5.000-9.000 1,9.000-11.000-16,4.000-13.000 16,-2.000-12.000-1,1.000-7.000-15,-5.000-8.000 16,-13.000-6.000-1,-11.000 1.000-15,-12.000 4.000 16,-3.000 7.000 0,0.000 5.000-1,4.000 6.000-15,10.000 3.000 16,15.000-2.000-16,13.000 1.000 16,14.000-1.000-1,17.000 2.000-15,10.000-2.000 16,2.000 5.000-1,-4.000 2.000-15,-13.000 4.000 16,-16.000 2.000 0,-15.000 6.000-16,-13.000 6.000 15,-17.000 7.000 1,-18.000 7.000-16,-6.000 1.000 16,2.000 3.000-1,9.000 1.000 1,16.000 1.000-16,19.000-2.000 15,20.000-2.000-15,18.000-4.000 16,14.000-5.000 0,3.000 0.000-16,-5.000-1.000 15,-12.000-1.000 1,-17.000 2.000-16,-20.000 5.000 16,-26.000 6.000-1,-32.000 3.000-15,-25.000 0.000 16,-13.000-4.000-1,5.000-17.000-15,21.000-7.000 16</inkml:trace>
  <inkml:trace contextRef="#ctx0" brushRef="#br0">15174.000 3395.000 0,'-16.000'16.000'0,"-13.000"16.000"15,-5.000 21.000-15,-4.000 17.000 16,4.000 16.000 0,4.000 17.000-1,7.000 1.000-15,9.000 0.000 16,7.000-10.000-16,11.000-9.000 16,7.000-17.000-1,2.000-16.000-15,2.000-15.000 16,2.000-19.000-1,1.000-24.000-15,-3.000-23.000 16,-2.000-4.000 0</inkml:trace>
  <inkml:trace contextRef="#ctx0" brushRef="#br0">15292.000 3788.000 0,'13.000'32.000'0,"1.000"20.000"15,-1.000 5.000-15,-5.000-5.000 16,-1.000-9.000 0,-1.000-12.000-1,1.000-14.000-15,4.000-14.000 16,11.000-14.000-16,6.000-14.000 15,6.000-18.000 1,1.000-8.000-16,-1.000-2.000 16,-3.000 11.000-1,-5.000 12.000-15,-9.000 15.000 16,-4.000 10.000-16,-5.000 13.000 16,-2.000 14.000-1,3.000 12.000-15,0.000 11.000 16,-4.000 2.000-1,2.000-1.000-15,3.000-5.000 16,4.000-10.000 0,8.000-9.000-16,5.000-16.000 15,6.000-12.000 1,4.000-20.000 0,3.000-15.000-16,0.000-14.000 15,-5.000-3.000-15,-12.000 8.000 16,-10.000 5.000-1,-11.000 8.000-15,-12.000 3.000 16,-7.000 5.000 0,2.000 9.000-16</inkml:trace>
  <inkml:trace contextRef="#ctx0" brushRef="#br0">15956.000 3710.000 0,'81.000'-12.000'16,"28.000"-2.000"0,-6.000 0.000-16,-19.000 8.000 15,-22.000 2.000-15,-20.000 1.000 16,-13.000-3.000 0,-14.000-6.000-1,-9.000-8.000-15,-4.000 1.000 16</inkml:trace>
  <inkml:trace contextRef="#ctx0" brushRef="#br0">16267.000 3480.000 0,'-9.000'55.000'15,"-10.000"36.000"1,-4.000 15.000-16,-4.000-1.000 16,1.000-13.000-1,7.000-14.000-15,11.000-13.000 16,13.000-15.000 0,16.000-18.000-16,16.000-19.000 15,15.000-22.000 1,11.000-21.000-16,10.000-17.000 15,-12.000 6.000 1</inkml:trace>
  <inkml:trace contextRef="#ctx0" brushRef="#br0">16990.000 3745.000 0,'22.000'3.000'15,"18.000"-3.000"-15,7.000-2.000 16,2.000 1.000 0,-2.000 1.000-16,-4.000-1.000 15,-3.000 1.000-15,0.000-1.000 16,-7.000-4.000-1,-5.000-2.000-15,-7.000 1.000 16,-10.000-1.000 0,-4.000 0.000-16,-11.000-4.000 15,-5.000-1.000 1,-4.000-8.000-16,-4.000-2.000 16,-1.000 4.000-1,0.000 3.000-15,3.000 4.000 16,3.000 9.000-1,4.000 8.000-15,4.000 1.000 16,0.000-1.000 0,4.000-6.000-16,-2.000 9.000 15,2.000 8.000-15,3.000 5.000 16,0.000 12.000 0,-3.000 7.000-1,-5.000 9.000-15,-3.000 0.000 16,-2.000 0.000-1,1.000-4.000-15,1.000-5.000 16,1.000-11.000-16,-4.000-12.000 16,3.000-8.000-1</inkml:trace>
  <inkml:trace contextRef="#ctx0" brushRef="#br0">16931.000 4256.000 0,'37.000'-4.000'15,"25.000"-3.000"-15,11.000-4.000 16,2.000-3.000-1,-5.000 0.000-15,-12.000-1.000 16,-17.000 2.000 0</inkml:trace>
  <inkml:trace contextRef="#ctx0" brushRef="#br0">17789.000 3770.000 0,'46.000'3.000'16,"16.000"5.000"-1,-2.000 10.000-15,-14.000 9.000 16,-20.000 10.000-16,-24.000 10.000 15,-23.000 9.000 1,-15.000 1.000 0,-8.000-1.000-16,3.000-10.000 15,9.000-7.000 1,15.000-7.000-16,14.000-10.000 16,15.000-11.000-16,16.000-15.000 15,17.000-12.000 1,13.000-16.000-16,6.000-14.000 15,-1.000-11.000 1,-16.000 10.000 0</inkml:trace>
  <inkml:trace contextRef="#ctx0" brushRef="#br0">18268.000 3803.000 0,'61.000'-5.000'16,"22.000"-1.000"-1,-3.000 5.000-15,-18.000 4.000 16,-19.000 8.000 0,-21.000 9.000-16,-23.000 12.000 15,-28.000 11.000 1,-19.000 5.000-16,-10.000 0.000 15,-6.000-1.000 1,2.000-6.000-16,9.000-9.000 16,13.000-16.000-1,16.000-23.000-15,20.000-18.000 16,7.000-1.000 0</inkml:trace>
  <inkml:trace contextRef="#ctx0" brushRef="#br0">18529.000 4025.000 0,'9.000'27.000'16,"7.000"9.000"-1,-1.000 1.000-15,0.000-5.000 16,-1.000-9.000 0,1.000-13.000-16,3.000-14.000 15,7.000-14.000 1,-2.000-1.000-16</inkml:trace>
  <inkml:trace contextRef="#ctx0" brushRef="#br0">18983.000 4044.000 0,'47.000'23.000'15,"21.000"20.000"1,-1.000 7.000-16,-14.000 4.000 15,-15.000 0.000 1,-15.000 2.000-16,-13.000-4.000 16,-14.000-6.000-16,-8.000-9.000 15,-10.000-14.000 1,-2.000-20.000-16,3.000-20.000 16,8.000-9.000-1,6.000 2.000-15</inkml:trace>
  <inkml:trace contextRef="#ctx0" brushRef="#br0">19227.000 4291.000 0,'0.000'0.000'15,"0.000"0.000"1,-29.000 28.000-16,-18.000 21.000 16,-8.000 5.000-1,-4.000-3.000 1,6.000-12.000-16,8.000-14.000 15,12.000-23.000-15,14.000-19.000 16,9.000 0.000 0</inkml:trace>
  <inkml:trace contextRef="#ctx0" brushRef="#br0">18874.000 3967.000 0,'0.000'0.000'0,"44.000"14.000"16,31.000 1.000-1,17.000 0.000-15,4.000-5.000 16,-3.000-7.000-1,-8.000-4.000-15,-10.000-2.000 16,-13.000-1.000 0,-18.000-5.000-16,-19.000-6.000 15,-19.000-8.000 1,-19.000-2.000-16,-21.000-10.000 16,-17.000 0.000-16,5.000 10.000 15</inkml:trace>
  <inkml:trace contextRef="#ctx0" brushRef="#br0">18958.000 3650.000 0,'32.000'-38.000'16,"14.000"-13.000"-16,5.000 7.000 15,-7.000 17.000-15,-3.000 11.000 16,-8.000 11.000 0,-1.000 13.000-16,-3.000 13.000 15,-5.000 16.000 1,-2.000 13.000 0,-1.000 7.000-16,-5.000 5.000 15,-2.000-3.000-15,-2.000-9.000 16,-4.000-10.000-1,0.000-17.000-15,1.000-22.000 16,-1.000-8.000 0</inkml:trace>
  <inkml:trace contextRef="#ctx0" brushRef="#br0">19496.000 3523.000 0,'-57.000'58.000'15,"-36.000"29.000"1,-10.000 4.000-16,6.000-20.000 16,24.000-22.000-1</inkml:trace>
  <inkml:trace contextRef="#ctx0" brushRef="#br0">19925.000 4009.000 0,'77.000'-2.000'16,"25.000"1.000"-16,-9.000 1.000 16,-16.000-1.000-1,-17.000-4.000-15,-15.000-3.000 16,-15.000-9.000-1,-15.000-8.000-15,-14.000-4.000 16,-5.000 4.000 0</inkml:trace>
  <inkml:trace contextRef="#ctx0" brushRef="#br0">20152.000 3803.000 0,'-9.000'73.000'16,"-6.000"30.000"-1,0.000-11.000-15,5.000-29.000 16,3.000-29.000 0</inkml:trace>
  <inkml:trace contextRef="#ctx0" brushRef="#br0">20682.000 3821.000 0,'13.000'34.000'16,"13.000"18.000"-1,4.000 3.000-15,4.000-11.000 16,2.000-12.000 0,5.000-17.000-16,7.000-15.000 15,4.000-13.000 1,-3.000-11.000-16,-1.000-7.000 16,-9.000-8.000-1,-14.000-4.000-15,-14.000-2.000 16,-13.000 6.000-1,-8.000 9.000 1,-8.000 10.000-16,-2.000 13.000 16,-6.000 13.000-16,-2.000 14.000 15,-2.000 12.000 1,1.000 21.000-16,-1.000 19.000 16,5.000 13.000-1,1.000 6.000-15,5.000 4.000 16,0.000 2.000-1,3.000-8.000 1,-2.000-9.000-16,3.000-15.000 16,3.000-19.000-1,5.000-23.000-15,4.000-30.000 16,3.000-9.000 0</inkml:trace>
  <inkml:trace contextRef="#ctx0" brushRef="#br0">21497.000 3463.000 0,'63.000'43.000'0,"22.000"28.000"15,-10.000 18.000-15,-18.000 6.000 16,-24.000 6.000 0,-20.000 3.000-16,-23.000 3.000 15,-16.000 0.000 1,-21.000-3.000-16,-14.000-21.000 15,9.000-23.000 1</inkml:trace>
  <inkml:trace contextRef="#ctx0" brushRef="#br0">21985.000 4581.000 0,'0.000'0.000'16,"-3.000"-17.000"-16</inkml:trace>
  <inkml:trace contextRef="#ctx0" brushRef="#br0">3746.000 5203.000 0,'2.000'22.000'0,"-1.000"18.000"16,-6.000 13.000-1,-5.000 8.000-15,-2.000 5.000 16,3.000-1.000 0,2.000 0.000-1,7.000-6.000-15,11.000-8.000 16,8.000-6.000-16,10.000-3.000 15,14.000-1.000 1,7.000 1.000-16,3.000-3.000 16,-4.000-4.000-1,-11.000-8.000 1,-10.000-5.000-16,-9.000-6.000 16,-7.000-5.000-16,-12.000-11.000 15,-10.000-5.000 1,-4.000-7.000-1</inkml:trace>
  <inkml:trace contextRef="#ctx0" brushRef="#br0">3906.000 5571.000 0,'7.000'22.000'15,"-3.000"20.000"1,-4.000 14.000-16,-6.000 7.000 16,-12.000 3.000-1,-5.000-7.000-15,-3.000-8.000 16,-3.000-14.000 0,-2.000-14.000-16,-2.000-11.000 15,-3.000-14.000 1,-8.000-10.000-16,2.000-13.000 15,0.000-10.000 1,6.000-5.000-16,10.000 2.000 16,7.000 4.000-1,7.000 2.000-15,7.000 6.000 16,13.000 0.000 0,11.000 1.000-16,17.000 0.000 15,13.000 2.000 1,8.000 6.000-16,2.000 3.000 15,4.000 4.000-15,-3.000 2.000 16,-2.000 5.000 0,-8.000 5.000-16,-4.000 7.000 15,-11.000 4.000 1,-9.000 5.000-16,-13.000 6.000 16,-11.000 1.000-1,-9.000 2.000-15,-1.000-6.000 16,-3.000-5.000-1,5.000-7.000-15,6.000-9.000 16,-3.000-4.000 0,11.000-10.000-16,11.000-9.000 15,11.000-1.000 1,2.000 3.000-16,2.000 6.000 16,-2.000 4.000-1,-3.000 9.000 1,-8.000 10.000-16,-8.000 4.000 15,-11.000 9.000-15,-13.000 5.000 16,-14.000-2.000 0,-8.000-5.000-16,-6.000-7.000 15,-3.000-9.000 1,9.000-10.000-16,12.000-10.000 16,8.000-14.000-16,18.000-14.000 15,16.000-17.000 1,9.000-12.000-16,5.000-6.000 15,-4.000 16.000 1</inkml:trace>
  <inkml:trace contextRef="#ctx0" brushRef="#br0">4453.000 5221.000 0,'18.000'34.000'16,"6.000"13.000"-16,-1.000 0.000 15,-8.000-9.000 1,-6.000-5.000-16,-9.000-33.000 16,0.000 3.000-1,-3.000-13.000-15</inkml:trace>
  <inkml:trace contextRef="#ctx0" brushRef="#br0">4536.000 5221.000 0,'36.000'-15.000'0,"22.000"-5.000"15,11.000 6.000 1,0.000 8.000-16,-7.000 7.000 16,-10.000 9.000-16,-12.000 7.000 15,-12.000 9.000 1,-16.000 6.000-1,-18.000 7.000-15,-23.000 5.000 16,-16.000 0.000 0,-16.000-1.000-16,-4.000-17.000 15,1.000-16.000 1,18.000-8.000-16</inkml:trace>
  <inkml:trace contextRef="#ctx0" brushRef="#br0">4620.000 5315.000 0,'20.000'-4.000'15,"8.000"4.000"1,-4.000 6.000-16,-2.000 6.000 16,-10.000 5.000-16,-12.000 3.000 15,-12.000 3.000 1,-10.000 1.000-16,-5.000 1.000 15,-4.000-4.000 1,6.000-2.000-16,3.000-7.000 16,4.000-2.000-1,12.000-3.000-15,8.000 2.000 16,12.000-2.000 0,16.000-6.000-16,11.000-5.000 15,7.000-1.000 1,0.000-2.000-16,-9.000 4.000 15,-12.000 2.000-15,-16.000 6.000 16,-25.000 10.000 0,-22.000 13.000-16,-28.000 8.000 15,-23.000 11.000 1,0.000 6.000-16,11.000-7.000 16,19.000-9.000-1,26.000-11.000-15,31.000-14.000 16,34.000-13.000-1,34.000-15.000-15,34.000-9.000 16,16.000-4.000 0,8.000-1.000-1,-16.000 3.000-15,-18.000 5.000 16,-26.000 5.000-16,-24.000 4.000 16,-26.000 4.000-1,-26.000-7.000-15,-25.000 4.000 16,-18.000-4.000-1,-8.000-10.000 1,-4.000-11.000-16,5.000-11.000 16,14.000 6.000-16</inkml:trace>
  <inkml:trace contextRef="#ctx0" brushRef="#br0">4713.000 5238.000 0,'0.000'0.000'15,"0.000"0.000"-15,2.000 47.000 16,-3.000 33.000 0,-4.000 20.000-16,-3.000 9.000 15,-3.000-4.000 1,4.000-5.000-16,1.000-14.000 16,1.000-19.000-1,3.000-20.000-15,0.000-28.000 16,-3.000-25.000-1,2.000-8.000-15</inkml:trace>
  <inkml:trace contextRef="#ctx0" brushRef="#br0">4620.000 5767.000 0,'0.000'0.000'0,"0.000"0.000"15,-23.000 26.000 1,-16.000 19.000-16,-2.000 5.000 15,0.000-12.000 1,9.000-25.000-16,12.000-11.000 16</inkml:trace>
  <inkml:trace contextRef="#ctx0" brushRef="#br0">4898.000 5877.000 0,'21.000'19.000'0,"8.000"12.000"16,-8.000 5.000-16,-8.000-13.000 15,-13.000-23.000 1,6.000 5.000-16</inkml:trace>
  <inkml:trace contextRef="#ctx0" brushRef="#br0">5478.000 5085.000 0,'0.000'0.000'15,"-1.000"24.000"-15,-2.000 9.000 16,1.000-2.000 0,3.000-6.000-16,10.000-5.000 15,17.000-8.000 1,15.000-10.000 0,14.000-4.000-16,6.000-1.000 15,-3.000 2.000-15,-12.000 1.000 16,-12.000 6.000-1,-23.000 14.000-15,-23.000 7.000 16,-32.000 8.000 0,-29.000 10.000-16,-17.000 6.000 15,-1.000 0.000 1,13.000-6.000-16,23.000-9.000 16,31.000-11.000-1,29.000-10.000-15,35.000-9.000 16,33.000-13.000-1,19.000-4.000-15,3.000-5.000 16,-11.000 3.000 0,-20.000-1.000-16,-22.000 3.000 15,-24.000-3.000 1,-24.000-10.000-16,-22.000-10.000 16,-21.000 3.000-1,3.000 10.000-15</inkml:trace>
  <inkml:trace contextRef="#ctx0" brushRef="#br0">5596.000 5400.000 0,'0.000'31.000'0,"-7.000"22.000"16,-15.000 10.000 0,-15.000 3.000-1,-15.000 0.000 1,-9.000-7.000-16,-3.000-26.000 15,13.000-16.000-15</inkml:trace>
  <inkml:trace contextRef="#ctx0" brushRef="#br0">5689.000 5545.000 0,'66.000'14.000'0,"20.000"11.000"15,-10.000 9.000 1,-23.000 0.000-16,-23.000 2.000 16,-21.000-20.000-1,-9.000-10.000 1</inkml:trace>
  <inkml:trace contextRef="#ctx0" brushRef="#br0">5738.000 5665.000 0,'0.000'0.000'0,"-15.000"20.000"15,-11.000 15.000 1,-2.000 2.000 0,8.000-4.000-16,11.000-5.000 15,11.000-7.000-15,14.000-5.000 16,13.000-5.000-1,4.000-3.000-15,2.000 2.000 16,-8.000 3.000 0,-7.000 4.000-16,-7.000 1.000 15,-14.000 5.000 1,-16.000 1.000-16,-4.000-3.000 16,-7.000-10.000-1,-9.000-9.000-15,3.000-22.000 16,10.000-2.000-1</inkml:trace>
  <inkml:trace contextRef="#ctx0" brushRef="#br0">6252.000 5460.000 0,'86.000'-31.000'0,"22.000"-6.000"16,-20.000 4.000 0,-29.000 0.000-16,-24.000 6.000 15</inkml:trace>
  <inkml:trace contextRef="#ctx0" brushRef="#br0">6478.000 5238.000 0,'10.000'36.000'0,"-1.000"19.000"16,-4.000 5.000-1,-9.000 1.000-15,-13.000-11.000 16,2.000-15.000 0</inkml:trace>
  <inkml:trace contextRef="#ctx0" brushRef="#br0">6194.000 5690.000 0,'85.000'-13.000'0,"38.000"-4.000"16,1.000 5.000-1,-18.000-1.000-15,-21.000 1.000 16,-20.000-1.000-1,-21.000-5.000-15,-20.000-10.000 16,-18.000-9.000 0,-8.000 2.000-16</inkml:trace>
  <inkml:trace contextRef="#ctx0" brushRef="#br0">6630.000 5470.000 0,'-16.000'27.000'0,"-19.000"20.000"15,-14.000 13.000 1,-9.000 8.000 0,-5.000 2.000-16,-1.000-8.000 15,12.000-17.000 1</inkml:trace>
  <inkml:trace contextRef="#ctx0" brushRef="#br0">6488.000 5630.000 0,'-6.000'32.000'16,"-9.000"17.000"0,-8.000 8.000-16,1.000-4.000 15,8.000-9.000 1,16.000-12.000-16,23.000-9.000 15,12.000-12.000 1,13.000-4.000-16,0.000-1.000 16,-4.000 0.000-1,-12.000 3.000-15,-11.000 7.000 16,-18.000 5.000 0,-23.000 4.000-16,-20.000-1.000 15,-20.000-3.000 1,-11.000-9.000-16,1.000-13.000 15,13.000-20.000 1,25.000-18.000-16,17.000 2.000 16</inkml:trace>
  <inkml:trace contextRef="#ctx0" brushRef="#br0">6588.000 5800.000 0,'39.000'-8.000'0,"15.000"-2.000"16,-5.000-1.000-1,-9.000-8.000-15,-12.000-1.000 16</inkml:trace>
  <inkml:trace contextRef="#ctx0" brushRef="#br0">7370.000 5340.000 0,'59.000'-6.000'0,"22.000"-2.000"15,-5.000 3.000 1,-16.000 1.000-16,-18.000-2.000 16,-22.000-7.000-16,-14.000-6.000 15,-6.000 2.000 1</inkml:trace>
  <inkml:trace contextRef="#ctx0" brushRef="#br0">7252.000 5298.000 0,'10.000'26.000'15,"6.000"20.000"1,1.000 7.000-16,-8.000 1.000 15,-6.000-4.000 1,-8.000-3.000-16,-5.000-17.000 16,-5.000-14.000-1,4.000-10.000-15</inkml:trace>
  <inkml:trace contextRef="#ctx0" brushRef="#br0">7194.000 5630.000 0,'9.000'22.000'16,"6.000"14.000"0,1.000 6.000-16,-5.000 3.000 15,-2.000-5.000 1,-7.000-8.000-16,0.000-9.000 16,1.000-21.000-1,0.000-4.000-15</inkml:trace>
  <inkml:trace contextRef="#ctx0" brushRef="#br0">7277.000 5690.000 0,'42.000'-1.000'16,"14.000"3.000"-1,1.000 5.000-15,-9.000 5.000 16,-18.000 6.000-16,-16.000 4.000 15,-18.000 3.000 1,-18.000 2.000-16,-12.000-2.000 16,-5.000 1.000-1,0.000-4.000 1,8.000-4.000-16,11.000-3.000 16,16.000-5.000-16,17.000-6.000 15,16.000-6.000 1,11.000-7.000-16,2.000-7.000 15,-8.000 2.000 1</inkml:trace>
  <inkml:trace contextRef="#ctx0" brushRef="#br0">7051.000 6142.000 0,'0.000'0.000'0,"49.000"-1.000"16,38.000-2.000 0,18.000-4.000-16,1.000-3.000 15,-6.000 2.000 1,-15.000-5.000 0,-16.000 1.000-16,-19.000-6.000 15,-19.000-9.000-15,-15.000-3.000 16,-17.000-10.000-1,-6.000 8.000-15</inkml:trace>
  <inkml:trace contextRef="#ctx0" brushRef="#br0">8068.000 5366.000 0,'0.000'0.000'0,"-1.000"31.000"15,-12.000 21.000-15,-20.000 14.000 16,-11.000-2.000 0,-6.000-9.000-16,9.000-19.000 15,15.000-29.000 1,10.000-11.000-16</inkml:trace>
  <inkml:trace contextRef="#ctx0" brushRef="#br0">8026.000 5571.000 0,'36.000'17.000'15,"10.000"8.000"-15,-10.000 4.000 16,-10.000-3.000-1,-8.000-17.000-15,-6.000-16.000 16,-2.000-9.000 0</inkml:trace>
  <inkml:trace contextRef="#ctx0" brushRef="#br0">8337.000 5357.000 0,'0.000'0.000'0,"-9.000"30.000"15,-3.000 13.000 1,4.000 5.000-16,10.000-5.000 16,11.000-10.000-16,15.000-8.000 15,8.000-7.000 1,6.000-6.000-16,-7.000-5.000 15,-9.000-3.000 1,-13.000 2.000-16,-17.000 4.000 16,-24.000 9.000-1,-23.000 12.000-15,-20.000 6.000 16,-5.000 4.000 0,6.000 3.000-16,18.000-2.000 15,21.000-7.000 1,21.000-4.000-16,25.000-9.000 15,20.000-11.000 1,17.000-8.000-16,11.000-7.000 16,1.000-6.000-1,-7.000-6.000-15,-8.000-3.000 16,-13.000 1.000 0,-15.000-6.000-16,-17.000 2.000 15,-17.000 5.000 1,-13.000 8.000-16,-7.000 11.000 15,2.000 8.000 1,5.000 12.000-16,7.000 8.000 16,8.000 9.000-1,8.000 2.000-15,8.000 2.000 32,6.000-5.000-32,7.000-10.000 0,3.000-9.000 15,0.000-13.000 1,6.000-16.000-16,3.000-12.000 15,3.000-20.000 1,-1.000-18.000-16,-2.000-16.000 16,-4.000-10.000-1,-8.000 16.000-15</inkml:trace>
  <inkml:trace contextRef="#ctx0" brushRef="#br0">8665.000 5554.000 0,'56.000'-7.000'15,"24.000"-1.000"-15,1.000 4.000 16,-5.000-1.000 0,-10.000 0.000-16,-13.000 0.000 15,-10.000-6.000 1,-14.000-2.000-16,-11.000-6.000 16,-13.000-8.000-1,-19.000-6.000-15,-15.000-5.000 16,-10.000-1.000-1,-11.000-4.000-15,-3.000 1.000 16,3.000 3.000 0,11.000 10.000-16,11.000 9.000 15,11.000 9.000 1,10.000 14.000-16,8.000 11.000 16,4.000 17.000-1,5.000 19.000-15,-1.000 20.000 16,-3.000 17.000-1,-3.000 20.000-15,-2.000 9.000 16,-2.000 9.000 0,-3.000-3.000-16,0.000-6.000 15,4.000-18.000 1,3.000-19.000-16,0.000-22.000 16,0.000-22.000-1,-1.000-29.000-15,-3.000-28.000 16,0.000-32.000-1,0.000-29.000-15,0.000 6.000 16</inkml:trace>
  <inkml:trace contextRef="#ctx0" brushRef="#br0">8859.000 5792.000 0,'0.000'0.000'16,"-14.000"40.000"-1,-15.000 18.000-15,-6.000 1.000 16,3.000-17.000 0,7.000-28.000-16,8.000-14.000 15</inkml:trace>
  <inkml:trace contextRef="#ctx0" brushRef="#br0">8976.000 5716.000 0,'31.000'28.000'0,"15.000"17.000"16,-2.000 2.000-1,-11.000-4.000-15,-10.000-8.000 16,-8.000-24.000 0,-6.000-11.000-16</inkml:trace>
  <inkml:trace contextRef="#ctx0" brushRef="#br0">9321.000 5332.000 0,'63.000'-1.000'15,"17.000"6.000"1,-14.000 12.000-16,-28.000 9.000 16,-31.000 5.000-16,-26.000 3.000 15,-22.000-1.000 1,-9.000-7.000-16,3.000-2.000 16,9.000-6.000-1,11.000-6.000-15,11.000-2.000 16,18.000 1.000-1,18.000-3.000-15,17.000-2.000 16,10.000-5.000 0,2.000-3.000-16,0.000 0.000 15,-8.000 1.000 1,-11.000 6.000-16,-10.000 8.000 16,-7.000 12.000-1,-11.000 16.000-15,-8.000 11.000 16,-6.000 12.000-1,-1.000 2.000-15,3.000 0.000 16,1.000-11.000 0,3.000-9.000-16,3.000-11.000 15,-1.000-16.000 1,1.000-19.000-16,0.000-5.000 16</inkml:trace>
  <inkml:trace contextRef="#ctx0" brushRef="#br0">9388.000 5912.000 0,'0.000'0.000'0,"0.000"0.000"16,0.000 0.000 0,-6.000 14.000-16,-3.000-4.000 15,3.000-4.000-15</inkml:trace>
  <inkml:trace contextRef="#ctx0" brushRef="#br0">9767.000 5921.000 0,'24.000'17.000'15,"4.000"5.000"-15,-9.000-2.000 16,-7.000-12.000-1,-7.000-8.000-15</inkml:trace>
  <inkml:trace contextRef="#ctx0" brushRef="#br0">10339.000 5622.000 0,'30.000'-29.000'0,"10.000"-11.000"16,0.000 4.000 0,-4.000 7.000-16,-1.000 13.000 15,-1.000 9.000 1,1.000 15.000-16,-1.000 15.000 15,0.000 11.000 1,-3.000 18.000-16,2.000 14.000 16,-2.000 6.000-1,-3.000 1.000-15,-3.000-1.000 16,0.000-10.000 0,-3.000-9.000-1,-1.000-12.000-15,-2.000-12.000 16,-4.000-14.000-16,-1.000-23.000 15,3.000-20.000 1,3.000-19.000-16,0.000-17.000 16,-3.000 7.000-1</inkml:trace>
  <inkml:trace contextRef="#ctx0" brushRef="#br0">11061.000 5452.000 0,'-38.000'40.000'16,"-31.000"27.000"-1,-18.000 8.000-15,-10.000 3.000 16,-5.000-1.000 0,7.000-5.000-16,12.000-5.000 15,12.000-15.000 1,22.000-15.000-16</inkml:trace>
  <inkml:trace contextRef="#ctx0" brushRef="#br0">11171.000 6015.000 0,'4.000'28.000'0,"2.000"13.000"15,3.000-1.000 1,1.000-3.000-16,2.000-10.000 15,8.000-13.000 1,5.000-11.000-16,2.000-10.000 16,5.000-10.000-1,-1.000-6.000 1,-7.000-3.000-16,-5.000-2.000 16,-11.000 3.000-16,-12.000 6.000 15,-15.000 4.000 1,-13.000 5.000-16,-6.000 7.000 15,4.000 3.000 1,2.000-3.000-16,10.000-9.000 16,10.000-1.000-16</inkml:trace>
  <inkml:trace contextRef="#ctx0" brushRef="#br0">11810.000 5820.000 0,'0.000'0.000'16,"9.000"9.000"-16,-4.000 4.000 15,-2.000-5.000-15</inkml:trace>
  <inkml:trace contextRef="#ctx0" brushRef="#br0">11860.000 6107.000 0,'0.000'0.000'16,"0.000"0.000"-1,0.000 0.000-15</inkml:trace>
  <inkml:trace contextRef="#ctx0" brushRef="#br0">12618.000 5400.000 0,'0.000'0.000'15,"0.000"0.000"-15,0.000 0.000 16,0.000 0.000 0,-11.000 16.000-16,-4.000 11.000 15,-7.000 8.000 1,-5.000 5.000 0,-2.000 8.000-16,1.000 6.000 15,4.000 1.000-15,6.000-4.000 16,7.000-2.000-1,10.000 1.000-15,7.000-1.000 16,6.000-1.000 0,3.000-3.000-16,1.000-4.000 15,3.000-4.000 1,-4.000-4.000 0,-5.000-12.000-16,-5.000-10.000 15</inkml:trace>
  <inkml:trace contextRef="#ctx0" brushRef="#br0">12777.000 5622.000 0,'0.000'0.000'0,"0.000"41.000"15,-1.000 25.000 1,-2.000 5.000-16,1.000-5.000 16,3.000-16.000-1,3.000-14.000-15,5.000-16.000 16,7.000-18.000 0,4.000-17.000-16,5.000-16.000 15,1.000-13.000 1,-6.000-9.000-16,-6.000 4.000 15,-2.000 11.000 1,-3.000 14.000-16,-4.000 9.000 16,-5.000 15.000-1,0.000 0.000-15,5.000 4.000 16,1.000 14.000 0,0.000 7.000-16,3.000 2.000 15,-1.000-6.000 1,-2.000-17.000-16,-3.000-8.000 15</inkml:trace>
  <inkml:trace contextRef="#ctx0" brushRef="#br0">13232.000 5520.000 0,'0.000'0.000'15,"-1.000"40.000"-15,-11.000 26.000 16,-13.000 12.000 0,-14.000 9.000-1,-14.000-6.000-15,-4.000-21.000 16,9.000-20.000 0</inkml:trace>
  <inkml:trace contextRef="#ctx0" brushRef="#br0">13189.000 5965.000 0,'18.000'12.000'16,"10.000"11.000"-16,3.000 6.000 16,-1.000 2.000-16,-12.000-14.000 15,-7.000-9.000 1</inkml:trace>
  <inkml:trace contextRef="#ctx0" brushRef="#br0">13879.000 5307.000 0,'0.000'0.000'16,"0.000"0.000"-16,-29.000 9.000 15,-29.000 12.000 1,-24.000 14.000-16,-6.000 2.000 31,10.000-5.000-31,18.000-5.000 16,21.000-9.000-16,17.000-2.000 15,15.000 2.000-15,11.000 0.000 16,12.000 6.000 0,10.000 3.000-16,4.000 7.000 15,-2.000 8.000 1,1.000 9.000-16,-5.000 8.000 16,-10.000 8.000-1,-8.000 2.000-15,-6.000-6.000 16,-4.000-9.000-1,0.000-20.000-15,-4.000-26.000 16,0.000-11.000 0</inkml:trace>
  <inkml:trace contextRef="#ctx0" brushRef="#br0">13669.000 5673.000 0,'0.000'0.000'16,"22.000"-20.000"-1,16.000-7.000-15,8.000 1.000 16,2.000 7.000 0,-3.000 5.000-16,-2.000 4.000 15,-5.000 0.000 1,1.000 4.000-16,-4.000 5.000 15,0.000 8.000 1,-5.000 16.000-16,-6.000 11.000 16,-8.000 21.000-1,-8.000 11.000 1,-8.000 8.000-16,-6.000 4.000 16,-5.000-1.000-16,-2.000-10.000 15,-4.000-17.000 1,3.000-16.000-16,2.000-18.000 15,-1.000-22.000 1,-3.000-24.000-16,-1.000 0.000 16</inkml:trace>
  <inkml:trace contextRef="#ctx0" brushRef="#br0">13811.000 5835.000 0,'-15.000'0.000'16,"-5.000"-1.000"-16,7.000 1.000 16,11.000-6.000-16,10.000-5.000 15,11.000-2.000 1,5.000-1.000-16,8.000-3.000 16,0.000 3.000-1,-5.000 5.000-15,1.000 11.000 16,-6.000 14.000-1,-5.000 12.000-15,-10.000 7.000 16,-11.000 6.000 0,-10.000 1.000-16,-10.000-4.000 15,-5.000-7.000 1,-4.000-12.000-16,-2.000-13.000 16,6.000-16.000-1,6.000-16.000-15,7.000-15.000 16,15.000-12.000-1,20.000-4.000-15,0.000 11.000 16</inkml:trace>
  <inkml:trace contextRef="#ctx0" brushRef="#br0">14391.000 5732.000 0,'0.000'0.000'0,"36.000"-4.000"16,19.000-2.000-16,7.000 1.000 15,-2.000 4.000 1,-4.000 0.000-16,-7.000 1.000 16,-6.000 1.000-1,-5.000-2.000-15,-6.000-3.000 16,-6.000-7.000 0,-10.000-7.000-16,-14.000-4.000 15,-6.000 1.000 1</inkml:trace>
  <inkml:trace contextRef="#ctx0" brushRef="#br0">14694.000 5528.000 0,'0.000'0.000'0,"-3.000"42.000"15,-2.000 17.000 1,-2.000 12.000-16,-1.000 0.000 15,-2.000-17.000-15,2.000-19.000 16</inkml:trace>
  <inkml:trace contextRef="#ctx0" brushRef="#br0">15039.000 5588.000 0,'21.000'-10.000'15,"6.000"-1.000"-15,-4.000 7.000 16,-3.000 6.000 0,-4.000 11.000-16,-4.000 9.000 15,4.000 9.000 1,1.000 13.000-16,3.000 7.000 15,2.000 2.000 1,4.000 2.000-16,2.000-5.000 16,-3.000-6.000-1,-1.000-6.000-15,-7.000-14.000 16,-5.000-10.000 0,-1.000-16.000-16,-6.000-17.000 15,-5.000-20.000 1,-1.000 1.000-16</inkml:trace>
  <inkml:trace contextRef="#ctx0" brushRef="#br0">15375.000 5538.000 0,'0.000'0.000'15,"-16.000"37.000"-15,-20.000 26.000 16,-11.000 12.000-1,-7.000 3.000-15,-1.000-13.000 16,5.000-28.000 0,12.000-19.000-16</inkml:trace>
  <inkml:trace contextRef="#ctx0" brushRef="#br0">15880.000 5340.000 0,'0.000'0.000'0,"-36.000"27.000"31,-27.000 15.000-31,-13.000 3.000 16,6.000-7.000-16,22.000-16.000 15,24.000-22.000-15,16.000-7.000 16</inkml:trace>
  <inkml:trace contextRef="#ctx0" brushRef="#br0">15737.000 5571.000 0,'6.000'35.000'15,"-1.000"29.000"-15,-5.000 12.000 16,-6.000 7.000-1,-4.000 2.000-15,-4.000-11.000 16,0.000-19.000 0,-1.000-21.000-16,6.000-28.000 15,5.000-11.000 1</inkml:trace>
  <inkml:trace contextRef="#ctx0" brushRef="#br0">15956.000 5520.000 0,'49.000'-23.000'0,"26.000"-4.000"16,-3.000 5.000-1,-11.000 11.000-15,-13.000 11.000 16,-18.000 4.000-16,-17.000 2.000 15,-7.000-4.000 1</inkml:trace>
  <inkml:trace contextRef="#ctx0" brushRef="#br0">15981.000 5707.000 0,'0.000'0.000'16,"39.000"-1.000"-1,24.000-5.000-15,4.000 0.000 16,-5.000 0.000 0,-9.000-7.000-16,-16.000 0.000 15,-11.000-1.000 1,-10.000-5.000-16,-13.000-6.000 16,-10.000-8.000-1,-8.000-11.000-15,1.000 6.000 16</inkml:trace>
  <inkml:trace contextRef="#ctx0" brushRef="#br0">16182.000 5289.000 0,'0.000'0.000'0,"0.000"0.000"16,-4.000 34.000-16,-9.000 22.000 15,-10.000 12.000 1,-3.000 0.000-16,8.000-4.000 15,6.000-9.000 1,12.000-8.000-16,15.000-8.000 16,13.000-11.000-1,9.000-9.000-15,6.000-4.000 16,-3.000-4.000 0,-7.000-1.000-16,-12.000 0.000 15,-9.000 6.000 1,-22.000 9.000-16,-14.000 2.000 15,-11.000 2.000 1,2.000-5.000-16,8.000-4.000 16,12.000-3.000-1,17.000-3.000-15,19.000-9.000 16,16.000-7.000 0,13.000-10.000-16,7.000-14.000 15,-1.000-10.000 1,-14.000 0.000-16</inkml:trace>
  <inkml:trace contextRef="#ctx0" brushRef="#br0">16536.000 5562.000 0,'46.000'-12.000'0,"31.000"-6.000"15,6.000 1.000-15,-8.000 1.000 16,-12.000-1.000 0,-12.000 3.000-16,-15.000-2.000 15,-17.000-5.000 1,-16.000 0.000-16,-13.000 4.000 16,-12.000 1.000-1,-11.000 0.000-15,-3.000 7.000 16,6.000 7.000-1,4.000 10.000-15,3.000 13.000 16,8.000 17.000 0,8.000 18.000-16,7.000 13.000 15,3.000 13.000 1,2.000 5.000-16,-6.000 2.000 16,-4.000-7.000-1,-4.000-12.000-15,-3.000-12.000 16,0.000-15.000-1,-3.000-15.000-15,-4.000-12.000 16,-2.000-18.000 0,-2.000-15.000-16,1.000-12.000 15,5.000-7.000 1,10.000-1.000-16,12.000 3.000 16,16.000 8.000-1,14.000 1.000-15,14.000 4.000 16,10.000-6.000-1,6.000-9.000-15,-4.000-13.000 16,-15.000 6.000 0</inkml:trace>
  <inkml:trace contextRef="#ctx0" brushRef="#br0">17301.000 5118.000 0,'-33.000'31.000'0,"-18.000"22.000"16,2.000 10.000 0,11.000 0.000-16,18.000-5.000 15,20.000-9.000 1,16.000-12.000-1,14.000-17.000-15,11.000-13.000 16,9.000-10.000-16,-1.000-8.000 16,-1.000-9.000-1,-4.000-10.000-15,-14.000-5.000 16,-14.000-6.000 0,-16.000 2.000-16,-11.000 9.000 15,-7.000 11.000 1,1.000 13.000-16,1.000 15.000 15,2.000 15.000 1,0.000 17.000 0,5.000 18.000-16,1.000 13.000 15,3.000-2.000-15,2.000-1.000 16,0.000-8.000 0,2.000-11.000-16,-4.000-15.000 15,-1.000-18.000 1,-3.000-23.000-16,-1.000-10.000 15</inkml:trace>
  <inkml:trace contextRef="#ctx0" brushRef="#br0">17217.000 5562.000 0,'-16.000'17.000'0,"-11.000"11.000"15,1.000 3.000-15,9.000-10.000 16,14.000-20.000 0,6.000-9.000-16</inkml:trace>
  <inkml:trace contextRef="#ctx0" brushRef="#br0">17436.000 5588.000 0,'22.000'8.000'15,"8.000"5.000"1,-4.000 1.000-16,-14.000-3.000 16,-13.000-18.000-16,-9.000-13.000 15,-3.000-2.000-15</inkml:trace>
  <inkml:trace contextRef="#ctx0" brushRef="#br0">17201.000 5289.000 0,'0.000'0.000'16,"9.000"21.000"0,7.000 6.000-16,6.000-18.000 15,-4.000-9.000 1</inkml:trace>
  <inkml:trace contextRef="#ctx0" brushRef="#br0">17528.000 5195.000 0,'-18.000'40.000'15,"-21.000"23.000"-15,-14.000 10.000 16,-10.000-2.000-1,-2.000-14.000-15,14.000-18.000 16</inkml:trace>
  <inkml:trace contextRef="#ctx0" brushRef="#br0">17116.000 5895.000 0,'12.000'31.000'0,"4.000"10.000"16,-4.000-6.000 0,-3.000-10.000-16,-1.000-13.000 15,2.000-20.000-15,9.000-15.000 16,3.000-10.000 0,8.000-8.000-1,5.000-2.000-15,6.000 5.000 16,2.000 10.000-1,-2.000 12.000-15,1.000 9.000 16,-2.000 13.000 0,-6.000 13.000-16,-10.000 9.000 15,-14.000 6.000 1,-13.000 3.000-16,-14.000 2.000 16,-12.000-8.000-1,-10.000-7.000-15,-2.000-13.000 16,0.000-10.000-1,5.000-8.000-15,10.000-8.000 16,11.000-6.000 0,9.000-1.000-16,9.000 3.000 15,5.000 1.000-15,6.000 3.000 16,3.000 0.000 0,3.000 3.000-16,3.000-1.000 15,-5.000 5.000 1,-2.000 2.000-16,-16.000 6.000 15,7.000 9.000 1,-10.000 6.000-16,-7.000 12.000 16,-1.000 3.000-1,4.000 1.000-15,4.000-1.000 16,6.000-6.000 0,9.000-8.000-16,8.000-9.000 15,9.000-12.000 1,9.000-15.000-16,3.000-13.000 15,1.000-13.000 1,-3.000-11.000-16,-5.000-4.000 16,-6.000 3.000-1,-10.000 13.000-15</inkml:trace>
  <inkml:trace contextRef="#ctx0" brushRef="#br0">17856.000 5622.000 0,'82.000'-16.000'16,"37.000"-2.000"-1,1.000 2.000-15,-13.000 14.000 16,-18.000 7.000 0,-20.000 11.000-16,-19.000 13.000 15,-22.000 11.000 1,-25.000 12.000-16,-21.000 7.000 15,-25.000 2.000 1,-16.000 2.000-16,-9.000-3.000 16,-1.000-10.000-1,4.000-14.000-15,10.000-31.000 16,16.000-12.000 0</inkml:trace>
  <inkml:trace contextRef="#ctx0" brushRef="#br0">18512.000 5434.000 0,'-45.000'48.000'15,"-36.000"33.000"-15,-20.000 13.000 16,-4.000-2.000-1,7.000-21.000 1,25.000-26.000-16</inkml:trace>
  <inkml:trace contextRef="#ctx0" brushRef="#br0">18268.000 5366.000 0,'0.000'0.000'0,"0.000"0.000"15,6.000 30.000-15,-4.000 11.000 16,-3.000-5.000 0</inkml:trace>
  <inkml:trace contextRef="#ctx0" brushRef="#br0">18268.000 5767.000 0,'0.000'0.000'16,"22.000"14.000"0,11.000 1.000-16,-3.000-14.000 15,-8.000-6.000 1</inkml:trace>
  <inkml:trace contextRef="#ctx0" brushRef="#br0">19042.000 5417.000 0,'0.000'0.000'16,"-32.000"18.000"-16,-27.000 13.000 16,-12.000 1.000-1,6.000-3.000-15,15.000-4.000 16,18.000-10.000 0,16.000-3.000-16,17.000 1.000 15,8.000-1.000 1,10.000 4.000-16,4.000 2.000 15,6.000 6.000 1,-1.000 7.000-16,-4.000 8.000 16,-5.000 10.000-1,-11.000 4.000-15,-7.000 1.000 16,-5.000-7.000 0,-4.000-9.000-16,1.000-16.000 15,5.000-23.000 1,7.000-27.000-16,3.000-6.000 15</inkml:trace>
  <inkml:trace contextRef="#ctx0" brushRef="#br0">19143.000 5554.000 0,'66.000'-30.000'16,"23.000"-6.000"-16,-12.000 13.000 15,-20.000 14.000 1,-24.000 15.000-16,-21.000 14.000 16,-22.000 5.000-1,-16.000 6.000-15,-13.000 1.000 16,-4.000-3.000 0,-2.000 1.000-16,9.000-2.000 15,14.000-1.000 1,13.000-5.000-16,15.000-3.000 15,15.000-3.000 1,14.000-3.000-16,8.000 0.000 16,-1.000 2.000-1,-7.000 0.000-15,-11.000 6.000 16,-19.000 7.000 0,-25.000 8.000-16,-21.000 4.000 15,-17.000-2.000 1,-5.000-6.000-16,5.000-11.000 15,10.000-12.000 1,13.000-11.000-16,19.000-16.000 16,15.000-11.000-1,15.000-3.000-15,12.000 3.000 16,7.000 9.000 0,4.000 9.000-16,-3.000 11.000 15,0.000 10.000 1,-8.000 6.000-16,-4.000 7.000 15,-6.000-3.000 1,-5.000-11.000-16,-4.000-14.000 16,-1.000-17.000-1,5.000-12.000-15,-2.000 3.000 16</inkml:trace>
  <inkml:trace contextRef="#ctx0" brushRef="#br0">19555.000 5716.000 0,'0.000'0.000'0,"11.000"22.000"16,3.000 7.000-16,-5.000 1.000 15,-6.000-7.000 1,-3.000-23.000-16,-1.000-3.000 16,3.000-26.000-1,8.000-19.000-15,1.000-13.000 16,-2.000 11.000-1</inkml:trace>
  <inkml:trace contextRef="#ctx0" brushRef="#br0">19732.000 5375.000 0,'13.000'55.000'0,"2.000"36.000"16,-10.000 15.000-1,-9.000-2.000-15,-6.000-12.000 16,-3.000-19.000 0,3.000-19.000-1,0.000-19.000-15,10.000-35.000 16,-7.000-3.000-16,3.000-29.000 16,1.000 0.000-1</inkml:trace>
  <inkml:trace contextRef="#ctx0" brushRef="#br0">19942.000 5170.000 0,'39.000'4.000'16,"18.000"16.000"-1,4.000 22.000-15,-6.000 19.000 16,-7.000 21.000 0,-13.000 18.000-16,-14.000 13.000 15,-13.000 5.000 1,-16.000 1.000-16,-15.000-3.000 15,-16.000-7.000 1,-18.000-11.000-16,-15.000-19.000 16,-7.000-33.000-1,16.000-21.000-15</inkml:trace>
  <inkml:trace contextRef="#ctx0" brushRef="#br0">20521.000 6049.000 0,'0.000'0.000'16,"0.000"0.000"-16</inkml:trace>
  <inkml:trace contextRef="#ctx0" brushRef="#br0">10624.000 7372.000 0,'29.000'-43.000'16,"17.000"-19.000"-1,7.000-6.000-15,1.000 11.000 16,-2.000 14.000-1,-9.000 15.000-15,-10.000 14.000 32,-6.000 16.000-32,-10.000 16.000 0,-7.000 15.000 31,-7.000 10.000-31,-5.000 5.000 0,-2.000-4.000 16,0.000-6.000-1,1.000-11.000-15,9.000-9.000 16,6.000-13.000-1,8.000-16.000-15,8.000-16.000 16,4.000-14.000 0,0.000-9.000-16,-2.000-5.000 15,-6.000-2.000 1,-6.000 11.000-16,-6.000 13.000 16,-5.000 13.000-1,-7.000 20.000-15,4.000 2.000 16,-5.000 19.000-16,-2.000 26.000 15,0.000 23.000 1,-4.000 22.000 0,-1.000 17.000-16,-1.000 13.000 15,-4.000 3.000 1,0.000-5.000 0,-6.000-11.000-16,-2.000-12.000 15,-1.000-23.000-15,-2.000-20.000 16,-1.000-21.000-1,-5.000-21.000-15,-7.000-18.000 16,-3.000-23.000 0,0.000-9.000-16,1.000-6.000 15,13.000-2.000 1,11.000 1.000-16,15.000 0.000 16,16.000 0.000-1,15.000-1.000-15,14.000 2.000 16,11.000 3.000-1,4.000 0.000-15,3.000 8.000 16,-2.000 4.000 0,-8.000-4.000-16,-13.000 8.000 15</inkml:trace>
  <inkml:trace contextRef="#ctx0" brushRef="#br0">11709.000 7380.000 0,'48.000'-10.000'0,"29.000"-4.000"15,10.000-1.000 1,2.000 4.000-16,-10.000 5.000 15,-10.000 0.000 1,-9.000-2.000-16,-13.000-2.000 16,-16.000-2.000-1</inkml:trace>
  <inkml:trace contextRef="#ctx0" brushRef="#br0">11726.000 7748.000 0,'53.000'-19.000'15,"32.000"-6.000"-15,12.000 3.000 16,-5.000 9.000-1,-10.000 2.000-15,-15.000 2.000 16,-19.000-2.000 0</inkml:trace>
  <inkml:trace contextRef="#ctx0" brushRef="#br0">13080.000 6978.000 0,'0.000'0.000'15,"0.000"0.000"-15,-6.000 29.000 16,-17.000 27.000-1,-17.000 22.000-15,-11.000 17.000 16,-9.000 11.000 0,-4.000 4.000-16,0.000-6.000 15,8.000-10.000 1,12.000-17.000-16,12.000-18.000 16,13.000-17.000-1,8.000-23.000 1,7.000-30.000-16,4.000-8.000 15</inkml:trace>
  <inkml:trace contextRef="#ctx0" brushRef="#br0">13037.000 6986.000 0,'0.000'0.000'16,"22.000"20.000"-16,9.000 20.000 16,0.000 22.000-1,-9.000 19.000-15,-7.000 13.000 16,-4.000 6.000 0,-2.000 5.000-16,2.000-5.000 15,0.000-6.000 1,-6.000-7.000-1,-3.000-14.000-15,-5.000-18.000 16,-1.000-19.000-16</inkml:trace>
  <inkml:trace contextRef="#ctx0" brushRef="#br0">12828.000 7576.000 0,'0.000'0.000'0,"43.000"-5.000"16,23.000-1.000-1,8.000-3.000-15,-2.000-6.000 16,-18.000 1.000-1</inkml:trace>
  <inkml:trace contextRef="#ctx0" brushRef="#br0">13769.000 7235.000 0,'0.000'0.000'16,"-11.000"32.000"-1,-14.000 25.000-15,-10.000 12.000 16,-1.000 3.000 0,3.000-2.000-16,11.000-6.000 15,7.000-17.000 1,14.000-14.000-16,16.000-15.000 15,15.000-18.000 1,16.000-19.000-16,14.000-20.000 16,8.000-15.000-1,4.000-7.000-15,-4.000-5.000 16,-8.000 7.000 0,-10.000 12.000-16,-16.000 12.000 15,-14.000 17.000 1,-7.000 10.000-16,-8.000 18.000 15,-7.000 13.000 1,-7.000 15.000-16,-4.000 11.000 16,2.000 7.000-1,2.000-3.000-15,6.000-7.000 16,3.000-9.000 0,7.000-12.000-16,11.000-12.000 15,7.000-7.000 1,7.000-14.000-16,1.000-14.000 15,-1.000-10.000 1,-7.000-9.000-16,-7.000-4.000 16,-9.000 2.000-1,-14.000 2.000-15,-12.000 7.000 16,-8.000 6.000 0,-4.000 4.000-16,4.000 8.000 15,5.000 4.000 1,9.000-4.000-16,15.000 2.000 15,17.000 1.000 1,23.000-3.000-16,14.000 1.000 16,10.000-3.000-1,3.000 4.000-15,-4.000 4.000 16,-10.000 5.000 0,-16.000 5.000-16,-16.000 6.000 15,-15.000 11.000 1,-19.000 4.000-16,-16.000 9.000 15,-10.000 2.000 1,3.000 2.000-16,11.000-1.000 16,18.000-1.000-1,23.000 0.000-15,22.000-3.000 16,14.000-1.000 0,11.000-3.000-16,-2.000 0.000 15,-13.000-4.000 1,-22.000 3.000-16,-32.000 8.000 15,-40.000 7.000 1,-44.000 6.000-16,-37.000-13.000 16,13.000-11.000-1</inkml:trace>
  <inkml:trace contextRef="#ctx0" brushRef="#br0">15745.000 6816.000 0,'0.000'0.000'0,"0.000"0.000"15,-25.000 17.000 1,-17.000 18.000-16,-12.000 23.000 15,-6.000 18.000 1,0.000 18.000 0,3.000 17.000-16,9.000 9.000 15,13.000 4.000-15,12.000-9.000 16,17.000-7.000 0,14.000-11.000-16,12.000-10.000 15,10.000-12.000 1,1.000-11.000-16,3.000-13.000 15,-5.000-17.000 1,-3.000-22.000-16,-6.000-10.000 16</inkml:trace>
  <inkml:trace contextRef="#ctx0" brushRef="#br0">15889.000 7268.000 0,'-1.000'32.000'15,"-3.000"19.000"-15,-3.000 7.000 16,-3.000 0.000-1,3.000-8.000-15,4.000-10.000 16,2.000-12.000 0,6.000-9.000-16,7.000-10.000 15,10.000-16.000 1,10.000-14.000-16,5.000-14.000 16,4.000-9.000-1,0.000-4.000-15,-4.000 8.000 16,-8.000 11.000-1,-6.000 12.000-15,-6.000 13.000 16,-4.000 15.000 0,-3.000 13.000-16,-3.000 6.000 15,-1.000 11.000 1,-2.000-4.000 0,2.000 0.000-16,0.000-7.000 15,6.000-9.000-15,3.000-7.000 16,4.000-12.000-1,6.000-9.000-15,6.000-11.000 16,3.000-8.000 0,-2.000-9.000-16,-2.000-6.000 15,-10.000-4.000 1,-4.000 1.000-16,-9.000-2.000 16,-7.000 2.000-16,-1.000 12.000 15</inkml:trace>
  <inkml:trace contextRef="#ctx0" brushRef="#br0">16485.000 7201.000 0,'40.000'-10.000'16,"23.000"3.000"0,6.000 2.000-16,-3.000 4.000 15,-6.000 0.000 1,-7.000 1.000-16,-7.000-2.000 15,-7.000-5.000 1,-7.000-7.000-16,-9.000-5.000 16,-10.000-4.000-1,-7.000 2.000-15</inkml:trace>
  <inkml:trace contextRef="#ctx0" brushRef="#br0">16755.000 6953.000 0,'-1.000'67.000'16,"-6.000"33.000"-16,-9.000 14.000 15,-5.000-4.000 1,-3.000-13.000-16,4.000-12.000 15,10.000-17.000 1,7.000-16.000-16,8.000-15.000 16,13.000-16.000-1,14.000-21.000-15,-6.000-5.000 16</inkml:trace>
  <inkml:trace contextRef="#ctx0" brushRef="#br0">17268.000 7490.000 0,'38.000'-2.000'0,"18.000"-4.000"16,4.000 3.000-16,-4.000 1.000 15,-6.000-1.000 1,-4.000-1.000-16,-6.000-8.000 15,-9.000 0.000 1</inkml:trace>
  <inkml:trace contextRef="#ctx0" brushRef="#br0">18033.000 7217.000 0,'26.000'5.000'0,"12.000"4.000"15,3.000-1.000 1,-3.000 5.000-16,-8.000 9.000 16,-11.000 8.000-1,-14.000 6.000 1,-17.000 8.000-16,-13.000 4.000 16,-6.000-5.000-16,2.000-3.000 15,6.000-6.000 1,9.000-9.000-16,6.000-7.000 15,15.000-4.000 1,14.000-10.000-16,16.000-7.000 16,13.000-10.000-1,4.000-12.000-15,2.000-14.000 16,-3.000-5.000 0,-11.000 9.000-16</inkml:trace>
  <inkml:trace contextRef="#ctx0" brushRef="#br0">18571.000 7268.000 0,'44.000'-16.000'0,"26.000"-9.000"16,2.000 2.000-1,-3.000 5.000-15,-7.000 8.000 16,-10.000 8.000 0,-11.000 3.000-1,-10.000 6.000 1,-10.000 7.000-16,-12.000 10.000 0,-16.000 10.000 16,-18.000 12.000-1,-16.000 5.000-15,-12.000 1.000 16,-8.000-1.000-1,0.000-4.000-15,4.000-9.000 16,13.000-17.000 0,14.000-11.000-16</inkml:trace>
  <inkml:trace contextRef="#ctx0" brushRef="#br0">18899.000 7465.000 0,'6.000'23.000'0,"1.000"14.000"15,1.000 1.000 1,1.000-1.000-16,0.000-5.000 16,2.000-7.000-1,8.000-13.000-15,11.000-18.000 16,-4.000-4.000-16</inkml:trace>
  <inkml:trace contextRef="#ctx0" brushRef="#br0">19437.000 7439.000 0,'54.000'-1.000'16,"23.000"-1.000"-16,4.000-1.000 15,3.000-2.000-15,-4.000 2.000 16,1.000 0.000 0,5.000 1.000-1,4.000-1.000-15,4.000 1.000 16,0.000 0.000-16,1.000 2.000 15,-2.000-2.000 1,3.000 2.000 0,-3.000 3.000-16,-1.000-3.000 15,-4.000-1.000-15,-6.000 3.000 16,-8.000 1.000 0,-7.000 1.000-16,-10.000 2.000 15,-7.000-2.000 1,-12.000 0.000-16,-7.000-8.000 15,-11.000 0.000 1</inkml:trace>
  <inkml:trace contextRef="#ctx0" brushRef="#br0">20110.000 7704.000 0,'19.000'9.000'0,"13.000"7.000"16,7.000 3.000-16,0.000 3.000 15,0.000 4.000 1,-1.000 4.000-16,-5.000 7.000 16,-2.000 4.000-1,-3.000 7.000-15,-7.000 2.000 16,-6.000 1.000-1,-8.000-3.000-15,-4.000-3.000 16,-4.000-3.000 0,-4.000-6.000-16,-4.000-7.000 15,-2.000-7.000 1,-2.000-14.000-16,0.000-7.000 16</inkml:trace>
  <inkml:trace contextRef="#ctx0" brushRef="#br0">20446.000 7985.000 0,'-25.000'14.000'0,"-16.000"12.000"16,-11.000 7.000-16,-3.000 2.000 15,4.000 1.000 1,1.000-6.000-16,8.000-11.000 16,11.000-7.000-1</inkml:trace>
  <inkml:trace contextRef="#ctx0" brushRef="#br0">19445.000 7013.000 0,'0.000'0.000'15,"18.000"-14.000"-15,11.000-4.000 16,7.000 2.000 0,5.000 4.000-16,3.000 4.000 15,-4.000 10.000 1,1.000 9.000 0,-3.000 9.000-16,-4.000 9.000 15,-3.000 9.000-15,-7.000 6.000 16,-6.000 2.000-1,-6.000 1.000 1,-9.000-5.000-16,-3.000-3.000 16,0.000-8.000-16,-1.000-11.000 15,1.000-20.000 1,0.000 4.000-16</inkml:trace>
  <inkml:trace contextRef="#ctx0" brushRef="#br0">19899.000 6876.000 0,'-11.000'19.000'16,"-14.000"15.000"-16,-10.000 8.000 15,-1.000 5.000 1,-3.000 0.000-16,3.000-3.000 16,4.000-2.000-1,3.000-9.000-15,8.000-11.000 16,7.000-19.000 0,7.000-8.000-16</inkml:trace>
  <inkml:trace contextRef="#ctx0" brushRef="#br0">20009.000 7063.000 0,'69.000'-7.000'0,"24.000"-3.000"15,-12.000 6.000-15,-18.000 4.000 16,-19.000 3.000 0,-16.000-3.000-16,-10.000-9.000 15,-9.000 0.000 1</inkml:trace>
  <inkml:trace contextRef="#ctx0" brushRef="#br0">20505.000 6860.000 0,'25.000'-9.000'16,"7.000"-1.000"0,0.000 8.000-16,-4.000 4.000 15,0.000 8.000 1,-7.000 2.000-16,0.000 2.000 15,2.000 7.000 1,-1.000 7.000-16,-2.000 5.000 16,1.000 7.000-16,-6.000 7.000 15,-2.000 1.000 1,-1.000-1.000 0,-4.000-3.000-16,-4.000-8.000 15,-4.000-5.000-15,-3.000-9.000 16,-1.000-16.000-1,-2.000-15.000-15,0.000-5.000 16</inkml:trace>
  <inkml:trace contextRef="#ctx0" brushRef="#br0">20934.000 6876.000 0,'0.000'0.000'0,"0.000"0.000"16,-26.000 27.000-1,-20.000 19.000-15,-9.000 8.000 16,-5.000 0.000 0,3.000-4.000-1,5.000-8.000-15,12.000-13.000 16,13.000-17.000-16,17.000-17.000 15,5.000-5.000 1</inkml:trace>
  <inkml:trace contextRef="#ctx0" brushRef="#br0">20968.000 7063.000 0,'11.000'26.000'0,"5.000"6.000"16,-4.000-1.000-1,1.000-11.000-15,-6.000-6.000 16,1.000-10.000-16,4.000-8.000 16,3.000-7.000-1,1.000-8.000-15,0.000-3.000 16,-4.000-4.000-1,-4.000 2.000-15,-6.000 3.000 16,-10.000 11.000 0,-8.000 6.000-16,-8.000 12.000 15,-4.000 3.000 1,-4.000-2.000-16,7.000-6.000 16</inkml:trace>
  <inkml:trace contextRef="#ctx0" brushRef="#br0">21792.000 7490.000 0,'0.000'0.000'0,"0.000"0.000"15,-14.000-1.000-15,-2.000-2.000 16,1.000-1.000-1,6.000 1.000-15,9.000 3.000 16,0.000 0.000 0,3.000-4.000-1,12.000 0.000-15,16.000 0.000 16,14.000 2.000-16,6.000 1.000 16,4.000 1.000-1,1.000-1.000-15,-1.000 1.000 16,-2.000-2.000-1,-3.000 0.000-15,-4.000 2.000 16,-8.000-1.000 0,-6.000-5.000-1,-11.000-3.000-15,-9.000-2.000 16,-11.000-3.000-16,-4.000 0.000 16</inkml:trace>
  <inkml:trace contextRef="#ctx0" brushRef="#br0">22019.000 7354.000 0,'0.000'0.000'0,"0.000"36.000"15,2.000 20.000 1,-1.000 4.000-16,-4.000-1.000 15,-3.000-9.000-15,-1.000-15.000 16</inkml:trace>
  <inkml:trace contextRef="#ctx0" brushRef="#br0">22599.000 7304.000 0,'0.000'0.000'16,"0.000"0.000"-16,9.000 25.000 15,2.000 17.000 1,5.000 1.000-1,2.000-3.000-15,7.000-6.000 16,11.000-9.000-16,5.000-10.000 16,3.000-11.000-1,8.000-8.000-15,2.000-7.000 16,-3.000-8.000 0,-2.000-7.000-16,-12.000-5.000 15,-8.000-3.000 1,-13.000-5.000-16,-14.000 0.000 15,-14.000 5.000 1,-10.000 6.000-16,-10.000 10.000 16,-3.000 11.000-1,0.000 14.000-15,-1.000 14.000 16,2.000 15.000-16,6.000 15.000 16,6.000 16.000-1,7.000 12.000 1,-2.000 10.000-16,3.000 5.000 15,0.000-3.000 1,-1.000-6.000-16,-2.000-11.000 16,0.000-15.000-1,2.000-25.000-15,5.000-18.000 16</inkml:trace>
  <inkml:trace contextRef="#ctx0" brushRef="#br0">23347.000 6876.000 0,'61.000'60.000'0,"20.000"35.000"15,-6.000 12.000 1,-21.000 9.000-16,-20.000 6.000 16,-22.000 0.000-1,-18.000-5.000 1,-17.000-6.000-16,-14.000-12.000 16,-7.000-11.000-16,-8.000-16.000 15,10.000-22.000 1</inkml:trace>
  <inkml:trace contextRef="#ctx0" brushRef="#br0">11053.000 1672.000 0,'-37.000'18.000'16,"-17.000"17.000"-1,-3.000 9.000-15,2.000 6.000 16,3.000 8.000-1,3.000 4.000-15,10.000 0.000 16,12.000 1.000 0,14.000-4.000-16,15.000-2.000 15,12.000 0.000-15,13.000 0.000 16,6.000 2.000 0,2.000 4.000-1,1.000 5.000-15,-9.000 3.000 16,-10.000-1.000-1,-12.000-1.000-15,-14.000 1.000 16,-14.000-4.000 0,-13.000-3.000-16,-10.000-7.000 15,3.000-10.000 1,2.000-16.000-16,12.000-7.000 16,9.000-14.000-16,7.000-7.000 15,7.000-6.000 1,8.000-7.000-16,8.000-5.000 15,6.000 4.000 1,7.000 2.000-16,0.000 3.000 16,1.000 10.000-1,-2.000 7.000-15,-2.000 13.000 16,-1.000 13.000 0,-3.000 15.000-16,-3.000 17.000 15,-8.000 13.000 1,-5.000 9.000-16,-2.000 6.000 15,-3.000 7.000 1,1.000 1.000-16,2.000 0.000 16,2.000 0.000-1,5.000-7.000-15,7.000-7.000 16,7.000-15.000 0,8.000-20.000-1,3.000-24.000-15,-4.000-15.000 16</inkml:trace>
  <inkml:trace contextRef="#ctx0" brushRef="#br0">4242.000 10051.000 0,'-6.000'60.000'16,"-1.000"35.000"-16,1.000 11.000 16,1.000 0.000-1,3.000-6.000-15,-2.000-10.000 16,-2.000-11.000-1,2.000-20.000 1,3.000-20.000-16,5.000-20.000 16,5.000-23.000-16,0.000-21.000 15,-1.000-1.000 1</inkml:trace>
  <inkml:trace contextRef="#ctx0" brushRef="#br0">4469.000 10212.000 0,'44.000'-12.000'15,"24.000"-7.000"1,12.000 1.000-16,-1.000 5.000 16,-12.000 5.000-1,-13.000 10.000-15,-16.000 6.000 16,-22.000 8.000-1,-24.000 6.000 1,-24.000 9.000-16,-18.000 1.000 16,-14.000-4.000-16,2.000-10.000 15,7.000-15.000 1,11.000-12.000-16,15.000-6.000 16,12.000 0.000-1,9.000 6.000-15,3.000 2.000 16,5.000 7.000-1,3.000 10.000-15,5.000 16.000 16,-2.000 14.000 0,-3.000 13.000-16,-1.000 8.000 15,-5.000 4.000 1,-4.000-9.000-16,-7.000-14.000 16,3.000-17.000-1</inkml:trace>
  <inkml:trace contextRef="#ctx0" brushRef="#br0">4628.000 9888.000 0,'11.000'35.000'15,"4.000"24.000"1,4.000 14.000-16,4.000 8.000 16,1.000 4.000-1,0.000-3.000-15,0.000-6.000 16,-10.000-6.000 0,-6.000-9.000-16,-8.000-5.000 15,-15.000-9.000 1,-10.000-9.000-16,-6.000-13.000 15,-7.000-15.000 1,1.000-20.000 0,8.000-11.000-16,17.000-5.000 15,21.000-3.000-15,22.000-1.000 16,15.000 6.000 0,13.000 6.000-1,6.000 5.000-15,-3.000 8.000 16,-8.000 3.000-16,-7.000 4.000 15,-13.000-1.000 1,-13.000-2.000-16,-12.000-12.000 16,-9.000-1.000-1</inkml:trace>
  <inkml:trace contextRef="#ctx0" brushRef="#br0">5276.000 9966.000 0,'59.000'-14.000'0,"26.000"-6.000"16,-4.000 10.000 0,-19.000 11.000-16,-20.000 11.000 15,-23.000 13.000-15,-34.000 9.000 16,-24.000 12.000-1,-23.000 7.000-15,-4.000 1.000 16,1.000-1.000 0,10.000-7.000-1,16.000-7.000-15,22.000-7.000 16,22.000-10.000 0,26.000-14.000-16,25.000-12.000 15,14.000-11.000 1,6.000-8.000-16,-4.000-1.000 15,-12.000 3.000 1,-20.000 5.000-16,-19.000 1.000 16,-27.000 3.000-16,-27.000 0.000 15,-2.000 3.000 1</inkml:trace>
  <inkml:trace contextRef="#ctx0" brushRef="#br0">5309.000 10229.000 0,'23.000'44.000'0,"6.000"21.000"15,-5.000 2.000 1,-9.000-7.000-16,-11.000-17.000 16,-1.000-18.000-1</inkml:trace>
  <inkml:trace contextRef="#ctx0" brushRef="#br0">5486.000 10119.000 0,'13.000'39.000'15,"2.000"28.000"1,-6.000 14.000-16,-6.000 0.000 15,-5.000-10.000 1,0.000-15.000-16,0.000-21.000 16,2.000-35.000-1,2.000 4.000-15,0.000-14.000 16</inkml:trace>
  <inkml:trace contextRef="#ctx0" brushRef="#br0">5738.000 9513.000 0,'20.000'40.000'0,"2.000"35.000"16,-9.000 36.000-16,-7.000 24.000 16,-10.000 20.000-1,3.000 8.000 1,-3.000-5.000-16,2.000-12.000 16,-1.000-21.000-16,3.000-25.000 15,2.000-29.000 1,1.000-28.000-16,0.000-34.000 15,1.000-16.000 1</inkml:trace>
  <inkml:trace contextRef="#ctx0" brushRef="#br0">6067.000 10281.000 0,'19.000'40.000'16,"2.000"17.000"-1,-5.000-5.000-15,-16.000-8.000 16,-5.000-16.000 0</inkml:trace>
  <inkml:trace contextRef="#ctx0" brushRef="#br0">6201.000 10101.000 0,'30.000'-16.000'16,"17.000"-7.000"-1,7.000 1.000-15,2.000 7.000 16,4.000 4.000 0,-2.000 7.000-1,-3.000 6.000-15,-6.000 9.000 16,-6.000 13.000-16,-9.000 23.000 15,-9.000 25.000 1,-11.000 17.000-16,-14.000 9.000 16,-8.000-7.000-1,-6.000-11.000-15,-3.000-18.000 16,0.000-19.000 0,-2.000-18.000-16,-3.000-29.000 15,-2.000-25.000 1,6.000-5.000-16</inkml:trace>
  <inkml:trace contextRef="#ctx0" brushRef="#br0">6269.000 10306.000 0,'0.000'0.000'15,"0.000"0.000"1,30.000 0.000-16,16.000-1.000 15,8.000-1.000 1,-3.000 1.000-16,-7.000 0.000 16,-14.000 3.000-16,-14.000 3.000 15,-15.000 10.000 1,-21.000 10.000-16,-27.000 9.000 16,-13.000 7.000-1,-3.000 3.000-15,7.000-3.000 16,16.000-5.000-1,16.000-9.000-15,26.000-6.000 16,27.000-12.000 0,21.000-13.000-16,18.000-9.000 15,7.000-7.000 1,-1.000-2.000-16,-9.000 0.000 16,-16.000 4.000-1,-18.000-1.000-15,-23.000-3.000 16,-24.000-6.000-1,-18.000-11.000-15,-19.000-15.000 16,-10.000-12.000 0,11.000 8.000-16</inkml:trace>
  <inkml:trace contextRef="#ctx0" brushRef="#br0">6303.000 9863.000 0,'17.000'40.000'16,"1.000"28.000"0,-8.000 21.000-16,-8.000 7.000 15,-6.000 2.000-15,-3.000-16.000 16,2.000-19.000 0,1.000-29.000-16,6.000-27.000 15,3.000-10.000 1</inkml:trace>
  <inkml:trace contextRef="#ctx0" brushRef="#br0">6462.000 9692.000 0,'11.000'36.000'16,"6.000"36.000"-16,-14.000 32.000 15,-14.000 16.000 1,0.000 5.000 0,2.000-13.000-16,8.000-27.000 15,9.000-33.000-15,1.000-24.000 16</inkml:trace>
  <inkml:trace contextRef="#ctx0" brushRef="#br0">6882.000 9931.000 0,'21.000'68.000'0,"1.000"31.000"16,-11.000 14.000-1,-8.000-6.000-15,-7.000-17.000 16,-3.000-22.000-1,3.000-30.000 1,1.000-19.000-16</inkml:trace>
  <inkml:trace contextRef="#ctx0" brushRef="#br0">7051.000 10042.000 0,'19.000'-13.000'0,"18.000"-10.000"0,12.000 0.000 16,11.000 7.000 0,2.000 7.000-16,-2.000 8.000 15,-4.000 6.000 1,-13.000 11.000 0,-11.000 6.000-16,-22.000 7.000 15,-30.000 7.000-15,-27.000 7.000 16,-18.000 2.000-1,-11.000-1.000-15,8.000-4.000 16,13.000-10.000 0,24.000-14.000-16,29.000-7.000 15,29.000-8.000 1,27.000-8.000-16,19.000-1.000 16,6.000 2.000-1,-4.000 5.000-15,-15.000 8.000 16,-17.000 5.000-1,-21.000 16.000-15,-29.000 12.000 16,-28.000 6.000 0,-21.000 1.000-16,-16.000-6.000 15,-7.000-16.000 1,8.000-23.000-16,20.000-10.000 16</inkml:trace>
  <inkml:trace contextRef="#ctx0" brushRef="#br0">7177.000 9615.000 0,'18.000'32.000'15,"5.000"31.000"1,5.000 27.000-16,0.000 25.000 15,2.000 12.000 1,4.000 6.000-16,7.000-1.000 16,3.000-6.000-1,6.000-13.000-15,0.000-19.000 16,-6.000-23.000 0,-9.000-21.000-16,-11.000-20.000 15,-9.000-19.000 1,-8.000-32.000-16,-7.000-42.000 15,-12.000-43.000 1,-8.000-27.000-16,-9.000-12.000 16,6.000 28.000-1</inkml:trace>
  <inkml:trace contextRef="#ctx0" brushRef="#br0">7412.000 9624.000 0,'0.000'0.000'16,"0.000"0.000"0,12.000 16.000-16,1.000 12.000 15,-1.000 8.000 1,-5.000-7.000-16</inkml:trace>
  <inkml:trace contextRef="#ctx0" brushRef="#br0">7942.000 9957.000 0,'22.000'9.000'15,"3.000"7.000"-15,-6.000-3.000 16</inkml:trace>
  <inkml:trace contextRef="#ctx0" brushRef="#br0">8060.000 10366.000 0,'17.000'14.000'0,"-1.000"8.000"16,-15.000-3.000-1,-7.000-5.000-15</inkml:trace>
  <inkml:trace contextRef="#ctx0" brushRef="#br0">9371.000 12321.000 0,'0.000'0.000'0,"0.000"0.000"16,0.000 0.000-1,23.000 0.000-15,10.000 0.000 16,3.000 0.000-16,-2.000 0.000 16,2.000 0.000-1,-2.000 0.000-15,4.000-2.000 16,2.000 1.000 0,0.000-2.000-16,4.000 0.000 15,2.000-1.000 1,1.000 0.000-16,3.000 3.000 15,-1.000-1.000 1,4.000 1.000-16,0.000-2.000 16,0.000 0.000-1,3.000 0.000-15,0.000-1.000 16,7.000 0.000 0,0.000 3.000-16,0.000-3.000 15,4.000 4.000 1,-2.000-3.000-16,4.000 1.000 15,-1.000 1.000 1,3.000-1.000-16,1.000-2.000 16,3.000 4.000-1,1.000-4.000-15,2.000 1.000 16,0.000 3.000 0,-3.000-3.000-16,-3.000-2.000 15,4.000 2.000 1,-1.000-1.000-1,5.000 1.000-15,1.000 2.000 16,0.000-4.000-16,3.000 0.000 16,5.000-2.000-1,0.000 1.000-15,2.000 1.000 16,-4.000 0.000 0,1.000 0.000-16,3.000 0.000 15,2.000-1.000 1,0.000 0.000-16,2.000-1.000 15,3.000 1.000 1,1.000 2.000-16,-2.000 0.000 16,1.000 0.000-1,1.000 1.000-15,1.000-1.000 16,2.000-2.000 0,-2.000 2.000-16,3.000-2.000 15,3.000 2.000 1,-4.000 0.000-16,4.000 2.000 15,4.000-2.000 1,1.000 2.000-16,-2.000 2.000 16,4.000-4.000-1,0.000 1.000-15,-1.000-1.000 16,3.000 1.000 0,0.000 0.000-16,3.000-1.000 15,1.000 3.000 1,-1.000-1.000-16,1.000 2.000 15,0.000-1.000 1,3.000 1.000-16,1.000 2.000 16,0.000-3.000-1,2.000 1.000-15,-2.000-1.000 16,2.000 1.000 0,-1.000-2.000-1,1.000 1.000-15,-2.000 1.000 16,2.000 0.000-1,-2.000 0.000-15,3.000-2.000 16,1.000 1.000 0,-1.000 0.000-1,0.000 1.000-15,1.000 1.000 16,-4.000-1.000-16,0.000 0.000 16,-3.000 1.000-1,0.000 4.000-15,2.000-2.000 16,-2.000 1.000-1,0.000-2.000-15,2.000-2.000 16,-3.000 0.000 0,-3.000 2.000-16,-1.000-2.000 15,-4.000 0.000 1,2.000 0.000-16,-3.000 0.000 16,3.000 3.000-1,-2.000 2.000 1,0.000-1.000-16,-1.000-1.000 15,-2.000 0.000 1,2.000 0.000-16,-1.000-2.000 16,-4.000 3.000-1,-1.000-1.000-15,1.000 2.000 16,-3.000 0.000 0,-2.000 1.000-1,0.000-1.000-15,-2.000 2.000 16,-2.000-5.000-16,-2.000 4.000 15,-2.000-1.000-15,-1.000-2.000 16,-3.000 2.000 0,-4.000 1.000-16,1.000-1.000 15,-3.000-2.000 1,-5.000 0.000 0,-2.000-1.000-16,-3.000 1.000 15,-2.000 0.000-15,-2.000-1.000 16,0.000 4.000-1,-6.000-3.000-15,-7.000 1.000 16,-2.000-2.000 0,-5.000-2.000-16,-7.000 0.000 15,-5.000 0.000 1,-5.000-1.000-16,-6.000-6.000 16,-2.000-9.000-1,-5.000-7.000-15,-3.000-3.000 16,-6.000 6.000-16</inkml:trace>
  <inkml:trace contextRef="#ctx0" brushRef="#br0">21792.000 12022.000 0,'0.000'0.000'16,"20.000"10.000"-1,14.000 5.000-15,8.000 3.000 16,1.000 0.000-1,-1.000 3.000-15,-3.000-3.000 16,-10.000 3.000 0,-13.000 1.000-16,-17.000 4.000 15,-22.000 2.000 1,-24.000 0.000-16,-14.000-3.000 16,-3.000-7.000-16,13.000-7.000 15</inkml:trace>
  <inkml:trace contextRef="#ctx0" brushRef="#br0">22338.000 12389.000 0,'0.000'0.000'16,"0.000"0.000"0,9.000-14.000-16,3.000-7.000 15,5.000-3.000 1,1.000-1.000-16,3.000 3.000 15,-2.000 4.000 1,1.000 1.000-16,1.000 4.000 16,-4.000 4.000-16,-3.000 2.000 15,-4.000 4.000 1,-1.000 3.000-16,-2.000 3.000 16,2.000 6.000-1,2.000 5.000-15,0.000 6.000 16,3.000 5.000-1,0.000 6.000-15,0.000 1.000 16,0.000 3.000 0,1.000-1.000-16,-3.000-2.000 15,3.000-3.000 1,0.000-2.000-16,4.000-5.000 16,-2.000-1.000-1,1.000-4.000-15,2.000-2.000 16,-3.000-7.000-1,1.000-1.000-15,-1.000-4.000 16,3.000-1.000 0,-5.000-6.000-1,-3.000-1.000-15,-2.000-4.000 16,-3.000-7.000-16,-3.000-4.000 16,-3.000-5.000-1,-1.000 4.000-15</inkml:trace>
  <inkml:trace contextRef="#ctx0" brushRef="#br0">22818.000 12201.000 0,'-15.000'31.000'0,"-8.000"14.000"16,-10.000 6.000 0,-4.000-1.000-16,0.000-3.000 15,0.000-2.000 1,0.000-6.000 0,3.000-7.000-16,2.000-6.000 15,7.000-13.000-15,7.000-8.000 16</inkml:trace>
  <inkml:trace contextRef="#ctx0" brushRef="#br0">22759.000 12602.000 0,'0.000'0.000'15</inkml:trace>
  <inkml:trace contextRef="#ctx0" brushRef="#br0">11911.000 8924.000 0,'0.000'0.000'16,"0.000"0.000"-16,0.000 0.000 15,0.000 0.000 1,11.000 15.000-16,6.000 11.000 16,-5.000 6.000-1,-1.000 3.000-15,-3.000 0.000 16,-3.000-2.000-1,-1.000-3.000-15,-1.000 3.000 16,0.000 1.000 0,-2.000 3.000-16,1.000 1.000 15,4.000 5.000 1,-1.000 5.000-16,-4.000 1.000 16,-1.000 3.000-1,-1.000 2.000-15,3.000-3.000 16,0.000 2.000-1,-1.000 3.000-15,-1.000-4.000 16,0.000 1.000 0,2.000 2.000-16,1.000 5.000 15,1.000 3.000 1,-1.000 0.000-16,0.000 1.000 16,-2.000 2.000-1,1.000 3.000-15,1.000-2.000 16,2.000 0.000-1,0.000 1.000-15,0.000 1.000 16,-4.000 0.000 0,-1.000 1.000-16,1.000 3.000 15,-1.000 2.000 1,1.000 4.000 0,2.000 2.000-16,-2.000 1.000 15,1.000-1.000 1,0.000 1.000-16,-2.000-1.000 15,2.000 5.000 1,-1.000-1.000-16,-2.000-1.000 16,-1.000-1.000-1,1.000-1.000-15,1.000 2.000 16,0.000-4.000 0,-3.000-3.000-16,0.000 0.000 15,1.000-2.000 1,1.000-2.000-16,2.000 2.000 15,1.000 0.000 1,-2.000-3.000-16,-1.000 1.000 16,-2.000-2.000-1,2.000-1.000-15,-2.000-2.000 16,3.000-2.000 0,1.000-4.000-16,-1.000 3.000 15,0.000-3.000 1,-1.000-4.000-16,-2.000-2.000 15,1.000-4.000 1,-1.000-4.000-16,2.000-2.000 16,-3.000-3.000-1,3.000-2.000-15,0.000 0.000 16,1.000-1.000 0,-1.000-2.000-16,1.000-1.000 15,-1.000-2.000 1,0.000 0.000-16,-2.000-5.000 15,-2.000-1.000 1,2.000-4.000-16,0.000-3.000 16,1.000-1.000-1,2.000 3.000-15,0.000-2.000 16,-1.000 0.000 0,0.000-1.000-16,0.000-4.000 15,1.000 2.000-15,0.000-2.000 16,0.000-2.000-1,2.000-2.000-15,0.000 0.000 16,-1.000-1.000 0,-1.000-1.000-16,0.000 1.000 15,0.000 1.000 1,0.000-3.000-16,-1.000-1.000 16,1.000-9.000-1,0.000 0.000-15,-3.000 0.000 16,-3.000-11.000-1,-1.000-9.000-15,1.000-15.000 16,0.000-10.000-16,2.000 6.000 16</inkml:trace>
  <inkml:trace contextRef="#ctx0" brushRef="#br0">11945.000 8984.000 0,'0.000'0.000'0,"0.000"0.000"16,0.000 0.000 0,-9.000 26.000-16,-8.000 11.000 15,-2.000 5.000 1,1.000 1.000-16,0.000-4.000 16,2.000-5.000-1,0.000-6.000-15,1.000-13.000 16,3.000-9.000-1</inkml:trace>
  <inkml:trace contextRef="#ctx0" brushRef="#br0">11996.000 9035.000 0,'0.000'0.000'16,"21.000"19.000"-16,11.000 9.000 16,-3.000 4.000-1,-13.000 1.000 1,-9.000-5.000-16</inkml:trace>
  <inkml:trace contextRef="#ctx0" brushRef="#br0">12281.000 8874.000 0,'13.000'-26.000'0,"7.000"-12.000"16,4.000-3.000-1,5.000 3.000-15,-4.000 7.000 16,2.000 7.000-1,-1.000 11.000-15,-7.000 8.000 16,-5.000 11.000-16,-3.000 8.000 16,-3.000 9.000-1,-5.000 6.000 1,-1.000 2.000-16,-2.000 0.000 16,2.000-6.000-1,0.000-7.000-15,1.000-4.000 16,4.000-6.000-16,2.000-4.000 15,2.000-9.000 1,5.000-7.000 0,0.000-7.000-16,2.000-9.000 15,-2.000-6.000-15,2.000-2.000 16,-4.000 4.000 0,-1.000 4.000-16,-4.000 8.000 15,-3.000 8.000 1,-6.000 12.000-16,3.000 2.000 15,-1.000 12.000-15,-2.000 12.000 16,0.000 17.000 0,-1.000 13.000-1,-4.000 12.000-15,-2.000 6.000 16,-3.000 1.000 0,-1.000-4.000-16,1.000-9.000 15,1.000-4.000 1,-2.000-7.000-16,1.000-10.000 15,0.000-7.000-15,-1.000-8.000 16,-1.000-8.000 0,-4.000-9.000-1,-1.000-9.000-15,-6.000-14.000 16,-3.000-10.000-16,7.000-4.000 16,3.000 0.000-1,8.000 2.000-15,7.000 4.000 16,10.000 1.000-1,11.000-1.000-15,11.000-1.000 16,5.000-1.000 0,5.000 0.000-16,7.000-1.000 15,-1.000-4.000 1,-1.000 1.000-16,-12.000 6.000 16</inkml:trace>
  <inkml:trace contextRef="#ctx0" brushRef="#br0">12870.000 9069.000 0,'0.000'0.000'0,"0.000"0.000"16,0.000 0.000 0</inkml:trace>
  <inkml:trace contextRef="#ctx0" brushRef="#br0">11356.000 12218.000 0,'0.000'0.000'15,"0.000"0.000"-15,0.000 0.000 16,0.000 0.000 0,0.000 0.000-16,0.000 0.000 15,0.000 0.000 1,4.000-19.000-16,2.000-8.000 16,3.000-3.000-1,1.000 2.000-15,2.000-1.000 16,0.000 2.000-1,2.000-2.000-15,2.000-1.000 16,2.000 0.000-16,0.000-1.000 16,-1.000-1.000-1,1.000-3.000-15,0.000 0.000 16,1.000 1.000 0,2.000-2.000-16,0.000-2.000 15,0.000 2.000 1,2.000-3.000-16,-1.000-2.000 15,2.000 2.000 1,1.000-1.000-16,0.000 1.000 16,3.000-1.000-1,-3.000 1.000-15,1.000-3.000 16,1.000-1.000 0,-2.000 2.000-1,3.000 3.000-15,0.000 2.000 16,2.000 0.000-16,-2.000 1.000 15,3.000-1.000 1,-3.000 1.000 0,3.000 0.000-16,-3.000 0.000 15,4.000 5.000-15,-3.000-1.000 16,1.000 1.000 0,-3.000 2.000-16,3.000 5.000 15,0.000-1.000 1,2.000-2.000-16,-1.000 1.000 15,3.000 3.000 1,-3.000 5.000-16,1.000 5.000 16,-4.000 3.000-1,-4.000 2.000-15,0.000 1.000 16,1.000 0.000 0,6.000 0.000-16,-3.000 5.000 15,0.000 1.000-15,-2.000 1.000 16,-2.000 3.000-1,4.000 1.000-15,0.000 2.000 16,-2.000 2.000 0,-4.000 4.000-1,0.000 2.000-15,2.000 1.000 16,2.000 1.000-16,-1.000-2.000 16,0.000 2.000-1,-1.000 1.000-15,-2.000 5.000 16,2.000-3.000-1,-1.000 3.000-15,0.000 0.000 16,-1.000 0.000 0,1.000 2.000-16,-2.000-2.000 15,-1.000 3.000 1,2.000 0.000-16,-3.000 1.000 16,-1.000 5.000-1,1.000-1.000-15,-2.000-1.000 16,0.000 4.000-16,-1.000 4.000 15,4.000-4.000 1,-5.000 0.000-16,0.000 4.000 16,4.000-2.000-1,-3.000 2.000 1,-1.000 0.000-16,-1.000-1.000 16,2.000 0.000-16,-3.000 3.000 15,3.000-1.000 1,2.000 2.000-16,-1.000-2.000 15,-5.000 1.000 1,3.000-1.000-16,0.000-2.000 16,3.000-1.000-1,-2.000 3.000-15,-1.000-1.000 16,1.000-2.000 0,1.000 1.000-1,-3.000-3.000-15,0.000 0.000 16,-2.000 0.000-16,2.000-1.000 15,1.000 2.000 1,0.000 1.000-16,1.000 1.000 16,-5.000-1.000-1,0.000-1.000-15,0.000-4.000 16,1.000 1.000 0,0.000-1.000-16,0.000 4.000 15,1.000-1.000 1,-1.000-1.000-16,2.000 0.000 15,-1.000 2.000 1,1.000-4.000-16,0.000 0.000 16,-2.000 1.000-1,1.000 2.000-15,-2.000-1.000 16,0.000-1.000 0,2.000 0.000-16,-3.000 0.000 15,4.000 1.000 1,-1.000 1.000-16,-1.000 0.000 15,0.000 0.000 1,1.000-1.000-16,-1.000-1.000 16,-1.000 1.000-1,2.000 2.000-15,1.000-2.000 16,0.000-1.000 0,5.000 1.000-16,-2.000-1.000 15,2.000-3.000 1,0.000 1.000-16,0.000 2.000 15,0.000-3.000 1,2.000 2.000-16,0.000-2.000 16,4.000-7.000-16,-3.000-3.000 15,3.000-1.000 1,2.000-2.000-16,3.000-4.000 16,0.000-1.000-1,1.000-1.000-15,4.000-1.000 31,-2.000 0.000-31,1.000-2.000 16,2.000-1.000-16,0.000-1.000 16,3.000-2.000-16,0.000-1.000 15,1.000-6.000 1,0.000 0.000-16,0.000-4.000 16,2.000-2.000-1,0.000-4.000-15,-3.000 2.000 16,2.000-2.000-1,-2.000-1.000-15,0.000-2.000 16,2.000-2.000 0,-1.000-2.000-16,0.000-5.000 15,2.000-4.000 1,1.000-2.000-16,-2.000-2.000 16,1.000-1.000-1,-2.000-4.000-15,-3.000-1.000 16,1.000-2.000-1,3.000-3.000 1,-5.000-3.000 0,1.000-4.000-16,-4.000-3.000 0,0.000-2.000 15,-2.000-3.000 1,2.000-1.000-16,-2.000 1.000 16,0.000-3.000-1,-1.000-4.000 1,-1.000-1.000-16,1.000-1.000 15,1.000-4.000 1,-1.000 0.000-16,2.000-1.000 16,-1.000-1.000-1,0.000 1.000-15,0.000 5.000 16,1.000 4.000 0,-3.000-3.000-16,2.000 1.000 15,-3.000 0.000 1,4.000-2.000-1,1.000 2.000-15,1.000 3.000 16,-3.000 3.000 0,5.000 3.000-16,-3.000 2.000 15,-1.000 1.000-15,-1.000 3.000 16,0.000 5.000 0,-1.000 3.000-16,4.000 1.000 15,-2.000 1.000 1,-1.000 3.000-16,-1.000 3.000 15,2.000 4.000-15,-4.000 4.000 16,1.000 5.000 0,-2.000 5.000-16,2.000 1.000 15,0.000 2.000 1,4.000 4.000 0,0.000 4.000-16,-1.000-2.000 15,0.000 5.000-15,0.000 3.000 16,-2.000 0.000-1,1.000 4.000-15,-1.000 0.000 16,2.000 6.000 0,-1.000-2.000-16,2.000 5.000 15,0.000 1.000 1,-1.000 3.000-16,-1.000 4.000 16,2.000 1.000-1,-1.000 1.000-15,-4.000 3.000 16,-1.000 1.000-1,2.000-1.000-15,1.000 2.000 16,-2.000 4.000 0,0.000 1.000-16,-3.000-1.000 15,3.000 0.000 1,0.000 2.000-16,0.000 2.000 16,-1.000 0.000-1,1.000 3.000-15,-3.000 1.000 16,3.000-1.000-1,-3.000 1.000-15,-1.000-1.000 16,-2.000 1.000 0,0.000 1.000-1,0.000 0.000-15,0.000 2.000 16,3.000-1.000-16,1.000-1.000 16,-5.000-1.000-1,2.000-1.000-15,0.000 0.000 16,-1.000 4.000-1,0.000-3.000-15,-1.000 3.000 16,-1.000-1.000 0,1.000 1.000-16,-2.000-2.000 15,0.000 2.000 1,2.000-2.000-16,-2.000-1.000 16,-2.000 1.000-1,-1.000 1.000-15,0.000-1.000 16,-1.000 1.000-1,-1.000-1.000-15,1.000 0.000 16,0.000 1.000 0,0.000 0.000-16,0.000-1.000 15,1.000 1.000 1,-1.000 2.000-16,1.000-1.000 16,-3.000-3.000-1,2.000 1.000-15,-2.000 1.000 16,1.000-4.000-1,-2.000 3.000-15,-1.000-2.000 16,1.000 0.000 0,2.000 0.000-16,1.000 0.000 15,-3.000-2.000 1,3.000-1.000-16,-3.000 1.000 16,2.000-1.000-1,1.000 5.000-15,-1.000 0.000 16,2.000-4.000-1,3.000 0.000-15,-3.000-3.000 16,2.000-3.000 0,1.000-1.000-16,1.000-3.000 15,3.000-1.000 1,1.000-1.000 0,0.000 0.000-16,1.000-2.000 15,3.000-1.000-15,-3.000-1.000 16,1.000-3.000-16,0.000-3.000 15,6.000-4.000 1,-1.000-3.000-16,2.000-1.000 16,0.000-3.000-1,1.000 0.000-15,-1.000-3.000 16,1.000-4.000 0,-1.000-1.000-16,1.000-2.000 15,-1.000-4.000 1,2.000-6.000-16,0.000-3.000 15,0.000-2.000 1,4.000-2.000-16,-1.000-5.000 16,2.000 0.000-1,-1.000-2.000-15,-1.000 0.000 16,0.000-3.000 0,0.000-5.000-1,2.000 0.000-15,-2.000-5.000 16,2.000-5.000-16,0.000 1.000 15,1.000-2.000 1,-1.000-3.000-16,-1.000-3.000 16,0.000-3.000-1,-4.000-2.000-15,2.000-3.000 16,1.000-6.000 0,2.000 1.000-1,-2.000-2.000-15,-2.000 2.000 16,1.000 0.000-1,-1.000 1.000-15,1.000-3.000 16,1.000-1.000 0,-2.000-1.000-16,1.000 2.000 15,0.000 1.000 1,0.000 3.000-16,-1.000-1.000 16,-2.000 2.000-1,1.000 1.000-15,-1.000 1.000 16,1.000 0.000-1,0.000 3.000-15,2.000 3.000 16,-1.000 2.000 0,-2.000 4.000-16,1.000 7.000 15,-4.000 7.000 1,-2.000 6.000-16,-5.000 6.000 16,-4.000 8.000-1,2.000 4.000-15,18.000 9.000 16,1.000 1.000-1</inkml:trace>
  <inkml:trace contextRef="#ctx0" brushRef="#br0">17099.000 10128.000 0,'32.000'-7.000'16,"17.000"-1.000"0,1.000 1.000-16,-3.000 3.000 15,-7.000 2.000 1,-7.000 2.000-16,-2.000 1.000 16,-4.000-2.000-1,-6.000-3.000-15,-7.000-3.000 16</inkml:trace>
  <inkml:trace contextRef="#ctx0" brushRef="#br0">17402.000 9957.000 0,'0.000'0.000'0,"0.000"0.000"15,-11.000 3.000 1,-6.000 5.000-16,1.000 7.000 16,5.000 12.000-1,6.000 10.000-15,-1.000 19.000 16,0.000 8.000 0,2.000-2.000-16,4.000-6.000 15,2.000-10.000 1,1.000-8.000-16,-1.000-10.000 15,1.000-6.000 1,4.000-8.000-16,3.000-5.000 16,5.000-7.000-1,7.000-9.000-15,2.000-13.000 16,-2.000 0.000 0</inkml:trace>
  <inkml:trace contextRef="#ctx0" brushRef="#br0">17713.000 10187.000 0,'2.000'19.000'15,"8.000"-17.000"-15,7.000-3.000 16,4.000-2.000-16,0.000 0.000 15,4.000 2.000 1,-2.000 2.000-16,-2.000-1.000 16,-5.000-1.000-1</inkml:trace>
  <inkml:trace contextRef="#ctx0" brushRef="#br0">17705.000 10392.000 0,'0.000'0.000'0,"0.000"0.000"16,26.000-3.000-1,9.000 1.000 1,2.000-1.000-16,-4.000 2.000 15,-1.000-4.000-15,-7.000-7.000 16,-7.000 4.000-16</inkml:trace>
  <inkml:trace contextRef="#ctx0" brushRef="#br0">18050.000 10170.000 0,'24.000'-13.000'0,"14.000"-6.000"16,7.000 4.000 0,2.000 7.000-16,0.000 5.000 15,-6.000 4.000 1,-6.000 1.000-16,-5.000 0.000 15,-5.000-4.000 1,-4.000-5.000-16,-7.000-1.000 16</inkml:trace>
  <inkml:trace contextRef="#ctx0" brushRef="#br0">18302.000 9871.000 0,'0.000'0.000'0,"0.000"0.000"16,-1.000 23.000 0,-2.000 23.000-16,-7.000 13.000 15,-3.000 4.000 1,0.000 1.000-16,4.000-7.000 15,2.000 0.000 1,3.000-10.000 0,3.000-11.000-16,4.000-11.000 15,4.000-9.000-15,3.000-7.000 16,6.000-20.000 0,0.000-3.000-1</inkml:trace>
  <inkml:trace contextRef="#ctx0" brushRef="#br0">18445.000 10289.000 0,'0.000'25.000'15,"0.000"4.000"1,-1.000-1.000-16,3.000-6.000 15,1.000-5.000 1,1.000-6.000-16,1.000-3.000 16,6.000-4.000-16,3.000-6.000 15,5.000 0.000 1,-1.000-19.000-16,0.000-4.000 16,-2.000 0.000-1,-3.000 0.000-15,-8.000 2.000 16,-3.000 2.000-1,-4.000 6.000-15,-4.000 4.000 16,-4.000 5.000-16,-4.000 2.000 16,2.000 4.000-1,-1.000 1.000-15,3.000 0.000 16</inkml:trace>
  <inkml:trace contextRef="#ctx0" brushRef="#br0">12340.000 12397.000 0,'0.000'0.000'0,"0.000"0.000"15,-16.000 8.000 1,-4.000 4.000-16,-2.000-1.000 16,4.000 3.000-1,4.000-1.000-15,0.000-3.000 16,4.000 2.000-16,1.000 4.000 16,4.000 1.000-1,1.000 2.000 1,3.000 3.000-16,3.000 0.000 15,6.000-1.000-15,1.000 1.000 16,6.000 1.000 0,1.000-5.000-16,3.000-4.000 15,2.000-1.000 1,2.000-3.000-16,-4.000-4.000 16,-1.000-5.000-1,4.000 1.000-15,0.000-3.000 16,-5.000-3.000-1,3.000-6.000-15,-2.000-2.000 16,2.000-4.000 0,0.000-4.000-16,-3.000 0.000 15,-1.000-3.000-15,-2.000 1.000 16,-4.000 1.000 0,-5.000 2.000-16,-3.000-1.000 15,-3.000 1.000 1,-1.000 1.000-1,-1.000-1.000-15,-3.000 1.000 16,-3.000 2.000-16,0.000 3.000 16,-5.000 1.000-1,1.000 5.000-15,-3.000-1.000 16,-1.000 2.000 0,-2.000-1.000-16,2.000 1.000 15,-4.000 2.000 1,1.000 2.000-16,3.000 2.000 15,0.000 0.000 1,2.000 4.000-16,1.000-2.000 16</inkml:trace>
  <inkml:trace contextRef="#ctx0" brushRef="#br0">25240.000 10691.000 0,'0.000'0.000'16,"0.000"0.000"-1,-9.000 22.000-15,-10.000 16.000 16,-13.000 10.000-1,-14.000 8.000-15,-7.000 6.000 16,-3.000-1.000 0,-1.000 2.000-16,6.000-10.000 15,5.000-8.000 1,9.000-9.000-16,11.000-14.000 16,6.000-11.000-1</inkml:trace>
  <inkml:trace contextRef="#ctx0" brushRef="#br0">25105.000 10904.000 0,'31.000'10.000'15,"20.000"12.000"1,5.000 15.000-16,-4.000 5.000 15,-9.000 5.000 1,-7.000-4.000-16,-9.000-5.000 16,-7.000-6.000-1,-5.000-9.000-15,-6.000-7.000 16</inkml:trace>
  <inkml:trace contextRef="#ctx0" brushRef="#br0">25079.000 11203.000 0,'0.000'0.000'0,"0.000"0.000"16,0.000 0.000-1,23.000-9.000-15,12.000-4.000 16,2.000 5.000-1,-5.000 7.000-15,-9.000 7.000 16,-12.000 9.000 0,-18.000 11.000-16,-16.000 9.000 15,-18.000 8.000 1,-12.000 4.000-16,-5.000-2.000 16,6.000-11.000-1,14.000-11.000-15,17.000-8.000 16,22.000-9.000-16,18.000-6.000 15,18.000-7.000 1,14.000-6.000-16,10.000-1.000 16,3.000-1.000-1,-4.000 2.000-15,-10.000 1.000 16,-14.000 1.000 0,-9.000 2.000-16,-9.000-2.000 15,-9.000 0.000 1</inkml:trace>
  <inkml:trace contextRef="#ctx0" brushRef="#br0">25240.000 11305.000 0,'-1.000'41.000'0,"-1.000"28.000"15,-3.000 18.000 1,-4.000 1.000-16,-1.000-9.000 15,-3.000-19.000 1,3.000-20.000-16</inkml:trace>
  <inkml:trace contextRef="#ctx0" brushRef="#br0">25122.000 11594.000 0,'-29.000'20.000'15,"-9.000"8.000"1,-3.000-1.000-16,11.000-8.000 16</inkml:trace>
  <inkml:trace contextRef="#ctx0" brushRef="#br0">25307.000 11604.000 0,'13.000'11.000'0,"6.000"7.000"15,-3.000-2.000-15,-6.000-10.000 16,-5.000-3.000-1</inkml:trace>
  <inkml:trace contextRef="#ctx0" brushRef="#br0">25634.000 10980.000 0,'0.000'0.000'0,"0.000"0.000"16,0.000 0.000-1,0.000 0.000-15,-4.000 32.000 16,-3.000 14.000 0,-2.000-1.000-1,1.000-7.000-15,5.000-10.000 16,2.000-7.000-16,4.000-6.000 15,6.000-4.000 1,1.000-3.000-16,3.000 1.000 16,1.000-1.000-1,-1.000 2.000-15,-5.000 1.000 16,-14.000 10.000 0,-16.000 10.000-16,-17.000 2.000 15,-11.000 2.000 1,-5.000-5.000-16,7.000-6.000 15,16.000-7.000 1,12.000-6.000-16,20.000-11.000 16,9.000 5.000-16,26.000-5.000 15,23.000-4.000 1,10.000-2.000-16,8.000-7.000 16,0.000 0.000-1,-10.000 1.000-15,-12.000 2.000 16,-16.000 0.000-1,-13.000-2.000-15,-18.000-8.000 16,-16.000-12.000 0,-15.000-12.000-16,-10.000-8.000 15,-1.000-8.000 1,10.000-3.000-16,8.000 3.000 16,10.000 10.000-1,6.000 16.000-15,1.000 11.000 16,0.000 11.000-1,5.000 15.000-15,1.000 15.000 16,0.000 21.000 0,-3.000 27.000-1,-1.000 31.000 1,-5.000 26.000-16,-8.000 27.000 0,2.000 9.000 16,2.000 1.000-1,5.000-18.000-15,2.000-32.000 16,3.000-38.000-1,2.000-41.000-15,1.000-21.000 16</inkml:trace>
  <inkml:trace contextRef="#ctx0" brushRef="#br0">26198.000 10553.000 0,'0.000'0.000'0,"21.000"29.000"16,5.000 24.000 0,-10.000 13.000-16,-15.000 6.000 31,-11.000-3.000-31,-1.000-10.000 15,5.000-13.000-15,4.000-13.000 16</inkml:trace>
  <inkml:trace contextRef="#ctx0" brushRef="#br0">26232.000 11049.000 0,'-19.000'-21.000'16,"-14.000"-16.000"-16,-4.000-3.000 15,0.000 6.000 1,6.000 6.000-16,9.000 8.000 15,10.000 4.000 1,15.000 0.000-16,17.000 1.000 16,25.000-4.000-1,17.000 5.000-15,7.000 4.000 16,0.000 7.000 0,-8.000 5.000-16,-11.000 5.000 15,-14.000 7.000 1,-15.000 7.000-16,-24.000 11.000 15,-23.000 8.000-15,-16.000 3.000 16,-7.000-3.000 0,2.000-3.000-1,12.000-8.000-15,13.000-6.000 16,21.000-9.000-16,16.000-5.000 16,19.000-3.000-1,9.000-3.000-15,6.000-3.000 16,-2.000 1.000-1,-8.000 3.000-15,-14.000 3.000 16,-12.000 8.000 0,-19.000 8.000-16,-23.000 7.000 15,-22.000 10.000 1,-18.000 8.000-16,-15.000 0.000 16,-6.000 1.000-1,9.000-5.000-15,15.000-7.000 16,21.000-10.000-1,24.000-7.000-15,27.000-7.000 16,18.000-5.000 0,23.000-4.000-16,15.000-4.000 15,8.000-5.000 1,5.000-4.000-16,-7.000 0.000 16,-9.000-2.000-1,-10.000 2.000-15,-13.000 2.000 16,-17.000-3.000-1,-12.000 0.000-15,-13.000-6.000 16,-12.000-2.000 0,-12.000-2.000-16,-5.000-1.000 15,1.000-2.000 1,9.000 0.000-16,4.000 3.000 16,6.000 5.000-1,4.000 3.000-15,11.000 12.000 16,-6.000 4.000-16,6.000 15.000 15,1.000 20.000 1,-1.000 20.000-16,0.000 16.000 16,-2.000 17.000-1,-5.000 4.000-15,-1.000 1.000 16,5.000-13.000 0,3.000-18.000-16,6.000-22.000 15,6.000-27.000 1,8.000-23.000-16,-1.000-7.000 15</inkml:trace>
  <inkml:trace contextRef="#ctx0" brushRef="#br0">26720.000 11749.000 0,'0.000'-12.000'15</inkml:trace>
  <inkml:trace contextRef="#ctx0" brushRef="#br0">27114.000 10758.000 0,'-8.000'38.000'16,"-7.000"18.000"-16,-6.000 4.000 15,-1.000-1.000 1,3.000-2.000-16,-1.000-9.000 15,4.000-9.000 1,3.000-11.000-16,6.000-9.000 16,5.000-8.000-1,8.000-5.000-15,6.000-7.000 16,8.000-1.000 0,9.000-2.000-16,5.000-1.000 15,9.000 2.000 1,2.000 1.000-16,1.000 5.000 15,0.000 4.000 1,-5.000 2.000-16,-4.000 7.000 16,-11.000 6.000-1,-7.000 12.000-15,-11.000 5.000 16,-9.000 6.000 0,-8.000 5.000-16,-8.000 4.000 15,-4.000-4.000 1,-6.000-4.000-16,0.000-8.000 15,1.000-11.000 1,4.000-10.000-16,4.000-8.000 16,2.000-7.000-1,6.000-11.000-15,1.000-14.000 16,2.000-11.000-16,7.000-20.000 16,3.000 8.000-1</inkml:trace>
  <inkml:trace contextRef="#ctx0" brushRef="#br0">27334.000 10955.000 0,'0.000'0.000'0,"0.000"0.000"16,0.000 0.000-1,21.000-6.000-15,13.000 0.000 16,1.000 2.000 0,-5.000 6.000-16,-9.000 0.000 15</inkml:trace>
  <inkml:trace contextRef="#ctx0" brushRef="#br0">26879.000 11382.000 0,'0.000'0.000'15,"36.000"-13.000"-15,23.000-7.000 16,10.000-1.000 0,4.000 1.000-16,-6.000 4.000 15,-19.000 5.000 1</inkml:trace>
  <inkml:trace contextRef="#ctx0" brushRef="#br0">27863.000 10939.000 0,'11.000'21.000'0,"6.000"15.000"15,-1.000 14.000 1,-3.000 9.000-16,-4.000 12.000 16,-2.000 4.000-1,-2.000-4.000 1,1.000-8.000-1,-2.000-13.000-15,1.000-13.000 0,0.000-10.000 16,2.000-10.000 0,1.000-9.000-16,2.000-12.000 15,3.000-17.000 1,8.000-18.000-16,2.000-14.000 16,5.000-11.000-1,4.000-3.000-15,3.000-2.000 16,-2.000 1.000-1,2.000 5.000-15,-4.000 8.000 16,-2.000 12.000 0,-6.000 8.000-16,-8.000 13.000 15,-4.000 8.000 1,-4.000 6.000-16,-7.000 8.000 16,3.000-5.000-1</inkml:trace>
  <inkml:trace contextRef="#ctx0" brushRef="#br0">28863.000 10826.000 0,'-23.000'28.000'0,"-19.000"17.000"15,-11.000 9.000-15,10.000-11.000 16</inkml:trace>
  <inkml:trace contextRef="#ctx0" brushRef="#br0">28552.000 11254.000 0,'2.000'31.000'0,"-1.000"14.000"16,-1.000-4.000-1,3.000-9.000-15,2.000-11.000 16,-1.000-10.000 0,-4.000-11.000-16,6.000-7.000 15,1.000-18.000 1,6.000-10.000-16,9.000-7.000 15,7.000 1.000 1,3.000 5.000-16,1.000 11.000 16,-3.000 6.000-1,-1.000 12.000-15,-2.000 7.000 16,-1.000 9.000 0,-7.000 12.000-1,-5.000 7.000-15,-8.000 7.000 0,-6.000 4.000 16,-6.000 3.000-1,-4.000-7.000 1,-4.000-9.000-16,-1.000-9.000 16,-1.000-8.000-16,3.000-14.000 15,-3.000-13.000 1,5.000-8.000 0,3.000-12.000-16,8.000-6.000 15,11.000-3.000 1,8.000 2.000-16,9.000 0.000 15,3.000 3.000 1,5.000 8.000-16,-4.000 5.000 16,-2.000 7.000-1,-6.000 7.000-15,-2.000 7.000 16,0.000 6.000 0,-4.000 10.000-16,-2.000 10.000 15,-4.000 11.000-15,1.000 16.000 16,-7.000 13.000-1,-3.000 14.000-15,-2.000 2.000 16,-1.000 2.000 0,-1.000-4.000-1,-1.000-12.000-15,1.000-13.000 16,-2.000-13.000 0,0.000-13.000-16,-3.000-19.000 15,-1.000-4.000-15</inkml:trace>
  <inkml:trace contextRef="#ctx0" brushRef="#br0">28989.000 11262.000 0,'0.000'0.000'0,"8.000"16.000"16,1.000 7.000-1,2.000 2.000-15,-1.000-11.000 16,-4.000-7.000 0</inkml:trace>
  <inkml:trace contextRef="#ctx0" brushRef="#br0">29326.000 10947.000 0,'30.000'-8.000'15,"20.000"-5.000"-15,5.000 1.000 16,-3.000-1.000 0,-2.000 3.000-16,-7.000 0.000 15,-3.000 4.000 1,-9.000-1.000-16,-13.000 3.000 15,-8.000 4.000-15,-5.000 1.000 16</inkml:trace>
  <inkml:trace contextRef="#ctx0" brushRef="#br0">29646.000 10947.000 0,'-3.000'44.000'15,"-1.000"17.000"-15,1.000 9.000 16,-3.000 0.000-1,1.000-8.000-15,-1.000-6.000 16,0.000-12.000 0,-1.000-13.000-16,3.000-18.000 15,2.000-8.000 1</inkml:trace>
  <inkml:trace contextRef="#ctx0" brushRef="#br0">29670.000 11262.000 0,'23.000'-13.000'0,"9.000"-3.000"15,0.000 2.000-15,-7.000 2.000 16,-6.000 4.000 0,-12.000-1.000-16,-12.000-2.000 15,-5.000 1.000 1</inkml:trace>
  <inkml:trace contextRef="#ctx0" brushRef="#br0">29428.000 11219.000 0,'-6.000'23.000'15,"-1.000"14.000"1,-5.000 5.000-16,-7.000 2.000 15,3.000-11.000 1</inkml:trace>
  <inkml:trace contextRef="#ctx0" brushRef="#br0">29318.000 11509.000 0,'36.000'0.000'15,"24.000"0.000"-15,6.000 0.000 16,-1.000-6.000 0,-3.000-5.000-1,-6.000-5.000-15,-7.000-3.000 16,-8.000-7.000-16,-9.000-7.000 31,-8.000 6.000-31</inkml:trace>
  <inkml:trace contextRef="#ctx0" brushRef="#br0">30091.000 10605.000 0,'0.000'0.000'0,"0.000"0.000"15,0.000 0.000-15,-6.000 28.000 16,-2.000 6.000 0,7.000 3.000-16,10.000-2.000 15,14.000-7.000 1,9.000-7.000 0,9.000-5.000-16,-1.000-6.000 15,-4.000-1.000-15,-9.000-3.000 16,-9.000 2.000-16,-14.000 2.000 15,-18.000 3.000 1,-21.000 2.000-16,-15.000-2.000 16,-5.000 0.000-1,8.000 1.000-15,12.000 6.000 16,13.000 3.000 0,9.000 8.000-16,10.000 6.000 15,8.000 7.000 1,4.000 0.000-16,0.000 0.000 15,-1.000-3.000 1,-3.000-6.000-16,1.000-9.000 16,-4.000-11.000-1,-1.000-16.000-15,-1.000-6.000 16</inkml:trace>
  <inkml:trace contextRef="#ctx0" brushRef="#br0">30083.000 11057.000 0,'0.000'0.000'0,"31.000"-6.000"16,12.000-7.000-16,5.000 3.000 16,-1.000 1.000-1,-2.000 6.000-15,-8.000 3.000 16,-5.000 3.000-1,-7.000 6.000-15,-7.000 5.000 16,-4.000 8.000 0,-12.000 2.000-16,-9.000 6.000 15,-10.000 1.000 1,-2.000-2.000-16,-3.000-15.000 16,2.000-7.000-1</inkml:trace>
  <inkml:trace contextRef="#ctx0" brushRef="#br0">30294.000 11108.000 0,'0.000'0.000'16,"-10.000"33.000"-16,-10.000 23.000 31,-12.000 9.000-31,-11.000 1.000 0,-2.000-9.000 15,3.000-14.000 1,8.000-18.000-16,10.000-13.000 16</inkml:trace>
  <inkml:trace contextRef="#ctx0" brushRef="#br0">30201.000 11356.000 0,'37.000'31.000'16,"13.000"17.000"0,1.000 2.000-16,-7.000 1.000 15,-10.000-9.000 1,-12.000-17.000-16,-7.000-10.000 16</inkml:trace>
  <inkml:trace contextRef="#ctx0" brushRef="#br0">30713.000 10862.000 0,'45.000'-9.000'15,"19.000"-1.000"-15,1.000 2.000 32,-8.000 5.000-32,-9.000 5.000 0,-10.000 6.000 15,-10.000 3.000 1,-12.000 1.000-16,-9.000-2.000 16</inkml:trace>
  <inkml:trace contextRef="#ctx0" brushRef="#br0">30739.000 11161.000 0,'28.000'8.000'0,"22.000"1.000"16,10.000-1.000 0,3.000-3.000-1,-3.000-4.000-15,-8.000-6.000 16,-11.000-2.000-16,-10.000-5.000 15,-14.000-8.000 1,-12.000-5.000 0,-7.000 1.000-16</inkml:trace>
  <inkml:trace contextRef="#ctx0" brushRef="#br0">30965.000 10980.000 0,'5.000'34.000'0,"-5.000"27.000"16,-12.000 15.000 0,-16.000 9.000-16,-10.000-7.000 15,-3.000-16.000 1,2.000-20.000-16,7.000-27.000 16,10.000-20.000-1,7.000-8.000-15</inkml:trace>
  <inkml:trace contextRef="#ctx0" brushRef="#br0">30941.000 11296.000 0,'15.000'47.000'16,"4.000"17.000"-1,-2.000-7.000-15,1.000-15.000 16,3.000-13.000-1,5.000-18.000-15,10.000-14.000 16,7.000-11.000 0,4.000-11.000-16,-1.000-8.000 15,-5.000-3.000 1,-8.000-2.000-16,-11.000-2.000 16,-13.000-7.000-1,-13.000-10.000-15,-9.000-15.000 16,-6.000-17.000-1,2.000 13.000-15</inkml:trace>
  <inkml:trace contextRef="#ctx0" brushRef="#br0">31487.000 10691.000 0,'19.000'19.000'0,"3.000"7.000"16,0.000-11.000-16,-6.000-9.000 16</inkml:trace>
  <inkml:trace contextRef="#ctx0" brushRef="#br0">31908.000 10733.000 0,'-16.000'24.000'0,"-21.000"15.000"15,-16.000 7.000 1,-8.000-1.000 0,2.000-7.000-16,11.000-6.000 15,16.000-9.000 1,16.000-4.000-1,18.000-6.000-15,20.000-7.000 0,18.000-4.000 16,10.000-4.000 0,7.000-2.000-16,-2.000-2.000 15,-11.000 2.000 1,-14.000 3.000-16,-13.000 2.000 16,-22.000 9.000-1,-24.000 7.000-15,-25.000 8.000 16,-16.000 6.000-1,-6.000 4.000-15,3.000 1.000 16,10.000-2.000 0,17.000-7.000-16,19.000-5.000 15,20.000-7.000 1,26.000-4.000-16,19.000-6.000 16,15.000-5.000-1,10.000-5.000-15,5.000-2.000 16,-1.000-2.000-1,-6.000-1.000-15,-10.000 3.000 16,-14.000-1.000-16,-15.000-1.000 16,-16.000-4.000-1,-15.000-9.000-15,-3.000 2.000 16</inkml:trace>
  <inkml:trace contextRef="#ctx0" brushRef="#br0">31748.000 11101.000 0,'8.000'25.000'15,"1.000"20.000"-15,-6.000 12.000 16,-18.000 11.000 0,-13.000 1.000-16,-12.000-2.000 15,-11.000-5.000 1,-2.000-13.000-16,5.000-17.000 15,9.000-21.000 1,14.000-24.000-16,10.000-6.000 16</inkml:trace>
  <inkml:trace contextRef="#ctx0" brushRef="#br0">31756.000 11398.000 0,'36.000'31.000'16,"15.000"15.000"-16,2.000 1.000 16,-4.000-7.000-1,-3.000-11.000-15,0.000-18.000 16,3.000-17.000 0,-10.000-4.000-16</inkml:trace>
  <inkml:trace contextRef="#ctx0" brushRef="#br0">32446.000 11732.000 0,'0.000'0.000'16,"-4.000"-12.000"-16</inkml:trace>
  <inkml:trace contextRef="#ctx0" brushRef="#br0">13753.000 10093.000 0,'0.000'0.000'15,"0.000"0.000"-15,0.000 0.000 16,0.000 0.000-16,18.000 0.000 16,8.000 0.000-1,-1.000-1.000-15,0.000-1.000 16,-4.000 0.000 0,4.000-1.000-16,3.000-1.000 15,-3.000 1.000 1,1.000 0.000-16,-2.000 3.000 15,1.000 1.000 1,3.000-2.000-16,-2.000 0.000 16,0.000 0.000-1,-1.000 1.000-15,2.000-2.000 16,1.000 2.000 0,0.000-2.000-16,3.000 1.000 15,-1.000 0.000 1,-1.000-3.000-16,1.000 2.000 15,1.000 1.000 1,-3.000 1.000-16,0.000-3.000 16,0.000 2.000-16,1.000-3.000 15,2.000 1.000 1,0.000 0.000-16,-2.000-1.000 16,2.000 0.000-1,-1.000 3.000-15,1.000 0.000 16,-3.000-1.000-1,0.000-1.000-15,-3.000 1.000 16,-2.000-1.000 0,3.000 1.000-16,-2.000-1.000 15,0.000 3.000 1,-2.000-2.000-16,2.000 0.000 16,0.000-1.000-1,1.000 2.000-15,-4.000 0.000 16,2.000-3.000-1,-2.000 2.000-15,-3.000 1.000 16,2.000-3.000 0,-1.000 2.000-16,-1.000-1.000 15,2.000 0.000-15,-1.000 2.000 16,-1.000 1.000 0,-2.000-2.000-16,-3.000 1.000 15,-1.000-1.000-15,0.000 2.000 16,-2.000 0.000-1,4.000 0.000 1,0.000-1.000-16,4.000-2.000 16,-1.000 1.000-16,-1.000-4.000 15,-5.000 0.000 1</inkml:trace>
  <inkml:trace contextRef="#ctx0" brushRef="#br0">15056.000 9855.000 0,'0.000'0.000'15,"0.000"0.000"-15,0.000 0.000 16,0.000 0.000-1,0.000 0.000-15,0.000 0.000 16,0.000 0.000-16,13.000 11.000 16,9.000 5.000-1,3.000-1.000-15,-3.000-4.000 16,-3.000-2.000 0,-1.000 0.000-16,0.000-3.000 15,2.000 1.000 1,1.000-3.000-16,-3.000 1.000 15,2.000 2.000 1,-6.000 0.000-16,-1.000 1.000 16,-3.000-2.000-1,-3.000 0.000-15,0.000 2.000 16,-2.000 5.000 0,-6.000 5.000-16,-7.000 3.000 15,-10.000 11.000 1,-12.000 6.000-16,-14.000 5.000 15,-6.000-2.000 1,7.000-13.000-16</inkml:trace>
  <inkml:trace contextRef="#ctx0" brushRef="#br0">15686.000 9811.000 0,'0.000'0.000'0,"0.000"0.000"15,0.000 0.000-15,0.000 0.000 16,0.000 0.000 0,4.000 25.000-16,-2.000 13.000 15,0.000 10.000 1,-3.000 3.000-16,-3.000 1.000 15,1.000-1.000 1,-1.000-4.000-16,4.000-4.000 16,2.000-12.000-1,1.000-5.000-15,3.000-9.000 16,4.000-7.000 0,3.000-9.000-16,6.000-9.000 15,5.000-9.000 1,5.000-9.000-16,1.000-7.000 15,3.000-6.000 1,0.000-4.000-16,1.000-4.000 16,-2.000-1.000-1,-5.000 7.000-15,-4.000 0.000 16,-6.000 6.000 0,-6.000 1.000-16,-4.000 8.000 15,-5.000 6.000 1,-2.000 6.000-16,-1.000 6.000 15,1.000 8.000-15,-4.000 3.000 16,-5.000 12.000 0,-2.000 13.000-16,-3.000 5.000 15,7.000 7.000 1,1.000 3.000-16,2.000 0.000 16,1.000 0.000-1,2.000-4.000-15,2.000-4.000 16,2.000-7.000-1,4.000-3.000 1,1.000-6.000-16,4.000-4.000 16,1.000-5.000-16,2.000-13.000 15,-4.000-4.000 1</inkml:trace>
  <inkml:trace contextRef="#ctx0" brushRef="#br0">6941.000 14872.000 0,'0.000'0.000'15,"0.000"0.000"-15,0.000 0.000 16,10.000 19.000-1,3.000 5.000 17,2.000-3.000-32,-3.000-14.000 0,-4.000-7.000 0</inkml:trace>
  <inkml:trace contextRef="#ctx0" brushRef="#br0">7244.000 14736.000 0,'18.000'8.000'0,"-1.000"7.000"16,-11.000 10.000-1,-22.000 15.000-15,-20.000 16.000 16,-21.000 9.000-16,-11.000 4.000 16,0.000-6.000-1,12.000-15.000-15,14.000-17.000 16,17.000-12.000-1,11.000-7.000-15,17.000-8.000 16,16.000-7.000 0,9.000-6.000-16,12.000-4.000 15,7.000 1.000 1,3.000 1.000 0,-5.000 2.000-16,-9.000 4.000 15,-11.000 5.000-15,-12.000 8.000 16,-16.000 12.000-1,-19.000 17.000-15,-23.000 16.000 16,-18.000 7.000 0,-3.000 2.000-1,8.000-12.000-15,13.000-12.000 16,17.000-14.000-16,15.000-9.000 16,15.000-9.000-16,16.000-7.000 15,19.000-9.000 1,14.000-12.000-1,14.000-10.000-15,7.000-6.000 16,-1.000-2.000 0,-6.000 2.000-16,-12.000 8.000 15,-15.000 7.000-15,-12.000 9.000 16,-15.000 0.000 0,-14.000 1.000-16,-17.000-6.000 15,-14.000-3.000 1,-14.000-10.000-16,8.000 4.000 15</inkml:trace>
  <inkml:trace contextRef="#ctx0" brushRef="#br0">7033.000 14744.000 0,'17.000'36.000'15,"6.000"34.000"1,-3.000 28.000-16,-6.000 20.000 16,-12.000 6.000-16,-13.000-5.000 15,0.000-12.000 1,-2.000-18.000-16,1.000-25.000 16,3.000-29.000-1,2.000-34.000-15,6.000-33.000 16,3.000-5.000-16</inkml:trace>
  <inkml:trace contextRef="#ctx0" brushRef="#br0">7354.000 14966.000 0,'15.000'28.000'15,"3.000"19.000"1,-8.000 6.000-16,-5.000 2.000 15,-3.000-7.000 1,-1.000-16.000-16,3.000-25.000 16,6.000-27.000-1,1.000-28.000-15,-1.000 0.000 16</inkml:trace>
  <inkml:trace contextRef="#ctx0" brushRef="#br0">7539.000 14522.000 0,'0.000'0.000'0,"2.000"36.000"16,-1.000 37.000-16,-3.000 27.000 16,1.000 26.000-1,5.000 9.000-15,1.000 0.000 16,0.000-7.000-1,0.000-14.000 1,1.000-20.000-16,-3.000-16.000 16,0.000-15.000-1,-3.000-17.000-15,-1.000-14.000 16,-5.000-14.000 0,-9.000-12.000-16,-11.000-15.000 15,-10.000-22.000 1,-8.000-24.000-16,-2.000-22.000 15,11.000-12.000-15,10.000 17.000 16</inkml:trace>
  <inkml:trace contextRef="#ctx0" brushRef="#br0">7791.000 14752.000 0,'11.000'60.000'0,"-1.000"29.000"16,-10.000 12.000-1,-13.000-1.000-15,-4.000-10.000 16,1.000-20.000 0,6.000-23.000-1,9.000-15.000-15,9.000-10.000 16,11.000-10.000-16,15.000-10.000 15,8.000-7.000 1,8.000-6.000-16,6.000-3.000 16,-1.000-2.000-1,-6.000 1.000-15,-10.000 3.000 16,-9.000-1.000 0,-8.000-4.000-16,-13.000-9.000 15,-15.000-11.000 1,-12.000-13.000-16,-9.000-14.000 15,0.000 10.000 1</inkml:trace>
  <inkml:trace contextRef="#ctx0" brushRef="#br0">7950.000 14769.000 0,'4.000'26.000'15,"1.000"11.000"-15,-1.000 0.000 16,-1.000-4.000-1,3.000-15.000-15,4.000-19.000 16,9.000-17.000 0,11.000-18.000-16,10.000-8.000 15,6.000 4.000 1,0.000 10.000-16,-4.000 17.000 16,-6.000 8.000-1,-13.000 8.000-15,-10.000 3.000 16,-12.000 9.000-1,-18.000 12.000-15,-16.000 9.000 16,-14.000 3.000 0,-9.000 2.000-16,-3.000-8.000 15,2.000-7.000 1,11.000-8.000 0,14.000-6.000-16,12.000-6.000 0,20.000-6.000 15,2.000 0.000 1,18.000-6.000-16,14.000-5.000 15,8.000-2.000 1,5.000-1.000-16,2.000 0.000 16,-5.000-2.000-1,-6.000 0.000-15,-8.000-3.000 16,-12.000-3.000 0,-9.000-6.000-16,-19.000-4.000 15,-10.000-3.000 1,-4.000 0.000-16,1.000 9.000 15,4.000 7.000-15,5.000 9.000 16,5.000 4.000 0,4.000 9.000-16,4.000 15.000 15,1.000 17.000 1,2.000 18.000 0,-1.000 16.000-16,-1.000 7.000 15,0.000-3.000-15,-2.000-11.000 16,-1.000-11.000-1,2.000-15.000-15,-1.000-14.000 16,-2.000-10.000 0,-8.000-8.000-16,-9.000-13.000 15,-6.000-8.000 1,-5.000-11.000-16,5.000-4.000 16,9.000 6.000-1,7.000 5.000-15,13.000 0.000 16,16.000 2.000-1,16.000-5.000-15,19.000-4.000 16,9.000-7.000 0,7.000-6.000-16,8.000-6.000 15,2.000-4.000 1,-1.000 2.000-16,-9.000 5.000 16,-15.000 13.000-1,-17.000 12.000-15,-15.000 10.000 16,-22.000 9.000-1,-5.000 9.000-15,-27.000 19.000 16,-16.000 9.000 0,-10.000 1.000-16,-1.000 0.000 15,4.000-6.000-15,7.000-7.000 16,10.000-10.000 0,13.000-8.000-16,9.000-11.000 15,13.000-6.000 1,8.000-2.000-16,6.000 2.000 15,4.000 6.000 1,4.000 13.000-16,1.000 16.000 16,-6.000 18.000-1,-9.000 21.000-15,-9.000 24.000 16,-6.000 8.000 0,-5.000 1.000-16,0.000-11.000 15,4.000-20.000 1,6.000-24.000-16,5.000-42.000 15,0.000-3.000 1,3.000-38.000-16,3.000-24.000 16,8.000-13.000-1,-2.000-4.000-15,-1.000 7.000 16,-2.000 15.000 0,-2.000 14.000-16,-2.000 23.000 15,2.000 12.000 1,0.000 8.000-16,-7.000 3.000 15,12.000-4.000-15,8.000 2.000 16,8.000 2.000 0,13.000-2.000-16,7.000-1.000 15,2.000-4.000 1,0.000-2.000-16,-3.000-2.000 16,-5.000-1.000-1,-4.000-1.000-15,-8.000-1.000 16,-14.000-1.000-1,-14.000 1.000-15,-15.000 3.000 16,-8.000 1.000-16,-4.000 8.000 16,-4.000 10.000-1,-1.000 10.000-15,10.000 18.000 16,7.000 2.000 0,3.000-1.000-1,5.000 1.000-15,4.000 12.000 16,0.000 22.000-1,-2.000 29.000-15,-4.000 21.000 16,1.000 13.000-16,-5.000-8.000 16,2.000-30.000-1</inkml:trace>
  <inkml:trace contextRef="#ctx0" brushRef="#br0">9464.000 14556.000 0,'0.000'0.000'0,"0.000"0.000"16,-39.000-1.000-1,-27.000 3.000-15,-12.000 3.000 16,1.000 3.000 0,8.000 2.000-16,13.000-1.000 15,18.000-3.000 1,13.000 0.000-16,12.000 1.000 16,10.000 5.000-1,8.000 9.000-15,10.000 10.000 16,8.000 15.000-1,-6.000 22.000-15,-4.000 22.000 16,-11.000 18.000 0,-6.000 10.000-16,-6.000 3.000 15,-2.000-4.000 1,-1.000-16.000-16,3.000-23.000 16,-1.000-24.000-1,-2.000-27.000 1,-1.000-30.000-16,1.000-11.000 15</inkml:trace>
  <inkml:trace contextRef="#ctx0" brushRef="#br0">9035.000 14881.000 0,'43.000'0.000'15,"22.000"-1.000"1,10.000-4.000-16,2.000-4.000 16,-6.000 0.000-1,-3.000-1.000-15,-10.000 2.000 16,-12.000-2.000 0,-18.000-5.000-16,-16.000-5.000 15,-6.000 2.000-15</inkml:trace>
  <inkml:trace contextRef="#ctx0" brushRef="#br0">9422.000 14658.000 0,'0.000'0.000'0,"-16.000"24.000"16,-13.000 16.000-1,-9.000 9.000-15,-10.000 3.000 16,-1.000-9.000-1,2.000-8.000 1,8.000-16.000-16,7.000-16.000 16,13.000-7.000-16,6.000-4.000 15,16.000 4.000 1,5.000 10.000-16,2.000 13.000 16,2.000 13.000-16,0.000 12.000 15,-2.000 11.000 1,-2.000 5.000-1,-2.000 3.000-15,0.000-5.000 16,-2.000-9.000 0,-2.000-12.000-16,-2.000-20.000 15,0.000-23.000-15,0.000-6.000 16</inkml:trace>
  <inkml:trace contextRef="#ctx0" brushRef="#br0">9203.000 15016.000 0,'0.000'0.000'15,"18.000"10.000"-15,12.000-5.000 16,11.000-4.000 0,0.000-4.000-16,1.000-1.000 15,3.000-5.000-15,-5.000 4.000 16,-6.000 5.000-1,-4.000 8.000-15,-5.000 14.000 16,-13.000 14.000 0,-13.000 12.000-16,-12.000 5.000 15,-7.000-2.000 1,-4.000-7.000 0,0.000-13.000-16,1.000-19.000 15,-1.000-21.000-15,8.000-21.000 16,3.000-17.000-1,4.000 4.000 1</inkml:trace>
  <inkml:trace contextRef="#ctx0" brushRef="#br0">9430.000 15016.000 0,'-3.000'25.000'16,"-4.000"14.000"-1,-10.000 10.000-15,-11.000 10.000 16,-6.000 2.000-1,-6.000-5.000-15,3.000-7.000 16,2.000-19.000 0,0.000-15.000-16,12.000-20.000 15,9.000-14.000 1,13.000-11.000-16,14.000-2.000 16,8.000 10.000-1,16.000 10.000-15,0.000 11.000 16,3.000 12.000-1,4.000 11.000-15,2.000 6.000 16,1.000 3.000 0,-4.000 3.000-16,-3.000-2.000 15,-6.000-3.000 1,-7.000-5.000-16,-8.000-8.000 16,-3.000-14.000-1,-1.000-20.000-15,-5.000-1.000 16</inkml:trace>
  <inkml:trace contextRef="#ctx0" brushRef="#br0">9792.000 14719.000 0,'36.000'-6.000'0,"13.000"-3.000"16,0.000 3.000-16,-7.000 3.000 16,-9.000 9.000-1,-12.000 3.000-15,-12.000 9.000 16,-17.000 5.000 0,-14.000 12.000-16,-11.000 0.000 15,-7.000 6.000 1,1.000-2.000-16,3.000-1.000 15,7.000-9.000 1,11.000-10.000-16,15.000-6.000 16,16.000-7.000-1,15.000-7.000-15,9.000-6.000 16,6.000-2.000 0,-2.000-1.000-16,-8.000 3.000 15,-9.000 3.000 1,-11.000 6.000-16,-14.000 16.000 15,-18.000 15.000-15,-20.000 15.000 16,-13.000 8.000 0,-7.000-4.000-16,2.000-9.000 15,11.000-14.000 1,14.000-22.000-16,17.000-22.000 16,21.000-14.000-1,14.000-7.000 1,15.000 0.000-16,9.000 7.000 15,2.000 12.000-15,1.000 16.000 16,-7.000 13.000 0,-10.000 13.000-1,-12.000 13.000-15,-9.000 5.000 16,-5.000 0.000-16,-5.000-4.000 16,2.000-7.000-1,6.000-8.000-15,11.000-9.000 16,10.000-10.000-1,13.000-18.000-15,12.000-17.000 16,5.000-20.000 0,1.000-20.000-16,-7.000-18.000 15,-12.000-1.000 1,-12.000 18.000-16</inkml:trace>
  <inkml:trace contextRef="#ctx0" brushRef="#br0">10599.000 14787.000 0,'0.000'0.000'0,"0.000"0.000"15,0.000 0.000 1,37.000-6.000-16,30.000-9.000 16,13.000-3.000-1,3.000-2.000-15,-5.000 1.000 16,-13.000 4.000 0,-15.000 5.000-16,-16.000 2.000 15,-13.000 3.000 1,-15.000 0.000-16,-16.000-6.000 15,-16.000-4.000-15,-10.000-7.000 16,5.000 2.000 0</inkml:trace>
  <inkml:trace contextRef="#ctx0" brushRef="#br0">10827.000 14437.000 0,'8.000'35.000'0,"4.000"36.000"16,0.000 27.000 0,-4.000 19.000-16,1.000 2.000 15,1.000-3.000 1,-3.000-8.000 0,1.000-17.000-16,1.000-12.000 15,-2.000-18.000-15,-3.000-18.000 16,-8.000-18.000-1,-3.000-18.000-15,-6.000-21.000 16,-8.000-24.000 0,-2.000-16.000-16,-1.000-11.000 15,3.000-5.000 1,8.000 9.000-16,8.000 11.000 16,13.000 11.000-1,11.000 12.000-15,11.000 4.000 16,11.000 8.000-1,5.000 0.000-15,5.000 2.000 16,-4.000 0.000 0,-3.000 0.000-16,-8.000-8.000 15,-10.000-10.000 1,-11.000 4.000-16</inkml:trace>
  <inkml:trace contextRef="#ctx0" brushRef="#br0">11104.000 14352.000 0,'0.000'0.000'16,"26.000"-16.000"-16,14.000-2.000 15,1.000 3.000 1,-1.000 9.000-16,-7.000 7.000 15,-8.000 9.000 1,-5.000 7.000-16,-8.000 11.000 16,-8.000 19.000-1,-16.000 21.000-15,-16.000 29.000 16,-12.000 31.000 0,-12.000 29.000-16,-3.000 13.000 15,7.000-6.000 1,8.000-22.000-16,13.000-32.000 15,11.000-34.000 1,10.000-38.000-16,7.000-36.000 16,1.000-31.000-1,2.000-32.000-15,1.000-26.000 16,2.000-18.000 0,0.000 16.000-16</inkml:trace>
  <inkml:trace contextRef="#ctx0" brushRef="#br0">11171.000 14710.000 0,'51.000'-20.000'16,"21.000"-5.000"0,-7.000 3.000-16,-16.000 10.000 15,-13.000 6.000-15,-15.000 12.000 16,-13.000 9.000-1,-17.000 15.000-15,-13.000 12.000 16,-15.000 5.000 0,-3.000 1.000-1,3.000-3.000-15,5.000-9.000 16,9.000-12.000-16,9.000-9.000 16,14.000-15.000-1,4.000 5.000-15,13.000-7.000 16,8.000-5.000-1,1.000-1.000 1,-6.000 5.000-16,-7.000 5.000 16,-8.000 14.000-16,-11.000 14.000 15,-14.000 20.000 1,-10.000 14.000-16,-3.000-4.000 16,4.000-7.000-1,6.000-14.000-15,10.000-15.000 16,13.000-12.000-1,12.000-15.000-15,10.000-13.000 16,8.000-13.000-16,6.000-5.000 16,-1.000 2.000-1,-2.000 7.000-15,-9.000 11.000 16,-6.000 13.000 0,-5.000 20.000-16,-3.000 14.000 15,-1.000 5.000 1,-2.000 0.000-16,4.000-3.000 15,1.000-4.000 1,3.000-9.000 0,3.000-9.000-16,1.000-9.000 15,1.000-6.000-15,0.000-7.000 16,-5.000-8.000 0,-4.000-2.000-16,-7.000-3.000 15,-10.000-1.000 1,-8.000-1.000-16,-5.000-1.000 15,-8.000-4.000 1,-1.000-5.000-16,5.000-8.000 16,10.000 4.000-16</inkml:trace>
  <inkml:trace contextRef="#ctx0" brushRef="#br0">11752.000 14582.000 0,'18.000'0.000'0,"9.000"0.000"15,4.000 0.000-15,1.000 0.000 16,0.000 0.000 0,-1.000 2.000-16,-3.000 4.000 15,-10.000 1.000 1,-10.000 8.000-16,-12.000 10.000 15,-13.000 8.000 1,-14.000 8.000-16,-6.000 4.000 16,-2.000-1.000-1,5.000-7.000-15,8.000-8.000 16,10.000-11.000 0,9.000-5.000-16,9.000-9.000 15,11.000-8.000 1,12.000-6.000-16,7.000-4.000 15,3.000 2.000 1,-7.000 2.000-16,-6.000 4.000 16,-8.000 11.000-1,-14.000 10.000-15,-14.000 20.000 16,-14.000 13.000 0,-11.000 15.000-16,-2.000-1.000 15,1.000-8.000 1,11.000-13.000-1,13.000-16.000-15,17.000-12.000 16,19.000-11.000-16,13.000-10.000 16,11.000-9.000-1,8.000-5.000-15,-6.000 2.000 16,-4.000 5.000 0,-10.000 7.000-16,-12.000 8.000 15,-9.000 19.000 1,-11.000 15.000-16,-11.000 9.000 15,-6.000-3.000 1,-5.000-8.000-16,2.000-18.000 16,7.000-23.000-16,9.000-23.000 15,3.000-1.000 1</inkml:trace>
  <inkml:trace contextRef="#ctx0" brushRef="#br0">12087.000 14736.000 0,'0.000'0.000'15,"0.000"0.000"1,21.000 0.000-16,13.000-2.000 16,10.000 1.000-1,4.000 1.000-15,6.000 3.000 16,-1.000 0.000-1,-2.000 10.000-15,-5.000 5.000 16,-10.000 7.000 0,-8.000 6.000-16,-14.000 9.000 15,-17.000 7.000 1,-13.000 9.000 0,-16.000-2.000-16,-9.000-2.000 15,-2.000-9.000-15,1.000-14.000 16,0.000-16.000-1,5.000-26.000-15,5.000-22.000 16,9.000-1.000 0</inkml:trace>
  <inkml:trace contextRef="#ctx0" brushRef="#br0">12424.000 14489.000 0,'-4.000'57.000'16,"-17.000"41.000"-1,-23.000 21.000-15,-24.000 5.000 16,-11.000-17.000 0,14.000-30.000-16</inkml:trace>
  <inkml:trace contextRef="#ctx0" brushRef="#br0">12911.000 14684.000 0,'34.000'-16.000'0,"17.000"-7.000"16,7.000-1.000-1,0.000 3.000 1,-2.000 1.000-16,-5.000 2.000 16,-2.000 2.000-1,-5.000 6.000-15,-7.000 3.000 16,-6.000 9.000 0,-12.000 4.000-16,-11.000 13.000 15,-14.000 16.000-15,-17.000 14.000 16,-18.000 8.000-1,-12.000 2.000 1,3.000-9.000-16,5.000-13.000 16,14.000-15.000-1,13.000-10.000-15,8.000-6.000 16,10.000-6.000-16,6.000 0.000 16,11.000-8.000-1,8.000-3.000-15,3.000 1.000 16,3.000 3.000-1,-3.000 3.000-15,0.000 6.000 16,-5.000 10.000 0,-7.000 8.000-16,-9.000 12.000 15,-8.000 7.000 1,-8.000 3.000 0,-7.000-1.000-16,0.000-9.000 15,-5.000-9.000-15,2.000-18.000 16,3.000-16.000-1,4.000-24.000-15,3.000-22.000 16,8.000-17.000 0,6.000-15.000-16,2.000-7.000 15,-1.000 1.000 1,1.000 7.000-16,1.000 14.000 16,1.000 20.000-1,-3.000 19.000-15,-3.000 16.000 16,-3.000 19.000-1,8.000 10.000-15,0.000 28.000 16,6.000 23.000 0,4.000 18.000-1,9.000 12.000-15,1.000 7.000 16,-1.000-5.000-16,-6.000-8.000 16,-12.000-6.000-1,-9.000-11.000 1,-8.000-11.000-16,-10.000-9.000 15,-11.000-15.000 1,-9.000-17.000-16,-6.000-17.000 16,-4.000-19.000-16,5.000-10.000 15,12.000-2.000 1,10.000 4.000 0,11.000 6.000-16,13.000-2.000 15,12.000-1.000 1,16.000-2.000-16,14.000-3.000 15,7.000 0.000 1,3.000 2.000-16,-2.000 6.000 16,-10.000 7.000-1,-7.000 8.000 1,-10.000 5.000-16,-26.000 2.000 16,-1.000 2.000-16,-27.000-2.000 15,-17.000-7.000-15,-16.000-7.000 16,-5.000-5.000-1,1.000-4.000-15,6.000 5.000 16,21.000 4.000 0,13.000 8.000-16,6.000 5.000 15,6.000 6.000 1,2.000 8.000-16,3.000 20.000 16,3.000 20.000-1,6.000 18.000-15,3.000 14.000 16,6.000 4.000-1,9.000 0.000-15,4.000-12.000 16,4.000-14.000 0,7.000-14.000-16,3.000-17.000 15,7.000-16.000 1,6.000-19.000 0,6.000-23.000-16,0.000-22.000 15,4.000-19.000-15,-3.000-15.000 16,-3.000-8.000-1,-6.000-2.000-15,-11.000-4.000 16,-12.000 21.000 0</inkml:trace>
  <inkml:trace contextRef="#ctx0" brushRef="#br0">13972.000 14087.000 0,'0.000'0.000'0,"0.000"0.000"15,-11.000 28.000-15,-4.000 15.000 16,-2.000 0.000 0,7.000-8.000-16,9.000-14.000 15,13.000-9.000 1,15.000-13.000-16,15.000-6.000 15,4.000-1.000 1,0.000-2.000-16,-4.000 7.000 16,-9.000 11.000-1,-15.000 21.000 1,-15.000 27.000-16,-21.000 32.000 16,-25.000 39.000-16,-23.000 35.000 15,-8.000 21.000 1,-2.000-1.000-1,8.000-19.000-15,21.000-33.000 16,17.000-39.000 0,17.000-37.000-16,13.000-54.000 15,0.000 0.000-15,7.000-49.000 16,1.000-29.000 0,-3.000-24.000-16,-2.000 15.000 15</inkml:trace>
  <inkml:trace contextRef="#ctx0" brushRef="#br0">13895.000 14769.000 0,'47.000'0.000'16,"25.000"-4.000"0,13.000-7.000-16,0.000-5.000 15,-5.000 1.000 1,-7.000 1.000-1,-13.000 5.000-15,-16.000 2.000 16,-16.000 4.000-16,-21.000-3.000 16,-9.000 1.000-16</inkml:trace>
  <inkml:trace contextRef="#ctx0" brushRef="#br0">14224.000 14411.000 0,'-6.000'50.000'0,"-9.000"34.000"15,-5.000 8.000 1,-2.000-6.000-16,4.000-18.000 16,9.000-27.000-1,9.000-34.000-15,15.000-27.000 16,14.000-26.000-1,8.000-12.000-15,4.000-6.000 16,0.000 0.000 0,3.000 14.000-16,-9.000 17.000 15,-12.000 15.000 1,-11.000 13.000-16,-9.000 18.000 16,-10.000 15.000-1,-9.000 16.000-15,-3.000 15.000 16,-4.000 0.000-1,5.000 2.000-15,10.000-6.000 16,8.000-8.000 0,10.000-6.000-16,7.000-7.000 15,2.000-5.000 1,3.000-3.000-16,3.000 2.000 16,-7.000-1.000-1,-7.000 3.000-15,-11.000 0.000 16,-10.000 3.000-1,-12.000-2.000-15,-9.000-1.000 16,-6.000-8.000 0,-6.000-10.000-16,1.000-11.000 15,4.000-10.000 1,7.000-7.000-16,14.000-6.000 16,16.000-3.000-1,11.000 2.000 1,13.000 6.000-16,11.000 8.000 15,7.000 10.000-15,-1.000 17.000 16,-3.000 10.000 0,-7.000 7.000-16,-9.000 2.000 15,-7.000 4.000-15,-4.000-10.000 16,-10.000-31.000 0,3.000 10.000-16</inkml:trace>
  <inkml:trace contextRef="#ctx0" brushRef="#br0">15190.000 14266.000 0,'0.000'0.000'15,"0.000"0.000"-15,-29.000 38.000 16,-25.000 21.000 0,-11.000 3.000-16,1.000-12.000 15,4.000-17.000 1,15.000-14.000-16</inkml:trace>
  <inkml:trace contextRef="#ctx0" brushRef="#br0">14913.000 14829.000 0,'0.000'28.000'0,"2.000"10.000"15,1.000 3.000 1,2.000-8.000-16,-2.000-9.000 16,0.000-8.000-16,-3.000-16.000 15,5.000-5.000 1,3.000-22.000-1,7.000-10.000-15,5.000-2.000 16,1.000 7.000-16,2.000 7.000 16,-4.000 7.000-1,-3.000 8.000-15,-1.000 7.000 16,-1.000 6.000 0,-3.000 9.000-16,-3.000 12.000 15,-4.000 8.000 1,-7.000 7.000-16,-4.000 2.000 15,-2.000-1.000 1,-2.000-10.000-16,1.000-7.000 16,1.000-11.000-1,-1.000-12.000-15,-1.000-12.000 16,4.000-20.000 0,7.000-19.000-16,9.000-12.000 15,10.000-3.000 1,6.000 3.000-1,1.000 9.000-15,0.000 10.000 16,2.000 10.000-16,-3.000 9.000 16,1.000 8.000-1,-2.000 11.000-15,0.000 12.000 16,5.000 13.000 0,-5.000 19.000-16,-1.000 22.000 15,-5.000 19.000 1,-8.000 14.000-16,-5.000 12.000 15,-4.000 2.000 1,-2.000-7.000-16,0.000-16.000 16,-2.000-23.000-1,0.000-21.000-15,-2.000-27.000 16,-2.000-30.000 0,-3.000-28.000-16,-3.000-27.000 15,-7.000-19.000 1,-1.000-10.000-16,4.000 17.000 15</inkml:trace>
  <inkml:trace contextRef="#ctx0" brushRef="#br0">15316.000 14804.000 0,'15.000'14.000'0,"3.000"7.000"15,4.000 3.000 1,0.000-4.000-16,-6.000-9.000 15,-4.000-4.000-15</inkml:trace>
  <inkml:trace contextRef="#ctx0" brushRef="#br0">15704.000 14633.000 0,'0.000'0.000'16,"0.000"0.000"-16,0.000 0.000 15,21.000-13.000-15,13.000-9.000 16,10.000-3.000 0,4.000-2.000-16,1.000 4.000 15,-5.000 4.000 1,-7.000 6.000-16,-8.000 8.000 16,-5.000 5.000-1,-7.000 15.000-15,-9.000 18.000 16,-9.000 17.000-1,-9.000 16.000-15,-4.000 5.000 16,-1.000-8.000 0,4.000-8.000-16,4.000-14.000 15,2.000-14.000 1,2.000-9.000-16,5.000-9.000 16,7.000-10.000-1,6.000-7.000-15,6.000-12.000 16,9.000-8.000-1,7.000-6.000-15,4.000-5.000 16,2.000 3.000 0,-2.000 6.000-16,-6.000 7.000 15,-8.000 12.000 1,-9.000 2.000-16,-18.000 9.000 16,5.000 3.000-16,-14.000 4.000 15,-13.000 2.000 1,1.000-3.000-16</inkml:trace>
  <inkml:trace contextRef="#ctx0" brushRef="#br0">15871.000 14736.000 0,'0.000'35.000'0,"-1.000"19.000"16,-5.000 5.000 0,-5.000-3.000-16,-2.000-2.000 15,-2.000-7.000 1,-1.000-11.000 0,1.000-12.000-16,3.000-11.000 15</inkml:trace>
  <inkml:trace contextRef="#ctx0" brushRef="#br0">15603.000 15136.000 0,'55.000'2.000'0,"29.000"-3.000"16,8.000-6.000-16,-3.000-5.000 15,-2.000-4.000 1,-5.000 1.000-16,-8.000-1.000 16,-8.000 7.000-1,-12.000-1.000-15,-14.000 1.000 16,-13.000-7.000 0,-12.000 0.000-16</inkml:trace>
  <inkml:trace contextRef="#ctx0" brushRef="#br0">16729.000 14095.000 0,'0.000'0.000'0,"0.000"0.000"16,-9.000 28.000 0,-3.000 8.000-16,2.000 2.000 15,13.000-6.000 1,15.000-5.000-16,11.000-5.000 16,9.000-2.000-1,4.000 0.000-15,-1.000 0.000 16,-9.000 1.000-1,-8.000 3.000-15,-15.000 5.000 16,-19.000 4.000 0,-20.000 0.000-16,-16.000-5.000 15,-9.000-7.000 1,-3.000-12.000-16,2.000-9.000 16,13.000-4.000-1</inkml:trace>
  <inkml:trace contextRef="#ctx0" brushRef="#br0">16570.000 14668.000 0,'19.000'48.000'0,"4.000"22.000"16,-4.000-6.000-16,-10.000-12.000 16,-10.000-18.000-1,-5.000-22.000-15,-1.000-10.000 16</inkml:trace>
  <inkml:trace contextRef="#ctx0" brushRef="#br0">16645.000 14641.000 0,'0.000'0.000'0,"26.000"3.000"16,15.000-2.000-16,3.000-5.000 15,3.000-3.000 1,2.000-2.000-16,1.000 0.000 16,-4.000 2.000-1,-6.000 6.000-15,-5.000 4.000 16,-8.000 11.000 0,-12.000 15.000-16,-12.000 15.000 15,-13.000 16.000 1,-7.000 0.000-16,-1.000-7.000 15,1.000-11.000 1,3.000-16.000-16,0.000-13.000 16,2.000-17.000-1,1.000-21.000-15,2.000-1.000 16</inkml:trace>
  <inkml:trace contextRef="#ctx0" brushRef="#br0">16931.000 14736.000 0,'-3.000'33.000'15,"-10.000"23.000"-15,-13.000 10.000 16,-13.000 7.000 0,-6.000 0.000-16,-3.000-8.000 15,1.000-10.000 1,5.000-17.000-16,10.000-23.000 15,9.000-21.000 1,11.000-6.000-16</inkml:trace>
  <inkml:trace contextRef="#ctx0" brushRef="#br0">16805.000 15102.000 0,'76.000'48.000'0,"24.000"12.000"16,-3.000-7.000-1,-17.000-8.000-15,-14.000-15.000 16,-13.000-17.000 0,-12.000-19.000-16,-7.000-17.000 15,-9.000-2.000 1</inkml:trace>
  <inkml:trace contextRef="#ctx0" brushRef="#br0">17629.000 14479.000 0,'10.000'16.000'16,"-1.000"5.000"-16,-6.000 1.000 16,-3.000-8.000-1</inkml:trace>
  <inkml:trace contextRef="#ctx0" brushRef="#br0">17697.000 14914.000 0,'2.000'19.000'0,"-12.000"-1.000"16,-4.000-6.000-1</inkml:trace>
  <inkml:trace contextRef="#ctx0" brushRef="#br0">14013.000 16134.000 0,'0.000'0.000'16,"0.000"0.000"-16,0.000 0.000 15,0.000 0.000 1,0.000 0.000-16,0.000 0.000 16,0.000 0.000-16,23.000-2.000 15,16.000-5.000 1,11.000-4.000-1,5.000-4.000-15,2.000-4.000 16,3.000 0.000 0,-1.000 3.000-16,-5.000 1.000 15,-4.000 4.000 1,-6.000 3.000-16,-5.000 1.000 16,-6.000 1.000-1,-7.000-3.000-15,-18.000 3.000 16,-7.000 0.000-1</inkml:trace>
  <inkml:trace contextRef="#ctx0" brushRef="#br0">14181.000 16245.000 0,'0.000'25.000'0,"-3.000"16.000"15,-4.000 15.000 1,-2.000 11.000-16,-5.000 12.000 16,1.000 9.000-1,1.000-1.000 1,0.000-6.000-16,4.000-12.000 15,-1.000-22.000-15,-2.000-26.000 16,4.000-14.000 0</inkml:trace>
  <inkml:trace contextRef="#ctx0" brushRef="#br0">14198.000 16357.000 0,'39.000'-25.000'16,"17.000"-6.000"-16,1.000 9.000 16,-1.000 12.000-16,-8.000 10.000 15,-3.000 10.000 1,-9.000 12.000-16,-6.000 10.000 15,-5.000 7.000 1,-7.000 6.000-16,-7.000 8.000 16,-8.000-1.000-1,-4.000 1.000-15,-6.000-6.000 16,-4.000-8.000 0,-1.000-12.000-16,-4.000-13.000 15,-2.000-14.000 1,-7.000-12.000-16,-7.000-14.000 15,-6.000-5.000 1,6.000 4.000-16</inkml:trace>
  <inkml:trace contextRef="#ctx0" brushRef="#br0">14299.000 16459.000 0,'0.000'0.000'0,"0.000"0.000"15,24.000 0.000-15,18.000-4.000 16,8.000-3.000 0,0.000-1.000-16,-5.000 1.000 15,-5.000 1.000 1,-9.000 1.000 0,-7.000 0.000-16,-12.000-3.000 15,-15.000-5.000-15,-14.000-3.000 16,-3.000 3.000-1</inkml:trace>
  <inkml:trace contextRef="#ctx0" brushRef="#br0">14434.000 16237.000 0,'0.000'0.000'16,"6.000"25.000"-16,1.000 17.000 15,-5.000 15.000 1,-3.000 9.000-16,-3.000 2.000 15,-5.000 1.000 1,-4.000-2.000-16,-4.000-5.000 16,-6.000-6.000-1,-4.000-8.000 1,-2.000-10.000-16,3.000-11.000 16,7.000-8.000-16,7.000-8.000 15,12.000-11.000 1,0.000 0.000-16,7.000 5.000 15,15.000-7.000 1,9.000-2.000-16,6.000-3.000 16,3.000-3.000-1,-3.000-1.000-15,1.000-5.000 16,-7.000-1.000 0,-6.000-3.000-16,-14.000-2.000 15,-14.000-1.000-15,-4.000 4.000 16</inkml:trace>
  <inkml:trace contextRef="#ctx0" brushRef="#br0">14013.000 16587.000 0,'0.000'0.000'0,"-9.000"27.000"16,-4.000 19.000-1,0.000 11.000-15,-2.000 11.000 16,2.000 3.000 0,3.000 6.000-16,0.000-9.000 15,3.000-11.000 1,3.000-13.000-16,3.000-9.000 15,2.000-10.000 1,5.000-7.000-16,10.000-3.000 16,7.000-9.000-1,14.000-6.000-15,10.000-13.000 16,11.000-5.000 0,5.000-3.000-16,4.000 1.000 15,4.000 1.000 1,0.000 7.000-16,-3.000 4.000 15,-2.000 3.000 1,-3.000 5.000-16,-6.000 2.000 16,-5.000 1.000-16,-8.000-6.000 15,-4.000-7.000 1,-7.000-9.000-16,-11.000-16.000 16,-5.000-8.000-1,-7.000 4.000-15</inkml:trace>
  <inkml:trace contextRef="#ctx0" brushRef="#br0">14980.000 16399.000 0,'-4.000'78.000'15,"-3.000"42.000"-15,-2.000 8.000 16,-5.000-13.000-16,3.000-33.000 16</inkml:trace>
  <inkml:trace contextRef="#ctx0" brushRef="#br0">15308.000 16152.000 0,'0.000'27.000'0,"-1.000"17.000"15,0.000 6.000-15,1.000-4.000 16,6.000-7.000 0,8.000-7.000-16,6.000-15.000 15,7.000-10.000 1,8.000-10.000-16,7.000-8.000 15,7.000-6.000 1,2.000-3.000-16,-3.000 0.000 16,-4.000 4.000-1,-7.000 6.000-15,-6.000 6.000 16,-8.000 9.000 0,-8.000 10.000-16,-6.000 9.000 15,-10.000 7.000 1,-8.000-5.000-16,-1.000-10.000 15,-4.000-22.000-15,1.000-22.000 16,5.000-3.000 0</inkml:trace>
  <inkml:trace contextRef="#ctx0" brushRef="#br0">15720.000 15845.000 0,'-15.000'45.000'16,"-12.000"34.000"0,-5.000 24.000-16,-4.000 15.000 15,0.000 1.000 1,2.000 2.000-16,1.000-11.000 16,7.000-16.000-1,7.000-19.000-15,13.000-17.000 16,9.000-19.000-1,12.000-16.000-15,13.000-17.000 16,19.000-22.000-16,11.000-12.000 16,6.000-6.000-1,-1.000 2.000 1,-9.000 8.000-16,-11.000 10.000 16,-13.000 14.000-16,-12.000 17.000 15,-12.000 12.000 1,-10.000 2.000-1,-4.000-4.000-15,2.000-12.000 16,0.000-20.000-16,6.000-26.000 16,9.000-23.000-1,1.000 2.000-15</inkml:trace>
  <inkml:trace contextRef="#ctx0" brushRef="#br0">16166.000 15973.000 0,'-16.000'27.000'0,"0.000"4.000"0,6.000-8.000 15,13.000-10.000 1,13.000-7.000-16,11.000-6.000 16,8.000-3.000-1,6.000-5.000 1,6.000-2.000-16,4.000-2.000 15,1.000-1.000 1,3.000-1.000-16,2.000-1.000 16,-2.000-2.000-16,-1.000 1.000 15,-5.000 1.000 1,-2.000 3.000-16,-7.000 2.000 16,-8.000 4.000-1,-7.000 1.000-15,-8.000 2.000 16,-17.000 3.000-1,-4.000-3.000-15,-9.000 2.000 16</inkml:trace>
  <inkml:trace contextRef="#ctx0" brushRef="#br0">16460.000 16050.000 0,'0.000'0.000'0,"0.000"0.000"15,0.000 0.000 1,0.000 0.000 0,0.000 30.000-16,3.000 19.000 15,2.000 15.000 1,2.000 12.000-16,0.000 13.000 15,-2.000 9.000 1,1.000 7.000-16,-2.000-1.000 16,-1.000-6.000-1,0.000-11.000-15,1.000-19.000 16,-5.000-23.000 0,-6.000-24.000-16,-1.000-15.000 15</inkml:trace>
  <inkml:trace contextRef="#ctx0" brushRef="#br0">16662.000 16434.000 0,'2.000'21.000'0,"12.000"10.000"15,10.000-4.000 1,7.000-6.000-16,1.000-9.000 16,-4.000-12.000-1,-5.000-4.000-15</inkml:trace>
  <inkml:trace contextRef="#ctx0" brushRef="#br0">17512.000 15632.000 0,'-7.000'24.000'0,"-16.000"22.000"15,-16.000 14.000-15,-12.000 8.000 16,-9.000 3.000 0,1.000-9.000-16,5.000-10.000 15,8.000-19.000 1,14.000-12.000-16</inkml:trace>
  <inkml:trace contextRef="#ctx0" brushRef="#br0">17478.000 15769.000 0,'0.000'0.000'16,"0.000"0.000"-1,0.000 0.000-15,0.000 0.000 16,21.000 15.000-16,12.000 8.000 16,7.000 3.000-1,-1.000 3.000-15,1.000 0.000 16,-3.000 2.000 0,0.000 1.000-16,-3.000-2.000 15,-10.000-3.000 1,-2.000-2.000-1,-5.000-7.000-15,-6.000-5.000 16,-11.000-13.000-16,-3.000-2.000 16,-13.000-7.000-1,-1.000-2.000-15</inkml:trace>
  <inkml:trace contextRef="#ctx0" brushRef="#br0">17495.000 15947.000 0,'0.000'0.000'16,"0.000"0.000"-16,0.000 0.000 15,4.000 29.000 1,4.000 20.000 0,-2.000 16.000-16,-4.000 17.000 15,-4.000 15.000-15,-2.000 9.000 16,-1.000 2.000-1,4.000-9.000-15,1.000-17.000 16,0.000-20.000 0,0.000-27.000-16,0.000-17.000 15</inkml:trace>
  <inkml:trace contextRef="#ctx0" brushRef="#br0">18016.000 15862.000 0,'8.000'70.000'15,"2.000"25.000"1,-5.000-5.000-16,-3.000-17.000 16,-1.000-27.000-16,-1.000-21.000 15,4.000-27.000 1,5.000-23.000 0,5.000-15.000-16,7.000-4.000 15,3.000 5.000-15,-3.000 9.000 16,-7.000 10.000-1,-3.000 8.000-15,-4.000 4.000 16,3.000 7.000 0,3.000 8.000-16,3.000 7.000 15,2.000 11.000 1,-3.000 8.000-16,-5.000 8.000 16,-9.000 6.000-1,-8.000 3.000-15,-7.000-1.000 16,-8.000-5.000-1,-5.000-11.000-15,-2.000-12.000 16,1.000-13.000 0,2.000-14.000-16,3.000-10.000 15,6.000-9.000 1,13.000 0.000-16,11.000-6.000 16,9.000 2.000-1,9.000 1.000-15,8.000 1.000 16,8.000-4.000-1,9.000-1.000-15,6.000 0.000 16,-1.000 3.000 0,1.000 5.000-16,0.000 3.000 15,-4.000 3.000 1,-10.000 5.000-16,-8.000-1.000 16,-9.000-3.000-1,-10.000-5.000-15,-8.000-8.000 16,-9.000-3.000-1,-8.000 3.000-15,-3.000 10.000 16,4.000 10.000-16,2.000 6.000 16,1.000 9.000-1,0.000 12.000-15,-1.000 15.000 16,0.000 16.000-16,2.000 18.000 16,5.000 13.000-1,1.000 4.000 1,-1.000-6.000-16,0.000-6.000 15,0.000-11.000 1,-3.000-12.000 0,-1.000-11.000-16,-5.000-12.000 0,-7.000-10.000 15,-5.000-8.000 1,-8.000-10.000-16,-2.000-11.000 16,-1.000-10.000-1,6.000-1.000-15,10.000-2.000 16,8.000 1.000-1,12.000 0.000-15,11.000 0.000 16,11.000 1.000 0,9.000 0.000-16,2.000 3.000 15,2.000 0.000 1,-1.000 3.000-16,-5.000 1.000 16,-3.000-4.000-1,-7.000-10.000-15,-5.000-9.000 16,-7.000 6.000-1</inkml:trace>
  <inkml:trace contextRef="#ctx0" brushRef="#br0">18874.000 15547.000 0,'17.000'22.000'0,"3.000"16.000"16,-8.000 6.000-16,-13.000 2.000 16,-16.000-4.000-1,-9.000-4.000-15,1.000-4.000 16,5.000-4.000 0,7.000-3.000-16,14.000 0.000 15,8.000-2.000 1,4.000-4.000-16,5.000-6.000 15,0.000-3.000 1,4.000-7.000-16,0.000-1.000 16,-1.000 2.000-16,-5.000 2.000 15,-6.000 6.000 1,-13.000 8.000-16,-15.000 10.000 16,-12.000 9.000-1,-9.000 3.000-15,-2.000-4.000 16,7.000-10.000-1,11.000-10.000-15,13.000-5.000 16,13.000-6.000 0,13.000-5.000-16,11.000-4.000 15,10.000-4.000 1,3.000 0.000-16,-5.000 1.000 16,-8.000 4.000-1,-9.000 9.000-15,-11.000 11.000 16,-15.000 11.000-1,-12.000 8.000-15,-5.000 0.000 16,-2.000-4.000-16,6.000-11.000 16,8.000-7.000-1,6.000-5.000-15,11.000-5.000 16,5.000-6.000 0,5.000-2.000-16,8.000-2.000 15,9.000-5.000 1,6.000 2.000-16,5.000-1.000 15,1.000 3.000 1,-1.000 3.000 0,-2.000-1.000-16,-6.000 3.000 0,-7.000 1.000 15,-7.000-4.000 1,-7.000-6.000-16,-8.000-14.000 16,-5.000-13.000-1,-2.000-11.000-15,0.000-8.000 16,1.000 1.000-1,0.000 9.000-15,1.000 11.000 16,-2.000 12.000 0,1.000 10.000-16,1.000 10.000 15,0.000 0.000 1,0.000 0.000-16,5.000 2.000 16,6.000 8.000-1,3.000 8.000-15,0.000 4.000 16,2.000 2.000-1,-6.000-4.000-15,-2.000-6.000 16,1.000-14.000-16,2.000-20.000 31,-2.000-24.000-31,1.000-20.000 16,-2.000 9.000-16</inkml:trace>
  <inkml:trace contextRef="#ctx0" brushRef="#br0">19429.000 15470.000 0,'0.000'0.000'16,"0.000"0.000"0,13.000 23.000-16,8.000 17.000 15,5.000 13.000 1,-4.000 15.000-16,-7.000 16.000 15,-5.000 10.000 1,-3.000 17.000-16,-5.000 11.000 16,-3.000 6.000-1,0.000-3.000-15,-3.000-2.000 16,-3.000-6.000 0,-5.000-10.000-16,-1.000-14.000 15,0.000-16.000 1,-3.000-20.000-16,-1.000-16.000 15,-9.000-20.000 1,-12.000-21.000-16,-18.000-27.000 16,6.000-3.000-1</inkml:trace>
  <inkml:trace contextRef="#ctx0" brushRef="#br0">20135.000 15836.000 0,'0.000'0.000'0,"0.000"0.000"16,0.000 0.000-16,0.000 0.000 15,23.000 2.000 1,10.000 4.000-1,3.000-4.000-15,-2.000 1.000 16,3.000-3.000-16,-1.000-2.000 16,1.000-1.000-1,3.000-2.000-15,-4.000 0.000 16,1.000-3.000 0,-5.000-2.000-16,-7.000 2.000 15,-8.000-2.000 1,-12.000-8.000-16,-5.000 1.000 15</inkml:trace>
  <inkml:trace contextRef="#ctx0" brushRef="#br0">20370.000 15632.000 0,'0.000'0.000'0,"-1.000"31.000"16,-2.000 26.000 0,-4.000 17.000-16,-5.000 15.000 15,-5.000 8.000 1,3.000-2.000-1,3.000-3.000-15,2.000-11.000 16,3.000-12.000-16,3.000-13.000 16,5.000-13.000-1,4.000-12.000-15,7.000-17.000 16,6.000-15.000 0,4.000-11.000-16,2.000-11.000 15,2.000-5.000 1,0.000-2.000-16,-3.000 1.000 15,-1.000 6.000 1,-6.000 7.000-16,-4.000 5.000 16,-4.000 11.000-1,1.000 11.000-15,0.000 7.000 16,-2.000 6.000 0,0.000 2.000-16,2.000-2.000 15,-1.000-5.000 1,2.000-7.000-16,6.000-7.000 15,1.000-10.000-15,3.000-4.000 16,1.000-8.000 0,-5.000-3.000-16,-5.000 1.000 15,-6.000 3.000 1,-3.000 4.000-16,-3.000 1.000 16,-8.000 5.000-1,-9.000 5.000-15,-3.000 4.000 16,0.000 2.000-1,3.000-2.000-15,3.000 0.000 16,4.000-3.000-16,10.000 0.000 16,-8.000-6.000-1,12.000-8.000-15,3.000 0.000 16</inkml:trace>
  <inkml:trace contextRef="#ctx0" brushRef="#br0">20850.000 16015.000 0,'0.000'0.000'0,"8.000"10.000"16,7.000 1.000-16,3.000-3.000 15,7.000-5.000 1,2.000-2.000-16,4.000-2.000 15,0.000-1.000 1,1.000 1.000-16,-4.000-2.000 16,2.000-1.000-16,-3.000 0.000 15,-3.000-4.000 1,-4.000-5.000-16,-4.000-2.000 16,-10.000-5.000-1,-4.000-3.000-15,-4.000-5.000 16,-1.000 6.000-1</inkml:trace>
  <inkml:trace contextRef="#ctx0" brushRef="#br0">21119.000 15802.000 0,'-6.000'25.000'16,"-7.000"20.000"-16,1.000 13.000 15,-3.000 11.000 1,3.000 2.000 0,0.000-4.000-1,2.000-8.000-15,3.000-11.000 0,0.000-17.000 16,2.000-18.000 0,0.000-8.000-16</inkml:trace>
  <inkml:trace contextRef="#ctx0" brushRef="#br0">21716.000 15759.000 0,'-4.000'27.000'15,"-14.000"17.000"1,-14.000 12.000-16,-10.000 4.000 16,0.000-1.000-1,2.000-6.000-15,7.000-9.000 16,11.000-12.000-1,8.000-10.000-15,10.000-8.000 16,7.000-6.000-16,8.000-2.000 16,9.000-4.000-1,5.000-2.000-15,7.000-5.000 16,4.000-1.000 0,1.000-3.000-1,2.000-2.000-15,-3.000-3.000 16,-6.000 3.000-16,-8.000 1.000 15,-7.000 1.000 1,-8.000-2.000-16,-5.000-1.000 16,-6.000-6.000-1,-6.000-4.000-15,-10.000-3.000 16,0.000-3.000 0,1.000 2.000-16,0.000 3.000 15,7.000 5.000 1,5.000 5.000-16,2.000 4.000 15,4.000 0.000 1,7.000-1.000-16,0.000-2.000 16,2.000-5.000-16,-2.000 4.000 15</inkml:trace>
  <inkml:trace contextRef="#ctx0" brushRef="#br0">21859.000 15777.000 0,'21.000'4.000'0,"14.000"1.000"15,3.000-3.000-15,0.000-3.000 16,2.000-3.000 0,2.000-2.000-16,-3.000-2.000 15,-3.000 2.000 1,-4.000-1.000-16,-2.000 2.000 15,-5.000-3.000 1,-5.000-5.000-16,-10.000-9.000 16,-5.000 1.000-1</inkml:trace>
  <inkml:trace contextRef="#ctx0" brushRef="#br0">22186.000 15504.000 0,'0.000'30.000'16,"-4.000"30.000"-16,-5.000 16.000 16,-2.000 11.000-1,-2.000 5.000-15,0.000-8.000 16,-2.000-5.000-1,7.000-10.000 1,5.000-10.000-16,7.000-15.000 16,4.000-13.000-16,9.000-17.000 15,1.000-24.000 1,-2.000-4.000-16,-6.000 1.000 16</inkml:trace>
  <inkml:trace contextRef="#ctx0" brushRef="#br0">22977.000 15366.000 0,'-15.000'36.000'16,"-17.000"21.000"0,-13.000 9.000-16,-12.000-11.000 15,10.000-15.000 1</inkml:trace>
  <inkml:trace contextRef="#ctx0" brushRef="#br0">22658.000 15930.000 0,'13.000'27.000'0,"4.000"10.000"16,-3.000 0.000-16,-1.000-5.000 15,-7.000-7.000 1,-1.000-11.000-16,-5.000-14.000 15,7.000-2.000 1,3.000-17.000-16,4.000-10.000 16,-2.000-3.000-1,0.000 0.000-15,0.000 3.000 16,-1.000 8.000 0,2.000 7.000-16,-2.000 7.000 15,5.000 2.000 1,2.000 8.000-16,4.000 10.000 15,-1.000 8.000-15,-4.000 6.000 16,-1.000-1.000 0,-6.000 1.000-16,-4.000-8.000 15,-2.000-6.000 1,-4.000-13.000-16,0.000 0.000 16,-1.000-2.000-1,-4.000-13.000-15,-2.000-10.000 16,0.000-10.000-1,2.000-3.000-15,9.000-1.000 16,6.000 1.000 0,9.000 3.000-16,4.000 9.000 15,5.000 6.000 1,0.000 8.000-16,1.000 6.000 16,-3.000 11.000-1,0.000 10.000-15,-5.000 10.000 16,-7.000 12.000-1,-8.000 10.000-15,-6.000 2.000 16,-4.000-3.000 0,-5.000-9.000-16,-3.000-7.000 15,-3.000-8.000-15,-4.000-13.000 16,2.000-18.000 0,3.000-15.000-1,8.000-12.000-15,10.000-8.000 16,9.000-1.000-16,2.000 8.000 15,0.000 12.000 1,-3.000 7.000-16,-4.000 8.000 16,-8.000 10.000-1,9.000 2.000-15,1.000 6.000 16,-3.000 0.000 0,-7.000-8.000-16,4.000 5.000 15</inkml:trace>
  <inkml:trace contextRef="#ctx0" brushRef="#br0">23448.000 15418.000 0,'12.000'43.000'16,"3.000"34.000"0,-5.000 34.000-16,-9.000 17.000 15,-8.000 8.000 1,-1.000-1.000-16,1.000-15.000 16,1.000-23.000-1,6.000-24.000-15,-1.000-29.000 16,1.000-35.000-1,0.000-16.000-15,0.000-1.000 16</inkml:trace>
  <inkml:trace contextRef="#ctx0" brushRef="#br0">23658.000 15623.000 0,'59.000'-14.000'0,"25.000"-2.000"16,0.000 3.000-1,-7.000 6.000 1,-11.000 7.000-16,-11.000 9.000 16,-14.000 8.000-16,-15.000 10.000 15,-20.000 7.000 1,-21.000 3.000-16,-18.000-5.000 15,-11.000-16.000 1,6.000-10.000-16,12.000-3.000 16</inkml:trace>
  <inkml:trace contextRef="#ctx0" brushRef="#br0">23827.000 15665.000 0,'0.000'65.000'0,"-9.000"37.000"16,-7.000 14.000 0,-10.000-9.000-1,3.000-18.000-15,6.000-27.000 16,5.000-32.000 0,11.000-32.000-16,6.000-31.000 15,6.000-31.000 1,3.000-24.000-16,2.000-22.000 15,1.000-9.000-15,3.000 0.000 16,-3.000 7.000 0,-5.000 27.000-16</inkml:trace>
  <inkml:trace contextRef="#ctx0" brushRef="#br0">23902.000 15316.000 0,'11.000'28.000'0,"9.000"25.000"15,5.000 19.000-15,1.000 8.000 16,0.000 4.000 0,-6.000 5.000-16,-6.000-6.000 15,-7.000-4.000 1,-9.000-8.000-16,-13.000-13.000 16,-6.000-10.000-1,-5.000-13.000-15,-4.000-18.000 16,1.000-18.000-1,6.000-10.000 1,14.000-11.000-16,15.000-6.000 16,14.000 0.000-1,17.000 2.000-15,11.000 6.000 16,3.000 10.000 0,2.000 5.000-16,-7.000 4.000 15,-9.000 3.000 1,-13.000 1.000-16,-8.000-8.000 15,-8.000-2.000-15,-5.000 2.000 16</inkml:trace>
  <inkml:trace contextRef="#ctx0" brushRef="#br0">24441.000 15418.000 0,'63.000'-13.000'0,"16.000"1.000"15,-5.000 5.000-15,-19.000 7.000 16,-16.000 7.000 0,-19.000 8.000-16,-20.000 11.000 15,-20.000 9.000 1,-22.000 8.000-16,-11.000 4.000 15,-5.000 2.000 1,6.000 0.000-16,11.000-5.000 16,18.000-8.000-1,24.000-7.000-15,20.000-4.000 16,21.000-10.000 0,11.000-10.000-16,13.000-7.000 15,4.000-5.000-15,-3.000-1.000 16,-7.000-5.000-1,-10.000 1.000-15,-13.000-6.000 16,-16.000-3.000 0,-20.000 3.000-16,-18.000-3.000 15,-2.000 6.000 1,3.000 4.000-16</inkml:trace>
  <inkml:trace contextRef="#ctx0" brushRef="#br0">24650.000 15683.000 0,'14.000'53.000'0,"-1.000"24.000"15,-4.000-1.000 1,-5.000-14.000-16,-2.000-19.000 16,3.000-22.000-16,3.000-24.000 15,5.000-22.000 1,1.000-24.000-16,1.000-17.000 15,0.000-7.000 1,-3.000 12.000 0,7.000 7.000-16,5.000 20.000 15,-6.000 16.000 1,-5.000 15.000-16,-2.000 19.000 16,-5.000 20.000-16,0.000 17.000 15,-7.000 14.000 1,-6.000 7.000-1,-4.000 1.000-15,1.000-10.000 16,5.000-17.000-16,5.000-25.000 16,7.000-30.000-1,-1.000-9.000-15,6.000-41.000 16,1.000-3.000 0</inkml:trace>
  <inkml:trace contextRef="#ctx0" brushRef="#br0">25038.000 14948.000 0,'13.000'31.000'16,"10.000"29.000"-1,3.000 31.000-15,-8.000 28.000 16,-10.000 31.000-1,-8.000 28.000-15,-6.000 18.000 16,-3.000-6.000 0,3.000-17.000-16,6.000-25.000 15,5.000-31.000 1,2.000-37.000-16,-1.000-42.000 16,-2.000-24.000-16</inkml:trace>
  <inkml:trace contextRef="#ctx0" brushRef="#br0">25349.000 15683.000 0,'19.000'63.000'0,"4.000"31.000"15,-6.000 3.000-15,-9.000-11.000 16,-12.000-15.000 0,-7.000-23.000-16,1.000-27.000 15,4.000-12.000 1,2.000-8.000-16</inkml:trace>
  <inkml:trace contextRef="#ctx0" brushRef="#br0">25382.000 15708.000 0,'36.000'-12.000'0,"19.000"-8.000"16,7.000 3.000 0,-3.000 7.000-1,-3.000 4.000-15,-4.000 8.000 16,-5.000 7.000-16,-4.000 2.000 15,-5.000 5.000 1,-4.000 7.000-16,-9.000 6.000 16,-7.000 11.000-16,-11.000 9.000 15,-12.000 8.000 1,-11.000 1.000-16,-9.000-9.000 16,-6.000-16.000-1,-3.000-23.000-15,5.000-10.000 16</inkml:trace>
  <inkml:trace contextRef="#ctx0" brushRef="#br0">25517.000 15802.000 0,'0.000'0.000'0,"28.000"2.000"16,14.000 1.000-16,2.000 1.000 15,1.000 4.000 1,-8.000 0.000 0,-4.000-1.000-16,-9.000-1.000 15,-11.000 4.000-15,-17.000 4.000 16,-19.000 4.000 0,-19.000 5.000-16,-18.000 4.000 15,-7.000 0.000 1,7.000-3.000-16,19.000-5.000 15,16.000-4.000 1,23.000-3.000-16,21.000-1.000 16,24.000-7.000-16,19.000-4.000 15,11.000-8.000 1,1.000-3.000-16,-4.000-2.000 16,-11.000 1.000-1,-17.000 1.000-15,-16.000 2.000 16,-19.000-8.000-1,-19.000-9.000-15,-17.000-11.000 16,1.000 4.000 0,-7.000-11.000-1</inkml:trace>
  <inkml:trace contextRef="#ctx0" brushRef="#br0">25634.000 15409.000 0,'10.000'53.000'0,"-1.000"37.000"16,-13.000 21.000-1,-13.000 5.000-15,-5.000-7.000 16,2.000-27.000 0,11.000-34.000-16,6.000-25.000 15,1.000-12.000 1</inkml:trace>
  <inkml:trace contextRef="#ctx0" brushRef="#br0">25769.000 15409.000 0,'-3.000'61.000'0,"-8.000"30.000"15,-9.000 14.000 1,-1.000-1.000-16,5.000-17.000 16,10.000-32.000-16,5.000-24.000 15,2.000-15.000 1</inkml:trace>
  <inkml:trace contextRef="#ctx0" brushRef="#br0">26080.000 15298.000 0,'0.000'0.000'0,"14.000"47.000"16,-1.000 39.000 0,-13.000 25.000-1,-10.000 12.000-15,-3.000 1.000 16,0.000-14.000-1,1.000-23.000-15,6.000-28.000 16,5.000-29.000-16,4.000-35.000 16,3.000-32.000-1,4.000-29.000 1,-3.000-24.000-16,-1.000-11.000 16,-22.000 0.000-1,20.000 14.000-15,14.000 24.000 16,5.000 26.000-1,-1.000 19.000-15,2.000 9.000 16,6.000 2.000 0,8.000 0.000-16,3.000-1.000 15,5.000 5.000 1,1.000 4.000-16,-3.000 5.000 16,-3.000 5.000-16,-9.000 4.000 15,-14.000 5.000 1,-14.000 6.000-16,-20.000 6.000 15,-22.000 1.000 1,-14.000 0.000-16,-6.000-2.000 16,5.000-6.000-1,17.000-10.000-15,17.000-4.000 16,25.000-5.000 0,26.000 0.000-16,22.000-1.000 15,12.000-2.000 1,5.000 2.000-16,-4.000 4.000 15,-17.000 6.000 1,-15.000 7.000-16,-19.000 11.000 16,-28.000 11.000-1,-29.000 9.000-15,-22.000 3.000 16,-15.000-13.000 0,0.000-21.000-16,12.000-30.000 15,19.000-7.000 1</inkml:trace>
  <inkml:trace contextRef="#ctx0" brushRef="#br0">26350.000 15026.000 0,'2.000'36.000'15,"1.000"29.000"-15,3.000 26.000 16,5.000 31.000 0,5.000 19.000-16,8.000 10.000 15,4.000-2.000 1,7.000-7.000-16,5.000-14.000 16,1.000-16.000-1,-1.000-14.000-15,-3.000-19.000 16,-5.000-24.000-1,-8.000-20.000-15,-9.000-27.000 16,-4.000-33.000-16,-4.000-45.000 16,-7.000-36.000-1,-4.000-31.000 1,-9.000-19.000-16,-10.000-8.000 16,-13.000 8.000-16,2.000 37.000 15</inkml:trace>
  <inkml:trace contextRef="#ctx0" brushRef="#br0">26467.000 15026.000 0,'0.000'0.000'16,"0.000"0.000"0,14.000 31.000-16,4.000 13.000 15,9.000-1.000-15,-4.000-11.000 16</inkml:trace>
  <inkml:trace contextRef="#ctx0" brushRef="#br0">27039.000 15989.000 0,'0.000'0.000'16,"4.000"-12.000"-16</inkml:trace>
  <inkml:trace contextRef="#ctx0" brushRef="#br0">21346.000 16519.000 0,'22.000'18.000'0,"11.000"6.000"16,-3.000-1.000-1,-4.000-1.000-15,-4.000-6.000 16,1.000-11.000-16,2.000-8.000 16,1.000-6.000-1,3.000-8.000-15,-2.000-4.000 16,-3.000-2.000-1,2.000-2.000-15,-1.000 4.000 16,0.000 6.000 0,-4.000 8.000-16,-3.000 7.000 15,0.000 5.000-15,-3.000 8.000 16,-1.000-1.000 0,0.000-1.000-16,4.000-2.000 15,2.000-8.000 1,7.000-7.000-16,4.000-6.000 15,1.000-5.000 1,2.000 1.000-16,1.000 0.000 16,-1.000 7.000-1,-4.000 5.000-15,-6.000 9.000 16,-3.000 5.000 0,1.000 1.000-16,-2.000-3.000 15,-1.000-1.000 1,6.000-3.000-16,3.000-6.000 15,3.000-4.000 1,2.000-1.000-16,2.000 3.000 16,-1.000 4.000-16,-2.000 5.000 15,-4.000 4.000 1,-3.000 6.000-16,-1.000 0.000 16,-5.000 0.000-1,-2.000-8.000-15,-17.000-7.000 16,8.000 0.000-1</inkml:trace>
  <inkml:trace contextRef="#ctx0" brushRef="#br0">21867.000 16733.000 0,'9.000'23.000'0,"6.000"15.000"16,-4.000 9.000 0,2.000 6.000-16,-2.000 2.000 15,-2.000 5.000 1,2.000 5.000-16,-3.000 4.000 16,0.000 1.000-1,0.000-2.000-15,1.000-7.000 16,-1.000-8.000-1,0.000-12.000-15,0.000-14.000 16,0.000-9.000 0,-8.000-18.000-16,-1.000 5.000 15,-11.000-12.000 1,0.000-3.000-16</inkml:trace>
  <inkml:trace contextRef="#ctx0" brushRef="#br0">21733.000 17193.000 0,'20.000'25.000'0,"12.000"13.000"15,1.000 6.000-15,2.000-3.000 16,-3.000 1.000 0,-2.000-2.000-16,-4.000 2.000 15,0.000-1.000 1,-4.000-3.000-16,-3.000-7.000 16,-4.000-8.000-1,0.000-8.000-15,-3.000-11.000 16,0.000-9.000-16,3.000-12.000 15,-1.000-19.000 1,1.000-20.000-16,-1.000-14.000 16,-5.000-5.000-1,-3.000 14.000-15</inkml:trace>
  <inkml:trace contextRef="#ctx0" brushRef="#br0">22312.000 17799.000 0,'-28.000'31.000'16,"-14.000"16.000"-16,5.000 6.000 15,8.000 3.000 1,7.000-2.000-16,9.000-3.000 15,7.000-4.000 1,7.000-6.000-16,6.000-7.000 16,4.000-7.000-1,6.000-4.000-15,7.000-5.000 16,5.000-8.000-16,3.000-6.000 16,1.000-6.000-1,3.000-6.000-15,1.000-8.000 16,0.000-4.000-1,-3.000-8.000-15,-2.000-8.000 16,-5.000-5.000 0,-2.000-2.000-16,-6.000-3.000 15,-7.000 1.000 1,-6.000 0.000-16,-7.000 6.000 16,-3.000 3.000-16,-5.000 5.000 15,-5.000 5.000 1,-3.000 2.000-16,-7.000 7.000 15,-4.000 5.000 1,-7.000 4.000-16,2.000 5.000 16,-2.000 3.000-16,0.000 1.000 15,0.000-1.000 1,8.000 0.000-16</inkml:trace>
  <inkml:trace contextRef="#ctx0" brushRef="#br0">10851.000 15963.000 0,'21.000'6.000'0,"8.000"0.000"15,0.000-1.000-15,3.000-1.000 16,1.000-2.000 0,1.000-8.000-16,2.000-5.000 15,2.000-3.000 1,0.000-3.000-16,1.000 1.000 16,1.000 2.000-1,3.000 3.000-15,-3.000 6.000 16,1.000 7.000-1,-3.000 8.000-15,-4.000 1.000 16,-1.000 2.000 0,-2.000-3.000-16,0.000-9.000 15,-1.000-10.000 1,7.000-13.000-16,7.000-13.000 16,9.000-7.000-1,7.000-5.000-15,5.000-3.000 16,2.000 5.000-1,-5.000 10.000-15,-3.000 13.000 16,-5.000 14.000 0,-6.000 13.000-16,-7.000 8.000 15,-7.000 2.000 1,-2.000 1.000-16,-1.000-6.000 16,4.000-7.000-1,4.000-6.000-15,5.000-8.000 16,5.000-4.000-1,7.000-5.000-15,2.000-4.000 16,-1.000 5.000 0,-1.000 2.000-16,-4.000 10.000 15,-5.000 7.000 1,0.000 7.000-16,-5.000 5.000 16,-4.000 0.000-16,-1.000-1.000 15,1.000-1.000 1,0.000-8.000-16,2.000 0.000 15,-1.000-5.000 1,3.000-5.000-16,0.000 2.000 16,3.000 2.000-1,0.000 1.000-15,3.000 3.000 16,-3.000 3.000 0,-3.000 3.000-16,0.000 2.000 15,-4.000 0.000 1,-2.000-3.000-16,-1.000-4.000 15,3.000-2.000 1,1.000-3.000-16,3.000-2.000 16,5.000-1.000-1,2.000 3.000-15,7.000 2.000 16,6.000 1.000 0,-8.000-6.000-16,-15.000-3.000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2:37:36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1131.000 842.000 0,'0.000'0.000'0,"-16.000"20.000"16,-8.000 13.000-1,0.000 12.000 1,0.000 7.000-16,2.000 10.000 16,5.000 8.000-16,2.000 3.000 15,4.000 8.000 1,7.000-5.000-16,6.000-4.000 15,4.000-9.000 1,3.000-10.000-16,6.000-9.000 16,2.000-14.000-1,-1.000-19.000-15,-5.000-8.000 16</inkml:trace>
  <inkml:trace contextRef="#ctx0" brushRef="#br0">1290.000 1074.000 0,'28.000'0.000'16,"9.000"0.000"-1,4.000 2.000-15,-6.000 3.000 16,-5.000 3.000-16,-8.000 1.000 16,-13.000 6.000-1,-14.000 8.000-15,-11.000 6.000 16,-10.000 3.000 0,-3.000 3.000-16,3.000-2.000 15,9.000-2.000 1,9.000-6.000-16,14.000-5.000 15,13.000-8.000 1,11.000-6.000-16,7.000-2.000 16,7.000-4.000-16,-2.000 0.000 15,-4.000 2.000 1,-9.000 5.000-16,-12.000 5.000 16,-12.000 9.000-1,-23.000 7.000-15,-19.000 4.000 16,-10.000-2.000-1,-10.000-5.000-15,-2.000-20.000 16,12.000-7.000 0</inkml:trace>
  <inkml:trace contextRef="#ctx0" brushRef="#br0">1711.000 878.000 0,'32.000'28.000'0,"12.000"23.000"16,2.000 14.000 0,-11.000 10.000-16,-16.000 11.000 15,-15.000 7.000 1,-23.000 3.000-16,-20.000 4.000 15,-20.000-3.000 1,-12.000-21.000-16,11.000-23.000 16</inkml:trace>
  <inkml:trace contextRef="#ctx0" brushRef="#br0">2049.000 1542.000 0,'0.000'0.000'0,"0.000"0.000"15</inkml:trace>
  <inkml:trace contextRef="#ctx0" brushRef="#br0">2661.000 971.000 0,'0.000'0.000'16,"9.000"30.000"-16,0.000 24.000 16,-5.000 18.000-1,-8.000 10.000-15,-7.000 8.000 16,-5.000-1.000-1,2.000-8.000 1,6.000-17.000-16,4.000-20.000 16,8.000-22.000-16,3.000-24.000 15,4.000-25.000-15,2.000-5.000 16</inkml:trace>
  <inkml:trace contextRef="#ctx0" brushRef="#br0">2955.000 1099.000 0,'57.000'-29.000'0,"27.000"-6.000"15,-4.000 9.000-15,-13.000 20.000 16,-17.000 18.000 0,-23.000 12.000-16,-21.000 7.000 15,-14.000 2.000 1,-19.000 1.000-16,-14.000-7.000 15,-9.000-14.000 1,-5.000-14.000-16,12.000-5.000 16</inkml:trace>
  <inkml:trace contextRef="#ctx0" brushRef="#br0">2964.000 1184.000 0,'0.000'0.000'0,"-4.000"29.000"16,-6.000 23.000-16,-6.000 13.000 15,1.000 2.000 1,-8.000 1.000-16,3.000-8.000 16,4.000-20.000-16,2.000-27.000 15,6.000-32.000 1,4.000-7.000 0</inkml:trace>
  <inkml:trace contextRef="#ctx0" brushRef="#br0">3056.000 835.000 0,'0.000'0.000'0,"0.000"0.000"16,6.000 43.000-1,5.000 25.000-15,3.000 13.000 16,1.000 1.000-1,2.000-2.000 1,3.000-5.000-16,-3.000-7.000 0,-5.000-9.000 16,-2.000-11.000-1,-8.000-4.000-15,-6.000-6.000 16,-5.000-8.000 0,-13.000-7.000-16,-4.000-10.000 15,-2.000-14.000 1,4.000-14.000-16,7.000-9.000 15,14.000 0.000 1,10.000-4.000-16,21.000 9.000 16,13.000 3.000-16,7.000 5.000 15,1.000 6.000 1,-8.000 3.000-16,-4.000 4.000 16,-9.000 0.000-1,-6.000-2.000-15,-9.000-7.000 16,-5.000-12.000-1,-8.000-23.000 1,-2.000 1.000-16</inkml:trace>
  <inkml:trace contextRef="#ctx0" brushRef="#br0">3746.000 870.000 0,'0.000'0.000'16,"-6.000"27.000"-16,-13.000 22.000 16,-17.000 7.000-1,-9.000-12.000-15,6.000-12.000 16</inkml:trace>
  <inkml:trace contextRef="#ctx0" brushRef="#br0">3577.000 1286.000 0,'7.000'19.000'15,"6.000"12.000"1,-2.000 4.000-16,-1.000-2.000 16,0.000-3.000-16,-4.000-9.000 15,-4.000-9.000 1,-2.000-12.000-16,2.000-2.000 16,4.000-16.000-1,4.000-12.000-15,7.000-11.000 16,9.000-5.000-16,6.000-1.000 15,2.000 8.000 1,0.000 10.000-16,-5.000 11.000 16,-1.000 13.000-1,-6.000 9.000-15,0.000 14.000 16,-9.000 9.000 0,-4.000 9.000-16,-5.000 3.000 15,-8.000 3.000 1,-5.000-4.000-16,-4.000-4.000 15,-1.000-9.000 1,6.000-8.000-16,0.000-12.000 16,-1.000-17.000-16,-1.000-18.000 15,0.000-16.000 1,8.000-16.000-16,12.000-13.000 16,11.000-1.000-1,9.000 1.000-15,3.000 11.000 16,-1.000 14.000-1,-3.000 14.000 1,-8.000 12.000-16,-1.000 9.000 16,-8.000 6.000-16,3.000 12.000 15,3.000 14.000 1,0.000 15.000-16,-2.000 18.000 16,-3.000 23.000-1,-2.000 21.000-15,-4.000 12.000 16,-10.000 2.000-1,-6.000-8.000-15,-5.000-17.000 16,0.000-21.000 0,5.000-18.000-16,-1.000-21.000 15,-4.000-20.000 1,-9.000-38.000-16,-4.000-37.000 16,1.000-22.000-1,26.000 2.000-15,-5.000 16.000 16,3.000 31.000-1,9.000 27.000-15,-7.000 18.000 16,5.000-6.000 0,-5.000 6.000-16,10.000 5.000 15,6.000 5.000 1,0.000 6.000-16,0.000-8.000 16,-5.000-5.000-16</inkml:trace>
  <inkml:trace contextRef="#ctx0" brushRef="#br0">4402.000 673.000 0,'0.000'0.000'0,"0.000"0.000"16,-3.000 18.000-1,-2.000 17.000-15,-3.000 2.000 16,3.000 1.000 0,12.000-7.000-16,11.000-11.000 15,12.000-9.000 1,11.000-9.000-16,10.000-9.000 16,1.000 0.000-1,-4.000 3.000-15,-6.000 4.000 16,-16.000 5.000-16,-8.000 12.000 15,-12.000 9.000 1,-13.000 16.000-16,-17.000 16.000 16,-15.000 18.000-1,-15.000 16.000-15,-7.000 10.000 16,0.000 3.000 0,7.000-10.000-16,9.000-18.000 15,15.000-22.000 1,15.000-25.000-16,10.000-34.000 15,15.000-33.000 1,8.000-31.000-16,6.000-24.000 16,4.000-6.000-1,1.000 5.000-15,-4.000 26.000 16</inkml:trace>
  <inkml:trace contextRef="#ctx0" brushRef="#br0">4595.000 1057.000 0,'24.000'16.000'0,"13.000"18.000"15,-3.000 21.000 1,-8.000 20.000-16,-13.000 22.000 16,-13.000 13.000-1,-11.000 9.000-15,-2.000-4.000 16,-3.000-13.000 0,3.000-22.000-16,5.000-26.000 15,8.000-54.000 1,0.000-4.000-16,-3.000-53.000 15,3.000-37.000 1,0.000 6.000-16</inkml:trace>
  <inkml:trace contextRef="#ctx0" brushRef="#br0">4662.000 1304.000 0,'0.000'0.000'0,"9.000"26.000"16,0.000 9.000-16,0.000 7.000 15,-6.000-5.000 1,-4.000-17.000-16,-1.000-11.000 16</inkml:trace>
  <inkml:trace contextRef="#ctx0" brushRef="#br0">4890.000 842.000 0,'0.000'0.000'16,"2.000"24.000"-16,-1.000 16.000 16,-3.000 8.000-1,-1.000 1.000-15,7.000-5.000 16,9.000-9.000-1,9.000-13.000-15,8.000-6.000 16,9.000-10.000 0,5.000-2.000-1,-4.000 5.000-15,-12.000 3.000 16,-9.000 6.000-16,-14.000 9.000 16,-21.000 10.000-1,-16.000 8.000-15,-9.000 5.000 16,-3.000 2.000-1,9.000-2.000-15,8.000-9.000 16,17.000-5.000 0,15.000-10.000-16,19.000-7.000 15,11.000-8.000-15,12.000-10.000 16,1.000-7.000 0,-7.000-3.000-16,-11.000 2.000 15,-10.000 0.000 1,-11.000 2.000-16,-10.000-10.000 15,-10.000-2.000 1,-15.000-7.000-16,-6.000-11.000 16,2.000-12.000-1,11.000-21.000 1,6.000 9.000-16</inkml:trace>
  <inkml:trace contextRef="#ctx0" brushRef="#br0">5411.000 827.000 0,'0.000'0.000'16,"4.000"27.000"-16,-3.000 14.000 16,-5.000-6.000-1,-1.000-13.000-15</inkml:trace>
  <inkml:trace contextRef="#ctx0" brushRef="#br0">5529.000 697.000 0,'43.000'-7.000'16,"23.000"0.000"-16,5.000 7.000 15,-2.000 8.000 1,-8.000 7.000-16,-16.000 9.000 16,-14.000 3.000-1,-14.000 1.000-15,-17.000 2.000 16,-23.000 3.000 0,-23.000-2.000-16,-17.000-7.000 15,-9.000-17.000 1,0.000-16.000-16,17.000-4.000 15</inkml:trace>
  <inkml:trace contextRef="#ctx0" brushRef="#br0">5571.000 842.000 0,'43.000'-8.000'15,"14.000"-2.000"-15,-6.000 6.000 16,-15.000 6.000-1,-21.000 4.000-15,-16.000-6.000 16,-5.000-2.000 0</inkml:trace>
  <inkml:trace contextRef="#ctx0" brushRef="#br0">5478.000 963.000 0,'42.000'-4.000'0,"20.000"-4.000"15,4.000 1.000 1,-2.000 0.000-16,-8.000 1.000 16,-14.000 2.000-1,-21.000 7.000-15,-18.000 1.000 16,-24.000 3.000 0,-30.000-6.000-1,-25.000-1.000-15,5.000 0.000 16</inkml:trace>
  <inkml:trace contextRef="#ctx0" brushRef="#br0">5134.000 1168.000 0,'78.000'-16.000'0,"49.000"-6.000"16,13.000 1.000-1,2.000 4.000-15,-14.000 2.000 16,-14.000 2.000-1,-16.000 3.000-15,-24.000 4.000 16,-23.000 3.000 0,-27.000 2.000-16,-26.000-3.000 15,-25.000-10.000 1,-4.000-3.000-16</inkml:trace>
  <inkml:trace contextRef="#ctx0" brushRef="#br0">5520.000 1218.000 0,'0.000'0.000'0,"0.000"0.000"15,6.000 14.000-15,4.000 1.000 16,-1.000-2.000 0,0.000-6.000-16,7.000-9.000 15,6.000-10.000 1,10.000-6.000-16,5.000-2.000 15,3.000 2.000 1,-2.000 9.000-16,-4.000 5.000 16,-8.000 8.000-1,-6.000 4.000-15,-14.000 8.000 16,-11.000 7.000-16,-16.000 2.000 16,-13.000 2.000-1,-12.000-2.000-15,-3.000-3.000 16,3.000-8.000-1,6.000-5.000-15,13.000-4.000 16,13.000-5.000 0,11.000-5.000-16,9.000-1.000 15,10.000 3.000 1,1.000 5.000 0,5.000 4.000-16,1.000 3.000 15,-4.000 10.000-15,-1.000 10.000 16,-8.000 6.000-1,-7.000 5.000-15,-7.000 2.000 16,-6.000-5.000 0,-6.000-7.000-16,0.000-5.000 15,-4.000-10.000-15,1.000-10.000 16,-2.000-10.000 0,-3.000-12.000-16,2.000-9.000 15,6.000-6.000 1,5.000 0.000-16,11.000 4.000 15,4.000 8.000 1,5.000 8.000-16,8.000 6.000 16,9.000 9.000-1,5.000 10.000-15,-3.000 8.000 16,0.000 5.000-16,-6.000-1.000 16,-5.000 1.000-1,-1.000-2.000-15,-5.000-1.000 16,-1.000-6.000-1,-1.000-4.000-15,-3.000-5.000 16,3.000-9.000 0,8.000-10.000-16,8.000-17.000 15,14.000-15.000 1,10.000-11.000-16,4.000-7.000 16,2.000-5.000-1,-6.000-2.000-15,-11.000 15.000 16</inkml:trace>
  <inkml:trace contextRef="#ctx0" brushRef="#br0">6234.000 1244.000 0,'25.000'13.000'0,"5.000"4.000"16,-4.000-6.000-16,-7.000-5.000 15</inkml:trace>
  <inkml:trace contextRef="#ctx0" brushRef="#br0">6370.000 1491.000 0,'0.000'0.000'15,"11.000"21.000"1,1.000-6.000-16,-4.000-7.000 15</inkml:trace>
  <inkml:trace contextRef="#ctx0" brushRef="#br0">7059.000 842.000 0,'0.000'0.000'15,"-4.000"27.000"1,-10.000 14.000-16,-9.000 9.000 16,-6.000 11.000-1,-7.000 4.000-15,-1.000 7.000 31,7.000 0.000-31,10.000-4.000 0,13.000-3.000 16,10.000-5.000-16,12.000-7.000 16,13.000-6.000-1,9.000-5.000-15,4.000-2.000 16,-4.000-3.000 0,0.000-4.000-16,-7.000-6.000 15,-7.000-9.000 1,-5.000-12.000-16,-4.000-22.000 15,-6.000-5.000 1</inkml:trace>
  <inkml:trace contextRef="#ctx0" brushRef="#br0">7513.000 912.000 0,'-29.000'30.000'15,"-12.000"11.000"-15,9.000-1.000 16,11.000-10.000-16,16.000-10.000 15,17.000-11.000 1,20.000-13.000-16,11.000-4.000 16,6.000-3.000-1,1.000 4.000-15,-9.000 3.000 16,-10.000 8.000-16,-9.000 6.000 16,-17.000 11.000-1,-18.000 9.000-15,-14.000 8.000 16,-13.000 3.000-1,-1.000 1.000-15,6.000-4.000 16,13.000-9.000 0,16.000-6.000-16,18.000-11.000 15,19.000-9.000 1,15.000-6.000-16,6.000-1.000 16,-7.000 3.000-1,-11.000 2.000 1,-12.000 8.000-16,-18.000 13.000 15,-16.000 6.000-15,-10.000 7.000 16,-4.000 2.000 0,2.000-4.000-16,9.000-1.000 15,9.000-10.000 1,11.000-8.000-16,9.000-14.000 16,14.000-14.000-1,2.000-16.000-15,-1.000-16.000 16,-8.000 5.000-1</inkml:trace>
  <inkml:trace contextRef="#ctx0" brushRef="#br0">7344.000 1491.000 0,'-8.000'43.000'0,"3.000"19.000"15,10.000-6.000 1,15.000-14.000-16,13.000-13.000 16,12.000-18.000-1,13.000-14.000-15,12.000-9.000 16,3.000-5.000 0,-2.000 0.000-16,-8.000 6.000 15,-10.000 3.000 1,-13.000 2.000-16,-11.000 4.000 15,-9.000-3.000 1,-7.000-7.000-16,-6.000-10.000 16,-4.000 2.000-16</inkml:trace>
  <inkml:trace contextRef="#ctx0" brushRef="#br0">8026.000 1083.000 0,'0.000'0.000'15,"-9.000"33.000"-15,-1.000 21.000 16,4.000 3.000 0,8.000-4.000-16,8.000-13.000 15,11.000-13.000 1,7.000-14.000-16,6.000-16.000 15,3.000-10.000-15,1.000-12.000 16,1.000-16.000 0,-4.000-13.000-16,-13.000-8.000 15,-13.000-5.000 1,-17.000 9.000-16,-11.000 30.000 16,-4.000 26.000-1,2.000 11.000-15,4.000 12.000 16,1.000 15.000-1,4.000 18.000-15,1.000 15.000 16,-2.000 17.000 0,3.000 5.000-16,-3.000 1.000 15,2.000-10.000 1,1.000-16.000-16,8.000-28.000 16,6.000-32.000-1,2.000-14.000-15</inkml:trace>
  <inkml:trace contextRef="#ctx0" brushRef="#br0">8387.000 954.000 0,'0.000'0.000'16,"0.000"0.000"-16,-3.000 26.000 15,2.000 11.000 1,5.000 4.000-16,8.000-7.000 16,13.000-5.000-1,9.000-8.000-15,9.000-12.000 16,1.000-8.000 0,1.000-6.000-16,-12.000 4.000 15,-11.000 4.000 1,-13.000 10.000-16,-23.000 12.000 15,-22.000 12.000 1,-17.000 10.000-16,-4.000-1.000 16,9.000 0.000-1,16.000-6.000-15,18.000-6.000 16,23.000-12.000 0,24.000-13.000-16,20.000-15.000 15,13.000-14.000 1,4.000-3.000-16,-3.000-4.000 15,-10.000 0.000 1,-14.000 3.000 0,-19.000-1.000-16,-18.000-3.000 0,-20.000-9.000 15,-18.000-9.000 1,-1.000 8.000-16</inkml:trace>
  <inkml:trace contextRef="#ctx0" brushRef="#br0">8623.000 1065.000 0,'-1.000'27.000'15,"-2.000"25.000"1,-6.000 13.000-16,-6.000 8.000 16,-5.000 2.000-16,-1.000-2.000 15,1.000-14.000 1,2.000-13.000-16,4.000-14.000 15</inkml:trace>
  <inkml:trace contextRef="#ctx0" brushRef="#br0">8371.000 1645.000 0,'0.000'0.000'16,"0.000"0.000"-16,31.000 3.000 15,23.000-5.000-15,9.000-2.000 16,-1.000-3.000 0,-6.000-1.000-16,-6.000-3.000 15,-10.000-5.000 1,-9.000-7.000-16,-10.000-12.000 16,-14.000-13.000-1,-5.000 7.000-15</inkml:trace>
  <inkml:trace contextRef="#ctx0" brushRef="#br0">8985.000 930.000 0,'57.000'39.000'0,"14.000"28.000"15,-15.000 17.000 1,-29.000 9.000 0,-24.000 4.000-16,-19.000 2.000 15,-13.000-1.000 1,-6.000-10.000-16,-1.000-24.000 16,8.000-24.000-16</inkml:trace>
  <inkml:trace contextRef="#ctx0" brushRef="#br0">9355.000 1757.000 0,'0.000'0.000'16,"-12.000"2.000"0</inkml:trace>
  <inkml:trace contextRef="#ctx0" brushRef="#br0">10692.000 818.000 0,'0.000'0.000'0,"0.000"0.000"16,0.000 0.000-1,-26.000 4.000-15,-23.000 9.000 16,-23.000 9.000 0,-16.000 4.000-16,-7.000 3.000 15,9.000-2.000 1,11.000-6.000-16,20.000-5.000 16,19.000-11.000-16,17.000 0.000 15,8.000 1.000 1,11.000-6.000-16,3.000 9.000 15,7.000 2.000-15,2.000-1.000 16,4.000 8.000 0,1.000 9.000-16,-1.000 16.000 15,-4.000 19.000 1,-7.000 23.000-16,-8.000 11.000 16,-6.000 13.000-1,-7.000 0.000-15,0.000-4.000 16,0.000-10.000-1,3.000-16.000-15,3.000-20.000 16,3.000-20.000 0,7.000-39.000-16,-6.000-4.000 15,1.000-17.000-15</inkml:trace>
  <inkml:trace contextRef="#ctx0" brushRef="#br0">10288.000 1262.000 0,'47.000'-10.000'0,"27.000"2.000"16,12.000 4.000-1,-3.000 4.000-15,-10.000 4.000 16,-17.000-1.000-1,-18.000 1.000-15,-14.000-8.000 16,-15.000-8.000 0,-15.000-11.000-16,-5.000 2.000 15</inkml:trace>
  <inkml:trace contextRef="#ctx0" brushRef="#br0">10624.000 1057.000 0,'0.000'0.000'0,"-17.000"42.000"16,-20.000 28.000-1,-17.000 13.000-15,-9.000 2.000 16,-4.000-10.000 0,-2.000-24.000-16,16.000-22.000 15</inkml:trace>
  <inkml:trace contextRef="#ctx0" brushRef="#br0">10347.000 1431.000 0,'13.000'33.000'16,"3.000"15.000"-1,-3.000 2.000-15,-7.000-3.000 16,-8.000-12.000-1,2.000-35.000-15,-5.000 1.000 16,1.000-13.000 0</inkml:trace>
  <inkml:trace contextRef="#ctx0" brushRef="#br0">10431.000 1423.000 0,'0.000'0.000'0,"31.000"-4.000"15,15.000-6.000 1,4.000-2.000-16,-3.000 3.000 16,-3.000-2.000-1,-10.000 1.000-15,-8.000 2.000 16,-11.000 5.000 0,-3.000 10.000-16,-5.000 13.000 15,-5.000 14.000 1,-3.000 13.000-16,-5.000 4.000 15,-5.000 1.000-15,1.000-9.000 16,0.000-8.000 0,-1.000-16.000-16,-1.000-23.000 15,3.000-5.000 1</inkml:trace>
  <inkml:trace contextRef="#ctx0" brushRef="#br0">10650.000 1491.000 0,'-17.000'42.000'15,"-14.000"26.000"-15,-7.000 8.000 16,3.000-4.000 0,-1.000-19.000-1,6.000-25.000-15,5.000-23.000 16,8.000-8.000-16</inkml:trace>
  <inkml:trace contextRef="#ctx0" brushRef="#br0">10507.000 1680.000 0,'31.000'15.000'16,"17.000"15.000"-16,2.000 8.000 15,-6.000 3.000 1,-9.000 0.000-16,-8.000-3.000 15,-8.000-14.000 1,-7.000-24.000-16,-6.000-8.000 16</inkml:trace>
  <inkml:trace contextRef="#ctx0" brushRef="#br0">11162.000 1184.000 0,'22.000'-2.000'0,"12.000"2.000"16,-3.000 7.000 0,-13.000 6.000-16,-19.000 6.000 15,-19.000 0.000 1,-12.000 6.000-1,-8.000 10.000-15,4.000 1.000 16,9.000-8.000-16,10.000-9.000 16,7.000-3.000-1,6.000-3.000-15,9.000 0.000 16,13.000-3.000 0,9.000-3.000-16,9.000-5.000 15,1.000-2.000 1,-3.000 0.000-16,-6.000 1.000 15,-8.000 1.000 1,-10.000 7.000-16,-16.000 10.000 16,-14.000 13.000-16,-15.000 8.000 15,-9.000 7.000 1,-4.000-3.000-16,-1.000-6.000 16,10.000-12.000-1,17.000-15.000 1,19.000-26.000-16,18.000-14.000 15,18.000-6.000 1,10.000 5.000-16,9.000 20.000 16,-6.000 12.000-1,-11.000 9.000-15,-11.000 10.000 16,-9.000 8.000 0,-4.000 6.000-16,-1.000 3.000 15,4.000-5.000 1,6.000-10.000-16,12.000-18.000 15,10.000-21.000 1,15.000-24.000-16,7.000-21.000 16,2.000-19.000-1,-12.000 11.000-15</inkml:trace>
  <inkml:trace contextRef="#ctx0" brushRef="#br0">11878.000 887.000 0,'-10.000'20.000'15,"-1.000"11.000"-15,8.000 0.000 16,11.000-3.000-1,17.000-4.000-15,14.000-9.000 16,14.000-11.000 0,6.000-7.000-16,1.000 0.000 15,-6.000-1.000 1,-13.000 7.000-16,-11.000 10.000 16,-14.000 17.000-1,-19.000 18.000-15,-17.000 20.000 16,-18.000 20.000-1,-9.000 8.000-15,-5.000-1.000 16,0.000-4.000 0,3.000-14.000-16,10.000-27.000 15,10.000-20.000 1</inkml:trace>
  <inkml:trace contextRef="#ctx0" brushRef="#br0">12205.000 1252.000 0,'19.000'-8.000'16,"7.000"1.000"-16,-1.000 15.000 15,-2.000 17.000-15,-4.000 20.000 16,-10.000 22.000-1,-10.000 18.000-15,-7.000 11.000 16,-4.000 7.000 0,-6.000 11.000-16,-2.000 5.000 15,1.000-5.000 1,-1.000-19.000-16,5.000-23.000 16,3.000-26.000-1,5.000-33.000-15,-2.000-37.000 16,-3.000-39.000-1,0.000-16.000-15,2.000 15.000 16</inkml:trace>
  <inkml:trace contextRef="#ctx0" brushRef="#br0">12104.000 1542.000 0,'0.000'0.000'16,"12.000"29.000"-16,7.000 12.000 15,-1.000-7.000 1,-6.000-14.000-16,-4.000-10.000 16</inkml:trace>
  <inkml:trace contextRef="#ctx0" brushRef="#br0">12482.000 1040.000 0,'0.000'0.000'0,"0.000"0.000"15,8.000 28.000 1,-6.000 17.000-16,-11.000 7.000 16,1.000-3.000-1,4.000-6.000-15,7.000-10.000 16,14.000-4.000-1,14.000-10.000-15,9.000-6.000 16,1.000-2.000 0,-4.000 0.000-16,-12.000 4.000 15,-11.000 9.000 1,-15.000 6.000-16,-18.000 8.000 16,-11.000 6.000-1,-6.000 6.000-15,2.000 3.000 16,4.000-2.000-1,8.000-2.000-15,18.000-12.000 16,19.000-15.000 0,26.000-16.000-16,15.000-13.000 15,6.000-8.000 1,-3.000-5.000-16,-14.000 4.000 16,-13.000 5.000-1,-14.000 2.000-15,-12.000-6.000 16,-7.000 1.000-16,-13.000-7.000 15,-7.000-5.000 1,-6.000-13.000-16,3.000-18.000 16,4.000 9.000-1</inkml:trace>
  <inkml:trace contextRef="#ctx0" brushRef="#br0">13037.000 988.000 0,'0.000'0.000'0,"13.000"25.000"15,-2.000 15.000 1,-5.000 4.000-16,-3.000-10.000 16,-1.000-19.000-16,-2.000-22.000 15,0.000-6.000 1</inkml:trace>
  <inkml:trace contextRef="#ctx0" brushRef="#br0">13189.000 835.000 0,'50.000'-3.000'0,"22.000"3.000"16,2.000 8.000-1,-10.000 10.000-15,-15.000 7.000 16,-16.000 5.000 0,-13.000 7.000-16,-21.000 5.000 15,-23.000 0.000 1,-15.000-6.000-16,-15.000-6.000 16,-11.000-10.000-1,0.000-20.000-15,14.000-7.000 16</inkml:trace>
  <inkml:trace contextRef="#ctx0" brushRef="#br0">13163.000 1023.000 0,'54.000'-3.000'16,"19.000"2.000"-16,-10.000 1.000 15,-17.000 7.000 1,-18.000 3.000-16,-22.000 5.000 15,-22.000 4.000 1,-21.000-1.000-16,-13.000-1.000 16,-3.000-2.000-1,13.000-5.000-15,13.000-2.000 16,15.000-1.000 0,19.000-6.000-16,22.000-2.000 15,16.000-3.000-15,9.000 0.000 16,1.000 1.000-1,-8.000-1.000-15,-11.000 0.000 16,-13.000 4.000 0,-18.000 7.000-16,-21.000 1.000 15,-26.000 5.000 1,-22.000 1.000-16,5.000-4.000 16</inkml:trace>
  <inkml:trace contextRef="#ctx0" brushRef="#br0">12886.000 1363.000 0,'91.000'-19.000'15,"47.000"-5.000"-15,6.000-5.000 16,-12.000 9.000 0,-20.000 6.000-16,-25.000 5.000 15,-27.000 5.000 1,-23.000 2.000-16,-28.000 4.000 15,-32.000 0.000 1,-28.000-1.000-16,-19.000 7.000 16,-11.000 5.000-1,5.000 10.000 1,9.000 14.000-16,16.000-1.000 16,18.000-6.000-16,12.000-4.000 15,11.000-2.000 1,8.000-3.000-16,5.000 1.000 15,2.000-6.000 1,4.000-4.000-16,2.000-10.000 16,7.000-11.000-1,11.000-5.000-15,8.000-5.000 16,4.000-1.000 0,-1.000 4.000-16,-3.000 7.000 15,-6.000 7.000-15,-6.000 7.000 16,-10.000 4.000-1,-9.000 11.000-15,-13.000 3.000 16,-13.000 5.000-16,-13.000-1.000 16,-7.000-3.000-1,-6.000-5.000-15,-1.000-5.000 16,5.000-7.000 0,12.000-9.000-16,11.000-4.000 15,10.000-4.000 1,9.000 4.000-16,7.000 2.000 15,2.000 4.000 1,3.000 7.000-16,3.000 9.000 16,-1.000 8.000-1,2.000 8.000-15,-9.000 5.000 16,-6.000 6.000-16,-4.000 0.000 16,-6.000-7.000-16,-3.000-2.000 15,0.000-9.000 1,-3.000-6.000-16,-1.000-13.000 15,-7.000-10.000 1,0.000-14.000-16,5.000-10.000 16,6.000-1.000-1,11.000 2.000-15,9.000 9.000 16,4.000 11.000 0,6.000 11.000-16,2.000 11.000 15,4.000 12.000 1,-2.000 6.000-16,-2.000 1.000 15,-1.000-4.000 1,-6.000-3.000-16,-1.000-9.000 16,2.000-7.000-16,8.000-12.000 15,11.000-19.000 1,17.000-29.000-16,-6.000 1.000 16</inkml:trace>
  <inkml:trace contextRef="#ctx0" brushRef="#br0">14400.000 946.000 0,'0.000'0.000'16,"0.000"0.000"0,-14.000 40.000-16,-15.000 22.000 15,-11.000 20.000 1,-2.000 6.000-16,6.000 1.000 16,7.000 1.000-1,14.000-1.000-15,12.000 1.000 16,8.000-7.000-1,6.000-9.000-15,6.000-9.000 16,1.000-10.000 0,1.000-9.000-16,1.000-7.000 15,-5.000-13.000 1,-1.000-17.000-16,-3.000-16.000 16,-3.000-2.000-1</inkml:trace>
  <inkml:trace contextRef="#ctx0" brushRef="#br0">14702.000 1116.000 0,'48.000'-14.000'16,"22.000"-2.000"-1,-2.000 11.000-15,-12.000 7.000 16,-14.000 6.000-16,-12.000 3.000 15,-9.000 7.000 1,-11.000 6.000-16,-10.000 8.000 16,-11.000 7.000-16,-13.000 11.000 15,-18.000 15.000 1,-17.000 13.000-16,-12.000 3.000 16,-7.000-5.000-1,5.000-13.000-15,10.000-25.000 16,18.000-17.000-1</inkml:trace>
  <inkml:trace contextRef="#ctx0" brushRef="#br0">14838.000 1534.000 0,'8.000'39.000'0,"1.000"18.000"15,-3.000 12.000 1,-6.000 5.000-16,-5.000-9.000 16,-1.000-14.000-1,6.000-19.000-15,5.000-25.000 16,7.000-20.000 0,-1.000-4.000-16</inkml:trace>
  <inkml:trace contextRef="#ctx0" brushRef="#br0">15023.000 1534.000 0,'0.000'0.000'0,"13.000"19.000"16,3.000 8.000-16,-1.000 3.000 15,1.000-1.000 1,-7.000-16.000-16,-4.000-8.000 15</inkml:trace>
  <inkml:trace contextRef="#ctx0" brushRef="#br0">15485.000 971.000 0,'0.000'0.000'0,"0.000"0.000"16,-8.000 19.000-16,0.000 9.000 15,10.000-5.000 1,14.000-2.000-16,16.000-5.000 15,7.000-9.000 1,10.000-6.000-16,0.000-1.000 16,-4.000 6.000-1,-11.000 3.000-15,-9.000 7.000 16,-13.000 12.000-16,-19.000 5.000 16,-23.000 10.000-1,-25.000 1.000-15,-14.000 5.000 16,-1.000-6.000-1,10.000-6.000-15,18.000-6.000 16,24.000-8.000 0,21.000-6.000-16,27.000-6.000 15,18.000-6.000 1,17.000-1.000-16,9.000-1.000 16,-2.000-1.000-16,-9.000-4.000 31,-13.000-3.000-31,-16.000-4.000 0,-15.000-2.000 15,-18.000-6.000 1,-18.000-8.000 0,-12.000-8.000-16,-10.000 0.000 15,-2.000 8.000-15,6.000 10.000 16,12.000 19.000 0,8.000 5.000-16,9.000 2.000 15,7.000 10.000 1,6.000 13.000-16,3.000 11.000 15,2.000 10.000 1,-3.000 9.000-16,-2.000 3.000 16,-7.000-3.000-1,-3.000-5.000-15,-3.000-9.000 16,-1.000-14.000 0,-1.000-10.000-16,-1.000-13.000 15,-4.000-9.000 1,-7.000-8.000-16,-7.000-10.000 15,1.000-6.000 1,0.000 3.000-16,7.000 4.000 16,9.000 2.000-1,10.000-4.000-15,13.000-1.000 16,15.000-9.000-16,12.000-7.000 16,11.000-19.000-1,6.000-13.000-15,0.000-5.000 16,-12.000 14.000-1</inkml:trace>
  <inkml:trace contextRef="#ctx0" brushRef="#br0">16015.000 1286.000 0,'0.000'0.000'0,"2.000"21.000"16,4.000 19.000-16,5.000 5.000 15,5.000 0.000 1,7.000-8.000-16,4.000-13.000 15,7.000-10.000-15,3.000-19.000 16,3.000-11.000 0,0.000-12.000-16,-6.000-20.000 15,-11.000-9.000 1,-14.000-6.000 0,-11.000 0.000-16,-14.000 11.000 15,-9.000 19.000-15,-5.000 24.000 16,0.000 20.000-1,6.000 10.000-15,4.000 6.000 16,4.000 20.000-16,3.000 22.000 16,1.000 17.000-1,-1.000 13.000 1,-1.000 9.000-16,-3.000-4.000 16,1.000-14.000-1,1.000-15.000-15,4.000-28.000 16,4.000-28.000-16,-1.000-27.000 15,4.000-30.000 1,1.000-3.000-16</inkml:trace>
  <inkml:trace contextRef="#ctx0" brushRef="#br0">16359.000 1099.000 0,'32.000'-18.000'0,"13.000"-8.000"15,-1.000 7.000 1,-9.000 6.000-16,-10.000 10.000 16,-6.000 5.000-1,-6.000 3.000-15,-5.000 8.000 16,-3.000 5.000-16,-9.000 12.000 15,-5.000 12.000 1,-6.000 11.000-16,-2.000 11.000 16,1.000 9.000-1,-1.000 2.000-15,-3.000 0.000 16,3.000-4.000 0,0.000-5.000-16,2.000-8.000 15,1.000-10.000 1,1.000-13.000-16,2.000-20.000 15,2.000-20.000 1,4.000-23.000-16,2.000 0.000 16</inkml:trace>
  <inkml:trace contextRef="#ctx0" brushRef="#br0">16561.000 1321.000 0,'32.000'-8.000'0,"13.000"-2.000"16,1.000 8.000 0,-3.000 14.000-16,-7.000 13.000 15,-11.000 13.000 1,-11.000 13.000-16,-12.000 9.000 16,-10.000 4.000-1,-6.000 0.000-15,-6.000-5.000 16,-6.000-10.000-1,-4.000-13.000-15,-3.000-18.000 16,8.000-8.000-16</inkml:trace>
  <inkml:trace contextRef="#ctx0" brushRef="#br0">16502.000 1569.000 0,'32.000'-4.000'16,"17.000"3.000"-1,3.000 0.000-15,-12.000 2.000 16,-11.000 2.000-16,-17.000 10.000 16,-10.000 1.000-1</inkml:trace>
  <inkml:trace contextRef="#ctx0" brushRef="#br0">16426.000 1798.000 0,'38.000'3.000'16,"18.000"-2.000"-1,2.000-1.000-15,-9.000 0.000 16,-11.000 0.000-16,-12.000-2.000 15,-26.000 2.000 1,4.000 3.000 0,-8.000 3.000-16</inkml:trace>
  <inkml:trace contextRef="#ctx0" brushRef="#br0">16275.000 2089.000 0,'45.000'-7.000'0,"29.000"-2.000"16,18.000-2.000-16,0.000 0.000 15,-10.000 4.000 1,-15.000-1.000-16,-14.000 2.000 16,-13.000-5.000-1,-15.000-12.000-15,-13.000-10.000 16,-6.000 1.000-1</inkml:trace>
  <inkml:trace contextRef="#ctx0" brushRef="#br0">17125.000 1074.000 0,'46.000'84.000'16,"0.000"47.000"-16,-24.000 17.000 16,-39.000 3.000-1,-26.000-4.000-15,-18.000-9.000 16,-5.000-15.000-1,-5.000-12.000 1,14.000-30.000-16</inkml:trace>
  <inkml:trace contextRef="#ctx0" brushRef="#br0">17965.000 1134.000 0,'0.000'0.000'0,"0.000"0.000"16,0.000 0.000-16,-8.000 39.000 15,-20.000 27.000 1,-28.000 10.000-16,-23.000-13.000 16,8.000-21.000-1</inkml:trace>
  <inkml:trace contextRef="#ctx0" brushRef="#br0">17671.000 1680.000 0,'0.000'0.000'0,"10.000"18.000"16,4.000 10.000-16,-2.000 4.000 16,-2.000-4.000-1,-4.000-6.000-15,-1.000-10.000 16,-3.000-15.000-1,0.000-14.000-15,7.000-14.000 16,7.000-11.000 0,6.000-5.000-16,6.000 1.000 15,0.000 4.000 1,-3.000 13.000-16,-1.000 10.000 16,-3.000 12.000-1,3.000 9.000-15,-2.000 13.000 16,-2.000 11.000-16,-2.000 8.000 15,-5.000 4.000 1,-11.000 8.000-16,-9.000-3.000 16,-7.000-7.000-1,-3.000-6.000-15,1.000-11.000 16,1.000-10.000-16,1.000-6.000 16,0.000-15.000-1,7.000-16.000-15,6.000-15.000 16,14.000-14.000-1,15.000-3.000-15,8.000-2.000 16,6.000-2.000 0,7.000 0.000-16,1.000 11.000 15,-4.000 12.000 1,-7.000 13.000-16,-8.000 10.000 16,-2.000 17.000-16,-5.000 8.000 15,-5.000 15.000 1,-2.000 22.000-16,-5.000 15.000 15,-1.000 23.000 1,-8.000 12.000-16,-4.000 4.000 16,-5.000-1.000-1,-4.000-5.000-15,1.000-16.000 16,0.000-20.000 0,-2.000-21.000-16,-2.000-29.000 15,-5.000-25.000 1,3.000-7.000-16</inkml:trace>
  <inkml:trace contextRef="#ctx0" brushRef="#br0">18142.000 1696.000 0,'19.000'19.000'15,"3.000"4.000"1</inkml:trace>
  <inkml:trace contextRef="#ctx0" brushRef="#br0">18672.000 1023.000 0,'0.000'0.000'0,"0.000"0.000"16,-9.000 17.000-16,-1.000 5.000 16,7.000-3.000-1,11.000-8.000-15,15.000-6.000 16,9.000-10.000-1,6.000-2.000 1,-3.000 2.000-16,-5.000 2.000 16,-5.000 7.000-16,-7.000 6.000 15,-6.000 9.000 1,-11.000 10.000-16,-9.000 12.000 16,-12.000 6.000-16,-6.000 4.000 15,-4.000-1.000 1,1.000-4.000-16,2.000-11.000 15,7.000-22.000 1,9.000-19.000-16,5.000-7.000 16</inkml:trace>
  <inkml:trace contextRef="#ctx0" brushRef="#br0">18924.000 1270.000 0,'5.000'30.000'16,"-2.000"20.000"-16,-8.000 7.000 16,-12.000 1.000-16,-5.000-8.000 15,-4.000-7.000 1,2.000-31.000-16,5.000-15.000 16</inkml:trace>
  <inkml:trace contextRef="#ctx0" brushRef="#br0">18563.000 1407.000 0,'0.000'0.000'0,"0.000"0.000"16,36.000-11.000-1,26.000-5.000-15,14.000-1.000 16,2.000 4.000-1,-7.000 0.000-15,-12.000 4.000 16,-15.000 5.000 0,-14.000 10.000-16,-18.000 8.000 15,-18.000 9.000-15,-22.000 11.000 16,-18.000 6.000 0,-5.000 4.000-16,7.000-3.000 15,13.000-4.000 1,18.000-5.000-16,21.000-4.000 15,19.000-7.000 1,14.000-2.000-16,4.000-4.000 16,1.000 1.000-1,-5.000 0.000-15,-9.000 1.000 16,-13.000 2.000 0,-13.000 9.000-16,-19.000-1.000 15,-23.000 2.000 1,-18.000 0.000-16,-9.000-7.000 15,-2.000-5.000 1,8.000-12.000-16,17.000-5.000 16,17.000-4.000-16,20.000-4.000 15,18.000 0.000 1,13.000 2.000-16,11.000 2.000 16,7.000 8.000-1,6.000 13.000-15,-2.000-1.000 16,-5.000 8.000-1,-11.000-1.000 1,-8.000-7.000-16,-11.000-8.000 16,-6.000-19.000-16,-6.000-15.000 15,-2.000 2.000 1</inkml:trace>
  <inkml:trace contextRef="#ctx0" brushRef="#br0">19513.000 1346.000 0,'0.000'0.000'0,"0.000"0.000"16,-39.000 24.000 0,-31.000 10.000-16,-13.000 1.000 15,8.000-3.000 1,18.000-11.000-16,22.000-5.000 15,27.000 0.000-15,15.000-3.000 16,12.000 2.000 0,5.000 9.000-16,3.000 5.000 15,-1.000 8.000 1,-5.000 1.000-16,-9.000 2.000 16,-6.000-5.000-1,-7.000-3.000-15,-4.000-10.000 16,1.000-10.000-1,4.000-12.000-15,6.000 4.000 16,16.000-9.000 0,13.000-17.000-16,15.000-6.000 15,9.000-12.000 1,4.000-2.000-16,-5.000 0.000 16,-4.000 5.000-16,-7.000 4.000 15,-15.000 6.000 1,-13.000 8.000-1,-14.000-3.000-15,-17.000 8.000 16,-11.000 11.000-16,-3.000 9.000 16,1.000 9.000-1,4.000 7.000-15,4.000 11.000 16,3.000 9.000 0,7.000 9.000-16,8.000 2.000 15,7.000-1.000 1,7.000-4.000-16,2.000-13.000 15,6.000-13.000 1,6.000-16.000-16,6.000-23.000 16,8.000-22.000-16,7.000-14.000 15,2.000-18.000 1,0.000-8.000-16,-3.000-7.000 16,-4.000 7.000-1,-5.000 11.000-15,-9.000 24.000 16,-7.000 21.000-1,-10.000 13.000-15,-6.000 4.000 16,-3.000 12.000 0,-2.000 15.000-16,-5.000 14.000 15,5.000 9.000 1,5.000 0.000-16,10.000-7.000 16,10.000-13.000-1,11.000-19.000-15,6.000-15.000 16,8.000-13.000-1,1.000-14.000-15,-6.000-5.000 16,-10.000-4.000-16,-12.000 2.000 16,-17.000 1.000-1,-15.000 6.000-15,-9.000 14.000 16,-8.000 12.000 0,-3.000 17.000-16,-3.000 21.000 15,3.000 22.000 1,3.000 20.000-16,-1.000 21.000 15,4.000 18.000 1,2.000 9.000-16,4.000 2.000 16,5.000-11.000-1,5.000-15.000-15,4.000-20.000 16,3.000-24.000 0,1.000-25.000-16,1.000-27.000 15,3.000-35.000-15,1.000-27.000 16,-2.000 4.000-1</inkml:trace>
  <inkml:trace contextRef="#ctx0" brushRef="#br0">20590.000 1091.000 0,'30.000'-10.000'15,"16.000"0.000"1,3.000 6.000-16,-9.000 10.000 16,-11.000 6.000-1,-18.000 6.000-15,-18.000 7.000 16,-13.000-1.000 0,-3.000 1.000-16,1.000-3.000 15,1.000-1.000-15,8.000-6.000 16,6.000 1.000-1,10.000 0.000-15,16.000-2.000 16,16.000-5.000 0,10.000-1.000-16,1.000-6.000 15,-4.000 0.000 1,-10.000 0.000-16,-13.000 2.000 16,-17.000 12.000-1,-23.000 5.000-15,-29.000 11.000 16,-23.000 5.000-1,-16.000 1.000-15,3.000-1.000 16,15.000-5.000 0,22.000-8.000-16,27.000-9.000 15,31.000-10.000-15,33.000-7.000 16,37.000-10.000 0,23.000-2.000-16,14.000-3.000 15,-3.000 1.000 1,-14.000 3.000-16,-21.000 2.000 15,-22.000-2.000 1,-23.000-3.000-16,-21.000-4.000 16,-22.000-6.000-1,-21.000-8.000-15,-17.000-14.000 16,-10.000 3.000 0,9.000 11.000-16</inkml:trace>
  <inkml:trace contextRef="#ctx0" brushRef="#br0">20757.000 930.000 0,'8.000'25.000'0,"1.000"21.000"16,-6.000 15.000-16,-11.000 11.000 15,-7.000 3.000-15,-10.000-2.000 16,-4.000-14.000-1,6.000-17.000-15</inkml:trace>
  <inkml:trace contextRef="#ctx0" brushRef="#br0">20657.000 1833.000 0,'6.000'56.000'15,"-6.000"22.000"-15,-8.000-8.000 16,-7.000-20.000 0,5.000-29.000-16,4.000-25.000 15,5.000-23.000-15,1.000-1.000 16</inkml:trace>
  <inkml:trace contextRef="#ctx0" brushRef="#br0">20749.000 1705.000 0,'22.000'-17.000'15,"12.000"-8.000"-15,2.000 3.000 16,-3.000 7.000-16,-6.000 7.000 16,-8.000 5.000-1,-1.000 4.000-15,-4.000 6.000 16,0.000 7.000-1,-4.000 8.000-15,-1.000 11.000 16,0.000 14.000 0,-3.000 17.000-16,-1.000 14.000 15,-4.000 14.000 1,-5.000 1.000-16,-3.000 5.000 16,-3.000-3.000-1,-2.000-10.000-15,-1.000-13.000 16,-2.000-21.000-1,2.000-20.000-15,-3.000-30.000 16,1.000-23.000 0,-4.000-27.000-16,5.000-20.000 15,3.000 8.000-15</inkml:trace>
  <inkml:trace contextRef="#ctx0" brushRef="#br0">20775.000 1850.000 0,'18.000'2.000'0,"7.000"9.000"15,-2.000 9.000 1,-13.000 7.000-16,-9.000 1.000 16,-5.000-7.000-1,2.000-9.000-15,6.000-7.000 16,15.000-16.000-1,16.000-15.000-15,14.000-14.000 16,11.000-14.000 0,5.000-13.000-16,2.000-8.000 15,-5.000-1.000 1,-11.000 8.000-16,-14.000 21.000 16</inkml:trace>
  <inkml:trace contextRef="#ctx0" brushRef="#br0">21413.000 1415.000 0,'0.000'0.000'0,"18.000"20.000"15,-1.000 16.000 1,-7.000-4.000-16,-14.000-17.000 16,-7.000-10.000-16</inkml:trace>
  <inkml:trace contextRef="#ctx0" brushRef="#br0">21338.000 1902.000 0,'0.000'0.000'0,"24.000"1.000"16,11.000-6.000-16,2.000-18.000 16,4.000-20.000-1,1.000-19.000-15,-3.000-18.000 16,1.000-6.000-1,-6.000 7.000-15,-3.000 6.000 16,-10.000 23.000 0,-7.000 22.000-16,-1.000 14.000 15,-13.000 14.000 1,0.000 0.000-16,9.000 3.000 16,-3.000 16.000-1,0.000 17.000-15,-4.000 17.000 16,-4.000 7.000-1,-4.000 5.000-15,-3.000-4.000 16,2.000-10.000 0,1.000-18.000-16,0.000-14.000 15,6.000-19.000 1,7.000-18.000-16,-1.000-25.000 16,0.000-7.000-1,-1.000 10.000-15</inkml:trace>
  <inkml:trace contextRef="#ctx0" brushRef="#br0">21757.000 1346.000 0,'33.000'-8.000'15,"17.000"0.000"-15,6.000 6.000 16,-3.000 10.000 0,-11.000 11.000-16,-13.000 7.000 15,-17.000 7.000-15,-13.000-1.000 16,-14.000 3.000-1,-15.000-1.000-15,-9.000 0.000 16,-8.000-1.000 0,2.000-3.000-16,6.000-7.000 15,13.000-1.000 1,10.000-2.000-16,14.000-3.000 16,14.000-3.000-1,12.000-5.000-15,4.000 0.000 16,-2.000-2.000-16,-6.000 6.000 15,-7.000 5.000 1,-13.000 7.000-16,-20.000 11.000 16,-19.000 4.000-1,-17.000 3.000-15,-10.000-1.000 16,-3.000-7.000 0,6.000-7.000-16,14.000-20.000 15,23.000-17.000 1,16.000-5.000-16</inkml:trace>
  <inkml:trace contextRef="#ctx0" brushRef="#br0">21775.000 1935.000 0,'18.000'25.000'16,"3.000"13.000"-1,-2.000 0.000-15,-5.000-7.000 16,-2.000-10.000-1,2.000-11.000-15,13.000-19.000 16,13.000-11.000-16,15.000-16.000 16,7.000-5.000-1,4.000-5.000-15,-3.000 5.000 16,-12.000 9.000 0,-14.000 8.000-16,-16.000 2.000 15,-18.000-2.000 1,-6.000 4.000-16</inkml:trace>
  <inkml:trace contextRef="#ctx0" brushRef="#br0">22448.000 1859.000 0,'0.000'0.000'16</inkml:trace>
  <inkml:trace contextRef="#ctx0" brushRef="#br0">5655.000 3650.000 0,'0.000'0.000'0,"13.000"28.000"15,7.000 11.000 1,-2.000-1.000-1,-2.000-8.000-15,-3.000-8.000 0,-3.000-12.000 16,-10.000-10.000 0,6.000-6.000-16,-1.000-14.000 15,-1.000-14.000 1,-3.000-4.000-16,-3.000-2.000 16,1.000 3.000-1,4.000 6.000-15,3.000 4.000 16,-1.000 0.000-1,3.000 5.000-15,0.000-4.000 16,10.000 1.000 0,10.000-3.000-16,13.000-1.000 15,5.000 3.000-15,5.000 5.000 16,-5.000 7.000 0,-4.000 4.000-16,-8.000 7.000 15,-5.000 4.000 1,-9.000 7.000-16,-4.000 5.000 15,-3.000 8.000 1,-4.000 9.000-16,-9.000 11.000 16,-7.000 9.000-1,-4.000 3.000 1,3.000 4.000-16,-2.000 0.000 16,1.000-6.000-16,3.000-13.000 15,2.000-11.000 1,0.000-9.000-16,4.000-18.000 15,-6.000 2.000 1,-6.000-8.000-16,-3.000-7.000 16,-8.000-6.000-1,-4.000-4.000-15,-2.000-1.000 16,-5.000 3.000 0,-2.000 5.000-16,2.000 6.000 15,9.000 0.000 1,7.000 1.000-16,13.000-1.000 15,13.000-3.000 1,19.000-5.000-16,13.000 1.000 16,5.000 2.000-1,1.000 1.000-15,-6.000 5.000 16,-11.000 4.000-16,-11.000 4.000 16,-7.000 7.000-1,-15.000 6.000-15,-18.000 9.000 16,-16.000 8.000-1,-9.000 4.000-15,5.000 0.000 16,10.000-6.000 0,10.000-7.000-16,18.000-6.000 15,15.000-8.000 1,19.000-7.000-16,14.000-3.000 16,6.000-8.000-1,5.000 0.000-15,-8.000 1.000 16,-12.000 4.000-1,-14.000 4.000-15,-21.000 3.000 16,-8.000 7.000 0,-31.000 13.000-16,-30.000 14.000 15,-25.000 10.000 1,-17.000 9.000-16,-6.000 6.000 16,7.000-4.000-1,16.000-5.000-15,19.000-10.000 16,28.000-9.000-1,23.000-13.000-15,26.000-12.000 16,29.000-16.000 0,30.000-15.000-16,32.000-17.000 15,30.000-10.000 1,21.000 0.000-16,9.000 5.000 16,-8.000 11.000-1,-17.000 13.000-15,-27.000 7.000 16,-32.000 10.000-1,-27.000 7.000-15,-33.000 9.000 16,-35.000 7.000 0,-37.000 1.000-16,-30.000-5.000 15,10.000-6.000 1</inkml:trace>
  <inkml:trace contextRef="#ctx0" brushRef="#br0">5630.000 4223.000 0,'0.000'0.000'0,"17.000"13.000"15,7.000 4.000 1,-3.000 0.000 0,-6.000-10.000-16,-3.000-15.000 15,-7.000-3.000-15,-1.000 2.000 16</inkml:trace>
  <inkml:trace contextRef="#ctx0" brushRef="#br0">5848.000 4129.000 0,'15.000'28.000'0,"7.000"17.000"16,-1.000 6.000-1,-9.000-1.000-15,-8.000-1.000 16,-8.000-9.000-1,-6.000-5.000-15,-6.000-10.000 16,-3.000-13.000 0,-5.000-10.000-16,0.000-11.000 15,-2.000-12.000 1,9.000-9.000-16,10.000-9.000 16,12.000-6.000-16,12.000-6.000 15,15.000 3.000 1,11.000 7.000-16,5.000 5.000 15,4.000 15.000 1,-1.000 10.000 0,-9.000 18.000-16,-8.000 16.000 15,-6.000 10.000 1,-14.000 10.000-16,-12.000 4.000 16,-12.000-1.000-1,-13.000-5.000-15,-7.000-10.000 16,-4.000-9.000-1,0.000-11.000 1,7.000-18.000-16,11.000-9.000 16,13.000-12.000-16,10.000 0.000 15,11.000 1.000-15,7.000 8.000 16,6.000 10.000 0,7.000 10.000-16,-3.000 8.000 15,0.000 10.000 1,-4.000 4.000-16,-7.000-2.000 15,-7.000-2.000 1,-5.000-6.000-16,-12.000-13.000 16,4.000-9.000-1,-5.000-8.000-15,0.000 4.000 16</inkml:trace>
  <inkml:trace contextRef="#ctx0" brushRef="#br0">6353.000 4095.000 0,'69.000'-16.000'16,"31.000"-8.000"-16,-1.000 3.000 15,-17.000 0.000 1,-13.000 4.000-16,-17.000 1.000 16,-19.000-1.000-1,-12.000-1.000-15,-18.000-2.000 16,-12.000 0.000-1,-15.000-1.000-15,-6.000-1.000 16,-2.000-2.000 0,7.000 4.000-16,6.000 8.000 15,7.000 5.000 1,12.000 7.000-16,-5.000 4.000 16,5.000 19.000-16,3.000 17.000 15,-1.000 17.000 1,-11.000 14.000-1,-9.000 7.000-15,-10.000 2.000 16,-7.000-9.000 0,2.000-15.000-16,6.000-32.000 15,11.000-27.000-15,8.000-10.000 16</inkml:trace>
  <inkml:trace contextRef="#ctx0" brushRef="#br0">6689.000 4112.000 0,'31.000'16.000'16,"19.000"9.000"-16,0.000 7.000 16,-5.000 6.000-1,-9.000 6.000-15,-12.000-4.000 16,-13.000-13.000 0,-6.000-15.000-16</inkml:trace>
  <inkml:trace contextRef="#ctx0" brushRef="#br0">7698.000 3361.000 0,'-6.000'40.000'0,"-13.000"30.000"16,-12.000 18.000-1,-10.000 6.000-15,-12.000 4.000 16,-2.000-7.000 0,2.000-12.000-16,3.000-14.000 15,6.000-21.000 1,3.000-28.000-16,11.000-14.000 16</inkml:trace>
  <inkml:trace contextRef="#ctx0" brushRef="#br0">7471.000 3855.000 0,'26.000'54.000'0,"11.000"31.000"16,-4.000 8.000 0,-12.000 2.000-1,-8.000-11.000-15,-10.000-13.000 16,-8.000-23.000-1,-5.000-31.000-15,1.000-33.000 16,3.000-8.000-16</inkml:trace>
  <inkml:trace contextRef="#ctx0" brushRef="#br0">7984.000 3309.000 0,'0.000'0.000'0,"-1.000"35.000"15,-12.000 21.000 1,-10.000 10.000 0,-6.000-5.000-16,-1.000-6.000 15,10.000-12.000 1,14.000-11.000-16,15.000-14.000 15,15.000-11.000 1,16.000-8.000-16,6.000-2.000 16,-3.000 0.000-1,-5.000 7.000-15,-9.000 8.000 16,-11.000 11.000-16,-19.000 15.000 16,-18.000 15.000-1,-14.000 6.000 1,-10.000 1.000-16,-1.000-12.000 15,8.000-20.000 1,9.000-14.000-16</inkml:trace>
  <inkml:trace contextRef="#ctx0" brushRef="#br0">8328.000 3821.000 0,'-25.000'38.000'16,"-30.000"22.000"-16,-19.000 7.000 15,-6.000-3.000 1,2.000-12.000-16,17.000-10.000 16,23.000-15.000-1,19.000-6.000-15,23.000-7.000 16,25.000-6.000-1,20.000-5.000-15,14.000-3.000 16,10.000-3.000 0,3.000 0.000-16,-3.000 1.000 15,-11.000-1.000 1,-16.000-1.000-16,-14.000-4.000 16,-18.000-7.000-1,-13.000-14.000-15,-13.000-22.000 16,-8.000-21.000-1,5.000 6.000-15</inkml:trace>
  <inkml:trace contextRef="#ctx0" brushRef="#br0">8791.000 3326.000 0,'-15.000'31.000'16,"-15.000"23.000"-16,-9.000 13.000 16,0.000 5.000-1,12.000-6.000-15,18.000-14.000 16,24.000-14.000 0,22.000-17.000-16,19.000-16.000 15,11.000-12.000 1,3.000-5.000-16,-5.000-5.000 15,-13.000 2.000 1,-14.000 0.000-16,-16.000-1.000 16,-17.000-4.000-1,-17.000-3.000-15,-17.000-6.000 16,-11.000-3.000 0,-6.000 4.000-16,1.000 17.000 15,7.000 13.000 1,11.000 5.000-16,12.000 5.000 15,11.000 11.000 1,9.000 14.000-16,6.000 20.000 16,3.000 19.000-1,-5.000 21.000-15,-7.000 25.000 16,-7.000 18.000 0,-12.000 9.000-16,-2.000-5.000 15,2.000-19.000 1,8.000-27.000-16,8.000-30.000 15,3.000-29.000 1,-1.000-37.000-16,-1.000-32.000 16,-1.000-4.000-1</inkml:trace>
  <inkml:trace contextRef="#ctx0" brushRef="#br0">8733.000 3864.000 0,'-9.000'28.000'15,"-14.000"22.000"1,-7.000 2.000-16,0.000-16.000 16,7.000-14.000-1</inkml:trace>
  <inkml:trace contextRef="#ctx0" brushRef="#br0">8934.000 3872.000 0,'0.000'0.000'0,"24.000"21.000"16,7.000 11.000 0,-6.000 5.000-1,-9.000-5.000-15,-8.000-17.000 16,-3.000-26.000-16,0.000-24.000 15,0.000-3.000 1</inkml:trace>
  <inkml:trace contextRef="#ctx0" brushRef="#br0">9253.000 3335.000 0,'0.000'0.000'0,"0.000"0.000"16,-6.000 28.000-16,-2.000 20.000 15,4.000 1.000 1,7.000 0.000-16,9.000-6.000 16,11.000-9.000-1,5.000-9.000-15,3.000-12.000 16,-4.000-5.000-1,-6.000-2.000-15,-9.000-1.000 16,-12.000-5.000 0,0.000 7.000-16,-20.000 9.000 15,-16.000 2.000 1,-9.000 1.000-16,0.000-1.000 16,8.000-1.000-1,10.000-6.000-15,14.000-5.000 16,15.000-11.000-16,18.000-6.000 15,22.000-3.000 1,12.000-2.000-16,4.000 7.000 16,-4.000 5.000-1,-11.000 3.000-15,-14.000 4.000 16,-18.000 12.000 0,-18.000 7.000-16,-23.000 11.000 15,-12.000 6.000 1,-3.000 2.000-16,5.000-4.000 15,11.000-1.000 1,14.000-5.000-16,18.000-6.000 16,20.000 3.000-1,18.000-3.000-15,13.000 2.000 16,2.000 0.000 0,-5.000 0.000-16,-12.000 3.000 15,-13.000 0.000 1,-18.000 4.000-16,-18.000 3.000 15,-19.000 2.000 1,-22.000-6.000-16,-15.000-3.000 16,-8.000-11.000-1,3.000-11.000-15,16.000-11.000 16,23.000-10.000 0,28.000-7.000-16,30.000-6.000 15,25.000 4.000 1,13.000 5.000-16,7.000 8.000 15,-3.000 9.000 1,-11.000 2.000-16,-17.000 3.000 16,-15.000-2.000-1,-20.000-7.000-15,-17.000-13.000 16,-8.000-10.000 0,2.000-1.000-16</inkml:trace>
  <inkml:trace contextRef="#ctx0" brushRef="#br0">10036.000 3446.000 0,'0.000'0.000'16,"0.000"0.000"-16,-4.000 29.000 16,-8.000 21.000-1,-5.000 11.000-15,-3.000 2.000 16,1.000-7.000 0,6.000-11.000-1,13.000-10.000-15,16.000-15.000 16,13.000-14.000-16,9.000-11.000 15,4.000-5.000 1,1.000-2.000-16,-2.000-1.000 16,-8.000 4.000-1,-4.000 6.000-15,-8.000 11.000 16,-10.000 14.000 0,-11.000 17.000-16,-15.000 21.000 15,-16.000 16.000 1,-14.000 6.000-16,-8.000 0.000 15,-1.000-11.000 1,3.000-17.000-16,4.000-23.000 16,6.000-28.000-1,11.000-8.000-15</inkml:trace>
  <inkml:trace contextRef="#ctx0" brushRef="#br0">9902.000 3984.000 0,'45.000'18.000'15,"30.000"17.000"-15,11.000 7.000 16,7.000 7.000 0,2.000 7.000-16,-2.000 0.000 15,-4.000 0.000 1,-4.000 0.000-16,-9.000-12.000 15,-10.000-10.000 1,-14.000-16.000-16,-12.000-16.000 16,-15.000-15.000-1,-16.000-17.000-15,-20.000-15.000 16,-10.000-19.000 0,-10.000-11.000-16,-5.000-2.000 15,9.000 15.000-15</inkml:trace>
  <inkml:trace contextRef="#ctx0" brushRef="#br0">10498.000 3625.000 0,'0.000'0.000'16,"-1.000"41.000"-1,-4.000 33.000-15,-7.000 22.000 16,-6.000 12.000-1,-2.000-3.000-15,7.000-15.000 16,3.000-23.000 0,5.000-23.000-16,2.000-24.000 15,2.000-28.000 1,0.000-9.000-16</inkml:trace>
  <inkml:trace contextRef="#ctx0" brushRef="#br0">10457.000 3992.000 0,'23.000'10.000'0,"20.000"11.000"15,4.000 8.000-15,-4.000 5.000 16,-10.000 0.000 0,-13.000-6.000-16,-7.000-16.000 15,-7.000-6.000 1</inkml:trace>
  <inkml:trace contextRef="#ctx0" brushRef="#br0">6857.000 5161.000 0,'0.000'0.000'15,"0.000"0.000"-15,0.000 0.000 16,0.000 0.000-1,0.000 0.000-15,22.000-8.000 16,22.000-4.000 0,12.000-1.000-16,11.000 1.000 15,4.000 6.000 1,-4.000 5.000-16,-7.000-1.000 16,-7.000 2.000-1,-16.000-8.000-15,-15.000-6.000 16,-13.000 0.000-1</inkml:trace>
  <inkml:trace contextRef="#ctx0" brushRef="#br0">6907.000 5230.000 0,'0.000'0.000'16,"0.000"0.000"-16,-3.000 33.000 15,-7.000 27.000 1,-8.000 14.000-16,-8.000 10.000 16,-4.000 5.000-1,-4.000-6.000-15,5.000-10.000 16,11.000-15.000-1,7.000-17.000-15,16.000-9.000 16,12.000-12.000 0,13.000-12.000-16,16.000-9.000 15,10.000-2.000 1,8.000-3.000-16,3.000 3.000 16,-2.000-4.000-1,-4.000 1.000-15,-10.000 1.000 16,-9.000-2.000-1,-11.000-4.000-15,-16.000-8.000 16,-14.000-10.000 0,-5.000 3.000-16</inkml:trace>
  <inkml:trace contextRef="#ctx0" brushRef="#br0">6925.000 5545.000 0,'0.000'0.000'15,"0.000"0.000"-15,38.000-13.000 16,31.000-3.000 0,13.000-2.000-16,-4.000 2.000 15,-9.000 4.000 1,-10.000-6.000-16,-16.000 6.000 15</inkml:trace>
  <inkml:trace contextRef="#ctx0" brushRef="#br0">7799.000 5349.000 0,'0.000'0.000'15,"0.000"0.000"1,0.000 0.000-16,0.000 0.000 16,0.000 0.000-16,0.000 0.000 31,0.000 0.000-31,0.000 0.000 0,0.000 0.000 15,0.000 0.000 1,0.000 0.000-16,0.000 0.000 16,0.000 0.000-1,0.000 0.000-15</inkml:trace>
  <inkml:trace contextRef="#ctx0" brushRef="#br0">7631.000 5588.000 0,'-3.000'30.000'15,"-5.000"20.000"-15,-4.000 6.000 16,-6.000 6.000 0,0.000-3.000-16,-3.000-9.000 15,2.000-15.000 1,5.000-15.000-16</inkml:trace>
  <inkml:trace contextRef="#ctx0" brushRef="#br0">7782.000 5639.000 0,'0.000'0.000'16,"0.000"0.000"-16,0.000 0.000 15,0.000 0.000-15,-17.000 21.000 16,-11.000 7.000-1,-5.000 1.000 1,2.000-6.000-16,7.000-3.000 16,12.000-5.000-1,7.000 1.000-15,10.000-2.000 16,9.000 4.000-16,6.000-2.000 16,2.000 2.000-1,2.000-1.000-15,-3.000-3.000 16,-2.000-6.000-1,-5.000-12.000-15,-4.000-4.000 16</inkml:trace>
  <inkml:trace contextRef="#ctx0" brushRef="#br0">7875.000 5400.000 0,'0.000'0.000'15,"0.000"0.000"-15,0.000 0.000 16,0.000 0.000 0,0.000 0.000-16,0.000 0.000 15,0.000 0.000-15,0.000 0.000 16,20.000-4.000 0,18.000-5.000-16,11.000 0.000 15,8.000 2.000 1,2.000 3.000-1,-7.000-2.000-15,-4.000 4.000 16,-7.000-2.000-16,-10.000 4.000 16,-10.000-1.000-1,-15.000-3.000-15,-15.000-1.000 16,-5.000 0.000 0</inkml:trace>
  <inkml:trace contextRef="#ctx0" brushRef="#br0">7925.000 5648.000 0,'64.000'-10.000'0,"25.000"-2.000"15,-2.000 1.000-15,-16.000 5.000 16,-17.000 1.000 0,-17.000 1.000-16,-14.000-5.000 15,-11.000-3.000 1</inkml:trace>
  <inkml:trace contextRef="#ctx0" brushRef="#br0">8505.000 5170.000 0,'36.000'-9.000'15,"24.000"-2.000"1,13.000 2.000-16,1.000 0.000 15,-6.000 6.000 1,-11.000 0.000-16,-10.000 2.000 16,-13.000-4.000-1,-13.000-8.000-15,-17.000-7.000 16,-8.000 4.000-16</inkml:trace>
  <inkml:trace contextRef="#ctx0" brushRef="#br0">8674.000 5161.000 0,'-14.000'36.000'15,"-3.000"21.000"1,1.000 9.000-16,2.000 6.000 16,-2.000 1.000-1,0.000-3.000 1,0.000-8.000-16,4.000-11.000 15,4.000-11.000-15,10.000-11.000 16,10.000-11.000 0,11.000-8.000-16,10.000-10.000 15,7.000-6.000 1,3.000-5.000-16,5.000-5.000 16,-3.000-3.000-1,-7.000-2.000-15,-9.000-12.000 16,-14.000-3.000-1,-16.000-2.000-15,-6.000 8.000 16</inkml:trace>
  <inkml:trace contextRef="#ctx0" brushRef="#br0">8615.000 5502.000 0,'35.000'-10.000'16,"24.000"-5.000"-16,9.000-3.000 15,0.000 6.000 1,-5.000-3.000-16,-9.000-4.000 16,-17.000-2.000-1</inkml:trace>
  <inkml:trace contextRef="#ctx0" brushRef="#br0">9077.000 5528.000 0,'-4.000'48.000'0,"-4.000"21.000"16,-2.000 12.000-1,-3.000 3.000-15,-2.000 0.000 16,-1.000-8.000 0,-1.000-14.000-16,5.000-15.000 15,-1.000-16.000 1,3.000-25.000-16,4.000-12.000 15</inkml:trace>
  <inkml:trace contextRef="#ctx0" brushRef="#br0">9086.000 5571.000 0,'28.000'-1.000'16,"12.000"4.000"-1,-2.000 8.000-15,-4.000 7.000 16,-14.000 6.000-16,-14.000 6.000 16,-14.000 2.000-1,-14.000 0.000-15,-10.000-6.000 16,-5.000-5.000-1,4.000-9.000-15,11.000-9.000 16,15.000-18.000 0,6.000-5.000-16</inkml:trace>
  <inkml:trace contextRef="#ctx0" brushRef="#br0">9497.000 5417.000 0,'0.000'0.000'16,"0.000"0.000"0,29.000-4.000-16,15.000 0.000 15,6.000-2.000 1,1.000 0.000-16,-3.000-6.000 15,-5.000-3.000 1,-10.000 0.000-16</inkml:trace>
  <inkml:trace contextRef="#ctx0" brushRef="#br0">9489.000 5613.000 0,'0.000'0.000'16,"36.000"0.000"0,21.000-2.000-16,6.000-5.000 15,-1.000-6.000 1,-6.000-8.000-16,-13.000-1.000 16</inkml:trace>
  <inkml:trace contextRef="#ctx0" brushRef="#br0">10010.000 5392.000 0,'0.000'0.000'15,"-8.000"34.000"1,-6.000 19.000-16,2.000 4.000 15,5.000-7.000 1,7.000-10.000-16,9.000-11.000 16,12.000-11.000-1,12.000-16.000-15,10.000-12.000 16,4.000-13.000 0,1.000-10.000-16,-3.000-9.000 15,-7.000-7.000 1,-10.000-4.000-16,-16.000-1.000 15,-15.000 9.000 1,-13.000 8.000-16,-11.000 15.000 16,-4.000 10.000-1,-5.000 13.000-15,1.000 12.000 16,2.000 7.000 0,4.000 1.000-16,7.000-1.000 15</inkml:trace>
  <inkml:trace contextRef="#ctx0" brushRef="#br0">10574.000 5639.000 0,'0.000'0.000'0,"0.000"0.000"16</inkml:trace>
  <inkml:trace contextRef="#ctx0" brushRef="#br0">21261.000 3361.000 0,'0.000'0.000'0,"0.000"0.000"16,37.000-16.000 0,19.000-10.000-16,10.000 1.000 15,-4.000 6.000-15,-8.000 10.000 16,-9.000 6.000 0,-12.000 11.000-16,-13.000 9.000 15,-12.000 15.000 1,-13.000 9.000-16,-12.000 1.000 15,-5.000 0.000 1,1.000-7.000-16,5.000-11.000 16,16.000-24.000-1,3.000-3.000-15,21.000-20.000 16,15.000-4.000 0,16.000-3.000-16,6.000 14.000 15,2.000 10.000 1,-12.000 8.000-16,-16.000 2.000 15,-14.000 5.000 1,-13.000 5.000-16,-15.000 11.000 16,-18.000 8.000-1,-24.000 15.000-15,-18.000 6.000 16,-13.000 0.000 0,2.000-4.000-16,9.000-6.000 15,18.000-13.000 1,20.000-8.000-16,22.000-12.000 15,21.000-5.000-15,26.000-11.000 16,23.000-4.000 0,16.000-10.000-1,3.000 0.000-15,-5.000-4.000 16,-12.000 4.000-16,-14.000 4.000 16,-17.000 5.000-1,-13.000-1.000-15,-16.000-2.000 16,-18.000-1.000-1,-25.000-1.000-15,-11.000 2.000 16,-2.000-2.000 0,7.000-2.000-16,8.000 0.000 15,11.000 4.000 1,10.000 6.000-16,17.000 7.000 16,-4.000 3.000-1,11.000 15.000-15,8.000 14.000 16,4.000 14.000-16,-4.000 18.000 15,-9.000 12.000 1,-8.000 17.000 0,-10.000 17.000-16,-5.000-3.000 15,-3.000-15.000 1,9.000-27.000-16,7.000-33.000 16,0.000-36.000-1,2.000-15.000-15</inkml:trace>
  <inkml:trace contextRef="#ctx0" brushRef="#br0">22245.000 3267.000 0,'-18.000'40.000'16,"-18.000"20.000"-1,-4.000 0.000-15,3.000-6.000 16,9.000-11.000 0,13.000-17.000-16,14.000-21.000 15,13.000-22.000-15,12.000-8.000 16,11.000 2.000-1,5.000 13.000 1,2.000 10.000-16,-12.000 4.000 16,-10.000 5.000-16,-8.000 7.000 15,-7.000 12.000-15,-9.000 3.000 16,-12.000 8.000 0,-14.000 7.000-16,-8.000 2.000 15,-7.000-3.000 1,1.000-9.000-16,10.000-17.000 15,11.000-21.000 1,17.000-16.000-16,17.000 1.000 16,17.000 12.000-1,5.000 7.000-15,-2.000 3.000 16,-6.000 6.000 0,-2.000 11.000-16,-6.000 9.000 15,-6.000 13.000 1,-8.000 10.000-16,-4.000 2.000 15,-5.000-6.000 1,-5.000-14.000-16,2.000-20.000 16,3.000-30.000-1,2.000-8.000-15</inkml:trace>
  <inkml:trace contextRef="#ctx0" brushRef="#br0">22498.000 3293.000 0,'0.000'0.000'0,"-17.000"16.000"16,-6.000 10.000-1,6.000 2.000-15,11.000 1.000 16,19.000-5.000-16,12.000-8.000 15,13.000-7.000 1,4.000-5.000 0,2.000-1.000-16,-4.000 6.000 15,-11.000 5.000-15,-14.000 9.000 16,-22.000 10.000 0,-25.000 14.000-16,-23.000 6.000 15,-6.000-2.000 1,5.000-8.000-16,11.000-7.000 15,22.000-7.000 1,24.000-12.000-16,25.000-8.000 16,24.000-10.000-1,15.000-7.000-15,4.000-2.000 16,-6.000-3.000 0,-11.000 3.000-16,-17.000 3.000 15,-13.000 0.000 1,-17.000-1.000-16,-18.000-8.000 15,-21.000-7.000 1,-10.000-2.000-16,-5.000 4.000 16,7.000 15.000-1,11.000 7.000-15,12.000 8.000 16,12.000 8.000-16,7.000 8.000 16,3.000 14.000-1,-2.000 9.000-15,-9.000 12.000 16,-8.000 7.000-1,-8.000-4.000 1,-7.000-6.000-16,2.000-21.000 16,4.000-27.000-16,9.000-13.000 15</inkml:trace>
  <inkml:trace contextRef="#ctx0" brushRef="#br0">22548.000 3984.000 0,'31.000'21.000'0,"7.000"12.000"16,-5.000 2.000 0,-11.000-3.000-16,-10.000-12.000 15,-8.000-27.000 1,-4.000-7.000-16</inkml:trace>
  <inkml:trace contextRef="#ctx0" brushRef="#br0">22834.000 3361.000 0,'30.000'-15.000'0,"13.000"1.000"15,0.000 13.000 1,-12.000 14.000-16,-15.000 9.000 15,-21.000 10.000 1,-16.000 0.000-16,-12.000 4.000 16,-10.000-6.000-1,2.000-1.000-15,11.000-6.000 16,9.000-5.000 0,11.000 0.000-16,15.000-2.000 15,19.000-5.000-15,13.000-3.000 16,16.000-8.000-1,5.000-5.000-15,-2.000 2.000 16,-10.000-3.000 0,-15.000 3.000-16,-10.000 2.000 15,-21.000 0.000 1,-20.000 3.000-16,-20.000 4.000 16,-9.000 5.000-1,5.000 5.000-15,7.000 7.000 16,14.000 8.000-1,11.000 10.000-15,8.000 17.000 16,8.000 17.000 0,2.000 19.000-16,-4.000 25.000 15,-9.000 16.000 1,-12.000 10.000-16,-4.000-10.000 16,4.000-24.000-1,6.000-27.000-15,8.000-36.000 16,5.000-40.000-1,2.000-13.000-15</inkml:trace>
  <inkml:trace contextRef="#ctx0" brushRef="#br0">23608.000 3293.000 0,'4.000'24.000'0,"-8.000"20.000"16,-17.000 11.000 0,-21.000 4.000-1,-16.000 3.000-15,-6.000-3.000 16,2.000-9.000 0,9.000-30.000-16,15.000-14.000 15</inkml:trace>
  <inkml:trace contextRef="#ctx0" brushRef="#br0">23432.000 3727.000 0,'21.000'50.000'16,"4.000"24.000"-16,-2.000 7.000 16,-14.000-3.000-1,-10.000-14.000-15,-9.000-21.000 16,-5.000-35.000-1,2.000-16.000 1</inkml:trace>
  <inkml:trace contextRef="#ctx0" brushRef="#br0">23802.000 3301.000 0,'0.000'0.000'15,"-13.000"30.000"-15,-5.000 14.000 16,4.000-1.000 0,10.000-8.000-16,13.000-10.000 15,14.000-9.000 1,15.000-7.000-16,3.000-3.000 15,-4.000-1.000 1,-6.000 4.000-16,-10.000 7.000 16,-15.000 9.000-1,-19.000 10.000-15,-21.000 7.000 16,-10.000-2.000-16,-5.000-4.000 16,8.000-14.000-1,15.000-23.000-15,10.000-9.000 16</inkml:trace>
  <inkml:trace contextRef="#ctx0" brushRef="#br0">24095.000 3701.000 0,'-22.000'35.000'15,"-30.000"21.000"-15,-20.000 2.000 16,-10.000-2.000-1,5.000-12.000-15,21.000-14.000 16,22.000-11.000 0,26.000-7.000-1,26.000-7.000-15,23.000-3.000 16,21.000-3.000-16,12.000 1.000 16,3.000 2.000-1,-5.000-1.000-15,-12.000-3.000 16,-15.000-2.000-1,-17.000-8.000-15,-16.000-10.000 16,-14.000-19.000 0,-11.000-24.000-16,-9.000-19.000 15,2.000 10.000 1</inkml:trace>
  <inkml:trace contextRef="#ctx0" brushRef="#br0">24205.000 3309.000 0,'18.000'16.000'0,"6.000"12.000"15,-4.000 9.000 1,-9.000-1.000-16,-8.000-3.000 16,-7.000-17.000-16,-4.000-20.000 15,1.000-8.000 1</inkml:trace>
  <inkml:trace contextRef="#ctx0" brushRef="#br0">24323.000 3199.000 0,'57.000'-9.000'0,"33.000"0.000"15,5.000 3.000-15,-4.000 8.000 16,-11.000 10.000-1,-16.000 12.000 1,-18.000 7.000-16,-18.000 5.000 16,-22.000 1.000-16,-23.000 1.000 15,-22.000-9.000 1,-17.000-17.000-16,-8.000-20.000 16,1.000-4.000-1,15.000 0.000-15</inkml:trace>
  <inkml:trace contextRef="#ctx0" brushRef="#br0">24474.000 3352.000 0,'0.000'0.000'16,"-1.000"23.000"-16,0.000 1.000 15,3.000-22.000 1,1.000-8.000-16</inkml:trace>
  <inkml:trace contextRef="#ctx0" brushRef="#br0">24693.000 3242.000 0,'-29.000'40.000'16,"-16.000"21.000"-16,-1.000-1.000 15,7.000-11.000 1,15.000-12.000-16,20.000-14.000 16,21.000-14.000-1,23.000-6.000-15,14.000-8.000 16,7.000 2.000 0,-6.000 0.000-16,-13.000 1.000 15,-13.000 2.000 1,-16.000 6.000-16,-19.000 11.000 15,-28.000 6.000 1,-27.000 14.000-16,-22.000 7.000 16,-13.000-4.000-1,8.000-5.000-15,22.000-9.000 16,22.000-6.000-16,29.000-8.000 16,31.000-6.000-1,38.000-2.000-15,30.000-5.000 16,20.000-2.000-1,6.000 1.000 1,-9.000 0.000-16,-19.000-2.000 16,-25.000 2.000-16,-23.000-1.000 15,-21.000-6.000 1,-23.000-9.000-16,-19.000-15.000 16,-18.000-16.000-1,6.000 5.000-15</inkml:trace>
  <inkml:trace contextRef="#ctx0" brushRef="#br0">24709.000 3608.000 0,'-18.000'41.000'16,"-23.000"16.000"-1,-15.000 3.000-15,-11.000-10.000 16,-1.000-25.000-1,14.000-17.000-15</inkml:trace>
  <inkml:trace contextRef="#ctx0" brushRef="#br0">24474.000 3932.000 0,'24.000'36.000'0,"3.000"17.000"15,-8.000 2.000-15,-14.000-8.000 16,-8.000-12.000 0,-5.000-22.000-16,-2.000-26.000 15,3.000-6.000 1</inkml:trace>
  <inkml:trace contextRef="#ctx0" brushRef="#br0">24592.000 3907.000 0,'46.000'9.000'0,"16.000"13.000"15,-5.000 11.000-15,-18.000 8.000 16,-20.000 2.000 0,-14.000-2.000-1,-14.000-8.000-15,-11.000-12.000 16,-9.000-21.000-1,-3.000-20.000-15,5.000-3.000 16</inkml:trace>
  <inkml:trace contextRef="#ctx0" brushRef="#br0">24659.000 3967.000 0,'0.000'0.000'0,"-3.000"33.000"0,-8.000 21.000 15,-11.000 1.000 1,-8.000-14.000-16,-5.000-17.000 16,6.000-11.000-1</inkml:trace>
  <inkml:trace contextRef="#ctx0" brushRef="#br0">24348.000 4163.000 0,'74.000'-2.000'16,"37.000"5.000"-1,11.000 1.000-15,-10.000 3.000 16,-17.000-3.000 0,-21.000-8.000-16,-21.000-7.000 15,-15.000-11.000 1,-16.000-18.000-16,-9.000 4.000 15</inkml:trace>
  <inkml:trace contextRef="#ctx0" brushRef="#br0">25349.000 3437.000 0,'0.000'0.000'16,"-10.000"27.000"0,-13.000 18.000-16,-6.000 3.000 15,3.000 0.000 1,14.000-10.000-16,14.000-10.000 16,17.000-11.000-1,18.000-9.000-15,11.000-5.000 16,6.000-3.000-1,-3.000 2.000-15,-8.000 7.000 16,-10.000 10.000 0,-13.000 13.000-16,-17.000 12.000 15,-20.000 9.000 1,-21.000 3.000-16,-16.000 2.000 16,-7.000-9.000-1,-4.000-14.000-15,2.000-25.000 16,6.000-26.000-1,16.000-7.000-15</inkml:trace>
  <inkml:trace contextRef="#ctx0" brushRef="#br0">25307.000 3855.000 0,'44.000'41.000'16,"29.000"22.000"-16,10.000 7.000 15,2.000-1.000 1,0.000-8.000-16,-5.000-9.000 16,-7.000-14.000-1,-10.000-10.000-15,-10.000-12.000 16,-10.000-17.000 0,-13.000-23.000-16,-9.000-1.000 15,-18.000-42.000 1,-8.000-2.000-16</inkml:trace>
  <inkml:trace contextRef="#ctx0" brushRef="#br0">25811.000 3540.000 0,'6.000'40.000'16,"-4.000"29.000"-16,-9.000 19.000 16,-6.000 6.000-1,-2.000-4.000-15,1.000-17.000 16,4.000-23.000 0,4.000-19.000-16</inkml:trace>
  <inkml:trace contextRef="#ctx0" brushRef="#br0">25980.000 3992.000 0,'23.000'15.000'16,"16.000"12.000"-1,-5.000-5.000-15,-10.000-9.000 16</inkml:trace>
  <inkml:trace contextRef="#ctx0" brushRef="#br0">26467.000 4284.000 0,'0.000'0.000'0,"-3.000"-13.000"16</inkml:trace>
  <inkml:trace contextRef="#ctx0" brushRef="#br0">22111.000 5093.000 0,'0.000'0.000'0,"0.000"0.000"16,32.000-7.000-16,19.000 0.000 15,8.000-1.000 1,-1.000 1.000-16,-1.000 2.000 15,-3.000 2.000 1,-10.000 1.000-16,-9.000 1.000 16,-13.000-3.000-1,-16.000-8.000-15,-8.000 0.000 16</inkml:trace>
  <inkml:trace contextRef="#ctx0" brushRef="#br0">22186.000 5195.000 0,'0.000'0.000'0,"5.000"32.000"15,-8.000 23.000 1,-12.000 18.000-1,-15.000 6.000-15,-6.000-4.000 16,5.000-11.000-16,5.000-13.000 16,14.000-13.000-1,14.000-14.000-15,15.000-10.000 16,17.000-9.000 0,15.000-10.000-16,9.000-4.000 15,5.000-4.000 1,2.000 2.000-16,-6.000-2.000 15,-11.000 3.000 1,-10.000 0.000-16,-14.000-4.000 16,-10.000-6.000-1,-9.000 2.000-15</inkml:trace>
  <inkml:trace contextRef="#ctx0" brushRef="#br0">22153.000 5460.000 0,'0.000'0.000'0,"28.000"-16.000"16,27.000-8.000 0,16.000-1.000-16,5.000 5.000 15,-8.000 3.000-15,-14.000-4.000 16,-18.000 4.000-1</inkml:trace>
  <inkml:trace contextRef="#ctx0" brushRef="#br0">22674.000 5554.000 0,'4.000'23.000'0,"2.000"18.000"15,-4.000 12.000 1,-8.000 3.000-16,-4.000-4.000 15,-6.000-9.000 1,-7.000-22.000-16,1.000-12.000 16</inkml:trace>
  <inkml:trace contextRef="#ctx0" brushRef="#br0">22902.000 5562.000 0,'0.000'0.000'0,"0.000"0.000"15,-23.000 14.000-15,-16.000 10.000 16,-4.000 2.000 0,9.000-4.000-1,10.000-5.000 1,13.000-5.000-1,13.000-4.000-15,18.000 1.000 0,13.000 2.000 16,10.000 1.000-16,6.000 3.000 16,-4.000-3.000-1,-11.000-4.000-15</inkml:trace>
  <inkml:trace contextRef="#ctx0" brushRef="#br0">23389.000 5562.000 0,'0.000'0.000'16,"7.000"16.000"-1,-7.000-16.000-15,3.000 4.000 16</inkml:trace>
  <inkml:trace contextRef="#ctx0" brushRef="#br0">23701.000 5118.000 0,'27.000'-14.000'0,"23.000"-1.000"16,5.000 4.000 0,1.000 3.000-16,-7.000 4.000 15,-6.000 5.000 1,-11.000 7.000-16,-11.000 7.000 16,-11.000 6.000-1,-14.000 14.000-15,-15.000 11.000 16,-17.000 14.000-1,-11.000 5.000-15,-1.000 3.000 16,6.000-3.000 0,13.000-7.000-16,19.000-7.000 15,13.000-10.000 1,13.000-12.000-16,11.000-8.000 16,8.000-11.000-1,2.000-10.000-15,-3.000-15.000 16,0.000-12.000-1,-10.000 1.000-15</inkml:trace>
  <inkml:trace contextRef="#ctx0" brushRef="#br0">23869.000 5478.000 0,'24.000'-12.000'0,"21.000"-1.000"16,11.000 1.000 0,1.000 5.000-16,-5.000 1.000 15,-6.000 1.000-15,-9.000-3.000 16,-11.000-7.000 0,-10.000 3.000-16</inkml:trace>
  <inkml:trace contextRef="#ctx0" brushRef="#br0">24172.000 5639.000 0,'-7.000'65.000'16,"-4.000"30.000"0,-1.000-2.000-16,-1.000-13.000 15,3.000-19.000 1,2.000-22.000-1,0.000-25.000 1,0.000-23.000-16,3.000-6.000 0</inkml:trace>
  <inkml:trace contextRef="#ctx0" brushRef="#br0">24213.000 5562.000 0,'31.000'-7.000'16,"15.000"4.000"-16,4.000 4.000 15,-5.000 11.000 1,-15.000 11.000-16,-14.000 4.000 16,-19.000 5.000-1,-21.000 0.000-15,-11.000-3.000 16,-8.000-6.000-1,-1.000-8.000-15,8.000-17.000 16,15.000-18.000 0,10.000-4.000-16</inkml:trace>
  <inkml:trace contextRef="#ctx0" brushRef="#br0">24693.000 5597.000 0,'0.000'0.000'0,"0.000"0.000"15,0.000 0.000-15</inkml:trace>
  <inkml:trace contextRef="#ctx0" brushRef="#br0">24894.000 5349.000 0,'34.000'-3.000'0,"17.000"-3.000"16,1.000-2.000-1,-7.000 2.000-15,-8.000-7.000 16,-10.000-7.000 0,-9.000 1.000-16</inkml:trace>
  <inkml:trace contextRef="#ctx0" brushRef="#br0">25029.000 5170.000 0,'-4.000'32.000'15,"-4.000"20.000"-15,-4.000 17.000 16,-5.000 6.000-1,-4.000-7.000-15,2.000-14.000 16,7.000-22.000 0,12.000-32.000-16,6.000-2.000 15,20.000-31.000 1,16.000-22.000 0,11.000-15.000-16,6.000-11.000 15,-2.000-4.000 1,-2.000 6.000-16,-4.000 13.000 15,-13.000 17.000 1,-11.000 17.000-16,-11.000 16.000 16,-16.000 16.000-1,2.000 9.000-15,-10.000 18.000 16,-1.000 10.000 0,6.000 6.000-16,12.000-1.000 15,15.000-4.000 1,12.000-5.000-16,8.000 1.000 15,5.000-2.000 1,-2.000 3.000-16,-8.000 0.000 16,-14.000 2.000-1,-14.000 6.000-15,-19.000 6.000 16,-22.000 0.000 0,-16.000-3.000-16,-14.000-10.000 15,-4.000-24.000 1,0.000-16.000-16,17.000-4.000 15</inkml:trace>
  <inkml:trace contextRef="#ctx0" brushRef="#br0">25349.000 5400.000 0,'38.000'-3.000'0,"12.000"6.000"16,-13.000 6.000-1,-16.000 2.000-15</inkml:trace>
  <inkml:trace contextRef="#ctx0" brushRef="#br0">25164.000 5597.000 0,'42.000'-13.000'16,"24.000"-6.000"-16,4.000-8.000 16,-14.000 2.000-1</inkml:trace>
  <inkml:trace contextRef="#ctx0" brushRef="#br0">25727.000 5340.000 0,'72.000'-13.000'0,"27.000"-4.000"16,2.000 6.000-1,-14.000 8.000-15,-17.000 6.000 16,-18.000 7.000 0,-13.000 5.000-16,-10.000 7.000 15,-11.000 9.000 1,-13.000 9.000-16,-14.000 14.000 16,-18.000 3.000-1,-11.000 1.000-15,-11.000-1.000 16,-2.000-10.000-1,7.000-12.000-15,10.000-12.000 16,6.000-13.000 0,5.000-22.000-16,7.000-24.000 15,7.000-24.000 1,11.000-26.000 0,8.000-16.000-16,1.000 17.000 15</inkml:trace>
  <inkml:trace contextRef="#ctx0" brushRef="#br0">26181.000 5077.000 0,'-15.000'39.000'16,"-23.000"27.000"0,-25.000 17.000-16,-12.000 2.000 15,-4.000-7.000-15,4.000-18.000 16,11.000-31.000-1,19.000-18.000-15</inkml:trace>
  <inkml:trace contextRef="#ctx0" brushRef="#br0">25954.000 5118.000 0,'0.000'0.000'16,"8.000"31.000"-16,-5.000 12.000 16,-5.000-5.000-1</inkml:trace>
  <inkml:trace contextRef="#ctx0" brushRef="#br0">26013.000 5470.000 0,'24.000'12.000'0,"11.000"10.000"16,-3.000-1.000-16,-11.000-5.000 15,-6.000-10.000 1,-7.000-19.000-16,-2.000-23.000 16,-4.000-1.000-1</inkml:trace>
  <inkml:trace contextRef="#ctx0" brushRef="#br0">26400.000 5085.000 0,'16.000'18.000'0,"1.000"11.000"15,-4.000 2.000 1,-10.000-9.000-16,-3.000-22.000 16,0.000 0.000-1,0.000 7.000-15</inkml:trace>
  <inkml:trace contextRef="#ctx0" brushRef="#br0">26568.000 4863.000 0,'43.000'-9.000'16,"22.000"2.000"-16,2.000 10.000 15,-8.000 13.000 1,-12.000 13.000-16,-17.000 8.000 16,-19.000 5.000-1,-17.000-2.000 1,-14.000-2.000-16,-13.000-4.000 15,-11.000-10.000 1,-8.000-8.000-16,-2.000-13.000 16,6.000-12.000-1,10.000-6.000-15,9.000-1.000 16,15.000 0.000 0,14.000-1.000-16,8.000 1.000 15,7.000 3.000 1,7.000 0.000-16,1.000 7.000 15,0.000 2.000 1,-1.000 4.000-16,-5.000 7.000 16,-11.000 11.000-16,-18.000 5.000 31,-14.000 4.000-31,-7.000-2.000 16,1.000-2.000-16,5.000-8.000 15,11.000-3.000-15,15.000-7.000 16,15.000-3.000-1,16.000-3.000 1,11.000 0.000-16,5.000 1.000 16,-2.000 0.000-1,-7.000 0.000-15,-11.000 2.000 16,-16.000 4.000-16,-19.000 7.000 16,-23.000 2.000-1,-21.000 4.000-15,-10.000 1.000 16,5.000-2.000-1,13.000-5.000-15,16.000-4.000 16,25.000-5.000 0,26.000-5.000-16,31.000-3.000 15,23.000-7.000 1,15.000 2.000-16,6.000-2.000 16,-13.000 1.000-1,-18.000 4.000-15,-22.000 1.000 16,-44.000 5.000-1,2.000 3.000-15,-35.000 7.000 16,-28.000 4.000 0,-20.000 5.000-16,-3.000 6.000 15,7.000 3.000 1,16.000 0.000-16,16.000 3.000 16,11.000 7.000-1,14.000 2.000-15,8.000 3.000 16,5.000-3.000-1,6.000-4.000-15,0.000-6.000 16,2.000-9.000 0,1.000-9.000-16,-2.000-12.000 15,7.000-13.000 1,3.000-18.000-16,1.000-17.000 16,3.000 0.000-1,3.000 8.000-15,3.000 15.000 16,-5.000 11.000-16,-3.000 7.000 15,-2.000 7.000 1,2.000 14.000 0,0.000 13.000-16,0.000 11.000 15,-7.000 12.000 1,-10.000 4.000-16,-7.000-1.000 16,-6.000-7.000-1,1.000-10.000-15,4.000-12.000 16,2.000-11.000-16,-1.000-10.000 15,-1.000-13.000 1,-2.000-10.000-16,-1.000-14.000 16,-1.000-5.000-1,8.000-7.000-15,15.000-1.000 16,13.000 1.000 0,11.000 8.000-1,12.000 13.000 1,7.000 12.000-16,1.000 13.000 15,-3.000 15.000-15,-8.000 8.000 16,-14.000 13.000 0,-11.000 3.000-16,-15.000 2.000 15,-11.000-1.000-15,-10.000-6.000 16,-7.000-11.000 0,-7.000-10.000-1,-1.000-13.000-15,7.000-14.000 16,11.000-11.000-16,15.000-1.000 15,18.000 0.000 1,12.000 7.000 0,7.000 9.000-16,4.000 9.000 15,1.000 9.000 1,2.000 8.000-16,-3.000 3.000 16,-4.000 2.000-1,-5.000 4.000-15,-9.000-6.000 16,-5.000-6.000-16,-14.000-13.000 15,9.000-9.000 1,-3.000-21.000-16,-4.000-18.000 16,-2.000 4.000-1</inkml:trace>
  <inkml:trace contextRef="#ctx0" brushRef="#br0">27131.000 5426.000 0,'87.000'-20.000'0,"31.000"-7.000"16,-10.000 2.000-1,-20.000 3.000-15,-27.000 3.000 16,-23.000 0.000 0,-19.000-2.000-16,-22.000-8.000 15,-18.000-8.000 1,-11.000-7.000-16,1.000 5.000 15</inkml:trace>
  <inkml:trace contextRef="#ctx0" brushRef="#br0">27383.000 5067.000 0,'-3.000'80.000'16,"-11.000"36.000"-16,-16.000 2.000 15,-12.000-15.000 1,0.000-17.000-16,6.000-28.000 16,5.000-24.000-1,8.000-31.000-15,7.000-14.000 16</inkml:trace>
  <inkml:trace contextRef="#ctx0" brushRef="#br0">27342.000 5510.000 0,'31.000'18.000'0,"16.000"12.000"15,5.000 7.000 1,-4.000 3.000 0,-8.000 0.000-16,-8.000-12.000 15</inkml:trace>
  <inkml:trace contextRef="#ctx0" brushRef="#br0">28115.000 5843.000 0,'0.000'0.000'0,"0.000"0.000"16</inkml:trace>
  <inkml:trace contextRef="#ctx0" brushRef="#br0">24154.000 1286.000 0,'0.000'0.000'15,"0.000"0.000"-15,20.000-13.000 16,11.000-8.000 0,9.000 1.000-1,4.000 3.000-15,3.000 7.000 16,1.000 6.000-16,-3.000 12.000 15,-4.000 9.000 1,-9.000 12.000-16,-15.000 15.000 16,-16.000 11.000-1,-16.000 10.000-15,-18.000 7.000 16,-8.000 1.000 0,-4.000-2.000-16,2.000-4.000 15,11.000-11.000-15,11.000-7.000 16,12.000-12.000-1,17.000-8.000-15,14.000-7.000 16,15.000-9.000 0,13.000-7.000-16,13.000-10.000 15,3.000-4.000 1,-4.000-11.000-16,-14.000-11.000 16,-22.000-4.000-1,-13.000 4.000-15</inkml:trace>
  <inkml:trace contextRef="#ctx0" brushRef="#br0">24272.000 1714.000 0,'39.000'-9.000'15,"28.000"-5.000"1,8.000-2.000-16,-2.000-3.000 15,-9.000-7.000-15,-17.000 5.000 16</inkml:trace>
  <inkml:trace contextRef="#ctx0" brushRef="#br0">24794.000 1645.000 0,'0.000'0.000'0,"6.000"36.000"16,4.000 22.000 0,-7.000 17.000-16,-10.000 6.000 15,-6.000-1.000 1,-6.000-15.000 0,5.000-28.000-16,5.000-32.000 0,2.000-12.000 15</inkml:trace>
  <inkml:trace contextRef="#ctx0" brushRef="#br0">25046.000 1765.000 0,'0.000'0.000'15,"-30.000"21.000"1,-21.000 14.000-16,-2.000 2.000 15,9.000-4.000-15,13.000-4.000 16,20.000-8.000 0,19.000-7.000-1,20.000-9.000-15,12.000-5.000 16,8.000-10.000-16,2.000-3.000 16,-4.000-2.000-1,-9.000-5.000-15,-8.000-2.000 16,-10.000 5.000-1</inkml:trace>
  <inkml:trace contextRef="#ctx0" brushRef="#br0">25122.000 1935.000 0,'6.000'14.000'16,"3.000"4.000"-16,3.000-4.000 15,-3.000-12.000-15,-2.000-7.000 16</inkml:trace>
  <inkml:trace contextRef="#ctx0" brushRef="#br0">25508.000 1330.000 0,'54.000'0.000'0,"21.000"1.000"16,3.000 7.000-1,-12.000 11.000 1,-21.000 11.000-16,-20.000 10.000 16,-24.000 7.000-16,-18.000 8.000 15,-16.000 10.000 1,-11.000 4.000-16,-5.000 0.000 15,-1.000-4.000 1,9.000-9.000 0,15.000-9.000-16,19.000-14.000 15,20.000-14.000-15,21.000-16.000 16,21.000-17.000 0,9.000-8.000-16,-1.000-10.000 15,-6.000-4.000 1,-14.000-6.000-16,-18.000-1.000 15,-12.000 9.000 1</inkml:trace>
  <inkml:trace contextRef="#ctx0" brushRef="#br0">25736.000 1722.000 0,'38.000'-13.000'0,"31.000"-9.000"31,12.000 0.000-31,2.000 5.000 0,-5.000 3.000 16,-15.000-5.000 0,-20.000 1.000-16</inkml:trace>
  <inkml:trace contextRef="#ctx0" brushRef="#br0">26106.000 2030.000 0,'6.000'48.000'15,"1.000"28.000"1,-7.000 8.000-16,-7.000-5.000 16,-7.000-12.000-1,-3.000-18.000-15,0.000-22.000 16,3.000-28.000-1,4.000-12.000-15</inkml:trace>
  <inkml:trace contextRef="#ctx0" brushRef="#br0">26114.000 1927.000 0,'50.000'-6.000'16,"20.000"2.000"-16,-2.000 5.000 15,-12.000 9.000 1,-16.000 7.000 0,-18.000 2.000-16,-16.000 1.000 15,-15.000 6.000-15,-15.000-2.000 16,-12.000 1.000-1,-10.000-3.000-15,0.000-4.000 16,8.000-8.000 0,11.000-17.000-16,11.000-3.000 15</inkml:trace>
  <inkml:trace contextRef="#ctx0" brushRef="#br0">26770.000 2106.000 0,'0.000'0.000'16,"0.000"0.000"-16,0.000 0.000 15,0.000 0.000-15,0.000 0.000 16</inkml:trace>
  <inkml:trace contextRef="#ctx0" brushRef="#br0">27090.000 1569.000 0,'0.000'0.000'0,"0.000"0.000"15,0.000 0.000 1,17.000 20.000-16,1.000 25.000 16,-5.000 13.000-1,-6.000 10.000 1,-9.000 8.000-16,-9.000 1.000 16,-5.000-15.000-1,2.000-14.000-15,4.000-22.000 16,2.000-26.000-16,4.000-10.000 15</inkml:trace>
  <inkml:trace contextRef="#ctx0" brushRef="#br0">27165.000 1423.000 0,'36.000'-26.000'0,"23.000"-8.000"16,10.000 2.000-16,-1.000 8.000 15,-3.000 7.000 1,-8.000 7.000 0,-9.000 0.000-16,-4.000 4.000 15,-10.000 1.000-15,-11.000 3.000 16,-5.000 4.000-1,-1.000 3.000-15,-6.000 4.000 16,-2.000 5.000-16,-1.000 6.000 16,-1.000 6.000-1,-3.000 4.000-15,0.000 4.000 16,-2.000 11.000 0,-2.000 10.000-1,0.000 15.000-15,0.000 7.000 16,2.000 10.000-1,1.000 8.000-15,3.000 0.000 16,2.000-4.000 0,-4.000-8.000-16,-4.000-7.000 15,-6.000-10.000 1,-5.000-8.000-16,1.000-14.000 16,-3.000-16.000-1,-2.000-26.000-15,2.000-9.000 16,2.000-1.000-1</inkml:trace>
  <inkml:trace contextRef="#ctx0" brushRef="#br0">27350.000 1782.000 0,'4.000'-17.000'0,"9.000"-7.000"15,4.000 5.000 1,8.000 6.000-16,2.000 6.000 16,1.000 7.000-1,-4.000 11.000-15,-8.000 6.000 16,-5.000 8.000-16,-8.000 8.000 16,-10.000 5.000-1,-7.000-4.000 1,-6.000 1.000-16,-3.000-4.000 15,0.000-7.000 1,5.000-7.000-16,7.000-9.000 16,11.000-8.000-16,0.000-4.000 15,17.000-9.000 1,16.000-4.000-16,10.000 3.000 16,6.000 7.000-1,-2.000 5.000-15,-8.000 6.000 16,-11.000 4.000-1,-9.000 4.000-15,-12.000 5.000 16,-15.000 2.000 0,-17.000 2.000-16,-15.000-3.000 15,-6.000-7.000-15,-3.000-11.000 16,3.000-9.000 0,11.000-9.000-16,13.000 1.000 15,25.000-30.000 1,10.000-3.000-16</inkml:trace>
  <inkml:trace contextRef="#ctx0" brushRef="#br0">28056.000 1680.000 0,'76.000'-17.000'0,"23.000"-7.000"15,-7.000 2.000 1,-20.000 2.000-16,-19.000 7.000 16,-17.000-2.000-16,-14.000-6.000 15,-11.000 4.000 1,-5.000 6.000-16</inkml:trace>
  <inkml:trace contextRef="#ctx0" brushRef="#br0">28308.000 1355.000 0,'-1.000'60.000'0,"3.000"32.000"16,-1.000 15.000-1,-2.000 6.000-15,-8.000 5.000 16,-11.000-3.000-1,-2.000-11.000 1,1.000-20.000-16,6.000-27.000 16,6.000-24.000-1,3.000-14.000-15</inkml:trace>
  <inkml:trace contextRef="#ctx0" brushRef="#br0">28141.000 1883.000 0,'-18.000'32.000'0,"-5.000"15.000"16,4.000-3.000-16,7.000-16.000 15,5.000-12.000 1</inkml:trace>
  <inkml:trace contextRef="#ctx0" brushRef="#br0">28401.000 1833.000 0,'21.000'32.000'15,"4.000"18.000"1,-7.000 5.000-16,-8.000-2.000 15,-10.000-10.000 1,-4.000-26.000-16,1.000-11.000 16</inkml:trace>
  <inkml:trace contextRef="#ctx0" brushRef="#br0">28629.000 1808.000 0,'9.000'50.000'16,"2.000"29.000"-16,-4.000 1.000 15,-2.000-9.000 1,-5.000-15.000-16,-1.000-22.000 16,0.000-13.000-1,1.000-21.000-15,0.000-10.000 16,5.000-28.000-16,6.000-24.000 15,3.000-15.000 1,-1.000-5.000 0,-1.000 3.000-16,3.000 8.000 15,-3.000 6.000 1,4.000 9.000-16,-1.000 4.000 16,6.000 8.000-1,-1.000 12.000-15,-4.000 13.000 16,0.000 11.000-16,0.000 16.000 15,5.000 15.000 1,1.000 22.000 0,0.000 14.000-16,0.000 19.000 15,-6.000 15.000 1,-6.000 7.000-16,-7.000 4.000 16,-6.000-8.000-1,-2.000-15.000-15,-2.000-12.000 16,-1.000-17.000-1,-4.000-15.000-15,-5.000-20.000 16,-4.000-28.000-16,-6.000-27.000 16,-2.000-24.000-1,6.000 5.000-15</inkml:trace>
  <inkml:trace contextRef="#ctx0" brushRef="#br0">28755.000 1867.000 0,'17.000'-7.000'0,"10.000"1.000"16,3.000 3.000-1,-3.000 9.000-15,-5.000 8.000 16,-11.000 6.000-16,-11.000 6.000 16,-9.000-2.000-1,-5.000-2.000-15,2.000-4.000 16,2.000-1.000-1,1.000 0.000-15,2.000 0.000 16,4.000 2.000-16,2.000 0.000 16,2.000-2.000-1,3.000 2.000-15,2.000 0.000 16,3.000-2.000 0,0.000 1.000-16,-1.000-1.000 15,-2.000 0.000-15,2.000-1.000 16,-5.000 2.000-1,-4.000-1.000-15,-2.000-2.000 16,-3.000-3.000 0,6.000-12.000-16,-6.000 2.000 15,-2.000-17.000-15,4.000-23.000 16,3.000 1.000-16</inkml:trace>
  <inkml:trace contextRef="#ctx0" brushRef="#br0">29259.000 1313.000 0,'0.000'0.000'15,"0.000"0.000"1,0.000 0.000-16,0.000 0.000 15,26.000 10.000-15,20.000 1.000 16,9.000-6.000 0,0.000-2.000-16,-9.000 2.000 15,-7.000 5.000 1,-10.000 9.000-16,-11.000 9.000 16,-15.000 12.000-16,-16.000 7.000 15,-15.000 10.000 1,-7.000 2.000-16,-1.000-3.000 15,5.000-10.000 1,10.000-16.000-16,9.000-9.000 16,5.000-10.000-1</inkml:trace>
  <inkml:trace contextRef="#ctx0" brushRef="#br0">29670.000 1542.000 0,'2.000'28.000'0,"1.000"15.000"16,-8.000 6.000-1,-7.000 4.000-15,-10.000 2.000 16,-8.000-12.000-16,6.000-12.000 16,6.000-12.000-1</inkml:trace>
  <inkml:trace contextRef="#ctx0" brushRef="#br0">29267.000 1653.000 0,'54.000'-14.000'15,"26.000"0.000"-15,2.000 4.000 16,-6.000 7.000-16,-15.000 6.000 15,-17.000 3.000 1,-14.000 6.000-16,-14.000 6.000 16,-16.000 4.000-1,-18.000 4.000-15,-20.000 8.000 16,-11.000 3.000 0,4.000-3.000-16,7.000-5.000 15,15.000-2.000 1,17.000-2.000-16,17.000-2.000 15,16.000-1.000 1,12.000 0.000-16,8.000 0.000 16,-3.000-1.000-1,-6.000 3.000-15,-11.000-1.000 16,-10.000 4.000 0,-20.000 0.000-16,-22.000 2.000 15,-20.000-2.000 1,-15.000-8.000-16,-10.000-6.000 15,-1.000-10.000 1,11.000-9.000-16,22.000-9.000 16,20.000-7.000-1,24.000-1.000-15,19.000 3.000 16,12.000 7.000-16,8.000 10.000 16,5.000 7.000-1,0.000 8.000-15,-7.000 6.000 16,-4.000 2.000-1,-11.000 4.000-15,-10.000-3.000 16,-5.000-2.000 0,-13.000-19.000-16,0.000 0.000 15,8.000 5.000 1</inkml:trace>
  <inkml:trace contextRef="#ctx0" brushRef="#br0">30209.000 1628.000 0,'0.000'0.000'16,"-26.000"16.000"0,-29.000 12.000-16,-11.000 2.000 15,0.000-2.000-15,14.000-9.000 16</inkml:trace>
  <inkml:trace contextRef="#ctx0" brushRef="#br0">30050.000 1817.000 0,'9.000'31.000'0,"4.000"16.000"15,-5.000 9.000-15,-6.000-2.000 16,-6.000-3.000-1,-8.000-5.000-15,0.000-16.000 16,0.000-10.000-16,5.000-8.000 16</inkml:trace>
  <inkml:trace contextRef="#ctx0" brushRef="#br0">30225.000 1883.000 0,'77.000'-24.000'16,"21.000"-9.000"-16,-7.000 3.000 15,-25.000 9.000 1,-19.000 5.000-16,-21.000 1.000 16,-16.000-2.000-16,-8.000 4.000 15,-2.000 2.000 1</inkml:trace>
  <inkml:trace contextRef="#ctx0" brushRef="#br0">30420.000 1585.000 0,'8.000'35.000'15,"2.000"22.000"1,-3.000 15.000-16,-5.000 6.000 15,-7.000 0.000 1,-1.000-3.000 0,2.000-6.000-1,4.000-8.000-15,7.000-12.000 0,14.000-20.000 16,16.000-12.000 0,11.000-14.000-16,11.000-13.000 15,8.000-13.000 1,3.000-8.000-16,-2.000-11.000 15,0.000-9.000-15,-16.000 9.000 16</inkml:trace>
  <inkml:trace contextRef="#ctx0" brushRef="#br0">31092.000 1987.000 0,'0.000'0.000'0,"0.000"0.000"16</inkml:trace>
  <inkml:trace contextRef="#ctx0" brushRef="#br0">11532.000 3891.000 0,'0.000'0.000'16,"0.000"0.000"-16,10.000 8.000 15,6.000-1.000 1,-1.000-1.000-16,-2.000 1.000 15,1.000-2.000 1,-2.000-4.000-16,1.000-1.000 16,3.000 0.000-1,3.000 0.000-15,5.000 0.000 16,1.000 0.000 0,2.000-1.000-16,0.000 1.000 15,-2.000 0.000 1,1.000 0.000-16,0.000 0.000 15,3.000 0.000-15,1.000-1.000 16,4.000-1.000 0,3.000 2.000-16,2.000-4.000 15,0.000 3.000 1,2.000-1.000-16,-3.000 1.000 16,-1.000 0.000-1,4.000 0.000-15,4.000-2.000 16,0.000 2.000-1,2.000-2.000-15,2.000-1.000 16,4.000 0.000 0,0.000 0.000-16,2.000 0.000 15,-1.000 0.000 1,2.000-3.000-16,0.000 3.000 16,2.000-1.000-1,3.000 1.000-15,4.000-1.000 16,4.000 1.000-16,2.000 0.000 15,-2.000-2.000 1,-3.000-1.000-16,0.000 3.000 16,-1.000 1.000-1,1.000-1.000-15,4.000 0.000 16,5.000-2.000 0,5.000 2.000-16,1.000 2.000 15,1.000-3.000 1,-3.000 1.000-16,0.000 2.000 15,-3.000 2.000 1,2.000-1.000 0,4.000 1.000-16,0.000 0.000 15,3.000-3.000-15,4.000 0.000 16,0.000 0.000 0,0.000 2.000-1,-2.000 1.000-15,-3.000-1.000 16,4.000-2.000-1,0.000 2.000-15,6.000 1.000 16,3.000 0.000 0,5.000-3.000-16,0.000 2.000 15,-2.000-2.000 1,0.000 3.000-16,-3.000 0.000 16,2.000 2.000-1,0.000-2.000-15,0.000 0.000 16,-2.000-2.000-1,-2.000 2.000-15,3.000 0.000 16,-2.000-2.000 0,4.000 0.000-16,-2.000 2.000 15,-1.000 0.000 1,-1.000 0.000-16,0.000 2.000 16,2.000 0.000-1,-4.000 2.000-15,3.000-1.000 16,1.000 2.000-1,-1.000-3.000-15,2.000-2.000 16,-1.000 2.000 0,0.000 1.000-16,-4.000 0.000 15,0.000-1.000 1,-2.000 0.000-16,-3.000 1.000 16,-2.000 0.000-1,1.000-3.000-15,0.000 2.000 16,-2.000-1.000-1,-2.000 1.000-15,0.000 0.000 16,0.000-2.000 0,0.000-3.000-16,-2.000 1.000 15,-2.000 0.000 1,-1.000-1.000-16,-3.000-1.000 16,0.000 2.000-1,0.000 0.000-15,0.000-1.000 16,-2.000-1.000-1,-4.000-2.000-15,-3.000 0.000 16,-1.000-2.000 0,3.000 4.000-16,-1.000 1.000 15,0.000-2.000 1,-2.000-4.000-16,2.000 2.000 16,-3.000 1.000-1,0.000 0.000-15,0.000 0.000 16,1.000-1.000-1,-1.000 0.000-15,-2.000 1.000 16,-6.000 0.000 0,-2.000-1.000-16,-4.000 3.000 15,-7.000-2.000-15,-1.000-1.000 16,-4.000 2.000 0,-4.000-1.000-16,0.000 0.000 15,-4.000 1.000 1,3.000 0.000-16,-6.000 0.000 15,-1.000 3.000 1,-6.000-4.000-16,-5.000 1.000 16,-1.000-4.000-1,-6.000-10.000-15,-9.000-8.000 16,-3.000 5.000-16</inkml:trace>
  <inkml:trace contextRef="#ctx0" brushRef="#br0">20531.000 3549.000 0,'0.000'0.000'16,"0.000"0.000"-16,0.000 0.000 15,0.000 0.000-15,0.000 0.000 16,0.000 0.000-16,0.000 0.000 16,18.000 8.000-1,11.000 6.000-15,9.000 1.000 32,6.000 0.000-32,-2.000 0.000 0,-1.000-3.000 15,-5.000 5.000 1,-13.000 4.000-16,-18.000 5.000 15,-26.000 7.000-15,-32.000 8.000 16,-36.000 7.000 0,-34.000-7.000-1,16.000-12.000-15</inkml:trace>
  <inkml:trace contextRef="#ctx0" brushRef="#br0">12029.000 3045.000 0,'-4.000'37.000'0,"-6.000"27.000"0,-11.000 8.000 15,-11.000 3.000 1,0.000-9.000-16,0.000-9.000 15,7.000-16.000 1,4.000-14.000-16,5.000-22.000 16,6.000-10.000-1</inkml:trace>
  <inkml:trace contextRef="#ctx0" brushRef="#br0">11996.000 3335.000 0,'0.000'0.000'16,"0.000"0.000"-16,17.000 11.000 15,5.000 7.000 1,-4.000 2.000-16,-18.000-20.000 16,2.000 6.000-1,-9.000-8.000-15</inkml:trace>
  <inkml:trace contextRef="#ctx0" brushRef="#br0">12146.000 3080.000 0,'12.000'29.000'15,"-3.000"25.000"-15,-11.000 19.000 16,-13.000 12.000-16,-13.000 1.000 16,-9.000-9.000-1,1.000-24.000 1,2.000-26.000-16,6.000-14.000 16</inkml:trace>
  <inkml:trace contextRef="#ctx0" brushRef="#br0">12181.000 3395.000 0,'0.000'0.000'0,"20.000"21.000"16,10.000 12.000 0,-2.000 4.000-16,-6.000 2.000 15,-10.000-14.000 1,-7.000-22.000-16,-2.000-6.000 15</inkml:trace>
  <inkml:trace contextRef="#ctx0" brushRef="#br0">12407.000 3003.000 0,'0.000'0.000'0,"11.000"9.000"16,9.000-1.000-1,-3.000-4.000 1</inkml:trace>
  <inkml:trace contextRef="#ctx0" brushRef="#br0">12667.000 2866.000 0,'-15.000'28.000'15,"-17.000"21.000"-15,-16.000 10.000 16,-7.000 3.000 0,1.000-6.000-16,6.000-14.000 15,17.000-14.000-15,13.000-13.000 16,18.000-15.000-1,2.000-5.000-15,17.000-14.000 16,13.000-7.000 0,7.000-4.000-16,-1.000 8.000 15,-4.000 4.000 1,-8.000 10.000-16,-8.000 11.000 16,-7.000 12.000-16,-11.000 11.000 15,-12.000 12.000 1,-7.000 12.000-16,-10.000 4.000 15,-2.000 2.000 1,-3.000-2.000-16,5.000-9.000 16,4.000-12.000-1,8.000-13.000-15,7.000-9.000 16,6.000-13.000-16,7.000-16.000 16,6.000-10.000-1,9.000-13.000-15,9.000-3.000 16,1.000 4.000-1,1.000 6.000 1,-1.000 12.000-16,-1.000 13.000 16,-3.000 11.000-16,-2.000 13.000 15,-2.000 9.000 1,-4.000 5.000 0,-3.000 8.000-16,-5.000 0.000 15,-6.000 0.000-15,-6.000-4.000 16,-4.000-3.000-1,-2.000-9.000-15,-2.000-11.000 16,-3.000-8.000 0,-2.000-10.000-16,-2.000-9.000 15,4.000-8.000-15,7.000-3.000 16,8.000 4.000 0,11.000 8.000-16,2.000 5.000 15,4.000 6.000 1,0.000 9.000-16,2.000 5.000 15,-4.000 4.000 1,-3.000-1.000-16,-4.000-2.000 16,-8.000-10.000-1,0.000 0.000-15,0.000 0.000 16,4.000-9.000-16,-2.000-16.000 16,2.000-12.000-1,5.000-1.000 1,6.000 7.000-16,-1.000 9.000 15,1.000 12.000-15,-1.000 10.000 16,3.000 11.000 0,-3.000 11.000-16,-3.000 5.000 15,-3.000 2.000 1,-2.000 0.000-16,-4.000-4.000 16,-2.000-7.000-16,0.000-18.000 15,0.000-7.000 1,3.000-22.000-16,3.000-21.000 15,0.000-4.000 1,2.000 2.000 0,3.000 2.000-16,1.000 9.000 15,-3.000 11.000 1,-1.000 10.000-16,0.000 9.000 16,0.000 11.000-16,3.000 16.000 15,5.000 18.000 1,-3.000 14.000-16,-4.000 16.000 15,-1.000 13.000 1,-8.000 11.000-16,-9.000 7.000 16,-1.000-1.000-1,-4.000-8.000-15,0.000-17.000 16,4.000-22.000 0,2.000-27.000-16,-1.000-27.000 15,3.000-25.000 1,1.000-1.000-16</inkml:trace>
  <inkml:trace contextRef="#ctx0" brushRef="#br0">13096.000 3011.000 0,'32.000'-10.000'0,"21.000"-1.000"16,4.000 10.000-16,-12.000 14.000 16,-13.000 13.000-1,-19.000 10.000-15,-20.000 11.000 16,-19.000 0.000 0,-17.000-2.000-16,-9.000-9.000 15,-7.000-12.000 1,5.000-5.000-16,17.000-5.000 15,14.000-1.000 1,13.000-5.000-16,10.000 0.000 16,11.000 4.000-1,8.000 5.000-15,3.000 6.000 16,3.000 6.000 0,3.000 4.000-16,-4.000 1.000 15,-5.000-4.000 1,-5.000-6.000-16,-5.000-12.000 15,-6.000-20.000 1,-2.000-5.000-16</inkml:trace>
  <inkml:trace contextRef="#ctx0" brushRef="#br0">13198.000 3216.000 0,'46.000'-13.000'0,"25.000"-1.000"16,5.000 0.000 0,-3.000 5.000-1,-7.000 5.000-15,-9.000 1.000 16,-10.000 6.000 0,-12.000 7.000-16,-9.000 7.000 15,-12.000 10.000-15,-9.000 12.000 16,-11.000 11.000-16,-14.000 8.000 15,-12.000 2.000 1,-9.000-5.000-16,-7.000-17.000 16,-6.000-24.000-1,11.000-13.000-15</inkml:trace>
  <inkml:trace contextRef="#ctx0" brushRef="#br0">13340.000 3301.000 0,'0.000'0.000'15,"0.000"0.000"-15,6.000 34.000 16,3.000 19.000 0,-7.000 2.000-16,-3.000-12.000 15,0.000-22.000 1,2.000-24.000-1,1.000-7.000-15</inkml:trace>
  <inkml:trace contextRef="#ctx0" brushRef="#br0">13476.000 3190.000 0,'0.000'0.000'15,"0.000"0.000"-15,9.000 35.000 16,-1.000 21.000-1,-5.000 7.000-15,-10.000-2.000 16,-5.000-6.000 0,-5.000-15.000-16,2.000-19.000 15,-2.000-21.000 1,4.000-8.000-16</inkml:trace>
  <inkml:trace contextRef="#ctx0" brushRef="#br0">13399.000 3275.000 0,'0.000'0.000'15,"0.000"0.000"-15,0.000 0.000 16,0.000 0.000 0,0.000 0.000-16,9.000 12.000 15,4.000 6.000 1,-4.000-3.000-16,-3.000 0.000 15,-6.000-4.000 1,-3.000-2.000-16,-1.000-1.000 16,-3.000 0.000-16,0.000 5.000 15,-4.000 2.000 1,5.000-1.000-16,3.000-2.000 16,7.000 0.000-1,5.000-3.000-15,4.000-4.000 16,-1.000-1.000-1,-1.000-2.000-15,-11.000-2.000 16,7.000 6.000 0,-3.000 9.000-16,-7.000 3.000 31,-5.000 4.000-31,-5.000 4.000 16,3.000-6.000-16,0.000-4.000 15,7.000-6.000-15,11.000-8.000 16,11.000-10.000-1,15.000-16.000-15,16.000-15.000 16,7.000-16.000 0,0.000 0.000-16,-12.000 11.000 15</inkml:trace>
  <inkml:trace contextRef="#ctx0" brushRef="#br0">13962.000 3088.000 0,'70.000'-13.000'0,"17.000"-5.000"15,-6.000-3.000 1,-21.000 4.000-16,-20.000-3.000 15,-20.000-1.000 1,-18.000-2.000-16,-16.000-6.000 16,-13.000-3.000-1,-11.000 4.000-15,-1.000 11.000 16,-1.000 3.000 0,5.000 7.000-16,10.000 3.000 15,7.000 4.000 1,11.000 7.000-16,7.000 13.000 15,10.000 18.000 1,9.000 21.000-16,0.000 17.000 16,-8.000 19.000-1,-8.000 10.000-15,-8.000 2.000 16,-1.000-10.000 0,-1.000-14.000-16,2.000-23.000 15,4.000-20.000 1,1.000-40.000-16,-1.000 3.000 15,1.000-14.000 1</inkml:trace>
  <inkml:trace contextRef="#ctx0" brushRef="#br0">14106.000 3216.000 0,'0.000'0.000'15,"-18.000"37.000"-15,-9.000 21.000 32,-7.000 1.000-32,3.000-13.000 0,9.000-32.000 15,11.000-25.000 1,9.000-7.000-16</inkml:trace>
  <inkml:trace contextRef="#ctx0" brushRef="#br0">14198.000 3164.000 0,'0.000'0.000'0,"19.000"16.000"16,2.000 11.000-1,-3.000 11.000-15,-6.000 5.000 16,-9.000-5.000 0,-9.000-10.000-16,-3.000-21.000 15,1.000-10.000 1</inkml:trace>
  <inkml:trace contextRef="#ctx0" brushRef="#br0">14391.000 3148.000 0,'6.000'30.000'15,"5.000"26.000"1,-6.000 14.000-16,-5.000 2.000 15,-8.000-2.000 1,-6.000-15.000-16,1.000-18.000 16,3.000-24.000-1,5.000-27.000-15,1.000-24.000 16,0.000-22.000 0,5.000-10.000-16,2.000 0.000 15,4.000 13.000 1,4.000 13.000-16,-2.000 8.000 15,1.000 7.000-15,1.000 3.000 16,0.000-1.000 0,5.000 5.000-16,-2.000 2.000 15,3.000 3.000 1,-4.000 7.000 0,2.000 4.000-16,-5.000 2.000 15,-1.000 5.000-15,-1.000 2.000 16,0.000 3.000-1,-2.000 0.000-15,-2.000 4.000 16,2.000 5.000-16,3.000 6.000 16,1.000 12.000-1,-1.000 12.000-15,-3.000 14.000 16,-3.000 8.000 0,-1.000 1.000-16,-6.000-2.000 15,0.000-5.000 1,0.000-11.000-16,0.000-16.000 15,0.000-13.000 1,1.000-11.000-16,-3.000-14.000 16,-4.000-18.000-1,1.000-13.000-15,-1.000-4.000 16,-1.000 0.000 0,2.000 4.000-16,2.000 7.000 15,2.000 9.000 1,0.000 9.000-16,5.000 10.000 15,0.000 9.000 1,3.000 14.000-16,-1.000 10.000 16,-3.000 7.000-1,-5.000-2.000-15,-1.000-8.000 16,-2.000-5.000 0,0.000-20.000-16,4.000-23.000 15,9.000-18.000-15,2.000 0.000 16</inkml:trace>
  <inkml:trace contextRef="#ctx0" brushRef="#br0">14812.000 2839.000 0,'9.000'34.000'0,"-13.000"27.000"16,-23.000 11.000 0,-17.000-3.000-16,-7.000-6.000 15,-2.000-23.000 1,9.000-15.000 0,11.000-12.000-16</inkml:trace>
  <inkml:trace contextRef="#ctx0" brushRef="#br0">14846.000 3003.000 0,'31.000'6.000'0,"15.000"6.000"16,-2.000 5.000-1,-11.000 2.000-15,-17.000 4.000 16,-20.000-5.000-1,-13.000-5.000-15,-2.000-4.000 16</inkml:trace>
  <inkml:trace contextRef="#ctx0" brushRef="#br0">14820.000 3242.000 0,'6.000'25.000'16,"5.000"20.000"-1,-6.000 9.000-15,0.000-1.000 16,-3.000-6.000 0,-2.000-9.000-16,0.000-12.000 15,0.000-13.000 1,2.000-18.000-16,5.000-14.000 16,2.000-14.000-1,2.000-15.000-15,3.000-14.000 16,4.000-8.000-1,4.000 0.000-15,6.000 4.000 16,5.000 4.000 0,8.000 5.000-16,4.000 9.000 15,4.000 11.000 1,5.000 10.000 0,0.000 19.000-16,-5.000 17.000 15,-10.000 18.000-15,-10.000 8.000 16,-15.000 5.000-1,-11.000-2.000 1,-12.000-7.000-16,-8.000-6.000 16,-6.000-8.000-1,-5.000-11.000-15,-3.000-6.000 16,2.000-8.000-16,5.000-3.000 16,6.000-1.000-1,8.000 3.000 1,4.000 4.000-16,6.000 5.000 15,0.000 0.000-15,2.000 9.000 16,7.000 14.000 0,4.000 15.000-16,0.000 12.000 15,-4.000 11.000 1,-5.000 17.000-16,-8.000 7.000 16,-5.000 3.000-1,-6.000-7.000-15,4.000-16.000 16,5.000-20.000-1,6.000-45.000-15,-1.000 6.000 16,2.000-17.000 0</inkml:trace>
  <inkml:trace contextRef="#ctx0" brushRef="#br0">15847.000 2694.000 0,'0.000'0.000'15,"0.000"0.000"-15,-32.000 11.000 16,-22.000 6.000-1,-9.000 2.000-15,5.000 3.000 16,7.000-3.000 0,16.000-3.000-16,11.000-2.000 15,11.000-2.000 1,7.000 2.000-16,7.000 4.000 16,6.000 6.000-1,2.000 12.000-15,1.000 14.000 16,-3.000 15.000-1,-7.000 16.000-15,-11.000 10.000 16,-11.000 7.000 0,-6.000-4.000-16,-1.000-14.000 15,3.000-20.000 1,8.000-25.000-16,11.000-28.000 16,1.000-27.000-1,2.000-2.000-15</inkml:trace>
  <inkml:trace contextRef="#ctx0" brushRef="#br0">15519.000 3121.000 0,'31.000'-15.000'16,"23.000"-7.000"-1,14.000 9.000-15,0.000 5.000 16,-8.000 0.000-16,-12.000 2.000 15,-12.000 0.000 1,-11.000-7.000-16,-11.000-5.000 16,-8.000-1.000-16,-7.000-6.000 15,-8.000 10.000 1,-8.000-16.000-16,-5.000 3.000 16,0.000 11.000-1,5.000 10.000-15,8.000 6.000 16,3.000 6.000-1,1.000 11.000-15,-4.000 10.000 16,-4.000 14.000-16,-7.000 7.000 16,-11.000 10.000-1,-7.000-1.000-15,-4.000-9.000 16,1.000-15.000 0,9.000-20.000-16,9.000-9.000 15,7.000-6.000 1</inkml:trace>
  <inkml:trace contextRef="#ctx0" brushRef="#br0">15569.000 3164.000 0,'18.000'30.000'15,"7.000"12.000"-15,2.000 7.000 16,-8.000 4.000 0,-7.000-4.000-16,-10.000-8.000 15,-5.000-13.000-15,-4.000-18.000 16,-2.000-20.000-1,3.000-3.000-15</inkml:trace>
  <inkml:trace contextRef="#ctx0" brushRef="#br0">15745.000 3190.000 0,'42.000'-12.000'15,"11.000"5.000"-15,0.000 0.000 16,-14.000 6.000 0,-11.000 8.000-16,-10.000 4.000 15,-13.000 8.000-15,-11.000 8.000 32,-5.000 2.000-32,-5.000 2.000 0,-2.000 1.000 15,0.000-1.000 1,-1.000-15.000-16,-1.000-9.000 15,5.000-14.000 1,-1.000-9.000-16,0.000-21.000 16,3.000 12.000-1,6.000 3.000-15,7.000 9.000 16,5.000 15.000 0,1.000 2.000-16,0.000 1.000 15,-3.000 8.000-15,-3.000 13.000 16,-5.000 14.000-1,-9.000 13.000-15,-7.000 8.000 16,-11.000-2.000 0,1.000-12.000-1,4.000-16.000-15,9.000-22.000 16,7.000-18.000-16,10.000-17.000 16,7.000-10.000-1,9.000 0.000-15,10.000 7.000 16,5.000 14.000-1,-1.000 8.000-15,-7.000 8.000 16,2.000 6.000 0,8.000 7.000-16,9.000 12.000 15,-4.000 8.000 1,-5.000 6.000-16,-9.000-3.000 16,-9.000-10.000-16,-5.000-15.000 15,-2.000-34.000 1,-1.000-4.000-16,-1.000 4.000 15</inkml:trace>
  <inkml:trace contextRef="#ctx0" brushRef="#br0">16292.000 3020.000 0,'22.000'-4.000'0,"12.000"4.000"0,-4.000 5.000 15,-8.000 4.000 1,-14.000 3.000-16,-14.000 5.000 16,-13.000 4.000-1,-12.000 10.000-15,-10.000 9.000 16,1.000-3.000-1,5.000-11.000-15,12.000-9.000 16,10.000-8.000-16,7.000 1.000 16,12.000 1.000-16,10.000-1.000 15,11.000-4.000 1,12.000-3.000 0,3.000-2.000-16,-3.000-2.000 15,-5.000 2.000 1,-10.000 5.000-16,-11.000 6.000 15,-12.000 10.000-15,-18.000 12.000 16,-18.000 6.000 0,-11.000 3.000-1,-3.000-3.000-15,3.000-9.000 16,9.000-16.000 0,10.000-16.000-16,15.000-15.000 15,8.000 0.000-15</inkml:trace>
  <inkml:trace contextRef="#ctx0" brushRef="#br0">16402.000 3419.000 0,'13.000'33.000'0,"6.000"11.000"16,2.000-6.000-1,-2.000-13.000-15,3.000-15.000 16,4.000-17.000-16,6.000-20.000 15,2.000-20.000 1,4.000-22.000 0,0.000-5.000-16,-7.000 11.000 15</inkml:trace>
  <inkml:trace contextRef="#ctx0" brushRef="#br0">16872.000 3181.000 0,'7.000'47.000'16,"-5.000"14.000"-16,-7.000-15.000 15,-2.000-18.000-15</inkml:trace>
  <inkml:trace contextRef="#ctx0" brushRef="#br0">16898.000 3130.000 0,'0.000'0.000'0,"17.000"-5.000"15,11.000 1.000 1,-1.000 10.000-16,-5.000 10.000 16,-11.000 5.000-1,-11.000 9.000-15,-8.000 1.000 16,-9.000 1.000-16,-4.000-1.000 15,-2.000-5.000 1,4.000-6.000-16,6.000-8.000 16,5.000-4.000-1,8.000-8.000-15,0.000-1.000 16,11.000-15.000 0,14.000-16.000-16,13.000-20.000 15,3.000 5.000 1,-9.000 12.000-16</inkml:trace>
  <inkml:trace contextRef="#ctx0" brushRef="#br0">17175.000 2943.000 0,'0.000'0.000'0,"0.000"0.000"16,19.000 12.000-1,8.000 6.000-15,0.000 5.000 16,-8.000 1.000 0,-7.000-1.000-16,-5.000-3.000 15,-5.000 1.000 1,-3.000 1.000-16,-2.000-1.000 16,-1.000 8.000-1,0.000 5.000-15,3.000 4.000 16,3.000 8.000-1,4.000 4.000-15,0.000 4.000 16,0.000 0.000 0,-3.000-8.000-16,-2.000-10.000 15,-5.000-7.000 1,-8.000-8.000-16,-6.000-5.000 16,-8.000-7.000-1,-5.000-16.000-15,-7.000-22.000 16,-2.000-23.000-1,8.000 6.000-15</inkml:trace>
  <inkml:trace contextRef="#ctx0" brushRef="#br0">17150.000 3207.000 0,'4.000'30.000'0,"-6.000"22.000"16,-14.000 14.000-1,-15.000 1.000-15,-6.000-8.000 16,1.000-19.000 0,10.000-23.000-1,16.000-24.000-15,20.000-12.000 16,15.000-9.000-16,13.000 5.000 16,8.000 7.000-1,-3.000 5.000-15,1.000 5.000 16,-2.000 12.000-1,4.000 3.000-15,2.000 11.000 16,-2.000 10.000 0,-8.000-2.000-16,-5.000 2.000 15,-9.000-12.000 1,-3.000-18.000-16,-2.000-19.000 16,-5.000-5.000-16</inkml:trace>
  <inkml:trace contextRef="#ctx0" brushRef="#br0">17595.000 3045.000 0,'0.000'0.000'0,"0.000"0.000"15,0.000 0.000-15,9.000 12.000 16,6.000-2.000 0,6.000-17.000-16,4.000-17.000 15,5.000-3.000 1,0.000 1.000-16,-4.000 10.000 16,-5.000 4.000-1,-9.000 7.000-15,-2.000 12.000 16,0.000 18.000-1,-4.000 21.000-15,-6.000 24.000 16,-9.000 13.000 0,-3.000 11.000-16,-5.000 0.000 15,-2.000-8.000 1,0.000-17.000-16,5.000-18.000 16,5.000-20.000-1,3.000-32.000-15,6.000-31.000 16,8.000-25.000-1,10.000-22.000-15,4.000-23.000 16,5.000-8.000 0,7.000 9.000-16,6.000 10.000 15,3.000 25.000 1,-3.000 16.000-16,-10.000 17.000 16,-8.000 15.000-1,-8.000 12.000-15,-9.000 13.000 16,-8.000 19.000-1,-5.000 14.000-15,-4.000 13.000 16,1.000 2.000 0,5.000-5.000-16,10.000-4.000 15,10.000-6.000 1,8.000-8.000-16,6.000-10.000 16,6.000-5.000-1,-1.000 1.000-15,-2.000 3.000 16,-11.000 6.000-1,-9.000 9.000-15,-12.000 7.000 16,-14.000 1.000 0,-9.000-4.000-16,-12.000-6.000 15,-6.000-13.000 1,-2.000-12.000-16,5.000-12.000 16,17.000-11.000-16,16.000-8.000 15,23.000-5.000 1,17.000 7.000-16,14.000 4.000 15,4.000 12.000 1,2.000 6.000-16,-3.000 7.000 16,-5.000 3.000-1,-12.000-1.000-15,-4.000-2.000 16,-7.000-16.000 0,-7.000-15.000-16,-7.000-3.000 15</inkml:trace>
  <inkml:trace contextRef="#ctx0" brushRef="#br0">18437.000 2789.000 0,'0.000'0.000'0,"0.000"0.000"15,0.000 0.000-15,0.000 0.000 16,6.000 18.000 0,9.000 2.000-16,10.000 1.000 15,5.000-7.000 1,0.000-9.000-16,-2.000-1.000 16,-10.000 0.000-16,-7.000 5.000 15,0.000 12.000 1,-7.000 10.000-16,-11.000 18.000 15,-12.000 17.000 1,-9.000 15.000-16,-12.000 11.000 16,-5.000 6.000-1,2.000-6.000 1,2.000-13.000-16,12.000-20.000 16,9.000-27.000-1,8.000-27.000-15,10.000-28.000 16,8.000-20.000-16,4.000 4.000 15</inkml:trace>
  <inkml:trace contextRef="#ctx0" brushRef="#br0">18563.000 3036.000 0,'0.000'0.000'15,"26.000"28.000"1,12.000 24.000-1,-5.000 18.000-15,-10.000 21.000 16,-15.000 12.000-16,-9.000 1.000 16,-5.000-8.000-1,-3.000-17.000-15,1.000-22.000 16,5.000-25.000 0,3.000-27.000-16,-1.000-26.000 15,-1.000-5.000 1</inkml:trace>
  <inkml:trace contextRef="#ctx0" brushRef="#br0">18529.000 3309.000 0,'9.000'22.000'16,"9.000"6.000"-16,-3.000-7.000 15,-3.000-20.000-15,-2.000-9.000 16</inkml:trace>
  <inkml:trace contextRef="#ctx0" brushRef="#br0">18831.000 2882.000 0,'0.000'0.000'0,"0.000"0.000"16,0.000 0.000-1,-3.000 34.000-15,-6.000 16.000 16,-1.000 3.000 0,0.000-5.000-16,7.000-7.000 15,10.000-11.000-15,9.000-9.000 16,9.000-6.000-1,7.000-7.000-15,-3.000-2.000 16,-4.000 0.000 0,-10.000 5.000-16,-9.000 4.000 15,-9.000 10.000 1,-14.000 8.000-16,-17.000 11.000 16,-2.000 5.000-1,4.000-1.000-15,9.000-4.000 16,7.000-4.000-1,13.000-9.000-15,15.000-12.000 16,12.000-13.000 0,10.000-12.000-16,4.000-10.000 15,-1.000-7.000 1,-6.000 0.000-16,-5.000-1.000 16,-12.000 0.000-1,-12.000-1.000-15,-13.000 6.000 16,-15.000 4.000-1,-5.000 0.000-15,-1.000-4.000 16,9.000-12.000-16,9.000 3.000 16</inkml:trace>
  <inkml:trace contextRef="#ctx0" brushRef="#br0">19269.000 2746.000 0,'22.000'10.000'0,"11.000"11.000"16,0.000 10.000-16,-10.000-1.000 16,-11.000-5.000-1,-10.000-13.000-15,-5.000-13.000 16,0.000-6.000-16</inkml:trace>
  <inkml:trace contextRef="#ctx0" brushRef="#br0">19378.000 2669.000 0,'37.000'-3.000'16,"23.000"3.000"-16,10.000 7.000 15,-4.000 7.000-15,-9.000 9.000 16,-14.000 3.000 0,-12.000 4.000-16,-12.000 3.000 15,-14.000-5.000 1,-14.000 0.000-16,-18.000-2.000 16,-15.000-6.000-1,-7.000-12.000-15,8.000-8.000 16</inkml:trace>
  <inkml:trace contextRef="#ctx0" brushRef="#br0">19378.000 2831.000 0,'54.000'-8.000'16,"13.000"-1.000"-16,-8.000 8.000 15,-19.000 7.000 1,-20.000-4.000-16,-18.000 1.000 16,-14.000 3.000-1,-14.000 2.000-15,-10.000 8.000 16,-7.000-3.000 0,5.000 0.000-16,10.000-4.000 15,13.000-4.000-15,15.000-5.000 16,4.000 7.000-1,20.000-2.000-15,19.000-2.000 16,11.000 0.000 0,0.000-1.000-16,-8.000 0.000 15,-11.000 1.000 1,-16.000 0.000-16,-19.000 3.000 16,-22.000 4.000-16,-17.000 3.000 15,-21.000 5.000 1,-15.000 8.000-16,-13.000 2.000 15,-3.000-1.000 1,12.000-6.000 0,23.000-4.000-16,26.000-1.000 15,29.000-4.000-15,29.000-6.000 16,30.000-2.000 0,28.000-7.000-16,20.000-3.000 15,11.000-2.000-15,-5.000-1.000 16,-14.000 1.000-1,-16.000 1.000-15,-26.000 2.000 16,-23.000 5.000 0,-29.000-9.000-16,-25.000 1.000 15,-5.000 3.000 1</inkml:trace>
  <inkml:trace contextRef="#ctx0" brushRef="#br0">19412.000 3250.000 0,'0.000'0.000'16,"0.000"0.000"-1,10.000 17.000-15,-2.000 5.000 16,-4.000-4.000-16,-2.000-5.000 16,4.000-7.000-1,11.000-11.000 1,13.000-7.000-16,13.000-4.000 15,8.000-4.000-15,4.000 5.000 16,-1.000 8.000 0,-5.000 5.000-16,-13.000 6.000 15,-13.000 6.000 1,-18.000 7.000-16,-19.000 8.000 16,-19.000 1.000-1,-17.000 0.000-15,-7.000-7.000 16,0.000-8.000-1,7.000-5.000-15,7.000-6.000 16,14.000-5.000 0,14.000-2.000-1,12.000-3.000-15,11.000 3.000 16,7.000 4.000-16,4.000 3.000 16,3.000 5.000-1,3.000 7.000-15,-5.000 11.000 16,-5.000 10.000-16,-9.000 4.000 15,-10.000 8.000 1,-9.000-2.000-16,-6.000-6.000 16,-4.000-10.000-1,-2.000-9.000-15,2.000-10.000 16,0.000-12.000 0,-2.000-13.000-16,3.000-6.000 15,8.000-5.000 1,7.000 0.000-16,9.000 4.000 15,6.000 8.000 1,8.000 5.000-16,9.000 8.000 16,3.000 6.000-1,1.000 10.000-15,-2.000 7.000 16,-4.000 8.000 0,-4.000 1.000-16,-1.000-5.000 15,0.000 2.000 1,-1.000-7.000-16,2.000-5.000 15,1.000-5.000-15,5.000-12.000 16,8.000-22.000 0,7.000-16.000-1,-5.000-1.000-15</inkml:trace>
  <inkml:trace contextRef="#ctx0" brushRef="#br0">20051.000 3480.000 0,'0.000'0.000'16,"-4.000"-13.000"-16</inkml:trace>
  <inkml:trace contextRef="#ctx0" brushRef="#br0">11583.000 4427.000 0,'0.000'0.000'15,"0.000"0.000"-15,0.000 0.000 16,0.000 0.000-1,0.000 0.000-15,0.000 0.000 16,0.000 0.000 0,16.000 0.000-16,7.000 3.000 15,1.000-2.000-15,2.000-3.000 32,0.000-3.000-32,0.000-3.000 0,3.000 1.000 15,-1.000 0.000 1,-3.000 1.000-16,0.000 0.000 15,-3.000 1.000 1,3.000 2.000-16,-1.000 2.000 16,6.000 0.000-1,1.000-2.000-15,5.000 0.000 16,1.000 0.000 0,1.000-1.000-16,0.000-2.000 15,3.000 0.000-15,-1.000-1.000 16,0.000 3.000-1,2.000-1.000-15,0.000 2.000 16,-3.000 1.000 0,4.000-3.000-16,1.000 0.000 15,3.000 2.000 1,2.000 2.000-16,-2.000 0.000 16,-3.000-1.000-1,5.000-2.000-15,-1.000-1.000 16,2.000 2.000-16,1.000 1.000 15,-2.000-2.000 1,4.000 1.000 0,0.000 1.000-16,-1.000 1.000 15,1.000 1.000-15,2.000 0.000 16,1.000 0.000 0,-1.000 0.000-1,2.000 0.000-15,3.000-2.000 16,2.000 0.000-16,2.000-1.000 15,3.000 1.000 1,0.000-3.000-16,-1.000 2.000 16,0.000 0.000-1,3.000 0.000-15,-2.000 2.000 16,-1.000-2.000 0,4.000 0.000-1,1.000-1.000-15,1.000 1.000 16,-1.000-1.000-16,1.000 0.000 15,0.000 1.000 1,0.000 2.000-16,-3.000-2.000 16,2.000-1.000-1,1.000 4.000-15,1.000 0.000 16,1.000-1.000 0,4.000-1.000-16,-1.000-2.000 15,2.000 1.000 1,2.000 3.000-16,-1.000-2.000 15,-1.000 2.000 1,-4.000-2.000 0,6.000 8.000-16,1.000-1.000 15,0.000 1.000-15,1.000-3.000 16,-1.000-1.000 0,3.000 1.000-16,1.000-5.000 15,-4.000 1.000 1,-5.000 1.000-16,-2.000-1.000 15,0.000 2.000 1,2.000 0.000-16,1.000 1.000 16,3.000-2.000-1,2.000 0.000-15,-1.000 0.000 16,-1.000 0.000 0,-1.000 0.000-16,-1.000 0.000 15,-1.000-2.000 1,4.000 2.000-16,-1.000 2.000 15,0.000-2.000 1,2.000 0.000 0,-1.000 0.000-16,0.000-2.000 15,1.000 1.000 1,0.000 1.000-16,0.000-1.000 16,0.000 0.000-1,-1.000 3.000-15,0.000-1.000 16,3.000 1.000-1,-1.000-2.000 1,-2.000-2.000-16,-1.000 2.000 16,1.000 7.000-16,-1.000 1.000 15,0.000-2.000 1,1.000 0.000-16,1.000-2.000 16,-1.000 0.000-16,-3.000-4.000 15,-2.000-2.000 1,2.000 4.000-1,2.000 1.000-15,1.000-3.000 16,1.000 1.000 0,2.000 1.000-16,-4.000 1.000 15,-2.000-3.000 1,-1.000 0.000-16,-2.000 1.000 16,-2.000-1.000-1,1.000 0.000-15,-3.000-1.000 16,-2.000 0.000-1,0.000-1.000-15,0.000 2.000 16,-2.000-1.000-16,-5.000 1.000 16,2.000-2.000-1,-1.000-1.000-15,1.000 3.000 16,-3.000 3.000 0,-4.000-3.000-16,-1.000-2.000 15,-4.000 1.000 1,-5.000-1.000-16,-3.000 2.000 15,-1.000 0.000 1,-2.000 0.000-16,-7.000-13.000 16,-5.000-11.000-16,-10.000 1.000 15</inkml:trace>
  <inkml:trace contextRef="#ctx0" brushRef="#br0">11937.000 4248.000 0,'6.000'-8.000'16,"-6.000"8.000"0,-7.000 0.000-16,-15.000 6.000 15,-8.000 9.000 1,-4.000 5.000-16,2.000 1.000 15,-3.000 2.000 1,3.000 2.000-16,-2.000 0.000 16,0.000 3.000-16,-2.000-4.000 15,4.000-2.000 1,8.000-2.000-16,6.000-4.000 16,5.000-4.000-1,7.000-2.000-15,8.000-1.000 16,10.000 0.000-16,8.000 0.000 15,8.000 0.000 1,15.000 1.000 0,7.000 6.000-16,6.000 4.000 15,-6.000-3.000 1,-14.000-5.000-16</inkml:trace>
  <inkml:trace contextRef="#ctx0" brushRef="#br0">12045.000 4674.000 0,'0.000'0.000'0,"0.000"0.000"15,0.000 0.000-15,0.000 0.000 16,-26.000 38.000 0,-24.000 18.000-16,-10.000 5.000 15,-1.000-6.000 1,10.000-10.000-1,14.000-15.000-15,8.000-10.000 16,10.000-11.000 0,7.000-6.000-16,4.000-2.000 15,8.000-1.000-15,0.000 6.000 16,5.000 4.000 0,3.000 6.000-16,4.000 7.000 15,6.000 9.000 1,-1.000 7.000-16,-5.000 9.000 15,-1.000 4.000 1,1.000 0.000-16,-1.000-6.000 16,-4.000-9.000-1,-7.000-16.000-15,-3.000-11.000 16</inkml:trace>
  <inkml:trace contextRef="#ctx0" brushRef="#br0">11835.000 4974.000 0,'22.000'-15.000'0,"19.000"-6.000"16,12.000 1.000-16,1.000 4.000 15,-4.000 1.000 1,-2.000 7.000-16,-5.000 1.000 16,-3.000 2.000-1,-6.000 2.000-15,-5.000 3.000 16,-7.000 0.000 0,-4.000 6.000-16,-6.000 4.000 15,-4.000 8.000 1,-4.000 10.000-16,-2.000 12.000 15,-3.000 12.000 1,-2.000 12.000-16,-1.000 4.000 16,-1.000 9.000-1,3.000-6.000-15,0.000-6.000 16,2.000-13.000 0,0.000-14.000-16,0.000-10.000 15,0.000-12.000 1,-3.000-11.000-16,-8.000-17.000 15,-8.000-19.000 1,-14.000-15.000-16,-11.000 0.000 16,4.000 10.000-1</inkml:trace>
  <inkml:trace contextRef="#ctx0" brushRef="#br0">11902.000 5153.000 0,'0.000'0.000'16,"0.000"0.000"-16,12.000 14.000 15,4.000 3.000 1,-1.000-4.000-16,-6.000-5.000 16,-3.000-9.000-1,0.000-11.000-15,-1.000-7.000 16,2.000-6.000-16,3.000-1.000 15,6.000 2.000 1,2.000 8.000-16,1.000 8.000 16,1.000 11.000-1,1.000 9.000-15,-2.000 10.000 16,-8.000 5.000 0,-7.000 1.000-1,-5.000-2.000-15,-7.000-1.000 16,-6.000-6.000-16,-5.000-7.000 15,-5.000-5.000 1,-3.000-8.000-16,0.000-5.000 16,4.000-4.000-1,8.000-3.000-15,10.000-10.000 16,8.000-6.000 0,2.000 6.000-16</inkml:trace>
  <inkml:trace contextRef="#ctx0" brushRef="#br0">12895.000 4699.000 0,'-64.000'29.000'0,"-28.000"7.000"15,-1.000 2.000 1,14.000-9.000-16,20.000-11.000 16,20.000-6.000-1,16.000-3.000-15,14.000-3.000 16,8.000 2.000 0,8.000 1.000-16,6.000 7.000 15,4.000 9.000-15,2.000 8.000 16,-4.000 14.000-1,-2.000 13.000-15,-5.000 8.000 16,-6.000 5.000 0,-6.000 2.000-16,-4.000-12.000 15,0.000-16.000 1,2.000-19.000-16,-2.000-21.000 16,1.000-7.000-1</inkml:trace>
  <inkml:trace contextRef="#ctx0" brushRef="#br0">12567.000 5041.000 0,'0.000'0.000'0,"0.000"0.000"15,26.000-12.000 1,18.000-6.000-1,6.000 4.000-15,-7.000 5.000 16,-5.000 5.000-16,-14.000 2.000 16,-5.000 7.000-1,-8.000 3.000-15,-8.000 5.000 16,-5.000 6.000-16,-7.000 7.000 16,-10.000 6.000-1,-6.000 6.000 1,-1.000 0.000-16,-4.000 0.000 15,3.000-5.000 1,4.000-8.000-16,10.000-9.000 16,13.000-16.000-1,-4.000 0.000-15,13.000-17.000 16,14.000-8.000 0,8.000-3.000-16,7.000 1.000 15,2.000 5.000 1,1.000 10.000-1,-7.000 9.000-15,-9.000 9.000 16,-7.000 3.000-16,-9.000 5.000 16,-12.000 5.000-1,-11.000 3.000-15,-12.000 1.000 16,-8.000-3.000 0,-3.000-7.000-16,-2.000-8.000 15,2.000-20.000 1,5.000-16.000-16,8.000-1.000 15</inkml:trace>
  <inkml:trace contextRef="#ctx0" brushRef="#br0">13096.000 4786.000 0,'0.000'0.000'0,"31.000"-14.000"16,21.000-5.000-1,10.000 3.000-15,1.000 10.000 16,-5.000 6.000 0,-12.000 7.000-1,-12.000 5.000-15,-13.000 4.000 16,-18.000 9.000-16,-18.000 9.000 16,-20.000 5.000-1,-17.000 0.000-15,-12.000 0.000 16,-4.000-7.000-1,1.000-17.000-15,13.000-9.000 16,13.000-6.000 0,22.000 3.000-16,19.000 10.000 15,11.000 3.000 1,4.000-2.000-16,1.000 1.000 16,7.000 3.000-1,1.000 3.000-15,4.000 4.000 16,-5.000 0.000-1,-4.000 0.000-15,-7.000 2.000 16,-4.000-9.000-16,-8.000-18.000 16,-5.000 2.000-1,-4.000-14.000-15,0.000-1.000 16</inkml:trace>
  <inkml:trace contextRef="#ctx0" brushRef="#br0">13163.000 5058.000 0,'22.000'-11.000'16,"18.000"-7.000"-1,14.000-3.000-15,5.000 5.000 16,3.000 4.000 0,-2.000 2.000-16,-6.000 1.000 15,-5.000 4.000 1,-7.000 4.000-16,-9.000 7.000 15,-6.000 8.000 1,-10.000 9.000-16,-11.000 11.000 16,-13.000 8.000-1,-11.000 2.000-15,-9.000-1.000 16,-10.000-7.000 0,-5.000-17.000-16,7.000-9.000 15</inkml:trace>
  <inkml:trace contextRef="#ctx0" brushRef="#br0">13340.000 5050.000 0,'9.000'34.000'0,"4.000"17.000"15,-6.000-2.000-15,-7.000-16.000 16,-4.000-18.000 0,0.000-8.000-16</inkml:trace>
  <inkml:trace contextRef="#ctx0" brushRef="#br0">13484.000 4974.000 0,'9.000'40.000'15,"0.000"23.000"1,-7.000-2.000-16,-8.000-7.000 16,-2.000-15.000-1,-5.000-22.000-15,0.000-10.000 16</inkml:trace>
  <inkml:trace contextRef="#ctx0" brushRef="#br0">13391.000 5041.000 0,'0.000'0.000'0,"0.000"0.000"15,0.000 0.000 1,23.000 9.000-16,7.000 2.000 16,-4.000-1.000-16,-5.000-3.000 15,-9.000-3.000 1,-8.000 1.000-16,-7.000 3.000 16,-7.000 4.000-1,-8.000 5.000-15,-8.000 2.000 16,1.000 4.000-1,3.000-3.000-15,6.000-1.000 16,6.000-4.000 0,9.000-4.000-16,8.000-4.000 15,8.000-6.000 1,8.000-2.000-16,1.000-3.000 16,-1.000 0.000-1,-1.000 3.000-15,-4.000 7.000 16,-9.000 7.000-1,-10.000 9.000-15,-15.000 5.000 16,-3.000 5.000 0,-5.000-6.000-16,7.000-6.000 15,11.000-8.000-15,12.000-8.000 16,15.000-13.000 0,18.000-7.000-16,15.000-18.000 15,4.000-1.000 1,-13.000 5.000-16</inkml:trace>
  <inkml:trace contextRef="#ctx0" brushRef="#br0">13795.000 4921.000 0,'36.000'-8.000'0,"30.000"-6.000"16,13.000 0.000-1,-4.000 0.000-15,-9.000 3.000 16,-10.000 0.000 0,-11.000 2.000-1,-11.000-1.000-15,-7.000-6.000 16,-14.000-6.000-16,-12.000-4.000 15,-18.000-4.000-15,-10.000-3.000 16,3.000 10.000 0</inkml:trace>
  <inkml:trace contextRef="#ctx0" brushRef="#br0">14047.000 4547.000 0,'0.000'0.000'16,"19.000"32.000"0,9.000 27.000-16,-7.000 26.000 15,-9.000 19.000 1,-15.000 12.000-16,-5.000 1.000 16,0.000-11.000-1,4.000-19.000-15,1.000-20.000 16,0.000-24.000-1,-1.000-28.000-15,-2.000-11.000 16</inkml:trace>
  <inkml:trace contextRef="#ctx0" brushRef="#br0">14088.000 5025.000 0,'0.000'0.000'0,"0.000"0.000"16,-16.000 35.000 0,-14.000 21.000-16,-4.000 4.000 15,4.000-14.000 1,9.000-24.000 0,9.000-26.000-16,6.000-8.000 15</inkml:trace>
  <inkml:trace contextRef="#ctx0" brushRef="#br0">14165.000 4948.000 0,'19.000'18.000'0,"5.000"11.000"16,4.000 7.000 0,-6.000 1.000-16,-10.000-3.000 15,-6.000-11.000 1,-9.000-20.000-16,-1.000-8.000 15</inkml:trace>
  <inkml:trace contextRef="#ctx0" brushRef="#br0">14324.000 4897.000 0,'14.000'66.000'0,"1.000"31.000"16,-9.000 0.000 0,-7.000-15.000-1,-5.000-25.000-15,0.000-29.000 16,2.000-28.000-16,0.000-11.000 16</inkml:trace>
  <inkml:trace contextRef="#ctx0" brushRef="#br0">14375.000 4871.000 0,'0.000'0.000'0,"0.000"0.000"16,15.000-10.000-1,11.000-4.000-15,2.000-1.000 16,-1.000 3.000-1,-5.000 2.000-15,-6.000 4.000 16,2.000 4.000-16,-5.000-2.000 16,-2.000 6.000-1,-2.000 1.000 1,-4.000 4.000-16,1.000 6.000 16,-3.000 8.000-16,-1.000 14.000 15,-3.000 15.000 1,-2.000 13.000-16,-4.000 9.000 15,-2.000 2.000 1,1.000-5.000-16,2.000-5.000 16,1.000-15.000-1,-1.000-11.000-15,-1.000-14.000 16,7.000-24.000 0,-9.000-3.000-16,-2.000-22.000 15,-2.000-18.000 1,-2.000-8.000-16,-4.000-3.000 15,3.000 4.000 1,-2.000 7.000-16,6.000 14.000 16,2.000 9.000-1,3.000 9.000-15,3.000 4.000 16,4.000 7.000-16,0.000 0.000 16,0.000 0.000-1,5.000-8.000-15,11.000 4.000 16,2.000 1.000-1,-1.000 6.000-15,-2.000-1.000 16,-4.000 2.000 0,-6.000 3.000-16,-5.000 2.000 15,-4.000 3.000 1,-3.000 4.000-16,-4.000 2.000 16,0.000 0.000-1,1.000 4.000-15,-1.000 3.000 16,5.000 0.000-1,5.000-3.000-15,5.000-1.000 16,5.000-3.000-16,3.000-6.000 16,2.000-2.000-1,-3.000-3.000-15,-3.000 3.000 16,-3.000 2.000 0,-6.000 4.000-16,-5.000-1.000 15,-3.000 0.000 1,-1.000-4.000-16,5.000-2.000 15,4.000-12.000 1,9.000-14.000-16,14.000-23.000 16,10.000-25.000-1,8.000-17.000-15,-6.000 12.000 16</inkml:trace>
  <inkml:trace contextRef="#ctx0" brushRef="#br0">14997.000 4623.000 0,'-21.000'25.000'15,"-21.000"18.000"-15,-13.000 10.000 16,-3.000 5.000 0,0.000-10.000-16,9.000-19.000 15,14.000-18.000 1</inkml:trace>
  <inkml:trace contextRef="#ctx0" brushRef="#br0">14946.000 4742.000 0,'25.000'10.000'15,"11.000"8.000"-15,-4.000 7.000 16,-14.000 10.000-1,-18.000-8.000-15,-6.000-10.000 16</inkml:trace>
  <inkml:trace contextRef="#ctx0" brushRef="#br0">14812.000 5102.000 0,'15.000'43.000'0,"4.000"10.000"15,-6.000-10.000-15,0.000-14.000 16,-1.000-21.000 0,5.000-23.000-16,5.000-18.000 15,3.000-16.000 1,7.000-12.000-16,1.000-4.000 15,9.000 7.000 1,6.000 4.000-16,6.000 13.000 16,2.000 11.000-1,-4.000 11.000-15,-8.000 12.000 16,-9.000 9.000 0,-8.000 7.000-16,-11.000 2.000 15,-11.000 3.000 1,-13.000-1.000-16,-13.000-3.000 15,-9.000-2.000 1,-5.000-5.000-16,3.000-3.000 16,9.000-4.000-1,8.000 2.000-15,15.000 2.000 16,-7.000 4.000-16,10.000 11.000 16,7.000 12.000-1,2.000 14.000-15,-1.000 12.000 16,0.000 13.000-1,-8.000 10.000-15,-8.000 10.000 32,-3.000-9.000-32,-1.000-10.000 0,1.000-21.000 15,4.000-26.000 1,3.000-26.000 0,2.000-28.000-16,1.000-3.000 15</inkml:trace>
  <inkml:trace contextRef="#ctx0" brushRef="#br0">15830.000 4479.000 0,'0.000'0.000'15,"0.000"0.000"1,-41.000 12.000-16,-23.000 10.000 16,-6.000 2.000-1,9.000-2.000-15,13.000-6.000 16,15.000-1.000 0,14.000 1.000-16,10.000-1.000 15,7.000 3.000 1,8.000 4.000-16,5.000 3.000 15,6.000 14.000 1,0.000 17.000 0,-1.000 15.000-16,-4.000 18.000 0,-10.000 9.000 15,-9.000 6.000 1,-7.000 3.000 0,-4.000-10.000-16,1.000-22.000 15,4.000-25.000-15,6.000-30.000 16,4.000-28.000-1,3.000-26.000-15,0.000 0.000 16</inkml:trace>
  <inkml:trace contextRef="#ctx0" brushRef="#br0">15662.000 4897.000 0,'25.000'-11.000'15,"25.000"-2.000"-15,9.000 10.000 16,1.000 3.000 0,-6.000 0.000-16,-12.000-2.000 15,-14.000-7.000 1,-12.000-8.000-16,-6.000 0.000 16</inkml:trace>
  <inkml:trace contextRef="#ctx0" brushRef="#br0">15863.000 4632.000 0,'-11.000'38.000'0,"-14.000"24.000"16,-14.000 12.000-16,-10.000-1.000 15,-6.000-15.000 1,4.000-19.000-16,13.000-18.000 15</inkml:trace>
  <inkml:trace contextRef="#ctx0" brushRef="#br0">15611.000 5008.000 0,'17.000'45.000'0,"2.000"18.000"15,-8.000 1.000 1,-7.000-18.000-16,-11.000-27.000 16,-1.000-12.000-1</inkml:trace>
  <inkml:trace contextRef="#ctx0" brushRef="#br0">15678.000 5016.000 0,'0.000'0.000'16,"29.000"-3.000"0,14.000-7.000-16,6.000-1.000 15,-5.000 0.000 1,-6.000 4.000-16,-7.000 0.000 16,-11.000 7.000-16,-3.000 9.000 15,-3.000 12.000 1,-4.000 13.000-16,-7.000 9.000 15,-6.000 9.000 1,-6.000 1.000 0,-4.000-8.000-16,-6.000-12.000 15,1.000-17.000-15,1.000-22.000 16,4.000-4.000 0</inkml:trace>
  <inkml:trace contextRef="#ctx0" brushRef="#br0">15855.000 5067.000 0,'0.000'0.000'15,"-4.000"33.000"-15,-12.000 24.000 16,-13.000 11.000 0,-6.000-3.000-16,-7.000-12.000 15,1.000-23.000 1,11.000-18.000-1</inkml:trace>
  <inkml:trace contextRef="#ctx0" brushRef="#br0">15729.000 5179.000 0,'43.000'41.000'15,"20.000"20.000"1,-2.000 4.000-16,-11.000-11.000 15,-12.000-16.000 1,-12.000-23.000-16,-12.000-10.000 16</inkml:trace>
  <inkml:trace contextRef="#ctx0" brushRef="#br0">16367.000 4717.000 0,'29.000'-1.000'0,"4.000"1.000"16,-11.000 4.000-1,-11.000-1.000-15</inkml:trace>
  <inkml:trace contextRef="#ctx0" brushRef="#br0">16182.000 4982.000 0,'0.000'0.000'16,"0.000"0.000"0,31.000 2.000-16,19.000 1.000 15,4.000-3.000 1,-5.000 1.000-16,-8.000 1.000 15,-13.000-2.000 1,-10.000 7.000-16,-13.000 7.000 16,-14.000 11.000-16,-18.000 13.000 15,-16.000 10.000 1,-11.000 1.000 0,-4.000-2.000-16,5.000-7.000 15,11.000-16.000 1,13.000-22.000-16,10.000-8.000 15</inkml:trace>
  <inkml:trace contextRef="#ctx0" brushRef="#br0">16359.000 5203.000 0,'0.000'0.000'16,"12.000"32.000"-1,9.000 15.000 1,6.000 0.000-16,4.000-13.000 15,0.000-20.000 1,6.000-20.000-16,6.000-19.000 16,5.000-22.000-1,5.000-20.000-15,-2.000-19.000 16,-11.000-1.000 0,-13.000 20.000-16</inkml:trace>
  <inkml:trace contextRef="#ctx0" brushRef="#br0">17175.000 4530.000 0,'0.000'0.000'15,"-1.000"37.000"1,-17.000 27.000-16,-25.000 12.000 15,-20.000-4.000 1,-6.000-16.000-16,13.000-14.000 16,18.000-12.000-1,23.000-1.000-15,21.000-5.000 16,13.000-8.000 0,12.000-10.000-16,16.000-7.000 15,11.000-3.000 1,3.000-3.000-1,-1.000-3.000-15,-4.000 2.000 16,-13.000-2.000-16,-12.000 0.000 16,-10.000-4.000-1,-11.000-2.000-15,-12.000-4.000 16,-11.000-2.000 0,-9.000-1.000-16,-4.000 6.000 15,-1.000 2.000-15,8.000 7.000 16,6.000 3.000-1,3.000 8.000-15,4.000 12.000 16,2.000 16.000 0,4.000 15.000-16,1.000 21.000 15,-1.000 14.000 1,-1.000 12.000 0,-2.000 3.000-16,-3.000-5.000 15,2.000-14.000 1,-2.000-17.000-16,2.000-26.000 15,0.000-26.000 1,0.000-24.000-16,-1.000-19.000 16,1.000 2.000-16</inkml:trace>
  <inkml:trace contextRef="#ctx0" brushRef="#br0">17125.000 5077.000 0,'0.000'0.000'15,"0.000"0.000"-15,-26.000 17.000 16,-15.000 15.000 0,-3.000 2.000-16,5.000-6.000 15,12.000-14.000 1,10.000-10.000-16</inkml:trace>
  <inkml:trace contextRef="#ctx0" brushRef="#br0">17175.000 5143.000 0,'31.000'20.000'0,"8.000"6.000"15,-2.000-3.000-15,-12.000-7.000 16,-12.000-17.000 0,-13.000-21.000-1,-4.000-1.000-15</inkml:trace>
  <inkml:trace contextRef="#ctx0" brushRef="#br0">17107.000 4811.000 0,'0.000'0.000'0,"12.000"19.000"15,4.000 3.000-15,-3.000-11.000 16,-4.000-8.000 0</inkml:trace>
  <inkml:trace contextRef="#ctx0" brushRef="#br0">17351.000 4717.000 0,'-4.000'35.000'0,"-11.000"18.000"16,-14.000 9.000-1,-10.000 0.000 1,-4.000-21.000-16,5.000-27.000 16,12.000-13.000-1</inkml:trace>
  <inkml:trace contextRef="#ctx0" brushRef="#br0">17310.000 4768.000 0,'56.000'-16.000'16,"23.000"1.000"-16,-5.000 12.000 16,-20.000 16.000-16,-23.000 13.000 15,-28.000 12.000 1,-27.000 6.000-16,-22.000 0.000 15,-10.000-5.000 1,-7.000-10.000 0,3.000-12.000-16,12.000-11.000 15,13.000-7.000-15,19.000-8.000 16,20.000-5.000 0,17.000-2.000-1,16.000 2.000-15,13.000 7.000 16,8.000 7.000-1,1.000 0.000 1,-3.000 6.000-16,-9.000 1.000 16,-9.000 3.000-16,-13.000-3.000 15,-25.000-7.000-15,0.000-2.000 16,-10.000-2.000 0</inkml:trace>
  <inkml:trace contextRef="#ctx0" brushRef="#br0">17310.000 5058.000 0,'42.000'-3.000'16,"21.000"2.000"-16,-2.000 1.000 16,-13.000 5.000-1,-16.000 6.000-15,-16.000 5.000 16,-21.000 5.000-1,-17.000 4.000 1,-11.000 2.000-16,-6.000-2.000 16,6.000-4.000-16,7.000-5.000 15,16.000-6.000 1,15.000-3.000-16,16.000-6.000 16,18.000-5.000-1,13.000-3.000-15,4.000-5.000 16,-6.000-2.000-1,-10.000-2.000-15,-12.000 3.000 16,-14.000-1.000 0,-10.000-3.000-16,-13.000 2.000 15,-14.000-1.000 1,-12.000-1.000-16,-3.000 1.000 16,6.000 1.000-1,7.000 2.000-15,9.000 5.000 16,16.000 8.000-16,-6.000 8.000 15,8.000 16.000 1,7.000 16.000-16,3.000 17.000 16,-5.000 10.000-1,-5.000 13.000-15,-6.000 7.000 16,-6.000-2.000 0,0.000-14.000-1,7.000-25.000-15,7.000-29.000 16,6.000-30.000-16,1.000-25.000 15,-3.000-1.000 1</inkml:trace>
  <inkml:trace contextRef="#ctx0" brushRef="#br0">17941.000 4735.000 0,'0.000'0.000'0,"11.000"18.000"15,-3.000 18.000 1,-13.000 6.000-16,-18.000-12.000 16,-3.000-9.000-1</inkml:trace>
  <inkml:trace contextRef="#ctx0" brushRef="#br0">17831.000 4964.000 0,'39.000'-8.000'15,"22.000"-6.000"1,4.000-1.000-16,-5.000-1.000 16,-11.000 0.000-16,-11.000 3.000 15,-14.000-3.000 1,-14.000 0.000-1,-15.000 2.000-15,-15.000 9.000 16,-9.000 10.000-16,0.000 11.000 16,4.000 18.000-1,4.000 15.000-15,10.000 3.000 16,7.000 7.000 0,7.000 2.000-16,3.000 0.000 15,5.000 0.000 1,1.000-6.000-1,-6.000-5.000-15,-8.000-9.000 16,-9.000-13.000-16,-5.000-16.000 16,-4.000-23.000-1,-2.000-22.000-15,6.000-2.000 16</inkml:trace>
  <inkml:trace contextRef="#ctx0" brushRef="#br0">17965.000 5153.000 0,'2.000'25.000'0,"-1.000"14.000"15,-4.000 5.000-15,-5.000-7.000 16,-3.000-22.000 0,0.000-29.000-16,4.000-7.000 15</inkml:trace>
  <inkml:trace contextRef="#ctx0" brushRef="#br0">18276.000 4735.000 0,'0.000'0.000'0,"-11.000"28.000"16,-8.000 15.000-1,3.000 3.000-15,10.000-8.000 16,11.000-10.000 0,12.000-8.000-16,9.000-6.000 15,6.000-7.000 1,1.000-2.000-16,-2.000 5.000 16,-4.000 5.000-1,-5.000 12.000-15,-10.000 10.000 16,-12.000 9.000-1,-13.000 5.000-15,-15.000-1.000 16,-8.000-5.000 0,-5.000-9.000-1,-7.000-14.000-15,6.000-11.000 16,10.000-14.000-16,10.000-6.000 16,18.000-7.000-1,16.000 1.000-15,13.000 4.000 16,9.000 9.000-1,11.000 9.000-15,4.000 9.000 16,2.000 6.000 0,-4.000 4.000-16,-6.000-5.000 15,-11.000-10.000 1,-10.000-20.000-16,-1.000-23.000 16,-3.000-9.000-1,-4.000 10.000-15</inkml:trace>
  <inkml:trace contextRef="#ctx0" brushRef="#br0">18714.000 4632.000 0,'0.000'0.000'16,"0.000"0.000"-16,0.000 0.000 15,2.000 24.000 1,7.000 6.000 0,11.000-5.000-16,5.000-9.000 15,6.000-11.000-15,-1.000-1.000 16,-4.000-3.000 0,-8.000 0.000-16,-5.000 9.000 15,-5.000 12.000 1,-13.000 18.000-16,-11.000 20.000 15,-14.000 15.000 1,-8.000 15.000-16,-8.000 5.000 16,2.000-8.000-1,3.000-17.000-15,9.000-23.000 16,13.000-27.000 0,8.000-32.000-16,10.000-26.000 15,4.000 0.000 1</inkml:trace>
  <inkml:trace contextRef="#ctx0" brushRef="#br0">18823.000 4871.000 0,'36.000'24.000'0,"10.000"26.000"15,-7.000 23.000 1,-15.000 25.000-16,-17.000 18.000 15,-12.000 11.000 1,-7.000-6.000-16,-2.000-17.000 16,5.000-26.000-1,5.000-28.000-15,1.000-24.000 16,-1.000-30.000 0,-2.000-24.000-16,-2.000-26.000 15,1.000 0.000 1</inkml:trace>
  <inkml:trace contextRef="#ctx0" brushRef="#br0">18748.000 5110.000 0,'17.000'33.000'15,"7.000"15.000"-15,-1.000-3.000 16,-8.000-14.000-1,-8.000-24.000-15,-5.000-11.000 16</inkml:trace>
  <inkml:trace contextRef="#ctx0" brushRef="#br0">19067.000 4836.000 0,'0.000'0.000'16,"0.000"0.000"-1,-6.000 28.000 1,-6.000 11.000-16,0.000 1.000 16,6.000-4.000-16,5.000-12.000 15,7.000-4.000 1,9.000-4.000-16,3.000-3.000 15,1.000-1.000 1,-1.000 10.000-16,-7.000 8.000 16,-9.000 8.000-16,-10.000 7.000 15,-10.000 1.000 1,-1.000-4.000-16,3.000-5.000 16,5.000-8.000-1,9.000-8.000-15,9.000-9.000 16,11.000-12.000-1,11.000-10.000-15,8.000-9.000 16,3.000-9.000 0,-3.000-3.000-1,-3.000-1.000-15,-9.000 5.000 16,-12.000 3.000 0,-9.000 7.000-16,-17.000 5.000 15,-10.000 5.000-15,-5.000-4.000 16,0.000-10.000-1,8.000-21.000-15,6.000 1.000 16</inkml:trace>
  <inkml:trace contextRef="#ctx0" brushRef="#br0">19571.000 4606.000 0,'18.000'24.000'0,"5.000"10.000"15,-4.000 4.000 1,-6.000-3.000-16,-10.000-12.000 16,-7.000-20.000-16,-2.000-10.000 15</inkml:trace>
  <inkml:trace contextRef="#ctx0" brushRef="#br0">19723.000 4521.000 0,'49.000'-9.000'0,"22.000"4.000"15,-2.000 8.000-15,-12.000 13.000 16,-14.000 11.000-1,-15.000 10.000 1,-21.000 5.000-16,-19.000 0.000 16,-18.000 0.000-1,-16.000-6.000-15,-8.000-12.000 16,-4.000-18.000-16,11.000-7.000 16</inkml:trace>
  <inkml:trace contextRef="#ctx0" brushRef="#br0">19681.000 4691.000 0,'56.000'-12.000'16,"16.000"-6.000"-16,-4.000 7.000 16,-13.000 13.000-1,-20.000 3.000-15,-35.000-5.000 16,3.000 6.000-1,-25.000 0.000-15,-2.000-1.000 16</inkml:trace>
  <inkml:trace contextRef="#ctx0" brushRef="#br0">19606.000 4829.000 0,'30.000'-5.000'0,"25.000"-3.000"16,12.000 1.000-16,2.000 0.000 15,-8.000-1.000 1,-16.000 3.000-16,-19.000 1.000 16,-21.000 3.000-1,-21.000 2.000-15,-27.000 7.000 16,-22.000 4.000 0,-17.000 0.000-16,-14.000 7.000 15,-2.000 6.000 1,16.000 11.000-16,24.000-7.000 15,26.000-8.000 1,33.000-9.000-16,35.000-11.000 16,33.000-7.000-1,32.000-5.000-15,18.000-2.000 16,2.000 0.000 0,-10.000 3.000-16,-19.000 3.000 15,-24.000 2.000 1,-28.000-3.000-16,-27.000 0.000 15,-30.000-1.000 1,-5.000 0.000-16</inkml:trace>
  <inkml:trace contextRef="#ctx0" brushRef="#br0">19622.000 5067.000 0,'0.000'0.000'15,"19.000"12.000"1,6.000 2.000-16,-6.000-2.000 16,-3.000-4.000-1,-1.000-7.000 1,6.000-5.000-16,6.000-10.000 0,4.000 0.000 16,1.000 0.000-1,0.000 4.000-15,-7.000 4.000 16,-6.000 8.000-1,-3.000 8.000-15,-10.000 10.000 16,-10.000 7.000 0,-18.000 4.000-16,-13.000 5.000 15,-10.000-5.000 1,-5.000-6.000-16,-1.000-7.000 16,10.000-13.000-1,11.000-6.000-15,14.000-7.000 16,15.000-5.000-1,12.000 1.000-15,6.000 2.000 16,6.000 6.000 0,4.000 7.000-16,1.000 11.000 15,-1.000 10.000 1,-1.000 8.000-16,-9.000 12.000 16,-11.000 2.000-1,-11.000 2.000-15,-11.000-3.000 16,-11.000-7.000-1,-5.000-11.000-15,-8.000-9.000 16,-2.000-12.000 0,2.000-14.000-16,7.000-11.000 15,12.000-6.000 1,15.000 1.000-16,15.000-1.000 16,15.000 9.000-1,11.000 5.000-15,6.000 8.000 16,3.000 7.000-1,-2.000 7.000-15,-7.000 5.000 16,-4.000 9.000 0,-6.000 2.000-16,-3.000 2.000 15,-5.000-2.000 1,-1.000-1.000 0,-1.000-7.000-16,2.000-8.000 15,8.000-18.000-15,13.000-19.000 16,11.000-15.000-16,-8.000 3.000 15</inkml:trace>
  <inkml:trace contextRef="#ctx0" brushRef="#br0">20379.000 5442.000 0,'0.000'0.000'0,"-10.000"-14.000"15</inkml:trace>
  <inkml:trace contextRef="#ctx0" brushRef="#br0">3226.000 6986.000 0,'0.000'0.000'0,"-13.000"29.000"16,-2.000 23.000 0,1.000 26.000-16,3.000 18.000 15,1.000 16.000 1,-3.000 7.000-1,2.000-5.000-15,2.000-21.000 16,4.000-26.000 0,1.000-28.000-16</inkml:trace>
  <inkml:trace contextRef="#ctx0" brushRef="#br0">3359.000 7175.000 0,'59.000'-30.000'0,"31.000"-11.000"16,7.000 9.000 0,-9.000 17.000-16,-18.000 12.000 15,-18.000 12.000 1,-18.000 9.000-1,-22.000 10.000-15,-24.000 8.000 16,-26.000 1.000-16,-21.000-10.000 16,6.000-12.000-1</inkml:trace>
  <inkml:trace contextRef="#ctx0" brushRef="#br0">3485.000 7201.000 0,'9.000'27.000'16,"-2.000"29.000"-16,-7.000 27.000 15,-10.000 17.000-15,-2.000-4.000 16,-4.000-16.000 0,2.000-28.000-1,5.000-36.000-15,5.000-14.000 16</inkml:trace>
  <inkml:trace contextRef="#ctx0" brushRef="#br0">3636.000 6765.000 0,'0.000'0.000'0,"0.000"0.000"16,-2.000 49.000-1,-4.000 29.000-15,4.000 16.000 16,2.000 4.000 0,6.000-6.000-16,8.000-5.000 15,4.000-10.000 1,1.000-8.000-16,-1.000-8.000 16,-6.000-12.000-1,-8.000-12.000-15,-6.000-11.000 16,-6.000-9.000-1,-11.000-10.000-15,-9.000-14.000 16,-6.000-11.000 0,5.000-6.000-16,5.000 2.000 15,17.000 6.000 1,16.000 5.000-16,21.000 6.000 16,15.000 5.000-1,6.000 3.000-15,6.000 5.000 16,-5.000 5.000-1,-6.000 2.000-15,-11.000-3.000 16,-9.000 0.000 0,-12.000-3.000-16,-8.000-13.000 15,-6.000-18.000 1,0.000-6.000-16</inkml:trace>
  <inkml:trace contextRef="#ctx0" brushRef="#br0">4326.000 6902.000 0,'0.000'0.000'16,"4.000"30.000"0,-13.000 20.000-16,-12.000 4.000 15,-1.000-9.000 1</inkml:trace>
  <inkml:trace contextRef="#ctx0" brushRef="#br0">4217.000 7389.000 0,'9.000'33.000'0,"5.000"12.000"15,-3.000-8.000-15,-2.000-10.000 16,0.000-9.000-1,-9.000-18.000-15,6.000-9.000 16,-1.000-23.000 0,7.000-15.000-16,8.000-3.000 15,5.000 9.000 1,1.000 6.000-16,-1.000 12.000 16,-1.000 11.000-1,-4.000 9.000-15,3.000 10.000 16,-2.000 7.000-1,3.000 11.000-15,-5.000 4.000 16,-6.000 2.000 0,-7.000-2.000-16,-4.000-3.000 15,-5.000-5.000 1,-4.000-4.000-16,-2.000-9.000 16,-4.000-11.000-1,-2.000-13.000-15,-2.000-11.000 16,5.000-10.000-1,8.000-6.000-15,11.000-5.000 16,10.000-3.000 0,12.000-4.000-16,8.000-1.000 15,6.000 3.000 1,5.000 8.000-16,2.000 6.000 16,5.000 10.000-1,-3.000 13.000 1,-4.000 16.000-16,-6.000 23.000 15,-12.000 27.000-15,-11.000 25.000 16,-16.000 18.000 0,-9.000 10.000-1,-7.000 5.000-15,-3.000-5.000 16,-3.000-12.000-16,2.000-17.000 16,6.000-22.000-1,3.000-26.000-15,4.000-33.000 16,2.000-34.000-1,0.000-2.000-15</inkml:trace>
  <inkml:trace contextRef="#ctx0" brushRef="#br0">4713.000 7320.000 0,'18.000'26.000'0,"10.000"13.000"15,0.000 3.000 1,-4.000-13.000 0,-6.000-11.000-16</inkml:trace>
  <inkml:trace contextRef="#ctx0" brushRef="#br0">5143.000 6885.000 0,'37.000'-9.000'15,"22.000"-1.000"-15,6.000 4.000 16,-8.000 9.000-1,-10.000 8.000-15,-18.000 8.000 16,-18.000 9.000 0,-19.000 9.000-16,-21.000 4.000 15,-13.000 7.000 1,-5.000 2.000-16,0.000-5.000 16,11.000-4.000-1,13.000-9.000-15,11.000-7.000 16,14.000-8.000-1,16.000-7.000-15,12.000-5.000 16,7.000-1.000 0,5.000 1.000-16,-3.000 3.000 15,-3.000 7.000 1,-10.000 7.000-16,-9.000 10.000 16,-14.000 9.000-1,-11.000 6.000-15,-11.000 5.000 16,-6.000-1.000-1,0.000-10.000-15,-3.000-7.000 16,5.000-17.000 0,4.000-26.000-16,10.000-28.000 15,6.000-2.000 1</inkml:trace>
  <inkml:trace contextRef="#ctx0" brushRef="#br0">5655.000 6902.000 0,'0.000'0.000'0,"0.000"0.000"16,-10.000 20.000 0,-2.000 11.000-16,9.000 0.000 15,18.000-9.000 1,21.000-10.000-16,15.000-6.000 15,6.000-6.000 1,0.000-2.000-16,-10.000 4.000 16,-14.000 5.000-16,-12.000 8.000 31,-21.000 13.000-31,-27.000 12.000 0,-18.000 9.000 16,-10.000 3.000-1,0.000-2.000 1,9.000-7.000-16,15.000-10.000 15,15.000-10.000-15,23.000-8.000 16,19.000-8.000 0,21.000-3.000-16,10.000-4.000 15,2.000 3.000 1,-4.000 1.000-16,-7.000 3.000 16,-13.000 4.000-1,-15.000 2.000-15,-18.000 5.000 16,-13.000 1.000-1,-14.000-5.000-15,-7.000-5.000 16,-7.000-20.000 0,8.000-7.000-16</inkml:trace>
  <inkml:trace contextRef="#ctx0" brushRef="#br0">5864.000 7336.000 0,'-6.000'35.000'0,"-7.000"22.000"0,-8.000 10.000 16,0.000-2.000-1,8.000-11.000 1,9.000-14.000-16,13.000-15.000 16,19.000-19.000-16,20.000-20.000 15,16.000-19.000 1,8.000-6.000-16,-2.000 0.000 15,-11.000 11.000 1,-12.000 16.000-16,-19.000 18.000 16,-21.000 20.000-1,-22.000 14.000 1,-18.000 9.000-16,-4.000 0.000 16,-4.000-12.000-16,8.000-28.000 15,12.000-31.000 1,11.000-6.000-16</inkml:trace>
  <inkml:trace contextRef="#ctx0" brushRef="#br0">6336.000 6646.000 0,'0.000'0.000'0,"0.000"0.000"16,0.000 0.000-16,0.000 0.000 15,0.000 0.000 1,43.000 0.000-16,15.000 2.000 16,-3.000 0.000-1,-12.000 9.000-15,-12.000 11.000 16,-24.000 20.000-1,-21.000 22.000-15,-26.000 25.000 16,-22.000 32.000 0,-16.000 26.000-16,-8.000 15.000 15,7.000 5.000 1,6.000-10.000-16,17.000-24.000 16,14.000-34.000-1,21.000-36.000-15,21.000-63.000 16,0.000 4.000-1,14.000-49.000-15,11.000-35.000 16,-3.000 6.000 0</inkml:trace>
  <inkml:trace contextRef="#ctx0" brushRef="#br0">6244.000 7151.000 0,'80.000'-21.000'16,"40.000"-6.000"-16,4.000 3.000 16,-15.000 8.000-1,-23.000 4.000-15,-24.000 4.000 16,-21.000 4.000 0,-25.000 0.000-16,-23.000-3.000 15,-23.000-9.000 1,-20.000-7.000-16,-12.000-5.000 15,11.000 7.000 1</inkml:trace>
  <inkml:trace contextRef="#ctx0" brushRef="#br0">6454.000 7038.000 0,'0.000'47.000'0,"0.000"22.000"15,-1.000-2.000 1,-1.000-12.000-16,5.000-19.000 15,5.000-32.000 1,1.000-13.000-16</inkml:trace>
  <inkml:trace contextRef="#ctx0" brushRef="#br0">6731.000 6851.000 0,'-12.000'35.000'0,"-6.000"23.000"16,2.000 7.000 0,9.000 1.000-16,11.000 0.000 15,13.000-3.000 1,9.000-7.000 0,6.000-6.000-16,1.000 1.000 15,-4.000-5.000-15,-11.000-2.000 16,-15.000-5.000-1,-22.000 1.000 1,-23.000-3.000-16,-22.000-5.000 16,-15.000-9.000-1,1.000-13.000-15,12.000-17.000 16,21.000-10.000 0,23.000-7.000-16,27.000-1.000 15,23.000 6.000 1,19.000 9.000-16,13.000 10.000 15,7.000 10.000 1,0.000 6.000-16,-8.000 6.000 16,-11.000 1.000-1,-10.000 0.000-15,-10.000-7.000 16,-9.000-3.000 0,-8.000-12.000-16,-3.000-17.000 15,-2.000-23.000-15,-4.000 1.000 16</inkml:trace>
  <inkml:trace contextRef="#ctx0" brushRef="#br0">7462.000 7217.000 0,'0.000'0.000'0,"0.000"0.000"16,0.000 0.000-1</inkml:trace>
  <inkml:trace contextRef="#ctx0" brushRef="#br0">7454.000 7551.000 0,'0.000'0.000'0,"0.000"0.000"16</inkml:trace>
  <inkml:trace contextRef="#ctx0" brushRef="#br0">8800.000 7006.000 0,'0.000'0.000'16,"20.000"1.000"-1,12.000 2.000-15,4.000-4.000 16,2.000-2.000 0,3.000-2.000-16,-1.000 0.000 15,2.000-1.000-15,-3.000 1.000 16,-4.000-2.000-1,-3.000 3.000-15,-5.000 1.000 16,-5.000 0.000 0,-6.000 3.000-16,-4.000-1.000 15,-12.000 1.000 1,0.000 0.000-16,0.000 0.000 16,8.000 0.000-1,-8.000 0.000-15,0.000 0.000 16,0.000 0.000-16,0.000 0.000 15,0.000 0.000 1,0.000 0.000-16,0.000 0.000 16,0.000 0.000-1,0.000 0.000-15,0.000 0.000 16,5.000 5.000 0,-3.000 5.000-16,-3.000 1.000 15,-2.000 5.000-15,0.000 6.000 16,-2.000 10.000-1,-3.000 9.000-15,-4.000 7.000 16,0.000 7.000 0,-1.000 3.000-16,0.000 1.000 15,-3.000-2.000 1,3.000-2.000-16,2.000-2.000 16,4.000-1.000-1,0.000-4.000-15,0.000-1.000 16,1.000-2.000-1,-4.000-2.000-15,1.000-4.000 16,-1.000-8.000 0,-2.000-16.000-16,3.000-9.000 15</inkml:trace>
  <inkml:trace contextRef="#ctx0" brushRef="#br0">8883.000 7883.000 0,'0.000'0.000'15,"29.000"-4.000"-15,15.000-4.000 16,6.000-1.000 0,1.000 1.000-16,-4.000 4.000 15,-10.000 3.000 1,-6.000-2.000-16,-11.000-1.000 15</inkml:trace>
  <inkml:trace contextRef="#ctx0" brushRef="#br0">10935.000 7158.000 0,'0.000'0.000'16,"-9.000"-12.000"-1,-9.000-5.000-15,-4.000-1.000 16,-2.000 0.000 0,-1.000 2.000-16,-2.000 2.000 15,-2.000 7.000 1,-3.000-2.000-16,1.000 8.000 16,-4.000 1.000-16,-2.000 6.000 15,-2.000-1.000 1,5.000 5.000-16,1.000 6.000 31,-2.000 3.000-31,0.000 5.000 16,-2.000 9.000-16,0.000 9.000 15,-6.000 0.000-15,0.000 3.000 16,-4.000 5.000 0,0.000-3.000-16,-3.000-4.000 15,-1.000-4.000 1,2.000-5.000-1,1.000-10.000-15,1.000-6.000 16,4.000-9.000-16,4.000-5.000 16,4.000-8.000-1,5.000-6.000 1,2.000-4.000-16,4.000-5.000 16,6.000 0.000-16,4.000-6.000 31,7.000-4.000-31,6.000-1.000 0,7.000-2.000 15,6.000-4.000 1,6.000 4.000 0,3.000 4.000-16,2.000 2.000 15,1.000 3.000 1,1.000 7.000-16,3.000 6.000 16,-1.000 2.000-16,1.000 4.000 15,1.000 7.000 1,-1.000 6.000-16,1.000 3.000 15,1.000 5.000 1,2.000 2.000-16,1.000 1.000 16,4.000 8.000-1,2.000 0.000-15,1.000 4.000 16,3.000 5.000 0,-1.000-1.000-16,1.000 0.000 15,3.000 2.000 1,0.000-4.000-1,2.000-3.000-15,1.000-3.000 16,1.000-7.000-16,3.000-3.000 16,0.000-4.000-1,0.000-5.000-15,0.000-7.000 16,-6.000-9.000 0,-11.000-2.000-16</inkml:trace>
  <inkml:trace contextRef="#ctx0" brushRef="#br0">11785.000 6885.000 0,'-17.000'41.000'15,"-12.000"28.000"1,-5.000 13.000-16,-3.000 9.000 16,-4.000 2.000-1,-4.000-3.000-15,3.000-8.000 16,4.000-7.000-1,5.000-9.000-15,8.000-12.000 16,4.000-11.000 0,7.000-12.000-16,7.000-16.000 15,2.000-22.000 1,2.000-4.000-16</inkml:trace>
  <inkml:trace contextRef="#ctx0" brushRef="#br0">11793.000 6953.000 0,'0.000'0.000'0,"16.000"15.000"15,7.000 16.000 1,1.000 16.000-16,-1.000 13.000 16,-8.000 5.000-1,-5.000 9.000 1,-5.000 1.000-16,-2.000 1.000 16,0.000-4.000-1,0.000-6.000-15,-2.000-5.000 16,-1.000-13.000-16,-1.000-8.000 15,-2.000-15.000 1,-2.000-13.000-16,1.000-18.000 16,-1.000-4.000-1</inkml:trace>
  <inkml:trace contextRef="#ctx0" brushRef="#br0">11625.000 7422.000 0,'22.000'-1.000'0,"11.000"-2.000"16,8.000-2.000-1,-1.000-1.000-15,-7.000-11.000 16,-8.000 2.000-1</inkml:trace>
  <inkml:trace contextRef="#ctx0" brushRef="#br0">11996.000 6773.000 0,'0.000'0.000'0,"23.000"-1.000"16,9.000 6.000-1,3.000 4.000-15,-5.000 6.000 16,-9.000 2.000 0,-10.000 9.000-16,-13.000 5.000 15,-11.000 4.000-15,-10.000-5.000 16,-1.000-2.000 0,6.000-3.000-16,4.000-9.000 15,6.000-4.000 1,8.000-4.000-16,8.000-1.000 15,10.000-4.000 1,9.000-2.000-16,4.000 1.000 16,-3.000 1.000-1,-1.000-2.000-15,-5.000-1.000 16,-5.000-3.000 0,-6.000 0.000-16</inkml:trace>
  <inkml:trace contextRef="#ctx0" brushRef="#br0">12592.000 7704.000 0,'-25.000'52.000'0,"-5.000"11.000"16</inkml:trace>
  <inkml:trace contextRef="#ctx0" brushRef="#br0">13173.000 7312.000 0,'0.000'0.000'15,"8.000"-22.000"-15,10.000-7.000 16,5.000 4.000-1,7.000 4.000-15,3.000 12.000 16,4.000 1.000 0,-5.000 9.000-16,-6.000 9.000 15,-5.000 6.000 1,-4.000 12.000-16,-10.000 8.000 16,-8.000 9.000-1,-5.000 3.000-15,-3.000 5.000 16,-1.000-4.000-1,4.000-3.000-15,4.000-5.000 16,4.000-6.000 0,4.000-8.000-16,9.000-6.000 15,5.000-13.000 1,8.000-9.000 0,3.000-10.000-16,3.000-10.000 15,0.000-8.000-15,-1.000-11.000 16,4.000-6.000-1,-5.000-4.000-15,-3.000-5.000 16,-6.000 2.000 0,-2.000-1.000-1,-5.000-1.000-15,-3.000 5.000 16,-6.000-1.000 0,-7.000 4.000-16,0.000 9.000 15,-1.000 12.000 1,3.000 9.000-16,-2.000 8.000 15,-3.000-1.000-15,-1.000 1.000 16,0.000 2.000 0</inkml:trace>
  <inkml:trace contextRef="#ctx0" brushRef="#br0">13954.000 6799.000 0,'31.000'0.000'0,"7.000"10.000"15,0.000 1.000 1,-15.000 7.000-16,-12.000 3.000 16,-19.000 5.000-16,-10.000-1.000 15,-8.000 0.000 1,-1.000-2.000-16,5.000-4.000 15,7.000-5.000 1,9.000 1.000-16,15.000-7.000 16,19.000-1.000-1,16.000-1.000-15,12.000-8.000 16,2.000-10.000 0,-12.000-2.000-16</inkml:trace>
  <inkml:trace contextRef="#ctx0" brushRef="#br0">14358.000 7756.000 0,'0.000'0.000'15</inkml:trace>
  <inkml:trace contextRef="#ctx0" brushRef="#br0">3285.000 9052.000 0,'0.000'0.000'0,"0.000"0.000"16,0.000 0.000-16,20.000-1.000 15,19.000-2.000 1,5.000-5.000-16,8.000-1.000 16,-1.000-1.000-1,2.000-1.000-15,-2.000-3.000 16,-6.000 1.000-1,-3.000-3.000-15,-14.000-4.000 16,-9.000 3.000 0</inkml:trace>
  <inkml:trace contextRef="#ctx0" brushRef="#br0">3687.000 8745.000 0,'0.000'0.000'16,"-10.000"34.000"-1,-11.000 25.000-15,-14.000 17.000 16,-17.000 10.000 0,-8.000 2.000-16,-4.000-4.000 15,2.000-8.000 1,5.000-19.000-16,17.000-19.000 15</inkml:trace>
  <inkml:trace contextRef="#ctx0" brushRef="#br0">3461.000 9249.000 0,'9.000'33.000'0,"2.000"23.000"15,-2.000 7.000 1,-5.000-1.000-16,-1.000-6.000 16,-6.000-8.000-16,-2.000-21.000 15,1.000-11.000 1</inkml:trace>
  <inkml:trace contextRef="#ctx0" brushRef="#br0">3528.000 9367.000 0,'0.000'0.000'0,"0.000"0.000"16,32.000 4.000 0,14.000-1.000-1,6.000-1.000-15,-5.000-7.000 16,-4.000-8.000-16,-11.000-1.000 15</inkml:trace>
  <inkml:trace contextRef="#ctx0" brushRef="#br0">3729.000 9172.000 0,'0.000'0.000'0,"-1.000"31.000"16,0.000 22.000-16,1.000 8.000 16,3.000 0.000-1,1.000-9.000-15,0.000-11.000 16,1.000-26.000 0,0.000-12.000-16</inkml:trace>
  <inkml:trace contextRef="#ctx0" brushRef="#br0">4251.000 8651.000 0,'0.000'0.000'15,"0.000"0.000"-15,0.000 0.000 16,-26.000 31.000-1,-4.000 12.000-15,10.000 0.000 16,9.000-7.000 0,19.000-7.000-16,15.000-9.000 15,13.000-8.000 1,12.000 0.000-16,3.000-1.000 16,-8.000 2.000-1,-8.000 5.000 1,-13.000 9.000-16,-20.000 10.000 15,-21.000 6.000-15,-20.000 5.000 16,-19.000-1.000 0,-15.000-4.000-16,-6.000-11.000 15,7.000-15.000 1,15.000-18.000-16,18.000-8.000 16</inkml:trace>
  <inkml:trace contextRef="#ctx0" brushRef="#br0">4124.000 9043.000 0,'43.000'7.000'0,"23.000"4.000"16,15.000 5.000-1,2.000 3.000-15,-7.000 3.000 16,-9.000 2.000 0,-10.000-3.000-16,-13.000-8.000 15,-15.000-10.000 1,-12.000-3.000-16</inkml:trace>
  <inkml:trace contextRef="#ctx0" brushRef="#br0">4317.000 9300.000 0,'-3.000'26.000'0,"-4.000"9.000"15,0.000 0.000 1,4.000-9.000-16,1.000-8.000 16,6.000-7.000-1,4.000-16.000-15,6.000-12.000 16,8.000-7.000 0,4.000-3.000-16,1.000 7.000 15,3.000 6.000-15,0.000 12.000 16,-2.000 10.000-1,-4.000 7.000-15,-6.000 8.000 16,-10.000 6.000 0,-10.000 5.000-1,-10.000 1.000-15,-14.000-2.000 16,-8.000-5.000-16,-9.000-10.000 16,1.000-9.000-1,7.000-9.000-15,9.000-10.000 16,16.000-8.000-1,22.000-15.000-15,15.000-4.000 16,-1.000 6.000 0</inkml:trace>
  <inkml:trace contextRef="#ctx0" brushRef="#br0">5309.000 8686.000 0,'0.000'0.000'15,"-24.000"13.000"-15,-32.000 14.000 16,-20.000 8.000 0,-13.000 5.000-16,5.000 2.000 15,13.000-4.000 1,20.000-7.000 0,22.000-3.000-16,15.000 3.000 15,17.000 6.000-15,12.000 4.000 31,7.000 9.000-31,0.000 6.000 0,3.000 5.000 16,-4.000 1.000 0,-7.000-3.000-16,-4.000-4.000 15,-6.000-8.000 1,-2.000-10.000 0,-6.000-18.000-16,-6.000-20.000 15,2.000-7.000-15</inkml:trace>
  <inkml:trace contextRef="#ctx0" brushRef="#br0">4939.000 9026.000 0,'42.000'-4.000'0,"24.000"-8.000"16,12.000-2.000-16,1.000 2.000 15,0.000-1.000 1,1.000 0.000 0,-1.000 4.000-16,-8.000 2.000 15,-9.000 7.000 1,-9.000 10.000-16,-11.000 10.000 16,-7.000 18.000-16,-14.000 15.000 15,-9.000 12.000 1,-11.000 10.000-1,-7.000 1.000-15,-2.000-2.000 16,-2.000-6.000 0,0.000-11.000-16,1.000-11.000 15,-4.000-14.000 1,1.000-10.000-16,-4.000-13.000 16,-7.000-12.000-16,-10.000-16.000 15,-4.000-14.000 1,-3.000-9.000-16,1.000-8.000 15,6.000 0.000 1,6.000 0.000-16,7.000 4.000 16,8.000 5.000-1,9.000 3.000-15,9.000 7.000 16,9.000 8.000 0,8.000 11.000-16,10.000 12.000 15,3.000 9.000 1,-5.000 8.000-16,-7.000 4.000 15,-9.000 4.000 1,-14.000-1.000-16,-17.000-1.000 16,-9.000-2.000-1,-12.000-7.000-15,-3.000-9.000 16,0.000-10.000 0,10.000-15.000-16,9.000 1.000 15</inkml:trace>
  <inkml:trace contextRef="#ctx0" brushRef="#br0">6008.000 8915.000 0,'11.000'63.000'0,"1.000"31.000"16,-4.000 10.000-1,-3.000-8.000 1,-5.000-17.000-16,-4.000-17.000 16,0.000-18.000-1,0.000-18.000-15,2.000-21.000 16,1.000-28.000-16,-2.000-21.000 15,4.000-17.000 1,-1.000-11.000-16,0.000-3.000 16,2.000 1.000-1,0.000 4.000-15,0.000 5.000 16,2.000 5.000 0,6.000 6.000-16,7.000 7.000 15,8.000 5.000 1,13.000 3.000-16,15.000 3.000 15,11.000 5.000 1,8.000 3.000-16,5.000 5.000 16,-4.000 4.000-1,-5.000 5.000-15,-6.000 7.000 16,-11.000 2.000 0,-12.000 7.000-16,-11.000 11.000 15,-9.000 10.000 1,-9.000 14.000-16,-9.000 17.000 15,0.000 21.000 1,-3.000 15.000-16,1.000 17.000 16,3.000 7.000-1,0.000 5.000-15,1.000-6.000 16,4.000-8.000 0,-1.000-16.000-16,-3.000-10.000 15,-7.000-18.000 1,-6.000-17.000-16,-7.000-23.000 15,-6.000-23.000 1,-9.000-31.000-16,-8.000-28.000 16,-8.000-23.000-1,-4.000-5.000-15,-1.000 2.000 16,-1.000 11.000 0,10.000 19.000-16</inkml:trace>
  <inkml:trace contextRef="#ctx0" brushRef="#br0">6176.000 9120.000 0,'26.000'-30.000'16,"21.000"-7.000"-1,3.000 8.000-15,0.000 12.000 16,-6.000 14.000 0,-14.000 9.000-16,-10.000 5.000 15,-13.000 7.000 1,-13.000 4.000-16,-14.000 4.000 15,-11.000 2.000 1,-6.000-1.000-16,8.000-5.000 16,8.000-3.000-16,6.000-4.000 15,14.000 2.000 1,10.000-1.000-16,9.000-2.000 16,0.000 1.000-1,0.000-1.000-15,-3.000-1.000 16,-12.000-2.000-1,-12.000 2.000-15,-9.000-4.000 16,-8.000-4.000 0,-3.000-11.000-16,11.000-19.000 15,17.000-24.000-15,21.000-18.000 16,6.000 7.000 0</inkml:trace>
  <inkml:trace contextRef="#ctx0" brushRef="#br0">6974.000 8865.000 0,'0.000'34.000'16,"-3.000"17.000"-16,2.000 6.000 16,3.000-4.000-1,12.000-10.000 1,10.000-13.000-16,13.000-18.000 15,6.000-15.000 1,7.000-20.000-16,-1.000-15.000 16,-4.000-14.000-1,-11.000-8.000-15,-13.000-2.000 16,-17.000 11.000 0,-18.000 17.000-16,-3.000 19.000 15,-6.000 18.000-15,-4.000 22.000 16,1.000 28.000-1,1.000 25.000-15,3.000 19.000 16,3.000 7.000 0,3.000-2.000-1,6.000-14.000 1,6.000-23.000-16,7.000-27.000 16,8.000-33.000-16,1.000-10.000 15</inkml:trace>
  <inkml:trace contextRef="#ctx0" brushRef="#br0">7362.000 8745.000 0,'8.000'18.000'16,"7.000"9.000"-16,1.000 5.000 15,9.000-1.000 1,6.000-2.000-16,7.000-7.000 16,9.000-4.000-1,-5.000-3.000 1,-5.000-5.000-16,-13.000-1.000 16,-15.000 6.000-16,-23.000 7.000 15,-22.000 6.000 1,-19.000 3.000-16,-6.000 4.000 15,5.000-1.000 1,13.000-3.000-16,20.000-6.000 16,25.000-4.000-1,28.000-9.000-15,24.000-10.000 16,18.000-6.000 0,7.000-6.000-16,-6.000-3.000 15,-13.000 0.000 1,-17.000 1.000-16,-21.000-6.000 15,-22.000-4.000 1,-26.000-10.000-16,-18.000-13.000 16,-13.000-16.000-1,10.000 8.000-15</inkml:trace>
  <inkml:trace contextRef="#ctx0" brushRef="#br0">7480.000 8770.000 0,'21.000'19.000'0,"6.000"18.000"16,-4.000 16.000-16,-17.000 17.000 15,-18.000 12.000 1,-15.000 2.000-16,-5.000-1.000 16,2.000-5.000-1,7.000-11.000-15,14.000-10.000 16,11.000-13.000-1,16.000-12.000-15,17.000-14.000 16,14.000-12.000 0,10.000-12.000-16,3.000-4.000 15,-2.000-5.000 1,-6.000-9.000-16,-14.000 1.000 16</inkml:trace>
  <inkml:trace contextRef="#ctx0" brushRef="#br0">7866.000 9513.000 0,'22.000'0.000'16,"6.000"-2.000"-16,-10.000-8.000 15,-9.000-2.000 1</inkml:trace>
  <inkml:trace contextRef="#ctx0" brushRef="#br0">8220.000 9026.000 0,'69.000'-8.000'0,"25.000"-2.000"16,-3.000-1.000-1,-17.000 1.000-15,-21.000-1.000 16,-17.000-5.000 0,-14.000-5.000-16,-9.000 3.000 15</inkml:trace>
  <inkml:trace contextRef="#ctx0" brushRef="#br0">8421.000 8745.000 0,'0.000'0.000'16,"0.000"27.000"0,3.000 28.000-16,-7.000 17.000 15,0.000 14.000 1,-3.000 4.000-16,-2.000-2.000 15,2.000-12.000 1,3.000-18.000-16,11.000-18.000 16,11.000-16.000-1,7.000-21.000-15,9.000-22.000 16,6.000-26.000 0,13.000-29.000-16,4.000-24.000 15,2.000-14.000 1,-2.000-11.000-16,-1.000 0.000 15,-3.000 11.000 1,-6.000 20.000-16,-13.000 24.000 16,-12.000 23.000-1,-9.000 21.000-15,-13.000 24.000 16,5.000 13.000 0,-2.000 25.000-16,4.000 22.000 15,2.000 17.000 1,6.000 7.000-16,12.000-2.000 15,9.000-1.000 1,8.000-5.000 0,3.000-2.000-16,-2.000-5.000 15,-7.000-3.000-15,-13.000-4.000 16,-21.000-1.000 0,-23.000 0.000-16,-26.000-6.000 15,-20.000-14.000 1,-8.000-16.000-16,7.000-27.000 15,9.000-28.000 1,13.000-25.000-16,13.000 3.000 16</inkml:trace>
  <inkml:trace contextRef="#ctx0" brushRef="#br0">8968.000 9052.000 0,'24.000'-3.000'16,"16.000"3.000"-1,-3.000 12.000-15,-10.000 10.000 16,-16.000 10.000-16,-9.000-4.000 16</inkml:trace>
  <inkml:trace contextRef="#ctx0" brushRef="#br0">8892.000 9333.000 0,'29.000'-8.000'16,"15.000"-10.000"0,6.000-11.000-16,0.000-19.000 15,-3.000-15.000 1,-12.000 8.000-16</inkml:trace>
  <inkml:trace contextRef="#ctx0" brushRef="#br0">9489.000 8669.000 0,'-8.000'20.000'16,"-9.000"15.000"-16,-2.000 3.000 15,5.000-1.000 1,16.000-10.000-16,16.000-10.000 15,18.000-10.000-15,14.000-9.000 16,8.000-4.000 0,1.000-2.000-1,0.000 1.000-15,-6.000 6.000 16,-6.000 13.000-16,-7.000 13.000 16,-14.000 18.000-1,-12.000 16.000-15,-13.000 16.000 16,-11.000 16.000-1,-12.000 5.000-15,-6.000-1.000 16,-3.000-12.000 0,0.000-19.000-16,2.000-20.000 15,6.000-25.000 1,6.000-13.000-16</inkml:trace>
  <inkml:trace contextRef="#ctx0" brushRef="#br0">9523.000 9035.000 0,'0.000'0.000'0,"26.000"4.000"16,8.000 7.000-1,-8.000 0.000-15,-8.000-3.000 16</inkml:trace>
  <inkml:trace contextRef="#ctx0" brushRef="#br0">9405.000 9300.000 0,'28.000'0.000'16,"19.000"-6.000"-16,6.000-6.000 15,-11.000-2.000-15</inkml:trace>
  <inkml:trace contextRef="#ctx0" brushRef="#br0">10910.000 8463.000 0,'-53.000'16.000'0,"-39.000"12.000"15,-17.000 12.000 1,4.000 3.000-16,7.000 0.000 16,18.000-2.000-1,20.000-11.000-15,27.000-17.000 16,16.000-10.000-1</inkml:trace>
  <inkml:trace contextRef="#ctx0" brushRef="#br0">10490.000 8660.000 0,'66.000'17.000'0,"28.000"9.000"0,-1.000 2.000 16,-12.000 3.000-1,-22.000-6.000 1,-19.000-6.000-16,-14.000-18.000 16,-12.000-7.000-16</inkml:trace>
  <inkml:trace contextRef="#ctx0" brushRef="#br0">10465.000 8933.000 0,'-10.000'47.000'15,"-8.000"20.000"-15,-2.000-2.000 16,8.000-17.000 0,9.000-28.000-16,3.000-13.000 15</inkml:trace>
  <inkml:trace contextRef="#ctx0" brushRef="#br0">10683.000 8907.000 0,'10.000'33.000'0,"6.000"31.000"15,-8.000 24.000-15,-11.000 28.000 16,-14.000 19.000-1,-11.000 1.000 1,1.000-25.000-16,3.000-34.000 16</inkml:trace>
  <inkml:trace contextRef="#ctx0" brushRef="#br0">11591.000 8463.000 0,'0.000'0.000'15,"0.000"0.000"-15,-33.000-9.000 16,-28.000 0.000-1,-16.000 4.000 1,-1.000 7.000-16,14.000 6.000 16,16.000 4.000-1,15.000 6.000-15,9.000 6.000 16,14.000 14.000-16,8.000 19.000 16,4.000 21.000-1,0.000 24.000 1,-12.000 18.000-16,-7.000 12.000 15,-3.000-5.000 1,0.000-13.000-16,4.000-17.000 16,3.000-21.000-1,2.000-21.000-15,1.000-23.000 16,0.000-25.000 0,6.000-38.000-16,1.000-37.000 15,4.000-28.000 1,6.000-17.000-16,2.000 19.000 15</inkml:trace>
  <inkml:trace contextRef="#ctx0" brushRef="#br0">11230.000 8770.000 0,'68.000'-8.000'15,"29.000"-3.000"-15,0.000 7.000 16,-12.000 6.000-1,-22.000 3.000-15,-20.000-1.000 16,-16.000-4.000 0</inkml:trace>
  <inkml:trace contextRef="#ctx0" brushRef="#br0">11499.000 8651.000 0,'0.000'0.000'0,"-3.000"36.000"16,-15.000 20.000-1,-16.000 5.000-15,-17.000-4.000 16,-9.000-15.000 0,0.000-20.000-16,12.000-14.000 15</inkml:trace>
  <inkml:trace contextRef="#ctx0" brushRef="#br0">11289.000 8907.000 0,'18.000'30.000'0,"12.000"21.000"16,0.000 11.000 0,-6.000 3.000-16,-12.000-1.000 15,-9.000-10.000 1,-7.000-19.000-16,-2.000-14.000 15</inkml:trace>
  <inkml:trace contextRef="#ctx0" brushRef="#br0">11474.000 8984.000 0,'24.000'-7.000'15,"19.000"1.000"1,6.000 5.000-16,-1.000 10.000 16,-7.000 12.000-16,-9.000 10.000 15,-10.000 3.000 1,-12.000 2.000-16,-15.000-4.000 16,-10.000-7.000-1,-12.000-11.000-15,1.000-8.000 16</inkml:trace>
  <inkml:trace contextRef="#ctx0" brushRef="#br0">11524.000 9078.000 0,'0.000'0.000'16,"12.000"21.000"0,1.000 19.000-16,-11.000 14.000 15,-14.000 4.000 1,-16.000-4.000-16,-8.000-15.000 15,5.000-12.000 1</inkml:trace>
  <inkml:trace contextRef="#ctx0" brushRef="#br0">11549.000 9232.000 0,'57.000'32.000'0,"19.000"14.000"16,-7.000 2.000-16,-19.000-8.000 16,-14.000-21.000-1,-14.000-14.000-15</inkml:trace>
  <inkml:trace contextRef="#ctx0" brushRef="#br0">12181.000 8874.000 0,'20.000'39.000'0,"4.000"20.000"16,-5.000 3.000-1,-16.000-8.000-15,-7.000-18.000 16,-4.000-14.000-1</inkml:trace>
  <inkml:trace contextRef="#ctx0" brushRef="#br0">12331.000 8890.000 0,'52.000'-4.000'0,"23.000"0.000"15,-3.000 4.000 1,-5.000 6.000-16,-15.000 3.000 16,-17.000 4.000-1,-19.000 1.000-15,-17.000 4.000 16,-19.000 5.000 0,-28.000 4.000-16,-16.000 3.000 15,-8.000 1.000 1,5.000 1.000-16,13.000-9.000 15,17.000-4.000 1,15.000-4.000-16,27.000-2.000 16,23.000-8.000-1,25.000-4.000-15,19.000-5.000 16,3.000-2.000 0,-5.000 2.000-16,-13.000 1.000 15,-16.000 2.000 1,-13.000-4.000-16,-17.000-6.000 15,-19.000-8.000 1,-19.000-8.000-16,-15.000-15.000 16,-9.000-15.000-1,9.000 7.000-15</inkml:trace>
  <inkml:trace contextRef="#ctx0" brushRef="#br0">12449.000 8592.000 0,'16.000'33.000'0,"2.000"29.000"15,-4.000 26.000 1,-9.000 20.000-16,-9.000 17.000 16,-4.000 4.000-1,0.000-6.000 1,5.000-12.000-16,5.000-18.000 15,4.000-25.000-15,0.000-24.000 16</inkml:trace>
  <inkml:trace contextRef="#ctx0" brushRef="#br0">13004.000 9522.000 0</inkml:trace>
  <inkml:trace contextRef="#ctx0" brushRef="#br0">14720.000 8566.000 0,'0.000'0.000'0,"0.000"0.000"16,0.000 0.000-1,0.000 0.000-15,31.000-20.000 16,29.000-5.000 0,10.000 3.000-16,3.000 10.000 15,-4.000 10.000 1,-13.000 9.000-16,-10.000 8.000 16,-16.000 13.000-1,-19.000 7.000-15,-16.000 6.000 16,-18.000 4.000-1,-12.000-2.000-15,-2.000-3.000 16,5.000-15.000 0,6.000-12.000-16</inkml:trace>
  <inkml:trace contextRef="#ctx0" brushRef="#br0">15493.000 8651.000 0,'0.000'0.000'15,"-6.000"24.000"-15,-19.000 18.000 16,-17.000 9.000 0,-21.000 0.000-1,-16.000 1.000-15,-7.000-2.000 16,5.000-3.000-16,13.000-10.000 15,22.000-11.000 1,19.000-13.000-16,20.000-2.000 16,22.000-8.000-1,25.000-3.000 1,23.000-4.000-16,13.000-6.000 16,5.000-2.000-16,-4.000-3.000 15,-7.000 3.000 1,-14.000 3.000-16,-15.000 5.000 15,-16.000 0.000 1,-12.000 3.000-16,-16.000-3.000 16,-18.000-8.000-1,-15.000-10.000-15,-16.000-15.000 16,-2.000-10.000 0,9.000 6.000-16</inkml:trace>
  <inkml:trace contextRef="#ctx0" brushRef="#br0">15182.000 8651.000 0,'9.000'44.000'16,"3.000"33.000"0,-4.000 30.000-16,-9.000 19.000 15,-10.000 8.000 1,-7.000 1.000-16,-3.000-15.000 15,4.000-26.000 1,9.000-32.000-16,5.000-23.000 16</inkml:trace>
  <inkml:trace contextRef="#ctx0" brushRef="#br0">15544.000 8686.000 0,'99.000'-29.000'0,"33.000"-1.000"16,-7.000 14.000-1,-28.000 16.000-15,-27.000 15.000 16,-29.000 9.000-1,-29.000 8.000-15,-29.000 5.000 16,-31.000 4.000 0,-24.000-7.000-16,-14.000-9.000 15,14.000-10.000 1</inkml:trace>
  <inkml:trace contextRef="#ctx0" brushRef="#br0">15686.000 9052.000 0,'25.000'40.000'0,"11.000"18.000"16,-1.000 2.000-16,-7.000-7.000 15,-6.000-15.000 1,-6.000-17.000-16,-9.000-25.000 16,-5.000-8.000-1</inkml:trace>
  <inkml:trace contextRef="#ctx0" brushRef="#br0">15880.000 8967.000 0,'56.000'-16.000'0,"33.000"-5.000"15,10.000 7.000 1,-5.000 8.000-16,-10.000 13.000 15,-10.000 13.000 1,-18.000 14.000 0,-19.000 11.000-16,-22.000 11.000 15,-22.000 5.000-15,-22.000 1.000 16,-24.000-9.000 0,-14.000-19.000-16,10.000-13.000 15</inkml:trace>
  <inkml:trace contextRef="#ctx0" brushRef="#br0">16015.000 8984.000 0,'8.000'35.000'0,"2.000"22.000"16,-3.000 6.000-1,-6.000-5.000-15,-6.000-17.000 16,-2.000-15.000 0</inkml:trace>
  <inkml:trace contextRef="#ctx0" brushRef="#br0">16149.000 8915.000 0,'12.000'25.000'0,"1.000"18.000"16,-6.000 10.000-1,-8.000 6.000 1,-9.000-4.000-16,-5.000-12.000 16,-1.000-15.000-16,-2.000-16.000 15,4.000-19.000 1,5.000-14.000-16,5.000-8.000 15,3.000 3.000 1,-2.000 4.000-16,3.000 9.000 16,0.000 5.000-1,0.000 8.000-15,-1.000 4.000 16,0.000 11.000 0,-2.000 5.000-16,0.000-1.000 15,2.000-3.000-15,3.000-7.000 16,9.000-9.000-1,10.000-21.000-15,16.000-24.000 16,13.000-16.000 0,10.000-12.000-1,5.000-6.000-15,0.000 1.000 16,-2.000 8.000-16,-3.000 13.000 16,-8.000 15.000-1,-10.000 18.000-15,-4.000 23.000 16,-5.000 20.000-1,-8.000 26.000-15,-7.000 20.000 16,-7.000 16.000 0,-9.000 9.000-1,-8.000-3.000-15,0.000-10.000 16,0.000-15.000-16,2.000-15.000 16,-1.000-19.000-1,5.000-28.000-15,-8.000 0.000 16,2.000-29.000-1,7.000-22.000-15,8.000-14.000 16,13.000-4.000 0,15.000 3.000-16,13.000 9.000 15,9.000 11.000 1,10.000 13.000-16,0.000 13.000 16,1.000 16.000-1,-7.000 5.000-15,-14.000 8.000 16,-16.000 0.000-1,-15.000 6.000-15,-18.000 0.000 16,-21.000-1.000 0,-15.000-7.000-16,-15.000-12.000 15,-10.000-10.000 1,-1.000 2.000-16,7.000 7.000 16,13.000 9.000-1,16.000 6.000-15,10.000 12.000 16,12.000 12.000-1,7.000 17.000-15,3.000 11.000 16,-1.000 6.000 0,-4.000 2.000-16,-7.000-3.000 15,-7.000-7.000 1,-3.000-14.000 0,0.000-22.000-16,0.000-28.000 15,8.000-30.000-15,8.000-31.000 16,12.000-25.000-1,7.000-7.000-15,5.000-5.000 16,5.000 6.000 0,2.000 7.000-16,3.000 15.000 15,-3.000 13.000 1,-3.000 16.000-16,-7.000 15.000 16,-7.000 15.000-1,-6.000 16.000-15,-6.000 25.000 16,-7.000 23.000-1,-2.000 18.000-15,-2.000 8.000 16,6.000 8.000 0,11.000-7.000-16,7.000-3.000 15,8.000-9.000 1,4.000-5.000-16,1.000-10.000 16,-5.000-10.000-1,-7.000-8.000-15,-7.000-9.000 16,-12.000-5.000-1,-15.000-9.000-15,-7.000-10.000 16,-7.000-6.000 0,5.000-6.000-16,5.000 2.000 15,9.000 3.000 1,13.000 5.000-16,15.000 2.000 16,15.000 3.000-1,14.000 3.000-15,11.000 2.000 16,0.000 3.000-16,-4.000-1.000 15,-8.000-6.000 1,-11.000-7.000-16,-11.000-15.000 16,-9.000 0.000-1</inkml:trace>
  <inkml:trace contextRef="#ctx0" brushRef="#br0">17587.000 9325.000 0,'0.000'0.000'15</inkml:trace>
  <inkml:trace contextRef="#ctx0" brushRef="#br0">19496.000 8446.000 0,'0.000'0.000'0,"0.000"0.000"16,-4.000 32.000-1,-12.000 25.000-15,-10.000 19.000 16,-10.000 17.000 0,-5.000 7.000-16,-3.000 6.000 15,2.000 1.000 1,3.000-9.000-16,9.000-20.000 16,10.000-24.000-1,10.000-26.000-15,7.000-28.000 16,3.000-10.000-1</inkml:trace>
  <inkml:trace contextRef="#ctx0" brushRef="#br0">19606.000 8506.000 0,'0.000'0.000'0,"15.000"36.000"16,4.000 29.000-1,6.000 17.000-15,-4.000 14.000 16,-2.000 4.000 0,-4.000 3.000-1,-5.000-9.000-15,-2.000-12.000 16,-2.000-15.000-16,0.000-16.000 15,-3.000-19.000 1,-3.000-32.000-16,-1.000 11.000 16</inkml:trace>
  <inkml:trace contextRef="#ctx0" brushRef="#br0">19353.000 9018.000 0,'44.000'-8.000'16,"25.000"-5.000"0,7.000 1.000-16,-8.000-1.000 15,-11.000 1.000-15,-17.000-1.000 16</inkml:trace>
  <inkml:trace contextRef="#ctx0" brushRef="#br0">20320.000 8515.000 0,'0.000'0.000'0,"25.000"4.000"16,12.000 2.000-1,8.000 2.000-15,0.000 1.000 16,-4.000 3.000 0,-4.000 5.000-16,-10.000 4.000 15,-12.000 9.000 1,-16.000 11.000-16,-20.000 12.000 15,-18.000 10.000 1,-14.000-2.000-16,-6.000-9.000 16,4.000-15.000-1,11.000-15.000-15,15.000-20.000 16,11.000-9.000 0</inkml:trace>
  <inkml:trace contextRef="#ctx0" brushRef="#br0">20497.000 8857.000 0,'0.000'0.000'16,"13.000"30.000"-16,6.000 20.000 15,-7.000 9.000 1,-8.000-1.000-16,-8.000-9.000 16,-5.000-10.000-1,-2.000-18.000-15,5.000-12.000 16</inkml:trace>
  <inkml:trace contextRef="#ctx0" brushRef="#br0">20665.000 8874.000 0,'0.000'0.000'0,"19.000"18.000"16,4.000 10.000-1,0.000 1.000-15,-9.000-8.000 16,-14.000-21.000-16,6.000 5.000 16</inkml:trace>
  <inkml:trace contextRef="#ctx0" brushRef="#br0">21094.000 8301.000 0,'0.000'0.000'0,"-18.000"25.000"16,-7.000 13.000-1,-1.000-5.000-15,9.000-4.000 16,20.000-9.000-1,20.000-12.000-15,17.000-6.000 16,11.000-5.000 0,3.000-1.000-16,-4.000 4.000 15,-9.000 5.000 1,-16.000 10.000-16,-14.000 15.000 16,-15.000 17.000-1,-19.000 8.000-15,-14.000 5.000 16,-6.000-7.000-1,6.000-6.000-15,8.000-20.000 16,17.000-27.000 0,9.000-11.000-16</inkml:trace>
  <inkml:trace contextRef="#ctx0" brushRef="#br0">21405.000 8592.000 0,'13.000'30.000'0,"0.000"15.000"16,-9.000 5.000 0,-14.000 1.000-16,-11.000-9.000 15,-7.000-18.000 1,5.000-13.000-16</inkml:trace>
  <inkml:trace contextRef="#ctx0" brushRef="#br0">21043.000 8669.000 0,'0.000'0.000'16,"42.000"-5.000"-16,26.000-2.000 15,12.000-3.000 1,5.000 2.000-16,0.000 1.000 15,-10.000 4.000 1,-15.000 2.000-16,-18.000 6.000 16,-22.000 9.000-1,-23.000 10.000-15,-29.000 13.000 16,-22.000 7.000 0,-15.000 3.000-16,-3.000-2.000 15,9.000-6.000 1,15.000-8.000-16,19.000-12.000 15,23.000-8.000 1,25.000-6.000-16,19.000-5.000 16,17.000 0.000-1,4.000 1.000-15,-2.000 3.000 16,-10.000 5.000 0,-10.000 3.000-16,-17.000 9.000 15,-19.000 8.000 1,-21.000 4.000-16,-22.000-1.000 15,-15.000-5.000 1,-7.000-7.000-16,-3.000-14.000 16,3.000-10.000-1,10.000-10.000-15,14.000-4.000 16,13.000-4.000 0,11.000-2.000-16,11.000 2.000 15,8.000 7.000 1,10.000 5.000-16,8.000 8.000 15,11.000 11.000 1,12.000 8.000-16,5.000 8.000 16,6.000 4.000-1,-1.000 1.000-15,2.000 5.000 16,-7.000-2.000 0,-6.000-5.000-16,-9.000-4.000 15,-8.000-6.000-15,-12.000-17.000 16,-6.000-5.000-1</inkml:trace>
  <inkml:trace contextRef="#ctx0" brushRef="#br0">21850.000 9232.000 0,'0.000'0.000'16,"0.000"0.000"-16</inkml:trace>
  <inkml:trace contextRef="#ctx0" brushRef="#br0">14871.000 10350.000 0,'0.000'0.000'0,"0.000"0.000"15,0.000 0.000 1,29.000-14.000-16,17.000-5.000 15,13.000 1.000-15,1.000 2.000 16,-2.000 6.000 0,-8.000 6.000-16,-13.000 7.000 15,-16.000 10.000 1,-21.000 12.000-16,-22.000 13.000 16,-24.000 15.000-1,-16.000 7.000-15,-3.000-4.000 16,8.000-12.000-1,17.000-14.000-15,17.000-9.000 16,16.000-4.000 0,15.000-3.000-16,17.000-6.000 15,14.000-4.000 1,12.000-4.000-16,5.000 0.000 16,-3.000-4.000-1,-6.000-3.000-15,-9.000-4.000 16,-11.000-4.000-1,-8.000 1.000-15</inkml:trace>
  <inkml:trace contextRef="#ctx0" brushRef="#br0">15149.000 10494.000 0,'0.000'0.000'16,"-7.000"44.000"-16,-4.000 26.000 15,1.000 15.000 1,4.000 0.000-16,5.000-9.000 16,5.000-18.000-1,6.000-17.000-15,9.000-23.000 16,7.000-19.000 0,10.000-25.000-1,6.000-19.000-15,2.000-22.000 16,-7.000-12.000-16,-12.000 15.000 15</inkml:trace>
  <inkml:trace contextRef="#ctx0" brushRef="#br0">15401.000 10460.000 0,'0.000'0.000'0,"28.000"-13.000"15,22.000-6.000 1,14.000-1.000-16,5.000-1.000 15,-1.000 4.000 1,-4.000 1.000-16,-10.000 2.000 16,-16.000 5.000-1,-14.000 2.000-15,-13.000 2.000 16,-23.000-2.000 0,-21.000-12.000-16,-18.000-14.000 15,-31.000-11.000 1,5.000 6.000-16</inkml:trace>
  <inkml:trace contextRef="#ctx0" brushRef="#br0">15501.000 10008.000 0,'0.000'0.000'0,"0.000"0.000"15,0.000 0.000-15,0.000 0.000 16,0.000 0.000-1,17.000 4.000-15,4.000 2.000 16,-1.000 2.000 0,-3.000 5.000-16,-1.000 3.000 15,0.000 2.000 1,-3.000 7.000-16,2.000 14.000 16,-4.000 17.000-1,0.000 20.000-15,-4.000 28.000 16,-3.000 25.000-1,-2.000 15.000-15,-3.000 3.000 16,-3.000-8.000 0,-1.000-16.000-16,0.000-27.000 15,-1.000-27.000 1,-1.000-31.000-16,-5.000-29.000 16,1.000-12.000-1</inkml:trace>
  <inkml:trace contextRef="#ctx0" brushRef="#br0">15442.000 10733.000 0,'15.000'16.000'15,"6.000"4.000"1,6.000-3.000-16,6.000-9.000 15,1.000-13.000 1,6.000-17.000-16,4.000-14.000 16,3.000-6.000-1,-2.000 4.000 1,-1.000 12.000-16,-6.000 13.000 16,-7.000 18.000-16,-5.000 17.000 15,-9.000 18.000 1,-8.000 12.000-16,-8.000 5.000 15,-9.000-1.000 1,-2.000-10.000-16,-3.000-18.000 16,1.000-25.000-1,2.000-33.000-15,2.000-4.000 16</inkml:trace>
  <inkml:trace contextRef="#ctx0" brushRef="#br0">15905.000 10025.000 0,'0.000'0.000'16,"0.000"0.000"-16,0.000 0.000 16,9.000 27.000-1,0.000 4.000-15</inkml:trace>
  <inkml:trace contextRef="#ctx0" brushRef="#br0">16250.000 10238.000 0,'31.000'-13.000'0,"18.000"-4.000"16,6.000 5.000-16,-3.000 9.000 15,-10.000 8.000 1,-13.000 13.000-16,-19.000 13.000 16,-21.000 11.000-1,-22.000 8.000-15,-19.000 4.000 16,-17.000-1.000 0,-3.000 0.000-16,3.000-12.000 15,15.000-11.000 1,15.000-9.000-16,21.000 5.000 15,17.000 3.000 1,12.000 1.000-16,14.000 9.000 16,3.000 8.000-1,0.000 2.000-15,-3.000 4.000 16,-7.000-3.000 0,-6.000-6.000-16,-7.000-11.000 15,-8.000-16.000 1,-5.000-22.000-16,0.000-9.000 15</inkml:trace>
  <inkml:trace contextRef="#ctx0" brushRef="#br0">16250.000 10665.000 0,'31.000'-12.000'0,"25.000"-8.000"16,17.000-3.000-1,7.000 1.000 1,6.000 4.000-16,-4.000 8.000 16,-5.000 7.000-1,-7.000 9.000-15,-13.000 12.000 16,-17.000 13.000 0,-21.000 14.000-16,-18.000 6.000 15,-19.000 2.000-15,-18.000-7.000 16,-11.000-14.000-1,-8.000-23.000-15,10.000-9.000 16</inkml:trace>
  <inkml:trace contextRef="#ctx0" brushRef="#br0">16444.000 10657.000 0,'0.000'0.000'0,"-1.000"37.000"16,1.000 16.000 0,-2.000 1.000-16,1.000-14.000 15,0.000-15.000 1</inkml:trace>
  <inkml:trace contextRef="#ctx0" brushRef="#br0">16611.000 10588.000 0,'0.000'0.000'15,"5.000"29.000"-15,-2.000 20.000 16,-8.000 10.000 0,-2.000 2.000-16,-5.000-6.000 15,-7.000-13.000 1,0.000-20.000-16,3.000-20.000 15,5.000-8.000-15</inkml:trace>
  <inkml:trace contextRef="#ctx0" brushRef="#br0">16494.000 10733.000 0,'0.000'0.000'0,"0.000"0.000"16,0.000 0.000-1,0.000 0.000-15,-9.000 24.000 16,-3.000 12.000-1,2.000 4.000-15,4.000-4.000 16,8.000-8.000 0,9.000-14.000-16,10.000-17.000 15,17.000-22.000-15,11.000-26.000 16,10.000-15.000 0,4.000-9.000-16,1.000-4.000 15,-1.000 0.000 1,-2.000 7.000-1,-4.000 10.000-15,-7.000 18.000 16,-10.000 20.000 0,-6.000 21.000-16,-6.000 28.000 15,-6.000 32.000 1,-11.000 23.000 0,-9.000 21.000-16,-8.000 9.000 15,-5.000-3.000-15,2.000-16.000 16,3.000-25.000-1,5.000-23.000-15,3.000-25.000 16,2.000-24.000 0,3.000-26.000-16,1.000-28.000 15,-3.000-20.000 1,-3.000 11.000-16</inkml:trace>
  <inkml:trace contextRef="#ctx0" brushRef="#br0">17166.000 10546.000 0,'54.000'-20.000'16,"28.000"-5.000"0,11.000 3.000-16,-2.000 8.000 15,-6.000 7.000 1,-16.000 6.000-16,-19.000 6.000 16,-19.000 5.000-1,-24.000 5.000-15,-27.000 6.000 16,-28.000-1.000-16,-18.000-5.000 15,-12.000-9.000 1,0.000-5.000-16,11.000-3.000 16,15.000 4.000-1,16.000 6.000-15,17.000 2.000 16,12.000 11.000 0,10.000 16.000-16,5.000 18.000 15,-2.000 18.000 1,-3.000 10.000-16,-7.000 2.000 15,-8.000-10.000 1,-4.000-21.000 0,3.000-24.000-16,2.000-28.000 15,5.000-36.000 1,5.000-29.000-16,6.000-33.000 16,4.000-23.000-1,7.000-13.000-15,-9.000 4.000 16,15.000 14.000-16,9.000 20.000 15,1.000 27.000 1,-3.000 29.000-16,-6.000 21.000 16,-9.000 11.000-1,-14.000 6.000-15,10.000 6.000 16,3.000 21.000 0,0.000 23.000-16,1.000 16.000 15,0.000 12.000 1,3.000 7.000-16,3.000-1.000 15,-1.000-5.000 1,-1.000-8.000-16,-6.000-10.000 16,-5.000-11.000-1,-12.000-9.000 1,-14.000-10.000-16,-12.000-13.000 16,-12.000-15.000-16,-4.000-10.000 15,7.000-6.000 1,10.000-3.000-16,16.000-1.000 15,17.000 2.000 1,17.000 2.000 0,21.000 1.000-16,15.000 4.000 15,10.000 5.000-15,6.000 5.000 16,-1.000 4.000 0,-5.000 4.000-16,-10.000 1.000 15,-12.000 0.000 1,-14.000-3.000-16,-10.000-2.000 15,-10.000-8.000 1,-6.000-19.000-16,-4.000-23.000 16,0.000-18.000-1,1.000 5.000-15</inkml:trace>
  <inkml:trace contextRef="#ctx0" brushRef="#br0">18243.000 10503.000 0,'26.000'7.000'16,"1.000"7.000"-16,-11.000 5.000 15,-10.000-4.000 1</inkml:trace>
  <inkml:trace contextRef="#ctx0" brushRef="#br0">18344.000 10844.000 0,'0.000'0.000'16,"8.000"8.000"-16,2.000 2.000 15</inkml:trace>
  <inkml:trace contextRef="#ctx0" brushRef="#br0">19488.000 10170.000 0,'-12.000'27.000'0,"-10.000"20.000"16,-9.000 21.000-1,-9.000 13.000-15,-4.000 15.000 16,-3.000 7.000 0,0.000 1.000-1,7.000-16.000-15,12.000-20.000 16,8.000-28.000-16,8.000-18.000 16</inkml:trace>
  <inkml:trace contextRef="#ctx0" brushRef="#br0">19529.000 10187.000 0,'0.000'0.000'15,"13.000"34.000"1,5.000 27.000-16,5.000 23.000 16,4.000 19.000-1,-3.000 6.000-15,-4.000-12.000 16,-2.000-14.000 0,-7.000-13.000-16,-3.000-14.000 15,-3.000-19.000 1,-3.000-16.000-16</inkml:trace>
  <inkml:trace contextRef="#ctx0" brushRef="#br0">19344.000 10648.000 0,'0.000'0.000'16,"29.000"-11.000"0,18.000-6.000-16,6.000-9.000 15,-8.000 2.000 1</inkml:trace>
  <inkml:trace contextRef="#ctx0" brushRef="#br0">20387.000 10085.000 0,'-13.000'40.000'15,"-11.000"22.000"-15,-3.000 2.000 16,3.000-8.000-1,9.000-13.000-15,8.000-14.000 16,14.000-10.000 0,10.000-10.000-16,12.000-9.000 15,8.000-4.000-15,5.000-1.000 16,4.000 1.000 0,5.000-3.000-1,-2.000 5.000-15,-4.000 4.000 16,-2.000 7.000-1,-5.000 3.000-15,-10.000 8.000 16,-10.000 10.000-16,-13.000 13.000 16,-10.000 14.000-1,-12.000 8.000 1,-10.000 3.000-16,-2.000-6.000 16,0.000-7.000-1,5.000-13.000-15,6.000-14.000 16,7.000-14.000-16,1.000-9.000 15,-2.000-9.000 1,-3.000-13.000-16,-5.000-18.000 16,5.000 0.000-1</inkml:trace>
  <inkml:trace contextRef="#ctx0" brushRef="#br0">20480.000 10246.000 0,'0.000'0.000'0,"33.000"-9.000"16,18.000-3.000 0,5.000 2.000-16,-3.000 6.000 15,-4.000 3.000-15,-12.000-1.000 16,-11.000 2.000-1</inkml:trace>
  <inkml:trace contextRef="#ctx0" brushRef="#br0">20228.000 10605.000 0,'0.000'0.000'0,"42.000"-8.000"0,21.000-14.000 16,-7.000 0.000-1</inkml:trace>
  <inkml:trace contextRef="#ctx0" brushRef="#br0">21346.000 10196.000 0,'0.000'0.000'0,"0.000"0.000"15,21.000-10.000 1,14.000-4.000-16,4.000-1.000 15,2.000 2.000 1,-5.000 4.000 0,-6.000 3.000-16,-11.000 6.000 15,-8.000 9.000-15,-12.000 11.000 16,-14.000 12.000 0,-13.000 3.000-16,-5.000 0.000 15,3.000-8.000 1,5.000-4.000-16,9.000-9.000 15,7.000-5.000 1,9.000-9.000-16,5.000 3.000 16,11.000-3.000-1,6.000-2.000-15,0.000-3.000 16,1.000 4.000 0,0.000 7.000-16,-11.000 11.000 15,-16.000 11.000-15,-13.000 12.000 16,-16.000 10.000-1,-5.000 9.000 1,-5.000 2.000 0,5.000-6.000-16,10.000-10.000 15,15.000-12.000-15,13.000-9.000 16,12.000-13.000-16,11.000-10.000 16,9.000-13.000-1,5.000-10.000-15,4.000-9.000 16,1.000-7.000-1,-5.000-2.000-15,-6.000 3.000 16,-8.000 7.000 0,-9.000 11.000-16,-5.000 13.000 15,-2.000 11.000 1,-5.000 11.000-16,-1.000 8.000 16,-1.000 5.000-1,2.000-2.000-15,1.000-3.000 16,4.000-6.000-1,4.000-9.000-15,5.000-17.000 16,6.000-15.000 0,1.000-17.000-16,1.000-10.000 15,4.000 0.000 1,-3.000 8.000-16,-4.000 13.000 16,-9.000 12.000-1,-3.000 9.000-15,1.000 12.000 16,-4.000 12.000-1,0.000 6.000-15,-2.000 4.000 16,-1.000-1.000 0,-1.000-3.000-16,0.000-12.000 15,4.000-14.000 1,-1.000-5.000-16</inkml:trace>
  <inkml:trace contextRef="#ctx0" brushRef="#br0">21977.000 10017.000 0,'0.000'0.000'16,"13.000"40.000"-1,7.000 41.000-15,-2.000 30.000 16,-5.000 20.000-16,-10.000 8.000 15,-9.000-7.000 1,-3.000-16.000-16,3.000-25.000 16,0.000-25.000-1,0.000-25.000-15,-8.000-21.000 16,-4.000-32.000 0,-7.000-33.000-16,-5.000-31.000 15,6.000 6.000 1</inkml:trace>
  <inkml:trace contextRef="#ctx0" brushRef="#br0">22430.000 10068.000 0,'13.000'76.000'0,"0.000"48.000"16,-6.000 16.000 0,-6.000-7.000-16,-4.000-23.000 15,-3.000-28.000 1,2.000-31.000 0,0.000-27.000-16,2.000-27.000 15,1.000-10.000-15</inkml:trace>
  <inkml:trace contextRef="#ctx0" brushRef="#br0">22548.000 10212.000 0,'41.000'-27.000'16,"25.000"-10.000"-1,3.000 6.000-15,-4.000 11.000 16,-5.000 10.000 0,-7.000 8.000-16,-9.000 9.000 15,-12.000 6.000 1,-11.000 5.000-16,-14.000-1.000 16,-16.000 6.000-16,-21.000 1.000 15,-16.000-4.000 1,-13.000-10.000-16,10.000-6.000 15</inkml:trace>
  <inkml:trace contextRef="#ctx0" brushRef="#br0">22591.000 10246.000 0,'6.000'39.000'16,"1.000"33.000"-16,-4.000 25.000 15,-7.000 12.000 1,-3.000 0.000-16,-6.000-19.000 15,2.000-26.000 1,2.000-26.000-16,4.000-35.000 16,4.000-33.000-1,1.000-4.000-15</inkml:trace>
  <inkml:trace contextRef="#ctx0" brushRef="#br0">22733.000 9863.000 0,'0.000'0.000'15,"0.000"0.000"-15,20.000 30.000 16,11.000 28.000 0,4.000 25.000-16,-3.000 15.000 15,-5.000 5.000 1,-8.000-5.000-16,-5.000-10.000 15,-8.000-13.000 1,-9.000-15.000-16,-9.000-14.000 16,-7.000-12.000-1,-8.000-16.000 1,-5.000-18.000-16,1.000-15.000 16,8.000-9.000-16,15.000-2.000 15,20.000 4.000 1,18.000 6.000-16,15.000 9.000 15,7.000 4.000 1,3.000 5.000-16,-1.000 2.000 16,-4.000 2.000-1,-13.000-5.000-15,-9.000-5.000 16,-15.000-14.000-16,-17.000-20.000 16,-3.000-21.000-1,1.000 4.000 1</inkml:trace>
  <inkml:trace contextRef="#ctx0" brushRef="#br0">23280.000 9931.000 0,'17.000'98.000'15,"-1.000"60.000"-15,-13.000 21.000 16,-7.000-4.000 0,-7.000-22.000-16,1.000-31.000 15,4.000-33.000 1,6.000-33.000-16,3.000-31.000 16,3.000-36.000-1,0.000-38.000-15,-3.000-38.000 16,0.000-40.000-1,-8.000-15.000-15,-2.000 27.000 16</inkml:trace>
  <inkml:trace contextRef="#ctx0" brushRef="#br0">23423.000 9837.000 0,'18.000'-20.000'0,"4.000"-7.000"16,-5.000 6.000-16,-3.000 8.000 16,-6.000 7.000-1,-8.000 6.000-15,0.000 0.000 16,8.000-2.000 0,-1.000 5.000-16,-7.000-3.000 15,6.000 5.000 1,3.000 0.000-16,2.000-3.000 15,5.000 2.000 1,1.000-4.000-16,1.000-4.000 16,1.000 2.000-1,2.000-1.000-15,3.000 2.000 16,2.000 0.000 0,-2.000 3.000-16,0.000 5.000 15,-4.000 3.000-15,-2.000 5.000 16,-5.000 10.000-1,-11.000 16.000-15,-16.000 19.000 16,-16.000 21.000 0,-16.000 20.000-1,-7.000 18.000-15,-4.000 10.000 16,-2.000-2.000 0,8.000-17.000-16,11.000-22.000 15,11.000-29.000 1,12.000-22.000-16</inkml:trace>
  <inkml:trace contextRef="#ctx0" brushRef="#br0">23869.000 10042.000 0,'0.000'0.000'0,"0.000"0.000"16,-29.000 32.000 0,-24.000 14.000-16,-7.000-1.000 15,11.000-7.000 1,13.000-10.000-16,16.000-8.000 16,17.000-2.000-1,15.000-2.000-15,12.000 0.000 16,11.000 2.000-1,0.000 0.000-15,-1.000-2.000 16,-8.000-2.000 0,-7.000 1.000-16,-8.000 2.000 15,-9.000 1.000-15,-11.000 4.000 16,-7.000 0.000 0,-3.000-1.000-16,4.000-3.000 15,8.000-4.000 1,5.000-4.000-16,10.000-2.000 15,7.000-1.000 1,8.000 0.000-16,8.000 8.000 16,4.000 6.000-1,0.000 9.000-15,-2.000 6.000 16,-9.000 3.000 0,-9.000 2.000-16,-12.000-3.000 15,-9.000-3.000 1,-11.000-8.000-16,-9.000-9.000 15,-2.000-16.000 1,-1.000-13.000-16,1.000-14.000 16,9.000-11.000-1,14.000-5.000-15,17.000-3.000 16,12.000 0.000 0,15.000 5.000-16,4.000 4.000 15,3.000 0.000 1,-2.000-3.000-16,-9.000 7.000 15</inkml:trace>
  <inkml:trace contextRef="#ctx0" brushRef="#br0">24256.000 10060.000 0,'0.000'0.000'0,"13.000"13.000"16,5.000 7.000-16,-3.000 1.000 15,-6.000-5.000 1,-9.000-16.000-16,9.000-1.000 16,2.000-16.000-1,8.000-10.000-15,10.000-2.000 16,2.000-2.000-1,1.000 5.000-15,-5.000 6.000 16,-3.000 7.000 0,-3.000 9.000-16,-4.000 13.000 15,-4.000 12.000-15,-11.000 12.000 32,-13.000 11.000-32,-12.000 5.000 15,-10.000 5.000-15,-3.000-3.000 16,3.000-7.000-1,7.000-10.000-15,7.000-9.000 16,9.000-5.000 0,10.000-8.000-16,6.000 1.000 15,1.000-1.000 1,2.000 6.000-16,-5.000 7.000 16,-5.000 13.000-1,-9.000 10.000-15,-3.000 5.000 16,-2.000 1.000-1,5.000-6.000-15,6.000-10.000 16,2.000-10.000 0,8.000-12.000-16,12.000-19.000 15,11.000-25.000 1,12.000-23.000 0,8.000-22.000-16,3.000-14.000 15,-1.000-5.000-15,-9.000 0.000 16,-12.000 22.000-1</inkml:trace>
  <inkml:trace contextRef="#ctx0" brushRef="#br0">24709.000 10060.000 0,'0.000'0.000'0,"0.000"0.000"16,0.000 0.000 0,0.000 0.000-16,31.000 8.000 15,15.000 6.000 1,4.000 5.000-16,-4.000 6.000 15,-11.000 6.000 1,-17.000 12.000-16,-21.000 14.000 16,-26.000 14.000-1,-16.000 9.000-15,-3.000-2.000 16,3.000-3.000 0,11.000-10.000-16,14.000-10.000 15,20.000-13.000 1,17.000-15.000-16,11.000-14.000 15,13.000-15.000 1,7.000-15.000-16,0.000-9.000 16,-2.000-12.000-1,-13.000 5.000-15</inkml:trace>
  <inkml:trace contextRef="#ctx0" brushRef="#br0">24835.000 10281.000 0,'44.000'-5.000'0,"6.000"7.000"15,-13.000 12.000-15,-24.000 17.000 16,-27.000 8.000-1,-17.000 7.000-15,0.000-5.000 16,6.000-8.000 0,11.000-8.000-1,12.000-9.000-15,15.000-10.000 16,15.000-11.000-16,14.000-15.000 16,11.000-16.000-1,4.000-20.000 1,-1.000-18.000-16,-5.000-15.000 15,-15.000 15.000-15</inkml:trace>
  <inkml:trace contextRef="#ctx0" brushRef="#br0">25374.000 9684.000 0,'17.000'-13.000'16,"2.000"3.000"0,-11.000 11.000-16,-18.000 8.000 15,-7.000 3.000-15</inkml:trace>
  <inkml:trace contextRef="#ctx0" brushRef="#br0">25138.000 9863.000 0,'45.000'-7.000'16,"29.000"-3.000"-16,13.000-1.000 16,-1.000 4.000-1,-12.000 2.000-15,-14.000 3.000 16,-15.000 9.000 0,-18.000 7.000-16,-17.000 11.000 15,-27.000 12.000 1,-20.000 12.000-1,-13.000 8.000-15,0.000-2.000 16,6.000-3.000-16,14.000-6.000 16,16.000-8.000-1,21.000-8.000-15,17.000-7.000 16,13.000-9.000 0,9.000-9.000-16,3.000-3.000 15,1.000-2.000 1,-7.000 3.000-16,-12.000 2.000 15,-10.000 8.000-15,-12.000 4.000 16,-15.000 4.000 0,-14.000 0.000-16,-11.000-3.000 15,-10.000-12.000 1,-4.000-15.000-16,9.000-5.000 16</inkml:trace>
  <inkml:trace contextRef="#ctx0" brushRef="#br0">25719.000 9966.000 0,'-51.000'41.000'0,"-21.000"15.000"16,-3.000-5.000-16,9.000-25.000 15,16.000-12.000 1</inkml:trace>
  <inkml:trace contextRef="#ctx0" brushRef="#br0">25441.000 10017.000 0,'43.000'25.000'15,"15.000"12.000"1,-8.000 7.000-16,-12.000 1.000 16,-14.000-10.000-1</inkml:trace>
  <inkml:trace contextRef="#ctx0" brushRef="#br0">25290.000 10426.000 0,'0.000'43.000'0,"0.000"31.000"16,0.000 11.000 0,0.000-3.000-16,-1.000-9.000 15,0.000-19.000-15,0.000-20.000 16</inkml:trace>
  <inkml:trace contextRef="#ctx0" brushRef="#br0">25298.000 10520.000 0,'37.000'-19.000'16,"31.000"-10.000"-1,18.000 3.000-15,9.000 6.000 16,3.000 11.000 0,-4.000 11.000-16,-12.000 8.000 15,-17.000 10.000 1,-19.000 10.000-16,-19.000 9.000 16,-26.000 4.000-1,-26.000-3.000-15,-21.000-8.000 16,-14.000-15.000-1,8.000-12.000-15</inkml:trace>
  <inkml:trace contextRef="#ctx0" brushRef="#br0">25601.000 10298.000 0,'-12.000'50.000'16,"-8.000"22.000"0,-1.000-6.000-16,7.000-14.000 15,9.000-19.000 1,17.000-18.000 0,19.000-13.000-16,17.000-9.000 15,11.000-3.000-15,-2.000 6.000 16,-8.000 6.000-1,-12.000 10.000-15,-17.000 13.000 16,-23.000 11.000 0,-23.000 2.000-16,-17.000-4.000 15,3.000-11.000 1</inkml:trace>
  <inkml:trace contextRef="#ctx0" brushRef="#br0">26391.000 10076.000 0,'27.000'52.000'0,"2.000"24.000"16,-12.000 9.000-16,-14.000-4.000 15,-9.000-14.000 1,-7.000-15.000-16,2.000-18.000 31,5.000-15.000-31,6.000-19.000 0,6.000-5.000 16,19.000-21.000 0,9.000-9.000-16,14.000 1.000 15,0.000 10.000 1,-3.000 13.000-16,-2.000 14.000 15,-5.000 16.000 1,-12.000 16.000-16,-9.000 9.000 16,-11.000 6.000-1,-11.000-4.000-15,-8.000-4.000 16,-7.000-13.000 0,-6.000-15.000-16,1.000-25.000 15,6.000-6.000-15</inkml:trace>
  <inkml:trace contextRef="#ctx0" brushRef="#br0">26509.000 10136.000 0,'32.000'-13.000'0,"33.000"-13.000"16,18.000 0.000-1,8.000 1.000 1,-1.000 7.000-16,-2.000 4.000 16,-10.000 5.000-16,-15.000 4.000 15,-20.000-2.000 1,-24.000 0.000-16,-25.000-8.000 16,-8.000 2.000-1</inkml:trace>
  <inkml:trace contextRef="#ctx0" brushRef="#br0">26677.000 9632.000 0,'37.000'58.000'15,"32.000"52.000"-15,8.000 39.000 16,10.000 30.000-1,-10.000 13.000-15,-1.000-1.000 16,3.000-11.000 0,-1.000-28.000-16,-8.000-27.000 15,-14.000-31.000 1,-15.000-34.000-16,-16.000-36.000 16,-21.000-40.000-1,-17.000-34.000 1,-13.000-39.000-16,-9.000-26.000 15,-2.000-11.000-15,-2.000 12.000 16,4.000 22.000 0,9.000 27.000-16,7.000 23.000 15,7.000 20.000 1,-3.000 10.000-16,1.000 12.000 16,-5.000 22.000-1,-8.000 16.000-15,-2.000 9.000 16,-3.000-4.000-1,1.000-13.000-15,-1.000-28.000 16,3.000-39.000 0,6.000-36.000-16,7.000 0.000 15</inkml:trace>
  <inkml:trace contextRef="#ctx0" brushRef="#br0">27114.000 9624.000 0,'0.000'0.000'16,"0.000"0.000"-1,24.000 28.000 1,7.000 12.000-16,-6.000-6.000 16</inkml:trace>
  <inkml:trace contextRef="#ctx0" brushRef="#br0">28074.000 9701.000 0,'-11.000'24.000'0,"-23.000"20.000"16,-21.000 6.000-1,-16.000 1.000-15,-4.000-9.000 16,8.000-10.000 0,20.000-11.000-16,16.000-7.000 15,17.000-1.000 1,14.000 3.000-16,11.000 7.000 15,10.000 7.000 1,2.000 8.000-16,-1.000 11.000 16,-3.000 13.000-1,-12.000 6.000-15,-8.000-2.000 16,-9.000-3.000 0,-4.000-15.000-16,-4.000-10.000 15,0.000-21.000 1,1.000-8.000-16</inkml:trace>
  <inkml:trace contextRef="#ctx0" brushRef="#br0">27871.000 10170.000 0,'61.000'-17.000'0,"18.000"-2.000"16,-10.000 14.000 0,-19.000 20.000-16,-22.000 20.000 15,-23.000 19.000 1,-20.000 11.000-16,-15.000-1.000 16,-8.000-13.000-1,-7.000-15.000 1,8.000-14.000-16</inkml:trace>
  <inkml:trace contextRef="#ctx0" brushRef="#br0">27947.000 10196.000 0,'0.000'0.000'15,"26.000"35.000"-15,17.000 23.000 16,3.000 7.000-1,0.000 0.000 1,-8.000-8.000-16,-5.000-10.000 31,-4.000-21.000-31,-8.000-12.000 0</inkml:trace>
  <inkml:trace contextRef="#ctx0" brushRef="#br0">28519.000 10033.000 0,'-1.000'48.000'16,"-4.000"27.000"-16,-1.000 11.000 15,6.000-5.000 1,5.000-10.000-1,7.000-14.000-15,10.000-18.000 16,10.000-14.000 0,8.000-12.000-16,8.000-21.000 15,2.000-15.000 1,0.000-19.000-16,-6.000-14.000 16,-11.000-12.000-1,-13.000 11.000-15</inkml:trace>
  <inkml:trace contextRef="#ctx0" brushRef="#br0">28721.000 10187.000 0,'-19.000'24.000'16,"-11.000"9.000"-16,3.000-1.000 16,5.000-8.000-1,7.000-9.000-15</inkml:trace>
  <inkml:trace contextRef="#ctx0" brushRef="#br0">29091.000 9786.000 0,'-1.000'69.000'0,"-8.000"41.000"16,-4.000 13.000-16,3.000-11.000 16,8.000-18.000-1,12.000-21.000 1,13.000-17.000-16,12.000-16.000 16,8.000-14.000-1,7.000-15.000-15,-1.000-10.000 16,-3.000-10.000-1,-6.000-8.000 1,-5.000-15.000-16,-11.000-15.000 16,-7.000 6.000-16</inkml:trace>
  <inkml:trace contextRef="#ctx0" brushRef="#br0">29300.000 10051.000 0,'-20.000'34.000'15,"-20.000"17.000"-15,-10.000 0.000 16,4.000-13.000 0</inkml:trace>
  <inkml:trace contextRef="#ctx0" brushRef="#br0">29721.000 10358.000 0,'0.000'0.000'0</inkml:trace>
  <inkml:trace contextRef="#ctx0" brushRef="#br0">22523.000 11151.000 0,'0.000'0.000'0,"7.000"20.000"16,5.000 10.000 0,3.000 2.000-16,7.000-5.000 15,5.000-5.000 1,6.000-8.000-16,3.000-11.000 16,5.000-6.000-1,2.000-1.000-15,-3.000-4.000 16,3.000-2.000-16,-2.000-2.000 15,1.000-1.000 1,7.000-1.000-16,3.000 0.000 16,0.000 0.000-1,1.000 4.000-15,3.000 3.000 16,0.000 3.000 0,-3.000 8.000-1,-2.000 2.000-15,-4.000 3.000 16,-1.000 0.000-16,3.000-8.000 15,5.000-6.000 1,5.000-9.000-16,8.000-6.000 16,6.000-5.000-1,2.000 2.000-15,0.000 6.000 16,-6.000 10.000 0,-8.000 10.000-16,-5.000 15.000 15,-10.000 8.000 1,-8.000 9.000-16,-4.000-7.000 15,1.000-9.000 1,7.000-11.000-16,9.000-13.000 16,9.000-10.000-1,9.000-7.000-15,5.000-4.000 16,5.000 1.000 0,-2.000 7.000-16,0.000 9.000 15,-6.000 5.000 1,-7.000 8.000-16,-7.000 6.000 15,-9.000 6.000 1,-7.000-1.000-16,-2.000-4.000 16,2.000-5.000-1,2.000-9.000-15,4.000-5.000 16,3.000-3.000 0,6.000-5.000-16,2.000-2.000 15,4.000 0.000 1,-2.000 6.000-16,-1.000 5.000 15,-5.000 5.000-15,-4.000 4.000 16,-7.000 2.000 0,-4.000 2.000-1,-1.000-6.000-15,0.000-2.000 16,6.000-6.000-16,5.000-3.000 16,1.000 0.000-1,2.000-1.000-15,-5.000 6.000 16,-7.000 1.000-1,-11.000 6.000-15,-7.000 3.000 16,-6.000-4.000-16,-1.000-5.000 16,6.000-21.000-1,-3.000-2.000-15</inkml:trace>
  <inkml:trace contextRef="#ctx0" brushRef="#br0">25853.000 8617.000 0,'31.000'18.000'0,"15.000"16.000"16,-2.000 11.000 0,-7.000 13.000-16,-11.000 10.000 15,-11.000 11.000 1,-12.000 5.000-16,-9.000-1.000 16,-10.000-8.000-1,-3.000-9.000-15,-1.000-15.000 16,5.000-19.000-1,5.000-17.000-15,3.000-15.000 16,7.000-18.000 0,9.000-21.000-16,7.000-16.000 15,8.000-13.000 1,3.000-5.000-16,4.000-2.000 16,7.000 5.000-1,-2.000 3.000-15,2.000 4.000 16,2.000 9.000-1,0.000 8.000-15,-1.000 12.000 16,1.000 9.000 0,1.000 11.000-16,0.000 12.000 15,-1.000 8.000 1,-4.000 1.000-16,-7.000-3.000 16</inkml:trace>
  <inkml:trace contextRef="#ctx0" brushRef="#br0">26761.000 8797.000 0,'0.000'13.000'0</inkml:trace>
  <inkml:trace contextRef="#ctx0" brushRef="#br0">20497.000 11714.000 0,'0.000'0.000'16,"0.000"0.000"-16,-16.000 32.000 16,-11.000 20.000-1,-5.000 12.000 1,-7.000 4.000-16,-2.000 7.000 15,-1.000 2.000-15,1.000 1.000 16,3.000-5.000 0,2.000-6.000-16,9.000-10.000 15,5.000-12.000 1,9.000-13.000-16,13.000-32.000 16,-1.000 4.000-1,4.000-10.000-15</inkml:trace>
  <inkml:trace contextRef="#ctx0" brushRef="#br0">20497.000 11783.000 0,'0.000'0.000'0,"0.000"0.000"16,0.000 0.000 0,13.000 28.000-16,9.000 25.000 15,-4.000 15.000 1,-2.000 10.000-16,-4.000 1.000 16,-3.000-4.000-1,-1.000-10.000-15,-1.000-9.000 16,-1.000-12.000-1,-3.000-13.000-15,-1.000-13.000 16</inkml:trace>
  <inkml:trace contextRef="#ctx0" brushRef="#br0">20328.000 12270.000 0,'0.000'0.000'15,"0.000"0.000"-15,0.000 0.000 16,0.000 0.000 0,25.000-6.000-16,14.000-5.000 15,7.000 2.000 1,-2.000 1.000-16,-3.000 1.000 15,-3.000-4.000 1,-3.000-5.000-16,-10.000 1.000 16</inkml:trace>
  <inkml:trace contextRef="#ctx0" brushRef="#br0">20824.000 12116.000 0,'0.000'0.000'0,"-6.000"38.000"16,-4.000 20.000-16,1.000-8.000 15</inkml:trace>
  <inkml:trace contextRef="#ctx0" brushRef="#br0">19521.000 12696.000 0,'0.000'0.000'15,"0.000"0.000"-15,0.000 0.000 16,0.000 0.000-1,0.000 0.000-15,18.000-4.000 16,6.000 1.000 0,1.000 0.000-16,0.000 1.000 15,-1.000 1.000 1,1.000-2.000-16,2.000 0.000 16,0.000-1.000-1,4.000 3.000-15,0.000-2.000 16,2.000 0.000-1,2.000 1.000-15,0.000-1.000 16,4.000 2.000 0,1.000-2.000-16,6.000-3.000 15,0.000-1.000-15,4.000 2.000 16,-2.000 0.000 0,0.000 3.000-16,-2.000 2.000 15,2.000 2.000 1,-1.000-2.000-16,0.000-1.000 15,4.000-2.000 1,1.000-2.000-16,4.000 1.000 16,0.000-3.000-1,0.000 3.000-15,0.000 1.000 16,-4.000 2.000 0,2.000 0.000-16,-2.000 1.000 15,0.000 0.000 1,-1.000-2.000-16,-1.000-1.000 15,-5.000 3.000 1,2.000 2.000-16,-4.000-3.000 16,-4.000 0.000-1,-1.000 1.000-15,-6.000 2.000 16,-7.000-2.000 0,-1.000 0.000-16,-2.000 2.000 15,-5.000 1.000-15,-1.000-1.000 16,-4.000-1.000-1,-1.000-2.000-15,-6.000 1.000 16</inkml:trace>
  <inkml:trace contextRef="#ctx0" brushRef="#br0">20405.000 12867.000 0,'0.000'0.000'16,"0.000"0.000"-1,0.000 0.000-15,-8.000 23.000 16,-5.000 19.000 0,-8.000 13.000-16,-4.000 12.000 15,-5.000 11.000 1,1.000 8.000-16,1.000-1.000 16,2.000-10.000-1,2.000-13.000-15,7.000-15.000 16,7.000-18.000-1,10.000-29.000-15,-6.000 3.000 16,3.000-13.000 0</inkml:trace>
  <inkml:trace contextRef="#ctx0" brushRef="#br0">20505.000 12909.000 0,'9.000'25.000'0,"9.000"23.000"16,0.000 17.000-1,3.000 18.000 1,-2.000 9.000-16,-6.000 4.000 15,-4.000-9.000 1,-4.000-12.000-16,1.000-15.000 16,-2.000-17.000-1,-1.000-19.000-15,-3.000-24.000 16,-7.000 0.000 0,-4.000-7.000-16</inkml:trace>
  <inkml:trace contextRef="#ctx0" brushRef="#br0">20354.000 13336.000 0,'0.000'0.000'0,"17.000"-1.000"16,14.000-5.000-16,6.000-3.000 15,-2.000-4.000 1,-8.000 3.000-16</inkml:trace>
  <inkml:trace contextRef="#ctx0" brushRef="#br0">20783.000 13243.000 0,'18.000'8.000'0,"11.000"2.000"16,3.000-2.000-16,-5.000 1.000 16,-3.000-1.000-1,-8.000 6.000-15,-10.000 4.000 16,-7.000 7.000-1,-11.000 8.000-15,-3.000 0.000 16,-2.000-3.000 0,7.000-4.000-16,8.000-5.000 15,14.000 0.000 1,13.000-7.000-16,11.000-10.000 16,10.000-13.000-1,0.000-14.000-15,-9.000-2.000 16</inkml:trace>
  <inkml:trace contextRef="#ctx0" brushRef="#br0">22044.000 12525.000 0,'0.000'0.000'0,"0.000"0.000"16,0.000 0.000-1,0.000 0.000-15,0.000 0.000 16,0.000 0.000 0,0.000 0.000-16,0.000 0.000 15,0.000 0.000-15,21.000-9.000 16,18.000 0.000-1,6.000-2.000-15,4.000 2.000 16,-2.000 4.000 0,0.000 2.000-16,-2.000 0.000 15,-2.000-2.000 1,-7.000 0.000-16,-6.000 4.000 16,-12.000 1.000-1,-18.000 0.000-15,4.000 5.000 16,-18.000 0.000-1,-16.000 0.000-15,3.000 0.000 16</inkml:trace>
  <inkml:trace contextRef="#ctx0" brushRef="#br0">21934.000 12755.000 0,'0.000'0.000'16,"36.000"-4.000"-1,24.000-3.000-15,12.000 0.000 16,-3.000-1.000 0,-3.000 3.000-16,-6.000-2.000 15,-4.000 6.000-15,-10.000-8.000 16,-15.000 0.000-1</inkml:trace>
  <inkml:trace contextRef="#ctx0" brushRef="#br0">23364.000 11783.000 0,'0.000'0.000'0,"0.000"0.000"16,0.000 0.000-1,14.000 23.000-15,5.000 18.000 16,-3.000 19.000 0,-4.000 9.000-16,-3.000 3.000 15,-5.000-2.000 1,-4.000-11.000 0,-3.000-14.000-16,0.000-11.000 15,2.000-11.000-15,0.000-11.000 16,1.000-12.000-1,0.000 0.000 1,0.000 0.000-16,-2.000-6.000 16,4.000-20.000-16,3.000-13.000 15,5.000-8.000 1,8.000-7.000-16,12.000 0.000 16,7.000 3.000-1,7.000-1.000-15,4.000 4.000 16,-1.000 9.000-1,-2.000 5.000-15,-4.000 9.000 16,-8.000 8.000 0,-7.000 7.000-16,-8.000 7.000 15,-18.000 3.000 1,8.000 1.000-16</inkml:trace>
  <inkml:trace contextRef="#ctx0" brushRef="#br0">23818.000 12159.000 0,'28.000'-4.000'16,"13.000"1.000"-16,-5.000 3.000 15,-7.000 8.000 1,-14.000 9.000 0,-16.000 7.000-16,-14.000 7.000 15,-8.000-1.000-15,-3.000-2.000 16,8.000-8.000-16,5.000-5.000 16,13.000-4.000-1,15.000-3.000-15,15.000-5.000 16,16.000-7.000-1,10.000-7.000-15,3.000-7.000 16,-12.000 2.000 0</inkml:trace>
  <inkml:trace contextRef="#ctx0" brushRef="#br0">22961.000 12687.000 0,'63.000'-1.000'16,"35.000"-2.000"-1,12.000-2.000-15,10.000-4.000 16,5.000 2.000-1,-1.000-1.000-15,-2.000 2.000 16,-6.000 2.000 0,-5.000 4.000-16,-9.000-1.000 15,-15.000 0.000 1,-19.000 1.000-16,-21.000 2.000 16,-25.000-2.000-16,-12.000 0.000 15</inkml:trace>
  <inkml:trace contextRef="#ctx0" brushRef="#br0">23574.000 12901.000 0,'18.000'33.000'16,"2.000"24.000"-1,-6.000 17.000-15,-8.000 11.000 16,-7.000 0.000-1,-4.000-4.000-15,-2.000-12.000 16,0.000-13.000 0,3.000-15.000-16,0.000-16.000 15,3.000-11.000 1,1.000-14.000-16,0.000 0.000 16,2.000-2.000-16,7.000-19.000 15,4.000-17.000 1,9.000-19.000-1,9.000-6.000-15,6.000 1.000 16,7.000 2.000 0,3.000 4.000-16,-1.000 6.000 15,-1.000 9.000 1,-2.000 6.000-16,-4.000 8.000 16,-2.000 8.000-1,-6.000 9.000-15,-9.000 9.000 16,-7.000 5.000-1,-6.000 1.000-15</inkml:trace>
  <inkml:trace contextRef="#ctx0" brushRef="#br0">24095.000 13396.000 0,'7.000'50.000'0,"-5.000"24.000"15,-8.000 6.000 1,-7.000-8.000 0,0.000-11.000-16,3.000-17.000 15,4.000-15.000-15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2:51:51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1845.000 14463.000 0,'-8.000'20.000'16,"-12.000"15.000"-16,-6.000 5.000 15,-7.000 4.000 1,-2.000 5.000 0,1.000 6.000-16,-8.000 5.000 15,5.000 6.000 1,0.000 4.000-16,4.000 9.000 15,5.000 2.000 1,4.000 4.000-16,9.000-3.000 16,7.000-9.000-1,9.000-7.000-15,6.000-9.000 16,5.000-6.000 0,4.000-7.000-16,1.000-7.000 15,1.000-5.000-15,4.000-8.000 16,-1.000-5.000-1,-9.000-11.000-15,-6.000-11.000 16,-2.000-3.000 0</inkml:trace>
  <inkml:trace contextRef="#ctx0" brushRef="#br0">1939.000 14813.000 0,'0.000'0.000'15,"-4.000"28.000"-15,-7.000 19.000 16,-4.000 8.000-1,-3.000 6.000-15,3.000 0.000 16,4.000-3.000 0,6.000-10.000-1,7.000-10.000-15,12.000-10.000 16,12.000-10.000-16,12.000-11.000 16,10.000-11.000-1,4.000-9.000-15,2.000-1.000 16,-3.000-4.000-1,-8.000-1.000-15,-6.000-2.000 16,-13.000-1.000 0,-14.000-3.000-16,-4.000 3.000 15</inkml:trace>
  <inkml:trace contextRef="#ctx0" brushRef="#br0">2149.000 14922.000 0,'0.000'0.000'15,"-4.000"41.000"-15,-6.000 27.000 16,-7.000 19.000 0,1.000 4.000-16,2.000-6.000 15,0.000-17.000 1,6.000-23.000-1,4.000-18.000-15</inkml:trace>
  <inkml:trace contextRef="#ctx0" brushRef="#br0">2292.000 14650.000 0,'45.000'26.000'16,"17.000"18.000"-16,-3.000 8.000 16,-13.000 8.000-1,-12.000 2.000-15,-16.000 8.000 16,-17.000 7.000-1,-14.000 8.000-15,-17.000-1.000 16,-9.000-7.000 0,-6.000-21.000-16,6.000-17.000 15</inkml:trace>
  <inkml:trace contextRef="#ctx0" brushRef="#br0">2703.000 15196.000 0,'0.000'0.000'15,"0.000"0.000"-15,0.000 0.000 16</inkml:trace>
  <inkml:trace contextRef="#ctx0" brushRef="#br0">3318.000 14633.000 0,'2.000'25.000'15,"0.000"17.000"-15,0.000 14.000 16,-2.000 12.000 0,0.000 14.000-16,0.000 5.000 15,-2.000 2.000 1,0.000-8.000-16,-2.000-11.000 15,2.000-19.000 1,2.000-20.000-16,0.000-31.000 16,6.000-4.000-1,-1.000-13.000-15</inkml:trace>
  <inkml:trace contextRef="#ctx0" brushRef="#br0">3510.000 14881.000 0,'50.000'-6.000'0,"20.000"-1.000"15,-1.000 4.000 1,-8.000 6.000-16,-14.000 5.000 16,-15.000 6.000-1,-15.000 6.000-15,-15.000 6.000 16,-18.000 2.000-1,-19.000 0.000-15,-16.000-7.000 16,-8.000-8.000 0,0.000-9.000-16,11.000-4.000 15,10.000 3.000-15,15.000 9.000 16,10.000 14.000 0,7.000 5.000-16,5.000 10.000 15,2.000 9.000 1,1.000 1.000-16,4.000-6.000 15,-2.000-3.000 1,-1.000-15.000-16,-3.000-27.000 16,-3.000-3.000-1,-3.000-13.000 1</inkml:trace>
  <inkml:trace contextRef="#ctx0" brushRef="#br0">3654.000 14547.000 0,'11.000'23.000'0,"6.000"20.000"16,-4.000 16.000-16,0.000 16.000 15,0.000 10.000 1,-6.000 1.000-16,3.000 0.000 15,-1.000-9.000 1,-5.000-11.000-16,-3.000-7.000 16,-2.000-13.000-1,-5.000-12.000-15,-7.000-13.000 16,-9.000-16.000 0,-3.000-17.000-16,-2.000-20.000 15,3.000-10.000 1,13.000 0.000-16,17.000 5.000 15,19.000 8.000 1,12.000 12.000-16,13.000 7.000 16,9.000 7.000-1,0.000 8.000-15,-1.000 7.000 16,-13.000 2.000 0,-11.000 1.000-16,-10.000-2.000 15,-9.000-3.000 1,-15.000-10.000-16,0.000 0.000 15,-4.000-12.000-15,-14.000-26.000 16,-1.000-25.000 0,1.000-21.000-16,4.000 14.000 15</inkml:trace>
  <inkml:trace contextRef="#ctx0" brushRef="#br0">4258.000 14479.000 0,'5.000'27.000'0,"-5.000"18.000"15,-14.000 8.000-15,-12.000-5.000 16,-1.000-10.000 0</inkml:trace>
  <inkml:trace contextRef="#ctx0" brushRef="#br0">4200.000 14991.000 0,'7.000'41.000'16,"-2.000"13.000"-16,-3.000-8.000 16,-6.000-13.000-1,-1.000-15.000-15,-3.000-18.000 16,5.000-20.000-1,3.000-18.000-15,7.000-11.000 16,11.000-1.000 0,6.000 5.000-16,4.000 10.000 15,-1.000 12.000 1,0.000 15.000-16,-1.000 8.000 16,-4.000 8.000-1,-2.000 8.000-15,-5.000 7.000 16,-7.000 6.000-1,-3.000 7.000-15,-9.000 3.000 16,-3.000 0.000-16,-8.000-4.000 16,-4.000-6.000-1,0.000-11.000-15,1.000-12.000 16,1.000-12.000 0,7.000-16.000-16,10.000-12.000 15,12.000-10.000 1,8.000-10.000-16,5.000 0.000 15,4.000 4.000-15,3.000 4.000 16,1.000 6.000 0,0.000 7.000-16,-1.000 7.000 15,-3.000 8.000 1,1.000 13.000-16,-8.000 10.000 16,2.000 18.000-1,-5.000 20.000 1,-3.000 15.000-16,-8.000 17.000 15,-4.000 5.000-15,-2.000 1.000 16,-4.000-7.000 0,-2.000-16.000-16,0.000-16.000 15,-5.000-23.000 1,-1.000-25.000-16,-2.000-25.000 16,1.000-4.000-1</inkml:trace>
  <inkml:trace contextRef="#ctx0" brushRef="#br0">4528.000 14845.000 0,'6.000'28.000'16,"1.000"6.000"0,0.000-5.000-16,-5.000-11.000 15,4.000-13.000-15,-1.000-6.000 16</inkml:trace>
  <inkml:trace contextRef="#ctx0" brushRef="#br0">4973.000 14232.000 0,'52.000'-19.000'15,"19.000"-4.000"-15,-1.000 4.000 16,-12.000 14.000 0,-15.000 15.000-16,-12.000 16.000 15,-13.000 13.000 1,-18.000 9.000-16,-19.000 3.000 15,-13.000 0.000 1,-15.000-3.000-16,-6.000-9.000 16,-5.000-12.000-1,1.000-16.000-15,8.000-15.000 16,15.000-17.000 0,16.000-6.000-16,16.000 2.000 15,16.000 9.000 1,11.000 9.000-16,9.000 7.000 15,6.000 10.000 1,10.000 6.000-16,3.000 5.000 16,-3.000 2.000-1,-6.000 4.000-15,-11.000-4.000 16,-5.000-1.000 0,-10.000-3.000-16,-10.000-6.000 15,-11.000-8.000-15,-11.000-3.000 16,-18.000-5.000-1,-8.000-4.000-15,-9.000-2.000 16,0.000 6.000 0,4.000 6.000-16,10.000 6.000 15,13.000 2.000 1,22.000-11.000-16,3.000 10.000 16,21.000-5.000-1,11.000-4.000-15,6.000-2.000 16,-1.000 4.000-1,-8.000 4.000-15,-9.000 6.000 16,-15.000 6.000 0,-12.000 10.000-16,-20.000 7.000 15,-17.000 1.000 1,-13.000-4.000-16,-2.000-8.000 16,4.000-14.000-1,8.000-12.000-15,16.000-11.000 16,19.000-4.000-1,17.000 3.000-15,11.000 4.000 16,5.000 3.000 0,8.000 12.000-16,4.000 6.000 15,0.000 6.000 1,-5.000 2.000 0,-9.000 0.000-16,-6.000 0.000 15,-7.000-5.000-15,-9.000-15.000 16,0.000-4.000-16,-4.000-7.000 15</inkml:trace>
  <inkml:trace contextRef="#ctx0" brushRef="#br0">5335.000 14547.000 0,'48.000'0.000'0,"14.000"0.000"15,-1.000 0.000-15,-18.000 3.000 16,-13.000 7.000 0,-20.000 11.000-16,-20.000 10.000 15,-25.000 7.000 1,-18.000 2.000 0,-6.000-4.000-16,4.000-12.000 15,3.000-13.000-15,13.000-15.000 16,18.000-12.000-1,17.000-6.000-15,13.000 1.000 16,10.000 5.000 0,8.000 6.000-16,5.000 10.000 15,5.000 12.000 1,-2.000 6.000-16,0.000 3.000 16,-7.000 3.000-1,-5.000 0.000-15,-9.000 0.000 16,-8.000-3.000-1,-9.000-4.000-15,-7.000-11.000 16,-11.000-8.000-16,2.000-2.000 16</inkml:trace>
  <inkml:trace contextRef="#ctx0" brushRef="#br0">4939.000 14872.000 0,'3.000'38.000'0,"6.000"15.000"16,6.000-6.000-16,-1.000-9.000 31,1.000-10.000-31,2.000-12.000 16,-6.000-9.000-16,-3.000-11.000 15,-2.000-8.000-15,-6.000-10.000 16,-7.000-9.000-1,-2.000-3.000-15,2.000 3.000 16,6.000 5.000 0,11.000 13.000-16,10.000 8.000 15,11.000 5.000 1,13.000-1.000-16,16.000-1.000 16,14.000-3.000-1,9.000-1.000-15,2.000 0.000 16,-6.000 6.000-1,-18.000 3.000-15,-17.000 6.000 16,-15.000 5.000 0,-21.000 7.000-16,-22.000 3.000 15,-21.000-3.000 1,-17.000-5.000-16,-13.000-10.000 16,-4.000-11.000-16,12.000-1.000 15</inkml:trace>
  <inkml:trace contextRef="#ctx0" brushRef="#br0">5252.000 15016.000 0,'11.000'49.000'0,"2.000"13.000"16,-3.000-2.000-16,-7.000-16.000 15,-6.000-16.000 1,-7.000-21.000-16,2.000-10.000 15</inkml:trace>
  <inkml:trace contextRef="#ctx0" brushRef="#br0">5293.000 14957.000 0,'44.000'24.000'0,"15.000"10.000"15,-6.000 8.000-15,-18.000 6.000 16,-16.000 6.000 0,-15.000 2.000-16,-9.000-5.000 15,-7.000-12.000 1,-1.000-13.000-16,-3.000-21.000 16,-3.000-23.000-1,0.000-21.000-15,6.000 1.000 16</inkml:trace>
  <inkml:trace contextRef="#ctx0" brushRef="#br0">5420.000 15034.000 0,'0.000'34.000'0,"-4.000"16.000"16,-5.000 2.000-16,-6.000-6.000 15,-5.000-8.000 1,1.000-15.000-16,-3.000-12.000 15,-1.000-12.000 1,5.000-6.000-16</inkml:trace>
  <inkml:trace contextRef="#ctx0" brushRef="#br0">5134.000 15265.000 0,'31.000'18.000'0,"17.000"0.000"16,12.000-6.000-16,6.000-9.000 16,2.000-7.000-16,-3.000-10.000 15,-4.000-8.000 1,-8.000-4.000 0,-6.000-8.000-16,-14.000-8.000 15,-10.000 4.000-15</inkml:trace>
  <inkml:trace contextRef="#ctx0" brushRef="#br0">5756.000 14864.000 0,'45.000'-1.000'0,"32.000"-5.000"16,3.000-1.000-1,-3.000 1.000-15,-7.000 7.000 16,-8.000 6.000-1,-11.000 10.000-15,-14.000 15.000 16,-18.000 14.000 0,-19.000 13.000-16,-22.000 6.000 15,-18.000-3.000 1,-12.000-12.000-16,-6.000-18.000 16,-2.000-24.000-1,6.000-27.000-15,13.000-26.000 16,11.000 1.000-1</inkml:trace>
  <inkml:trace contextRef="#ctx0" brushRef="#br0">6092.000 14565.000 0,'-31.000'99.000'16,"-21.000"32.000"-16,-3.000-6.000 16,4.000-26.000-1,8.000-34.000-15,15.000-33.000 16,15.000-35.000 0,6.000-11.000-16</inkml:trace>
  <inkml:trace contextRef="#ctx0" brushRef="#br0">6336.000 14701.000 0,'17.000'63.000'15,"3.000"30.000"-15,-13.000 0.000 16,-13.000-15.000-1,-10.000-19.000-15,1.000-25.000 16,2.000-24.000 0,2.000-12.000-16</inkml:trace>
  <inkml:trace contextRef="#ctx0" brushRef="#br0">6378.000 14769.000 0,'0.000'0.000'16,"21.000"6.000"-1,8.000 0.000-15,-2.000 5.000 16,-4.000 2.000 0,-1.000 2.000-16,-6.000 4.000 15,-4.000 1.000 1,-9.000 5.000-16,-6.000-1.000 15,-10.000 4.000 1,-9.000 1.000-16,-5.000-1.000 16,-1.000-1.000-16,2.000-6.000 15,10.000-1.000 1,8.000-2.000-16,16.000-3.000 16,13.000-2.000-1,13.000-4.000-15,8.000-3.000 16,-2.000-2.000-1,-2.000-3.000-15,-7.000-2.000 16,-6.000-5.000 0,-8.000-7.000-16,-11.000-6.000 15,-4.000 2.000 1</inkml:trace>
  <inkml:trace contextRef="#ctx0" brushRef="#br0">7000.000 14813.000 0,'0.000'0.000'0,"0.000"0.000"15,2.000 11.000-15,-1.000 4.000 16,-3.000-7.000-1,-2.000-5.000-15,0.000-3.000 16</inkml:trace>
  <inkml:trace contextRef="#ctx0" brushRef="#br0">7042.000 14966.000 0,'7.000'16.000'16,"-2.000"-1.000"-16,-7.000-8.000 16,-2.000-5.000-16</inkml:trace>
  <inkml:trace contextRef="#ctx0" brushRef="#br0">7749.000 14437.000 0,'0.000'0.000'16,"0.000"0.000"-16,0.000 0.000 16,0.000 0.000-1,0.000 0.000-15,31.000-4.000 16,19.000-3.000-1,12.000-3.000-15,2.000 5.000 16,-2.000 2.000 0,-6.000 3.000-16,-9.000 3.000 15,-14.000 2.000 1,-11.000 4.000-16,-15.000 9.000 16,-25.000 11.000-1,-25.000 13.000-15,-21.000 6.000 16,-14.000 6.000-1,-1.000 0.000-15,9.000-3.000 16,13.000-8.000 0,20.000-6.000-16,14.000-6.000 15,20.000-6.000 1,22.000-5.000-16,16.000-4.000 16,16.000-7.000-16,14.000-2.000 15,6.000-5.000 1,2.000-4.000-16,-2.000-2.000 15,-9.000-4.000 1,-11.000-2.000-16,-11.000-1.000 16,-15.000 0.000-1,-13.000-4.000-15,-17.000-8.000 16,-19.000-6.000 0,-12.000-6.000-16,-9.000-2.000 15,-1.000-3.000 1,6.000 2.000-16,11.000 6.000 15,11.000 11.000 1,7.000 9.000-16,5.000 5.000 16,6.000 7.000-1,0.000 10.000-15,5.000 20.000 16,2.000 22.000-16,-1.000 22.000 16,-2.000 18.000-1,-3.000 13.000 1,0.000-1.000-1,3.000-14.000-15,4.000-24.000 16,2.000-29.000 0,3.000-31.000-16,0.000-26.000 0,-4.000-5.000 15</inkml:trace>
  <inkml:trace contextRef="#ctx0" brushRef="#br0">8455.000 14309.000 0,'8.000'57.000'16,"-4.000"42.000"-1,-6.000 30.000-15,-4.000 11.000 16,-1.000-2.000-1,0.000-16.000-15,2.000-24.000 16,3.000-28.000 0,4.000-26.000-16,-2.000-44.000 15,6.000-2.000-15,4.000-39.000 32,2.000-36.000-32,-3.000 3.000 0</inkml:trace>
  <inkml:trace contextRef="#ctx0" brushRef="#br0">8724.000 14155.000 0,'4.000'40.000'0,"2.000"21.000"15,-6.000 8.000 1,-8.000-7.000-16,-1.000-10.000 15,2.000-22.000 1,3.000-13.000-16</inkml:trace>
  <inkml:trace contextRef="#ctx0" brushRef="#br0">9035.000 14095.000 0,'7.000'25.000'0,"-7.000"16.000"15,-14.000 11.000 1,-18.000 6.000-16,-13.000-2.000 16,-3.000-1.000-1,7.000-12.000-15,10.000-12.000 16,12.000-10.000-1,17.000-3.000 1,17.000-3.000-16,11.000-5.000 16,12.000-2.000-16,3.000-2.000 15,-3.000-1.000 1,-7.000 0.000-16,-10.000 3.000 16,-11.000 5.000-16,-14.000 9.000 15,-22.000 10.000 1,-16.000 7.000-1,-9.000 4.000-15,-1.000-3.000 16,7.000-6.000-16,14.000-11.000 16,13.000-7.000-1,17.000-7.000-15,17.000-2.000 16,10.000 0.000 0,8.000-3.000-16,8.000-1.000 15,2.000 0.000 1,-3.000 4.000-16,-5.000 4.000 15,-4.000 4.000 1,-7.000 7.000 0,-14.000 10.000-16,-14.000 9.000 15,-19.000 8.000-15,-20.000 7.000 16,-13.000 0.000 0,-3.000-8.000-16,4.000-12.000 15,15.000-11.000 1,12.000-13.000-16,15.000-13.000 15,13.000-11.000 1,14.000-12.000-16,11.000-10.000 16,6.000-9.000-16,7.000-9.000 15,2.000-7.000 1,-8.000 11.000-16</inkml:trace>
  <inkml:trace contextRef="#ctx0" brushRef="#br0">9514.000 14453.000 0,'16.000'19.000'0,"2.000"5.000"16,-8.000-6.000-16,-10.000-18.000 15,6.000 8.000 1</inkml:trace>
  <inkml:trace contextRef="#ctx0" brushRef="#br0">9632.000 14719.000 0,'2.000'35.000'16,"-5.000"2.000"-16,-1.000-9.000 15</inkml:trace>
  <inkml:trace contextRef="#ctx0" brushRef="#br0">3318.000 16015.000 0,'0.000'0.000'0,"0.000"0.000"15,4.000-10.000 1,0.000-3.000-16,-2.000 2.000 16,-3.000 6.000-1,-2.000 1.000-15,-3.000 2.000 16,-5.000 8.000-16,2.000 6.000 16,-2.000 15.000-1,0.000 10.000-15,2.000 12.000 16,5.000 7.000-1,2.000 2.000-15,6.000-4.000 16,1.000-9.000 0,3.000-7.000-16,1.000-7.000 15,0.000-8.000 1,5.000-10.000-16,1.000-5.000 16,4.000-8.000-1,0.000-9.000-15,2.000-7.000 16,-1.000-6.000-1,-2.000-7.000-15,2.000-5.000 16,-7.000-8.000 0,0.000-2.000-16,-4.000-4.000 15,-5.000-7.000 1,-4.000 0.000-16,-4.000 1.000 16,-6.000 4.000-16,-5.000-2.000 15,-1.000 4.000 1,-4.000 8.000-1,0.000 11.000-15,-7.000 9.000 16,-3.000 6.000-16,-5.000 11.000 31,-3.000 13.000-31,0.000 7.000 0,-1.000 8.000 16,0.000 7.000 0,2.000 13.000-16,4.000 14.000 15,5.000 8.000 1,6.000 3.000-16,8.000 0.000 15,10.000-5.000 1,9.000-9.000-16,10.000-9.000 16,11.000-9.000-1,12.000-11.000-15,5.000-16.000 16,8.000-16.000 0,4.000-25.000-16,2.000-18.000 15,-5.000-13.000 1,-13.000 9.000-16</inkml:trace>
  <inkml:trace contextRef="#ctx0" brushRef="#br0">4595.000 15836.000 0,'19.000'2.000'0,"3.000"1.000"15,-14.000 7.000-15,-18.000 8.000 16,-17.000 12.000 0,-19.000 9.000-16,-2.000 7.000 15,-8.000 6.000 1,3.000-1.000-16,2.000-4.000 16,3.000-8.000-1,6.000-15.000-15,8.000-20.000 16,7.000-21.000-1,8.000-1.000-15</inkml:trace>
  <inkml:trace contextRef="#ctx0" brushRef="#br0">4343.000 15887.000 0,'50.000'32.000'0,"26.000"19.000"16,1.000 10.000-16,-8.000 4.000 16,-14.000-2.000-1,-18.000 3.000-15,-18.000 5.000 16,-16.000 3.000 0,-19.000-4.000-16,-12.000-2.000 15,-9.000-9.000 1,-20.000-12.000-16,-6.000-24.000 15,8.000-14.000 1</inkml:trace>
  <inkml:trace contextRef="#ctx0" brushRef="#br0">4477.000 16245.000 0,'0.000'0.000'16,"-24.000"42.000"0,-21.000 27.000-16,-6.000 13.000 15,6.000-4.000 1,8.000-19.000-16,11.000-25.000 16,17.000-27.000-1,8.000-13.000-15</inkml:trace>
  <inkml:trace contextRef="#ctx0" brushRef="#br0">4864.000 16169.000 0,'13.000'54.000'0,"1.000"19.000"15,-12.000-5.000 1,-7.000-14.000-16,-10.000-20.000 16,-2.000-21.000-1,1.000-13.000-15</inkml:trace>
  <inkml:trace contextRef="#ctx0" brushRef="#br0">4931.000 16204.000 0,'25.000'-3.000'0,"11.000"-2.000"16,1.000 4.000 0,-7.000 1.000-16,-3.000 7.000 15,-9.000 5.000 1,-13.000 8.000-16,-12.000 11.000 15,-13.000 4.000 1,-11.000 2.000-16,-3.000 2.000 16,1.000-8.000-1,9.000-8.000-15,9.000-9.000 16,6.000-6.000 0,9.000-8.000-16,11.000 0.000 15,13.000-8.000 1,14.000-13.000-16,4.000-8.000 15,1.000-1.000 1,-4.000 0.000-16,-7.000 2.000 16,-11.000 2.000-1,-8.000-3.000-15,-14.000-3.000 16,-13.000-10.000 0,-5.000-5.000-16,2.000 8.000 15</inkml:trace>
  <inkml:trace contextRef="#ctx0" brushRef="#br0">5067.000 15819.000 0,'13.000'35.000'16,"1.000"26.000"-16,-8.000 23.000 16,-11.000 14.000-1,-6.000 6.000-15,-2.000-10.000 16,1.000-16.000-1,7.000-18.000 1,3.000-18.000-16,5.000-13.000 16,6.000-17.000-1,9.000-16.000-15,7.000-17.000 16,9.000-21.000-16,9.000-9.000 16,3.000 0.000-1,-3.000 15.000-15,-10.000 13.000 16,-5.000 14.000-1,-7.000 9.000-15,-10.000 8.000 16,-5.000 9.000 0,-2.000 1.000-16,-9.000 3.000 15,1.000-3.000 1,0.000-7.000-16,4.000-11.000 16,-2.000-10.000-16,7.000-20.000 15,1.000-2.000 1</inkml:trace>
  <inkml:trace contextRef="#ctx0" brushRef="#br0">5748.000 15632.000 0,'0.000'0.000'0,"0.000"0.000"16,-13.000 30.000-1,-10.000 21.000-15,-13.000 9.000 16,-8.000 1.000 0,-5.000-3.000-16,4.000-5.000 15,12.000-9.000 1,10.000-8.000-16,11.000-14.000 16,11.000-8.000-1,9.000-8.000-15,10.000-6.000 16,12.000-2.000-1,5.000-2.000-15,-2.000 1.000 16,-1.000 2.000 0,-4.000 7.000-16,-7.000 10.000 15,-12.000 13.000 1,-16.000 18.000-16,-14.000 11.000 16,-10.000 4.000-1,-8.000-3.000-15,3.000-15.000 16,9.000-16.000-16,9.000-10.000 31</inkml:trace>
  <inkml:trace contextRef="#ctx0" brushRef="#br0">5797.000 16144.000 0,'2.000'40.000'15,"-15.000"19.000"1,-22.000 10.000-16,-17.000 3.000 16,-9.000-4.000-1,4.000-8.000-15,12.000-18.000 16,19.000-15.000 0,17.000-9.000-16,13.000-8.000 15,18.000-7.000-15,22.000-7.000 16,15.000-6.000-1,8.000-7.000-15,1.000-4.000 16,-3.000 1.000 0,-9.000 7.000-16,-12.000 4.000 15,-13.000 3.000 1,-18.000-2.000-16,-16.000-2.000 16,-5.000 0.000-1</inkml:trace>
  <inkml:trace contextRef="#ctx0" brushRef="#br0">6411.000 15632.000 0,'-13.000'37.000'16,"-19.000"27.000"-1,-19.000 10.000-15,-8.000 2.000 16,-3.000-7.000 0,5.000-16.000-16,16.000-20.000 15,21.000-23.000 1,21.000-21.000-16,19.000-11.000 16,6.000-4.000-1,4.000 3.000-15,2.000 4.000 16,-5.000 6.000-1,-6.000 11.000-15,1.000 17.000 16,-4.000 21.000 0,-6.000 25.000-16,-7.000 28.000 15,-6.000 14.000 1,-4.000 7.000-16,-3.000-7.000 16,2.000-19.000-1,2.000-22.000-15,0.000-31.000 16,1.000-28.000-1,-1.000-28.000-15,1.000-7.000 16</inkml:trace>
  <inkml:trace contextRef="#ctx0" brushRef="#br0">6353.000 15981.000 0,'20.000'0.000'15,"6.000"-4.000"1,6.000-1.000-16,1.000 0.000 16,2.000-5.000-1,1.000 0.000-15,-2.000 1.000 16,-6.000 2.000 0,-6.000 4.000-16,-22.000 3.000 15,1.000 6.000-15,-21.000 14.000 16,-11.000 3.000-1,-9.000 7.000-15,3.000 6.000 16,8.000 2.000 0,11.000-6.000-1,11.000-9.000-15,15.000-7.000 16,10.000-5.000-16,12.000-8.000 16,7.000-6.000-1,4.000-8.000-15,2.000-5.000 16,-3.000-3.000-1,-3.000 1.000 1,-10.000-4.000-16,-8.000 0.000 16,-13.000-6.000-16,-12.000-5.000 15,-11.000-7.000 1,-7.000-6.000-16,-7.000 1.000 16,6.000 9.000-1</inkml:trace>
  <inkml:trace contextRef="#ctx0" brushRef="#br0">6521.000 15759.000 0,'4.000'27.000'15,"1.000"19.000"-15,-5.000 13.000 16,0.000 11.000 0,-3.000 0.000-1,3.000-6.000-15,5.000-10.000 16,5.000-9.000-1,6.000-10.000-15,3.000-12.000 16,7.000-2.000 0,2.000-7.000-16,-4.000-5.000 15,-4.000-1.000-15,-7.000-3.000 16,-8.000 8.000 0,-9.000 5.000-16,-10.000 5.000 15,-6.000 6.000 1,1.000-1.000-16,3.000 0.000 15,3.000-6.000 1,10.000-2.000-16,14.000-8.000 16,9.000-10.000-1,10.000-18.000-15,8.000-12.000 16,2.000-14.000-16,0.000-7.000 16,-2.000-3.000-1,-5.000-3.000 1,-8.000 2.000-16,-10.000 2.000 15,-11.000 3.000 1,-4.000 6.000-16,-5.000 10.000 16,1.000 13.000-16,4.000 8.000 15,0.000 11.000 1,5.000-4.000-16,7.000 4.000 16,11.000-1.000-1,8.000 1.000-15,10.000-2.000 16,6.000-3.000-16,0.000 0.000 31,1.000-5.000-31,-4.000-4.000 16,-3.000 0.000-16,-8.000 0.000 15,-12.000-1.000-15,-9.000-3.000 16,-17.000-10.000 0,-14.000-1.000-16,-9.000 2.000 15,-4.000 8.000 1,5.000 7.000-16,8.000 6.000 15,6.000 4.000 1,6.000 8.000-16,6.000 9.000 16,3.000 15.000-1,4.000 19.000-15,0.000 13.000 16,1.000 14.000 0,0.000 6.000-16,-4.000-2.000 15,3.000-10.000 1,-3.000-14.000-1,-1.000-9.000-15,-3.000-10.000 16,-4.000-8.000-16,-10.000-7.000 16,-8.000-9.000-1,-8.000-11.000 1,-4.000-8.000-16,3.000-11.000 16,9.000 1.000-16,14.000-1.000 15,12.000-2.000-15,12.000 0.000 16,15.000-2.000-1,11.000 1.000-15,9.000-2.000 16,4.000-2.000 0,-4.000-3.000-1,-4.000-6.000-15,-9.000-7.000 16,-9.000-8.000 0,-10.000-10.000-16,-8.000-11.000 15,-1.000-8.000-15,0.000 14.000 16</inkml:trace>
  <inkml:trace contextRef="#ctx0" brushRef="#br0">7488.000 15588.000 0,'16.000'6.000'16,"-1.000"-1.000"-16,-10.000 9.000 16,-18.000 18.000-1,-19.000 17.000-15,-12.000 9.000 16,2.000 1.000-16,11.000-8.000 15,11.000-11.000 1,15.000-8.000-16,18.000-7.000 16,10.000-8.000-1,13.000-12.000-15,9.000-13.000 16,7.000-10.000 0,-1.000-5.000-16,-5.000-5.000 15,-10.000-4.000 1,-10.000-3.000-16,-14.000 0.000 15,-11.000 8.000 1,-7.000 7.000-16,-7.000 9.000 16,-2.000 6.000-1,2.000 9.000-15,1.000 10.000 16,2.000 17.000 0,0.000 18.000-16,4.000 21.000 15,-3.000 7.000 1,2.000 1.000-16,4.000-4.000 15,4.000-10.000 1,5.000-20.000-16,2.000-19.000 16,4.000-22.000-1,0.000-20.000-15,0.000-18.000 16,-5.000-10.000 0,-3.000-12.000-16,-2.000 0.000 15,-2.000 6.000-15,-1.000 14.000 16,0.000 15.000-1,-2.000 12.000-15,-10.000 10.000 16,-10.000 13.000 0,-11.000 14.000-16,-6.000 7.000 15,3.000 2.000 1,8.000-3.000-16,14.000-5.000 16,19.000-10.000-1,16.000-11.000-15,20.000-8.000 16,13.000-5.000-1,6.000-2.000-15,2.000 4.000 16,-2.000 0.000 0,-10.000 2.000-16,-10.000-1.000 15,-9.000-4.000 1,-14.000-4.000-16,-14.000-8.000 16,-15.000-8.000-1,-11.000-6.000-15,-10.000-11.000 16,-14.000-7.000-1,-9.000-1.000-15,-1.000 7.000 16,4.000 18.000-16,16.000 22.000 16,12.000 12.000-1,11.000 2.000 1,6.000-1.000-16,7.000 5.000 16,4.000 1.000-16,7.000 2.000 15,4.000-4.000 1,7.000-13.000-1,5.000-13.000-15,9.000-15.000 16,8.000-13.000 0,-7.000 7.000-16</inkml:trace>
  <inkml:trace contextRef="#ctx0" brushRef="#br0">7891.000 15632.000 0,'2.000'24.000'15,"-10.000"20.000"-15,-17.000 12.000 16,-19.000 13.000-1,-14.000 7.000 1,-9.000-1.000-16,-4.000-10.000 16,3.000-14.000-1,11.000-15.000-15,15.000-9.000 16,16.000-6.000-16,13.000 3.000 16,13.000 3.000-1,15.000 13.000-15,8.000-3.000 16,-1.000-1.000-1,-1.000-4.000-15,-4.000-6.000 16,-6.000-5.000 0,-1.000-7.000-16,-10.000-14.000 15,0.000 0.000 1,7.000-10.000-16,1.000-19.000 16,2.000-11.000-1,5.000-3.000-15,4.000 7.000 16,2.000 6.000-1,0.000 11.000-15,0.000 8.000 16,2.000 6.000 0,-1.000 6.000-16,0.000 7.000 15,-1.000 9.000 1,-1.000 8.000-16,-5.000 8.000 16,-6.000 7.000-1,-9.000 5.000 1,-7.000 3.000-16,-4.000 0.000 15,-4.000-4.000-15,-4.000-9.000 16,-4.000-7.000 0,1.000-13.000-16,1.000-18.000 15,1.000-15.000-15,7.000-9.000 16,10.000-2.000 0,9.000-4.000-16,12.000 3.000 15,6.000 3.000 1,3.000 3.000-16,4.000 8.000 15,-4.000 5.000 1,-2.000 5.000-16,-6.000 5.000 16,-4.000 4.000-1,-3.000 5.000-15,-4.000 7.000 16,-8.000 9.000-16,-6.000 3.000 16,-7.000 1.000-1,-3.000-10.000-15,-7.000-11.000 31,1.000-19.000-31,7.000-5.000 0</inkml:trace>
  <inkml:trace contextRef="#ctx0" brushRef="#br0">8236.000 15784.000 0,'28.000'-25.000'16,"10.000"-7.000"-16,1.000 4.000 15,4.000 5.000-15,1.000-1.000 16,0.000 4.000-1,1.000 1.000-15,-2.000 5.000 16,-5.000 1.000 0,-8.000 9.000-16,-10.000 4.000 15,-9.000 12.000 1,-9.000 14.000-16,-16.000 17.000 16,-16.000 20.000-1,-15.000 23.000-15,-9.000 21.000 16,-4.000 18.000-1,-3.000 17.000-15,0.000 5.000 16,8.000-11.000 0,11.000-25.000-16,12.000-27.000 15,13.000-30.000 1,17.000-54.000-16,0.000 4.000 16,12.000-44.000-1,12.000-32.000-15,-1.000 5.000 16</inkml:trace>
  <inkml:trace contextRef="#ctx0" brushRef="#br0">8741.000 15794.000 0,'0.000'0.000'0,"-21.000"15.000"15,-24.000 10.000 1,-16.000 5.000-16,-4.000-7.000 16,2.000-6.000-1,11.000-9.000-15,16.000-3.000 16,17.000 1.000 0,16.000 3.000-16,14.000 9.000 15,10.000 9.000 1,-1.000 2.000-16,0.000 3.000 15,1.000-1.000 1,-3.000-6.000-16,-6.000-5.000 16,-4.000-5.000-16,-4.000-4.000 15,-4.000-11.000 1,0.000 0.000-16,3.000-7.000 16,5.000-14.000-1,5.000-12.000-15,6.000 1.000 16,2.000 5.000-1,1.000 9.000-15,-1.000 4.000 16,-3.000 5.000 0,1.000 5.000-16,-3.000 5.000 15,-3.000 7.000 1,-5.000 8.000 0,-11.000 7.000-16,-10.000 11.000 15,-10.000 5.000-15,-7.000 2.000 16,2.000-4.000-1,4.000-6.000-15,10.000-10.000 16,8.000-6.000 0,9.000-4.000-16,14.000 0.000 15,11.000-1.000 1,7.000-2.000-16,6.000 2.000 16,1.000 5.000-1,-2.000 4.000-15,-5.000 5.000 16,-9.000 3.000-1,-10.000 4.000-15,-10.000 6.000 16,-12.000-1.000 0,-10.000-1.000-16,-6.000-4.000 15,-8.000-7.000 1,0.000-12.000-16,-2.000-10.000 16,6.000-7.000-1,7.000-12.000-15,12.000-8.000 16,12.000-8.000-1,14.000-6.000-15,12.000-8.000 16,10.000-7.000 0,9.000-5.000-16,0.000-6.000 15,0.000-2.000 1,-4.000-4.000-16,-6.000 1.000 16,-12.000 15.000-1</inkml:trace>
  <inkml:trace contextRef="#ctx0" brushRef="#br0">9086.000 15716.000 0,'22.000'6.000'15,"13.000"-4.000"-15,5.000 0.000 16,0.000-3.000 0,0.000-1.000-16,-6.000-1.000 15,-6.000-1.000 1,-10.000 4.000-16,-15.000 4.000 15,-19.000 10.000 1,-17.000 13.000-16,-17.000 13.000 16,-5.000 10.000-1,4.000 6.000-15,12.000-9.000 16,13.000-9.000 0,16.000-7.000-16,17.000-10.000 15,12.000-6.000 1,11.000-9.000-16,11.000-13.000 15,2.000-7.000 1,0.000-5.000-16,-2.000-5.000 16,-10.000-1.000-16,-10.000-1.000 15,-11.000 4.000 1,-16.000 2.000-16,-10.000 4.000 16,-6.000 6.000-1,0.000 9.000-15,-2.000 8.000 16,1.000 11.000-1,4.000 10.000-15,6.000 14.000 16,9.000 11.000 0,5.000 10.000-16,5.000 7.000 15,2.000-1.000 1,5.000-6.000 0,-1.000-13.000-16,-2.000-13.000 15,5.000-16.000-15,1.000-22.000 16,3.000-25.000-1,5.000-23.000-15,3.000-21.000 16,-1.000-12.000 0,-2.000-1.000-16,1.000 7.000 15,-1.000 15.000 1,-1.000 20.000-16,-5.000 18.000 16,-2.000 16.000-1,2.000 19.000-15,-3.000 24.000 16,-7.000 21.000-1,-4.000 16.000-15,-4.000 0.000 16,-1.000-5.000 0,1.000-13.000-16,2.000-21.000 15,4.000-21.000 1,7.000-30.000-16,1.000-20.000 16,1.000-23.000-1,-2.000-21.000-15,-4.000-8.000 16,-4.000 7.000-1,-2.000 10.000-15,0.000 19.000 16,-1.000 19.000 0,0.000 14.000-16,-2.000 9.000 15,0.000 11.000 1,6.000-9.000-16,10.000 3.000 16,11.000 0.000-1,13.000 2.000-15,7.000 6.000 16,7.000 4.000-16,-4.000 4.000 15,-2.000 1.000 1,-1.000 7.000-16,-9.000 11.000 16,-13.000 13.000-1,-14.000 21.000-15,-14.000 10.000 16,-13.000 1.000 0,-11.000-8.000-16,-4.000-10.000 15,-3.000-18.000 1,0.000-18.000-16,3.000-20.000 15,3.000-20.000 1,1.000-21.000-16,0.000-12.000 16,-3.000-1.000-1,0.000 8.000-15,2.000 10.000 16,4.000 18.000 0,9.000 11.000-16,4.000 6.000 15,11.000 1.000 1,0.000 0.000-16,6.000 0.000 15,11.000 0.000-15,12.000 0.000 16,4.000 0.000 0,4.000 0.000-1,-6.000 2.000-15,-5.000 4.000 16,-7.000 0.000-16,-14.000 6.000 16,-18.000 7.000-1,-20.000 8.000-15,-15.000 4.000 16,-2.000 3.000-1,2.000-1.000 1,10.000-8.000-16,15.000-6.000 16,17.000-4.000-16,18.000-6.000 15,19.000-7.000 1,11.000-9.000 0,11.000-6.000-16,3.000 0.000 15,-5.000-5.000-15,-10.000-1.000 16,-7.000-2.000-1,-13.000-4.000 1,-17.000-4.000-16,-16.000-9.000 16,-13.000-4.000-16,-9.000-3.000 15,-3.000-1.000 1,2.000 4.000-16,8.000 7.000 16,10.000 19.000-1,17.000 16.000-15,0.000 0.000 16,-1.000 3.000-1,14.000 17.000-15,7.000 15.000 16,-3.000 17.000-16,-9.000 22.000 16,-6.000 19.000-1,-6.000 9.000 1,-6.000-2.000-16,1.000-7.000 16,3.000-17.000-1,6.000-19.000-15,3.000-24.000 16,-3.000-33.000-16,3.000 2.000 15,-4.000-21.000 1,0.000-1.000-16</inkml:trace>
  <inkml:trace contextRef="#ctx0" brushRef="#br0">9607.000 16305.000 0,'31.000'14.000'0,"23.000"1.000"16,7.000-7.000-16,1.000-3.000 15,-5.000-2.000 1,-13.000-3.000-16,-12.000 2.000 16,-10.000 6.000-1,-19.000 10.000-15,-22.000 14.000 16,-18.000 10.000-1,-12.000 5.000-15,3.000-2.000 16,8.000-6.000 0,12.000-12.000-16,13.000-8.000 15,14.000-4.000 1,19.000-5.000-16,13.000-8.000 16,14.000-6.000-1,10.000-8.000 1,2.000-14.000-16,5.000-13.000 15,-1.000-7.000-15,-14.000 11.000 16</inkml:trace>
  <inkml:trace contextRef="#ctx0" brushRef="#br0">10448.000 16536.000 0,'0.000'0.000'15,"-14.000"-2.000"1</inkml:trace>
  <inkml:trace contextRef="#ctx0" brushRef="#br0">11449.000 15947.000 0,'0.000'0.000'16,"0.000"0.000"-1,0.000 0.000-15,20.000 2.000 16,15.000 1.000 0,0.000-1.000-16,0.000-1.000 15,-4.000 5.000 1,-2.000-1.000-16,-9.000 2.000 15,-8.000 6.000-15,-13.000 8.000 16,-14.000 11.000 0,-12.000 6.000-16,-12.000 2.000 15,-2.000-3.000 1,2.000-5.000-16,6.000-11.000 16,14.000-5.000-1,11.000-5.000-15,11.000-1.000 16,12.000-5.000-1,12.000-2.000-15,10.000-3.000 16,8.000-1.000 0,2.000-3.000-16,2.000-6.000 15,-6.000-1.000 1,-9.000-8.000-16,-16.000-4.000 16,-11.000-6.000-1,-5.000 6.000-15</inkml:trace>
  <inkml:trace contextRef="#ctx0" brushRef="#br0">11431.000 15777.000 0,'-33.000'35.000'0,"-11.000"25.000"15,3.000 12.000-15,12.000 11.000 16,15.000 7.000 0,14.000 4.000-16,12.000-9.000 15,13.000-9.000 1,12.000-15.000 0,15.000-14.000-16,5.000-14.000 15,6.000-10.000 1,3.000-16.000-16,2.000-10.000 15,-2.000-15.000 1,-6.000-10.000-16,-9.000-10.000 16,-10.000-7.000-1,-11.000-11.000-15,-11.000-8.000 16,-12.000-7.000 0,-13.000-5.000-16,-14.000-3.000 15,-10.000 2.000 1,-9.000 3.000-16,-6.000 9.000 15,-6.000 14.000 1,-3.000 18.000-16,-1.000 23.000 16,1.000 18.000-1,-1.000 22.000-15,6.000 10.000 16,12.000 9.000 0,15.000-4.000-16,14.000-10.000 15,6.000-11.000 1</inkml:trace>
  <inkml:trace contextRef="#ctx0" brushRef="#br0">12466.000 15854.000 0,'6.000'-26.000'16,"1.000"-4.000"-16,-1.000 4.000 16,2.000 4.000-16,7.000-1.000 15,11.000 3.000 1,12.000-3.000-16,9.000 5.000 16,1.000 4.000-1,2.000 11.000-15,-9.000 3.000 16,-10.000 7.000-1,-12.000 5.000-15,-19.000 12.000 16,-14.000 8.000 0,-16.000 6.000-16,-11.000 2.000 15,-4.000 2.000 1,-5.000-9.000-16,5.000-11.000 16,7.000-14.000-1,7.000-11.000-15,8.000-10.000 16,7.000-3.000-1,10.000-1.000-15,11.000 4.000 16,12.000 5.000 0,9.000 7.000-16,9.000 6.000 15,6.000 10.000 1,7.000 6.000-16,3.000 2.000 16,-3.000 1.000-1,-6.000 0.000-15,-5.000-3.000 16,-13.000-3.000-1,-10.000-5.000-15,-14.000-8.000 16,-14.000-8.000 0,-13.000-5.000-16,1.000-2.000 15</inkml:trace>
  <inkml:trace contextRef="#ctx0" brushRef="#br0">12424.000 16050.000 0,'0.000'0.000'16,"0.000"0.000"-16,0.000 0.000 16,21.000-9.000-1,12.000-5.000-15,3.000 2.000 16,-5.000 3.000 0,-5.000 12.000-16,-10.000 10.000 15,-14.000 13.000 1,-14.000 12.000-16,-13.000 8.000 15,-14.000 1.000 1,-3.000-6.000-16,2.000-12.000 16,3.000-17.000-1,15.000-15.000 1,8.000-11.000-16,11.000-10.000 16,6.000 1.000-16,6.000 3.000 15,-3.000 9.000-15,2.000 4.000 16,3.000 10.000-1,4.000 9.000-15,7.000 11.000 16,-2.000 7.000 0,4.000 4.000-16,4.000-5.000 15,0.000-8.000 1,-3.000-13.000-16,-5.000-14.000 16,-5.000-3.000-1</inkml:trace>
  <inkml:trace contextRef="#ctx0" brushRef="#br0">12726.000 15981.000 0,'59.000'-4.000'15,"18.000"2.000"1,-12.000 7.000-16,-22.000 10.000 15,-20.000 15.000 1,-24.000 13.000 0,-22.000 7.000-16,-12.000 4.000 15,-11.000-11.000-15,-1.000-11.000 16,1.000-18.000 0,8.000-17.000-16,9.000-14.000 15,17.000-11.000 1,16.000-1.000-16,10.000 8.000 15,5.000 6.000 1,6.000 7.000-16,3.000 9.000 16,3.000 9.000-1,3.000 6.000-15,-1.000 5.000 16,1.000 2.000 0,-4.000 0.000-16,-4.000-2.000 15,-7.000-4.000 1,-9.000-8.000-16,-10.000-9.000 15,-12.000-11.000-15,-13.000-7.000 16,-1.000 2.000 0</inkml:trace>
  <inkml:trace contextRef="#ctx0" brushRef="#br0">12382.000 16305.000 0,'-6.000'35.000'16,"2.000"9.000"-16,5.000 2.000 16,6.000-9.000-1,5.000-7.000-15,3.000-8.000 16,-1.000-1.000 0,-1.000-3.000-16,-9.000-8.000 15,-9.000-8.000 1,-7.000-8.000-16,-1.000-10.000 31,-1.000-6.000-31,7.000 4.000 0,11.000 5.000 16,5.000 6.000-1,1.000 2.000-15,6.000 1.000 16,10.000-3.000-16,14.000-4.000 16,11.000-8.000-1,12.000-4.000-15,11.000-3.000 16,0.000 0.000-1,-3.000 9.000-15,-4.000 7.000 16,-13.000 7.000 0,-9.000 9.000-16,-16.000 9.000 15,-16.000 9.000 1,-15.000 10.000-16,-12.000 2.000 16,-11.000-2.000-1,-8.000-11.000-15,-10.000-8.000 16,-6.000-15.000-1,-3.000-15.000-15,4.000-10.000 16,8.000-7.000 0,11.000-1.000-16,12.000 11.000 15,17.000 22.000-15,0.000 0.000 16,-6.000 3.000 0,6.000 20.000-16,1.000 15.000 15,-1.000 12.000 1,-7.000 6.000-1,0.000-1.000-15,-2.000-5.000 16,3.000-13.000-16,-1.000-15.000 16,4.000-20.000-1,3.000-17.000-15,2.000-10.000 16,5.000-11.000 0,4.000-2.000-1,0.000 3.000-15,2.000 8.000 16,1.000 3.000-1,2.000 7.000-15,1.000 5.000 16,6.000 6.000-16,2.000 9.000 16,4.000 15.000-1,-3.000 11.000-15,-7.000 16.000 16,-3.000 7.000 0,-10.000 4.000-16,-4.000-8.000 15,-6.000-12.000 1,-4.000-17.000-16,-3.000-19.000 15,-1.000-18.000 1,-2.000-16.000-16,0.000-12.000 16,2.000-1.000-1,7.000 6.000-15,3.000 13.000 16,1.000 10.000 0,1.000 18.000-1,-3.000 3.000-15,-1.000 17.000 16,-4.000 12.000-16,-6.000 10.000 15,-1.000 0.000 1,-3.000-6.000-16,3.000-10.000 16,-2.000-11.000-16,1.000-15.000 15,-4.000-13.000 1,5.000 0.000-16</inkml:trace>
  <inkml:trace contextRef="#ctx0" brushRef="#br0">12508.000 16716.000 0,'36.000'19.000'15,"23.000"1.000"1,6.000-7.000-16,4.000-14.000 16,-3.000-17.000-1,-4.000-12.000-15,-9.000-8.000 16,-7.000-8.000-16,-12.000 7.000 15</inkml:trace>
  <inkml:trace contextRef="#ctx0" brushRef="#br0">13181.000 16134.000 0,'63.000'0.000'16,"24.000"-2.000"-16,-1.000 1.000 16,-11.000 1.000-1,-14.000 5.000-15,-14.000 9.000 16,-17.000 12.000 0,-16.000 18.000-16,-18.000 15.000 15,-19.000 9.000 1,-17.000 4.000-16,-14.000-3.000 15,-5.000-13.000 1,1.000-21.000-16,5.000-26.000 16,8.000-29.000-1,13.000-28.000-15,13.000 0.000 16</inkml:trace>
  <inkml:trace contextRef="#ctx0" brushRef="#br0">13568.000 15828.000 0,'20.000'41.000'15,"-2.000"28.000"1,-15.000 10.000 0,-12.000-1.000-1,-10.000-10.000-15,2.000-20.000 0,5.000-28.000 16,12.000-24.000-1,5.000-10.000-15</inkml:trace>
  <inkml:trace contextRef="#ctx0" brushRef="#br0">13820.000 15947.000 0,'20.000'57.000'0,"2.000"20.000"15,-13.000-1.000-15,-10.000-14.000 16,-5.000-18.000 0,2.000-19.000-16,4.000-25.000 15,5.000 2.000 1,12.000-22.000-16,10.000-12.000 16,7.000-4.000-1,6.000 6.000-15,-1.000 10.000 16,-5.000 13.000-1,-8.000 10.000-15,-4.000 9.000 16,-4.000 11.000 0,-9.000 5.000-16,-9.000 4.000 15,-9.000-2.000 1,-7.000-1.000-16,-8.000-2.000 16,-5.000-6.000-1,-3.000-7.000-15,-2.000-11.000 16,1.000-13.000-1,4.000-18.000-15,6.000-18.000 16,15.000-14.000 0,7.000 9.000-16</inkml:trace>
  <inkml:trace contextRef="#ctx0" brushRef="#br0">14342.000 15538.000 0,'23.000'1.000'15,"16.000"1.000"-15,7.000-6.000 16,7.000-2.000 0,0.000-3.000-16,1.000 3.000 15,-3.000 3.000 1,-12.000 3.000-16,-10.000 9.000 15,-12.000 8.000 1,-14.000 21.000-16,-21.000 22.000 16,-24.000 28.000-1,-22.000 32.000-15,-18.000 34.000 16,-4.000 19.000 0,5.000 0.000-16,11.000-16.000 15,17.000-37.000 1,19.000-43.000-16,19.000-43.000 15,14.000-44.000 1,15.000-43.000-16,0.000-5.000 16</inkml:trace>
  <inkml:trace contextRef="#ctx0" brushRef="#br0">14938.000 15563.000 0,'0.000'0.000'15,"-19.000"27.000"1,-25.000 14.000-16,-15.000 6.000 16,-7.000 0.000-1,7.000-7.000-15,19.000-12.000 16,19.000-10.000-1,21.000-7.000-15,17.000-5.000 16,14.000 0.000-16,7.000 4.000 16,0.000 1.000-1,-2.000 3.000-15,-8.000 5.000 16,-6.000 6.000 0,-14.000 9.000-16,-11.000 7.000 15,-14.000 4.000 1,-4.000-3.000-1,0.000-7.000-15,5.000-11.000 16,7.000-7.000-16,11.000-8.000 16,11.000-6.000-1,8.000-1.000-15,9.000 0.000 16,5.000 1.000 0,2.000 5.000-16,-3.000 9.000 15,-3.000 8.000 1,-4.000 7.000-16,-6.000 4.000 15,-8.000 5.000 1,-13.000 0.000-16,-9.000-4.000 16,-7.000-4.000-1,-7.000-8.000-15,-7.000-12.000 16,-2.000-13.000 0,-2.000-9.000-16,1.000-11.000 15,3.000-2.000 1,8.000-3.000-16,12.000 0.000 15,13.000-8.000 1,19.000-5.000-16,16.000-7.000 16,15.000-3.000-1,9.000-5.000-15,6.000-3.000 16,-2.000-8.000 0,-4.000-1.000-16,-9.000-2.000 15,-17.000 16.000-15</inkml:trace>
  <inkml:trace contextRef="#ctx0" brushRef="#br0">15275.000 15683.000 0,'26.000'0.000'16,"16.000"-1.000"-16,9.000-2.000 16,2.000-4.000-1,-3.000 1.000-15,-3.000 2.000 16,-12.000 4.000-1,-14.000 6.000-15,-23.000 10.000 16,-24.000 6.000 0,-21.000 10.000-16,-14.000 9.000 15,-3.000 5.000 1,7.000-3.000-16,16.000-6.000 16,18.000-8.000-1,22.000-7.000-15,13.000-5.000 16,19.000-9.000-1,13.000-10.000-15,6.000-14.000 16,-1.000-6.000 0,-3.000-5.000-16,-8.000-1.000 15,-11.000-2.000 1,-12.000 3.000 0,-16.000 3.000-16,-14.000 2.000 0,-10.000 8.000 15,-4.000 17.000 1,-3.000 12.000-16,3.000 16.000 15,8.000 16.000 1,5.000 15.000-16,5.000 12.000 16,6.000 4.000-1,7.000-1.000 1,3.000-11.000-16,5.000-15.000 16,-1.000-16.000-1,5.000-16.000-15,4.000-21.000 16,2.000-19.000-16,0.000-22.000 15,0.000-18.000 1,-1.000-13.000-16,-5.000 0.000 16,-2.000 10.000-1,-3.000 14.000 1,-4.000 18.000-16,-3.000 15.000 16,-2.000 17.000-1,5.000 7.000-15,1.000 17.000 16,3.000 4.000-16,0.000 0.000 15,6.000-6.000 1,14.000-11.000-16,8.000-14.000 16,12.000-17.000-1,10.000-12.000-15,6.000-8.000 16,1.000 1.000 0,-3.000 7.000-16,-9.000 12.000 15,-13.000 20.000 1,-20.000 18.000-16,-13.000 20.000 15,-16.000 9.000 1,-15.000 6.000-16,-8.000-6.000 16,-1.000-10.000-1,-3.000-13.000-15,3.000-19.000 16,3.000-21.000 0,10.000-19.000-16,9.000-8.000 15,12.000-1.000 1,8.000 12.000-16,1.000 14.000 15,1.000 18.000 1,1.000 19.000-16,-6.000 23.000 16,-7.000 22.000-1,-3.000 15.000-15,-5.000 4.000 16,-2.000-2.000 0,2.000-10.000-16,-1.000-16.000 15,-1.000-19.000 1,-2.000-14.000-16,-5.000-21.000 15,-5.000-20.000 1,-2.000-18.000-16,0.000-12.000 16,5.000-2.000-1,9.000 2.000-15,14.000 8.000 16,9.000 9.000 0,11.000 7.000-16,9.000 7.000 15,3.000 9.000 1,0.000 9.000-16,-2.000 9.000 15,-7.000 12.000 1,-5.000 12.000-16,-13.000 8.000 16,-9.000 11.000-1,-2.000 1.000-15,-2.000-5.000 16,-1.000-3.000-16,5.000-13.000 16,6.000-7.000-1,6.000-10.000-15,9.000-12.000 16,8.000-16.000-1,7.000-18.000-15,8.000-18.000 16,2.000-12.000 0,1.000-9.000-1,-1.000-4.000-15,-10.000 14.000 16</inkml:trace>
  <inkml:trace contextRef="#ctx0" brushRef="#br0">16587.000 15905.000 0,'11.000'18.000'0,"2.000"6.000"15,-5.000-4.000-15,-8.000-20.000 16,1.000 10.000 0</inkml:trace>
  <inkml:trace contextRef="#ctx0" brushRef="#br0">16737.000 16297.000 0,'0.000'0.000'16,"0.000"0.000"-16,-9.000-6.000 16</inkml:trace>
  <inkml:trace contextRef="#ctx0" brushRef="#br0">17713.000 15836.000 0,'0.000'0.000'15,"0.000"0.000"-15,22.000-3.000 16,16.000-4.000 0,8.000 0.000-16,2.000-1.000 15,1.000 4.000-15,-2.000 2.000 16,-5.000 8.000-1,-8.000 6.000-15,-9.000 14.000 16,-15.000 9.000 0,-17.000 13.000-16,-19.000 7.000 15,-11.000-2.000 1,-6.000-3.000 0,7.000-9.000-16,17.000-5.000 15,14.000-10.000 1,9.000-7.000-16,5.000-8.000 15,6.000-3.000 1,4.000-1.000-16,1.000-1.000 16,-4.000-1.000-16,0.000 0.000 15,-2.000 4.000 1,-9.000 11.000 0,-9.000 11.000-16,-8.000 9.000 15,-11.000 7.000-15,-4.000 1.000 16,2.000-6.000-1,7.000-11.000-15,6.000-12.000 16,5.000-8.000 0,7.000-11.000-16,0.000 0.000 15,0.000 0.000-15,2.000 6.000 16,7.000-7.000 0,11.000-8.000-16,11.000-10.000 15,7.000-11.000 1,7.000-8.000-16,8.000-9.000 15,8.000-7.000 1,5.000-4.000-16,-6.000-1.000 16,-2.000-1.000-1,-6.000-4.000 1,-9.000 0.000-16,-10.000 0.000 16,-12.000-1.000-1,-15.000-3.000-15,-14.000 1.000 16,-14.000 0.000-1,-15.000 7.000-15,-13.000 12.000 16,-15.000 16.000 0,-8.000 13.000-16,-9.000 16.000 15,-5.000 14.000 1,-2.000 15.000-16,2.000 17.000 16,4.000 21.000-1,7.000 21.000-15,10.000 19.000 16,18.000 12.000-1,20.000-1.000-15,23.000-7.000 16,26.000-9.000 0,26.000-18.000-16,16.000-25.000 15,12.000-21.000 1,6.000-24.000 0,3.000-25.000-16,-17.000-5.000 0</inkml:trace>
  <inkml:trace contextRef="#ctx0" brushRef="#br0">18807.000 15870.000 0,'21.000'-1.000'0,"16.000"-5.000"15,7.000-8.000 1,7.000-3.000-16,8.000-3.000 16,4.000 1.000-1,2.000-1.000-15,-3.000 3.000 16,-5.000 2.000-1,-9.000 1.000-15,-11.000 0.000 16,-12.000-2.000-16,-12.000-6.000 16,-13.000-7.000-1,-16.000-6.000-15,0.000 6.000 16</inkml:trace>
  <inkml:trace contextRef="#ctx0" brushRef="#br0">19143.000 15358.000 0,'0.000'0.000'0,"0.000"38.000"15,-1.000 25.000 1,0.000 21.000-16,-3.000 23.000 16,4.000 22.000-1,-1.000 14.000-15,-2.000 7.000 16,1.000-2.000-1,-1.000-14.000-15,0.000-23.000 16,1.000-34.000 0,1.000-29.000-16</inkml:trace>
  <inkml:trace contextRef="#ctx0" brushRef="#br0">19084.000 15930.000 0,'-17.000'43.000'0,"-14.000"23.000"16,-9.000 12.000 0,-8.000 0.000-1,3.000-10.000-15,8.000-18.000 16,6.000-27.000-16,9.000-28.000 15,16.000-24.000 1,7.000-1.000-16</inkml:trace>
  <inkml:trace contextRef="#ctx0" brushRef="#br0">19201.000 15963.000 0,'31.000'60.000'16,"3.000"24.000"-16,-9.000-1.000 16,-7.000-19.000-1,-12.000-21.000-15,-6.000-43.000 16,1.000 18.000 0</inkml:trace>
  <inkml:trace contextRef="#ctx0" brushRef="#br0">19421.000 15879.000 0,'9.000'72.000'0,"-3.000"40.000"16,-6.000 9.000-1,-3.000-14.000-15,0.000-25.000 16,0.000-28.000-1,5.000-32.000-15,4.000-29.000 16,9.000-33.000 0,0.000-22.000-16,-2.000 2.000 15</inkml:trace>
  <inkml:trace contextRef="#ctx0" brushRef="#br0">19580.000 15657.000 0,'0.000'0.000'0,"0.000"0.000"16,16.000-26.000-1,12.000-15.000-15,9.000 1.000 16,6.000 3.000 0,3.000 8.000-1,0.000 9.000-15,-4.000 7.000 16,-4.000 5.000-16,-11.000 6.000 15,-7.000 5.000 1,-8.000 4.000-16,-2.000 8.000 16,-4.000 11.000-1,-4.000 13.000-15,-5.000 14.000 16,-1.000 23.000 0,-4.000 21.000-1,1.000 25.000-15,2.000 18.000 16,5.000-1.000-16,6.000-10.000 15,5.000-18.000 1,1.000-22.000-16,1.000-25.000 16,-2.000-20.000-1,-6.000-25.000-15,-6.000-23.000 16,-8.000-20.000 0,-11.000-20.000-16,-8.000-17.000 15,-10.000-13.000 1,-10.000-7.000-16,-4.000-1.000 15,-6.000 3.000 1,2.000 11.000-16,5.000 10.000 16,12.000 13.000-1,15.000 10.000-15,16.000 10.000 16,7.000 13.000 0,8.000 1.000-1,11.000 2.000-15,7.000-3.000 16,9.000 1.000-16,3.000 1.000 15,-4.000 4.000 1,-5.000 2.000-16,-11.000 4.000 16,-5.000 11.000-16,-15.000 12.000 15,-13.000 13.000 1,-11.000 7.000 0,-4.000-3.000-16,2.000-2.000 15,10.000-9.000-15,6.000-8.000 16,11.000-7.000-1,10.000-6.000-15,8.000-4.000 16,7.000-2.000 0,1.000-2.000-16,4.000 2.000 15,-5.000 1.000-15,-7.000 2.000 16,-10.000 8.000 0,-9.000 11.000-1,-9.000 11.000-15,-9.000 7.000 16,-7.000 1.000-1,0.000-2.000-15,2.000-3.000 16,9.000-10.000 0,10.000-8.000-16,10.000-15.000 15,12.000-12.000 1,10.000-16.000-16,6.000-17.000 16,10.000-16.000-1,9.000-14.000-15,-1.000-13.000 16,7.000-10.000-1,4.000-3.000-15,-1.000-2.000 16,-2.000 6.000 0,-5.000 9.000-16,-5.000 16.000 15,-4.000 18.000 1,0.000 17.000-16,-8.000 16.000 16,-5.000 7.000-16,-2.000 3.000 15,-3.000 1.000 1,-1.000 3.000-16,1.000 1.000 15,-1.000 2.000 1,4.000 4.000-16,-2.000 3.000 16,-7.000 6.000-1,-6.000 6.000-15,-11.000 6.000 16,-18.000 12.000 0,-12.000 8.000-16,-19.000 4.000 15,-12.000 4.000 1,-1.000 0.000-16,5.000-8.000 15,17.000-10.000 1,17.000-6.000-16,18.000-6.000 16,18.000-5.000-1,14.000-6.000-15,20.000-7.000 16,16.000-6.000 0,11.000-2.000-16,1.000-5.000 15,-1.000-7.000 1,-11.000 2.000-1,-9.000 3.000-15,-18.000 3.000 16,-14.000 0.000-16,-19.000-4.000 16,-19.000-5.000-16,-14.000-7.000 15,-13.000-7.000 1,-5.000-3.000-16,-2.000-3.000 16,5.000 4.000-1,13.000 8.000-15,14.000 13.000 16,16.000 10.000-1,0.000 0.000-15,-4.000 8.000 16,6.000 13.000-16,3.000 19.000 16,3.000 21.000-1,0.000 32.000 1,-6.000 33.000-16,-6.000 22.000 16,-1.000 13.000-16,-6.000-5.000 15,4.000-35.000 1,2.000-39.000-16</inkml:trace>
  <inkml:trace contextRef="#ctx0" brushRef="#br0">21212.000 15034.000 0,'2.000'41.000'15,"-10.000"17.000"-15,-13.000 6.000 16,-2.000-6.000-1,8.000-9.000-15,8.000-10.000 16,24.000-4.000 0,20.000-5.000-16,16.000 0.000 15,9.000-3.000 1,0.000 1.000-16,-11.000 2.000 16,-16.000 6.000-1,-23.000 9.000-15,-21.000 7.000 16,-27.000 2.000-1,-26.000-1.000-15,-19.000-10.000 16,-9.000-15.000 0,3.000-19.000-16,14.000-23.000 15,19.000-21.000 1,27.000-13.000 0,26.000 1.000-16,20.000 12.000 15,12.000 15.000-15,8.000 14.000 16,6.000 9.000-1,6.000 12.000-15,5.000 10.000 16,2.000 7.000 0,-3.000 6.000-16,-2.000 1.000 15,0.000 1.000 1,-4.000-2.000-16,-8.000-6.000 16,-8.000-7.000-1,-15.000-9.000-15,-18.000-11.000 16,-21.000-12.000-1,-4.000 0.000-15</inkml:trace>
  <inkml:trace contextRef="#ctx0" brushRef="#br0">20875.000 16058.000 0,'51.000'7.000'0,"34.000"-2.000"15,21.000-5.000 1,7.000-5.000-16,2.000 1.000 31,-4.000 2.000-31,-11.000 2.000 16,-15.000 0.000-16,-20.000 0.000 16,-22.000 0.000-1,-20.000 0.000-15,-24.000-7.000 16,-26.000-4.000-1,-17.000-7.000-15,-13.000-8.000 16,-2.000-4.000-16,5.000 2.000 16,11.000 6.000-1,14.000 7.000 1,9.000 5.000-16,10.000 13.000 16,7.000 17.000-16,6.000 21.000 15,-1.000 23.000 1,-4.000 23.000-1,-5.000 19.000-15,-4.000 6.000 16,-2.000-7.000 0,-1.000-20.000-16,6.000-27.000 15,5.000-32.000 1,4.000-32.000-16,1.000-10.000 16</inkml:trace>
  <inkml:trace contextRef="#ctx0" brushRef="#br0">21363.000 16075.000 0,'-19.000'36.000'16,"-21.000"23.000"0,-15.000 5.000-16,-7.000-5.000 15,-2.000-16.000 1,8.000-25.000-16,22.000-31.000 15,14.000-8.000 1</inkml:trace>
  <inkml:trace contextRef="#ctx0" brushRef="#br0">21497.000 16204.000 0,'32.000'53.000'0,"7.000"22.000"15,-5.000-7.000 1,-13.000-14.000-16,-16.000-21.000 16,-11.000-27.000-16,-1.000-11.000 15</inkml:trace>
  <inkml:trace contextRef="#ctx0" brushRef="#br0">22027.000 15530.000 0,'19.000'4.000'16,"-3.000"4.000"-16,-16.000 7.000 15,-22.000 8.000 1,-25.000 2.000-16,-8.000-3.000 15,5.000-6.000 1,11.000-8.000-16,39.000-8.000 16,-4.000 6.000-1,28.000 6.000-15,15.000 7.000 16,9.000 9.000 0,-2.000 15.000-16,-2.000 14.000 15,-7.000 24.000 1,-13.000 20.000-16,-15.000 11.000 15,-15.000 3.000 1,-6.000-11.000-16,-8.000-21.000 16,1.000-30.000-1,9.000-30.000-15,6.000-33.000 16,7.000-31.000 0,6.000-33.000-16,8.000-27.000 15,4.000-23.000-15,7.000-9.000 16,6.000 5.000-1,6.000 8.000-15,0.000 17.000 16,1.000 22.000 0,-8.000 27.000-16,-10.000 19.000 15,-8.000 17.000 1,-7.000 8.000-16,-6.000 12.000 16,-5.000 12.000-1,-4.000 8.000-15,-2.000 6.000 16,5.000 1.000-1,7.000 4.000-15,13.000 1.000 16,17.000-1.000 0,13.000-2.000-16,11.000-6.000 15,4.000-4.000 1,-5.000-3.000 0,-12.000-3.000-16,-18.000 1.000 15,-19.000 9.000-15,-30.000 5.000 16,-29.000 5.000-1,-22.000 3.000-15,-12.000 0.000 16,3.000-4.000 0,17.000-5.000-16,23.000-10.000 15,17.000-5.000 1,23.000-1.000-16,21.000-2.000 16,26.000 2.000-1,18.000-3.000-15,14.000-1.000 16,10.000 0.000-1,-4.000-3.000-15,-11.000 1.000 16,-16.000-2.000 0,-18.000-2.000-16,-16.000-3.000 15,-17.000-7.000-15,-18.000-14.000 16,-15.000-15.000 0,-8.000-18.000-1,-5.000-12.000-15,3.000-10.000 16,7.000-8.000-16,9.000-1.000 15,6.000 4.000 1,10.000 15.000 0,6.000 17.000-16,4.000 21.000 15,1.000 11.000 1,1.000 16.000-16,1.000 13.000 16,0.000 21.000-16,-6.000 22.000 15,-5.000 23.000 1,-3.000 24.000-16,-3.000 23.000 15,-2.000 16.000 1,1.000 7.000 0,3.000-6.000-16,2.000-20.000 15,8.000-26.000 1,6.000-35.000-16,6.000-35.000 16,0.000-19.000-16</inkml:trace>
  <inkml:trace contextRef="#ctx0" brushRef="#br0">22893.000 16399.000 0,'0.000'0.000'15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2:53:32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1375.000 1032.000 0,'0.000'0.000'16,"0.000"0.000"-1,0.000 0.000-15,0.000 0.000 16,33.000-5.000-16,18.000-2.000 15,6.000-4.000 1,0.000 3.000 0,-5.000-1.000-16,-8.000 3.000 15,-9.000 3.000-15,-7.000 2.000 16,-10.000 6.000 0,-14.000 7.000-16,-8.000-1.000 15,0.000-1.000 1</inkml:trace>
  <inkml:trace contextRef="#ctx0" brushRef="#br0">1257.000 1508.000 0,'45.000'0.000'15,"30.000"-6.000"1,12.000-10.000-16,-2.000-5.000 15,-8.000-5.000 1,-8.000 4.000 0,-12.000 1.000-16,-16.000 3.000 15,-17.000 7.000-15,-8.000 1.000 16,-16.000-3.000-16,-14.000 1.000 16,-12.000-1.000-1,-7.000-2.000-15,3.000 3.000 16,-1.000 1.000-1,3.000 0.000-15,3.000 1.000 16,7.000 3.000 0,6.000 5.000-16,4.000-1.000 15,5.000 7.000 1,2.000 11.000-16,0.000 7.000 16,1.000 19.000-16,0.000 14.000 15,-2.000 17.000 1,-4.000 12.000-1,0.000 8.000-15,-2.000-5.000 16,2.000-12.000 0,2.000-14.000-16,4.000-22.000 15,-2.000-15.000-15,2.000-24.000 16,0.000-17.000 0,0.000-10.000-16</inkml:trace>
  <inkml:trace contextRef="#ctx0" brushRef="#br0">2064.000 1023.000 0,'0.000'0.000'0,"13.000"39.000"16,4.000 30.000-1,-8.000 22.000-15,-7.000 11.000 16,-6.000 5.000 0,-5.000-3.000-1,-2.000-9.000-15,0.000-17.000 16,3.000-23.000-16,3.000-22.000 16,1.000-20.000-1,2.000-35.000-15,0.000-35.000 16,2.000-3.000-1</inkml:trace>
  <inkml:trace contextRef="#ctx0" brushRef="#br0">2257.000 1116.000 0,'12.000'66.000'0,"-1.000"24.000"16,-3.000 1.000-16,-6.000-23.000 16,-6.000-32.000-1,-4.000-22.000-15</inkml:trace>
  <inkml:trace contextRef="#ctx0" brushRef="#br0">2535.000 912.000 0,'0.000'0.000'16,"0.000"0.000"-16,-16.000 40.000 16,-12.000 25.000-1,-6.000 7.000 1,3.000-7.000-16,2.000-12.000 15,14.000-15.000-15,11.000-13.000 16,15.000-13.000 0,8.000-10.000-1,3.000-3.000 1,0.000 1.000-16,-3.000 0.000 0,-3.000 5.000 16,-6.000 7.000-1,-11.000 8.000-15,-12.000 7.000 16,-16.000 10.000-1,-8.000 4.000-15,-3.000-1.000 16,4.000-3.000 0,7.000-6.000-16,12.000-9.000 15,10.000-6.000 1,17.000-7.000-16,10.000-7.000 16,11.000-2.000-1,2.000-2.000-15,2.000 0.000 16,-5.000 5.000-16,-4.000 5.000 15,-8.000 7.000 1,-13.000 8.000 0,-10.000 8.000-16,-15.000 5.000 15,-16.000 4.000-15,-13.000 1.000 16,-2.000-8.000 0,4.000-15.000-16,12.000-27.000 15,11.000-7.000 1</inkml:trace>
  <inkml:trace contextRef="#ctx0" brushRef="#br0">2864.000 1168.000 0,'0.000'0.000'15,"-2.000"40.000"-15,2.000 19.000 16,6.000 0.000 0,3.000-12.000-16,13.000-13.000 15,9.000-22.000 1,15.000-16.000-16,8.000-16.000 16,3.000-15.000-1,2.000-12.000-15,-5.000-7.000 16,-15.000 0.000-1,-13.000 7.000-15,-15.000 9.000 16,-20.000 10.000 0,-11.000 12.000-16,-5.000 11.000 15,-3.000 15.000 1,1.000 11.000-16,-1.000 15.000 16,2.000 18.000-1,4.000 17.000-15,2.000 13.000 16,3.000 10.000-1,4.000 5.000-15,2.000-4.000 16,4.000-9.000 0,5.000-15.000-16,0.000-17.000 15,0.000-20.000 1,2.000-16.000-16,0.000-22.000 16,6.000-33.000-1,0.000-37.000-15,0.000 4.000 16</inkml:trace>
  <inkml:trace contextRef="#ctx0" brushRef="#br0">3300.000 980.000 0,'39.000'-14.000'0,"12.000"0.000"0,-3.000 14.000 15,-15.000 15.000 1,-21.000 12.000-16,-16.000 5.000 16,-23.000-1.000-1,-9.000 1.000-15,-3.000-4.000 16,1.000-3.000-16,8.000-7.000 16,13.000-4.000-1,8.000-4.000-15,14.000-7.000 16,15.000-2.000-1,19.000-4.000-15,6.000 0.000 16,5.000-3.000 0,-11.000 1.000-16,-10.000 1.000 15,-12.000 4.000 1,-17.000 9.000-16,-24.000 14.000 16,-29.000 15.000-1,-13.000 7.000-15,-4.000 0.000 16,6.000-2.000-1,16.000-9.000-15,22.000-8.000 16,25.000-14.000-16,28.000-13.000 16,32.000-12.000-1,24.000-14.000-15,6.000-3.000 16,-4.000-1.000 0,-8.000 6.000-1,-21.000 2.000-15,-19.000 9.000 16,-17.000-4.000-16,-20.000-3.000 15,-23.000-9.000 1,-22.000-12.000-16,-5.000-24.000 16,7.000 7.000-1</inkml:trace>
  <inkml:trace contextRef="#ctx0" brushRef="#br0">3392.000 741.000 0,'0.000'0.000'0,"8.000"32.000"16,-3.000 23.000 0,-3.000 13.000-16,-7.000 12.000 15,-6.000 2.000 1,-3.000 1.000-16,1.000-2.000 16,3.000-19.000-1,3.000-19.000-15</inkml:trace>
  <inkml:trace contextRef="#ctx0" brushRef="#br0">3359.000 1534.000 0,'2.000'71.000'16,"-2.000"29.000"-16,-7.000-5.000 15,0.000-19.000 1,-5.000-27.000-16,-1.000-30.000 15,5.000-17.000 1</inkml:trace>
  <inkml:trace contextRef="#ctx0" brushRef="#br0">3461.000 1551.000 0,'18.000'-21.000'0,"9.000"-5.000"16,3.000 6.000 0,-8.000 8.000-16,-5.000 9.000 15,-1.000 8.000 1,-5.000 9.000-16,-3.000 8.000 16,0.000 8.000-1,0.000 12.000-15,-2.000 11.000 16,0.000 13.000-1,0.000 7.000-15,1.000 4.000 16,-2.000-2.000 0,-1.000-6.000-16,-1.000-8.000 15,-1.000-8.000-15,-2.000-13.000 16,0.000-13.000 0,-5.000-16.000-16,-10.000-24.000 15,-5.000-24.000 1,-8.000-26.000-16,2.000 4.000 15</inkml:trace>
  <inkml:trace contextRef="#ctx0" brushRef="#br0">3426.000 1714.000 0,'31.000'-4.000'15,"9.000"8.000"-15,-10.000 10.000 16,-15.000 11.000 0,-15.000 9.000-16,-8.000-4.000 15,-3.000-8.000 1,2.000-5.000-16,3.000-8.000 16,6.000-9.000-1,0.000 0.000-15,3.000-3.000 16,14.000-17.000-16,10.000-21.000 15,4.000-19.000 1,9.000-14.000-16,4.000-7.000 16,3.000 5.000-1,-4.000 12.000 1,-3.000 15.000-16,-8.000 19.000 16,-10.000 10.000-16,-9.000 9.000 15,-4.000 5.000 1,0.000 6.000-16,1.000 10.000 15,-3.000 9.000 1,-11.000 8.000-16,-11.000-1.000 16,0.000-8.000-16</inkml:trace>
  <inkml:trace contextRef="#ctx0" brushRef="#br0">3788.000 1730.000 0,'19.000'-9.000'16,"9.000"-14.000"0,3.000-11.000-16,1.000-11.000 15,-1.000-11.000 1,-1.000-11.000-16,-6.000 5.000 16,1.000 8.000-1,-2.000 11.000-15,-8.000 14.000 16,-3.000 12.000-1,-5.000 10.000-15,0.000 13.000 16,-1.000 12.000 0,4.000 13.000-16,-2.000 12.000 15,-5.000 8.000-15,0.000 4.000 16,-2.000-1.000 0,-1.000-7.000-1,-1.000-11.000-15,-1.000-19.000 16,-1.000-18.000-16,3.000-21.000 15,2.000-26.000 1,-2.000-18.000-16,0.000 7.000 16</inkml:trace>
  <inkml:trace contextRef="#ctx0" brushRef="#br0">4141.000 1270.000 0,'16.000'-11.000'15,"9.000"-2.000"1,9.000 2.000-16,3.000 11.000 15,0.000 9.000-15,-7.000 11.000 16,-5.000 5.000 0,-14.000 6.000-16,-12.000 2.000 15,-15.000 3.000 1,-11.000 3.000 0,-9.000 0.000-16,-4.000-3.000 15,1.000-1.000-15,7.000-4.000 16,7.000-6.000-1,12.000-6.000-15,15.000-7.000 16,14.000-10.000 0,9.000-9.000-16,10.000 0.000 15,-4.000 0.000 1,-7.000 4.000-16,-7.000 10.000 16,-15.000 13.000-1,-22.000 10.000-15,-18.000 12.000 16,-11.000 8.000-1,-4.000 3.000-15,1.000-4.000 16,9.000-9.000 0,15.000-11.000-16,28.000-29.000 15,4.000 5.000 1,27.000-15.000 0,12.000-7.000-16,10.000 1.000 15,3.000 8.000-15,-6.000 6.000 16,-7.000 2.000-1,-9.000 2.000-15,-9.000 2.000 16,-4.000-2.000-16,-2.000-8.000 16,6.000-15.000-1,0.000-18.000-15,6.000-28.000 16,6.000-25.000 0,-7.000 10.000-16</inkml:trace>
  <inkml:trace contextRef="#ctx0" brushRef="#br0">4813.000 1091.000 0,'-26.000'30.000'0,"-21.000"19.000"16,-11.000 7.000-1,0.000-12.000-15,15.000-14.000 16</inkml:trace>
  <inkml:trace contextRef="#ctx0" brushRef="#br0">4931.000 1141.000 0,'44.000'12.000'0,"6.000"11.000"16,-17.000 10.000-1,-27.000 2.000-15,-23.000-5.000 16,-19.000-8.000 0,1.000-6.000-16</inkml:trace>
  <inkml:trace contextRef="#ctx0" brushRef="#br0">4705.000 1467.000 0,'38.000'2.000'0,"28.000"3.000"15,7.000 2.000 1,-7.000 2.000-16,-8.000 6.000 16,-16.000 8.000-1,-13.000 7.000-15,-19.000 9.000 16,-20.000 13.000 0,-22.000 4.000-16,-17.000-1.000 15,-11.000-6.000 1,-4.000-10.000-16,6.000-23.000 15,15.000-13.000 1</inkml:trace>
  <inkml:trace contextRef="#ctx0" brushRef="#br0">4931.000 1620.000 0,'-38.000'36.000'0,"-28.000"18.000"16,-10.000-1.000 0,14.000-29.000-16,17.000-16.000 15</inkml:trace>
  <inkml:trace contextRef="#ctx0" brushRef="#br0">5309.000 1407.000 0,'63.000'-19.000'0,"28.000"-5.000"15,0.000 4.000-15,-10.000 6.000 16,-17.000 4.000 0,-20.000 3.000-16,-7.000-3.000 15,-14.000-6.000 1,-9.000-9.000-16,-14.000-10.000 15,-4.000 3.000 1</inkml:trace>
  <inkml:trace contextRef="#ctx0" brushRef="#br0">5630.000 1116.000 0,'4.000'43.000'0,"2.000"29.000"15,0.000 13.000-15,-4.000 7.000 16,-5.000-3.000 0,-4.000-4.000-1,-2.000-12.000-15,-2.000-14.000 16,3.000-20.000 0,8.000-39.000-16,-4.000 4.000 15,3.000-17.000-15</inkml:trace>
  <inkml:trace contextRef="#ctx0" brushRef="#br0">5494.000 1518.000 0,'0.000'0.000'16,"-13.000"26.000"-16,-6.000 13.000 15,3.000 1.000 1,7.000-4.000-16,14.000-10.000 15,16.000-13.000 1,15.000-13.000-16,12.000-14.000 16,8.000-10.000-1,1.000-3.000 1,-3.000-2.000-16,-6.000 1.000 16,-8.000-4.000-16,-9.000-7.000 15,-12.000 7.000 1</inkml:trace>
  <inkml:trace contextRef="#ctx0" brushRef="#br0">6067.000 1176.000 0,'9.000'-8.000'16,"3.000"-3.000"-16,-12.000 11.000 15,-14.000 5.000-15,-28.000 9.000 16,-19.000 6.000-1,-2.000 2.000-15,8.000-7.000 16,16.000-6.000 0,13.000-3.000-16,14.000-1.000 15,5.000 1.000-15,9.000 5.000 16,7.000 2.000 0,1.000 9.000-16,2.000 12.000 15,5.000 9.000 1,-4.000 12.000-16,-2.000 8.000 15,-6.000 7.000 1,-5.000 2.000-16,-7.000 3.000 16,-5.000-4.000-1,-3.000-11.000-15,-4.000-23.000 16,2.000-28.000 0,2.000-14.000-16</inkml:trace>
  <inkml:trace contextRef="#ctx0" brushRef="#br0">5923.000 1475.000 0,'54.000'-26.000'16,"20.000"-9.000"-16,-1.000 2.000 15,-14.000 8.000 1,-14.000 6.000-16,-13.000 1.000 15,-12.000 2.000-15,-9.000 7.000 16</inkml:trace>
  <inkml:trace contextRef="#ctx0" brushRef="#br0">6118.000 1415.000 0,'2.000'62.000'15,"3.000"32.000"-15,-3.000 13.000 16,-5.000 3.000 0,-5.000-2.000-1,-2.000-6.000-15,1.000-13.000 16,3.000-17.000-16,7.000-21.000 16,4.000-18.000-1,3.000-28.000-15,5.000-28.000 16,-3.000-4.000-1</inkml:trace>
  <inkml:trace contextRef="#ctx0" brushRef="#br0">6630.000 1415.000 0,'0.000'15.000'16,"0.000"-1.000"-16</inkml:trace>
  <inkml:trace contextRef="#ctx0" brushRef="#br0">6546.000 1748.000 0,'0.000'0.000'0,"7.000"15.000"16,0.000-1.000-16</inkml:trace>
  <inkml:trace contextRef="#ctx0" brushRef="#br0">25357.000 2430.000 0,'0.000'0.000'0,"0.000"0.000"15,0.000 0.000 1,0.000 0.000-16,0.000 0.000 16,0.000 0.000-1,0.000 0.000-15,0.000 0.000 31,0.000 0.000-31,0.000 0.000 0,0.000 0.000 16,0.000 0.000-16,0.000 0.000 16,0.000 0.000-1,0.000 0.000-15,0.000 0.000 16,0.000 0.000 0,0.000 0.000-16,0.000 0.000 15,10.000 13.000 1,3.000 3.000-16,0.000-6.000 15,-3.000-3.000-15,-1.000-5.000 16,-3.000-7.000 0,0.000-4.000-16,-2.000-7.000 15,-3.000 2.000-15,-1.000 5.000 16,-1.000 1.000 0,1.000 8.000-16,0.000 0.000 15,-4.000-1.000-15,-1.000 8.000 16,1.000 1.000-16,4.000-8.000 15,-4.000 3.000 1</inkml:trace>
  <inkml:trace contextRef="#ctx0" brushRef="#br0">25492.000 4786.000 0,'0.000'0.000'16,"0.000"0.000"-1,0.000 0.000-15,0.000 0.000 16,0.000 0.000-16,2.000 16.000 16,3.000-1.000-1,-1.000-3.000-15,2.000-10.000 16,1.000-6.000-1,-1.000-1.000-15,-1.000-1.000 16,-5.000 6.000 0,0.000 0.000-16,0.000 0.000 15,0.000 0.000 1,0.000 0.000-16,-1.000 4.000 16,-7.000 8.000-16,-3.000 4.000 15,1.000-4.000 1,10.000-12.000-16,-4.000-10.000 15,3.000-6.000 1</inkml:trace>
  <inkml:trace contextRef="#ctx0" brushRef="#br0">24894.000 2277.000 0,'0.000'0.000'0,"0.000"0.000"16,0.000 0.000-16,-13.000 14.000 16,-11.000 10.000-1,-3.000 2.000 1,6.000 6.000-16,5.000 0.000 16,7.000 1.000-16,11.000 0.000 15,11.000-3.000 1,8.000-4.000-16,5.000-4.000 15,2.000-4.000 1,-4.000-2.000-16,0.000 1.000 16,-7.000-1.000-1,-6.000-2.000-15,-10.000 5.000 16,-7.000-1.000 0,-13.000 3.000-16,-7.000-2.000 15,-2.000-4.000 1,-1.000-4.000-16,7.000-4.000 15,12.000-11.000 1,9.000-13.000 0,9.000-9.000-16,1.000 1.000 15</inkml:trace>
  <inkml:trace contextRef="#ctx0" brushRef="#br0">25164.000 2644.000 0,'4.000'31.000'16,"-1.000"20.000"0,-1.000 14.000-16,-5.000 1.000 15,-4.000-13.000 1,-1.000-15.000-16</inkml:trace>
  <inkml:trace contextRef="#ctx0" brushRef="#br0">24743.000 4778.000 0,'0.000'0.000'16,"-15.000"24.000"-16,-14.000 13.000 15,-6.000 6.000 1,-2.000 1.000-16,5.000 0.000 15,9.000-7.000 1,10.000-5.000-16,13.000-7.000 16,13.000-3.000-1,5.000-8.000 1,7.000-1.000-16,-1.000-1.000 16,-3.000-3.000-16,-5.000-1.000 15,-4.000 0.000-15,-9.000 8.000 16,-11.000 2.000-1,-14.000 3.000 1,-10.000 3.000-16,-10.000-5.000 16,0.000-7.000-16,5.000-9.000 15,8.000-13.000 1,10.000-3.000-16</inkml:trace>
  <inkml:trace contextRef="#ctx0" brushRef="#br0">24835.000 5085.000 0,'40.000'4.000'16,"9.000"4.000"-16,-4.000 5.000 15,-14.000 6.000 1,-20.000 8.000-1,-18.000 4.000-15,-15.000 4.000 16,-2.000-5.000-16,7.000-4.000 31,8.000-8.000-31,9.000-7.000 0,16.000-8.000 16,17.000-10.000 0,12.000-14.000-16,7.000-13.000 15,-5.000-10.000 1,-14.000 8.000-16</inkml:trace>
  <inkml:trace contextRef="#ctx0" brushRef="#br0">31134.000 2115.000 0,'0.000'0.000'16,"0.000"0.000"-16,0.000 0.000 16,0.000 0.000-1,0.000 0.000-15,0.000 0.000 16,0.000 0.000-1,0.000 0.000-15,0.000 0.000 16,0.000 0.000 0,11.000-5.000-16,1.000 1.000 15,-3.000 0.000-15,-9.000 4.000 16,3.000 5.000 0,-3.000 4.000-16,-2.000 3.000 15,2.000 1.000 1,0.000-13.000-16,2.000 8.000 15,4.000-2.000 1,5.000-7.000 0,-2.000-4.000-16,0.000 0.000 15,-9.000 5.000-15,0.000 0.000 16,0.000 0.000-16,0.000 0.000 16,-1.000-3.000-1,-3.000 3.000-15</inkml:trace>
  <inkml:trace contextRef="#ctx0" brushRef="#br0">31764.000 2217.000 0,'0.000'0.000'0,"2.000"31.000"16,2.000 21.000-1,-5.000 18.000-15,-7.000 16.000 16,-5.000 12.000-1,-9.000 7.000 1,-7.000 5.000-16,0.000 1.000 16,-1.000-8.000-1,7.000-6.000-15,4.000-16.000 16,7.000-17.000-16,5.000-18.000 31,4.000-16.000-31,2.000-15.000 0,1.000-15.000 16,3.000-20.000-1,2.000-15.000-15,2.000-17.000 16,0.000 4.000 0,3.000-25.000-16,0.000-13.000 15,-3.000 12.000 1</inkml:trace>
  <inkml:trace contextRef="#ctx0" brushRef="#br0">31773.000 2328.000 0,'47.000'-9.000'16,"19.000"4.000"-16,1.000 13.000 15,-14.000 10.000 1,-13.000 10.000-16,-18.000 3.000 15,-14.000 2.000 1,-16.000 3.000-16,-11.000-2.000 16,-17.000-6.000-1,-11.000-1.000-15,-7.000-6.000 16,0.000-5.000 0,10.000-15.000-16,13.000-5.000 15</inkml:trace>
  <inkml:trace contextRef="#ctx0" brushRef="#br0">32311.000 2430.000 0,'0.000'0.000'0,"0.000"0.000"16</inkml:trace>
  <inkml:trace contextRef="#ctx0" brushRef="#br0">25433.000 2482.000 0,'0.000'0.000'16,"0.000"0.000"-16,0.000 0.000 15,0.000 0.000-15,0.000 0.000 16,0.000 0.000 0,0.000 0.000-16,0.000 0.000 15,0.000 0.000-15,20.000 2.000 16,11.000-1.000-1,2.000-1.000 1,-1.000-3.000-16,-1.000-1.000 16,3.000 2.000-1,-1.000 1.000-15,1.000-1.000 16,-1.000 2.000-16,2.000-1.000 16,2.000-3.000-1,4.000 0.000-15,2.000-3.000 16,1.000 0.000-1,2.000 0.000-15,0.000 1.000 16,4.000-1.000 0,1.000 0.000-16,-1.000 0.000 15,2.000 0.000-15,1.000 3.000 16,2.000 0.000 0,0.000-3.000-16,2.000 0.000 15,2.000 2.000 1,-2.000 3.000-16,-3.000 0.000 15,0.000-1.000 1,2.000-2.000-16,0.000 2.000 16,1.000-1.000-1,-1.000-1.000 1,1.000-1.000-16,1.000 2.000 16,-1.000 0.000-16,-3.000-1.000 15,0.000 4.000 1,0.000-2.000-16,2.000 1.000 15,-4.000 1.000-15,1.000-1.000 16,0.000 0.000 0,-3.000 1.000-16,0.000 0.000 15,0.000-1.000 1,1.000 1.000-16,0.000-2.000 16,-1.000 0.000-1,1.000 2.000-15,0.000 0.000 16,-3.000 0.000-16,5.000 1.000 15,-3.000 0.000 1,0.000 0.000-16,0.000 0.000 16,-1.000 0.000-1,0.000-2.000 1,1.000-1.000-16,-1.000 3.000 16,4.000 0.000-16,0.000-1.000 15,-4.000-2.000 1,2.000 1.000-16,1.000 1.000 15,-2.000 1.000-15,1.000-2.000 16,-2.000 1.000 0,1.000-2.000-16,2.000 0.000 15,-3.000 1.000 1,-1.000 0.000-16,3.000-2.000 16,-2.000-1.000-1,1.000 1.000-15,0.000 4.000 16,-1.000 1.000-16,-1.000-2.000 15,0.000 0.000 1,2.000 0.000-16,-1.000-2.000 16,2.000 0.000-1,2.000 0.000-15,-2.000 1.000 16,1.000-1.000-16,1.000-1.000 16,-2.000 4.000-1,2.000-1.000 1,1.000 1.000-16,2.000 0.000 15,-4.000 0.000-15,2.000-3.000 16,-2.000-1.000 0,1.000 4.000-16,-1.000-2.000 15,-2.000-1.000 1,-1.000 3.000-16,3.000-2.000 16,-1.000-1.000-1,-1.000-1.000-15,0.000 0.000 16,0.000 4.000-1,-2.000-2.000-15,3.000 0.000 16,-3.000 2.000-16,-1.000 0.000 16,-6.000-1.000-1,3.000-3.000-15,-1.000 3.000 16,-3.000-2.000 0,-1.000 3.000-16,-2.000 0.000 15,-1.000 0.000-15,1.000-2.000 16,-2.000 0.000-1,0.000-2.000-15,-5.000 3.000 16,-2.000 2.000 0,-2.000-2.000-16,0.000 0.000 15,1.000-2.000 1,0.000-1.000-16,-7.000 2.000 16,-6.000 0.000-1,-3.000 1.000-15,-2.000 1.000 16,-2.000 3.000-16,0.000-3.000 15,-3.000-7.000 1,-2.000-13.000-16,-2.000 2.000 16</inkml:trace>
  <inkml:trace contextRef="#ctx0" brushRef="#br0">28393.000 1645.000 0,'15.000'33.000'0,"4.000"19.000"16,-1.000 8.000-1,-9.000 2.000 1,-6.000-4.000-16,-8.000-1.000 15,-5.000-5.000 1,-5.000-9.000-16,2.000-13.000 16,2.000-12.000-16,6.000-5.000 15,5.000-13.000 1,0.000 0.000-16,0.000-10.000 16,6.000-12.000-1,8.000-13.000-15,6.000-8.000 16,7.000-6.000-1,5.000-1.000 1,6.000-2.000-16,3.000 0.000 0,-1.000 7.000 16,0.000 5.000-1,0.000 6.000-15,-7.000 10.000 16,-5.000 9.000 0,-8.000 5.000-16,-4.000 6.000 15,-5.000 5.000 1,-1.000 8.000-16,-5.000 3.000 15,-3.000 1.000-15,-1.000-3.000 16</inkml:trace>
  <inkml:trace contextRef="#ctx0" brushRef="#br0">28788.000 1935.000 0,'0.000'0.000'16,"0.000"32.000"-16,-1.000 18.000 15,-4.000 6.000-15,-7.000-6.000 16,2.000-5.000 0,2.000-14.000-1,1.000-10.000-15,4.000-11.000 16</inkml:trace>
  <inkml:trace contextRef="#ctx0" brushRef="#br0">25559.000 4887.000 0,'0.000'0.000'0,"0.000"0.000"16,0.000 0.000-1,0.000 0.000-15,0.000 0.000 16,17.000-8.000-16,9.000-7.000 15,2.000-1.000 1,0.000 0.000-16,0.000 1.000 16,0.000 0.000-1,3.000-2.000-15,1.000-4.000 16,6.000-4.000 0,5.000-1.000-16,4.000-2.000 15,4.000-1.000 1,-1.000 0.000-16,3.000-5.000 15,2.000-2.000 1,3.000-4.000-16,3.000 2.000 16,1.000-4.000-1,3.000 0.000-15,1.000 0.000 16,3.000 1.000 0,0.000-1.000-16,-3.000 4.000 15,2.000-1.000 1,1.000-1.000-16,2.000-1.000 15,2.000-4.000 1,-2.000 1.000-16,4.000 1.000 16,0.000-2.000-1,0.000 5.000-15,-3.000 0.000 16,-2.000 2.000 0,-1.000 2.000-16,1.000 0.000 15,-1.000 0.000 1,0.000 0.000-16,1.000-2.000 15,0.000-1.000 1,-1.000 0.000-16,0.000 0.000 16,0.000 1.000-1,0.000 1.000-15,-4.000 3.000 16,0.000 0.000 0,0.000-2.000-16,-1.000 3.000 15,1.000 1.000 1,-2.000-3.000-16,1.000 2.000 15,2.000 0.000 1,0.000-1.000-16,-4.000 3.000 16,1.000-1.000-1,-1.000 0.000-15,-3.000 1.000 16,3.000-2.000 0,3.000 2.000-16,1.000-2.000 15,0.000 1.000-15,0.000 2.000 16,-1.000 0.000-1,0.000 2.000 1,0.000 0.000 0,-3.000 2.000-16,0.000 0.000 15,-1.000-1.000-15,-1.000 2.000 16,2.000-1.000 0,0.000 4.000-16,-1.000-3.000 15,-1.000 0.000-15,-2.000 2.000 16,-1.000 1.000-1,1.000 0.000-15,-1.000 0.000 16,0.000 0.000 0,1.000-1.000-16,3.000 0.000 15,-1.000-3.000 1,-5.000 5.000-16,-1.000-2.000 16,0.000 3.000-1,-4.000 0.000-15,-3.000 3.000 16,-2.000 0.000-16,2.000-2.000 15,-2.000 3.000 1,-1.000-1.000 0,-6.000 0.000-16,-3.000 1.000 15,-1.000 1.000-15,1.000 1.000 16,-1.000 0.000 0,-2.000 3.000-16,-4.000 1.000 15,-3.000 2.000-15,-5.000 2.000 16,-5.000 2.000-1,-2.000-2.000-15,-13.000 6.000 16,0.000 0.000 0,8.000-9.000-16,-4.000-5.000 15,-4.000-7.000 1,-2.000 1.000-16</inkml:trace>
  <inkml:trace contextRef="#ctx0" brushRef="#br0">31286.000 2166.000 0,'9.000'8.000'0,"0.000"1.000"16,-9.000-9.000-1,4.000 4.000-15</inkml:trace>
  <inkml:trace contextRef="#ctx0" brushRef="#br0">28519.000 3634.000 0,'16.000'17.000'0,"2.000"16.000"16,0.000 4.000-1,-7.000 8.000-15,-6.000 2.000 16,-3.000-1.000 0,-4.000-2.000-16,-1.000-7.000 15,0.000-10.000 1,0.000-8.000-16,0.000-7.000 15,3.000-12.000-15,-1.000-2.000 16,0.000-13.000 0,3.000-14.000-16,5.000-13.000 15,7.000-9.000 1,5.000-7.000-16,7.000 2.000 16,4.000 3.000-1,1.000 9.000-15,-1.000 5.000 16,-1.000 10.000-1,-5.000 6.000-15,-7.000 12.000 16,-3.000 6.000 0,-6.000 14.000-16,-8.000 7.000 15,-7.000 4.000 1,-3.000-4.000-16,3.000-5.000 16</inkml:trace>
  <inkml:trace contextRef="#ctx0" brushRef="#br0">28763.000 3891.000 0,'31.000'5.000'0,"7.000"6.000"15,-10.000 7.000-15,-11.000 7.000 16,-14.000 0.000-1,-7.000-2.000-15,-5.000-7.000 16,4.000 0.000 0,4.000-4.000-16,6.000-8.000 15,12.000-9.000-15,10.000-15.000 16,13.000-14.000-16,4.000-18.000 16,-9.000 5.000-1</inkml:trace>
  <inkml:trace contextRef="#ctx0" brushRef="#br0">31370.000 2243.000 0,'0.000'0.000'0,"0.000"0.000"16,0.000 0.000-16,-5.000-13.000 15,-2.000 0.000 1,-5.000 2.000-16,-8.000 6.000 16,-3.000 7.000-1,1.000 2.000 1,5.000 2.000-16,4.000 1.000 0,2.000-5.000 15,3.000 1.000 1,8.000-3.000-16,0.000 0.000 16,0.000 0.000-16,0.000 0.000 15,-1.000-5.000 1,2.000-5.000-16,1.000 1.000 16,-1.000-1.000-16,-2.000 1.000 15,-4.000 3.000 1,-1.000 1.000-16,-2.000 5.000 15,-5.000 6.000 1,-5.000 5.000-16,-5.000 5.000 16,-2.000 1.000-1,3.000 2.000-15,6.000-2.000 16,3.000-4.000 0,6.000-5.000-16,7.000-8.000 15,1.000-3.000 1,7.000-8.000-16,5.000-5.000 15,-1.000-6.000-15,1.000 0.000 16,-4.000 0.000 0,-4.000 5.000-16,-4.000 4.000 15,-5.000 6.000 1,-9.000 10.000-16,-6.000 4.000 16,-5.000 6.000-1,-1.000 4.000-15,1.000 3.000 16,2.000-2.000-16,3.000 0.000 15,9.000-4.000 1,10.000-14.000-16,6.000 2.000 16,16.000-6.000-1,7.000-6.000-15,3.000-3.000 16,0.000-7.000-16,-7.000 1.000 31,-8.000 2.000-31,-5.000 3.000 0,-5.000 3.000 16,-7.000 4.000-1,-14.000 7.000-15,-8.000 6.000 16,-7.000 5.000 0,-5.000 4.000-16,1.000 0.000 15,7.000-3.000 1,7.000-3.000-16,12.000-2.000 16,7.000-7.000-16,8.000 0.000 15,14.000-4.000 1,7.000-4.000-16,-1.000-3.000 15,-1.000-1.000 1,-5.000 3.000-16,-4.000 2.000 16,-6.000 1.000-1,-12.000 6.000-15,0.000 0.000 16,-5.000 3.000-16,-12.000 9.000 16,-10.000 4.000-1,-1.000 2.000-15,6.000-2.000 16,4.000-3.000-1,9.000-3.000-15,9.000-10.000 16,1.000 0.000 0,11.000-5.000-16,8.000-8.000 15,4.000-2.000-15,1.000-2.000 16,-6.000-3.000 0,-1.000 5.000-16,-7.000-2.000 15,-9.000 3.000 1,-6.000 8.000-16,-7.000 2.000 15,-8.000 3.000 1,-3.000 6.000-16,-4.000 6.000 16,-2.000 1.000-16,4.000 3.000 15,8.000-3.000 1,5.000-1.000-16,9.000-3.000 16,7.000-3.000-1,8.000-5.000 1,5.000-4.000-16,5.000-3.000 15,-1.000 1.000-15,-4.000 0.000 16,-4.000 2.000-16,-6.000 2.000 16,-8.000 2.000-1,0.000 0.000-15,-2.000 0.000 16,-11.000 5.000 0,-10.000 3.000-16,-3.000 3.000 15,-1.000-1.000 1,5.000-5.000-16,8.000-1.000 15,7.000-5.000 1,12.000-7.000-16,9.000-4.000 16,10.000-1.000-16,6.000-2.000 15,0.000 1.000 1,-4.000 4.000-16,-11.000 4.000 16,-6.000 2.000-1,-9.000 4.000 1,-7.000 5.000-16,-13.000 8.000 15,-17.000-8.000-15,1.000-4.000 16</inkml:trace>
  <inkml:trace contextRef="#ctx0" brushRef="#br0">8110.000 1730.000 0,'0.000'0.000'15,"0.000"0.000"-15,0.000 0.000 16,-16.000 14.000 0,-12.000 12.000-16,-9.000 7.000 15,-6.000 5.000 1,-5.000 4.000-16,-3.000 8.000 16,3.000 0.000-1,6.000-6.000-15,8.000-11.000 16,13.000-5.000-1,11.000-7.000-15,7.000-7.000 16,11.000-6.000 0,13.000-6.000-16,13.000-3.000 15,9.000-3.000 1,10.000-1.000-16,3.000-1.000 16,-1.000 2.000-1,-6.000 4.000-15,-6.000 3.000 16,-5.000 3.000-1,-6.000-1.000-15,-10.000-2.000 16,-9.000-1.000 0,-13.000-2.000-16,8.000-5.000 15,-3.000-7.000-15,-6.000-8.000 16,-9.000-6.000 0,0.000-6.000-16,-2.000 0.000 15,0.000 1.000 1,0.000 1.000-16,-1.000 5.000 15,3.000 4.000 1,1.000 6.000-16,2.000 3.000 16,1.000 5.000-1,2.000 2.000-15,-2.000 0.000 16,-3.000-1.000 0,-1.000-8.000-16,4.000 0.000 15</inkml:trace>
  <inkml:trace contextRef="#ctx0" brushRef="#br0">8430.000 1680.000 0,'0.000'0.000'0,"-1.000"23.000"16,-6.000 20.000-1,-4.000 11.000-15,-2.000 3.000 16,3.000 0.000 0,10.000-7.000-16,12.000-11.000 15,12.000-12.000 1,7.000-12.000-16,10.000-18.000 16,8.000-12.000-1,4.000-11.000-15,-1.000-8.000 16,-3.000-7.000-1,-2.000-4.000-15,-10.000-2.000 16,-12.000 2.000 0,-13.000 2.000-16,-11.000 6.000 15,-8.000 5.000 1,-6.000 7.000-16,-4.000 8.000 16,0.000 9.000-1,0.000 11.000-15,1.000 12.000 16,1.000 14.000-16,2.000 15.000 15,0.000 20.000 1,-2.000 18.000-16,-4.000 13.000 16,-3.000 11.000-1,0.000 0.000 1,-1.000 3.000-16,3.000-7.000 16,4.000-7.000-16,2.000-13.000 15,4.000-13.000 1,3.000-20.000-16,4.000-23.000 15,3.000-30.000 1,0.000-12.000-16</inkml:trace>
  <inkml:trace contextRef="#ctx0" brushRef="#br0">9153.000 1944.000 0,'28.000'-3.000'0,"20.000"-3.000"16,12.000 1.000-1,6.000 1.000-15,-4.000 0.000 16,-4.000 1.000 0,-9.000-1.000-16,-7.000-1.000 15,-8.000-7.000 1,-17.000-3.000-16,-7.000 2.000 15</inkml:trace>
  <inkml:trace contextRef="#ctx0" brushRef="#br0">9127.000 2191.000 0,'0.000'0.000'15,"47.000"0.000"1,24.000-6.000-16,10.000-3.000 16,-15.000 0.000-1</inkml:trace>
  <inkml:trace contextRef="#ctx0" brushRef="#br0">9918.000 1722.000 0,'-3.000'30.000'0,"2.000"18.000"15,7.000 2.000 1,10.000-2.000-16,8.000-9.000 15,9.000-11.000-15,8.000-13.000 16,6.000-15.000 0,6.000-10.000-16,7.000-15.000 15,0.000-2.000 1,-1.000-11.000-16,-10.000-10.000 16,-10.000-2.000-1,-17.000 1.000-15,-14.000 3.000 16,-11.000 11.000-1,-9.000 11.000-15,-3.000 10.000 16,-5.000 9.000-16,-1.000 11.000 16,-1.000 13.000-1,-3.000 18.000-15,0.000 14.000 16,2.000 18.000 0,1.000 20.000-1,-3.000 12.000-15,-5.000 10.000 16,-2.000 1.000-1,-2.000-9.000-15,3.000-14.000 16,4.000-14.000 0,7.000-18.000-16,7.000-19.000 15,5.000-27.000 1,3.000-12.000-16</inkml:trace>
  <inkml:trace contextRef="#ctx0" brushRef="#br0">10296.000 2183.000 0,'32.000'-1.000'0,"13.000"1.000"16,-3.000 9.000-16,-10.000 10.000 15,-17.000 10.000 1,-19.000 3.000-16,-12.000-1.000 15,0.000-7.000 1,2.000-5.000-16,9.000-4.000 16,7.000-4.000-16,11.000-7.000 15,15.000-8.000 1,10.000-3.000-16,6.000-13.000 16,4.000-10.000-1,-4.000-12.000-15,-4.000-8.000 16,-10.000 9.000-1</inkml:trace>
  <inkml:trace contextRef="#ctx0" brushRef="#br0">10792.000 2089.000 0,'61.000'-9.000'15,"22.000"-1.000"1,-2.000 4.000-16,-16.000 2.000 16,-15.000 4.000-1,-11.000-4.000-15,-9.000-8.000 16,-10.000-11.000 0,-5.000-8.000-16,-6.000 3.000 15</inkml:trace>
  <inkml:trace contextRef="#ctx0" brushRef="#br0">11583.000 1577.000 0,'0.000'0.000'16,"-15.000"40.000"-1,-15.000 27.000-15,0.000 6.000 16,4.000-2.000-16,12.000-11.000 16,16.000-11.000-1,15.000-13.000 1,15.000-15.000-16,11.000-9.000 16,10.000-9.000-1,4.000-14.000-15,-1.000-6.000 16,-3.000-7.000-16,-7.000-5.000 15,-6.000-7.000 1,-9.000-4.000-16,-12.000-2.000 16,-12.000 1.000-1,-11.000 2.000 1,-7.000 8.000-16,-3.000 12.000 16,-3.000 12.000-16,-4.000 10.000 15,-2.000 15.000 1,-4.000 13.000-16,-2.000 9.000 15,2.000 12.000 1,-1.000 12.000-16,0.000 8.000 16,-1.000 5.000-1,0.000 0.000-15,3.000 0.000 16,3.000-2.000 0,3.000-10.000-16,4.000-11.000 15,8.000-23.000 1,10.000-26.000-16,4.000-10.000 15</inkml:trace>
  <inkml:trace contextRef="#ctx0" brushRef="#br0">11937.000 2226.000 0,'-1.000'29.000'15,"-5.000"19.000"1,-6.000 12.000-16,-7.000 2.000 16,-2.000-7.000-1,0.000-18.000-15,6.000-16.000 16</inkml:trace>
  <inkml:trace contextRef="#ctx0" brushRef="#br0">12482.000 2080.000 0,'32.000'-4.000'15,"21.000"-2.000"-15,5.000 1.000 16,2.000 0.000 0,-4.000 1.000-16,-7.000 0.000 15,-6.000 3.000 1,-11.000 0.000-16,-10.000 1.000 16,-7.000-2.000-1,-6.000-14.000-15,-6.000-7.000 16,-2.000-6.000-16,-1.000 7.000 15</inkml:trace>
  <inkml:trace contextRef="#ctx0" brushRef="#br0">13063.000 1798.000 0,'0.000'0.000'0,"28.000"6.000"15,14.000 4.000-15,3.000 8.000 16,-5.000 7.000 0,-6.000 6.000-16,-14.000 3.000 15,-14.000 0.000 1,-12.000 5.000-16,-13.000 7.000 16,-11.000 2.000-16,-6.000-1.000 31,-2.000-2.000-31,5.000-4.000 0,6.000-6.000 15,12.000-8.000 1,9.000-8.000-16,18.000-10.000 16,16.000-14.000-1,14.000-11.000-15,13.000-11.000 16,4.000-11.000 0,1.000 3.000-1,-13.000 12.000-15</inkml:trace>
  <inkml:trace contextRef="#ctx0" brushRef="#br0">13551.000 1902.000 0,'66.000'-17.000'15,"25.000"-5.000"-15,-3.000 5.000 16,-19.000 5.000 0,-18.000 5.000-16,-19.000 7.000 15,-14.000 5.000 1,-9.000 11.000-16,-20.000 9.000 16,-10.000 12.000-1,-19.000 12.000 1,-12.000 7.000-16,-12.000 7.000 15,0.000-3.000-15,6.000-7.000 16,10.000-11.000 0,14.000-13.000-16,13.000-20.000 15,14.000-15.000 1,7.000-3.000-16</inkml:trace>
  <inkml:trace contextRef="#ctx0" brushRef="#br0">13862.000 2089.000 0,'0.000'25.000'0,"4.000"18.000"16,2.000 3.000 0,1.000-4.000-16,2.000-5.000 15,5.000-10.000 1,6.000-9.000-16,7.000-14.000 15,10.000-16.000 1,4.000-12.000-16,5.000-4.000 16,-9.000 2.000-1</inkml:trace>
  <inkml:trace contextRef="#ctx0" brushRef="#br0">14215.000 2089.000 0,'47.000'0.000'16,"25.000"-1.000"-16,8.000 0.000 15,2.000-3.000 1,2.000 1.000-16,7.000-1.000 16,2.000 1.000-1,5.000-1.000 1,4.000 4.000-16,3.000 0.000 16,5.000-3.000-16,5.000 0.000 15,6.000 0.000 1,-3.000-1.000-16,-1.000 0.000 15,-1.000 1.000 1,-7.000 0.000-16,-4.000 1.000 16,-10.000-2.000-1,-8.000 6.000-15,-7.000 1.000 16,-6.000 0.000 0,-9.000 0.000-16,-12.000-6.000 15,-7.000-6.000 1,-12.000 0.000-16</inkml:trace>
  <inkml:trace contextRef="#ctx0" brushRef="#br0">15216.000 2593.000 0,'31.000'9.000'0,"17.000"9.000"15,0.000 13.000 1,-4.000 6.000-16,-9.000 9.000 16,-8.000 6.000-1,-8.000 5.000-15,-6.000 0.000 16,-8.000-1.000-1,-3.000-6.000-15,-5.000-4.000 16,-5.000-5.000 0,-8.000-10.000-1,-3.000-7.000-15,1.000-15.000 16,-1.000-11.000-16,6.000-5.000 16</inkml:trace>
  <inkml:trace contextRef="#ctx0" brushRef="#br0">15426.000 2866.000 0,'-52.000'34.000'15,"-27.000"23.000"1,-6.000 0.000-16,8.000-14.000 15,23.000-18.000 1</inkml:trace>
  <inkml:trace contextRef="#ctx0" brushRef="#br0">14535.000 1475.000 0,'6.000'22.000'0,"3.000"16.000"15,-5.000 14.000 1,-11.000 9.000-16,-8.000 3.000 15,-6.000-3.000 1,2.000-8.000-16,0.000-8.000 16,3.000-11.000-1,7.000-12.000-15,3.000-10.000 16,3.000-12.000 0,0.000-12.000-16,3.000-12.000 15,4.000-10.000-15,7.000-9.000 16,11.000-8.000-1,5.000-1.000-15,4.000 4.000 16,3.000 0.000 0,5.000 3.000-16,0.000 5.000 15,0.000 13.000 1,-4.000 8.000-16,-8.000 9.000 16,-7.000 5.000-1,-7.000 4.000-15,-8.000 7.000 16,-9.000 4.000-1,-10.000 6.000 1,2.000-3.000-16</inkml:trace>
  <inkml:trace contextRef="#ctx0" brushRef="#br0">14661.000 1798.000 0,'19.000'7.000'15,"5.000"5.000"1,-1.000-1.000-16,-7.000 3.000 16,-10.000 4.000-1,-13.000 3.000-15,-12.000-1.000 16,-6.000-3.000 0,3.000-4.000-1,3.000-2.000-15,7.000-1.000 16,4.000-2.000-16,8.000-1.000 15,5.000-1.000-15,12.000-6.000 16,10.000-8.000 0,10.000-15.000-1,2.000-9.000-15,2.000-2.000 16,-10.000 4.000-16</inkml:trace>
  <inkml:trace contextRef="#ctx0" brushRef="#br0">15048.000 1705.000 0,'31.000'-2.000'0,"16.000"0.000"16,0.000-1.000-1,-4.000-1.000-15,-7.000-2.000 16,-3.000 1.000-16,-6.000-4.000 15,-2.000-6.000 1,-4.000-2.000-16,-5.000 2.000 16,-4.000 2.000-1</inkml:trace>
  <inkml:trace contextRef="#ctx0" brushRef="#br0">15569.000 1527.000 0,'0.000'0.000'15,"16.000"30.000"1,2.000 16.000-16,-8.000 4.000 16,-7.000 0.000-16,-8.000 0.000 15,-4.000-7.000 1,-2.000-7.000-16,4.000-8.000 15,2.000-10.000 1,1.000-5.000-16,4.000-13.000 16,0.000 0.000-16,0.000 0.000 15,-2.000 0.000-15,7.000-11.000 16,4.000-15.000 0,6.000-8.000-16,5.000-8.000 15,5.000-3.000 1,3.000 0.000-16,2.000 1.000 15,-2.000 9.000 1,0.000 8.000-16,-1.000 5.000 16,-3.000 4.000-1,2.000 6.000-15,-2.000 5.000 16,-5.000-3.000-16,-7.000 2.000 16</inkml:trace>
  <inkml:trace contextRef="#ctx0" brushRef="#br0">15847.000 1782.000 0,'0.000'0.000'0,"-1.000"28.000"15,-6.000 15.000 1,-9.000 2.000-1,-3.000-8.000-15,3.000-10.000 16,3.000-12.000-16</inkml:trace>
  <inkml:trace contextRef="#ctx0" brushRef="#br0">8026.000 4129.000 0,'-25.000'58.000'16,"-14.000"31.000"-16,-6.000 12.000 0,-6.000 1.000 16,-1.000-1.000-1,3.000-6.000 1,5.000-7.000-16,10.000-14.000 15,8.000-16.000 1,13.000-21.000-16,13.000-37.000 16,4.000-3.000-1,7.000-15.000-15</inkml:trace>
  <inkml:trace contextRef="#ctx0" brushRef="#br0">8085.000 4163.000 0,'0.000'0.000'16,"0.000"0.000"-16,16.000 19.000 15,7.000 16.000 1,-2.000 11.000-1,1.000 11.000-15,-5.000 8.000 16,-5.000 6.000-16,-4.000 7.000 31,1.000-2.000-31,-2.000-4.000 16,-3.000-6.000-16,1.000-12.000 16,-2.000-12.000-1,0.000-10.000-15,-2.000-11.000 16,-1.000-21.000-16,-6.000 0.000 15,-2.000-10.000 1</inkml:trace>
  <inkml:trace contextRef="#ctx0" brushRef="#br0">7883.000 4632.000 0,'0.000'0.000'0,"31.000"-5.000"16,10.000-3.000-16,4.000 5.000 16,-10.000-4.000-1,-13.000 1.000-15</inkml:trace>
  <inkml:trace contextRef="#ctx0" brushRef="#br0">8278.000 3992.000 0,'29.000'-13.000'0,"11.000"0.000"16,-2.000 11.000-1,-5.000 12.000 1,-10.000 12.000-16,-12.000 9.000 15,-14.000 8.000-15,-13.000-1.000 16,-11.000 1.000 0,-5.000-5.000-16,4.000-9.000 15,7.000-6.000 1,11.000-4.000-16,13.000-7.000 16,20.000-6.000-1,18.000-3.000-15,15.000-9.000 16,1.000-14.000-1,-12.000-1.000-15</inkml:trace>
  <inkml:trace contextRef="#ctx0" brushRef="#br0">8833.000 4539.000 0,'0.000'0.000'0,"0.000"0.000"16,22.000 1.000-16,12.000 0.000 15,15.000-3.000 1,8.000-2.000-16,9.000-2.000 16,3.000-1.000-1,0.000-1.000-15,-4.000 2.000 16,-8.000 0.000-1,-7.000 1.000-15,-6.000 1.000 16,-13.000 2.000 0,-13.000-2.000-16,-11.000-4.000 15,-18.000-2.000 1,-4.000 4.000-16</inkml:trace>
  <inkml:trace contextRef="#ctx0" brushRef="#br0">8859.000 4699.000 0,'6.000'12.000'0,"11.000"-2.000"15,19.000-6.000 1,12.000-8.000-16,11.000-1.000 15,5.000 2.000 1,1.000 0.000-16,0.000 2.000 16,-5.000-3.000-1,-4.000-3.000-15,-7.000-10.000 16,-12.000 0.000 0</inkml:trace>
  <inkml:trace contextRef="#ctx0" brushRef="#br0">10254.000 4086.000 0,'-6.000'28.000'0,"-8.000"22.000"16,-8.000 18.000-1,-10.000 13.000-15,-9.000 6.000 16,-7.000 4.000 0,-5.000-1.000-1,3.000-10.000-15,5.000-9.000 16,9.000-14.000-16,6.000-15.000 16,11.000-24.000-1,9.000-22.000-15,4.000-7.000 16</inkml:trace>
  <inkml:trace contextRef="#ctx0" brushRef="#br0">10204.000 4163.000 0,'21.000'13.000'16,"12.000"14.000"-16,3.000 18.000 16,-7.000 16.000-1,-10.000 11.000-15,-7.000 6.000 16,-6.000 2.000 0,1.000-3.000-1,-3.000-4.000-15,-2.000-10.000 16,-2.000-13.000-16,0.000-20.000 15,0.000-30.000 1,0.000 7.000-16,0.000-11.000 16</inkml:trace>
  <inkml:trace contextRef="#ctx0" brushRef="#br0">10036.000 4657.000 0,'0.000'0.000'0,"30.000"-8.000"15,16.000-5.000 1,7.000-7.000-16,2.000-9.000 16,-11.000 5.000-1</inkml:trace>
  <inkml:trace contextRef="#ctx0" brushRef="#br0">10565.000 4589.000 0,'5.000'30.000'16,"0.000"21.000"-1,-3.000 13.000-15,-7.000 2.000 16,-4.000-6.000 0,2.000-11.000-16,3.000-15.000 15,4.000-18.000-15,4.000-16.000 16,3.000-18.000 0,1.000-3.000-16</inkml:trace>
  <inkml:trace contextRef="#ctx0" brushRef="#br0">10607.000 3975.000 0,'21.000'-12.000'0,"11.000"-3.000"16,2.000 7.000-1,-3.000 10.000-15,-2.000 8.000 16,-7.000 6.000 0,-10.000 3.000-1,-10.000 8.000-15,-10.000 3.000 16,-11.000-1.000-1,-9.000 2.000-15,-3.000 2.000 16,-1.000-6.000-16,7.000-1.000 16,11.000-5.000-1,12.000-5.000-15,16.000-7.000 16,17.000-6.000 0,12.000-7.000-16,8.000-4.000 15,-1.000-2.000 1,-5.000-1.000-16,-8.000 1.000 15,-13.000-2.000 1,-10.000-3.000-16</inkml:trace>
  <inkml:trace contextRef="#ctx0" brushRef="#br0">11003.000 4555.000 0,'68.000'-6.000'0,"23.000"-2.000"16,-3.000-4.000-16,-17.000-6.000 15,-19.000-3.000 1,-19.000-5.000-16,-12.000 7.000 16</inkml:trace>
  <inkml:trace contextRef="#ctx0" brushRef="#br0">11272.000 4335.000 0,'-6.000'25.000'0,"-7.000"21.000"16,-5.000 14.000-16,-4.000 9.000 16,0.000 5.000-1,3.000-3.000-15,5.000-14.000 16,11.000-20.000-1,10.000-24.000-15,3.000-11.000 16</inkml:trace>
  <inkml:trace contextRef="#ctx0" brushRef="#br0">11970.000 3992.000 0,'0.000'0.000'16,"4.000"31.000"-16,-8.000 26.000 15,-14.000 16.000 1,-12.000 11.000-16,-7.000 4.000 15,-5.000 3.000 1,-2.000-4.000-16,1.000-5.000 16,3.000-6.000-1,8.000-10.000-15,2.000-14.000 16,10.000-17.000 0,6.000-22.000-16,9.000-27.000 15,4.000-5.000 1</inkml:trace>
  <inkml:trace contextRef="#ctx0" brushRef="#br0">12029.000 4086.000 0,'11.000'23.000'15,"9.000"22.000"-15,-3.000 20.000 16,-2.000 18.000 0,-4.000 11.000-16,-3.000 0.000 15,-4.000 0.000 1,-2.000-10.000-16,1.000-10.000 16,-1.000-13.000-1,-2.000-17.000 1,-1.000-14.000-16,-5.000-22.000 15,-1.000-9.000-15</inkml:trace>
  <inkml:trace contextRef="#ctx0" brushRef="#br0">11801.000 4641.000 0,'0.000'0.000'0,"0.000"0.000"16,37.000-3.000 0,19.000-1.000-1,-2.000-1.000-15,-15.000 0.000 16</inkml:trace>
  <inkml:trace contextRef="#ctx0" brushRef="#br0">12281.000 4752.000 0,'34.000'3.000'0,"5.000"10.000"16,-12.000 7.000-16,-24.000 8.000 15,-18.000 4.000 1,-11.000 0.000-16,0.000-5.000 16,5.000-2.000-1,8.000-5.000-15,9.000-2.000 16,11.000-8.000 0,12.000-8.000-16,5.000-10.000 15,9.000-18.000 1,2.000-13.000-16,-7.000 4.000 15</inkml:trace>
  <inkml:trace contextRef="#ctx0" brushRef="#br0">12340.000 3848.000 0,'24.000'0.000'0,"11.000"3.000"16,-1.000 12.000 0,-8.000 7.000-16,-14.000 4.000 15,-15.000 5.000 1,-13.000 3.000-16,-5.000-4.000 16,0.000-4.000-1,8.000-7.000 1,6.000-1.000-16,16.000-5.000 15,14.000-2.000-15,18.000-5.000 16,7.000-8.000 0,4.000-10.000-1,-12.000-3.000-15</inkml:trace>
  <inkml:trace contextRef="#ctx0" brushRef="#br0">12677.000 4547.000 0,'59.000'-2.000'0,"25.000"1.000"16,0.000-4.000-1,-8.000 1.000-15,-11.000 1.000 16,-14.000-3.000-16,-10.000-8.000 16,-15.000-5.000-1,-10.000-4.000-15,-14.000 1.000 16,-5.000 5.000-1</inkml:trace>
  <inkml:trace contextRef="#ctx0" brushRef="#br0">12945.000 4367.000 0,'2.000'36.000'15,"-1.000"25.000"1,-8.000 14.000-16,-6.000 4.000 16,-8.000-4.000-16,5.000-11.000 15,4.000-19.000 1</inkml:trace>
  <inkml:trace contextRef="#ctx0" brushRef="#br0">13568.000 4291.000 0,'27.000'-1.000'16,"18.000"3.000"-16,3.000 6.000 15,-3.000 9.000 1,-13.000 11.000-16,-18.000 12.000 16,-23.000 11.000-1,-22.000 4.000-15,-16.000 1.000 16,-7.000-4.000 0,5.000-6.000-16,11.000-9.000 15,13.000-6.000 1,16.000-3.000-16,20.000-10.000 15,21.000-13.000 1,21.000-10.000 0,13.000-17.000-16,8.000-17.000 15,1.000-11.000-15,-15.000 9.000 16</inkml:trace>
  <inkml:trace contextRef="#ctx0" brushRef="#br0">14509.000 4154.000 0,'-16.000'48.000'16,"-23.000"29.000"-1,-14.000 17.000-15,-14.000 7.000 16,-4.000 2.000 0,5.000-9.000-16,11.000-16.000 15,13.000-17.000 1,15.000-19.000-16,16.000-24.000 16,12.000-24.000-1,10.000-27.000-15,0.000-3.000 16</inkml:trace>
  <inkml:trace contextRef="#ctx0" brushRef="#br0">14509.000 4179.000 0,'20.000'32.000'0,"7.000"24.000"31,-2.000 20.000-31,-3.000 10.000 0,-7.000 2.000 16,-10.000 1.000-1,-6.000-6.000 1,-3.000-10.000-16,-3.000-13.000 16,0.000-18.000-1,-3.000-17.000-15,1.000-12.000 16</inkml:trace>
  <inkml:trace contextRef="#ctx0" brushRef="#br0">14342.000 4752.000 0,'0.000'0.000'15,"0.000"0.000"1,26.000-15.000-16,21.000-6.000 15,9.000-4.000 1,-3.000-6.000-16,-11.000 5.000 16</inkml:trace>
  <inkml:trace contextRef="#ctx0" brushRef="#br0">14871.000 4666.000 0,'0.000'33.000'15,"-3.000"21.000"-15,-4.000 3.000 16,-3.000-4.000-16,1.000-14.000 16,9.000-39.000-1,-1.000 8.000 1,7.000-28.000-16,2.000-6.000 15</inkml:trace>
  <inkml:trace contextRef="#ctx0" brushRef="#br0">15350.000 4095.000 0,'-8.000'40.000'16,"-14.000"30.000"-1,-10.000 21.000-15,-10.000 9.000 16,-5.000 4.000 0,-3.000-6.000-16,4.000-10.000 15,10.000-18.000 1,10.000-17.000-16,8.000-19.000 15,18.000-34.000 1,-4.000-6.000-16,13.000-34.000 16,-1.000 13.000-1,-2.000 12.000-15</inkml:trace>
  <inkml:trace contextRef="#ctx0" brushRef="#br0">15367.000 4179.000 0,'0.000'0.000'15,"18.000"35.000"-15,2.000 27.000 16,-2.000 17.000 0,-10.000 11.000-16,-6.000 4.000 15,-5.000-2.000 1,-4.000-6.000-16,-3.000-9.000 15,5.000-11.000 1,1.000-17.000-16,0.000-17.000 16,0.000-18.000-1,-4.000-17.000-15,1.000-6.000 16</inkml:trace>
  <inkml:trace contextRef="#ctx0" brushRef="#br0">15123.000 4682.000 0,'36.000'5.000'0,"17.000"1.000"16,3.000-4.000-16,-7.000-9.000 15,-10.000 1.000 1</inkml:trace>
  <inkml:trace contextRef="#ctx0" brushRef="#br0">15510.000 4717.000 0,'36.000'24.000'0,"10.000"6.000"15,-11.000 4.000 1,-14.000-3.000-16,-22.000-4.000 16,-17.000-5.000-1,-6.000-4.000-15,-1.000-4.000 16,6.000-2.000-16,10.000-2.000 16,12.000-2.000-1,17.000-12.000-15,18.000-5.000 16,12.000-18.000-1,-9.000 2.000-15</inkml:trace>
  <inkml:trace contextRef="#ctx0" brushRef="#br0">16275.000 4284.000 0,'-16.000'24.000'0,"-19.000"21.000"15,-4.000 8.000 1,-4.000 7.000-16,-3.000 2.000 15,1.000-5.000 1,10.000-4.000-16,10.000-6.000 16,14.000-9.000-1,16.000-11.000-15,17.000-15.000 16,16.000-17.000 0,16.000-14.000-16,10.000-12.000 15,7.000-10.000 1,3.000-7.000-16,-9.000 5.000 15,-13.000 8.000 1,-14.000 9.000-16,-17.000 14.000 16,-9.000 8.000-1,-14.000 12.000-15,-11.000 15.000 16,-4.000 10.000 0,-6.000 8.000-16,5.000 1.000 15,6.000-5.000 1,11.000-2.000-16,9.000-10.000 15,12.000-10.000 1,12.000-12.000-16,7.000-8.000 16,4.000-15.000-1,1.000-8.000-15,-4.000-10.000 16,-10.000-4.000 0,-11.000-5.000-16,-11.000 2.000 15,-17.000 5.000 1,-14.000 6.000-16,-13.000 11.000 15,-4.000 7.000 1,-4.000 8.000-16,10.000 0.000 16,10.000 5.000-1,24.000 3.000-15,8.000-3.000 16,31.000-2.000 0,24.000-2.000-1,17.000 0.000-15,6.000 0.000 16,-5.000 4.000-16,-15.000 3.000 15,-17.000 4.000 1,-23.000 6.000-16,-18.000 3.000 16,-21.000 5.000-16,-20.000 4.000 15,-11.000 1.000 1,0.000 0.000-16,12.000 0.000 16,12.000 0.000-1,19.000 0.000-15,17.000 0.000 16,17.000 1.000-1,15.000-1.000-15,0.000 1.000 16,-5.000-4.000 0,-9.000-2.000-16,-14.000 0.000 15,-10.000 4.000 1,-20.000 1.000-16,-15.000-7.000 16,-14.000-4.000-16,-2.000-16.000 15,-1.000-15.000 1,9.000-2.000-16</inkml:trace>
  <inkml:trace contextRef="#ctx0" brushRef="#br0">17654.000 4385.000 0,'0.000'0.000'0,"-6.000"25.000"16,-17.000 14.000 0,-22.000 14.000-16,-16.000 3.000 15,-6.000-3.000 1,7.000-5.000-16,12.000-10.000 16,17.000-7.000-1,18.000-7.000-15,22.000-8.000 16,21.000-7.000-1,22.000-9.000-15,12.000-4.000 16,5.000-2.000 0,-2.000-1.000-16,-7.000 2.000 15,-14.000-2.000 1,-16.000 1.000-16,-12.000 1.000 16,-18.000 5.000-1,1.000-3.000-15,-14.000-4.000 16,-11.000-7.000-1,-8.000 0.000-15,-3.000-4.000 16,-2.000-7.000-16,3.000-8.000 16,4.000-4.000-1,8.000-1.000 1,12.000 4.000-16,10.000 4.000 16,9.000 1.000-1,8.000-5.000-15,-1.000 6.000 16</inkml:trace>
  <inkml:trace contextRef="#ctx0" brushRef="#br0">17823.000 4316.000 0,'0.000'0.000'0,"2.000"30.000"16,1.000 20.000 0,1.000 3.000-1,3.000 0.000-15,9.000-10.000 16,12.000-6.000 0,7.000-10.000-16,9.000-11.000 15,4.000-9.000 1,6.000-12.000-16,0.000-11.000 15,-6.000-9.000-15,-7.000-11.000 16,-6.000-5.000 0,-11.000-7.000-16,-13.000-7.000 15,-8.000 2.000 1,-11.000 2.000-16,-4.000 12.000 16,-2.000 12.000-1,0.000 12.000-15,-3.000 15.000 16,-2.000 16.000-1,-5.000 23.000 1,-5.000 24.000-16,-6.000 25.000 16,-5.000 19.000-1,-4.000 12.000-15,3.000 6.000 16,6.000 4.000 0,3.000-5.000-16,9.000-13.000 15,9.000-14.000 1,3.000-19.000-16,3.000-24.000 15,7.000-29.000 1,12.000-32.000-16,2.000-8.000 16</inkml:trace>
  <inkml:trace contextRef="#ctx0" brushRef="#br0">18319.000 4990.000 0,'2.000'-11.000'15</inkml:trace>
  <inkml:trace contextRef="#ctx0" brushRef="#br0">7354.000 1696.000 0,'0.000'0.000'16,"-22.000"6.000"0,-14.000 10.000-1,-13.000 11.000-15,-4.000 11.000 16,-1.000 14.000-16,6.000 8.000 15,15.000 8.000 1,10.000 7.000-16,13.000 9.000 16,7.000 4.000-1,7.000 5.000-15,9.000 3.000 16,6.000 1.000-16,5.000 2.000 16,2.000 5.000-1,-1.000 0.000 1,-11.000-1.000-16,-12.000-7.000 15,-10.000-7.000 1,-9.000-8.000-16,-10.000-8.000 16,-7.000-11.000-1,-10.000-6.000-15,-9.000-8.000 16,-1.000-11.000 0,7.000-10.000-16,6.000-9.000 15,15.000-8.000 1,10.000-6.000-16,16.000-4.000 15,-1.000 6.000 1,13.000-2.000-16,7.000 2.000 16,5.000 6.000-1,3.000 6.000-15,-2.000 6.000 16,-4.000 7.000-16,-1.000 12.000 16,-9.000 13.000-1,-5.000 11.000-15,-5.000 12.000 16,-5.000 12.000-1,-4.000 11.000-15,-2.000 11.000 16,-4.000 4.000 0,2.000 0.000-1,1.000-4.000-15,2.000-6.000 16,5.000-14.000 0,3.000-15.000-16,4.000-17.000 15,6.000-20.000 1,-1.000-15.000-1</inkml:trace>
  <inkml:trace contextRef="#ctx0" brushRef="#br0">7143.000 4854.000 0,'0.000'0.000'16,"-6.000"-19.000"-16</inkml:trace>
  <inkml:trace contextRef="#ctx0" brushRef="#br0">5679.000 6961.000 0,'-18.000'22.000'16,"-17.000"15.000"-1,-14.000 14.000-15,-12.000 7.000 16,-3.000 1.000 0,1.000-2.000-16,9.000-8.000 31,13.000-7.000-31,13.000-11.000 0,11.000-8.000 16,17.000-9.000-1,16.000-3.000-15,14.000-2.000 16,14.000-4.000-1,12.000 2.000-15,3.000 2.000 16,2.000-3.000 0,1.000-3.000-16,-1.000-1.000 15,-5.000-2.000 1,-7.000-3.000-16,-10.000-4.000 16,-11.000 1.000-16,-9.000-6.000 15,-7.000-9.000 1,-7.000-8.000-16,-6.000-7.000 15,-9.000-2.000 1,-4.000-1.000-16,-4.000 2.000 16,-1.000 6.000-1,-1.000 5.000 1,-1.000 7.000-16,2.000 2.000 16,-1.000 4.000-16,4.000 3.000 15,2.000-3.000 1,7.000-9.000-16,2.000 1.000 15</inkml:trace>
  <inkml:trace contextRef="#ctx0" brushRef="#br0">6033.000 6995.000 0,'2.000'29.000'0,"1.000"15.000"16,3.000 10.000 0,4.000-2.000-16,8.000-6.000 15,7.000-10.000 1,13.000-11.000-16,4.000-12.000 16,6.000-15.000-1,7.000-13.000-15,1.000-10.000 16,-1.000-12.000-1,-8.000-6.000-15,-8.000-7.000 16,-10.000-4.000 0,-12.000 0.000-16,-14.000 4.000 15,-12.000 6.000 1,-12.000 7.000-16,-6.000 11.000 16,-1.000 10.000-1,-5.000 14.000-15,-1.000 17.000 16,-2.000 16.000-1,1.000 20.000-15,2.000 22.000 16,2.000 21.000 0,7.000 12.000-16,4.000 14.000 15,4.000 9.000 1,-2.000 13.000-16,2.000 4.000 16,-3.000-6.000-1,-1.000-12.000-15,2.000-22.000 16,4.000-29.000-1,5.000-29.000-15,9.000-48.000 16,-6.000-2.000 0,4.000-17.000-16</inkml:trace>
  <inkml:trace contextRef="#ctx0" brushRef="#br0">6857.000 7115.000 0,'44.000'-12.000'0,"25.000"-3.000"16,4.000 2.000 0,-4.000 9.000-16,-9.000 7.000 15,-12.000 4.000 1,-7.000-2.000-16,-13.000-1.000 16</inkml:trace>
  <inkml:trace contextRef="#ctx0" brushRef="#br0">6765.000 7354.000 0,'46.000'-2.000'16,"31.000"-3.000"-16,7.000 2.000 15,1.000 1.000 1,-4.000-1.000-16,-3.000-8.000 16,-16.000 0.000-16</inkml:trace>
  <inkml:trace contextRef="#ctx0" brushRef="#br0">8446.000 6202.000 0,'-31.000'-5.000'0,"-24.000"4.000"16,-14.000 13.000-16,-7.000 13.000 16,3.000 14.000-1,7.000 10.000-15,9.000 11.000 31,17.000 6.000-31,16.000 4.000 0,24.000 1.000 16,22.000 2.000 0,13.000-1.000-1,7.000-10.000-15,0.000-5.000 16,-3.000-6.000 0,-6.000-6.000-1,-11.000-7.000-15,-12.000 0.000 0,-15.000-3.000 16,-18.000-9.000-1,-17.000-1.000-15,-9.000-4.000 16,0.000-1.000 0,4.000-1.000-16,7.000 1.000 15,12.000 4.000 1,5.000 2.000-16,10.000 5.000 16,8.000 5.000-1,8.000 9.000-15,8.000 0.000 16,3.000 7.000-1,2.000 9.000-15,-1.000 11.000 16,0.000 9.000 0,-6.000 10.000-16,-5.000 13.000 15,-4.000 7.000 1,-3.000 3.000 0,-4.000-1.000-16,-1.000 3.000 15,0.000-6.000 1,-4.000-10.000-16,-3.000-8.000 15,1.000-16.000 1,-1.000-16.000-16,6.000-18.000 16,4.000-16.000-1</inkml:trace>
  <inkml:trace contextRef="#ctx0" brushRef="#br0">9203.000 6356.000 0,'0.000'0.000'16,"0.000"0.000"-1,0.000 0.000-15,-9.000-7.000 16,-7.000 1.000-16,-1.000 2.000 16,1.000 3.000-1,1.000 5.000-15,3.000-1.000 16,3.000-1.000 0,9.000-2.000-16,0.000 0.000 15,0.000 0.000 1,0.000 0.000-16,0.000 0.000 15,0.000 0.000 1,0.000 0.000-16,2.000 2.000 16,10.000-2.000-16,13.000 0.000 15,12.000 0.000 1,10.000 0.000-16,5.000 0.000 16,3.000 0.000-1,-3.000-2.000-15,-2.000 2.000 16,-10.000-1.000-1,-10.000 0.000-15,-10.000-2.000 16,-9.000-6.000 0,-9.000-9.000-16,-11.000-8.000 15,-3.000 4.000-15</inkml:trace>
  <inkml:trace contextRef="#ctx0" brushRef="#br0">9304.000 6159.000 0,'0.000'0.000'16,"0.000"0.000"-1,4.000 29.000-15,1.000 12.000 16,-5.000 14.000 0,-9.000 10.000-16,-7.000 6.000 15,-10.000-2.000 1,3.000-9.000-16,6.000-20.000 15</inkml:trace>
  <inkml:trace contextRef="#ctx0" brushRef="#br0">9010.000 6816.000 0,'0.000'0.000'0,"0.000"0.000"16,43.000-3.000 0,25.000-1.000-16,9.000-2.000 15,-4.000-6.000 1,-9.000-8.000 0,-18.000 1.000-16</inkml:trace>
  <inkml:trace contextRef="#ctx0" brushRef="#br0">9792.000 6271.000 0,'63.000'-6.000'16,"22.000"6.000"-16,-10.000 10.000 16,-25.000 14.000-1,-28.000 12.000-15,-31.000 12.000 16,-25.000 4.000 0,-13.000 2.000-16,-5.000-2.000 15,6.000-1.000 1,11.000-4.000-16,13.000-7.000 15,13.000-8.000 1,18.000-7.000-16,16.000-12.000 16,18.000-10.000-1,9.000-14.000-15,7.000-10.000 16,4.000-11.000 0,-3.000-9.000-16,-4.000-13.000 15,-10.000-6.000 1,-13.000 8.000-16</inkml:trace>
  <inkml:trace contextRef="#ctx0" brushRef="#br0">10507.000 5946.000 0,'12.000'31.000'0,"-3.000"30.000"16,-7.000 21.000 0,-16.000 21.000-16,-11.000 9.000 15,-6.000 1.000 1,-1.000-8.000-16,6.000-14.000 16,5.000-20.000-1,6.000-15.000-15,4.000-20.000 16,1.000-29.000-1,3.000-10.000-15</inkml:trace>
  <inkml:trace contextRef="#ctx0" brushRef="#br0">10457.000 6372.000 0,'43.000'-11.000'0,"16.000"0.000"15,-11.000 14.000 1,-16.000 12.000 0,-21.000 12.000-16,-17.000 6.000 15,-16.000 2.000 1,-10.000-5.000-16,-6.000-2.000 16,2.000-8.000-16,10.000-4.000 15,7.000-5.000 1,10.000 4.000-16,13.000-1.000 15,17.000 4.000 1,14.000 5.000-16,7.000-8.000 16,2.000-1.000-1,0.000-4.000-15,-8.000-8.000 16,-4.000-10.000 0,-7.000-14.000-16,-5.000-15.000 15,-8.000 0.000 1</inkml:trace>
  <inkml:trace contextRef="#ctx0" brushRef="#br0">10885.000 6236.000 0,'36.000'-8.000'0,"14.000"-2.000"16,3.000 10.000-1,-8.000 7.000-15,-8.000 6.000 16,-9.000 3.000 0,-10.000 2.000-16,-3.000 2.000 15,-6.000-1.000 1,-3.000 1.000-16,-3.000 1.000 16,0.000-3.000-1,-3.000 4.000-15,0.000 2.000 16,2.000-1.000-1,1.000-2.000-15,2.000-5.000 16,-2.000-3.000 0,0.000-3.000-16,-3.000-10.000 15,0.000 0.000 1,1.000 7.000-16,-1.000-7.000 16,0.000 0.000-16,0.000 0.000 15,0.000 0.000 1,0.000 0.000-16,0.000 0.000 15,0.000 0.000 1,0.000 0.000-16,0.000 0.000 16,0.000 0.000-1,0.000 0.000-15,0.000 0.000 16,0.000 0.000-16,0.000 0.000 16,0.000 0.000-1,0.000 0.000-15,0.000 0.000 16,-3.000 0.000-1,0.000-9.000-15,0.000 2.000 16,0.000 0.000-16,0.000 1.000 16,0.000-1.000-1,0.000-6.000-15,-2.000-4.000 16,0.000 2.000 0</inkml:trace>
  <inkml:trace contextRef="#ctx0" brushRef="#br0">10827.000 6253.000 0,'38.000'5.000'0,"21.000"2.000"0,7.000-4.000 16,5.000 2.000-1,-1.000-3.000-15,-1.000 0.000 16,-4.000 0.000-1,-5.000-2.000-15,-4.000 0.000 16,-12.000 0.000 0,-7.000 0.000-16,-11.000 0.000 15,-13.000-1.000 1,-13.000-2.000-16,-10.000-4.000 16,-10.000-3.000-16,-6.000 2.000 15,-5.000 4.000 1,-2.000 3.000-16,4.000 1.000 15</inkml:trace>
  <inkml:trace contextRef="#ctx0" brushRef="#br0">11205.000 6321.000 0,'0.000'0.000'16,"0.000"0.000"0,0.000 0.000-16,-4.000 18.000 15,-4.000 9.000 1,-3.000 10.000-16,-2.000 5.000 15,-4.000 4.000 1,2.000 4.000-16,-4.000 0.000 16,0.000-1.000-16,1.000-1.000 15,-5.000-2.000 1,0.000-9.000-16,0.000-6.000 16,-3.000-8.000-1,5.000-12.000-15,5.000-11.000 16,8.000-18.000-1,12.000-16.000-15,5.000 1.000 16</inkml:trace>
  <inkml:trace contextRef="#ctx0" brushRef="#br0">11289.000 6381.000 0,'11.000'-3.000'0,"1.000"11.000"16,-9.000 19.000 0,-12.000 10.000-16,-5.000 12.000 15,-3.000 5.000 1,4.000-3.000-16,5.000-5.000 16,8.000-8.000-1,11.000-8.000-15,10.000-8.000 16,15.000-13.000-1,4.000-10.000-15,7.000-14.000 16,3.000-9.000 0,-1.000-9.000-16,-4.000-5.000 15,-5.000-3.000 1,-10.000 7.000-16,-12.000-2.000 16,-13.000 6.000-1,-8.000 1.000-15,-2.000 6.000 16</inkml:trace>
  <inkml:trace contextRef="#ctx0" brushRef="#br0">11860.000 6783.000 0,'0.000'0.000'16,"0.000"0.000"-16,-8.000-9.000 15</inkml:trace>
  <inkml:trace contextRef="#ctx0" brushRef="#br0">14375.000 6118.000 0,'-21.000'39.000'15,"-12.000"22.000"1,-3.000 13.000-16,1.000 9.000 16,-1.000 7.000-1,0.000 3.000-15,1.000-6.000 16,6.000-12.000 0,7.000-13.000-16,7.000-17.000 15,8.000-16.000 1,7.000-29.000-16,1.000-5.000 15,2.000-12.000 1</inkml:trace>
  <inkml:trace contextRef="#ctx0" brushRef="#br0">14391.000 6134.000 0,'0.000'0.000'0,"22.000"18.000"15,8.000 20.000 1,2.000 19.000-16,-6.000 17.000 16,-9.000 15.000-1,-1.000 4.000 1,-5.000-5.000-16,-1.000-6.000 15,-4.000-11.000 1,-2.000-11.000-16,-2.000-8.000 16,-1.000-17.000-1,-4.000-13.000-15,-4.000-17.000 16,-6.000-17.000 0,1.000-8.000-16</inkml:trace>
  <inkml:trace contextRef="#ctx0" brushRef="#br0">14215.000 6628.000 0,'31.000'-4.000'16,"16.000"1.000"-16,4.000-2.000 15,-7.000-3.000 1,-10.000-3.000-16</inkml:trace>
  <inkml:trace contextRef="#ctx0" brushRef="#br0">14887.000 6389.000 0,'0.000'0.000'16,"40.000"0.000"-16,21.000 0.000 16,6.000-1.000-1,-2.000 1.000-15,-3.000-2.000 16,-5.000 1.000-16,-7.000-3.000 16,-6.000-4.000-1,-15.000 1.000-15,-17.000 2.000 16,-7.000 0.000-1</inkml:trace>
  <inkml:trace contextRef="#ctx0" brushRef="#br0">14846.000 6671.000 0,'54.000'2.000'16,"27.000"-3.000"0,7.000-1.000-16,0.000-3.000 15,-7.000-7.000-15,-14.000-3.000 16,-12.000-7.000 0,-16.000 6.000-16</inkml:trace>
  <inkml:trace contextRef="#ctx0" brushRef="#br0">15930.000 6159.000 0,'0.000'0.000'16,"-4.000"34.000"0,-11.000 29.000-16,-16.000 23.000 15,-11.000 16.000 1,-8.000 3.000-16,-1.000-7.000 31,9.000-11.000-31,10.000-22.000 0,11.000-18.000 16,13.000-23.000-1,11.000-26.000-15,3.000-6.000 16</inkml:trace>
  <inkml:trace contextRef="#ctx0" brushRef="#br0">16015.000 6185.000 0,'11.000'24.000'0,"10.000"17.000"16,7.000 15.000 0,-2.000 10.000-16,-11.000 7.000 15,-5.000 0.000 1,-5.000-3.000-1,-2.000-10.000-15,-5.000-9.000 16,0.000-15.000-16,-1.000-15.000 16,-5.000-16.000-1,2.000-3.000-15</inkml:trace>
  <inkml:trace contextRef="#ctx0" brushRef="#br0">15796.000 6688.000 0,'0.000'0.000'16,"22.000"-4.000"0,18.000-8.000-16,6.000-10.000 0,-9.000 3.000 15</inkml:trace>
  <inkml:trace contextRef="#ctx0" brushRef="#br0">16309.000 6638.000 0,'-4.000'30.000'15,"1.000"20.000"-15,-2.000 3.000 16,-2.000-6.000 0,0.000-9.000-16,5.000-18.000 15,5.000-19.000 1,3.000-16.000-16,1.000-2.000 16</inkml:trace>
  <inkml:trace contextRef="#ctx0" brushRef="#br0">16511.000 6493.000 0,'51.000'-5.000'0,"21.000"-3.000"16,-5.000 1.000-16,-10.000 4.000 15,-11.000-4.000 1,-9.000-9.000-16,-10.000-3.000 16,-9.000 4.000-1</inkml:trace>
  <inkml:trace contextRef="#ctx0" brushRef="#br0">16721.000 6356.000 0,'-4.000'35.000'0,"-5.000"24.000"16,-5.000 12.000-16,-1.000 0.000 16,1.000-4.000-1,2.000-22.000-15,7.000-22.000 16,4.000-14.000-1</inkml:trace>
  <inkml:trace contextRef="#ctx0" brushRef="#br0">17284.000 6134.000 0,'-4.000'36.000'15,"-15.000"27.000"-15,-14.000 17.000 16,-12.000 13.000 0,-9.000 3.000-16,1.000-5.000 15,9.000-9.000 1,9.000-14.000-16,12.000-18.000 15,11.000-18.000 1,12.000-32.000-16,-1.000-7.000 16,4.000-12.000-1</inkml:trace>
  <inkml:trace contextRef="#ctx0" brushRef="#br0">17268.000 6134.000 0,'0.000'0.000'0,"17.000"41.000"16,8.000 27.000-16,-3.000 17.000 16,-7.000 8.000-1,-3.000 1.000 1,-4.000-2.000-1,0.000-14.000-15,-3.000-12.000 16,-2.000-14.000-16,0.000-14.000 16,-3.000-15.000-16,-4.000-19.000 15,1.000-6.000 1</inkml:trace>
  <inkml:trace contextRef="#ctx0" brushRef="#br0">17166.000 6603.000 0,'0.000'0.000'0,"0.000"0.000"16,29.000 5.000 0,15.000 0.000-16,6.000-7.000 15,-3.000-13.000 1,-12.000 2.000-16</inkml:trace>
  <inkml:trace contextRef="#ctx0" brushRef="#br0">17536.000 6688.000 0,'37.000'9.000'0,"13.000"4.000"16,-4.000 0.000 0,-11.000 4.000-16,-13.000 4.000 15,-16.000 3.000 1,-16.000 0.000-16,-13.000 0.000 16,-5.000 1.000-1,4.000-4.000-15,5.000-2.000 16,7.000-2.000-1,12.000-2.000-15,13.000-2.000 16,14.000-8.000 0,14.000-9.000-16,10.000-11.000 15,10.000-8.000 1,-11.000 0.000-16</inkml:trace>
  <inkml:trace contextRef="#ctx0" brushRef="#br0">18193.000 6945.000 0,'0.000'0.000'0,"0.000"0.000"16,-3.000-11.000 0</inkml:trace>
  <inkml:trace contextRef="#ctx0" brushRef="#br0">18781.000 6389.000 0,'22.000'-6.000'16,"16.000"-7.000"-16,13.000 4.000 15,8.000 4.000 1,2.000 3.000-16,0.000 4.000 15,-2.000-2.000 1,-5.000 3.000 0,-8.000 0.000-16,-7.000 1.000 15,-11.000 2.000-15,-10.000 7.000 16,-8.000 10.000 0,-11.000 10.000-16,-10.000 11.000 15,-11.000 11.000 1,-10.000 7.000-16,-2.000 0.000 15,-2.000-8.000 1,6.000-11.000-16,7.000-15.000 16,8.000-10.000-1,1.000-17.000-15,-2.000-21.000 16,-4.000-15.000 0,5.000-16.000-16,3.000-20.000 15,3.000-10.000 1,4.000-4.000-16,6.000 0.000 15,8.000 1.000 1,4.000 8.000-16,2.000 18.000 16,1.000 21.000-1,-4.000 18.000-15,-4.000 18.000 16,-5.000 16.000 0,-6.000 21.000-16,-7.000 16.000 15,-10.000 10.000 1,-7.000 6.000-16,-6.000-6.000 15,4.000-3.000 1,3.000-14.000-16,6.000-15.000 16,11.000-24.000-1,5.000-10.000-15</inkml:trace>
  <inkml:trace contextRef="#ctx0" brushRef="#br0">19421.000 6372.000 0,'15.000'28.000'15,"4.000"16.000"1,-2.000 0.000-16,-5.000-9.000 16,-9.000-5.000-1,-6.000-12.000-15,0.000-8.000 16,-2.000-12.000-1,4.000-11.000-15,7.000-14.000 16,5.000-9.000 0,10.000-4.000-16,5.000 1.000 15,4.000 11.000 1,2.000 10.000-16,-3.000 13.000 16,-4.000 15.000-1,-5.000 13.000-15,-9.000 10.000 16,-8.000 5.000-1,-9.000 0.000-15,-7.000-1.000 16,-7.000-6.000 0,-2.000-5.000-1,0.000-10.000-15,-4.000-8.000 16,3.000-8.000-16,3.000-10.000 16,1.000-16.000-1,8.000-15.000-15,11.000-24.000 16,13.000-13.000-1,2.000 11.000-15</inkml:trace>
  <inkml:trace contextRef="#ctx0" brushRef="#br0">19933.000 6015.000 0,'22.000'-2.000'0,"12.000"5.000"15,3.000 4.000 1,-5.000 9.000-16,-10.000 5.000 16,-6.000 3.000-1,-10.000 1.000-15,-4.000-1.000 16,-8.000 1.000 0,-11.000 6.000-16,-5.000 1.000 15,-7.000 4.000 1,-4.000 0.000-1,-2.000 2.000-15,5.000 1.000 16,6.000-3.000-16,10.000-2.000 16,16.000-2.000-1,10.000-1.000-15,10.000 1.000 16,7.000 3.000 0,0.000-1.000-16,-3.000 1.000 15,-8.000-1.000 1,-9.000-1.000-16,-12.000-8.000 15,-8.000-3.000 1,-4.000-10.000-16,-8.000-10.000 16,-1.000-17.000-1,8.000-22.000-15,11.000-19.000 16,14.000-25.000 0,5.000 12.000-16</inkml:trace>
  <inkml:trace contextRef="#ctx0" brushRef="#br0">20328.000 6083.000 0,'0.000'0.000'0,"-16.000"15.000"16,-10.000 10.000-1,-1.000 1.000-15,10.000-3.000 16,13.000-2.000-1,16.000-6.000-15,19.000-5.000 16,10.000 0.000 0,7.000-4.000-16,2.000-1.000 15,-7.000 2.000 1,-12.000 3.000-16,-14.000 5.000 16,-20.000 6.000-1,-23.000 5.000-15,-19.000 2.000 16,-12.000-1.000-1,-1.000-1.000-15,7.000-4.000 16,17.000-4.000 0,18.000-1.000-16,17.000-2.000 15,19.000-1.000-15,22.000-2.000 16,8.000 0.000 0,6.000-1.000-1,-1.000 0.000-15,-10.000-1.000 16,-14.000-1.000-16,-10.000 0.000 15,-15.000-1.000 1,-15.000-3.000-16,-14.000-5.000 16,-9.000-9.000-1,-6.000-11.000-15,2.000-8.000 16,9.000-11.000 0,14.000-5.000-16,13.000 1.000 15,10.000 8.000 1,1.000 12.000-16,-1.000 8.000 15,-10.000 15.000 1,3.000 2.000-16,-5.000 21.000 16,-5.000 13.000-1,-9.000 14.000-15,-8.000 9.000 16,-3.000 4.000 0,3.000-1.000-16,8.000-10.000 15,9.000-8.000 1,14.000-11.000-16,18.000-10.000 15,18.000-13.000 1,16.000-10.000-16,11.000-8.000 16,4.000-4.000-1,-3.000 4.000-15,-12.000 3.000 16,-17.000 5.000 0,-15.000 8.000-16,-17.000 8.000 15,-16.000 8.000 1,-13.000 4.000-16,-9.000 0.000 15,-1.000-6.000 1,12.000-17.000-16,8.000-9.000 16</inkml:trace>
  <inkml:trace contextRef="#ctx0" brushRef="#br0">21169.000 6936.000 0,'0.000'0.000'16,"-29.000"-10.000"-16</inkml:trace>
  <inkml:trace contextRef="#ctx0" brushRef="#br0">8808.000 8114.000 0,'0.000'0.000'0,"0.000"0.000"16,0.000 0.000 0,0.000 0.000-16,0.000 0.000 15,24.000 0.000 1,14.000-1.000-16,5.000-1.000 15,3.000 2.000 1,-2.000 2.000-16,-2.000-1.000 16,-6.000-1.000-1,-1.000-3.000-15,-1.000-1.000 16,-5.000-2.000 0,-6.000 0.000-16,-5.000 0.000 15,-8.000-1.000 1,-7.000-1.000-16,-7.000-3.000 15,-11.000-2.000-15,0.000 2.000 16</inkml:trace>
  <inkml:trace contextRef="#ctx0" brushRef="#br0">9010.000 7917.000 0,'0.000'0.000'15,"0.000"0.000"-15,0.000 0.000 16,2.000 23.000 0,-1.000 15.000-16,-1.000 11.000 15,-2.000 6.000 1,-5.000 1.000-16,-1.000-2.000 15,-1.000-6.000 1,3.000-5.000-16,-1.000-9.000 16,2.000-11.000-1</inkml:trace>
  <inkml:trace contextRef="#ctx0" brushRef="#br0">8757.000 8558.000 0,'0.000'0.000'0,"37.000"-5.000"15,19.000-2.000 1,4.000 0.000-16,-2.000 1.000 15,-5.000 6.000 1,-10.000 4.000-16,-5.000-2.000 16,-10.000-2.000-1,-6.000-1.000-15</inkml:trace>
  <inkml:trace contextRef="#ctx0" brushRef="#br0">9825.000 7814.000 0,'0.000'0.000'16,"0.000"0.000"0,-19.000 19.000-16,-10.000 17.000 15,-2.000 15.000 1,3.000 7.000-16,1.000 12.000 15,5.000 9.000 1,5.000 10.000-16,4.000 3.000 16,4.000-5.000-1,7.000-6.000-15,5.000-12.000 16,4.000-10.000 0,5.000-12.000-1,1.000-11.000-15,1.000-19.000 16,-1.000-7.000-16</inkml:trace>
  <inkml:trace contextRef="#ctx0" brushRef="#br0">9893.000 8172.000 0,'43.000'-16.000'15,"17.000"-4.000"-15,0.000 9.000 16,-12.000 12.000 0,-15.000 13.000-16,-18.000 7.000 15,-17.000 13.000 1,-19.000 7.000-16,-12.000 3.000 15,-10.000 0.000 1,4.000-7.000-16,6.000-6.000 16,11.000-9.000-1,11.000-5.000-15,15.000-8.000 16,17.000-6.000 0,13.000-7.000-1,10.000-6.000-15,3.000-2.000 16,-6.000-4.000-16,-4.000-6.000 15,-3.000-6.000 1,-12.000 3.000-16</inkml:trace>
  <inkml:trace contextRef="#ctx0" brushRef="#br0">10431.000 7748.000 0,'0.000'0.000'0,"6.000"38.000"16,-1.000 29.000-1,-7.000 18.000-15,-8.000 9.000 16,-8.000 7.000-1,-6.000 6.000-15,-2.000-5.000 16,5.000-13.000 0,2.000-16.000-16,2.000-17.000 15,3.000-23.000 1,4.000-16.000-16</inkml:trace>
  <inkml:trace contextRef="#ctx0" brushRef="#br0">10406.000 8207.000 0,'31.000'-10.000'0,"16.000"-1.000"15,0.000 6.000 1,-8.000 9.000-16,-11.000 7.000 15,-7.000 5.000 1,-8.000 3.000-16,-11.000 2.000 16,-9.000-1.000-1,-15.000 0.000-15,-7.000-3.000 16,-6.000-1.000-16,-3.000-3.000 16,3.000-4.000-1,7.000-2.000-15,10.000-3.000 16,9.000 2.000-1,9.000 4.000-15,8.000 3.000 16,9.000 2.000 0,8.000 3.000-1,2.000 4.000-15,2.000 2.000 16,1.000 0.000-16,-3.000 1.000 16,-2.000-2.000-1,-1.000-7.000-15,-2.000-3.000 16,-5.000-4.000-1,-3.000-4.000-15,-5.000-6.000 16,3.000-9.000-16,1.000-10.000 16,-1.000-15.000-1,3.000-10.000-15,-4.000 7.000 16</inkml:trace>
  <inkml:trace contextRef="#ctx0" brushRef="#br0">10969.000 8293.000 0,'36.000'-1.000'0,"13.000"1.000"16,1.000 1.000-1,-3.000-1.000-15,-6.000 2.000 16,-8.000-5.000-1,-8.000 1.000-15,-9.000-8.000 16,-6.000 1.000 0</inkml:trace>
  <inkml:trace contextRef="#ctx0" brushRef="#br0">11053.000 8164.000 0,'0.000'0.000'15,"-1.000"26.000"-15,-2.000 13.000 16,-7.000 15.000 0,-2.000 5.000-16,-2.000 0.000 15,-1.000-9.000 1,5.000-13.000-16,3.000-12.000 15</inkml:trace>
  <inkml:trace contextRef="#ctx0" brushRef="#br0">11440.000 8096.000 0,'12.000'24.000'15,"1.000"20.000"-15,-8.000 16.000 16,-9.000 10.000 0,-11.000 0.000-16,-6.000-8.000 15,2.000-13.000 1,3.000-20.000-1,6.000-17.000-15,4.000-12.000 16</inkml:trace>
  <inkml:trace contextRef="#ctx0" brushRef="#br0">11600.000 7883.000 0,'0.000'0.000'15,"29.000"19.000"1,12.000 14.000-16,0.000 14.000 16,-6.000 15.000-1,-18.000 13.000-15,-14.000 6.000 16,-11.000 4.000-1,-9.000-5.000-15,0.000-7.000 16,-3.000-14.000 0,-2.000-10.000-16,2.000-15.000 15,2.000-18.000 1,2.000-22.000 0,1.000-5.000-16</inkml:trace>
  <inkml:trace contextRef="#ctx0" brushRef="#br0">12020.000 8122.000 0,'47.000'-14.000'16,"15.000"-2.000"-16,-2.000 2.000 15,-8.000 5.000 1,-11.000 5.000-16,-10.000 6.000 16,-9.000 7.000-1,-10.000 9.000-15,-12.000 10.000 16,-12.000 11.000-16,-15.000 8.000 16,-15.000 7.000-1,-8.000 0.000 1,-1.000 0.000-16,1.000-7.000 15,5.000-11.000 1,8.000-19.000-16,12.000-17.000 16,9.000-8.000-1</inkml:trace>
  <inkml:trace contextRef="#ctx0" brushRef="#br0">12272.000 8318.000 0,'12.000'28.000'16,"4.000"11.000"-16,-3.000 3.000 15,-6.000-2.000 1,-4.000-5.000-16,3.000-8.000 16,9.000-6.000-1,9.000-7.000-15,7.000-6.000 16,14.000-8.000-1,8.000-9.000-15,6.000-7.000 16,3.000-7.000 0,-14.000 1.000-16</inkml:trace>
  <inkml:trace contextRef="#ctx0" brushRef="#br0">13013.000 8540.000 0,'9.000'5.000'15,"2.000"1.000"-15</inkml:trace>
  <inkml:trace contextRef="#ctx0" brushRef="#br0">14897.000 7748.000 0,'0.000'0.000'16,"0.000"0.000"-1,0.000 0.000-15,-26.000 33.000 16,-15.000 28.000-16,-8.000 19.000 15,-6.000 15.000 1,0.000 12.000-16,2.000-4.000 16,5.000-6.000-1,10.000-15.000-15,7.000-18.000 16,9.000-17.000 0,8.000-22.000-16,2.000-25.000 15,5.000-9.000 1</inkml:trace>
  <inkml:trace contextRef="#ctx0" brushRef="#br0">14871.000 7756.000 0,'21.000'3.000'0,"11.000"15.000"16,-1.000 15.000 0,-5.000 16.000-16,-4.000 13.000 15,-3.000 12.000 1,-6.000 3.000-16,-1.000 5.000 16,-4.000-4.000-1,-3.000-9.000-15,0.000-6.000 16,0.000-6.000-1,-2.000-14.000-15,-7.000-13.000 16,-6.000-16.000 0,1.000-8.000-16</inkml:trace>
  <inkml:trace contextRef="#ctx0" brushRef="#br0">14702.000 8242.000 0,'0.000'0.000'0,"29.000"-7.000"16,21.000-6.000-1,9.000 0.000-15,4.000 1.000 16,-2.000 1.000-1,-2.000-4.000-15,-16.000 1.000 16</inkml:trace>
  <inkml:trace contextRef="#ctx0" brushRef="#br0">15426.000 8027.000 0,'0.000'0.000'0,"24.000"0.000"16,11.000-3.000-1,0.000-2.000-15,-3.000-2.000 16,-3.000-3.000 0,-5.000-2.000-16,-8.000 1.000 15</inkml:trace>
  <inkml:trace contextRef="#ctx0" brushRef="#br0">15393.000 8258.000 0,'0.000'0.000'0,"26.000"-4.000"16,21.000-3.000-1,9.000 0.000-15,-3.000 0.000 16,-3.000-2.000 0,-3.000-6.000-16,-13.000 3.000 15</inkml:trace>
  <inkml:trace contextRef="#ctx0" brushRef="#br0">16107.000 7602.000 0,'0.000'0.000'16,"0.000"0.000"-16,0.000 0.000 15,2.000 44.000 1,-6.000 31.000-16,-8.000 21.000 16,-7.000 12.000-1,-4.000 6.000-15,1.000 0.000 16,0.000-5.000 0,4.000-10.000-1,6.000-13.000-15,1.000-13.000 16,3.000-17.000-1,2.000-15.000-15,-1.000-27.000 16,2.000-10.000-16</inkml:trace>
  <inkml:trace contextRef="#ctx0" brushRef="#br0">16426.000 7832.000 0,'25.000'-5.000'15,"5.000"8.000"1,-8.000 16.000-16,-14.000 21.000 16,-19.000 18.000-1,-16.000 17.000-15,-12.000 7.000 16,-3.000-1.000-1,2.000-7.000-15,7.000-11.000 16,7.000-13.000 0,11.000-20.000-16,6.000-22.000 15,8.000-21.000 1,3.000-3.000-16</inkml:trace>
  <inkml:trace contextRef="#ctx0" brushRef="#br0">16511.000 7901.000 0,'11.000'33.000'0,"7.000"23.000"15,-1.000 6.000 1,-1.000 2.000-16,-3.000-1.000 15,-5.000-4.000 1,-3.000-8.000 0,-2.000-8.000-16,-2.000-16.000 15,-2.000-11.000-15,0.000-9.000 16</inkml:trace>
  <inkml:trace contextRef="#ctx0" brushRef="#br0">16418.000 8353.000 0,'0.000'0.000'0,"18.000"-11.000"16,10.000-5.000-16,8.000-3.000 16,2.000-4.000-1,-7.000 8.000-15</inkml:trace>
  <inkml:trace contextRef="#ctx0" brushRef="#br0">16814.000 8224.000 0,'4.000'34.000'16,"1.000"17.000"-1,-3.000 4.000-15,-3.000-5.000 16,-2.000-14.000-16,-1.000-15.000 16,1.000-10.000-1</inkml:trace>
  <inkml:trace contextRef="#ctx0" brushRef="#br0">17091.000 8233.000 0,'34.000'-7.000'16,"15.000"-3.000"-16,0.000 1.000 16,-2.000 3.000-1,-8.000-1.000-15,-8.000-8.000 16,-3.000-4.000-1,-6.000 2.000-15</inkml:trace>
  <inkml:trace contextRef="#ctx0" brushRef="#br0">17721.000 7866.000 0,'0.000'0.000'16,"-1.000"34.000"-1,-11.000 24.000-15,-10.000 14.000 16,-10.000 6.000 0,-6.000-1.000-16,1.000-8.000 15,4.000-12.000 1,10.000-17.000-16,7.000-16.000 15,8.000-17.000 1,5.000-20.000-16,6.000-23.000 16,2.000 2.000-1</inkml:trace>
  <inkml:trace contextRef="#ctx0" brushRef="#br0">17764.000 7858.000 0,'13.000'21.000'16,"6.000"19.000"-16,3.000 15.000 15,-7.000 7.000 1,-6.000 9.000 0,-5.000-4.000-16,-1.000-5.000 15,-3.000-8.000 1,2.000-13.000-16,1.000-11.000 15,-1.000-11.000 1,-2.000-19.000-16,-4.000 0.000 16,-10.000-16.000-16,1.000-1.000 15</inkml:trace>
  <inkml:trace contextRef="#ctx0" brushRef="#br0">17680.000 8172.000 0,'0.000'0.000'0,"0.000"0.000"16,24.000 3.000-16,10.000 0.000 15,1.000-3.000 1,-2.000-4.000-16,-9.000-1.000 16</inkml:trace>
  <inkml:trace contextRef="#ctx0" brushRef="#br0">17941.000 8250.000 0,'0.000'0.000'0,"20.000"6.000"16,9.000 3.000 0,-4.000 1.000-16,-9.000 5.000 15,-6.000-1.000 1,-10.000 6.000-16,-7.000 1.000 15,-4.000-1.000 1,3.000 0.000-16,2.000-2.000 16,6.000-1.000-1,8.000-4.000-15,8.000-4.000 16,9.000-12.000 0,6.000-14.000-16,7.000-10.000 15,-9.000 1.000-15</inkml:trace>
  <inkml:trace contextRef="#ctx0" brushRef="#br0">18344.000 7661.000 0,'0.000'0.000'0,"2.000"30.000"16,-1.000 28.000 0,-4.000 21.000-16,-4.000 15.000 15,-4.000 11.000 1,-1.000 4.000-1,-1.000 1.000-15,3.000 1.000 16,5.000-7.000 0,0.000-9.000-16,0.000-11.000 15,1.000-9.000-15,-2.000-13.000 16,0.000-18.000 0,-1.000-21.000-16,-1.000-18.000 15,2.000-9.000 1</inkml:trace>
  <inkml:trace contextRef="#ctx0" brushRef="#br0">18546.000 8676.000 0,'0.000'0.000'15,"2.000"-12.000"-15</inkml:trace>
  <inkml:trace contextRef="#ctx0" brushRef="#br0">19538.000 7917.000 0,'26.000'0.000'15,"13.000"3.000"-15,-2.000 9.000 16,-9.000 12.000 0,-16.000 3.000-16,-8.000-6.000 15</inkml:trace>
  <inkml:trace contextRef="#ctx0" brushRef="#br0">19395.000 8370.000 0,'0.000'0.000'0,"32.000"-16.000"15,18.000-14.000-15,10.000-11.000 16,0.000-9.000 0,-4.000-13.000-1,-6.000-3.000-15,-13.000 15.000 16</inkml:trace>
  <inkml:trace contextRef="#ctx0" brushRef="#br0">19840.000 7806.000 0,'19.000'-16.000'16,"9.000"-9.000"-16,10.000-2.000 15,5.000 2.000 1,6.000 4.000-16,1.000 4.000 15,-5.000 5.000 1,-7.000 7.000-16,-7.000 6.000 16,-10.000 12.000-1,-13.000 13.000-15,-12.000 18.000 16,-17.000 21.000 0,-15.000 14.000-16,-13.000 12.000 15,-9.000 10.000 1,-4.000 4.000-1,-4.000 2.000-15,2.000-8.000 16,6.000-13.000-16,5.000-15.000 16,8.000-16.000-1,10.000-24.000-15,10.000-27.000 16,9.000-13.000 0</inkml:trace>
  <inkml:trace contextRef="#ctx0" brushRef="#br0">19850.000 8104.000 0,'36.000'-18.000'0,"11.000"-5.000"16,-5.000 7.000 0,-16.000 13.000-16,-14.000 13.000 15,-19.000 14.000 1,-17.000 6.000-16,-7.000 2.000 15,4.000-4.000 1,6.000-6.000-16,13.000-5.000 16,12.000 0.000-1,15.000-5.000-15,11.000 2.000 16,8.000-2.000 0,5.000 2.000-16,-4.000 2.000 15,-8.000-4.000 1,-10.000 8.000-1,-12.000 1.000-15,-14.000 1.000 16,-16.000 0.000-16,-15.000-5.000 16,-10.000-12.000-1,-4.000-12.000-15,0.000-21.000 16,5.000-22.000 0,14.000-20.000-16,11.000 8.000 15</inkml:trace>
  <inkml:trace contextRef="#ctx0" brushRef="#br0">19908.000 7602.000 0,'26.000'24.000'16,"21.000"25.000"-1,8.000 25.000-15,2.000 17.000 16,2.000 14.000-1,-2.000 4.000 1,0.000 5.000 0,-1.000-8.000-16,-3.000-12.000 15,-5.000-11.000-15,-11.000-14.000 16,-8.000-18.000 0,-12.000-21.000-16,-14.000-24.000 15,-5.000-10.000-15</inkml:trace>
  <inkml:trace contextRef="#ctx0" brushRef="#br0">20379.000 8242.000 0,'-26.000'37.000'0,"-20.000"19.000"16,-7.000 1.000-1,-1.000-17.000-15,7.000-26.000 16,13.000-14.000 0</inkml:trace>
  <inkml:trace contextRef="#ctx0" brushRef="#br0">20177.000 7482.000 0,'0.000'0.000'0,"0.000"0.000"16,19.000 25.000 0,9.000 12.000-16,0.000-6.000 15,-8.000-11.000 1</inkml:trace>
  <inkml:trace contextRef="#ctx0" brushRef="#br0">20698.000 7584.000 0,'37.000'-4.000'16,"25.000"0.000"-16,8.000 4.000 16,-5.000 6.000-16,-3.000 9.000 15,-10.000 3.000 1,-11.000 2.000 0,-18.000-1.000-16,-13.000 4.000 15,-16.000 0.000-15,-14.000 3.000 16,-13.000 2.000-1,-8.000 2.000-15,-5.000 0.000 16,1.000-1.000 0,11.000-7.000-16,12.000-4.000 15,12.000-2.000 1,14.000-6.000-16,17.000 0.000 16,20.000-4.000-1,6.000-2.000-15,2.000 2.000 16,-9.000 3.000-1,-11.000 3.000-15,-20.000 6.000 16,-22.000 2.000 0,-23.000 0.000-16,-22.000 4.000 15,-13.000 4.000 1,1.000-2.000-16,10.000-5.000 16,17.000-5.000-1,20.000-3.000-15,24.000-9.000 16,27.000-3.000-16,26.000 3.000 15,17.000-1.000 1,9.000 4.000-16,-3.000 3.000 16,-11.000 4.000-1,-16.000 14.000-15,-22.000 13.000 16,-22.000 13.000 0,-24.000 12.000-16,-20.000 5.000 15,-9.000 0.000 1,-9.000-11.000-16,2.000-16.000 15,9.000-20.000 1,13.000-14.000-16</inkml:trace>
  <inkml:trace contextRef="#ctx0" brushRef="#br0">20833.000 8258.000 0,'22.000'14.000'0,"6.000"6.000"16,-6.000-3.000-16,-11.000-5.000 16</inkml:trace>
  <inkml:trace contextRef="#ctx0" brushRef="#br0">20648.000 8446.000 0,'55.000'-11.000'16,"26.000"-9.000"-1,1.000-7.000-15,-7.000-11.000 16,-19.000 5.000-1</inkml:trace>
  <inkml:trace contextRef="#ctx0" brushRef="#br0">21312.000 7576.000 0,'83.000'-4.000'0,"20.000"9.000"16,-13.000 7.000 0,-30.000 13.000-16,-31.000 1.000 15,-25.000 4.000 1,-21.000-1.000-16,-16.000-1.000 15,-10.000-1.000 1,-6.000 1.000-16,7.000-4.000 16,11.000-2.000-1,10.000-4.000-15,17.000-3.000 16,19.000-4.000 0,16.000 0.000-16,10.000-2.000 15,-1.000 1.000 1,-3.000-3.000-16,-13.000 5.000 15,-11.000 2.000 1,-22.000 5.000-16,-17.000 2.000 16,-23.000 2.000-16,-13.000-1.000 15,-2.000 2.000 1,10.000-4.000-16,17.000-6.000 16,17.000-6.000-1,23.000 2.000-15,25.000-2.000 16,23.000 0.000-1,18.000 5.000-15,8.000 4.000 16,-1.000 0.000 0,-8.000 9.000-16,-14.000 5.000 15,-13.000 5.000 1,-17.000 5.000-16,-19.000 11.000 16,-18.000 7.000-1,-17.000 7.000-15,-12.000 2.000 16,-10.000-9.000-1,-2.000-7.000-15,4.000-11.000 16,-2.000-12.000 0,4.000-18.000-16,13.000-8.000 15</inkml:trace>
  <inkml:trace contextRef="#ctx0" brushRef="#br0">21379.000 8353.000 0,'32.000'10.000'0,"14.000"7.000"16,-8.000 6.000-1,-14.000 1.000-15,-12.000-6.000 16</inkml:trace>
  <inkml:trace contextRef="#ctx0" brushRef="#br0">21279.000 8600.000 0,'52.000'-3.000'16,"22.000"-5.000"-16,7.000-6.000 15,-17.000 0.000 1</inkml:trace>
  <inkml:trace contextRef="#ctx0" brushRef="#br0">22011.000 8600.000 0,'21.000'0.000'16</inkml:trace>
  <inkml:trace contextRef="#ctx0" brushRef="#br0">1215.000 9564.000 0,'9.000'-21.000'0,"4.000"-12.000"16,0.000-1.000-16,0.000 4.000 15,-6.000 6.000 1,-1.000 9.000-16,-3.000 6.000 16,-3.000 9.000-1,-7.000 9.000-15,-6.000 18.000 16,-9.000 11.000-1,-6.000 12.000-15,3.000 6.000 16,4.000-1.000 0,5.000 2.000-16,8.000-2.000 15,10.000 3.000 1,7.000-5.000-16,10.000-5.000 16,4.000-5.000-1,3.000-5.000-15,9.000-5.000 16,-5.000-7.000-1,5.000-10.000-15,-7.000-16.000 16,-9.000-5.000-16</inkml:trace>
  <inkml:trace contextRef="#ctx0" brushRef="#br0">1636.000 9471.000 0,'0.000'0.000'0,"-2.000"23.000"16,-4.000 22.000 0,-6.000 10.000-16,2.000 4.000 15,3.000-2.000-15,9.000-5.000 16,7.000-6.000-1,4.000-5.000-15,2.000-5.000 16,1.000-6.000 0,-3.000-2.000-16,-5.000-4.000 15,-8.000-4.000 1,-6.000-1.000-16,-17.000-8.000 16,3.000-7.000-1</inkml:trace>
  <inkml:trace contextRef="#ctx0" brushRef="#br0">1627.000 9744.000 0,'27.000'-5.000'16,"14.000"-2.000"-16,2.000 3.000 15,-7.000 0.000 1,-9.000 2.000-16,-11.000-7.000 15,-9.000 0.000 1</inkml:trace>
  <inkml:trace contextRef="#ctx0" brushRef="#br0">1862.000 9350.000 0,'39.000'21.000'16,"19.000"16.000"-16,-4.000 13.000 15,-10.000 13.000 1,-15.000 15.000-16,-16.000 7.000 16,-20.000 7.000-1,-13.000-1.000-15,-10.000-8.000 16,-3.000-10.000-1,-2.000-17.000-15,5.000-16.000 16</inkml:trace>
  <inkml:trace contextRef="#ctx0" brushRef="#br0">2384.000 9897.000 0,'0.000'0.000'0,"0.000"0.000"16</inkml:trace>
  <inkml:trace contextRef="#ctx0" brushRef="#br0">3392.000 9394.000 0,'0.000'0.000'0,"0.000"0.000"16,0.000 0.000-16,0.000 0.000 16,26.000-4.000-1,13.000 2.000-15,8.000-4.000 16,2.000 2.000-1,1.000 0.000-15,-3.000-1.000 16,-2.000 0.000 0,-4.000 1.000-16,-6.000 1.000 15,-7.000 1.000 1,-10.000 1.000-16,-8.000 1.000 16,-2.000 6.000-1,-6.000 6.000-15,-9.000 13.000 16,-4.000 8.000-1,-7.000 9.000-15,-3.000 5.000 16,-3.000 1.000 0,0.000-5.000-16,5.000-9.000 15,-1.000-6.000 1,9.000-6.000-16,-3.000-5.000 16,2.000-3.000-1,-4.000-11.000-15,3.000-3.000 16</inkml:trace>
  <inkml:trace contextRef="#ctx0" brushRef="#br0">3603.000 9479.000 0,'-16.000'28.000'15,"-9.000"22.000"-15,-8.000 5.000 16,-2.000 1.000-16,2.000-5.000 16,3.000-8.000-1,8.000-9.000-15,6.000-13.000 16,13.000-10.000 0,13.000-9.000-16,8.000-7.000 15,11.000-6.000 1,14.000-4.000-16,9.000-2.000 15,5.000 3.000 1,-2.000 4.000-16,-4.000 7.000 16,-4.000 5.000-1,-4.000 7.000-15,-6.000 11.000 16,-6.000 11.000 0,-11.000 8.000-16,-14.000 11.000 15,-10.000 6.000 1,-9.000 6.000-16,-5.000-1.000 15,-6.000-2.000 1,2.000-6.000-16,5.000-10.000 16,6.000-9.000-1,2.000-12.000-15,2.000-11.000 16,1.000-8.000 0,-3.000-17.000-16,-6.000-20.000 15,2.000 1.000 1</inkml:trace>
  <inkml:trace contextRef="#ctx0" brushRef="#br0">3285.000 10110.000 0,'0.000'0.000'15,"0.000"0.000"-15,0.000 0.000 16,42.000-10.000-1,25.000-5.000-15,9.000-6.000 16,-6.000-4.000 0,-17.000 4.000-16</inkml:trace>
  <inkml:trace contextRef="#ctx0" brushRef="#br0">4258.000 9249.000 0,'0.000'0.000'16,"0.000"0.000"-16,8.000 18.000 15,-1.000 2.000 1</inkml:trace>
  <inkml:trace contextRef="#ctx0" brushRef="#br0">4151.000 9531.000 0,'52.000'-9.000'0,"20.000"0.000"15,-6.000 7.000-15,-16.000 8.000 16,-23.000 10.000 0,-24.000 15.000-1,-29.000 11.000-15,-23.000 9.000 16,-11.000 2.000-16,0.000-1.000 16,9.000-3.000-1,11.000-7.000-15,19.000-10.000 16,16.000-9.000-1,23.000-6.000 1,21.000-12.000 0,17.000-9.000-16,10.000-8.000 0,-1.000-4.000 15,-8.000-1.000 1,-10.000-2.000-16,-13.000-7.000 16,-12.000 5.000-1</inkml:trace>
  <inkml:trace contextRef="#ctx0" brushRef="#br0">4310.000 9701.000 0,'0.000'0.000'16,"4.000"35.000"-1,-2.000 29.000-15,-2.000 14.000 16,-1.000 1.000-1,1.000-8.000-15,5.000-14.000 16,7.000-17.000 0,7.000-19.000-16,12.000-23.000 15,15.000-25.000-15,3.000-26.000 16,10.000-24.000 0,4.000-25.000-1,-1.000-9.000-15,-3.000 3.000 16,-6.000 20.000-1,-11.000 27.000-15,-9.000 22.000 16,-11.000 16.000 0,-4.000 16.000-16,-8.000 20.000 15,-1.000 25.000 1,-6.000 24.000-16,-4.000 25.000 16,-5.000 16.000-1,-3.000 3.000-15,1.000-3.000 16,-2.000-17.000-1,7.000-16.000-15,3.000-21.000 16,0.000-21.000 0,2.000-28.000-16,3.000-35.000 15,3.000-30.000 1,-4.000-28.000-16,-1.000 10.000 16</inkml:trace>
  <inkml:trace contextRef="#ctx0" brushRef="#br0">5016.000 9564.000 0,'73.000'-17.000'0,"32.000"-5.000"0,3.000 7.000 16,-4.000 8.000 0,-17.000 11.000-16,-18.000 4.000 15,-29.000 8.000 1,-28.000 4.000-16,-37.000 3.000 15,-29.000-5.000 1,1.000-7.000-16</inkml:trace>
  <inkml:trace contextRef="#ctx0" brushRef="#br0">5049.000 9726.000 0,'11.000'50.000'0,"-3.000"32.000"16,-16.000 15.000 0,-9.000 3.000-1,-6.000-13.000-15,0.000-21.000 16,6.000-25.000 0,3.000-36.000-16,4.000-15.000 15</inkml:trace>
  <inkml:trace contextRef="#ctx0" brushRef="#br0">5327.000 9257.000 0,'0.000'0.000'0,"0.000"0.000"16,-8.000 40.000-1,-4.000 26.000-15,9.000 11.000 16,7.000 2.000 0,18.000-5.000-1,11.000-2.000-15,7.000-4.000 16,6.000-1.000-16,-4.000-1.000 16,-4.000-3.000-1,-15.000-3.000-15,-15.000-3.000 16,-23.000-5.000-1,-21.000-4.000-15,-19.000-11.000 16,-11.000-12.000 0,0.000-14.000-16,7.000-17.000 15,18.000-10.000 1,18.000-9.000 0,26.000-3.000-16,22.000 0.000 15,24.000 2.000 1,16.000 7.000-16,10.000 4.000 15,3.000 9.000 1,4.000 9.000-16,-6.000 5.000 16,-11.000 4.000-1,-11.000-4.000-15,-8.000-1.000 16,-11.000-7.000-16,-6.000-14.000 16,-8.000-21.000-1,-8.000 1.000-15</inkml:trace>
  <inkml:trace contextRef="#ctx0" brushRef="#br0">6378.000 9684.000 0,'0.000'0.000'0,"18.000"10.000"16,-4.000 8.000-16,-14.000 5.000 15,-6.000-5.000 1</inkml:trace>
  <inkml:trace contextRef="#ctx0" brushRef="#br0">6395.000 10025.000 0,'15.000'11.000'16,"4.000"4.000"-16</inkml:trace>
  <inkml:trace contextRef="#ctx0" brushRef="#br0">3217.000 11339.000 0,'-11.000'18.000'0,"-2.000"16.000"15,2.000 17.000 1,4.000 16.000-16,6.000 11.000 16,5.000 0.000-16,2.000-9.000 15,2.000-12.000 1,2.000-12.000-16,3.000-16.000 16,3.000-14.000-1,5.000-13.000-15,5.000-15.000 16,2.000-10.000-1,5.000-12.000-15,-3.000-11.000 16,-1.000-10.000 0,-7.000-10.000-16,-4.000-4.000 15,-8.000 0.000 1,-8.000 4.000-16,-6.000 2.000 16,-6.000 7.000-1,-8.000 6.000 1,-2.000 12.000-16,-7.000 10.000 15,-2.000 10.000-15,-11.000 10.000 16,-3.000 12.000 0,-10.000 15.000-16,-1.000 20.000 15,4.000 17.000 1,3.000 17.000-16,11.000 12.000 16,12.000 12.000-1,17.000 5.000-15,12.000-4.000 16,12.000-9.000-1,10.000-13.000 1,7.000-14.000-16,9.000-16.000 16,8.000-17.000-1,1.000-18.000 1,0.000-22.000-16,-8.000-5.000 0</inkml:trace>
  <inkml:trace contextRef="#ctx0" brushRef="#br0">3906.000 10997.000 0,'0.000'0.000'16,"-1.000"40.000"-16,-6.000 24.000 16,-11.000 4.000-1,2.000-9.000-15,6.000-15.000 16,8.000-16.000 0,10.000-11.000-16,16.000-12.000 15,17.000-11.000 1,15.000-8.000-16,7.000-3.000 15,-3.000 1.000 1,-9.000 2.000-16,-14.000 5.000 16,-15.000 11.000-1,-19.000 12.000-15,-26.000 17.000 16,-25.000 11.000 0,-26.000 10.000-1,1.000 7.000-15,9.000-3.000 16,14.000-14.000-16,17.000-11.000 15,18.000-13.000 1,15.000-18.000-16,6.000 8.000 16,21.000-8.000-16,21.000-9.000 15,17.000-10.000 1,10.000-8.000 0,-2.000-2.000-16,-9.000-2.000 15,-13.000 6.000 1,-18.000 2.000-16,-15.000 0.000 15,-20.000-1.000-15,-5.000 2.000 16</inkml:trace>
  <inkml:trace contextRef="#ctx0" brushRef="#br0">4024.000 11074.000 0,'0.000'0.000'16,"11.000"49.000"0,7.000 45.000-16,-9.000 35.000 15,-7.000 22.000 1,-5.000 5.000-16,0.000-19.000 16,0.000-36.000-1,3.000-38.000-15,0.000-38.000 16,2.000-17.000-16</inkml:trace>
  <inkml:trace contextRef="#ctx0" brushRef="#br0">4360.000 11203.000 0,'0.000'0.000'15,"31.000"-13.000"1,21.000-9.000-16,10.000-4.000 16,2.000-2.000-1,0.000 2.000-15,-7.000 0.000 16,-6.000-3.000 0,-10.000 0.000-16,-14.000 3.000 15,-15.000-3.000 1,-18.000 3.000-16,-9.000 4.000 15,-8.000 10.000 1,-3.000 14.000-16,4.000 14.000 16,-2.000 12.000-1,2.000 12.000-15,10.000 4.000 16,14.000 1.000 0,14.000-10.000-16,14.000-9.000 15,14.000-12.000 1,6.000-10.000-16,3.000-8.000 15,-10.000-2.000 1,-13.000 1.000-16,-14.000 5.000 16,-23.000 11.000-1,-26.000 18.000-15,-18.000 11.000 16,-11.000 10.000 0,1.000 1.000-16,9.000-4.000 15,17.000-9.000 1,15.000-8.000-16,22.000-11.000 15,14.000-11.000 1,13.000-12.000-16,13.000-12.000 16,7.000-5.000-1,-5.000-6.000 1,-6.000-1.000-16,-15.000-1.000 16,-7.000 3.000-16,-10.000 7.000 15,-11.000 14.000 1,-12.000 25.000-16,-5.000 23.000 15,-1.000 27.000 1,2.000 22.000-16,6.000 18.000 16,4.000 5.000-1,4.000-4.000-15,6.000-13.000 16,2.000-18.000 0,1.000-20.000-16,-3.000-20.000 15,-5.000-16.000 1,-14.000-16.000-16,-12.000-17.000 15,-12.000-18.000 1,-5.000-9.000-16,10.000 4.000 16,9.000 5.000-1,15.000 5.000-15,12.000 0.000 16,19.000-4.000 0,18.000-11.000-16,17.000-17.000 15,12.000-12.000 1,8.000-13.000-16,5.000-9.000 15,-15.000 17.000 1</inkml:trace>
  <inkml:trace contextRef="#ctx0" brushRef="#br0">5402.000 11057.000 0,'-18.000'28.000'0,"-27.000"16.000"16,-8.000 7.000 0,1.000-3.000-16,13.000-12.000 15,18.000-16.000 1,21.000-13.000-16,20.000-11.000 16,14.000-7.000-1,9.000-3.000-15,2.000 1.000 16,-6.000 7.000-1,-7.000 5.000-15,-8.000 6.000 16,-13.000 8.000 0,-13.000 11.000-16,-16.000 9.000 15,-13.000 5.000 1,-9.000 0.000-16,-4.000-3.000 16,4.000-4.000-1,15.000-9.000-15,7.000-9.000 16,18.000-13.000-16,4.000 9.000 15,18.000-5.000 1,9.000 3.000-16,1.000 4.000 16,-1.000 8.000-1,-5.000 13.000-15,-8.000 14.000 16,-10.000 14.000 0,-14.000 4.000-16,-5.000-3.000 15,-1.000-9.000 1,-1.000-15.000-1,4.000-12.000-15,9.000-25.000 16,5.000-12.000 0,14.000-37.000-16,10.000-27.000 15,5.000-19.000-15,4.000-7.000 16,1.000 6.000 0,5.000 15.000-16,0.000 22.000 15,-3.000 26.000 1,-9.000 17.000-16,-9.000 10.000 15,-3.000 2.000 1,-6.000 6.000-16,-2.000 14.000 16,-12.000 13.000-1,-12.000 12.000-15,-7.000 9.000 16,-3.000 5.000 0,3.000-2.000-1,8.000-7.000-15,13.000-9.000 16,9.000-12.000-1,16.000-10.000-15,14.000-12.000 16,8.000-14.000-16,5.000-6.000 16,0.000-8.000-1,-7.000-3.000-15,-5.000-4.000 16,-11.000 4.000 0,-17.000-1.000-16,-16.000-1.000 15,-6.000 5.000 1</inkml:trace>
  <inkml:trace contextRef="#ctx0" brushRef="#br0">5537.000 11509.000 0,'-8.000'35.000'0,"-6.000"23.000"16,2.000 7.000-1,4.000-6.000 1,14.000-6.000-16,9.000-13.000 16,14.000-11.000-1,15.000-15.000-15,15.000-12.000 16,8.000-8.000 0,4.000-5.000-1,-3.000-3.000-15,-3.000 0.000 16,-10.000 2.000-16,-14.000 3.000 15,-13.000 3.000 1,-8.000 1.000-16,-12.000-6.000 16,-5.000-1.000-16</inkml:trace>
  <inkml:trace contextRef="#ctx0" brushRef="#br0">6563.000 11271.000 0,'22.000'11.000'0,"0.000"8.000"16,-7.000-1.000-16</inkml:trace>
  <inkml:trace contextRef="#ctx0" brushRef="#br0">6647.000 11646.000 0,'11.000'18.000'16,"-5.000"4.000"-16,-4.000-4.000 15</inkml:trace>
  <inkml:trace contextRef="#ctx0" brushRef="#br0">8842.000 10997.000 0,'0.000'0.000'0,"0.000"0.000"16,9.000 38.000-16,5.000 31.000 16,-3.000 21.000-1,-7.000 14.000-15,-7.000 1.000 16,-6.000-10.000-1,0.000-18.000 1,5.000-20.000-16,2.000-21.000 16,2.000-36.000-16,4.000 11.000 15</inkml:trace>
  <inkml:trace contextRef="#ctx0" brushRef="#br0">9060.000 11262.000 0,'21.000'-16.000'16,"18.000"-14.000"-16,17.000 0.000 15,7.000 4.000 1,3.000 8.000-16,-7.000 10.000 16,-11.000 13.000-1,-14.000 5.000-15,-13.000 9.000 16,-15.000 5.000-1,-22.000 2.000-15,-18.000-5.000 16,1.000-6.000 0</inkml:trace>
  <inkml:trace contextRef="#ctx0" brushRef="#br0">9119.000 11219.000 0,'-4.000'30.000'15,"-3.000"29.000"1,-4.000 19.000-16,-6.000 9.000 16,-2.000 2.000-1,0.000-15.000-15,5.000-24.000 16,6.000-31.000 0,4.000-15.000-16</inkml:trace>
  <inkml:trace contextRef="#ctx0" brushRef="#br0">9212.000 10921.000 0,'0.000'0.000'15,"9.000"28.000"1,10.000 26.000-16,6.000 23.000 15,1.000 16.000 1,-4.000 5.000-16,0.000-4.000 16,-4.000-10.000-1,-8.000-11.000-15,-5.000-13.000 16,-8.000-14.000 0,-9.000-14.000-16,-11.000-13.000 15,-8.000-14.000 1,-3.000-18.000-16,6.000-12.000 15,11.000-4.000 1,18.000-1.000-16,19.000 7.000 16,17.000 8.000-1,12.000 10.000-15,5.000 10.000 16,1.000 6.000 0,-1.000 4.000-16,-7.000-1.000 15,-13.000-2.000 1,-9.000-3.000-16,-11.000-8.000 15,-9.000-9.000-15,-8.000-20.000 16,-4.000-23.000 0,0.000 3.000-16</inkml:trace>
  <inkml:trace contextRef="#ctx0" brushRef="#br0">9825.000 11007.000 0,'9.000'50.000'16,"-1.000"35.000"-16,-8.000 17.000 15,-10.000 5.000 1,-6.000-15.000-16,3.000-21.000 16,6.000-30.000-1,2.000-20.000-15</inkml:trace>
  <inkml:trace contextRef="#ctx0" brushRef="#br0">9843.000 10964.000 0,'8.000'-17.000'16,"6.000"-8.000"-16,7.000-4.000 15,7.000 2.000 1,2.000 2.000-16,1.000 5.000 16,-1.000 4.000-1,-5.000 7.000-15,-7.000 4.000 16,-3.000 5.000 0,-2.000 5.000-16,-2.000 6.000 15,0.000 7.000 1,-2.000 8.000-16,-1.000 12.000 15,-3.000 16.000 1,-5.000 23.000-16,-7.000 25.000 16,-4.000 22.000-1,-3.000 19.000-15,1.000-2.000 16,2.000-7.000 0,6.000-20.000-16,2.000-21.000 15,4.000-26.000 1,1.000-23.000-16,0.000-23.000 15,-3.000-22.000 1,-5.000-32.000-16,-5.000-32.000 16,-5.000-27.000-1,-7.000-18.000-15,4.000 18.000 16</inkml:trace>
  <inkml:trace contextRef="#ctx0" brushRef="#br0">9884.000 11134.000 0,'0.000'35.000'0,"0.000"21.000"15,0.000 3.000 1,2.000-5.000-16,4.000-14.000 16,-2.000-22.000-1,-1.000-11.000 1</inkml:trace>
  <inkml:trace contextRef="#ctx0" brushRef="#br0">10280.000 10717.000 0,'0.000'0.000'16,"0.000"0.000"-1,0.000 0.000-15,0.000 0.000 16,-14.000 29.000 0,-5.000 7.000-16,5.000-3.000 15,16.000-8.000-15,21.000-11.000 16,18.000-10.000 0,15.000-8.000-16,5.000-4.000 15,1.000-6.000 1,-8.000 4.000-1,-13.000 3.000-15,-14.000 14.000 16,-14.000 11.000-16,-22.000 14.000 16,-19.000 19.000-1,-16.000 11.000-15,-7.000 0.000 16,3.000-4.000 0,6.000-12.000-16,10.000-14.000 15,15.000-12.000 1,8.000-12.000-16,14.000-16.000 15,10.000-17.000 1,12.000-17.000-16,6.000-8.000 16,1.000 0.000-1,-4.000 8.000 1,-3.000 13.000-16,-5.000 17.000 16,-5.000 12.000-16,-2.000 17.000 15,-2.000 14.000 1,-8.000 17.000-1,-7.000 8.000-15,-8.000 4.000 16,-5.000-7.000-16,-5.000-4.000 16,3.000-12.000-1,4.000-13.000 1,4.000-10.000-16,9.000-14.000 16,-10.000-1.000-16,2.000-11.000 15,2.000-9.000 1,1.000-4.000-16,1.000 3.000 15,0.000 5.000 1,3.000 7.000-16,-2.000 4.000 16,-1.000 6.000-16,-4.000 9.000 15,-7.000 3.000 1,0.000 3.000-16,3.000-5.000 16,2.000-3.000-1,10.000-7.000-15,0.000 0.000 16,8.000 4.000-1,13.000-5.000-15,10.000-7.000 16,5.000-1.000 0,2.000 0.000-16,-2.000 2.000 15,-2.000 2.000 1,-6.000 5.000-16,-4.000 5.000 16,-7.000 9.000-1,-8.000 12.000-15,-7.000 13.000 16,-13.000 9.000-1,-8.000 7.000-15,-7.000-1.000 16,-2.000-5.000 0,-1.000-10.000-16,0.000-12.000 15,0.000-12.000 1,1.000-13.000 0,1.000-12.000-16,1.000-12.000 15,4.000-9.000-15,3.000-7.000 16,5.000 4.000-1,7.000 10.000-15,6.000 8.000 16,7.000 8.000 0,9.000 7.000-16,11.000 8.000 15,10.000 13.000 1,11.000 10.000-16,7.000 3.000 16,5.000 6.000-1,-1.000 1.000-15,0.000-5.000 16,-5.000-5.000-1,-11.000-6.000-15,-8.000-8.000 16,-12.000-16.000 0,-7.000-16.000-16,-11.000-16.000 15,-4.000-1.000 1</inkml:trace>
  <inkml:trace contextRef="#ctx0" brushRef="#br0">10986.000 11594.000 0,'0.000'0.000'0,"0.000"0.000"16,0.000 0.000-1</inkml:trace>
  <inkml:trace contextRef="#ctx0" brushRef="#br0">7773.000 11339.000 0,'0.000'0.000'15,"0.000"-16.000"-15,-6.000-7.000 16,-4.000-1.000 0,-4.000 6.000-16,-3.000 4.000 15,-5.000 8.000 1,-1.000 9.000-16,-2.000 8.000 16,2.000 13.000-16,4.000 16.000 15,4.000 13.000 1,1.000 9.000-1,2.000 4.000-15,3.000-9.000 16,5.000-12.000 0,9.000-9.000-16,4.000-14.000 15,3.000-15.000 1,7.000-18.000-16,3.000-10.000 16,1.000-14.000-1,0.000-9.000-15,0.000-4.000 16,-1.000 5.000-1,-4.000 11.000-15,-5.000 13.000 16,-5.000 6.000-16,-8.000 13.000 16,8.000 0.000-1,1.000 13.000-15,-3.000 12.000 16,-2.000 10.000 0,2.000 4.000-16,0.000 2.000 15,2.000-1.000 1,2.000-8.000-1,1.000-5.000-15,5.000-10.000 16,6.000-17.000-16,-1.000-3.000 16</inkml:trace>
  <inkml:trace contextRef="#ctx0" brushRef="#br0">8093.000 11561.000 0,'0.000'0.000'0,"0.000"0.000"16,0.000 0.000 0</inkml:trace>
  <inkml:trace contextRef="#ctx0" brushRef="#br0">11902.000 10997.000 0,'0.000'0.000'16,"5.000"-4.000"-16,12.000-6.000 15,23.000-3.000 1,15.000-4.000-16,6.000 3.000 15,-2.000 1.000 1,-5.000 5.000-16,-14.000 2.000 16,-8.000 2.000-1,-12.000 0.000-15,-11.000 0.000 16,-9.000-6.000-16,-10.000-1.000 16,-9.000-8.000-1,-6.000-4.000-15,-2.000 0.000 16,2.000 0.000-1,3.000 3.000-15,6.000 3.000 16,5.000 9.000 0,4.000 1.000-16,3.000 9.000 15,0.000 17.000 1,-2.000 20.000 0,-1.000 26.000-16,3.000 26.000 15,-2.000 20.000-15,0.000 1.000 16,2.000-8.000-1,-1.000-14.000-15,1.000-21.000 16,1.000-16.000 0,0.000-17.000-16,0.000-13.000 15,-7.000-12.000 1,-7.000-14.000-16,-5.000-14.000 16,-5.000-13.000-1,-4.000-13.000-15,11.000 0.000 16,10.000 7.000-1,13.000 9.000-15,18.000 5.000 16,17.000 4.000 0,9.000 1.000-16,10.000 1.000 15,1.000-1.000 1,-5.000-4.000-16,-9.000-5.000 16,-13.000 5.000-1</inkml:trace>
  <inkml:trace contextRef="#ctx0" brushRef="#br0">12297.000 10640.000 0,'0.000'0.000'16,"25.000"-20.000"-16,12.000-4.000 15,7.000-1.000 1,0.000 10.000-16,-8.000 12.000 16,-5.000 12.000-1,-10.000 16.000-15,-12.000 18.000 16,-12.000 28.000 0,-14.000 27.000-16,-18.000 26.000 15,-14.000 23.000 1,-5.000 7.000-16,4.000-3.000 15,5.000-17.000 1,14.000-28.000-16,11.000-30.000 16,8.000-33.000-1,12.000-43.000-15,-1.000-6.000 16,4.000-19.000 0</inkml:trace>
  <inkml:trace contextRef="#ctx0" brushRef="#br0">12516.000 10921.000 0,'22.000'-14.000'16,"19.000"-7.000"-16,10.000 1.000 16,0.000 4.000-1,-8.000 12.000 1,-10.000 9.000-16,-17.000 13.000 15,-19.000 14.000 1,-17.000 10.000-16,-15.000 6.000 16,-5.000-5.000-16,0.000-5.000 15,6.000-7.000 1,11.000-11.000-16,8.000-6.000 16,15.000-14.000-1,0.000 6.000-15,13.000-6.000 16,11.000-1.000-1,4.000 1.000-15,-2.000 2.000 16,-5.000 11.000 0,-19.000 16.000-16,-19.000 13.000 15,-18.000 13.000 1,-10.000 4.000-16,-1.000-5.000 16,9.000-13.000-1,11.000-13.000-15,14.000-14.000 16,16.000-17.000-1,13.000-9.000-15,14.000-10.000 16,6.000 0.000-16,1.000 6.000 16,-3.000 10.000-1,-7.000 17.000-15,-10.000 13.000 16,-2.000 8.000 0,-7.000 5.000-1,-2.000-1.000-15,2.000-9.000 16,3.000-9.000-16,7.000-11.000 15,4.000-15.000 1,4.000-10.000-16,-1.000-10.000 16,-7.000-6.000-1,-7.000-4.000 1,-10.000 3.000-16,-9.000 9.000 16,-5.000 5.000-16,-7.000 6.000 15,-1.000 2.000 1,4.000-2.000-16,4.000-8.000 15,5.000 1.000 1</inkml:trace>
  <inkml:trace contextRef="#ctx0" brushRef="#br0">13139.000 10852.000 0,'0.000'0.000'15,"26.000"0.000"1,9.000-1.000-16,-2.000 3.000 16,-12.000 7.000-1,-9.000 5.000-15,-15.000 6.000 16,-13.000 3.000-16,-7.000 5.000 15,-1.000-1.000 1,1.000-8.000-16,5.000-1.000 16,7.000-8.000-1,10.000-1.000-15,9.000-4.000 16,13.000-2.000 0,10.000 0.000-16,4.000-3.000 15,-3.000 0.000 1,-5.000 6.000-16,-17.000 11.000 15,-18.000 13.000 1,-22.000 19.000-16,-21.000 9.000 16,-11.000 5.000-1,2.000-6.000-15,14.000-13.000 16,14.000-13.000 0,20.000-16.000-1,21.000-17.000-15,22.000-16.000 16,18.000-8.000-16,11.000-3.000 15,2.000 3.000 1,-12.000 7.000-16,-14.000 12.000 16,-13.000 19.000-1,-17.000 18.000-15,-14.000 17.000 16,-12.000 8.000 0,-7.000-3.000-16,5.000-6.000 15,5.000-13.000 1,8.000-16.000-16,12.000-22.000 15,9.000-28.000 1,6.000-24.000-16,-3.000 4.000 16</inkml:trace>
  <inkml:trace contextRef="#ctx0" brushRef="#br0">13417.000 11169.000 0,'0.000'0.000'0,"40.000"0.000"16,21.000 2.000-16,5.000 3.000 15,-2.000 2.000 1,-2.000 13.000-16,-12.000 5.000 16,-15.000 9.000-1,-20.000 13.000-15,-19.000 9.000 16,-22.000 4.000-1,-14.000-1.000-15,-10.000-8.000 16,-4.000-22.000 0,11.000-15.000-16</inkml:trace>
  <inkml:trace contextRef="#ctx0" brushRef="#br0">13718.000 10997.000 0,'-18.000'50.000'15,"-16.000"26.000"-15,-8.000 8.000 32,3.000-9.000-32,10.000-22.000 0</inkml:trace>
  <inkml:trace contextRef="#ctx0" brushRef="#br0">14080.000 10742.000 0,'0.000'0.000'0,"12.000"28.000"15,6.000 17.000-15,-3.000 4.000 16,-3.000-9.000 0,-2.000-9.000-16,1.000-16.000 15,-1.000-21.000 1,-1.000-5.000-16</inkml:trace>
  <inkml:trace contextRef="#ctx0" brushRef="#br0">14240.000 10605.000 0,'33.000'-4.000'15,"20.000"1.000"-15,5.000 6.000 16,1.000 8.000 0,-6.000 12.000-16,-12.000 5.000 15,-13.000 6.000 1,-13.000 6.000-1,-15.000 1.000-15,-13.000-8.000 16,-19.000-2.000-16,-16.000-9.000 16,-8.000-10.000-1,7.000-8.000-15</inkml:trace>
  <inkml:trace contextRef="#ctx0" brushRef="#br0">14224.000 10742.000 0,'35.000'-1.000'0,"15.000"-1.000"16,-3.000 2.000-1,-12.000 4.000-15,-11.000 6.000 16,-16.000 10.000 0,-19.000 0.000-16,-19.000 6.000 15,-11.000-4.000 1,-5.000-5.000-16,5.000 0.000 15,14.000-5.000 1,11.000-6.000-16,16.000-6.000 16,11.000 0.000-16,16.000-1.000 15,14.000-2.000 1,4.000-1.000-16,2.000-1.000 16,-7.000 1.000-1,-9.000 4.000-15,-14.000 2.000 16,-20.000 0.000-1,-21.000 5.000-15,-1.000-1.000 16</inkml:trace>
  <inkml:trace contextRef="#ctx0" brushRef="#br0">13980.000 11066.000 0,'69.000'-17.000'15,"42.000"-6.000"-15,12.000 0.000 16,-2.000 3.000 0,-13.000 6.000-16,-13.000 5.000 15,-22.000 3.000 1,-22.000 5.000 0,-24.000 5.000-16,-27.000-4.000 0,-26.000 3.000 15,-28.000-3.000 1,-25.000-3.000-16,-15.000 3.000 15,-1.000 3.000 1,9.000 15.000-16,18.000 14.000 16,21.000 16.000-1,19.000 1.000-15,13.000-5.000 16,8.000 1.000 0,5.000 0.000-16,4.000-7.000 15,0.000-6.000 1,2.000-7.000-16,-1.000-10.000 15,5.000-19.000 1,7.000-15.000-16,2.000-16.000 16,7.000-11.000-1,0.000 0.000-15,2.000 7.000 16,0.000 16.000 0,-5.000 15.000-16,-4.000 8.000 15,-7.000 13.000-15,-1.000 15.000 16,0.000 15.000-1,-8.000 16.000 1,-1.000 6.000-16,-1.000 5.000 16,-4.000-4.000-1,-3.000-9.000-15,-1.000-14.000 16,1.000-13.000 0,-4.000-12.000-16,-1.000-12.000 15,-5.000-13.000 1,-4.000-16.000-16,-2.000-7.000 15,4.000-13.000 1,10.000-1.000-16,11.000-3.000 16,12.000 5.000-16,13.000 3.000 15,10.000 4.000 1,11.000 5.000 0,2.000 6.000-16,8.000 10.000 15,0.000 6.000-15,-4.000 11.000 16,-10.000 11.000-1,-10.000 11.000 1,-11.000 13.000-16,-17.000 8.000 16,-18.000 4.000-16,-15.000-4.000 15,-13.000-8.000 1,-4.000-15.000-16,1.000-12.000 16,8.000-14.000-1,17.000-11.000-15,16.000-8.000 16,14.000-8.000-1,17.000 4.000-15,8.000 7.000 16,5.000 10.000 0,1.000 9.000-16,-3.000 9.000 15,-2.000 7.000 1,-9.000-1.000-16,-8.000-5.000 16,-10.000-15.000-1,-5.000-19.000-15,-2.000 0.000 16</inkml:trace>
  <inkml:trace contextRef="#ctx0" brushRef="#br0">14989.000 10750.000 0,'44.000'-4.000'15,"18.000"0.000"1,-6.000 3.000-16,-16.000 9.000 16,-15.000 11.000-1,-17.000 13.000-15,-17.000 5.000 16,-14.000 6.000 0,-8.000 0.000-16,-2.000-2.000 15,5.000-5.000-15,7.000-6.000 16,10.000-5.000-1,11.000-4.000-15,12.000 1.000 16,7.000 1.000 0,5.000-1.000-16,2.000 2.000 15,-1.000 0.000 1,-7.000 2.000 0,-9.000 3.000-16,-13.000 3.000 15,-11.000 2.000 1,-5.000-6.000-16,-3.000-7.000 15,1.000-10.000 1,2.000-16.000-16,7.000-19.000 16,9.000-19.000-1,11.000-20.000-15,11.000-19.000 16,10.000-9.000-16,9.000-5.000 16,5.000 7.000-1,0.000 15.000-15,1.000 23.000 16,-7.000 22.000-1,-11.000 10.000-15,-10.000 10.000 16,-6.000 9.000 0,-9.000 0.000-16,6.000 6.000 15,0.000 5.000 1,-3.000 4.000-16,3.000 2.000 16,8.000-1.000-1,10.000-2.000-15,14.000-2.000 16,4.000-4.000-1,1.000 1.000-15,-3.000 0.000 16,-12.000-1.000 0,-10.000 7.000-16,-15.000 6.000 15,-19.000 11.000-15,-15.000 4.000 16,-12.000 6.000 0,1.000-2.000-16,1.000-2.000 15,10.000-9.000 1,12.000-3.000-16,15.000-4.000 15,16.000-4.000 1,17.000-4.000-16,12.000 0.000 16,6.000 0.000-1,0.000 3.000-15,-9.000 3.000 16,-11.000 1.000 0,-17.000 2.000-16,-16.000 3.000 15,-19.000-2.000 1,-10.000-7.000-16,-5.000-7.000 15,-3.000-12.000 1,2.000-14.000-16,9.000-18.000 16,9.000 1.000-1</inkml:trace>
  <inkml:trace contextRef="#ctx0" brushRef="#br0">15552.000 11049.000 0,'0.000'0.000'16,"0.000"0.000"-16,2.000 27.000 15,-10.000 20.000 1,-12.000 9.000-16,-11.000 2.000 16,0.000-2.000-1,2.000-8.000-15,13.000-10.000 16,16.000-7.000 0,15.000-10.000-16,18.000-9.000 15,14.000-11.000 1,6.000-2.000-16,4.000-1.000 15,-4.000-1.000 1,-9.000 3.000-16,-13.000 5.000 16,-10.000 6.000-1,-15.000 11.000-15,-13.000 2.000 16,-16.000 0.000 0,-5.000-8.000-16,3.000-17.000 15,8.000-6.000-15</inkml:trace>
  <inkml:trace contextRef="#ctx0" brushRef="#br0">16090.000 11526.000 0</inkml:trace>
  <inkml:trace contextRef="#ctx0" brushRef="#br0">16611.000 10904.000 0,'0.000'0.000'0,"23.000"-4.000"15,10.000 0.000 1,1.000 2.000-16,-3.000 5.000 15,-3.000 7.000 1,-7.000 9.000-16,-10.000 9.000 16,-15.000 14.000-1,-16.000 11.000-15,-15.000 12.000 16,-8.000 3.000 0,-8.000-4.000-16,0.000-7.000 15,9.000-13.000 1,14.000-18.000-16,12.000-8.000 15,16.000-18.000 1,7.000 3.000-16,21.000-8.000 16,16.000-6.000-16,13.000-5.000 15,5.000-2.000 1,0.000-1.000 0,-3.000-1.000-16,-9.000 6.000 15,-9.000-2.000 1,-11.000 2.000-16</inkml:trace>
  <inkml:trace contextRef="#ctx0" brushRef="#br0">17402.000 10580.000 0,'-1.000'32.000'0,"-9.000"28.000"15,-14.000 25.000-15,-13.000 19.000 16,-9.000 9.000 0,-2.000 4.000-1,1.000-7.000-15,6.000-12.000 16,8.000-18.000-1,8.000-23.000-15,10.000-26.000 16,8.000-19.000-16</inkml:trace>
  <inkml:trace contextRef="#ctx0" brushRef="#br0">17444.000 10640.000 0,'10.000'31.000'0,"8.000"26.000"16,2.000 26.000 0,-2.000 14.000-16,-1.000 7.000 15,-2.000-4.000 1,0.000-8.000-1,-3.000-12.000-15,-3.000-10.000 16,-2.000-17.000 0,-2.000-16.000-16,-2.000-14.000 15</inkml:trace>
  <inkml:trace contextRef="#ctx0" brushRef="#br0">17276.000 11178.000 0,'0.000'0.000'16,"0.000"0.000"-16,31.000-11.000 16,20.000-2.000-1,4.000 2.000-15,0.000 3.000 16,-13.000 2.000-1</inkml:trace>
  <inkml:trace contextRef="#ctx0" brushRef="#br0">17965.000 11271.000 0,'0.000'0.000'16,"-8.000"-7.000"-16</inkml:trace>
  <inkml:trace contextRef="#ctx0" brushRef="#br0">19033.000 10775.000 0,'0.000'0.000'16,"0.000"0.000"-16,-6.000 21.000 16,-5.000 12.000-1,3.000-4.000-15</inkml:trace>
  <inkml:trace contextRef="#ctx0" brushRef="#br0">19042.000 11219.000 0,'-7.000'30.000'0,"-16.000"24.000"15,-19.000 12.000 1,-24.000 2.000-16,6.000-16.000 16</inkml:trace>
  <inkml:trace contextRef="#ctx0" brushRef="#br0">20698.000 10613.000 0,'9.000'38.000'15,"2.000"25.000"1,-6.000 23.000-16,-8.000 8.000 16,-7.000 3.000-1,-4.000-12.000-15,0.000-10.000 16,1.000-19.000-1,5.000-20.000-15,5.000-17.000 16,4.000-16.000 0,5.000-20.000-16,0.000-3.000 15</inkml:trace>
  <inkml:trace contextRef="#ctx0" brushRef="#br0">21060.000 10725.000 0,'61.000'-14.000'15,"19.000"-1.000"1,-4.000 8.000-16,-20.000 12.000 16,-22.000 11.000-1,-26.000 7.000-15,-26.000 6.000 16,-20.000 0.000-1,-12.000-10.000-15,4.000-6.000 16</inkml:trace>
  <inkml:trace contextRef="#ctx0" brushRef="#br0">21035.000 10819.000 0,'0.000'33.000'0,"0.000"29.000"16,-4.000 18.000-1,-11.000 11.000-15,-5.000 0.000 16,0.000-9.000 0,3.000-20.000-1,3.000-31.000-15,7.000-20.000 16</inkml:trace>
  <inkml:trace contextRef="#ctx0" brushRef="#br0">21161.000 10426.000 0,'4.000'38.000'15,"1.000"27.000"1,3.000 19.000-16,6.000 8.000 15,8.000 3.000 1,3.000-7.000-16,-1.000-7.000 16,-3.000-9.000-1,-8.000-15.000-15,-5.000-8.000 16,-11.000-10.000 0,-11.000-8.000-16,-12.000-12.000 15,-9.000-14.000 1,-5.000-12.000-16,5.000-7.000 15,10.000 1.000 1,16.000 0.000-16,18.000 4.000 16,16.000 4.000-1,14.000 5.000-15,11.000 0.000 16,3.000 2.000 0,2.000 1.000-16,-3.000-6.000 15,-9.000-4.000-15,-8.000-6.000 16,-10.000-8.000-1,-8.000 1.000 1</inkml:trace>
  <inkml:trace contextRef="#ctx0" brushRef="#br0">21564.000 10605.000 0,'75.000'-13.000'0,"25.000"-1.000"16,-2.000 1.000 0,-13.000 6.000-1,-19.000-1.000-15,-18.000 5.000 16,-21.000-1.000-1,-13.000-4.000-15,-21.000-4.000 16,-7.000-1.000-16</inkml:trace>
  <inkml:trace contextRef="#ctx0" brushRef="#br0">21767.000 10511.000 0,'-1.000'54.000'0,"0.000"21.000"16,-2.000-7.000-16,2.000-22.000 16,4.000-27.000-1,1.000-17.000-15</inkml:trace>
  <inkml:trace contextRef="#ctx0" brushRef="#br0">21985.000 10443.000 0,'15.000'28.000'16,"4.000"15.000"-16,-14.000 11.000 16,-17.000 2.000-16,-16.000-1.000 15,-15.000-6.000 1,-7.000-4.000-16,-5.000-11.000 15,9.000-12.000 1,12.000-9.000-16,14.000-7.000 16,20.000-6.000-1,0.000 0.000-15,23.000-6.000 16,21.000-5.000-16,15.000-3.000 16,9.000 5.000-1,3.000 5.000 1,-1.000 6.000-16,-12.000 7.000 15,-15.000 8.000 1,-14.000 3.000-16,-15.000 7.000 16,-19.000 5.000-16,-25.000 3.000 15,-15.000-7.000 1,-12.000-13.000-16,9.000-8.000 16</inkml:trace>
  <inkml:trace contextRef="#ctx0" brushRef="#br0">21926.000 10879.000 0,'9.000'45.000'0,"2.000"32.000"16,-9.000 25.000-1,-13.000 11.000-15,0.000 5.000 16,-1.000-11.000-1,2.000-23.000 1,6.000-23.000-16,5.000-24.000 16,5.000-28.000-16,4.000-27.000 15,-1.000-24.000 1,-2.000-1.000-16</inkml:trace>
  <inkml:trace contextRef="#ctx0" brushRef="#br0">22448.000 10802.000 0,'0.000'0.000'15,"0.000"0.000"-15</inkml:trace>
  <inkml:trace contextRef="#ctx0" brushRef="#br0">22498.000 11117.000 0,'0.000'0.000'15,"0.000"0.000"-15,0.000 0.000 16</inkml:trace>
  <inkml:trace contextRef="#ctx0" brushRef="#br0">23053.000 10742.000 0,'0.000'0.000'16,"0.000"0.000"-16,28.000-11.000 16,17.000-5.000-1,2.000 0.000-15,1.000 2.000 16,-7.000 2.000-1,-8.000 2.000 1,-10.000 5.000-16,-10.000-5.000 0,-9.000-2.000 16,-5.000-4.000-1,-3.000-7.000 1,-5.000-4.000-16,0.000-2.000 16,-2.000 0.000-16,1.000 10.000 15,-2.000 2.000 1,-5.000 9.000-16,0.000 1.000 15,-1.000 6.000 1,5.000 4.000-16,2.000 10.000 16,5.000 14.000-1,5.000 23.000-15,1.000 25.000 16,0.000 19.000 0,0.000 10.000-16,0.000 0.000 15,-1.000-14.000 1,1.000-14.000-1,-1.000-19.000 1,0.000-16.000-16,-2.000-11.000 0,-6.000-11.000 16,-5.000-10.000-1,-6.000-12.000-15,-8.000-9.000 16,-3.000-11.000 0,-2.000-9.000-16,7.000-1.000 15,8.000 2.000 1,13.000 2.000-16,14.000-2.000 15,16.000 4.000 1,14.000-3.000-16,8.000 2.000 16,0.000-2.000-1,-2.000 1.000 1,-3.000 1.000-16,-7.000-4.000 16,-5.000-5.000-16,-9.000 6.000 15</inkml:trace>
  <inkml:trace contextRef="#ctx0" brushRef="#br0">23473.000 10289.000 0,'25.000'-16.000'0,"12.000"-10.000"15,9.000 3.000-15,0.000 5.000 16,-3.000 6.000 0,-5.000 8.000-16,-6.000 10.000 15,-7.000 6.000 1,-11.000 16.000-16,-12.000 14.000 16,-11.000 14.000-1,-12.000 17.000-15,-9.000 17.000 16,-10.000 19.000-1,-9.000 21.000-15,-2.000 15.000 16,0.000 7.000 0,6.000-10.000-16,5.000-21.000 15,9.000-32.000 1,12.000-36.000-16,6.000-24.000 16</inkml:trace>
  <inkml:trace contextRef="#ctx0" brushRef="#br0">23675.000 10630.000 0,'0.000'0.000'0,"29.000"-17.000"15,17.000-5.000 1,5.000 1.000-1,-6.000 12.000-15,-7.000 11.000 16,-15.000 11.000-16,-11.000 8.000 16,-20.000 13.000-1,-15.000 11.000-15,-17.000 5.000 16,-9.000 2.000 0,-2.000-2.000-1,3.000-9.000-15,11.000-9.000 16,18.000-11.000-1,19.000-21.000-15,6.000 4.000 16,23.000-11.000-16,8.000-8.000 16,3.000 1.000-1,-7.000 4.000-15,-8.000 5.000 16,-14.000 13.000 0,-17.000 17.000-16,-19.000 14.000 15,-10.000 8.000 1,-5.000 0.000-1,5.000-5.000-15,8.000-11.000 16,12.000-12.000-16,15.000-19.000 16,1.000 3.000-1,13.000-13.000-15,11.000-8.000 16,5.000-2.000 0,-1.000 3.000-16,-2.000 4.000 15,-6.000 10.000 1,-4.000 12.000-16,-3.000 8.000 15,-3.000 14.000 1,-3.000 4.000-16,1.000-3.000 16,3.000-4.000-1,2.000-6.000-15,3.000-9.000 16,2.000-8.000-16,3.000-6.000 16,-4.000-6.000-1,-3.000-8.000-15,-2.000-6.000 16,-8.000-4.000-1,-5.000-2.000-15,-6.000 6.000 16,-5.000 5.000 0,-1.000 5.000-16,-1.000 4.000 15,-1.000 0.000-15,-1.000-9.000 16,6.000-1.000 0</inkml:trace>
  <inkml:trace contextRef="#ctx0" brushRef="#br0">24247.000 10563.000 0,'0.000'0.000'0,"0.000"0.000"16,21.000-1.000-1,11.000 1.000-15,-1.000 4.000 16,-2.000 3.000 0,-8.000 4.000-16,-10.000 7.000 15,-13.000 4.000 1,-10.000 7.000-16,-8.000 4.000 16,-8.000 3.000-1,-1.000-1.000 1,2.000-3.000-16,5.000-7.000 15,7.000-6.000-15,7.000-6.000 16,10.000-5.000-16,9.000-4.000 16,8.000-7.000-1,1.000 0.000-15,2.000-1.000 16,-3.000 2.000 0,-7.000 2.000-16,-5.000 4.000 15,-8.000 11.000 1,-11.000 7.000-16,-6.000 5.000 15,-5.000 0.000 1,2.000-6.000-16,7.000-5.000 16,7.000-6.000-1,11.000-7.000-15,13.000-6.000 16,11.000-4.000 0,6.000 1.000-16,1.000 2.000 15,-6.000 4.000 1,-8.000 7.000-1,-11.000 9.000-15,-14.000 15.000 16,-13.000 9.000-16,-8.000-1.000 16,-6.000-8.000-1,5.000-9.000-15,7.000-15.000 16,12.000-22.000 0,13.000-20.000-16,2.000-3.000 15</inkml:trace>
  <inkml:trace contextRef="#ctx0" brushRef="#br0">24533.000 10699.000 0,'0.000'0.000'16,"22.000"0.000"-16,13.000 2.000 16,12.000 5.000-1,1.000 6.000-15,-5.000 5.000 16,-7.000 7.000-1,-7.000 10.000-15,-11.000 6.000 16,-14.000 5.000 0,-14.000-1.000-16,-9.000-7.000 31,-6.000-13.000-31,-3.000-20.000 0,3.000-8.000 16</inkml:trace>
  <inkml:trace contextRef="#ctx0" brushRef="#br0">24827.000 10580.000 0,'0.000'0.000'0,"-26.000"43.000"16,-22.000 27.000-1,-12.000 10.000-15,0.000-5.000 16,10.000-13.000-1,13.000-31.000 1,10.000-19.000-16</inkml:trace>
  <inkml:trace contextRef="#ctx0" brushRef="#br0">25063.000 10315.000 0,'6.000'27.000'16,"3.000"16.000"-1,-4.000 8.000-15,-2.000-2.000 16,-2.000-11.000-16,2.000-17.000 16,3.000-21.000-1,1.000-7.000-15</inkml:trace>
  <inkml:trace contextRef="#ctx0" brushRef="#br0">25223.000 10246.000 0,'0.000'0.000'15,"30.000"0.000"-15,16.000 5.000 16,7.000 6.000-1,-4.000 8.000-15,-5.000 6.000 16,-7.000 3.000 0,-13.000 2.000-16,-9.000 3.000 15,-15.000 0.000 1,-16.000-1.000-16,-15.000-5.000 16,-13.000-12.000-1,4.000-9.000-15</inkml:trace>
  <inkml:trace contextRef="#ctx0" brushRef="#br0">25264.000 10358.000 0,'0.000'0.000'0,"25.000"-1.000"15,9.000 1.000 1,0.000 3.000-16,-10.000 3.000 15,-11.000 7.000 1,-18.000 4.000-16,-14.000-1.000 16,-15.000 1.000-1,-8.000 1.000-15,-2.000 3.000 16,9.000-4.000 0,11.000-5.000-16,11.000-4.000 15,14.000-3.000 1,15.000-4.000-16,16.000-2.000 15,9.000-4.000 1,9.000-1.000-16,-1.000 1.000 16,-6.000 3.000-16,-11.000 0.000 15,-10.000 4.000 1,-15.000 3.000-16,-23.000 4.000 16,-20.000 4.000-1,0.000-3.000-15</inkml:trace>
  <inkml:trace contextRef="#ctx0" brushRef="#br0">24962.000 10691.000 0,'64.000'-15.000'16,"35.000"-6.000"-1,10.000 2.000-15,-3.000 2.000 16,-8.000 5.000-16,-13.000 3.000 15,-12.000 7.000 1,-20.000 2.000-16,-18.000 2.000 16,-35.000-2.000-1,-1.000 7.000-15,-34.000 0.000 16,-29.000-4.000 0,-20.000-1.000-16,-11.000 0.000 15,3.000 3.000 1,10.000 12.000-16,18.000 20.000 15,19.000-1.000 1,12.000-1.000-16,12.000 3.000 16,11.000 5.000-1,4.000 3.000-15,3.000-4.000 16,0.000-2.000 0,1.000-6.000-16,1.000-10.000 15,1.000-8.000 1,0.000-16.000-16,7.000-7.000 15,7.000-22.000 1,3.000-13.000-16,5.000-7.000 16,1.000 2.000-1,-1.000 8.000-15,-4.000 9.000 16,-5.000 10.000-16,-2.000 14.000 16,0.000 11.000-1,2.000 14.000-15,1.000 15.000 16,-1.000 12.000-1,-5.000 9.000 1,-5.000 5.000-16,-8.000 0.000 16,-6.000-3.000-1,-5.000-8.000-15,-3.000-8.000 16,-3.000-11.000 0,-7.000-14.000-16,1.000-16.000 15,1.000-14.000-15,6.000-13.000 16,14.000-10.000-1,15.000-8.000-15,17.000 0.000 16,11.000 1.000 0,10.000 4.000-16,5.000 10.000 15,4.000 5.000 1,1.000 11.000-16,-3.000 7.000 16,-9.000 11.000-1,-10.000 7.000-15,-12.000 6.000 16,-10.000 6.000-1,-15.000 7.000-15,-16.000 1.000 16,-13.000-5.000 0,-4.000-7.000-16,6.000-8.000 15,11.000-5.000 1,6.000-7.000-16,12.000-7.000 16,11.000 2.000-16,10.000-4.000 15,12.000 5.000 1,7.000 6.000-16,-1.000 5.000 15,-1.000 3.000 1,-6.000 1.000-16,-4.000 0.000 16,-7.000-4.000-1,-8.000-12.000-15,-7.000-14.000 16,-5.000-19.000 0,-2.000 3.000-16</inkml:trace>
  <inkml:trace contextRef="#ctx0" brushRef="#br0">25828.000 10418.000 0,'44.000'-8.000'16,"20.000"-3.000"-1,1.000 8.000-15,-10.000 7.000 16,-12.000 9.000-16,-15.000 10.000 16,-19.000 8.000-1,-21.000 5.000-15,-17.000 5.000 16,-10.000-3.000 0,-4.000-4.000-16,6.000-10.000 15,13.000-6.000 1,11.000-5.000-16,15.000-3.000 15,16.000-2.000 1,14.000-1.000-16,9.000 1.000 16,5.000 1.000-1,-3.000 6.000-15,-8.000 10.000 16,-5.000 13.000 0,-11.000 12.000-16,-17.000 13.000 15,-18.000 11.000 1,-11.000 4.000-16,-10.000-3.000 15,-1.000-15.000 1,-1.000-22.000 0,3.000-26.000-16,10.000-15.000 15</inkml:trace>
  <inkml:trace contextRef="#ctx0" brushRef="#br0">25980.000 10826.000 0,'0.000'0.000'16,"0.000"0.000"-16,0.000 0.000 15,0.000 0.000 1,6.000 20.000-16,-3.000 3.000 16,-1.000-5.000-1</inkml:trace>
  <inkml:trace contextRef="#ctx0" brushRef="#br0">25912.000 10997.000 0,'0.000'0.000'0,"24.000"-9.000"16,16.000-14.000-16,5.000-16.000 31,-1.000-12.000-31,-2.000-16.000 0,-6.000-9.000 15,-9.000 13.000 1</inkml:trace>
  <inkml:trace contextRef="#ctx0" brushRef="#br0">26374.000 10221.000 0,'37.000'-15.000'16,"13.000"-2.000"-16,3.000 6.000 16,-6.000 6.000-1,-8.000 10.000-15,-11.000 7.000 16,-11.000 9.000 0,-17.000 8.000-16,-19.000 6.000 15,-17.000 3.000 1,-11.000 3.000-16,-3.000-3.000 15,8.000-7.000 1,10.000-5.000-16,12.000-7.000 16,14.000-5.000-16,18.000-3.000 15,16.000-1.000 1,14.000-1.000 0,4.000 0.000-16,0.000 1.000 15,-8.000 3.000-15,-11.000 9.000 16,-14.000 9.000-1,-18.000 7.000-15,-8.000 5.000 16,-9.000 0.000 0,2.000-3.000-16,6.000-2.000 15,13.000-2.000 1,14.000-2.000-16,17.000-2.000 16,13.000 2.000-1,4.000 6.000 1,2.000 3.000-16,-11.000 7.000 15,-15.000 3.000 1,-18.000 4.000-16,-20.000 2.000 16,-22.000-4.000-1,-17.000-9.000-15,-12.000-15.000 16,-4.000-21.000 0,16.000-11.000-1</inkml:trace>
  <inkml:trace contextRef="#ctx0" brushRef="#br0">26535.000 10912.000 0,'0.000'0.000'0,"0.000"0.000"15,0.000 0.000-15,18.000 10.000 16,9.000 3.000-1,-2.000-1.000-15</inkml:trace>
  <inkml:trace contextRef="#ctx0" brushRef="#br0">26467.000 11108.000 0,'0.000'0.000'15,"31.000"-3.000"1,23.000-6.000-16,-4.000-4.000 16</inkml:trace>
  <inkml:trace contextRef="#ctx0" brushRef="#br0">27283.000 11101.000 0,'0.000'0.000'16,"0.000"0.000"-16</inkml:trace>
  <inkml:trace contextRef="#ctx0" brushRef="#br0">27938.000 10205.000 0,'0.000'0.000'0,"0.000"0.000"16,0.000 0.000 0,-9.000 33.000-16,-9.000 23.000 15,-3.000 7.000 1,-1.000 0.000-16,8.000-2.000 15,9.000-5.000 1,7.000-4.000-16,8.000-4.000 16,7.000 0.000-1,6.000-3.000-15,4.000-1.000 16,7.000 1.000 0,-4.000-9.000-16,-2.000-5.000 15,-5.000-6.000 1,-7.000-6.000-1,-16.000-19.000-15,9.000 6.000 16</inkml:trace>
  <inkml:trace contextRef="#ctx0" brushRef="#br0">28056.000 10486.000 0,'2.000'47.000'16,"-3.000"32.000"-1,-3.000 15.000-15,-5.000-3.000 16,-7.000-8.000 0,0.000-17.000-16,-5.000-16.000 15,-2.000-17.000 1,-2.000-14.000-16,-5.000-14.000 15,-1.000-14.000-15,-3.000-14.000 16,2.000-16.000 0,4.000-14.000-16,10.000-12.000 15,13.000-11.000 1,11.000-5.000 0,13.000-8.000-16,17.000-4.000 15,10.000-2.000 1,12.000 1.000-16,7.000 7.000 15,1.000 12.000 1,-7.000 18.000-16,-9.000 22.000 16,-12.000 22.000-1,-13.000 22.000-15,-11.000 16.000 16,-11.000 16.000-16,-7.000 5.000 16,-6.000 2.000-1,-2.000-5.000-15,5.000-5.000 16,7.000-11.000-1,12.000-8.000 1,9.000-4.000-16,14.000-8.000 16,8.000 2.000-16,-1.000-4.000 15,-5.000 4.000 1,-8.000 6.000-16,-7.000 6.000 16,-16.000 12.000-1,-19.000 11.000-15,-14.000 6.000 16,-6.000-1.000-1,1.000-9.000-15,9.000-10.000 16,13.000-8.000 0,9.000-6.000-16,9.000-4.000 15,9.000-4.000 1,4.000 3.000-16,5.000 2.000 16,-1.000 4.000-1,-3.000 6.000-15,-10.000 9.000 16,-9.000 3.000-1,-7.000 2.000-15,-5.000-4.000 16,-5.000-6.000 0,0.000-9.000-16,0.000-17.000 15,7.000-23.000 1,4.000-4.000-16</inkml:trace>
  <inkml:trace contextRef="#ctx0" brushRef="#br0">28737.000 10340.000 0,'2.000'27.000'0,"-5.000"21.000"16,-4.000 13.000-1,-5.000 2.000-15,0.000-11.000 16,8.000-10.000-1,9.000-9.000-15,13.000-8.000 16,9.000-8.000 0,6.000 0.000-16,-1.000 4.000 15,-5.000 4.000 1,-10.000 5.000-16,-14.000 4.000 16,-14.000 2.000-16,-15.000-4.000 15,-7.000-11.000 1,1.000-22.000-16,6.000-31.000 15,12.000-31.000 1,12.000-37.000 0,13.000-26.000-16,17.000-9.000 15,15.000 2.000-15,13.000 17.000 16,6.000 23.000 0,1.000 26.000-1,-12.000 26.000-15,-17.000 18.000 16,-17.000 12.000-1,-14.000 17.000-15,-15.000 16.000 16,-16.000 13.000-16,-1.000 1.000 16,3.000-5.000-1,12.000-8.000-15,11.000-7.000 16,16.000-6.000 0,26.000-14.000-16,16.000-1.000 15,10.000-2.000 1,0.000 3.000-16,-10.000 13.000 15,-17.000 9.000 1,-21.000 13.000 0,-20.000 13.000-1,-20.000 9.000-15,-13.000 0.000 16,-12.000-1.000-16,-6.000-4.000 16,-4.000-9.000-16,1.000-11.000 15,2.000-17.000 1,4.000-24.000-1,2.000-17.000-15,13.000-2.000 16</inkml:trace>
  <inkml:trace contextRef="#ctx0" brushRef="#br0">28981.000 10306.000 0,'31.000'28.000'0,"17.000"12.000"15,10.000 7.000 1,0.000 4.000-16,9.000-2.000 16,-1.000-2.000-1,2.000-2.000 1,-4.000 0.000-16,-10.000-6.000 16,-12.000-1.000-16,-13.000-7.000 15,-20.000-9.000 1,-10.000-7.000-1</inkml:trace>
  <inkml:trace contextRef="#ctx0" brushRef="#br0">29174.000 10640.000 0,'0.000'0.000'0,"0.000"0.000"16,0.000 0.000 0,0.000 0.000-16</inkml:trace>
  <inkml:trace contextRef="#ctx0" brushRef="#br0">29208.000 10947.000 0,'0.000'0.000'15,"7.000"14.000"-15,3.000-1.000 16,-1.000-6.000 0</inkml:trace>
  <inkml:trace contextRef="#ctx0" brushRef="#br0">29670.000 10196.000 0,'38.000'-16.000'16,"21.000"-7.000"0,0.000 3.000-16,-7.000 8.000 15,-14.000 8.000 1,-12.000 11.000-16,-17.000 9.000 16,-17.000 6.000-1,-11.000 2.000-15,-11.000-2.000 16,1.000-1.000-1,5.000-8.000-15,12.000-4.000 16,12.000-9.000 0,11.000 3.000-16,22.000-4.000 15,19.000-3.000-15,8.000 0.000 16,-6.000 1.000 0,-8.000 3.000-16,-16.000 1.000 15,-20.000 12.000 1,-25.000 12.000-16,-30.000 10.000 15,-26.000 10.000 1,-15.000 2.000-16,3.000-6.000 16,16.000-11.000-1,20.000-10.000-15,24.000-10.000 16,28.000-6.000 0,28.000-11.000-16,27.000-10.000 15,19.000-4.000 16,8.000-2.000-31,-3.000 3.000 0,-5.000 3.000 16,-17.000 7.000-16,-20.000 4.000 16,-18.000 0.000-1,-22.000 3.000-15,-26.000-3.000 16,-17.000-6.000 0,-16.000-14.000-16,-3.000-11.000 15,2.000-22.000 1,2.000-10.000-16,11.000-8.000 15,15.000 18.000-15</inkml:trace>
  <inkml:trace contextRef="#ctx0" brushRef="#br0">29865.000 9914.000 0,'0.000'0.000'0,"4.000"30.000"16,6.000 26.000-1,-2.000 19.000-15,-8.000 10.000 16,-4.000-2.000-1,-2.000-20.000-15</inkml:trace>
  <inkml:trace contextRef="#ctx0" brushRef="#br0">29873.000 10708.000 0,'-8.000'58.000'0,"-9.000"26.000"15,-2.000-2.000-15,-4.000-18.000 16,3.000-30.000 0,8.000-16.000-16</inkml:trace>
  <inkml:trace contextRef="#ctx0" brushRef="#br0">29865.000 10613.000 0,'0.000'0.000'0,"17.000"-9.000"15,8.000-4.000 1,4.000 3.000-16,-2.000 4.000 16,-2.000 1.000-1,-6.000 4.000-15,-1.000 5.000 16,-3.000 1.000-1,-1.000 4.000-15,-3.000 9.000 16,-1.000 14.000-16,-4.000 14.000 16,-6.000 20.000-1,-4.000 26.000 1,-8.000 22.000-16,-2.000 12.000 16,-1.000 3.000-1,6.000-16.000-15,6.000-21.000 16,6.000-26.000-1,2.000-25.000-15,-5.000-41.000 16,2.000-2.000 0,-1.000-16.000-16</inkml:trace>
  <inkml:trace contextRef="#ctx0" brushRef="#br0">29957.000 10708.000 0,'0.000'23.000'0,"-1.000"15.000"16,-2.000-1.000 0,-2.000-12.000-16,2.000-9.000 15</inkml:trace>
  <inkml:trace contextRef="#ctx0" brushRef="#br0">30394.000 10068.000 0,'0.000'0.000'0,"0.000"0.000"15,-19.000 21.000 1,-12.000 11.000-16,2.000-1.000 16,10.000-7.000-1,15.000-7.000-15,23.000-10.000 16,20.000-7.000 0,15.000-4.000-16,8.000-2.000 15,-4.000 3.000 1,-8.000 6.000-16,-15.000 8.000 15,-20.000 9.000 1,-19.000 6.000 0,-25.000 8.000-16,-16.000 0.000 15,-10.000-2.000-15,1.000-6.000 16,14.000-9.000 0,14.000-9.000-16,26.000-8.000 15,8.000-2.000 1,31.000-4.000-16,18.000 3.000 15,12.000 6.000 1,-4.000 6.000-16,-8.000 5.000 16,-13.000 6.000-1,-18.000 9.000-15,-23.000 6.000 16,-26.000 5.000 0,-23.000 4.000-16,-20.000-2.000 15,-12.000-12.000 1,15.000-12.000-16</inkml:trace>
  <inkml:trace contextRef="#ctx0" brushRef="#br0">30410.000 10588.000 0,'57.000'-12.000'0,"18.000"-3.000"15,-14.000 7.000 1,-24.000 11.000-16,-26.000 16.000 15,-30.000 12.000 1,-30.000 9.000-16,-16.000 5.000 16,-3.000-3.000-1,10.000-10.000-15,16.000-11.000 16,23.000-10.000 0,25.000-7.000-16,28.000-11.000 15,23.000-6.000 1,17.000-6.000-16,7.000-4.000 15,-7.000 1.000 1,-14.000 2.000-16,-18.000 4.000 16,-21.000 3.000-1,-17.000 0.000-15,-22.000 1.000 16,-18.000-8.000 0,-13.000-7.000-16,8.000 2.000 15</inkml:trace>
  <inkml:trace contextRef="#ctx0" brushRef="#br0">30453.000 10468.000 0,'18.000'28.000'15,"10.000"22.000"1,0.000 21.000-16,-6.000 17.000 16,-12.000 10.000-1,-8.000 0.000-15,-6.000-11.000 16,-2.000-15.000-1,0.000-14.000 1,0.000-16.000-16,-2.000-13.000 16,-4.000-13.000-16,-8.000-14.000 15,-10.000-18.000 1,-7.000-18.000-16,1.000-19.000 16,11.000-10.000-1,15.000-4.000 1,17.000-2.000-16,12.000-1.000 15,-2.000 14.000-15</inkml:trace>
  <inkml:trace contextRef="#ctx0" brushRef="#br0">30898.000 10665.000 0,'12.000'43.000'0,"0.000"16.000"16,-6.000-9.000 0,-3.000-24.000-16,-3.000-26.000 15,2.000 9.000 1</inkml:trace>
  <inkml:trace contextRef="#ctx0" brushRef="#br0">31142.000 10221.000 0,'8.000'85.000'0,"-5.000"49.000"16,-14.000 10.000-1,-5.000-16.000-15,-1.000-30.000 16,7.000-32.000-1,3.000-24.000-15</inkml:trace>
  <inkml:trace contextRef="#ctx0" brushRef="#br0">31218.000 10708.000 0,'0.000'0.000'0,"22.000"-3.000"16,6.000-1.000-16,0.000 0.000 16,-7.000 0.000-1,-9.000 2.000-15</inkml:trace>
  <inkml:trace contextRef="#ctx0" brushRef="#br0">30731.000 10989.000 0,'46.000'-1.000'0,"31.000"-5.000"15,10.000-1.000-15,4.000-3.000 16,0.000 2.000-1,-5.000 2.000-15,-3.000-2.000 16,-5.000-7.000 0,-17.000 1.000-16</inkml:trace>
  <inkml:trace contextRef="#ctx0" brushRef="#br0">31799.000 10973.000 0,'0.000'0.000'16</inkml:trace>
  <inkml:trace contextRef="#ctx0" brushRef="#br0">8901.000 12619.000 0,'-22.000'13.000'16,"-2.000"3.000"-16,3.000-3.000 15,7.000-5.000-15,14.000-8.000 16,0.000 0.000-16,2.000 3.000 16,16.000-6.000-1,15.000-6.000-15,12.000-7.000 16,10.000-4.000 0,6.000-3.000-16,1.000 4.000 15,0.000-1.000 1,-5.000 4.000-1,-3.000-1.000-15,-9.000 4.000 16,-9.000 5.000-16,-11.000 0.000 16,-6.000-5.000-1,-14.000-4.000-15,-6.000 1.000 16</inkml:trace>
  <inkml:trace contextRef="#ctx0" brushRef="#br0">9203.000 12244.000 0,'0.000'0.000'16,"0.000"0.000"-16,-8.000 38.000 16,-3.000 30.000-1,3.000 26.000 1,4.000 23.000-16,3.000 18.000 15,1.000 3.000 1,2.000-3.000-16,2.000-20.000 16,-2.000-19.000-1,1.000-23.000-15,-1.000-22.000 16,0.000-23.000 0,-3.000-24.000-16,-4.000-24.000 15,-1.000-3.000 1</inkml:trace>
  <inkml:trace contextRef="#ctx0" brushRef="#br0">9144.000 12653.000 0,'-26.000'41.000'15,"-14.000"24.000"1,-2.000 1.000-16,7.000-9.000 16,14.000-16.000-1,11.000-19.000-15,13.000-23.000 16,13.000-22.000-16,13.000-15.000 16,10.000-6.000-1,8.000 6.000-15,3.000 9.000 16,-9.000 10.000-1,-7.000 10.000 1,-11.000 9.000-16,-3.000 9.000 16,-2.000 6.000-16,-4.000 4.000 15,-3.000 3.000 1,-3.000-3.000-16,-4.000-8.000 16,-2.000-11.000-1,-2.000-17.000-15,0.000-2.000 16</inkml:trace>
  <inkml:trace contextRef="#ctx0" brushRef="#br0">9438.000 12619.000 0,'0.000'0.000'16,"7.000"28.000"-16,0.000 25.000 16,-3.000 16.000-1,-7.000 7.000-15,-2.000 1.000 16,-1.000-10.000-1,1.000-15.000-15,5.000-21.000 16,1.000-25.000 0,2.000-27.000-16,0.000-6.000 15</inkml:trace>
  <inkml:trace contextRef="#ctx0" brushRef="#br0">9556.000 12482.000 0,'14.000'-9.000'0,"7.000"-10.000"15,2.000 0.000-15,-1.000 6.000 16,0.000 6.000 0,-4.000 6.000-16,0.000 3.000 15,-2.000 6.000 1,-1.000 7.000-16,-1.000 7.000 15,1.000 14.000 1,-3.000 17.000-16,-4.000 18.000 16,-6.000 14.000-1,-2.000 9.000-15,-1.000-2.000 16,1.000-9.000 0,0.000-15.000-16,-1.000-20.000 15,0.000-18.000 1,1.000-30.000-16,-10.000-1.000 15,1.000-11.000 1</inkml:trace>
  <inkml:trace contextRef="#ctx0" brushRef="#br0">9590.000 12679.000 0,'9.000'21.000'16,"3.000"16.000"-16,-1.000 15.000 16,-2.000 5.000-1,-6.000 2.000-15,-6.000-3.000 16,-3.000-9.000 0,-2.000-12.000-16,4.000-10.000 15,0.000-15.000 1,6.000-20.000-16,6.000-31.000 15,6.000-24.000 1,11.000-24.000-16,6.000-12.000 16,7.000-5.000-1,15.000 7.000-15,5.000 10.000 16,9.000 13.000-16,2.000 25.000 16,-9.000 23.000-1,-16.000 13.000-15,-13.000 8.000 16,-9.000 11.000-1,-11.000 18.000 1,-19.000 17.000-16,-16.000 19.000 16,-16.000 7.000-1,-9.000-7.000-15,4.000-14.000 16,10.000-25.000-16,18.000-28.000 16,27.000-24.000-1,17.000-12.000-15,17.000 0.000 16,11.000 11.000-1,5.000 19.000-15,-10.000 13.000 16,-9.000 7.000 0,-10.000 4.000-16,-4.000 4.000 15,-5.000 4.000 1,-3.000 5.000-16,-7.000 6.000 16,-14.000-3.000-1,-11.000-9.000-15,-9.000-14.000 16,2.000-7.000-1</inkml:trace>
  <inkml:trace contextRef="#ctx0" brushRef="#br0">10103.000 12798.000 0,'0.000'0.000'0,"-3.000"41.000"15,-2.000 17.000 1,0.000 7.000-16,-2.000-8.000 15,4.000-12.000 1,4.000-14.000 0,3.000-17.000-16,6.000-14.000 15,4.000-16.000-15,7.000-21.000 16,11.000-21.000 0,9.000-17.000-16,9.000-9.000 15,7.000 6.000 1,5.000 9.000-16,2.000 14.000 15,-2.000 15.000 1,-7.000 16.000 0,-6.000 15.000-16,-6.000 9.000 15,-10.000 9.000-15,-8.000 7.000 16,-12.000 4.000 0,-12.000-2.000-16,-10.000-2.000 15,-7.000-3.000 1,-8.000-9.000-16,-2.000-12.000 15,-1.000-7.000 1,8.000 0.000-16,7.000 4.000 16,12.000 11.000-1,0.000 0.000 1,2.000 10.000-16,8.000 19.000 16,2.000 17.000-16,-2.000 19.000 15,-5.000 20.000 1,-6.000 14.000-16,-8.000 7.000 15,-3.000-3.000 1,3.000-14.000-16,5.000-28.000 16,4.000-29.000-1,5.000-38.000-15,0.000-10.000 16</inkml:trace>
  <inkml:trace contextRef="#ctx0" brushRef="#br0">10961.000 12372.000 0,'11.000'87.000'0,"-1.000"47.000"16,-8.000 8.000-1,-13.000-10.000-15,-5.000-23.000 16,-4.000-33.000 0,7.000-37.000-16,8.000-40.000 15,3.000-15.000-15</inkml:trace>
  <inkml:trace contextRef="#ctx0" brushRef="#br0">11171.000 12533.000 0,'53.000'-17.000'16,"25.000"-5.000"-1,4.000-1.000-15,-12.000 9.000 16,-14.000 12.000 0,-14.000 9.000-16,-11.000 13.000 15,-20.000 7.000 1,-18.000 7.000-16,-19.000 1.000 15,-16.000-8.000 1,4.000-9.000-16</inkml:trace>
  <inkml:trace contextRef="#ctx0" brushRef="#br0">11230.000 12637.000 0,'2.000'57.000'0,"-3.000"38.000"15,-7.000 9.000 1,-5.000-9.000 0,-4.000-22.000-16,1.000-28.000 15,4.000-36.000-15,4.000-12.000 16</inkml:trace>
  <inkml:trace contextRef="#ctx0" brushRef="#br0">11314.000 12287.000 0,'0.000'0.000'0,"0.000"0.000"16,24.000 34.000-16,14.000 27.000 16,3.000 17.000-1,-4.000 9.000 1,-4.000 5.000-16,-5.000-4.000 15,-7.000-10.000 1,-8.000-10.000-16,-7.000-12.000 16,-7.000-13.000-16,-9.000-14.000 31,-15.000-14.000-31,-10.000-13.000 0,-3.000-15.000 16,3.000-2.000-1,12.000 0.000-15,17.000 1.000 16,19.000 6.000-1,23.000 2.000-15,14.000 0.000 16,9.000 2.000 0,6.000 0.000-16,0.000-2.000 15,-8.000-7.000 1,-12.000-6.000-16,-14.000-6.000 16,-12.000-13.000-1,-14.000-14.000-15,-11.000-16.000 16,-1.000-12.000-1,-1.000 2.000-15,11.000 7.000 16,7.000 15.000 0,10.000 23.000-16,8.000 24.000 15,0.000 13.000 1,2.000 16.000-16,2.000 18.000 16,-1.000 27.000-1,-6.000 24.000-15,-14.000 11.000 16,-12.000-4.000-1,-7.000-14.000-15,-2.000-21.000 16,-1.000-21.000 0,1.000-30.000-16,6.000-33.000 15,3.000-30.000 1,0.000-29.000-16,-9.000-18.000 16,6.000-5.000-1,4.000 7.000-15,5.000 13.000 16,2.000 23.000-1,0.000 20.000-15,1.000 7.000 16,4.000 6.000 0,5.000-3.000-16,4.000 4.000 15,7.000 5.000 1,1.000 4.000-16,0.000 6.000 16,0.000 7.000-16,0.000 6.000 15,1.000 5.000 1,-1.000 5.000-1,-6.000 5.000-15,-1.000 11.000 16,-2.000 12.000 0,-3.000 23.000-16,-7.000 23.000 15,-10.000 32.000 1,-7.000 25.000-16,2.000 12.000 16,0.000-2.000-1,-2.000-8.000-15,0.000-19.000 16,-2.000-26.000-1,2.000-27.000-15,4.000-33.000 16,-2.000-35.000 0,-2.000-33.000-16,-6.000-31.000 15,1.000 2.000-15</inkml:trace>
  <inkml:trace contextRef="#ctx0" brushRef="#br0">12096.000 12482.000 0,'15.000'51.000'16,"5.000"26.000"0,-6.000 4.000-16,-11.000-10.000 15,-4.000-22.000 1,1.000-49.000-16,0.000 19.000 15</inkml:trace>
  <inkml:trace contextRef="#ctx0" brushRef="#br0">12492.000 12022.000 0,'0.000'0.000'0,"0.000"0.000"16,0.000 0.000 0,-3.000 30.000-16,1.000 11.000 15,7.000 0.000 1,15.000-6.000-16,19.000-11.000 16,15.000-5.000-1,9.000-3.000-15,7.000-4.000 16,-9.000 0.000-1,-15.000 2.000-15,-15.000 7.000 16,-21.000 8.000-16,-21.000 9.000 16,-23.000 5.000-1,-15.000 0.000 1,-3.000-1.000-16,3.000-8.000 16,11.000-9.000-1,15.000-8.000-15,14.000-3.000 16,12.000-3.000-16,12.000-3.000 15,10.000-2.000 1,4.000-1.000-16,-2.000 0.000 16,-4.000 2.000-1,-8.000 2.000-15,-13.000 7.000 16,-15.000 9.000 0,-18.000 7.000-16,-8.000 2.000 15,-3.000-2.000 1,6.000-4.000-16,11.000-10.000 15,16.000-7.000 1,20.000-3.000-16,20.000-5.000 16,14.000-3.000-1,5.000 3.000 1,2.000 3.000-16,-6.000 7.000 16,-12.000 7.000-16,-15.000 8.000 15,-13.000 6.000 1,-18.000 8.000-16,-13.000-3.000 15,-11.000-3.000 1,-3.000-9.000-16,-7.000-12.000 16,-1.000-11.000-1,2.000-12.000-15,4.000-7.000 16,10.000 0.000 0,14.000 2.000-16,17.000 3.000 15,16.000 4.000 1,19.000 9.000-16,16.000 12.000 15,11.000 14.000 1,1.000 5.000-16,-6.000 5.000 16,-13.000-4.000-1,-12.000-8.000-15,-11.000-10.000 16,-9.000-21.000-16,-2.000-9.000 16</inkml:trace>
  <inkml:trace contextRef="#ctx0" brushRef="#br0">13222.000 12270.000 0,'0.000'0.000'16,"10.000"31.000"0,2.000 24.000-16,-1.000 8.000 15,-2.000-4.000 1,-4.000-9.000-16,-5.000-16.000 15,-3.000-16.000 1,0.000-12.000-16</inkml:trace>
  <inkml:trace contextRef="#ctx0" brushRef="#br0">13307.000 12338.000 0,'61.000'12.000'0,"19.000"6.000"16,-12.000 8.000 0,-21.000 8.000-16,-25.000 8.000 15,-24.000 4.000 1,-23.000 2.000 0,-16.000-2.000-1,-5.000-9.000-15,4.000-8.000 0,10.000-8.000 16,13.000-9.000-1,19.000-12.000-15,4.000 7.000 16,14.000-1.000 0,9.000 0.000-16,-2.000 3.000 15,-6.000 8.000 1,-3.000 7.000-16,-10.000 12.000 16,-9.000 9.000-1,-6.000 8.000-15,-5.000 2.000 16,4.000-6.000-1,0.000-11.000-15,1.000-12.000 16,6.000-10.000 0,0.000-6.000-16,2.000-13.000 15,-2.000-12.000 1,-4.000-12.000-16,-7.000-4.000 16,-2.000 10.000-1,-1.000 12.000-15,4.000 13.000 16,-1.000 14.000-16,7.000 14.000 15,11.000 12.000 1,8.000 4.000 0,6.000-1.000-16,8.000-6.000 15,8.000-10.000 1,5.000-18.000-16,4.000-25.000 16,3.000-25.000-1,2.000-24.000-15,-1.000-24.000 16,-5.000-14.000-1,-8.000-3.000-15,-11.000 18.000 16</inkml:trace>
  <inkml:trace contextRef="#ctx0" brushRef="#br0">13710.000 12405.000 0,'23.000'-36.000'0,"14.000"-12.000"16,9.000 2.000-1,2.000 11.000-15,-3.000 12.000 16,-5.000 8.000 0,-6.000 9.000-16,-7.000 8.000 15,-10.000 6.000-15,-5.000 9.000 16,-12.000 15.000 0,-16.000 16.000-16,-13.000 17.000 15,-11.000 21.000 1,-4.000 11.000-16,-3.000 14.000 15,7.000 10.000 1,14.000-1.000 0,12.000-7.000-16,14.000-11.000 15,10.000-17.000 1,7.000-20.000-16,7.000-19.000 16,2.000-22.000-1,1.000-28.000-15,-4.000-30.000 16,-4.000-27.000-1,-4.000-23.000-15,-8.000-9.000 16,-9.000 2.000 0,-7.000 9.000-1,-4.000 15.000-15,3.000 20.000 16,6.000 12.000-16,7.000 7.000 16,8.000 2.000-16,11.000 7.000 15,5.000 5.000 1,-3.000 7.000-1,-8.000 5.000-15,-8.000 9.000 16,-11.000 12.000-16,-14.000 8.000 16,-11.000 5.000-1,-2.000 1.000-15,5.000-5.000 16,5.000-3.000 0,11.000-3.000-16,13.000-4.000 15,16.000-6.000 1,12.000-10.000-16,11.000-13.000 15,6.000-15.000 1,3.000-15.000-16,-2.000-13.000 16,-4.000-12.000-1,-11.000-9.000 1,-12.000-5.000-16,-9.000 15.000 16</inkml:trace>
  <inkml:trace contextRef="#ctx0" brushRef="#br0">14417.000 12183.000 0,'36.000'-1.000'0,"6.000"4.000"16,-23.000 9.000-16,-25.000 11.000 16,-22.000 5.000-1,-13.000 3.000-15,-5.000-6.000 16,11.000-7.000-1,9.000-4.000-15,19.000-4.000 16,24.000-6.000 0,19.000-1.000-16,20.000-5.000 15,9.000 1.000 1,-3.000 1.000-16,-12.000 1.000 16,-16.000 5.000-1,-21.000 6.000-15,-23.000 9.000 16,-26.000 10.000-1,-23.000 7.000-15,-13.000 5.000 16,0.000 1.000 0,12.000-6.000-16,21.000-8.000 15,22.000-4.000 1,27.000-7.000-16,26.000-7.000 16,20.000-3.000-1,14.000-4.000-15,1.000-3.000 16,-8.000-3.000-1,-15.000-2.000-15,-16.000-1.000 16,-18.000 0.000 0,-15.000-1.000-16,-5.000 2.000 15</inkml:trace>
  <inkml:trace contextRef="#ctx0" brushRef="#br0">14737.000 12474.000 0,'0.000'0.000'15,"0.000"0.000"-15,-29.000 26.000 16,-28.000 11.000 0,-17.000-1.000-16,13.000-8.000 15</inkml:trace>
  <inkml:trace contextRef="#ctx0" brushRef="#br0">14509.000 12465.000 0,'31.000'19.000'0,"3.000"12.000"15,-10.000 7.000 1,-21.000 2.000-16,-15.000-9.000 15,-4.000-11.000 1</inkml:trace>
  <inkml:trace contextRef="#ctx0" brushRef="#br0">14147.000 12764.000 0,'5.000'75.000'16,"2.000"27.000"0,-1.000-11.000-16,2.000-25.000 15,-3.000-26.000 1,2.000-28.000-16,-2.000-12.000 16</inkml:trace>
  <inkml:trace contextRef="#ctx0" brushRef="#br0">14257.000 12892.000 0,'34.000'-1.000'16,"29.000"0.000"-16,16.000 0.000 16,12.000 5.000-1,4.000 6.000-15,3.000 2.000 16,-8.000 5.000-1,-16.000 5.000-15,-19.000 9.000 16,-21.000 13.000 0,-25.000 15.000-16,-27.000 7.000 15,-25.000-4.000 1,-11.000-13.000-16,-8.000-19.000 16,6.000-25.000-1,14.000-10.000-15</inkml:trace>
  <inkml:trace contextRef="#ctx0" brushRef="#br0">14535.000 12739.000 0,'-3.000'28.000'16,"-5.000"17.000"-16,-2.000 2.000 15,0.000-3.000 1,-1.000-10.000-16,1.000-6.000 16,10.000-10.000-1,10.000-9.000-15,10.000-4.000 16,10.000-6.000 0,4.000-2.000-16,1.000 1.000 15,0.000 4.000 1,-6.000 6.000-16,-11.000 8.000 15,-12.000 10.000 1,-12.000 5.000-16,-12.000 1.000 16,-11.000-8.000-1,-2.000-17.000-15,7.000-8.000 16</inkml:trace>
  <inkml:trace contextRef="#ctx0" brushRef="#br0">14972.000 12969.000 0,'0.000'0.000'16,"-11.000"-4.000"-1</inkml:trace>
  <inkml:trace contextRef="#ctx0" brushRef="#br0">15594.000 12090.000 0,'37.000'31.000'16,"16.000"26.000"-1,4.000 18.000-15,-2.000 10.000 16,-7.000 4.000 0,-7.000-5.000-16,-7.000-6.000 31,-9.000-13.000-31,-8.000-10.000 0,-11.000-13.000 16,-11.000-15.000-1,-9.000-21.000-15,-1.000-10.000 16</inkml:trace>
  <inkml:trace contextRef="#ctx0" brushRef="#br0">15880.000 12423.000 0,'0.000'0.000'16,"0.000"34.000"-16,-9.000 21.000 15,-13.000 12.000 1,-17.000-2.000 0,-6.000 0.000-16,-5.000-6.000 15,9.000-15.000 1,12.000-16.000-16</inkml:trace>
  <inkml:trace contextRef="#ctx0" brushRef="#br0">15149.000 12985.000 0,'53.000'-3.000'16,"32.000"-3.000"-16,18.000-4.000 15,6.000 3.000 1,5.000 5.000-16,0.000 0.000 16,-5.000 1.000-1,-9.000 4.000-15,-7.000-1.000 16,-13.000-2.000-1,-13.000-4.000 1,-18.000 1.000-16</inkml:trace>
  <inkml:trace contextRef="#ctx0" brushRef="#br0">15485.000 13277.000 0,'46.000'-8.000'15,"26.000"-2.000"-15,3.000 2.000 16,-4.000 4.000-1,-14.000 4.000-15,-15.000 4.000 16,-17.000 9.000 0,-15.000 8.000-1,-16.000 12.000-15,-18.000 2.000 16,-9.000 0.000-16,1.000-5.000 16,4.000-6.000-1,11.000-6.000-15,16.000-3.000 16,24.000-4.000-1,23.000-4.000-15,24.000-3.000 16,16.000-4.000 0,12.000-1.000-1,3.000-5.000-15,-3.000-2.000 16,-22.000-1.000-16</inkml:trace>
  <inkml:trace contextRef="#ctx0" brushRef="#br0">16796.000 13498.000 0,'14.000'0.000'16</inkml:trace>
  <inkml:trace contextRef="#ctx0" brushRef="#br0">18176.000 12696.000 0,'0.000'0.000'15,"22.000"-14.000"1,18.000-7.000-1,12.000-1.000-15,7.000 3.000 16,5.000 5.000-16,-1.000 5.000 16,-2.000 5.000-1,-2.000 0.000-15,-5.000 1.000 16,-9.000-1.000 0,-11.000-2.000-16,-8.000-3.000 15,-16.000-8.000 1,-9.000-8.000-16,-13.000-9.000 15,-11.000-4.000 1,-7.000-5.000-16,-4.000-3.000 16,2.000 1.000-1,6.000 6.000-15,6.000 11.000 16,6.000 11.000 0,6.000 7.000-16,8.000 10.000 15,-1.000 10.000 1,4.000 27.000-16,5.000 21.000 15,2.000 24.000 1,2.000 21.000-16,-3.000 12.000 16,-8.000 10.000-1,-3.000-5.000-15,-5.000-16.000 16,2.000-25.000 0,2.000-25.000-16,2.000-27.000 15,0.000-14.000 1</inkml:trace>
  <inkml:trace contextRef="#ctx0" brushRef="#br0">18630.000 12696.000 0,'-39.000'28.000'16,"-21.000"21.000"-1,-4.000 7.000-15,7.000-6.000 16,13.000-13.000 0,14.000-20.000-16,12.000-11.000 15</inkml:trace>
  <inkml:trace contextRef="#ctx0" brushRef="#br0">18638.000 12696.000 0,'0.000'0.000'16,"9.000"25.000"0,7.000 12.000-1,-2.000 3.000-15,-4.000-1.000 16,-3.000-10.000-16,-2.000-12.000 16</inkml:trace>
  <inkml:trace contextRef="#ctx0" brushRef="#br0">18907.000 12577.000 0,'0.000'0.000'0,"-6.000"43.000"16,-7.000 31.000-1,-2.000 19.000-15,-6.000 5.000 16,7.000-12.000-1,4.000-23.000-15,6.000-26.000 16,7.000-29.000-16,7.000-26.000 16,4.000-24.000-1,5.000-20.000 1,-3.000-20.000-16,-3.000 12.000 16</inkml:trace>
  <inkml:trace contextRef="#ctx0" brushRef="#br0">18974.000 12440.000 0,'-3.000'-11.000'15,"0.000"-1.000"-15,0.000-1.000 0,5.000 3.000 16,4.000 1.000 0,9.000 1.000-16,3.000-1.000 15,4.000 3.000 1,1.000 1.000-16,-1.000 2.000 15,0.000 6.000 1,-3.000 5.000-16,-3.000 9.000 16,-3.000 11.000-1,-8.000 16.000-15,-8.000 21.000 16,-10.000 20.000 0,-5.000 18.000-16,-2.000 12.000 15,3.000-2.000 1,2.000-13.000-16,5.000-21.000 15,7.000-22.000 1,3.000-23.000-16,0.000-34.000 16,2.000 3.000-1,-6.000-27.000-15,-6.000-22.000 16,-2.000-17.000 0,-2.000-11.000-16,-1.000-6.000 15,1.000 3.000 1,4.000 13.000-16,8.000 19.000 15,3.000 17.000 1,1.000 13.000-16,-2.000 15.000 16,0.000 2.000-16,-1.000 16.000 15,-4.000 23.000 1,-2.000 14.000-16,-2.000 4.000 16,5.000-4.000-1,1.000-10.000-15,2.000-12.000 16,1.000-33.000-1,0.000-5.000-15,2.000-35.000 16,0.000-3.000 0</inkml:trace>
  <inkml:trace contextRef="#ctx0" brushRef="#br0">19496.000 12159.000 0,'0.000'0.000'0,"0.000"0.000"15,-3.000 33.000-15,-13.000 23.000 16,-16.000 10.000 0,-12.000-3.000-16,1.000-19.000 15,7.000-15.000 1</inkml:trace>
  <inkml:trace contextRef="#ctx0" brushRef="#br0">19555.000 12338.000 0,'18.000'19.000'0,"3.000"9.000"15,0.000 8.000 1,-14.000 4.000-16,-14.000-4.000 15,-3.000-8.000 1</inkml:trace>
  <inkml:trace contextRef="#ctx0" brushRef="#br0">19470.000 12815.000 0,'-4.000'56.000'0,"1.000"19.000"16,3.000-12.000 0,0.000-18.000-16,2.000-21.000 15,5.000-22.000 1,3.000-18.000-16,10.000-25.000 16,10.000-18.000-1,11.000-14.000-15,10.000-4.000 16,9.000-2.000-1,7.000 6.000-15,5.000 12.000 16,-1.000 10.000 0,-3.000 15.000-16,-7.000 9.000 15,-6.000 13.000 1,-9.000 10.000-16,-11.000 7.000 16,-15.000 8.000-1,-18.000 11.000-15,-13.000 8.000 16,-18.000 1.000-1,-8.000-3.000-15,-8.000-7.000 16,4.000-8.000 0,6.000-7.000-16,8.000-7.000 15,10.000 1.000 1,8.000 2.000 0,9.000-2.000-16,2.000 9.000 15,8.000 17.000-15,4.000 20.000 16,0.000 22.000-1,-5.000 20.000-15,-7.000 7.000 16,-4.000-7.000 0,-2.000-15.000-16,-1.000-25.000 15,3.000-26.000 1,5.000-36.000-16,4.000-35.000 16,7.000-30.000-1,2.000 7.000-15</inkml:trace>
  <inkml:trace contextRef="#ctx0" brushRef="#br0">20336.000 12244.000 0,'15.000'75.000'15,"-1.000"48.000"1,-11.000 17.000-16,-9.000-3.000 15,-3.000-19.000 1,1.000-27.000-16,3.000-35.000 31,8.000-31.000-31,3.000-36.000 0,-1.000-10.000 16</inkml:trace>
  <inkml:trace contextRef="#ctx0" brushRef="#br0">20623.000 12405.000 0,'43.000'-16.000'16,"22.000"-5.000"0,4.000 3.000-16,-10.000 6.000 15,-11.000 9.000-15,-12.000 9.000 16,-15.000 9.000-1,-21.000 7.000-15,-23.000 6.000 16,-15.000 0.000 0,-16.000-6.000-16,-5.000-3.000 15,5.000 0.000 1,12.000-1.000-16,11.000 3.000 16,10.000 10.000-1,11.000 12.000-15,6.000 12.000 16,0.000 10.000-1,1.000 4.000 1,-1.000-6.000-16,1.000-10.000 16,-1.000-14.000-16,-2.000-23.000 15,2.000-24.000 1,2.000-28.000-16,5.000-25.000 16,3.000-26.000-1,2.000-26.000-15,3.000-10.000 16,0.000 1.000-1,-3.000 27.000-15</inkml:trace>
  <inkml:trace contextRef="#ctx0" brushRef="#br0">20749.000 12073.000 0,'0.000'0.000'0,"13.000"31.000"16,9.000 29.000-1,1.000 20.000-15,0.000 12.000 16,-6.000 7.000-1,-6.000 1.000 1,-2.000-1.000-16,-8.000-11.000 16,-5.000-13.000-1,-7.000-10.000-15,-4.000-18.000 16,-7.000-16.000-16,-3.000-14.000 16,-8.000-22.000-1,0.000-20.000 1,6.000-9.000-16,17.000-1.000 15,17.000 5.000-15,21.000 7.000 16,13.000 7.000 0,10.000 5.000-16,3.000 9.000 15,2.000 5.000 1,-2.000 5.000-16,-6.000 1.000 16,-11.000-2.000-1,-6.000-5.000-15,-11.000-9.000 16,-11.000-9.000-1,-6.000-1.000-15</inkml:trace>
  <inkml:trace contextRef="#ctx0" brushRef="#br0">21287.000 12260.000 0,'63.000'-16.000'16,"27.000"-5.000"-1,6.000-1.000-15,-11.000 8.000 16,-13.000 5.000-1,-16.000 5.000-15,-19.000 1.000 16,-16.000 4.000 0,-19.000 2.000-16,-20.000-5.000 15,-4.000-1.000 1</inkml:trace>
  <inkml:trace contextRef="#ctx0" brushRef="#br0">21472.000 12073.000 0,'10.000'62.000'0,"1.000"29.000"15,-4.000-5.000 1,-3.000-19.000-16,-2.000-24.000 16</inkml:trace>
  <inkml:trace contextRef="#ctx0" brushRef="#br0">21682.000 12014.000 0,'11.000'33.000'15,"-1.000"23.000"1,-17.000 12.000-16,-14.000 2.000 15,-12.000-8.000 1,2.000-19.000-16</inkml:trace>
  <inkml:trace contextRef="#ctx0" brushRef="#br0">21397.000 12465.000 0,'0.000'0.000'16,"30.000"-1.000"-1,21.000-4.000-15,9.000-1.000 16,4.000-1.000 0,-2.000 3.000-16,-5.000 4.000 15,-8.000 2.000 1,-12.000 10.000-16,-12.000 7.000 16,-17.000 11.000-1,-15.000 11.000-15,-17.000 2.000 16,-10.000-4.000-1,-5.000-14.000-15,7.000-11.000 16</inkml:trace>
  <inkml:trace contextRef="#ctx0" brushRef="#br0">21623.000 12525.000 0,'9.000'82.000'16,"1.000"41.000"0,-7.000 11.000-16,-6.000-10.000 15,-6.000-20.000 1,3.000-25.000-16,2.000-25.000 16</inkml:trace>
  <inkml:trace contextRef="#ctx0" brushRef="#br0">21985.000 12840.000 0,'0.000'0.000'0,"0.000"0.000"15,0.000 0.000 1</inkml:trace>
  <inkml:trace contextRef="#ctx0" brushRef="#br0">22127.000 12193.000 0,'3.000'21.000'16,"4.000"13.000"-16,1.000 1.000 15,1.000-7.000-15,-2.000-7.000 16,-2.000-7.000-16,-2.000-13.000 16,-2.000-5.000-1</inkml:trace>
  <inkml:trace contextRef="#ctx0" brushRef="#br0">22263.000 12133.000 0,'24.000'23.000'15,"9.000"10.000"-15,-6.000 4.000 16,-12.000 3.000-1,-15.000 3.000-15,-15.000 1.000 16,-7.000-3.000 0,-5.000-3.000-16,3.000-12.000 15,5.000-7.000 1,6.000-7.000-16,7.000-7.000 16,6.000-5.000-16,0.000 0.000 15,4.000 8.000 1,9.000-1.000-1,6.000 1.000-15,1.000 8.000 16,-3.000 2.000-16,-3.000 4.000 16,-8.000 2.000-1,-6.000 3.000-15,-5.000-1.000 16,-8.000-1.000 0,-1.000-6.000-16,-4.000-3.000 15,-3.000-1.000 1,-5.000-6.000-16,1.000-2.000 15,4.000-1.000 1,11.000 2.000-16,10.000 8.000 16,8.000 7.000-1,12.000 12.000 1,10.000 3.000-16,8.000 4.000 16,-1.000-1.000-16,2.000-7.000 15,-2.000-10.000 1,-3.000-18.000-16,-2.000-19.000 15,-4.000-22.000 1,-3.000-26.000-16,-10.000-25.000 16,-4.000-13.000-1,-9.000-9.000-15,-11.000-1.000 16,-1.000 22.000 0</inkml:trace>
  <inkml:trace contextRef="#ctx0" brushRef="#br0">22556.000 12159.000 0,'37.000'-12.000'15,"15.000"2.000"-15,2.000 6.000 16,-7.000 7.000 0,-9.000 8.000-16,-13.000 8.000 15,-12.000 9.000-15,-14.000 7.000 31,-16.000 7.000-31,-11.000 8.000 16,-8.000 6.000-16,4.000 6.000 16,2.000 3.000-1,11.000 8.000-15,9.000 1.000 16,14.000 0.000 0,8.000-8.000-16,6.000-12.000 15,6.000-14.000 1,5.000-13.000-16,3.000-17.000 15,1.000-20.000 1,-2.000-16.000-16,-6.000-16.000 16,-5.000 4.000-1</inkml:trace>
  <inkml:trace contextRef="#ctx0" brushRef="#br0">22725.000 12432.000 0,'0.000'0.000'0,"25.000"-4.000"16,11.000 1.000-1,-1.000 3.000-15,-5.000 9.000 16,-7.000 7.000 0,-17.000 11.000-16,-16.000 5.000 15,-13.000 3.000 1,-4.000 0.000-16,0.000-5.000 15,7.000-6.000 1,8.000-7.000-16,6.000-3.000 16,13.000-6.000-1,16.000-9.000-15,16.000-16.000 16,9.000-14.000 0,-7.000 2.000-16</inkml:trace>
  <inkml:trace contextRef="#ctx0" brushRef="#br0">23314.000 11944.000 0,'51.000'0.000'16,"27.000"9.000"0,6.000 11.000-16,-10.000 21.000 15,-8.000 11.000 1,-12.000 15.000-16,-16.000 3.000 16,-16.000 0.000-1,-14.000-7.000-15,-16.000-14.000 16,-12.000-20.000-1,0.000-15.000-15</inkml:trace>
  <inkml:trace contextRef="#ctx0" brushRef="#br0">23625.000 12090.000 0,'0.000'0.000'0,"0.000"0.000"15,-14.000 38.000 1,-14.000 19.000-16,-8.000 7.000 16,-2.000-1.000-1,-3.000-6.000 1,4.000-9.000-16,7.000-17.000 16</inkml:trace>
  <inkml:trace contextRef="#ctx0" brushRef="#br0">23137.000 12602.000 0,'54.000'7.000'15,"35.000"-1.000"1,20.000 3.000-16,8.000 0.000 15,2.000 0.000 1,-4.000 0.000 0,-12.000 2.000-16,-9.000-1.000 15,-18.000-2.000-15,-17.000-4.000 16,-26.000-3.000-16,-15.000-2.000 16</inkml:trace>
  <inkml:trace contextRef="#ctx0" brushRef="#br0">23465.000 12875.000 0,'0.000'0.000'0,"39.000"-1.000"15,18.000 4.000 1,-4.000 5.000-16,-11.000 9.000 16,-17.000 10.000-1,-22.000 10.000-15,-22.000 6.000 16,-11.000 4.000 0,-4.000-3.000-16,2.000-8.000 15,10.000-12.000 1,8.000-7.000-16,14.000-4.000 15,22.000-5.000 1,21.000-5.000-16,25.000-11.000 16,21.000-8.000-1,10.000-10.000-15,5.000-13.000 16,2.000-4.000 0,-24.000 4.000-16</inkml:trace>
  <inkml:trace contextRef="#ctx0" brushRef="#br0">24575.000 13046.000 0,'0.000'0.000'0,"-4.000"-19.000"16</inkml:trace>
  <inkml:trace contextRef="#ctx0" brushRef="#br0">7732.000 13890.000 0,'0.000'0.000'15,"0.000"0.000"-15,-3.000 32.000 16,-5.000 22.000 0,-2.000 18.000-16,1.000 12.000 15,0.000 9.000 1,-2.000 4.000-16,1.000-4.000 16,-1.000-8.000-1,-2.000-9.000-15,3.000-15.000 16,0.000-9.000-1,-1.000-14.000-15,2.000-9.000 16,3.000-12.000 0,-1.000-7.000-16,0.000-10.000 15,0.000-8.000 1,3.000-13.000-16,7.000-8.000 16,10.000-7.000-16,6.000-2.000 15,5.000 2.000 1,3.000 3.000-1,0.000 8.000-15,-6.000 6.000 16,4.000 7.000-16,-1.000 8.000 16,3.000 9.000-1,-2.000 12.000-15,-4.000 8.000 16,1.000 4.000 0,-9.000 7.000-16,-3.000 1.000 15,-7.000-2.000 1,-5.000-3.000-16,-7.000-7.000 15,-6.000-2.000 1,-9.000-5.000-16,-8.000-3.000 16,-14.000-4.000-1,-7.000-2.000-15,-1.000-1.000 16,7.000-5.000 0,10.000-3.000-16,10.000 0.000 15,10.000 0.000 1,10.000-5.000-16,11.000-4.000 15,13.000-9.000 1,8.000-9.000-16,-3.000 4.000 16</inkml:trace>
  <inkml:trace contextRef="#ctx0" brushRef="#br0">8169.000 14727.000 0,'0.000'0.000'16,"6.000"-5.000"0,2.000-2.000-16</inkml:trace>
  <inkml:trace contextRef="#ctx0" brushRef="#br0">9178.000 13575.000 0,'0.000'0.000'0,"0.000"0.000"15,-4.000 35.000-15,-12.000 24.000 16,-7.000 7.000 0,-5.000-3.000-16,1.000-7.000 15,7.000-15.000 1,8.000-17.000-16,12.000-10.000 16,15.000-15.000-1,18.000-12.000-15,14.000-8.000 16,8.000-1.000-1,3.000-2.000-15,-3.000 4.000 16,-5.000 7.000 0,-10.000 3.000-16,-10.000 5.000 15,-8.000 4.000 1,-10.000 7.000-16,-10.000 12.000 16,-11.000 13.000-1,-18.000 14.000-15,-12.000 18.000 16,-12.000 16.000-1,-6.000 9.000-15,-2.000 4.000 16,5.000-5.000 0,8.000-15.000-16,14.000-19.000 15,11.000-19.000 1,8.000-12.000-16,13.000-22.000 16,-1.000 2.000-1,7.000-19.000-15,10.000-15.000 16,3.000-14.000-1,5.000-13.000-15,4.000-9.000 16,0.000-4.000 0,0.000 4.000-16,6.000 9.000 15,-2.000 13.000 1,-4.000 13.000-16,-1.000 10.000 16,-1.000 16.000-1,-3.000 13.000-15,0.000 18.000 16,-5.000 18.000-1,-6.000 23.000-15,1.000 20.000 16,-6.000 18.000 0,0.000 12.000-16,2.000 5.000 15,4.000-4.000 1,-4.000-11.000-16,0.000-21.000 16,-1.000-24.000-1,-3.000-25.000-15,-5.000-35.000 16,-6.000-7.000-1,-4.000-13.000-15</inkml:trace>
  <inkml:trace contextRef="#ctx0" brushRef="#br0">9355.000 14164.000 0,'6.000'27.000'0,"4.000"18.000"16,0.000-1.000-1,-1.000-1.000-15,-5.000-7.000 16,-8.000-12.000-16,-1.000-9.000 16</inkml:trace>
  <inkml:trace contextRef="#ctx0" brushRef="#br0">9666.000 13626.000 0,'0.000'0.000'0,"0.000"0.000"15,0.000 0.000 1,-16.000 46.000-16,-11.000 22.000 15,3.000 5.000 1,3.000-9.000 0,11.000-11.000-16,10.000-12.000 15,16.000-12.000-15,12.000-10.000 16,11.000-4.000 0,6.000-5.000-16,1.000-3.000 15,-6.000-2.000 1,-12.000 1.000-16,-9.000 3.000 15,-12.000 13.000 1,-16.000 14.000-16,-17.000 14.000 16,-13.000 8.000-1,-4.000 5.000-15,3.000 0.000 16,11.000-11.000 0,14.000-9.000-1,16.000-8.000-15,17.000-10.000 16,12.000-7.000-16,13.000-9.000 15,5.000-4.000 1,2.000-9.000-16,0.000-2.000 16,-8.000-3.000-1,-11.000 0.000-15,-8.000 0.000 16,-11.000-6.000 0,-11.000-2.000-16,-11.000-4.000 15,-10.000 1.000 1,-8.000 2.000-16,-1.000 4.000 15,4.000 4.000 1,5.000 3.000-16,6.000-1.000 16,4.000 0.000-1,4.000-11.000-15,8.000-15.000 16,2.000 3.000-16</inkml:trace>
  <inkml:trace contextRef="#ctx0" brushRef="#br0">10187.000 13771.000 0,'9.000'25.000'0,"6.000"17.000"0,-6.000 10.000 15,-2.000 3.000 1,-2.000-4.000-16,0.000-14.000 15,-1.000-16.000 1,2.000-21.000 0,0.000-6.000-16</inkml:trace>
  <inkml:trace contextRef="#ctx0" brushRef="#br0">10288.000 13609.000 0,'0.000'0.000'0,"24.000"-1.000"16,18.000 1.000-16,11.000 4.000 15,5.000 4.000 1,-2.000 7.000-16,-5.000 9.000 16,-7.000 6.000-1,-10.000 4.000-15,-16.000 6.000 16,-14.000 3.000-1,-17.000-1.000-15,-20.000-2.000 16,-15.000-12.000 0,4.000-8.000-16</inkml:trace>
  <inkml:trace contextRef="#ctx0" brushRef="#br0">10272.000 13754.000 0,'38.000'0.000'0,"19.000"0.000"15,2.000 0.000 1,-4.000 0.000-16,-4.000 0.000 16,-10.000-1.000-1,-14.000 0.000-15,-11.000 0.000 16</inkml:trace>
  <inkml:trace contextRef="#ctx0" brushRef="#br0">10263.000 13925.000 0,'46.000'-10.000'16,"21.000"-8.000"-16,4.000-2.000 15,-8.000 0.000 1,-11.000 6.000-16,-13.000 3.000 16,-15.000 4.000-1,-24.000 7.000-15,-7.000-1.000 16,-29.000 7.000 0,-30.000 10.000-16,-19.000 2.000 15,12.000-3.000 1</inkml:trace>
  <inkml:trace contextRef="#ctx0" brushRef="#br0">9943.000 14121.000 0,'52.000'-12.000'0,"38.000"-10.000"16,24.000-7.000-1,4.000 0.000-15,1.000 2.000 16,-10.000 5.000-1,-8.000 7.000 1,-19.000 7.000-16,-13.000 8.000 16,-22.000 6.000-16,-24.000 6.000 15,-25.000 1.000 1,-24.000 1.000 0,-4.000-3.000-16</inkml:trace>
  <inkml:trace contextRef="#ctx0" brushRef="#br0">10355.000 14001.000 0,'0.000'0.000'16,"0.000"25.000"-16,-1.000 12.000 16,-2.000 2.000-1,-4.000-4.000-15,0.000-6.000 16,4.000-6.000-1,5.000-10.000-15,7.000-6.000 16,8.000-8.000-16,8.000-7.000 16,4.000-5.000-1,6.000-3.000-15,1.000 4.000 16,-2.000 8.000 0,-5.000 11.000-16,-4.000 14.000 15,-9.000 10.000 1,-9.000 10.000-16,-10.000 2.000 15,-7.000-3.000 1,-8.000-8.000 0,0.000-7.000-16,-1.000-16.000 15,-1.000-12.000-15,3.000-12.000 16,6.000-7.000 0,8.000-2.000-16,5.000 4.000 15,4.000 6.000 1,2.000 8.000-16,1.000 12.000 15,1.000 11.000 1,0.000 17.000-16,-4.000 12.000 16,-7.000 7.000-1,-5.000 0.000-15,-5.000-1.000 16,-5.000-9.000 0,-2.000-8.000-16,-1.000-16.000 15,-5.000-9.000 1,-1.000-20.000-16,1.000-14.000 15,6.000-10.000 1,8.000-8.000-16,12.000-1.000 16,12.000 6.000-1,9.000 6.000-15,3.000 11.000 16,5.000 13.000-16,0.000 12.000 16,4.000 9.000-1,-6.000 11.000 1,-2.000 13.000-16,-7.000 6.000 15,-5.000 5.000 1,-2.000-5.000-16,-2.000-7.000 16,-3.000-9.000-1,0.000-10.000-15,5.000-15.000 16,9.000-20.000-16,10.000-30.000 16,9.000-27.000-1,7.000-17.000-15,9.000-8.000 16,1.000 0.000-1,-12.000 23.000-15</inkml:trace>
  <inkml:trace contextRef="#ctx0" brushRef="#br0">11238.000 13968.000 0,'0.000'0.000'15,"8.000"19.000"-15,3.000 9.000 16,-6.000 3.000-1,-3.000-8.000-15,-1.000-6.000 16</inkml:trace>
  <inkml:trace contextRef="#ctx0" brushRef="#br0">11347.000 14344.000 0,'-1.000'30.000'0,"-12.000"4.000"15,-4.000-9.000 1</inkml:trace>
  <inkml:trace contextRef="#ctx0" brushRef="#br0">12214.000 14018.000 0,'0.000'0.000'0,"0.000"0.000"15,0.000 0.000-15,18.000 4.000 16,14.000 3.000-1,9.000-2.000-15,2.000-3.000 16,4.000-2.000 0,4.000-6.000-16,0.000 3.000 15,-5.000-3.000 1,-5.000-2.000-16,-12.000 1.000 16</inkml:trace>
  <inkml:trace contextRef="#ctx0" brushRef="#br0">12181.000 14386.000 0,'45.000'-9.000'16,"27.000"-9.000"-16,11.000-3.000 15,-2.000 1.000 1,-4.000 2.000-16,-9.000 4.000 16,-11.000-2.000-1,-12.000 3.000-15,-18.000 2.000 16,-14.000 4.000 0</inkml:trace>
  <inkml:trace contextRef="#ctx0" brushRef="#br0">12474.000 14053.000 0,'0.000'0.000'0,"2.000"29.000"15,-5.000 21.000 1,-9.000 18.000-16,-13.000 12.000 15,-11.000 5.000-15,-7.000-9.000 16,2.000-10.000 0,3.000-13.000-16,10.000-22.000 15,10.000-27.000 1,15.000-28.000-16,15.000-20.000 16,14.000-13.000-1,12.000 0.000 1,7.000 7.000-16,6.000 16.000 15,-7.000 14.000-15,-12.000 12.000 16,-6.000 14.000 0,-7.000 18.000-16,-10.000 18.000 15,-9.000 10.000 1,-5.000 1.000-16,1.000-3.000 16,4.000-8.000-1,12.000-14.000-15,14.000-10.000 16,14.000-15.000-1,14.000-13.000-15,9.000-10.000 16,0.000-6.000 0,-4.000-1.000-16,-13.000 4.000 15,-15.000 3.000 1,-9.000 5.000-16,-13.000 0.000 16,-9.000-7.000-1,-8.000-6.000-15,-4.000-5.000 16,0.000 0.000-1,4.000 6.000-15</inkml:trace>
  <inkml:trace contextRef="#ctx0" brushRef="#br0">13517.000 13890.000 0,'17.000'13.000'16,"0.000"16.000"-16,-20.000 10.000 15,-26.000 9.000 1,-25.000 6.000-16,-14.000 0.000 15,-1.000-5.000 1,11.000-12.000-16,19.000-11.000 16,16.000-9.000-1,26.000-8.000-15,25.000-3.000 16,17.000-4.000-16,14.000-5.000 16,7.000-3.000-1,4.000 0.000 1,-7.000-4.000-16,-12.000 0.000 15,-12.000-3.000 1,-18.000-10.000 0,-16.000-9.000-16,-15.000-11.000 15,-4.000 7.000-15</inkml:trace>
  <inkml:trace contextRef="#ctx0" brushRef="#br0">13265.000 13873.000 0,'17.000'42.000'16,"6.000"29.000"-1,-5.000 19.000-15,-10.000 13.000 16,-8.000-4.000 0,-9.000-8.000-16,1.000-16.000 15,2.000-21.000 1,3.000-19.000-16,3.000-35.000 15,5.000 5.000-15,10.000-24.000 16,6.000-18.000 0,5.000-5.000-1,1.000 9.000-15,-1.000 12.000 16,-4.000 9.000-16,1.000 17.000 16,-1.000 11.000-1,-4.000 11.000 1,-1.000 7.000-16,-1.000 3.000 15,-5.000-5.000 1,-3.000-6.000-16,1.000-12.000 16,-3.000-17.000-16,0.000-20.000 15,-2.000-2.000 1</inkml:trace>
  <inkml:trace contextRef="#ctx0" brushRef="#br0">13820.000 14036.000 0,'18.000'30.000'0,"8.000"17.000"15,-5.000 4.000 1,-14.000-6.000-16,-10.000-12.000 16,-2.000-12.000-1</inkml:trace>
  <inkml:trace contextRef="#ctx0" brushRef="#br0">13929.000 13958.000 0,'24.000'-4.000'16,"14.000"0.000"-16,3.000 2.000 15,-8.000 8.000 1,-7.000 5.000-16,-8.000 4.000 16,-13.000 11.000-1,-14.000 7.000-15,-14.000 1.000 16,-6.000-2.000-1,-4.000-7.000-15,7.000-7.000 16,8.000-5.000 0,4.000-8.000-16,14.000-5.000 15,4.000 3.000 1,12.000-2.000-16,3.000 0.000 16,-3.000 3.000-1,-6.000 1.000-15,-4.000 15.000 16,-10.000 10.000-1,-8.000 11.000-15,-1.000 2.000 16,-3.000 1.000 0,4.000-2.000-16,2.000-9.000 15,5.000-7.000 1,2.000-10.000 0,5.000-8.000-16,4.000-8.000 0,1.000-13.000 15,-5.000-6.000 1,-7.000-3.000-1,-9.000 1.000-15,-1.000 8.000 16,-2.000 16.000-16,1.000 13.000 16,-1.000 16.000-1,10.000 8.000-15,7.000-2.000 16,7.000-2.000 0,10.000-3.000-16,4.000-8.000 15,7.000-10.000 1,8.000-15.000-16,6.000-17.000 15,2.000-19.000 1,1.000-16.000-16,-7.000-12.000 16,-8.000-9.000-1,-10.000 13.000-15</inkml:trace>
  <inkml:trace contextRef="#ctx0" brushRef="#br0">14291.000 13958.000 0,'0.000'0.000'0,"22.000"-8.000"16,9.000-2.000-1,2.000 2.000-15,-4.000 5.000 16,-10.000 15.000 0,-10.000 16.000-16,-12.000 16.000 15,-14.000 15.000 1,-13.000 10.000-16,-2.000 10.000 15,2.000-1.000 1,8.000-2.000-16,10.000-11.000 16,11.000-9.000-1,12.000-12.000-15,10.000-13.000 16,4.000-10.000 0,3.000-14.000-16,0.000-16.000 15,-6.000-19.000 1,-4.000-15.000-16,-6.000 4.000 15</inkml:trace>
  <inkml:trace contextRef="#ctx0" brushRef="#br0">14391.000 14164.000 0,'31.000'-3.000'0,"14.000"-3.000"16,-2.000 1.000-1,-5.000 3.000-15,-10.000 5.000 16,-12.000 9.000 0,-16.000 8.000-16,-21.000 8.000 15,-14.000 3.000 1,-9.000 3.000 0,1.000-1.000-16,8.000-6.000 15,8.000-11.000-15,17.000-2.000 16,16.000-9.000-1,19.000-10.000-15,11.000-16.000 16,13.000-14.000 0,9.000-14.000-1,2.000-10.000-15,-2.000-7.000 16,-6.000-7.000-16,-10.000-7.000 16,6.000 2.000-1,-31.000 10.000-15,5.000 11.000 16,3.000 18.000-1,1.000 24.000-15,-2.000 11.000 16,-2.000 3.000 0,0.000 1.000-16,-6.000 2.000 15,-7.000 4.000 1,-7.000 4.000-16,-5.000 2.000 16,-4.000 0.000-16,-6.000-4.000 15,-6.000-3.000 1,2.000-2.000-16</inkml:trace>
  <inkml:trace contextRef="#ctx0" brushRef="#br0">14779.000 13976.000 0,'45.000'-5.000'16,"25.000"-1.000"-1,3.000 0.000-15,-7.000 5.000 16,-10.000 1.000-16,-17.000 6.000 15,-19.000 9.000 1,-27.000 6.000-16,-25.000 8.000 16,-23.000 6.000-1,-11.000 3.000-15,2.000 0.000 16,10.000-3.000 0,16.000-10.000-16,19.000-4.000 15,17.000-3.000 1,17.000-4.000-16,16.000-4.000 15,11.000-4.000 1,3.000-2.000-16,3.000-4.000 16,-4.000-1.000-1,-8.000-2.000 1,-10.000 2.000-16,-14.000 3.000 16,-14.000 4.000-16,-16.000 0.000 15,-15.000-5.000 1,-2.000-11.000-16,6.000-3.000 15</inkml:trace>
  <inkml:trace contextRef="#ctx0" brushRef="#br0">15199.000 14001.000 0,'0.000'0.000'15,"-23.000"29.000"-15,-22.000 11.000 16,-9.000-3.000 0,-6.000-12.000-16,4.000-17.000 15,8.000-18.000 1,13.000-6.000-16</inkml:trace>
  <inkml:trace contextRef="#ctx0" brushRef="#br0">14863.000 13984.000 0,'23.000'16.000'16,"15.000"10.000"-16,-5.000 2.000 15,-9.000 4.000 1,-10.000 0.000-16,-11.000-3.000 16,-7.000-11.000-16,-2.000-8.000 15</inkml:trace>
  <inkml:trace contextRef="#ctx0" brushRef="#br0">14653.000 14326.000 0,'9.000'60.000'15,"0.000"20.000"1,1.000-5.000-16,-5.000-15.000 15,-2.000-22.000 1,-3.000-38.000-16,5.000 4.000 16,-3.000-27.000-1,-5.000-16.000-15,-3.000-8.000 16,-3.000-1.000 0,0.000 3.000-16,5.000 17.000 15,6.000 12.000 1,10.000 3.000-1,11.000 3.000-15,21.000-1.000 16,19.000-4.000-16,20.000-1.000 16,13.000 3.000-1,7.000 6.000-15,-4.000 6.000 16,-8.000 10.000-16,-17.000 10.000 16,-21.000 8.000-1,-21.000 10.000 1,-20.000 4.000-16,-26.000 4.000 15,-23.000-5.000 1,-18.000-14.000-16,-5.000-23.000 16,2.000-23.000-1,10.000-23.000-15,15.000 0.000 16</inkml:trace>
  <inkml:trace contextRef="#ctx0" brushRef="#br0">15081.000 14257.000 0,'0.000'0.000'16,"-7.000"38.000"-16,-9.000 19.000 15,-4.000 3.000 1,5.000-12.000 0,3.000-12.000-16,10.000-11.000 15,11.000-12.000-15,13.000-15.000 16,11.000-14.000-1,12.000-7.000 1,-2.000 0.000-16,-7.000 6.000 16,-8.000 11.000-1,-13.000 11.000-15,-17.000 13.000 16,-14.000 5.000-16,-11.000-2.000 16,-2.000-16.000-1,6.000-21.000-15,8.000-5.000 16</inkml:trace>
  <inkml:trace contextRef="#ctx0" brushRef="#br0">15838.000 13754.000 0,'-3.000'26.000'0,"-12.000"16.000"15,-8.000 4.000 1,0.000-9.000 0,9.000-9.000-16,17.000-7.000 15,21.000-9.000-15,19.000-5.000 16,12.000-5.000 0,4.000-4.000-16,-3.000 4.000 15,-13.000 0.000 1,-14.000 9.000-16,-16.000 11.000 15,-18.000 15.000 1,-19.000 21.000-16,-15.000 20.000 16,-15.000 22.000-1,-3.000 17.000-15,1.000 11.000 16,-1.000 5.000 0,9.000-13.000-16,13.000-26.000 15,8.000-35.000 1,13.000-35.000-16,10.000-37.000 15,5.000-12.000 1</inkml:trace>
  <inkml:trace contextRef="#ctx0" brushRef="#br0">15914.000 14155.000 0,'41.000'56.000'16,"12.000"39.000"-16,-9.000 26.000 16,-15.000 11.000-1,-13.000-11.000-15,-11.000-22.000 16,-6.000-28.000 0,-2.000-28.000-16,-2.000-29.000 15,-5.000-27.000 1,-4.000-24.000-16,-6.000-29.000 15,-7.000-18.000 1,-5.000-8.000-16,1.000 8.000 16,3.000 25.000-1,9.000 26.000-15,9.000 19.000 16,7.000 20.000 0,6.000 13.000-16,7.000 7.000 15,1.000-2.000 1,-2.000-5.000-16,-1.000-7.000 15,-8.000-14.000 1,-1.000-21.000-16,-2.000-2.000 16</inkml:trace>
  <inkml:trace contextRef="#ctx0" brushRef="#br0">16166.000 13900.000 0,'17.000'9.000'16,"2.000"14.000"-16,-13.000 11.000 15,-15.000 8.000 1,-10.000 1.000-16,3.000-5.000 16,3.000-4.000-1,16.000-9.000-15,15.000-8.000 16,20.000-7.000-1,15.000-5.000-15,6.000-2.000 16,-3.000 3.000 0,-9.000 0.000-16,-13.000 4.000 15,-19.000 10.000 1,-21.000 10.000 0,-23.000 10.000-16,-15.000 10.000 15,-3.000 6.000-15,1.000 2.000 16,9.000-5.000-1,14.000-6.000-15,16.000-8.000 16,16.000-8.000 0,14.000-12.000-16,8.000-9.000 15,2.000-5.000 1,-5.000-7.000-16,-2.000-5.000 16,-10.000-6.000-1,-10.000-8.000-15,-11.000-8.000 16,-6.000-4.000-1,-5.000 4.000-15,0.000 6.000 16,9.000-2.000 0,11.000-10.000-16,12.000-10.000 15,9.000-12.000 1,9.000-7.000-16,-7.000 10.000 16</inkml:trace>
  <inkml:trace contextRef="#ctx0" brushRef="#br0">16855.000 13916.000 0,'23.000'32.000'0,"5.000"16.000"16,-4.000 4.000 0,-8.000-5.000-1,-7.000-9.000-15,-6.000-14.000 16,2.000-24.000-16,-1.000-9.000 15</inkml:trace>
  <inkml:trace contextRef="#ctx0" brushRef="#br0">16999.000 13840.000 0,'28.000'0.000'0,"19.000"2.000"16,10.000 4.000-16,5.000 10.000 15,0.000 11.000 1,-6.000 8.000-16,-14.000 8.000 16,-18.000 3.000-1,-22.000-1.000-15,-19.000-5.000 16,-18.000-13.000 0,-17.000-11.000-16,-7.000-19.000 15,11.000-7.000 1</inkml:trace>
  <inkml:trace contextRef="#ctx0" brushRef="#br0">16999.000 13968.000 0,'38.000'-2.000'16,"18.000"2.000"-16,1.000 3.000 15,-5.000 3.000 1,-10.000-1.000-16,-10.000 4.000 15,-14.000-2.000 1,-16.000-6.000-16,-7.000-1.000 16</inkml:trace>
  <inkml:trace contextRef="#ctx0" brushRef="#br0">16922.000 14087.000 0,'35.000'0.000'15,"17.000"2.000"-15,14.000 1.000 16,8.000-1.000 0,-2.000 1.000-16,-7.000-2.000 15,-11.000-1.000 1,-16.000 0.000 0,-22.000-4.000-16,-11.000 0.000 15</inkml:trace>
  <inkml:trace contextRef="#ctx0" brushRef="#br0">16654.000 14232.000 0,'49.000'-7.000'0,"38.000"-3.000"15,26.000-1.000 1,16.000 4.000-1,5.000 5.000-15,-4.000-2.000 16,-14.000 6.000 0,-23.000 0.000-1,-25.000 0.000-15,-32.000 1.000 0,-31.000 2.000 16,-29.000-2.000 0,-28.000-7.000-16,-18.000-3.000 15,-9.000-3.000 1,-4.000 0.000-16,9.000 3.000 15,8.000 14.000 1,16.000 14.000-16,16.000 0.000 16,11.000 1.000-1,13.000 2.000-15,5.000 1.000 16,8.000-4.000 0,3.000-5.000-16,6.000-3.000 15,-1.000-5.000 1,10.000-6.000-16,8.000-7.000 15,3.000-2.000 1,2.000-2.000-16,-6.000 3.000 16,-4.000 5.000-1,-4.000 8.000-15,-9.000 8.000 16,-11.000 10.000 0,-12.000 6.000-16,-14.000-2.000 15,-5.000-4.000 1,-4.000-7.000-16,0.000-9.000 15,9.000-12.000-15,9.000-11.000 16,12.000-6.000 0,7.000-2.000-1,7.000 5.000-15,4.000 7.000 16,5.000 12.000-16,0.000 12.000 16,-4.000 12.000-1,-4.000 8.000 1,-4.000 7.000-16,-6.000-1.000 15,-7.000-1.000 1,-8.000-9.000-16,-6.000-6.000 16,-3.000-12.000-1,-4.000-15.000-15,-4.000-14.000 16,6.000-9.000-16,8.000-3.000 16,13.000 5.000-1,12.000 7.000-15,11.000 12.000 16,10.000 10.000-1,8.000 11.000-15,-1.000 7.000 16,-3.000 4.000 0,-5.000-1.000-16,-7.000 0.000 15,-7.000-1.000 1,-5.000-5.000-16,-2.000-10.000 16,1.000-4.000-1,8.000-16.000-15,9.000-19.000 16,12.000-20.000-1,11.000-18.000-15,11.000-9.000 16,8.000-5.000 0,10.000-5.000-16,3.000 2.000 15,-4.000 5.000 1,-3.000 10.000-16,-10.000 13.000 16,-12.000 17.000-1,-6.000 10.000-15,-10.000 11.000 16,-12.000 13.000-1,-10.000 13.000-15,-16.000 16.000 16,-23.000 14.000 0,-23.000 5.000-16,-21.000 1.000 15,-10.000-5.000 1,3.000-12.000 0,11.000-10.000-16,18.000-16.000 15,19.000-10.000-15,25.000-9.000 16,21.000-3.000-1,12.000 8.000-15,12.000 9.000 16,0.000 12.000 0,1.000 17.000-16,-6.000 16.000 15,-7.000 22.000 1,-8.000 21.000-16,-9.000 16.000 16,-11.000 2.000-1,-7.000-8.000-15,-3.000-16.000 16,0.000-23.000-1,4.000-20.000-15,5.000-33.000 16,4.000-30.000 0,10.000-32.000-16,0.000 1.000 15</inkml:trace>
  <inkml:trace contextRef="#ctx0" brushRef="#br0">17974.000 14103.000 0,'51.000'-2.000'0,"22.000"-2.000"15,-5.000 4.000-15,-11.000 5.000 16,-15.000 1.000 0,-17.000-4.000-16,-10.000-3.000 15</inkml:trace>
  <inkml:trace contextRef="#ctx0" brushRef="#br0">17906.000 14309.000 0,'38.000'6.000'0,"26.000"1.000"16,14.000-2.000-1,3.000-1.000-15,-5.000-5.000 16,-11.000-6.000-1,-12.000-5.000-15,-18.000-10.000 16,-16.000-11.000 0,-17.000-10.000-16,-7.000 6.000 15</inkml:trace>
  <inkml:trace contextRef="#ctx0" brushRef="#br0">18184.000 13900.000 0,'0.000'0.000'0,"10.000"23.000"16,-1.000 22.000-16,-9.000 8.000 15,-7.000 10.000 1,-10.000 1.000-16,0.000-1.000 16,1.000-4.000-1,10.000-6.000-15,14.000-7.000 16,15.000-7.000-1,13.000-5.000-15,8.000-8.000 16,-3.000-8.000 0,-7.000-6.000-16,-12.000-3.000 15,-14.000 0.000 1,-15.000 4.000-16,-17.000 2.000 16,-14.000 3.000-1,-6.000 0.000 1,3.000-3.000-16,7.000 1.000 15,14.000 0.000-15,20.000 3.000 16,22.000 3.000 0,21.000-6.000-16,14.000-7.000 15,5.000-7.000 1,1.000-11.000-16,-12.000-6.000 16</inkml:trace>
  <inkml:trace contextRef="#ctx0" brushRef="#br0">18554.000 14171.000 0,'88.000'-2.000'16,"32.000"-3.000"-16,-9.000-2.000 15,-22.000-2.000 1,-23.000-3.000-16,-23.000-12.000 16,-17.000 4.000-1</inkml:trace>
  <inkml:trace contextRef="#ctx0" brushRef="#br0">18798.000 13754.000 0,'0.000'0.000'16,"0.000"0.000"-1,9.000 43.000-15,0.000 33.000 16,-6.000 22.000-16,-1.000 17.000 16,-2.000 7.000-1,-1.000 3.000-15,2.000-7.000 16,1.000-10.000-1,-3.000-15.000-15,-2.000-17.000 16,-2.000-17.000 0,-3.000-18.000-16,-4.000-18.000 15,-4.000-17.000 1,-3.000-20.000-16,-3.000-17.000 16,-1.000-15.000-1,4.000 2.000-15,7.000 5.000 16,10.000 6.000-1,18.000 2.000-15,24.000 2.000 16,20.000 2.000 0,13.000 6.000-16,6.000 2.000 15,-2.000 0.000 1,-7.000-9.000-16,-17.000 2.000 16</inkml:trace>
  <inkml:trace contextRef="#ctx0" brushRef="#br0">19344.000 13685.000 0,'0.000'0.000'16,"-1.000"37.000"-1,-7.000 24.000-15,-13.000 15.000 16,-15.000 5.000 0,-4.000-13.000-16,7.000-20.000 15</inkml:trace>
  <inkml:trace contextRef="#ctx0" brushRef="#br0">19143.000 14266.000 0,'66.000'0.000'0,"31.000"-5.000"15,2.000-9.000-15,-8.000-4.000 16,-12.000-6.000-1,-16.000 2.000-15,-20.000 0.000 16,-19.000-3.000 0,-21.000-4.000-1,-17.000-4.000-15,-15.000 0.000 16,-13.000 3.000 0,0.000 7.000-16,8.000 10.000 15,8.000 7.000 1,9.000 9.000-16,7.000 8.000 15,6.000 12.000 1,6.000 10.000-16,4.000 15.000 16,3.000 13.000-1,1.000 12.000-15,-2.000 4.000 16,1.000-5.000 0,-3.000-11.000-16,-3.000-17.000 15,-3.000-17.000 1,-1.000-25.000-16,1.000-9.000 15</inkml:trace>
  <inkml:trace contextRef="#ctx0" brushRef="#br0">19580.000 14223.000 0,'-29.000'28.000'15,"-26.000"14.000"-15,-16.000 3.000 16,-8.000 0.000 0,3.000-12.000-16,7.000-20.000 15,18.000-24.000 1,17.000-7.000-16</inkml:trace>
  <inkml:trace contextRef="#ctx0" brushRef="#br0">19496.000 14292.000 0,'54.000'34.000'0,"18.000"11.000"16,-7.000 0.000 0,-14.000-11.000-16,-17.000-12.000 15,-14.000-18.000-15,-17.000-20.000 16,-5.000-3.000-1</inkml:trace>
  <inkml:trace contextRef="#ctx0" brushRef="#br0">19328.000 13941.000 0,'0.000'0.000'15,"9.000"22.000"-15,8.000 6.000 16,8.000-4.000 0,7.000-14.000-16,-5.000-9.000 15</inkml:trace>
  <inkml:trace contextRef="#ctx0" brushRef="#br0">19791.000 13771.000 0,'-9.000'42.000'15,"-18.000"24.000"-15,-23.000 12.000 16,-20.000 2.000 0,-15.000-8.000-16,-5.000-22.000 15,20.000-16.000 1</inkml:trace>
  <inkml:trace contextRef="#ctx0" brushRef="#br0">19143.000 14411.000 0,'21.000'39.000'0,"5.000"21.000"15,-1.000 4.000 1,-3.000-1.000-16,-7.000-3.000 15,-6.000-11.000 1,-3.000-18.000 0,-6.000-31.000-16,2.000 0.000 15,-1.000-29.000-15,-1.000 0.000 16</inkml:trace>
  <inkml:trace contextRef="#ctx0" brushRef="#br0">19328.000 14489.000 0,'41.000'-8.000'0,"24.000"-5.000"16,13.000-1.000-1,3.000 7.000-15,1.000 6.000 16,-8.000 11.000 0,-12.000 9.000-16,-14.000 10.000 15,-16.000 11.000 1,-20.000 6.000-16,-21.000 1.000 15,-21.000-2.000 1,-22.000-7.000-16,-14.000-8.000 16,-6.000-14.000-1,-1.000-14.000-15,17.000-5.000 16</inkml:trace>
  <inkml:trace contextRef="#ctx0" brushRef="#br0">19437.000 14676.000 0,'50.000'-12.000'16,"18.000"-8.000"-1,-4.000 2.000-15,-13.000 3.000 16,-15.000 2.000 0,-12.000 2.000-16,-13.000 1.000 15,-12.000-2.000 1,-11.000-2.000-16,-2.000 1.000 15</inkml:trace>
  <inkml:trace contextRef="#ctx0" brushRef="#br0">19571.000 14505.000 0,'0.000'0.000'16,"0.000"0.000"-1,0.000 31.000-15,-6.000 12.000 16,-7.000 3.000-1,-9.000-7.000-15,0.000-13.000 16,0.000-10.000 0,3.000-8.000-16</inkml:trace>
  <inkml:trace contextRef="#ctx0" brushRef="#br0">19344.000 14744.000 0,'31.000'6.000'0,"17.000"-2.000"16,9.000-7.000 0,2.000-4.000-16,3.000-6.000 15,0.000-8.000 1,-2.000-3.000-16,2.000-4.000 16,-14.000 3.000-1</inkml:trace>
  <inkml:trace contextRef="#ctx0" brushRef="#br0">20169.000 14701.000 0,'2.000'5.000'0,"-8.000"-17.000"16,-4.000-3.000 0</inkml:trace>
  <inkml:trace contextRef="#ctx0" brushRef="#br0">21572.000 13873.000 0,'10.000'25.000'15,"-1.000"20.000"-15,-4.000 18.000 16,-6.000 19.000 0,-2.000 14.000-16,-3.000 8.000 15,0.000-5.000 1,-3.000-16.000-16,4.000-20.000 16,3.000-20.000-1,2.000-17.000-15,0.000-26.000 16,4.000-7.000-16,3.000-10.000 15</inkml:trace>
  <inkml:trace contextRef="#ctx0" brushRef="#br0">21749.000 14087.000 0,'72.000'-23.000'15,"28.000"-5.000"1,-3.000 5.000 0,-17.000 10.000-16,-18.000 8.000 15,-18.000 10.000-15,-20.000 10.000 16,-24.000 12.000 0,-28.000 10.000-16,-26.000 2.000 15,-19.000-10.000 1,10.000-10.000-16</inkml:trace>
  <inkml:trace contextRef="#ctx0" brushRef="#br0">21800.000 14198.000 0,'13.000'56.000'0,"3.000"29.000"15,-8.000 10.000 1,-7.000-6.000-16,-7.000-21.000 15,-5.000-30.000 1,1.000-20.000 0</inkml:trace>
  <inkml:trace contextRef="#ctx0" brushRef="#br0">22001.000 13779.000 0,'15.000'50.000'0,"3.000"32.000"0,3.000 15.000 16,-1.000 2.000-1,-5.000-9.000-15,-3.000-12.000 16,-6.000-13.000-1,-5.000-10.000-15,-7.000-11.000 16,-9.000-7.000 0,-13.000-15.000-16,-10.000-14.000 15,-9.000-17.000 1,2.000-13.000-16,14.000-3.000 16,20.000 6.000-1,20.000 6.000-15,21.000 10.000 16,16.000 6.000-1,13.000 5.000-15,3.000 2.000 16,-3.000-1.000 0,-6.000 3.000-16,-14.000-1.000 15,-10.000-4.000 1,-13.000-7.000-16,-15.000-14.000 16,-15.000-18.000-1,-13.000-21.000-15,3.000 4.000 16</inkml:trace>
  <inkml:trace contextRef="#ctx0" brushRef="#br0">22448.000 13882.000 0,'11.000'58.000'16,"1.000"39.000"-16,-9.000 14.000 15,-9.000-7.000 1,-7.000-18.000-16,4.000-27.000 16,2.000-34.000-1,3.000-34.000-15,3.000-11.000 16</inkml:trace>
  <inkml:trace contextRef="#ctx0" brushRef="#br0">22464.000 13840.000 0,'0.000'0.000'0,"0.000"0.000"16,0.000 0.000-16,0.000 0.000 16,22.000-11.000-1,12.000-2.000-15,3.000 1.000 16,1.000 1.000-1,-5.000 5.000-15,-4.000 3.000 16,-9.000 3.000 0,0.000 3.000-16,-3.000 3.000 15,-3.000 6.000 1,-5.000 13.000-16,0.000 21.000 16,-2.000 25.000-1,-7.000 32.000-15,-7.000 29.000 16,-4.000 12.000-1,2.000-1.000-15,5.000-17.000 16,4.000-28.000 0,3.000-32.000-16,2.000-27.000 15,-5.000-39.000 1,2.000-3.000-16,-8.000-38.000 16,-8.000-32.000-1,-4.000-29.000-15,1.000 12.000 16</inkml:trace>
  <inkml:trace contextRef="#ctx0" brushRef="#br0">22666.000 14036.000 0,'-1.000'40.000'0,"-2.000"17.000"15,-2.000-1.000 1,-2.000-18.000-16,1.000-14.000 15</inkml:trace>
  <inkml:trace contextRef="#ctx0" brushRef="#br0">22961.000 13626.000 0,'0.000'0.000'16,"0.000"0.000"-16,-4.000 29.000 15,-5.000 14.000 1,0.000-2.000-16,3.000-8.000 16,10.000-10.000-1,11.000-12.000 1,17.000-9.000-16,12.000-7.000 15,4.000-6.000-15,-1.000-1.000 16,-14.000 3.000 0,-11.000 3.000-16,-10.000 9.000 15,-18.000 15.000 1,-18.000 14.000-16,-13.000 5.000 16,-8.000 2.000-1,6.000-8.000-15,10.000-8.000 16,8.000-6.000-1,11.000-7.000-15,10.000-10.000 16,4.000 4.000 0,12.000-8.000-16,2.000 1.000 15,1.000 2.000 1,-5.000 1.000-16,-3.000 1.000 16,-9.000 9.000-1,-14.000 10.000-15,-9.000 8.000 16,-7.000 8.000-16,-4.000-2.000 15,4.000-7.000 1,8.000-7.000-16,10.000-5.000 16,10.000-15.000-1,8.000 8.000-15,11.000-3.000 16,6.000-7.000 0,2.000-1.000-16,1.000-1.000 15,-1.000 4.000 1,-4.000 0.000-16,-5.000 7.000 15,-5.000 3.000 1,-2.000 4.000-16,2.000 2.000 16,-1.000 3.000-1,3.000 5.000-15,-1.000 0.000 16,-1.000-2.000 0,-6.000-1.000-16,-7.000 0.000 15,-14.000 0.000 1,-11.000-3.000-16,-15.000-4.000 15,-6.000-8.000-15,-6.000-7.000 16,5.000-10.000 0,10.000-6.000-1,14.000 1.000-15,14.000 0.000 16,16.000 4.000-16,14.000 8.000 16,14.000 9.000-1,9.000 11.000-15,4.000 7.000 16,5.000 5.000-1,-2.000 3.000-15,-7.000-4.000 16,-11.000-2.000 0,-7.000-8.000-16,-11.000-9.000 15,-13.000-16.000 1,-10.000-19.000-16,1.000-2.000 16</inkml:trace>
  <inkml:trace contextRef="#ctx0" brushRef="#br0">23465.000 13805.000 0,'0.000'45.000'0,"-8.000"20.000"16,-5.000-1.000-16,1.000-11.000 15,2.000-11.000 1,12.000-11.000-16,12.000-13.000 16,12.000-11.000-1,12.000-8.000-15,7.000-9.000 16,1.000-2.000 0,-4.000 1.000-16,-10.000 5.000 15,-7.000 7.000 1,-11.000 16.000-16,-16.000 23.000 15,-17.000 20.000 1,-16.000 10.000-16,-10.000 2.000 16,-1.000-11.000-1,-1.000-19.000-15,6.000-19.000 16,10.000-28.000 0,10.000-8.000-1</inkml:trace>
  <inkml:trace contextRef="#ctx0" brushRef="#br0">23457.000 14223.000 0,'31.000'34.000'16,"19.000"13.000"0,10.000 6.000-16,7.000-2.000 15,4.000-5.000 1,2.000-4.000-16,-4.000-7.000 15,-6.000-8.000 1,-9.000-7.000-16,-10.000-11.000 16,-12.000-16.000-1,-15.000-22.000-15,-15.000-24.000 16,-16.000-24.000 0,-13.000-22.000-16,-9.000-14.000 15,-7.000 1.000 1,4.000 11.000-16,4.000 18.000 15,11.000 25.000 1,8.000 25.000-16,7.000 14.000 16,4.000 11.000-1,2.000 14.000-15,4.000 20.000 16,-1.000 24.000 0,-4.000 23.000-16,-5.000 13.000 15,-3.000 4.000 1,2.000-8.000-16,2.000-18.000 15,3.000-21.000 1</inkml:trace>
  <inkml:trace contextRef="#ctx0" brushRef="#br0">24003.000 14300.000 0,'21.000'16.000'0,"4.000"2.000"16,-12.000-11.000-1,-16.000-15.000-15,-4.000-5.000 16</inkml:trace>
  <inkml:trace contextRef="#ctx0" brushRef="#br0">24903.000 13583.000 0,'0.000'0.000'0,"0.000"0.000"16,-10.000 21.000-16,-3.000 8.000 15,-2.000-7.000 1,5.000-6.000-16</inkml:trace>
  <inkml:trace contextRef="#ctx0" brushRef="#br0">24777.000 13788.000 0,'-4.000'19.000'0,"1.000"4.000"16,5.000-5.000-1,10.000-7.000-15,10.000-8.000 16,9.000-7.000 0,4.000-4.000-16,-5.000 4.000 15,-6.000 3.000 1,-8.000 6.000-16,-11.000 7.000 16,-15.000 10.000-1,-10.000 10.000-15,-11.000 5.000 16,0.000 0.000-1,1.000-2.000-15,8.000-6.000 16,9.000-6.000 0,5.000-4.000-16,11.000-4.000 15,10.000-3.000-15,12.000-5.000 16,8.000-1.000 0,1.000-8.000-16,4.000-2.000 15,-4.000-1.000 1,-6.000-4.000-16,-7.000 0.000 15,-10.000-2.000 1,-8.000-1.000-16,-11.000-1.000 16,-5.000 1.000-1,-4.000 3.000-15,1.000 4.000 16,3.000 4.000-16,1.000 10.000 16,2.000 20.000-1,0.000 18.000 1,1.000 14.000-16,1.000 9.000 15,5.000 2.000 1,5.000-9.000-16,8.000-12.000 16,4.000-15.000-1,4.000-20.000-15,10.000-27.000 16,4.000-29.000 0,3.000-27.000-16,1.000-23.000 15,3.000-17.000 1,0.000-6.000-16,0.000-3.000 15,3.000 10.000 1,-4.000 17.000-16,2.000 21.000 16,-6.000 21.000-1,-7.000 16.000-15,-4.000 7.000 16,0.000 4.000 0,0.000 4.000-16,7.000 3.000 15,5.000 3.000-15,7.000 4.000 16,1.000 5.000-1,-1.000 2.000-15,-4.000 1.000 16,-11.000 4.000 0,-12.000-3.000-16,-19.000 4.000 15,-4.000-1.000 1</inkml:trace>
  <inkml:trace contextRef="#ctx0" brushRef="#br0">25408.000 13779.000 0,'-12.000'39.000'0,"1.000"16.000"16,5.000 2.000 0,7.000-10.000-16,6.000-10.000 15,6.000-13.000 1,2.000-12.000-16,-3.000-14.000 16,-7.000-12.000-16,-5.000-7.000 15,-6.000-9.000 1,-10.000-3.000-16,-4.000 2.000 15,5.000 4.000 1,11.000 14.000-16,6.000 6.000 16,5.000 3.000-1,13.000-2.000-15,18.000-2.000 16,18.000-3.000 0,10.000-3.000-16,6.000-2.000 15,3.000 3.000 1,-6.000 3.000-16,-10.000 7.000 15,-15.000 9.000 1,-14.000 11.000-16,-21.000 10.000 16,-27.000 9.000-1,-22.000 2.000-15,-19.000-8.000 16,-10.000-14.000 0,1.000-19.000-16,14.000-18.000 15,11.000-14.000 1,17.000-11.000-16,13.000-2.000 15,9.000 9.000 1,9.000 14.000-16,3.000 14.000 16,0.000 12.000-1,-1.000 15.000-15,-1.000 17.000 16,-5.000 10.000 0,-4.000 4.000-16,-3.000-1.000 15,3.000-15.000 1,3.000-29.000-16,9.000-24.000 15,1.000-6.000 1</inkml:trace>
  <inkml:trace contextRef="#ctx0" brushRef="#br0">25744.000 13634.000 0,'8.000'26.000'0,"-3.000"16.000"16,-11.000 13.000-1,-13.000 8.000-15,-17.000 1.000 16,-6.000-4.000 0,2.000-12.000-16,10.000-17.000 15,11.000-12.000 1,19.000-19.000-16,2.000 6.000 16,17.000-9.000-1,12.000-3.000-15,2.000 0.000 16,-2.000 5.000-1,-8.000 6.000-15,-8.000 10.000 16,-13.000 13.000 0,-18.000 19.000-16,-9.000 9.000 15,-7.000 4.000 1,3.000-6.000-16,7.000-7.000 16,12.000-9.000-1,15.000-8.000-15,17.000-3.000 16,12.000-2.000-1,12.000-8.000-15,6.000-3.000 16,1.000-3.000 0,-4.000-1.000-16,-11.000-2.000 15,-12.000-3.000-15,-10.000-8.000 16,-12.000-13.000 0,-5.000 1.000-16</inkml:trace>
  <inkml:trace contextRef="#ctx0" brushRef="#br0">25870.000 14121.000 0,'4.000'24.000'16,"-3.000"24.000"-16,-10.000 18.000 15,-14.000 9.000 1,-9.000-6.000-16,-5.000-12.000 15,2.000-20.000 1,-1.000-21.000-16,-2.000-21.000 16,0.000-17.000-1,1.000-17.000-15,-1.000-6.000 16,-1.000 0.000 0,12.000 6.000-16,7.000 13.000 15,10.000 10.000 1,5.000 8.000-16,10.000 5.000 15,16.000 3.000 1,22.000-4.000-16,16.000-5.000 16,12.000-7.000-1,11.000-7.000-15,4.000-4.000 16,0.000-4.000-16,-6.000-1.000 16,-20.000 5.000-1</inkml:trace>
  <inkml:trace contextRef="#ctx0" brushRef="#br0">26425.000 13813.000 0,'0.000'0.000'16,"0.000"0.000"-1,30.000-11.000-15,24.000-6.000 16,6.000 4.000-1,2.000 9.000-15,-6.000 4.000 16,-11.000 3.000 0,-14.000 3.000-16,-14.000 9.000 15,-24.000 9.000-15,-17.000 11.000 16,-14.000 5.000 0,-8.000 1.000-1,0.000-4.000-15,8.000-8.000 16,10.000-8.000-16,12.000-8.000 15,7.000-7.000 1,9.000-6.000-16,9.000 2.000 16,12.000-6.000-1,9.000-3.000-15,0.000 0.000 16,-2.000 3.000 0,-7.000 5.000-16,-10.000 10.000 15,-15.000 17.000 1,-17.000 14.000-16,-15.000 6.000 15,-4.000 6.000-15,5.000-8.000 16,6.000-14.000 0,12.000-10.000-16,17.000-22.000 15,6.000 9.000 1,19.000-17.000-16,18.000-11.000 16,12.000-6.000-1,1.000 2.000-15,-5.000 5.000 16,-10.000 11.000-1,-12.000 14.000 1,-13.000 15.000-16,-16.000 18.000 16,-11.000 7.000-16,-6.000-4.000 15,-3.000-13.000 1,6.000-17.000-16,8.000-26.000 16,7.000-22.000-1,2.000 0.000-15,0.000 9.000 16</inkml:trace>
  <inkml:trace contextRef="#ctx0" brushRef="#br0">26938.000 13933.000 0,'32.000'3.000'16,"21.000"1.000"-1,8.000 4.000-15,1.000 8.000 16,-5.000 9.000-16,-5.000 12.000 15,-18.000 10.000 1,-19.000 7.000 0,-21.000-2.000-1,-16.000-11.000-15,-11.000-21.000 16,5.000-12.000-16,-8.000-45.000 16,3.000-11.000-16</inkml:trace>
  <inkml:trace contextRef="#ctx0" brushRef="#br0">27140.000 13882.000 0,'-27.000'82.000'0,"-11.000"27.000"15,1.000-21.000 1,7.000-30.000-16</inkml:trace>
  <inkml:trace contextRef="#ctx0" brushRef="#br0">27484.000 13515.000 0,'0.000'0.000'16,"-9.000"30.000"0,-8.000 13.000-1,-1.000-2.000-15,10.000-6.000 16,13.000-9.000-16,22.000-9.000 16,13.000-13.000-16,12.000-8.000 15,3.000-3.000 1,-5.000 3.000-16,-12.000 1.000 15,-13.000 3.000 1,-10.000 12.000-16,-12.000 18.000 16,-18.000 24.000-1,-16.000 27.000-15,-13.000 25.000 16,-7.000 16.000 0,0.000 10.000-16,4.000-4.000 15,12.000-21.000 1,8.000-28.000-16,13.000-32.000 15,14.000-47.000 1,-4.000-10.000-16,8.000-19.000 16,4.000-53.000-1,4.000-32.000-15,1.000 13.000 16</inkml:trace>
  <inkml:trace contextRef="#ctx0" brushRef="#br0">27627.000 13823.000 0,'37.000'71.000'16,"11.000"44.000"-1,-9.000 24.000 1,-13.000 5.000-16,-14.000-11.000 16,-5.000-22.000-16,-4.000-31.000 15,-3.000-28.000 1,0.000-52.000-16,-3.000 7.000 15,-8.000-41.000 1,-4.000-33.000-16,-9.000-26.000 16,-2.000-10.000-16,4.000 20.000 15</inkml:trace>
  <inkml:trace contextRef="#ctx0" brushRef="#br0">27645.000 14180.000 0,'2.000'23.000'15,"1.000"7.000"-15,-1.000-8.000 16,-2.000-22.000 0,3.000-9.000-16,3.000-29.000 15,0.000-4.000 1</inkml:trace>
  <inkml:trace contextRef="#ctx0" brushRef="#br0">27947.000 13550.000 0,'0.000'0.000'15,"0.000"0.000"-15,3.000 30.000 16,-7.000 18.000 0,-7.000 3.000-16,-3.000-4.000 15,3.000-7.000 1,11.000-6.000-16,13.000-7.000 15,18.000-6.000 1,12.000-1.000-16,10.000-2.000 16,0.000-2.000-1,-12.000 1.000-15,-10.000 0.000 16,-13.000 8.000 0,-18.000 11.000-16,-19.000 12.000 15,-19.000 9.000 1,-10.000 3.000-16,0.000-1.000 15,13.000-5.000 1,13.000-8.000-16,12.000-9.000 16,15.000-4.000-1,14.000-5.000-15,9.000-4.000 16,5.000-3.000-16,4.000-6.000 16,-3.000-7.000-1,-7.000-2.000-15,-8.000-3.000 16,-19.000-3.000-1,0.000 0.000-15,6.000-10.000 16,-7.000-12.000 0,-5.000-9.000-16,3.000-7.000 15,3.000 1.000 1,3.000 6.000-16,2.000 7.000 16,-2.000 11.000-1,-3.000 13.000-15,0.000 0.000 16,0.000 0.000-1,0.000 0.000-15,0.000 0.000 16,0.000-10.000 0,0.000-1.000-16,0.000-2.000 15</inkml:trace>
  <inkml:trace contextRef="#ctx0" brushRef="#br0">28578.000 14292.000 0,'0.000'0.000'0,"-9.000"-13.000"15</inkml:trace>
  <inkml:trace contextRef="#ctx0" brushRef="#br0">21724.000 14948.000 0,'0.000'0.000'16,"0.000"0.000"0,0.000 0.000-16,-6.000 29.000 15,-4.000 15.000-15,2.000 14.000 16,2.000 14.000-1,5.000 14.000 1,0.000 14.000-16,1.000 14.000 16,0.000-1.000-1,-2.000-11.000-15,2.000-17.000 16,2.000-24.000-16,5.000-24.000 16,-7.000-37.000-1,4.000 0.000-15,-1.000-13.000 16</inkml:trace>
  <inkml:trace contextRef="#ctx0" brushRef="#br0">21850.000 15171.000 0,'69.000'-27.000'16,"25.000"-5.000"0,-7.000 7.000-16,-19.000 14.000 15,-23.000 14.000-15,-23.000 9.000 16,-20.000 11.000 0,-21.000 2.000-16,-16.000-4.000 15,-6.000-9.000 1,-7.000-12.000-16,10.000-4.000 15</inkml:trace>
  <inkml:trace contextRef="#ctx0" brushRef="#br0">21968.000 15136.000 0,'2.000'30.000'16,"-3.000"26.000"-16,-6.000 16.000 15,-5.000 3.000 1,-2.000-7.000-16,3.000-16.000 15,4.000-18.000 1,7.000-34.000-16,0.000-4.000 16,6.000-32.000-1,8.000-24.000-15,8.000-16.000 16,3.000-16.000 0,1.000-7.000-16,-1.000 4.000 15,3.000 11.000 1,-1.000 25.000-16,-8.000 21.000 15,-7.000 15.000 1,-12.000 23.000 0,2.000 6.000-16,-8.000 28.000 15,-6.000 19.000-15,-1.000 9.000 16,6.000 2.000 0,9.000-4.000-1,9.000-6.000-15,6.000-6.000 16,10.000-4.000-1,1.000-10.000-15,3.000-3.000 16,-5.000 0.000 0,-8.000-2.000-16,-12.000 2.000 15,-20.000 4.000 1,-15.000 1.000-16,-15.000-4.000 16,-7.000-7.000-1,4.000-9.000-15,8.000-10.000 16,12.000-6.000-1,15.000-2.000-15,11.000-7.000 16,12.000 1.000-16,12.000-2.000 16,11.000 1.000-1,11.000 1.000 1,4.000 4.000-16,1.000 4.000 16,-4.000 3.000-16,-2.000-1.000 15,-6.000-2.000 1,-10.000-7.000-16,-9.000-9.000 15,-7.000-7.000 1,-6.000 1.000-16</inkml:trace>
  <inkml:trace contextRef="#ctx0" brushRef="#br0">22439.000 15144.000 0,'64.000'-3.000'16,"26.000"-4.000"-1,8.000-1.000-15,-7.000 1.000 16,-10.000 0.000-16,-8.000 0.000 16,-17.000 3.000-1,-14.000 0.000-15,-14.000-5.000 16,-19.000-8.000-1,-17.000-6.000-15,-6.000 3.000 16</inkml:trace>
  <inkml:trace contextRef="#ctx0" brushRef="#br0">22800.000 14948.000 0,'-4.000'33.000'15,"-3.000"16.000"-15,-2.000 4.000 16,3.000-11.000 0,5.000-20.000-16,2.000-12.000 15</inkml:trace>
  <inkml:trace contextRef="#ctx0" brushRef="#br0">22977.000 14854.000 0,'9.000'19.000'0,"2.000"19.000"15,-9.000 15.000-15,-13.000 10.000 16,-9.000 4.000 0,-9.000-6.000-16,-6.000-10.000 31,-1.000-13.000-31,8.000-14.000 0</inkml:trace>
  <inkml:trace contextRef="#ctx0" brushRef="#br0">22641.000 15308.000 0,'35.000'-1.000'15,"25.000"-1.000"1,10.000-2.000-16,5.000-1.000 15,-2.000 2.000 1,-7.000-1.000-16,-8.000 6.000 16,-10.000 0.000-16,-13.000 3.000 15,-13.000 5.000 1,-17.000 7.000-16,-25.000 5.000 16,-19.000 0.000-1,-16.000-7.000-15,7.000-5.000 16</inkml:trace>
  <inkml:trace contextRef="#ctx0" brushRef="#br0">22834.000 15409.000 0,'16.000'71.000'16,"3.000"42.000"-1,-6.000 12.000-15,-10.000-12.000 16,-5.000-24.000-1,-2.000-29.000-15</inkml:trace>
  <inkml:trace contextRef="#ctx0" brushRef="#br0">23331.000 14897.000 0,'-5.000'40.000'0,"-4.000"14.000"16,0.000-1.000-1,1.000-10.000-15,9.000-10.000 16,12.000-10.000-1,16.000-12.000-15,15.000-10.000 16,10.000-7.000 0,2.000 1.000-16,-4.000 2.000 15,-14.000 3.000 1,-11.000 10.000-16,-14.000 13.000 16,-18.000 21.000-16,-19.000 21.000 15,-15.000 12.000 1,-9.000 5.000-1,-5.000-6.000-15,-1.000-12.000 16,6.000-18.000 0,11.000-27.000-16,8.000-28.000 15,10.000-25.000-15,6.000-1.000 16</inkml:trace>
  <inkml:trace contextRef="#ctx0" brushRef="#br0">23288.000 15231.000 0,'36.000'40.000'15,"23.000"23.000"-15,6.000 5.000 16,8.000-5.000 0,5.000-2.000-16,4.000-8.000 15,-4.000 0.000 1,0.000-7.000-16,-8.000-8.000 15,-10.000-10.000 1,-11.000-11.000-16,-13.000-15.000 16,-12.000-18.000-1,-12.000-15.000-15,-13.000-19.000 16,-14.000-15.000 0,-17.000-14.000-16,-8.000-11.000 15,-4.000-6.000 1,0.000 1.000-16,8.000 6.000 15,7.000 16.000 1,13.000 21.000-16,6.000 20.000 16,6.000 15.000-1,1.000 8.000-15,3.000 9.000 16,-1.000 17.000 0,-1.000 29.000-16,-4.000 34.000 15,-7.000 24.000 1,-2.000 10.000-16,2.000-5.000 15,3.000-14.000 1,10.000-22.000-16,9.000-31.000 16,4.000-30.000-1,1.000-31.000-15,3.000-24.000 16,-6.000 1.000 0</inkml:trace>
  <inkml:trace contextRef="#ctx0" brushRef="#br0">23827.000 15231.000 0,'15.000'16.000'0,"4.000"7.000"16,2.000 1.000-16,1.000-2.000 16,5.000-9.000-1,-5.000-8.000-15,-1.000-13.000 16</inkml:trace>
  <inkml:trace contextRef="#ctx0" brushRef="#br0">24415.000 15409.000 0,'0.000'25.000'16,"-10.000"-3.000"-16,-2.000-6.000 15</inkml:trace>
  <inkml:trace contextRef="#ctx0" brushRef="#br0">24970.000 14701.000 0,'0.000'0.000'15,"0.000"0.000"-15,0.000 0.000 16,14.000 15.000 0,7.000 10.000-16,-2.000 0.000 15,-5.000-2.000 1,-6.000-8.000-1</inkml:trace>
  <inkml:trace contextRef="#ctx0" brushRef="#br0">24768.000 14957.000 0,'16.000'9.000'15,"13.000"6.000"-15,15.000-6.000 16,9.000-4.000 0,6.000 1.000-16,-3.000-2.000 15,-6.000 1.000 1,-7.000-2.000-16,-12.000 3.000 16,-7.000-1.000-16,-9.000 3.000 15,-13.000 8.000 1,-19.000 11.000-16,-17.000 6.000 15,-19.000 6.000 1,-8.000 3.000 0,4.000-1.000-16,11.000-8.000 15,14.000-9.000-15,13.000-10.000 16,9.000-4.000 0,11.000 0.000-16,12.000 2.000 15,10.000 2.000 1,18.000-2.000-16,10.000-7.000 15,6.000-3.000 1,0.000-5.000-16,-6.000-2.000 16,-6.000-1.000-1,-10.000 1.000-15,-11.000-3.000 16,-15.000-5.000-16,-16.000-6.000 16,-14.000-9.000-1,-3.000 4.000-15,-17.000-8.000 16,-3.000-1.000-1,5.000 4.000-15,14.000 9.000 16,12.000 10.000 0,5.000 5.000-16,7.000 8.000 15,7.000 19.000 1,2.000 24.000-16,-2.000 26.000 16,-6.000 22.000-1,-4.000 8.000-15,0.000-8.000 16,3.000-14.000-1,4.000-21.000-15,6.000-18.000 16,9.000-15.000 0,9.000-18.000-16,10.000-22.000 15,5.000-21.000-15,6.000-30.000 16,4.000-21.000 0,-2.000-11.000-16,-5.000-6.000 15,-7.000 0.000 1,-10.000 3.000-16,-6.000 23.000 15,-7.000-5.000 1,-3.000 7.000 0,4.000 15.000-16,8.000 21.000 15,0.000 18.000 1,-4.000 11.000-16,1.000 8.000 16,9.000 2.000-16,8.000 2.000 15,2.000 4.000 1,3.000-2.000-16,3.000 0.000 15,-1.000-1.000 1,-2.000-5.000-16,-9.000-3.000 16,-10.000-7.000-1,-16.000-2.000-15,-6.000 4.000 16</inkml:trace>
  <inkml:trace contextRef="#ctx0" brushRef="#br0">25534.000 15076.000 0,'6.000'38.000'0,"4.000"14.000"15,-3.000-3.000 1,-1.000-12.000-16,0.000-15.000 16,-6.000-22.000-1,3.000 0.000-15,-2.000-18.000 16,-2.000-13.000-1,0.000 2.000-15,0.000 8.000 16</inkml:trace>
  <inkml:trace contextRef="#ctx0" brushRef="#br0">25567.000 15059.000 0,'34.000'4.000'0,"23.000"-1.000"16,8.000 0.000-16,3.000-4.000 15,0.000-1.000 1,-5.000 1.000-16,-4.000 2.000 16,-12.000 12.000-1,-11.000 8.000-15,-10.000 12.000 16,-18.000 11.000 0,-19.000 6.000-16,-17.000-7.000 15,-12.000-18.000 1,5.000-12.000-16,9.000-8.000 15</inkml:trace>
  <inkml:trace contextRef="#ctx0" brushRef="#br0">25760.000 14872.000 0,'3.000'47.000'15,"-2.000"22.000"-15,1.000-7.000 16,3.000-23.000 0,3.000-27.000-16,-2.000-16.000 15,-1.000-2.000 1</inkml:trace>
  <inkml:trace contextRef="#ctx0" brushRef="#br0">25980.000 14845.000 0,'-9.000'26.000'16,"-12.000"21.000"-16,-9.000 18.000 15,-10.000 6.000 1,-5.000 2.000-16,0.000-7.000 16,10.000-17.000-1,14.000-16.000-15,7.000-13.000 16,7.000-7.000-16,13.000-8.000 15,10.000-3.000 1,8.000-8.000-16,11.000-2.000 16,1.000-4.000-1,-4.000 6.000-15,-8.000 1.000 16,-9.000 9.000 0,-8.000 12.000-16,-15.000 18.000 15,-15.000 18.000 1,-10.000 10.000-16,-3.000 5.000 15,7.000-4.000 1,11.000-7.000-16,17.000-5.000 16,13.000-7.000-1,14.000-5.000-15,8.000-4.000 16,9.000-5.000 0,5.000-3.000-16,0.000-1.000 15,-5.000-6.000 1,-9.000-10.000-16,-13.000-7.000 15,-9.000-13.000 1,-7.000-2.000-16</inkml:trace>
  <inkml:trace contextRef="#ctx0" brushRef="#br0">25980.000 15443.000 0,'8.000'45.000'0,"-6.000"26.000"15,-14.000 7.000 1,-13.000-7.000-16,-5.000-14.000 16,-10.000-20.000-1,-1.000-16.000-15,7.000-11.000 16,11.000-7.000-1</inkml:trace>
  <inkml:trace contextRef="#ctx0" brushRef="#br0">25575.000 15538.000 0,'27.000'1.000'0,"19.000"-2.000"16,14.000-4.000-1,14.000-9.000-15,8.000-7.000 16,4.000-4.000 0,2.000-3.000-16,-2.000-1.000 15,-7.000-3.000 1,-10.000-5.000-16,-12.000-5.000 16,-15.000-1.000-1,-12.000-3.000-15,-13.000 1.000 16,-9.000 10.000-1,-2.000 8.000-15,8.000 19.000 16,4.000 7.000 0,0.000 2.000-16,6.000-1.000 15,11.000-1.000 1,10.000-2.000-16,2.000-5.000 16,2.000 0.000-1,-3.000-2.000-15,-7.000 0.000 16,-4.000-1.000-1,-7.000-3.000-15,-12.000-2.000 16,-8.000-3.000-16,-12.000 0.000 16,-12.000 0.000-1,-6.000 2.000 1,-1.000 7.000-16,0.000 2.000 16,8.000 5.000-1,5.000 1.000-15,4.000 7.000 16,3.000 13.000-16,4.000 15.000 15,1.000 20.000 1,1.000 17.000-16,2.000 10.000 16,0.000 0.000-1,-4.000-11.000-15,-1.000-16.000 16,-1.000-14.000 0,-2.000-16.000-16,-4.000-12.000 15,-6.000-11.000 1,-9.000-11.000-16,-5.000-10.000 15,-2.000-7.000 1,2.000-4.000-16,8.000 1.000 16,8.000 2.000-1,17.000 4.000-15,16.000 2.000 16,20.000 3.000 0,13.000 1.000-16,10.000 0.000 15,1.000-2.000 1,2.000 4.000-16,-4.000 3.000 15,-10.000 1.000 1,-11.000 6.000-16,-10.000 6.000 16,-9.000 8.000-1,-11.000 15.000-15,-11.000 20.000 16,-13.000 17.000 0,-9.000 6.000-16,-1.000-8.000 15,1.000-15.000 1,5.000-19.000-16,2.000-23.000 15,6.000-25.000 1,1.000-20.000-16,2.000-19.000 16,2.000-12.000-1,1.000-10.000-15,3.000 5.000 16,4.000 15.000 0,1.000 21.000-16,-1.000 21.000 15,-2.000 11.000 1,-3.000 20.000-16,-5.000 22.000 15,-5.000 27.000 1,-7.000 16.000-16,-3.000 4.000 16,-1.000-1.000-1,2.000-10.000-15,-1.000-20.000 16,2.000-24.000-16,1.000-22.000 16,-1.000-24.000-1,1.000-17.000-15,3.000-9.000 16,6.000 5.000-1,7.000 12.000-15,12.000 20.000 16,7.000 15.000 0,0.000 10.000-16,2.000 8.000 15,2.000 7.000 1,2.000 2.000-16,0.000-1.000 16,0.000-2.000-1,-5.000 0.000-15,-2.000-6.000 16,-3.000-4.000-16,-6.000-2.000 15,-10.000-7.000 1,-8.000-6.000 0,-11.000-5.000-16,-12.000-5.000 15,-11.000 3.000-15,-10.000 3.000 16,-5.000 5.000 0,-4.000 12.000-16,5.000 8.000 15,12.000 11.000 1,11.000 0.000-16,13.000-9.000 15,8.000-8.000 1,8.000-4.000-16,18.000-5.000 16,21.000-4.000-1,16.000-1.000-15,16.000-2.000 16,10.000-2.000 0,3.000 3.000-16,-2.000 3.000 15,-11.000 5.000 1,-12.000 10.000-16,-14.000 4.000 15,-17.000 11.000 1,-20.000 9.000-16,-22.000-2.000 16,-17.000-8.000-1,-14.000-19.000-15,-4.000-20.000 16,10.000-8.000-16</inkml:trace>
  <inkml:trace contextRef="#ctx0" brushRef="#br0">26929.000 15298.000 0,'-3.000'53.000'16,"-9.000"37.000"-16,-12.000 20.000 16,-1.000-5.000-1,-1.000-27.000-15,6.000-32.000 16,6.000-24.000-1</inkml:trace>
  <inkml:trace contextRef="#ctx0" brushRef="#br0">27594.000 14787.000 0,'-9.000'38.000'0,"-12.000"14.000"31,-2.000-2.000-31,5.000-9.000 0,8.000-11.000 16,16.000-9.000-1,15.000-10.000-15,16.000-8.000 16,6.000-7.000-1,2.000-2.000-15,-3.000 2.000 16,-11.000 0.000 0,-9.000 5.000-16,-10.000 16.000 15,-10.000 16.000 1,-15.000 22.000-16,-13.000 28.000 16,-11.000 20.000-1,-6.000 14.000-15,-4.000 8.000 16,4.000-6.000-1,6.000-12.000-15,8.000-23.000 16,9.000-26.000 0,10.000-37.000-16,6.000-35.000 15,7.000-33.000 1,6.000-28.000-16,6.000-22.000 16,-2.000 12.000-16</inkml:trace>
  <inkml:trace contextRef="#ctx0" brushRef="#br0">27678.000 15119.000 0,'36.000'43.000'0,"13.000"31.000"16,-5.000 17.000-16,-14.000 15.000 15,-15.000 3.000 1,-7.000-8.000-16,-5.000-17.000 15,0.000-22.000 1,0.000-22.000-16,-3.000-40.000 16,2.000 5.000-1,-5.000-30.000-15,-4.000-25.000 16,-1.000 1.000 0</inkml:trace>
  <inkml:trace contextRef="#ctx0" brushRef="#br0">27694.000 15289.000 0,'0.000'38.000'15,"0.000"18.000"-15,-1.000-5.000 16,1.000-13.000 0,0.000-38.000-16,4.000 0.000 15,5.000-35.000-15,8.000-26.000 16,11.000-14.000-1,9.000-11.000-15,5.000 7.000 16,1.000 6.000 0,4.000 21.000-1,-4.000 17.000-15,-12.000 15.000 16,-9.000 10.000-16,-11.000 5.000 16,-6.000 11.000-1,-7.000 15.000-15,-7.000 19.000 16,-11.000 13.000-1,-4.000 5.000-15,3.000-7.000 16,3.000-9.000 0,12.000-10.000-16,11.000-7.000 15,16.000-8.000 1,13.000-9.000 0,12.000-8.000-16,3.000-2.000 15,-7.000-2.000-15,-12.000 3.000 16,-11.000 1.000-1,-14.000 11.000-15,-14.000 17.000 16,-14.000 15.000 0,-10.000 13.000-16,-4.000 7.000 15,5.000-7.000 1,11.000-11.000-16,12.000-11.000 16,11.000-10.000-1,11.000-8.000-15,9.000-10.000 16,7.000-7.000-16,2.000-7.000 15,1.000-7.000 1,-4.000-2.000 0,-5.000 2.000-16,-8.000 6.000 15,-6.000 3.000 1,-5.000-3.000-16,-9.000-3.000 16,-8.000-4.000-16,-8.000 0.000 15,1.000-2.000 1,3.000 0.000-16,8.000 0.000 15,12.000-4.000 1,14.000 2.000-16,15.000-1.000 16,-2.000 5.000-1</inkml:trace>
  <inkml:trace contextRef="#ctx0" brushRef="#br0">28653.000 15555.000 0,'0.000'0.000'0,"0.000"0.000"16,-9.000-8.000 0</inkml:trace>
  <inkml:trace contextRef="#ctx0" brushRef="#br0">29184.000 13771.000 0,'0.000'0.000'16,"0.000"0.000"-1,0.000 0.000-15,6.000 14.000 16,3.000 8.000-1,-2.000 3.000-15,0.000 5.000 16,-3.000 4.000 0,-2.000 3.000-16,-3.000 6.000 15,-2.000 8.000 1,0.000 2.000-16,-1.000 1.000 16,3.000 2.000-1,0.000-2.000-15,-2.000 2.000 16,0.000 3.000-1,-3.000 3.000-15,-1.000 3.000 16,-2.000 1.000 0,5.000 2.000-16,0.000 5.000 15,0.000-3.000 1,0.000 0.000-16,2.000-5.000 16,1.000 0.000-1,0.000 1.000-15,-1.000-1.000 16,-1.000-1.000-1,0.000 3.000 1,-1.000-4.000-16,1.000-4.000 16,0.000-5.000-16,-1.000-8.000 15,1.000-5.000-15,2.000-10.000 16,-2.000-7.000 0,-2.000-8.000-16,-5.000-6.000 15,3.000-7.000 1</inkml:trace>
  <inkml:trace contextRef="#ctx0" brushRef="#br0">29284.000 13796.000 0,'0.000'0.000'0,"0.000"0.000"0,-16.000 17.000 15,-7.000 10.000 1,-7.000 10.000-16,1.000 5.000 16,-2.000 3.000-1,2.000 1.000-15,3.000-3.000 16,7.000-9.000 0,7.000-10.000-16,5.000-12.000 15,7.000-12.000-15,-1.000-4.000 16,2.000-8.000-1,1.000 1.000-15</inkml:trace>
  <inkml:trace contextRef="#ctx0" brushRef="#br0">29326.000 13746.000 0,'21.000'29.000'16,"11.000"15.000"0,-1.000 7.000-16,1.000 2.000 15,-5.000-1.000 1,-1.000 1.000 0,-6.000-5.000-1,-8.000-8.000-15,-6.000-12.000 0</inkml:trace>
  <inkml:trace contextRef="#ctx0" brushRef="#br0">29999.000 13840.000 0,'0.000'0.000'0,"4.000"28.000"15,-1.000 19.000 1,-3.000 13.000-16,-3.000 9.000 16,1.000 12.000-1,-1.000 10.000 1,0.000 3.000-16,-4.000 4.000 16,1.000 0.000-16,1.000 0.000 15,-1.000-1.000 1,2.000-3.000-16,-2.000 1.000 15,2.000-2.000 1,0.000-7.000-16,-3.000-6.000 16,1.000-9.000-1,-1.000-7.000 1,3.000-8.000-16,-1.000-14.000 16,-2.000-12.000-16,0.000-16.000 15,-5.000-11.000 1,0.000-4.000-16</inkml:trace>
  <inkml:trace contextRef="#ctx0" brushRef="#br0">29721.000 15076.000 0,'11.000'18.000'16,"8.000"11.000"-16,1.000 13.000 15,1.000 9.000 1,2.000 4.000-16,-1.000 1.000 16,0.000-1.000-1,-2.000-4.000-15,1.000-5.000 16,0.000-9.000-1,0.000-9.000-15,4.000-18.000 16,7.000-30.000-16,8.000-35.000 16,11.000-38.000-1,6.000-30.000 1,5.000-14.000 0,-12.000 26.000-16</inkml:trace>
  <inkml:trace contextRef="#ctx0" brushRef="#br0">7917.000 15640.000 0,'0.000'0.000'0,"-24.000"6.000"16,-12.000 4.000-16,-8.000 2.000 15,-2.000 6.000 1,1.000 5.000-16,2.000 5.000 16,4.000 4.000-1,6.000 5.000-15,3.000 6.000 16,5.000 7.000-1,6.000 5.000-15,5.000-3.000 16,5.000-1.000 0,8.000-7.000-16,6.000-4.000 15,6.000-9.000 1,5.000-10.000-16,3.000-5.000 16,6.000-8.000-1,7.000-10.000-15,5.000-7.000 16,3.000-6.000-1,3.000-4.000-15,0.000-1.000 16,1.000-1.000 0,-6.000-2.000-16,-5.000-2.000 15,-6.000 7.000 1</inkml:trace>
  <inkml:trace contextRef="#ctx0" brushRef="#br0">8211.000 16195.000 0,'0.000'0.000'15,"0.000"0.000"-15</inkml:trace>
  <inkml:trace contextRef="#ctx0" brushRef="#br0">19236.000 15000.000 0,'0.000'0.000'0,"0.000"0.000"16,0.000 0.000-16,0.000 0.000 16,0.000 0.000-1,0.000 0.000-15,0.000 0.000 16,0.000 0.000-1,0.000 0.000-15,0.000 0.000 16,0.000 0.000 0,13.000-12.000-16,10.000-5.000 15,6.000 3.000-15,2.000 2.000 16,2.000 3.000 0,1.000 4.000-16,0.000 1.000 15,0.000-1.000 1,1.000 1.000-16,2.000-1.000 15,4.000 0.000 1,-1.000 1.000-16,3.000 4.000 16,0.000-2.000-1,-4.000 4.000-15,-1.000 1.000 16,-2.000 3.000-16,0.000-1.000 16,0.000-3.000-1,3.000 3.000 1,-1.000 1.000-16,0.000-1.000 15,0.000-1.000-15,-4.000 0.000 16,3.000 0.000 0,-4.000 0.000-16,2.000-1.000 15,1.000-1.000 1,-2.000-2.000-16,-1.000 0.000 16,-2.000 0.000-1,0.000 2.000-15,-1.000 2.000 16,-2.000-1.000-1,-3.000 1.000-15,2.000-1.000 16,3.000-2.000 0,-2.000-1.000-16,3.000 0.000 15,-3.000 2.000 1,-1.000 1.000-16,-4.000 0.000 16,-1.000 2.000-1,-1.000 0.000-15,-1.000 0.000 16,-4.000 2.000-1,3.000-3.000-15,-4.000 0.000 16,1.000 0.000-16,-3.000 5.000 16,4.000-2.000-1,-3.000 2.000-15,-1.000 0.000 16,-4.000 0.000 0,0.000 1.000-16,4.000 2.000 15,-1.000 0.000 1,0.000 3.000-16,-1.000 0.000 15,0.000 1.000 1,-1.000 5.000-16,-1.000 2.000 16,-1.000 2.000-16,0.000 0.000 15,2.000 0.000 1,-1.000 1.000 0,0.000-1.000-16,1.000 0.000 15,0.000-1.000 1,2.000 1.000-16,3.000 3.000 15,-1.000-3.000-15,3.000 2.000 16,1.000 2.000 0,1.000-2.000-16,1.000 1.000 15,-3.000-2.000 1,2.000-2.000-16,5.000 1.000 16,0.000-2.000-1,3.000 1.000-15,1.000 2.000 16,1.000-1.000-1,0.000-2.000-15,1.000-3.000 16,1.000 3.000 0,2.000-1.000-16,4.000 0.000 15,4.000 0.000 1,-1.000 1.000-16,1.000-4.000 16,1.000 0.000-16,-2.000-1.000 15,1.000 0.000 1,2.000 0.000-16,0.000 1.000 15,4.000 0.000 1,-1.000-2.000-16,1.000-2.000 16,-2.000 0.000-1,4.000 1.000-15,0.000-4.000 16,4.000 0.000 0,4.000-3.000-16,0.000-1.000 15,-2.000-2.000 1,4.000 1.000-16,1.000 2.000 15,0.000-3.000 1,4.000-1.000-16,0.000 2.000 16,3.000-2.000-1,2.000-2.000-15,-1.000 2.000 16,-1.000-2.000 0,0.000 4.000-16,5.000 0.000 15,0.000 2.000 1,5.000-1.000-16,1.000 2.000 15,0.000 0.000 1,-3.000-1.000 0,3.000 0.000-16,4.000 1.000 15,0.000-2.000-15,-1.000 2.000 16,0.000 0.000-16,1.000-1.000 16,2.000 1.000-1,1.000 0.000-15,2.000 0.000 16,2.000 1.000-1,-1.000-2.000-15,3.000 0.000 16,-1.000 1.000 0,0.000-2.000-16,0.000-2.000 15,1.000 0.000 1,1.000-3.000-16,-2.000-2.000 16,1.000 1.000-1,3.000 1.000-15,2.000 1.000 16,0.000 0.000-16,-2.000-1.000 15,-3.000 0.000 1,3.000 2.000 0,0.000 1.000-16,0.000-3.000 15,5.000 1.000 1,1.000-1.000-16,4.000 1.000 16,-4.000 1.000-16,0.000 3.000 15,1.000 2.000 1,-1.000 0.000-16,3.000-1.000 15,0.000-4.000 1,1.000 0.000-16,-3.000-2.000 16,1.000-2.000-1,5.000 0.000-15,6.000 2.000 16,2.000 0.000 0,-1.000 3.000-16,0.000-2.000 15,-1.000-1.000 1,1.000-2.000-16,0.000 1.000 15,2.000-1.000 1,-1.000-1.000-16,-1.000 1.000 16,0.000 4.000-1,-2.000 4.000-15,-1.000 4.000 16,-24.000-2.000 0</inkml:trace>
  <inkml:trace contextRef="#ctx0" brushRef="#br0">18108.000 14991.000 0,'0.000'0.000'15,"0.000"0.000"1,17.000 0.000-16,1.000 2.000 16,3.000 1.000-1,-3.000-1.000-15,-2.000 2.000 16,-5.000-1.000-1,5.000 0.000-15,0.000-2.000 16,0.000-2.000-16,-1.000-1.000 16,1.000 1.000-1,0.000 0.000-15,1.000 1.000 16,-1.000 0.000 0,1.000 0.000-16,1.000 0.000 15,0.000 1.000 1,-1.000-1.000-16,3.000-1.000 15,1.000 1.000 1,-2.000 0.000-16,2.000 0.000 16,-1.000 0.000-16,-1.000 0.000 15,2.000-3.000 1,0.000 2.000-16,0.000-1.000 16,-1.000 1.000-1,1.000 0.000-15,-1.000 1.000 16,-1.000 0.000-1,0.000-1.000-15,0.000 0.000 16,2.000-1.000 0,1.000-2.000-16,0.000 0.000 15,-3.000 1.000 1,0.000 0.000-16,1.000 2.000 16,-1.000 1.000-1,1.000 0.000-15,-3.000-2.000 16,-1.000-1.000-1,0.000 3.000-15,0.000 2.000 16,0.000-2.000-16,1.000 0.000 16,3.000 0.000-1,-6.000 0.000-15,0.000 0.000 16,1.000 0.000 0,0.000 0.000-16,-1.000 2.000 15,0.000 1.000 1,1.000-3.000-16,0.000 2.000 15,1.000 0.000-15,0.000-3.000 16,1.000 0.000 0,0.000-1.000-16,0.000 1.000 15,-3.000 0.000 1,3.000-1.000-16,2.000-2.000 16,-2.000-1.000-1,-2.000 3.000-15,-1.000 0.000 16,4.000-2.000-1,-4.000 1.000-15,-2.000 3.000 16,1.000 0.000 0,4.000-1.000-16,-3.000-2.000 15,-2.000 0.000-15,1.000 1.000 16,0.000 1.000 0,3.000-3.000-16,-3.000 1.000 15,2.000 2.000 1,-1.000 0.000-16,2.000-2.000 15,-2.000 1.000 1,-2.000-1.000-16,1.000 0.000 16,1.000-1.000-1,-1.000 2.000-15,-1.000 2.000 16,1.000 2.000-16,-2.000-1.000 16,0.000-1.000-1,1.000 0.000-15,-1.000-1.000 16,1.000-2.000-1,-2.000-4.000-15,-7.000-3.000 16,-3.000-1.000 0</inkml:trace>
  <inkml:trace contextRef="#ctx0" brushRef="#br0">9052.000 15572.000 0,'0.000'0.000'0,"0.000"0.000"15,0.000 0.000-15,0.000 0.000 16,17.000 11.000 0,11.000 1.000-16,7.000-5.000 15,9.000-9.000 1,9.000-9.000-16,5.000-2.000 15,-1.000-2.000 1,-1.000-1.000-16,-6.000 3.000 16,-7.000 3.000-16,-11.000 1.000 15,-10.000 3.000 1,-11.000-2.000-16,-9.000-3.000 16,-6.000-5.000-1,-8.000-7.000-15,-2.000-4.000 16,2.000-5.000-1,0.000-1.000-15,2.000-2.000 16,1.000 1.000 0,-2.000 5.000-16,-3.000 3.000 15,3.000 4.000 1,2.000 6.000-16,-1.000 5.000 16,2.000 8.000-1,-2.000 11.000-15,-1.000 16.000 16,0.000 17.000-16,5.000 18.000 15,3.000 15.000 1,4.000 18.000 0,1.000 13.000-16,1.000 5.000 15,3.000-5.000 1,-1.000-4.000-16,-4.000-12.000 16,-1.000-10.000-1,1.000-16.000-15,-3.000-15.000 16,-2.000-17.000-1,-5.000-18.000-15,-3.000-25.000 16,-1.000-24.000 0,0.000-20.000-16,3.000 6.000 15</inkml:trace>
  <inkml:trace contextRef="#ctx0" brushRef="#br0">9355.000 15716.000 0,'-21.000'36.000'0,"-14.000"21.000"15,-6.000 6.000-15,2.000-6.000 16,7.000-13.000 0,10.000-15.000-16,7.000-21.000 15,9.000-17.000 1,15.000-17.000-16,12.000-12.000 15,0.000 5.000 1</inkml:trace>
  <inkml:trace contextRef="#ctx0" brushRef="#br0">9414.000 15725.000 0,'23.000'30.000'15,"8.000"17.000"1,-6.000 6.000-16,-6.000 0.000 15,-6.000-7.000 1,-11.000-13.000-16,-6.000-18.000 16,-1.000-10.000-16</inkml:trace>
  <inkml:trace contextRef="#ctx0" brushRef="#br0">9649.000 15588.000 0,'0.000'0.000'16,"0.000"38.000"-16,-3.000 30.000 15,-7.000 14.000 1,-3.000 8.000-16,0.000-7.000 16,1.000-15.000-1,2.000-24.000-15,10.000-44.000 16,-2.000 7.000-1,7.000-32.000-15,5.000-26.000 16,-1.000-18.000 0,3.000-11.000-16,-1.000-8.000 15,-3.000-1.000 1,0.000 9.000-16,2.000 16.000 16,4.000 21.000-1,-2.000 18.000-15,-3.000 8.000 16,-3.000 8.000-16,-6.000 9.000 15,0.000 0.000 1,6.000-6.000-16,3.000 0.000 16,5.000-3.000-1,3.000 1.000-15,6.000-5.000 16,2.000 3.000 0,-1.000 2.000-16,-5.000 1.000 15,0.000 3.000 1,-2.000 3.000-16,-1.000 7.000 15,-1.000 13.000-15,-1.000 12.000 16,-6.000 16.000 0,-3.000 21.000-1,-3.000 16.000 1,-6.000 10.000-16,1.000 3.000 16,-1.000-3.000-16,0.000-10.000 15,0.000-20.000 1,-3.000-22.000-16,-3.000-24.000 15,-1.000-21.000-15,-1.000-19.000 16,-3.000-23.000 0,-2.000-16.000-1,-3.000-8.000-15,2.000-3.000 16,2.000 10.000-16,5.000 15.000 16,8.000 24.000-1,8.000 14.000-15,-5.000 9.000 16,5.000 3.000-1,1.000 9.000-15,0.000 12.000 16,-2.000 15.000 0,-6.000 7.000-16,-3.000 11.000 15,-4.000-1.000 1,-3.000-1.000 0,-2.000-9.000-16,1.000-13.000 15,5.000-15.000-15,3.000-21.000 16,4.000-23.000-1,6.000-25.000-15,10.000-24.000 16,10.000-13.000 0,0.000 17.000-16</inkml:trace>
  <inkml:trace contextRef="#ctx0" brushRef="#br0">10280.000 15204.000 0,'0.000'38.000'16,"-19.000"25.000"-1,-21.000 5.000-15,-12.000 1.000 16,-3.000-13.000 0,8.000-22.000-16,19.000-27.000 15,15.000-8.000 1</inkml:trace>
  <inkml:trace contextRef="#ctx0" brushRef="#br0">10372.000 15426.000 0,'21.000'10.000'16,"7.000"6.000"0,-6.000 5.000-16,-8.000 3.000 15,-12.000 1.000-15,-13.000-9.000 16,-3.000-3.000-1</inkml:trace>
  <inkml:trace contextRef="#ctx0" brushRef="#br0">10263.000 15725.000 0,'0.000'0.000'0,"-5.000"30.000"15,-2.000 14.000 1,-2.000 3.000-16,-2.000-4.000 16,2.000-9.000-1,3.000-12.000-15,3.000-8.000 16,3.000-14.000 0,9.000-5.000-16,15.000-21.000 15,16.000-18.000 1,12.000-14.000-16,13.000-7.000 15,9.000 3.000 1,3.000 8.000-16,1.000 13.000 16,-6.000 12.000-1,-9.000 13.000-15,-13.000 12.000 16,-10.000 6.000 0,-13.000 5.000-16,-12.000 6.000 15,-13.000-1.000 1,-11.000 1.000-16,-8.000-4.000 15,-8.000-9.000 1,-5.000-7.000-16,2.000-8.000 16,6.000 2.000-16,4.000 2.000 15,7.000 3.000 1,11.000 8.000-16,-4.000 13.000 16,4.000 21.000-1,0.000 25.000-15,-2.000 26.000 16,-5.000 18.000-1,-1.000 9.000-15,1.000 1.000 16,3.000-10.000 0,1.000-20.000-16,5.000-25.000 15,3.000-29.000 1,4.000-34.000-16,3.000-28.000 16,-2.000-3.000-1</inkml:trace>
  <inkml:trace contextRef="#ctx0" brushRef="#br0">11061.000 15289.000 0,'15.000'107.000'0,"-3.000"48.000"15,-10.000 9.000 1,-9.000-20.000-16,-2.000-24.000 16,-1.000-36.000-1,1.000-32.000 1,9.000-52.000-16,-1.000 0.000 16,3.000-19.000-16</inkml:trace>
  <inkml:trace contextRef="#ctx0" brushRef="#br0">11230.000 15607.000 0,'53.000'-21.000'16,"27.000"-8.000"-16,4.000 6.000 15,-9.000 11.000 1,-13.000 16.000-16,-18.000 12.000 15,-20.000 11.000 1,-22.000 6.000-16,-18.000-2.000 16,-18.000-7.000-1,-10.000-12.000-15,-6.000-15.000 16,2.000-9.000 0,12.000-1.000-16</inkml:trace>
  <inkml:trace contextRef="#ctx0" brushRef="#br0">11339.000 15649.000 0,'4.000'52.000'16,"-1.000"28.000"-16,-7.000 8.000 15,-8.000-5.000 1,-5.000-13.000 0,-3.000-24.000-16,1.000-30.000 15,8.000-31.000 1,10.000-31.000-1,9.000-27.000-15,5.000-23.000 0,6.000-12.000 16,7.000-2.000 0,0.000 10.000-16,-1.000 18.000 15,-4.000 25.000 1,-7.000 21.000-16,-6.000 16.000 16,-1.000 10.000-1,0.000 11.000-15,3.000 14.000 16,4.000 16.000-1,6.000 17.000-15,7.000 15.000 16,3.000 10.000 0,3.000 2.000-16,-9.000-2.000 15,-5.000-4.000 1,-7.000-11.000 0,-9.000-11.000-16,-9.000-6.000 15,-8.000-14.000-15,-8.000-9.000 16,-6.000-12.000-1,-8.000-15.000 1,4.000-6.000-16,9.000 0.000 16,12.000 1.000-16,12.000 2.000 15,15.000 3.000 1,16.000 3.000-16,11.000 5.000 16,11.000 2.000-1,2.000-1.000-15,-2.000-1.000 16,-4.000-5.000-1,-7.000-6.000-15,-10.000-7.000 16,-7.000-10.000 0,-9.000-10.000-16,-13.000-9.000 15,-4.000 7.000 1</inkml:trace>
  <inkml:trace contextRef="#ctx0" brushRef="#br0">11860.000 15401.000 0,'36.000'-1.000'0,"23.000"-2.000"16,8.000-3.000-1,5.000 2.000-15,-3.000-1.000 32,-4.000 1.000-32,-3.000 1.000 0,-8.000 1.000 15,-7.000-2.000 1,-9.000-1.000-16,-17.000-8.000 15,-13.000-5.000 1,-19.000-10.000-16,-19.000-3.000 16,-13.000-3.000-1,-12.000 5.000-15,-2.000 10.000 16,9.000 22.000 0,10.000 10.000-16,14.000 5.000 15,11.000 12.000 1,9.000 11.000-16,0.000 9.000 15,1.000 3.000 1,2.000 1.000-16,0.000-10.000 16,2.000-16.000-1,2.000-21.000-15,4.000-22.000 16,-1.000-3.000 0</inkml:trace>
  <inkml:trace contextRef="#ctx0" brushRef="#br0">12331.000 15204.000 0,'0.000'0.000'0,"10.000"29.000"16,-4.000 21.000 0,-10.000 10.000-16,-13.000 6.000 15,-11.000-2.000-15,-3.000-15.000 16,-8.000-16.000-1,6.000-13.000-15</inkml:trace>
  <inkml:trace contextRef="#ctx0" brushRef="#br0">12020.000 15588.000 0,'61.000'-6.000'16,"26.000"-4.000"-1,1.000 1.000-15,-9.000 5.000 16,-13.000 6.000 0,-14.000 10.000-16,-14.000 9.000 15,-19.000 8.000 1,-19.000 5.000-16,-20.000 0.000 16,-14.000-12.000-1,-8.000-13.000-15,-3.000-13.000 16,7.000-4.000-1</inkml:trace>
  <inkml:trace contextRef="#ctx0" brushRef="#br0">12230.000 15623.000 0,'0.000'0.000'0,"15.000"43.000"16,0.000 38.000 0,-6.000 28.000-16,-9.000 16.000 15,-4.000-11.000 1,-2.000-31.000-16</inkml:trace>
  <inkml:trace contextRef="#ctx0" brushRef="#br0">12836.000 15196.000 0,'4.000'19.000'0,"4.000"10.000"16,4.000-2.000 0,-4.000-4.000-16,-5.000-8.000 15,-1.000-8.000 1</inkml:trace>
  <inkml:trace contextRef="#ctx0" brushRef="#br0">12760.000 15597.000 0,'-3.000'45.000'16,"0.000"23.000"-16,-2.000 8.000 15,1.000 1.000 1,1.000-8.000-16,3.000-13.000 15,1.000-18.000 1</inkml:trace>
  <inkml:trace contextRef="#ctx0" brushRef="#br0">13080.000 15221.000 0,'20.000'-1.000'15,"12.000"-3.000"1,5.000-2.000-16,-3.000-2.000 16,-4.000 1.000-1,-3.000 4.000-15,-5.000 2.000 16,0.000 2.000-1,-3.000 1.000-15,-1.000 1.000 16,-1.000 2.000-16,-6.000 2.000 16,-3.000 2.000-1,1.000 4.000 1,-3.000 3.000-16,-2.000 5.000 16,-2.000 4.000-16,-1.000 8.000 15,-1.000 9.000 1,0.000 14.000-16,0.000 17.000 15,-1.000 18.000 1,1.000 16.000-16,1.000 2.000 16,5.000 4.000-1,3.000-3.000-15,-4.000-4.000 16,-5.000-12.000 0,-4.000-13.000-16,-5.000-14.000 15,-2.000-17.000 1,-9.000-20.000-16,-8.000-25.000 15,-8.000-31.000 1,-11.000-27.000-16,-6.000-17.000 16,-1.000-14.000-1,12.000 13.000-15</inkml:trace>
  <inkml:trace contextRef="#ctx0" brushRef="#br0">12954.000 15615.000 0,'4.000'34.000'0,"2.000"9.000"16,0.000-5.000-16,-2.000-9.000 16,-1.000-11.000-1,4.000-14.000-15,-2.000-13.000 16,2.000-16.000-1,1.000-10.000-15,5.000-11.000 16,3.000 2.000 0,3.000 4.000-16,-1.000 10.000 15,2.000 9.000 1,-1.000 8.000-16,-1.000 10.000 16,3.000 10.000-1,2.000 14.000-15,-5.000 13.000 16,-1.000 13.000-1,-8.000-1.000-15,-6.000 0.000 16,-4.000-6.000 0,-5.000-6.000-16,-4.000-6.000 15,-7.000-10.000 1,-7.000-13.000-16,-3.000-12.000 16,0.000-8.000-1,5.000-7.000-15,12.000-5.000 16,12.000-5.000-1,15.000-1.000-15,15.000 3.000 16,12.000 2.000 0,2.000 6.000-16,1.000 4.000 15,-4.000 5.000 1,-10.000 7.000 0,-9.000 4.000-16,-24.000 2.000 15,7.000-9.000-15,-8.000 2.000 16</inkml:trace>
  <inkml:trace contextRef="#ctx0" brushRef="#br0">13803.000 15239.000 0,'8.000'19.000'15,"-5.000"17.000"-15,-16.000 8.000 16,-17.000 0.000 0,1.000-12.000-16</inkml:trace>
  <inkml:trace contextRef="#ctx0" brushRef="#br0">13728.000 15691.000 0,'-3.000'42.000'0,"-4.000"12.000"15,0.000-3.000 1,1.000-13.000-16,2.000-17.000 16,4.000-19.000-16,6.000-18.000 15,5.000-17.000 1,8.000-11.000-16,2.000-5.000 15,1.000 5.000 1,5.000 4.000-16,-3.000 11.000 16,-1.000 10.000-1,0.000 9.000-15,0.000 10.000 16,0.000 7.000 0,-1.000 4.000-16,-2.000 12.000 15,-3.000 7.000 1,-8.000 9.000-16,-8.000 2.000 15,-8.000 4.000 1,-8.000-6.000-16,-7.000-7.000 16,-2.000-14.000-16,0.000-14.000 15,7.000-18.000 1,7.000-11.000-16,10.000-14.000 16,12.000-8.000-1,11.000-2.000 1,4.000 2.000-16,4.000 6.000 15,1.000 7.000 1,-4.000 8.000-16,0.000 7.000 16,-2.000 11.000-1,0.000 15.000-15,-1.000 15.000 16,0.000 19.000 0,-4.000 21.000-16,-5.000 17.000 15,-6.000 10.000 1,-4.000 0.000-16,-6.000-13.000 15,-3.000-13.000 1,-1.000-19.000-16,-1.000-22.000 16,-3.000-24.000-1,-4.000-25.000-15,-1.000-21.000 16,-4.000-19.000 0,0.000-9.000-16,2.000 3.000 15,7.000 15.000 1,6.000 23.000-16,4.000 16.000 15,-2.000 19.000-15,0.000 0.000 16,6.000 2.000 0,3.000 11.000-16,0.000 1.000 15,3.000-3.000 1,3.000-5.000-16,-1.000-12.000 16,-2.000-3.000-1</inkml:trace>
  <inkml:trace contextRef="#ctx0" brushRef="#br0">14551.000 15350.000 0,'50.000'-1.000'0,"16.000"-5.000"15,-2.000-1.000 1,-9.000-3.000-16,-15.000 0.000 16,-11.000-2.000-1,-12.000-4.000-15,-14.000-6.000 16,-5.000 3.000 0</inkml:trace>
  <inkml:trace contextRef="#ctx0" brushRef="#br0">14543.000 15094.000 0,'-6.000'45.000'0,"0.000"22.000"16,-1.000 5.000-1,3.000-3.000-15,1.000-4.000 16,1.000-14.000-1,-1.000-10.000 1,-2.000-19.000-16,1.000-10.000 16</inkml:trace>
  <inkml:trace contextRef="#ctx0" brushRef="#br0">14409.000 15597.000 0,'8.000'45.000'16,"2.000"11.000"-16,0.000-10.000 16,-2.000-13.000-1,0.000-19.000-15,1.000-16.000 16,0.000-17.000 0,-1.000-13.000-16,-2.000-8.000 15,-2.000-4.000 1,-1.000 1.000-16,3.000 7.000 15,2.000 10.000 1,-1.000 10.000 0,5.000 6.000-16,2.000 3.000 15,7.000 4.000-15,8.000 3.000 16,4.000 2.000 0,1.000 2.000-16,-3.000 2.000 15,-3.000-1.000 1,-6.000 2.000-16,-10.000 8.000 15,-15.000 13.000 1,-19.000 7.000-16,-11.000 6.000 16,-5.000-1.000-1,1.000-7.000-15,7.000-8.000 16,11.000-9.000 0,14.000-3.000-16,13.000-5.000 15,13.000-2.000-15,9.000-6.000 16,7.000-7.000-1,3.000-6.000-15,4.000-2.000 16,-2.000-2.000 0,-7.000 3.000-16,-10.000 5.000 15,-25.000 9.000 1,-1.000 2.000-16,-9.000 3.000 16</inkml:trace>
  <inkml:trace contextRef="#ctx0" brushRef="#br0">14409.000 15989.000 0,'26.000'18.000'16,"20.000"-2.000"-16,11.000-3.000 16,5.000-11.000-1,1.000-6.000-15,-1.000-3.000 16,-5.000-3.000-1,-2.000-1.000-15,-11.000-1.000 16,-12.000 1.000 0</inkml:trace>
  <inkml:trace contextRef="#ctx0" brushRef="#br0">15182.000 15520.000 0,'0.000'0.000'16,"0.000"0.000"-16,0.000 0.000 16,39.000-1.000-1,22.000 0.000-15,6.000-2.000 16,-1.000-3.000 0,-7.000 1.000-16,-9.000-3.000 15,-13.000-1.000 1,-11.000-4.000-16,-13.000-5.000 15,-20.000-4.000 1,-16.000-1.000-16,-9.000-1.000 16,-7.000 6.000-1,4.000 1.000-15,5.000 10.000 16,12.000 6.000 0,7.000 4.000-16,6.000 4.000 15,4.000 12.000 1,4.000 15.000-16,3.000 21.000 31,1.000 16.000-31,-4.000 11.000 0,-1.000 5.000 16,-2.000-3.000-1,0.000-8.000-15,-1.000-16.000 16,-3.000-14.000 0,-6.000-12.000-16,-6.000-13.000 15,-7.000-13.000 1,-6.000-16.000-16,-3.000-13.000 15,6.000-4.000 1,6.000-3.000-16,13.000 1.000 16,13.000-3.000-1,17.000 2.000-15,10.000 0.000 16,9.000-1.000 0,2.000 3.000-16,2.000 0.000 15,-2.000-6.000 1,-7.000-4.000-16,-8.000-5.000 15,-10.000-4.000 1,-8.000 7.000 0</inkml:trace>
  <inkml:trace contextRef="#ctx0" brushRef="#br0">15560.000 15213.000 0,'40.000'-9.000'0,"9.000"-1.000"16,4.000-1.000 0,-10.000 4.000-16,-2.000 4.000 15,-11.000 3.000 1,-7.000 6.000-16,-6.000 4.000 16,-6.000 8.000-1,-8.000 7.000-15,-10.000 12.000 16,-9.000 16.000-1,-10.000 22.000-15,-6.000 26.000 16,-8.000 26.000 0,-1.000 14.000-16,2.000 2.000 15,10.000-12.000 1,5.000-20.000-16,8.000-24.000 16,4.000-25.000-1,5.000-28.000-15,0.000-26.000 16,3.000-25.000-16,0.000-27.000 15,4.000-18.000 1,-9.000-25.000-16,-3.000 10.000 16</inkml:trace>
  <inkml:trace contextRef="#ctx0" brushRef="#br0">15847.000 15409.000 0,'43.000'7.000'0,"9.000"0.000"15,-9.000 4.000 1,-18.000 6.000-16,-22.000 6.000 16,-18.000 10.000-1,-13.000 9.000-15,-11.000 0.000 16,1.000-2.000-1,3.000-8.000-15,12.000-9.000 16,9.000-8.000 0,14.000-15.000-1,0.000 9.000-15,13.000-3.000 0,6.000-4.000 16,5.000 2.000 0,-1.000-3.000-16,-6.000 6.000 15,-11.000 13.000 1,-11.000 13.000-16,-18.000 12.000 15,-15.000 6.000 1,-6.000-2.000-16,3.000-5.000 16,8.000-11.000-1,11.000-12.000-15,22.000-21.000 16,3.000 4.000 0,21.000-11.000-16,15.000-10.000 15,7.000-5.000 1,-1.000 4.000-16,-4.000 4.000 15,-7.000 7.000 1,-8.000 9.000-16,-9.000 10.000 16,-4.000 13.000-16,-2.000 2.000 31,-2.000 1.000-31,2.000-2.000 0,3.000-3.000 16,6.000-7.000-1,6.000-7.000-15,4.000-9.000 16,3.000-6.000-1,-2.000-7.000-15,0.000-5.000 16,-8.000-1.000 0,-3.000 2.000-16,-11.000-1.000 15,-13.000 1.000 1,-18.000 3.000-16,-14.000 10.000 16,-5.000 11.000-1,-1.000 9.000-15,4.000 1.000 16,12.000-6.000-16,14.000-10.000 15,19.000-14.000 1,19.000-16.000-16,15.000-13.000 16,6.000-3.000-1,-7.000 7.000 1</inkml:trace>
  <inkml:trace contextRef="#ctx0" brushRef="#br0">16292.000 15409.000 0,'24.000'7.000'16,"13.000"2.000"0,2.000-1.000-16,1.000-3.000 15,-5.000-5.000 1,-8.000-4.000-16,-8.000-1.000 15</inkml:trace>
  <inkml:trace contextRef="#ctx0" brushRef="#br0">16410.000 15547.000 0,'9.000'8.000'0,"3.000"2.000"15,-5.000 0.000-15,0.000-3.000 16,-7.000-7.000 0,0.000 0.000-16,0.000 0.000 15,0.000 0.000 1,9.000 4.000-16,4.000-3.000 15,2.000-1.000 1,5.000-1.000 0,5.000-2.000-16,4.000 0.000 0,5.000-1.000 15,1.000-3.000 1,-3.000 3.000-16,-7.000 0.000 16,-7.000 2.000-1,-7.000 0.000-15,-11.000 2.000 16,-3.000 6.000-1,-11.000 4.000-15,-7.000 3.000 16,0.000 0.000 0,-2.000 1.000-16,-1.000 1.000 15,5.000 6.000 1,1.000 8.000-16,-1.000 9.000 16,4.000 9.000-1,1.000 5.000-15,2.000-2.000 16,1.000-7.000-1,3.000-13.000-15,5.000-9.000 16,4.000-10.000 0,6.000-5.000-1,5.000-10.000-15,7.000-13.000 16,7.000-7.000-16,8.000-3.000 16,0.000 5.000-1,-1.000 12.000-15,-5.000 15.000 16,-5.000 15.000-16,-9.000 17.000 15,-9.000 13.000 1,-7.000-1.000 0,-4.000-6.000-16,0.000-12.000 15,1.000-16.000-15,1.000-15.000 16,4.000-26.000 0,4.000-25.000-16,6.000-18.000 15,2.000-15.000 1,2.000-2.000-16,-4.000 18.000 15</inkml:trace>
  <inkml:trace contextRef="#ctx0" brushRef="#br0">16788.000 15572.000 0,'22.000'8.000'16,"18.000"1.000"-16,15.000 1.000 15,8.000-2.000 1,5.000 3.000-16,-1.000 3.000 15,-6.000 8.000 1,-13.000 6.000-16,-22.000 17.000 16,-24.000 12.000-1,-24.000 5.000-15,-17.000-4.000 16,-12.000-16.000 0,-1.000-23.000-16,8.000-27.000 15,14.000-23.000 1,10.000-3.000-16</inkml:trace>
  <inkml:trace contextRef="#ctx0" brushRef="#br0">17099.000 15384.000 0,'-3.000'45.000'15,"-9.000"30.000"-15,-14.000 12.000 16,-6.000-1.000-1,-1.000-15.000 1,5.000-24.000-16,12.000-29.000 16,8.000-16.000-16</inkml:trace>
  <inkml:trace contextRef="#ctx0" brushRef="#br0">17386.000 15434.000 0,'23.000'91.000'15,"2.000"33.000"1,-16.000 0.000-16,-10.000-20.000 16,-4.000-29.000-1,1.000-30.000-15,4.000-45.000 16,-3.000 14.000-1</inkml:trace>
  <inkml:trace contextRef="#ctx0" brushRef="#br0">17436.000 15426.000 0,'21.000'-10.000'0,"12.000"-7.000"16,8.000-4.000-16,9.000-1.000 16,1.000 2.000-1,-1.000 0.000-15,-2.000 8.000 16,-5.000 2.000 0,-6.000 7.000-16,-7.000 6.000 15,-2.000 5.000 1,-6.000 8.000-16,-8.000 9.000 15,-4.000 10.000 1,-5.000 11.000-16,0.000 14.000 16,-2.000 21.000-1,-6.000 17.000-15,0.000 15.000 16,0.000 3.000 0,0.000-3.000-16,2.000-6.000 15,2.000-12.000 1,-2.000-12.000-16,-2.000-21.000 15,-3.000-18.000 1,-4.000-22.000-16,-5.000-22.000 16,-3.000-25.000-1,-1.000-27.000-15,1.000-19.000 16,-6.000-13.000 0,1.000-9.000-16,-6.000 2.000 15,-6.000 2.000 1,-3.000 9.000-1,3.000 13.000-15,7.000 20.000 16,10.000 16.000 0,8.000 13.000-16,7.000 7.000 15,8.000 1.000-15,7.000 3.000 16,10.000 1.000 0,5.000 2.000-16,-2.000 4.000 15,1.000 2.000 1,-5.000 3.000-16,-2.000 2.000 15,-6.000 10.000 1,-7.000 7.000-16,-11.000 7.000 16,-9.000 2.000-1,-8.000-3.000-15,0.000-2.000 16,2.000-9.000 0,9.000-7.000-16,11.000-12.000 15,0.000 0.000-15,0.000 0.000 16,7.000 4.000-1,14.000-5.000-15,4.000-1.000 16,4.000 8.000 0,-4.000 3.000-16,-4.000 7.000 15,-7.000 5.000 1,-9.000 5.000-16,-8.000 1.000 16,-10.000 0.000-1,-6.000-5.000-15,-3.000-2.000 16,-1.000-8.000-1,4.000-9.000-15,3.000-16.000 16,7.000-15.000 0,12.000-15.000-16,12.000-9.000 15,9.000-3.000 1,-2.000 11.000-16</inkml:trace>
  <inkml:trace contextRef="#ctx0" brushRef="#br0">18142.000 15572.000 0,'37.000'4.000'16,"18.000"-1.000"-16,6.000-5.000 15,-1.000-2.000 1,-1.000 0.000-16,-3.000-3.000 15,-6.000 2.000 1,-9.000 2.000-16,-13.000-1.000 16,-12.000 1.000-16,-16.000 3.000 15,-3.000-9.000 1,-16.000-4.000-16,-6.000-11.000 16,-5.000-11.000-1,5.000 3.000-15</inkml:trace>
  <inkml:trace contextRef="#ctx0" brushRef="#br0">18361.000 15231.000 0,'9.000'56.000'0,"7.000"36.000"16,-3.000 24.000-1,-5.000 12.000-15,-8.000-3.000 16,-2.000-6.000-1,-3.000-18.000 1,1.000-20.000-16,-2.000-29.000 16,2.000-25.000-1,3.000-28.000-15,2.000-9.000 16</inkml:trace>
  <inkml:trace contextRef="#ctx0" brushRef="#br0">18386.000 15657.000 0,'-16.000'38.000'16,"-10.000"18.000"-16,-5.000-2.000 16,-1.000-8.000-16,3.000-13.000 15,6.000-13.000 1,12.000-24.000-1,13.000-20.000-15,5.000-1.000 16</inkml:trace>
  <inkml:trace contextRef="#ctx0" brushRef="#br0">18496.000 15777.000 0,'21.000'45.000'16,"10.000"17.000"-16,-7.000 0.000 15,-11.000-14.000 1,-6.000-16.000-16,-7.000-32.000 16,5.000-3.000-1,-1.000-14.000-15</inkml:trace>
  <inkml:trace contextRef="#ctx0" brushRef="#br0">18714.000 15588.000 0,'11.000'73.000'0,"-1.000"36.000"15,-8.000 10.000 1,-8.000-13.000 0,-2.000-21.000-16,1.000-21.000 15,3.000-27.000-15,4.000-37.000 16,5.000-4.000-1,2.000-15.000-15</inkml:trace>
  <inkml:trace contextRef="#ctx0" brushRef="#br0">18773.000 15393.000 0,'0.000'0.000'0,"0.000"0.000"16,0.000 0.000-16,19.000-11.000 16,15.000-5.000-1,14.000-3.000 1,7.000 3.000-16,0.000 3.000 16,-7.000 6.000-16,-7.000 1.000 15,-11.000 6.000 1,-9.000 3.000-16,-9.000 2.000 15,-3.000 8.000 1,-7.000 6.000-16,-3.000 9.000 16,-3.000 14.000-1,-3.000 17.000-15,0.000 18.000 16,-5.000 15.000-16,-1.000 20.000 16,1.000 14.000-1,7.000 2.000 1,5.000-9.000-16,8.000-18.000 15,3.000-24.000-15,-1.000-25.000 16,-4.000-26.000 0,-6.000-19.000-16,-7.000-26.000 15,-6.000-28.000 1,-4.000-19.000-16,-11.000 2.000 16,2.000 17.000-1</inkml:trace>
  <inkml:trace contextRef="#ctx0" brushRef="#br0">18773.000 15597.000 0,'17.000'11.000'16,"9.000"5.000"-16,2.000-2.000 15,-3.000-2.000 1,-4.000 1.000-16,3.000-3.000 15,3.000 1.000 1,-3.000 4.000-16,-5.000-1.000 16,-10.000 6.000-1,-14.000 8.000-15,-19.000 6.000 16,-13.000 7.000 0,-7.000-1.000-16,5.000-6.000 15,7.000-6.000-15,9.000-10.000 16,14.000-2.000-1,17.000-7.000-15,15.000-2.000 16,12.000-1.000 0,10.000-1.000-16,3.000 0.000 15,-7.000 3.000 1,-10.000 2.000-16,-11.000 7.000 16,-17.000 9.000-1,-21.000 6.000-15,-16.000 5.000 16,-13.000-1.000-1,-7.000-2.000-15,4.000-4.000 16,14.000-8.000 0,13.000-8.000-1,9.000-5.000-15,14.000-9.000 16,5.000 2.000-16,13.000-3.000 16,10.000 0.000-1,3.000-3.000-15,7.000-1.000 16,4.000 5.000-1,3.000 3.000-15,2.000 0.000 16,3.000-3.000 0,1.000-7.000-16,1.000-12.000 15,0.000-11.000 1,-11.000 3.000-16</inkml:trace>
  <inkml:trace contextRef="#ctx0" brushRef="#br0">19454.000 16212.000 0,'13.000'-21.000'15,"4.000"-5.000"-15</inkml:trace>
  <inkml:trace contextRef="#ctx0" brushRef="#br0">9312.000 17005.000 0,'0.000'0.000'15,"5.000"21.000"-15,-2.000 19.000 16,-1.000 14.000 0,-5.000 14.000-16,-4.000 11.000 15,0.000 12.000 1,1.000 2.000-16,0.000-6.000 15,3.000-9.000 1,0.000-18.000-16,2.000-16.000 16,-5.000-15.000-1,-7.000-17.000-15,-6.000-22.000 16,4.000-3.000 0</inkml:trace>
  <inkml:trace contextRef="#ctx0" brushRef="#br0">9296.000 16988.000 0,'24.000'-7.000'16,"16.000"-6.000"-16,10.000-6.000 15,1.000 0.000 1,1.000 4.000-16,-1.000 4.000 16,-2.000 2.000-1,-5.000 5.000-15,-2.000 3.000 16,-1.000-1.000 0,-4.000 2.000-16,-2.000 0.000 15,-9.000 0.000 1,-7.000 0.000-16,-8.000 0.000 15,-11.000 0.000-15,0.000 0.000 16,0.000 0.000 0,8.000 7.000-16,-5.000 10.000 15,-3.000 8.000 1,-2.000 14.000-16,-4.000 12.000 16,-3.000 17.000-1,0.000 16.000-15,3.000 19.000 16,2.000 18.000-1,0.000 10.000-15,3.000-1.000 16,2.000-8.000 0,5.000-14.000-16,1.000-15.000 15,-2.000-19.000 1,-5.000-18.000-16,-4.000-23.000 16,-7.000-21.000-1,-10.000-24.000-15,-8.000-23.000 16,-9.000-24.000-1,-7.000-15.000-15,-3.000-13.000 16,8.000 15.000 0</inkml:trace>
  <inkml:trace contextRef="#ctx0" brushRef="#br0">9380.000 17124.000 0,'0.000'0.000'0,"22.000"-5.000"16,13.000-6.000-1,6.000 0.000-15,-1.000 5.000 16,-3.000 6.000 0,-3.000 6.000-16,-7.000 9.000 15,-11.000 10.000 1,-12.000 5.000-16,-11.000 8.000 15,-12.000 4.000 1,-8.000 3.000 0,-3.000-4.000-16,2.000-11.000 15,8.000-9.000-15,6.000-10.000 16,14.000-11.000 0,0.000 0.000-16,3.000-4.000 15,15.000-12.000-15,10.000-3.000 16,8.000-1.000-1,2.000 6.000-15,-3.000 5.000 16,-7.000 6.000 0,-7.000 6.000-16,-8.000 3.000 15,-8.000 9.000 1,-8.000 9.000-16,-14.000 9.000 16,-14.000 5.000-1,-14.000 0.000 1,-6.000-2.000-16,0.000-5.000 15,6.000-11.000-15,8.000-11.000 16,16.000-6.000 0,12.000-10.000-16,17.000-12.000 15,13.000-12.000 1,11.000-3.000-16,-5.000 4.000 16</inkml:trace>
  <inkml:trace contextRef="#ctx0" brushRef="#br0">9960.000 17390.000 0,'47.000'-5.000'16,"18.000"-2.000"-16,-7.000 2.000 15,-11.000 2.000 1,-8.000 0.000-16,-12.000 6.000 15,-12.000 0.000 1,-6.000-2.000 0</inkml:trace>
  <inkml:trace contextRef="#ctx0" brushRef="#br0">10666.000 16818.000 0,'-9.000'55.000'16,"-13.000"21.000"-1,-4.000-6.000-15,7.000-17.000 16,10.000-14.000-16,14.000-10.000 15,13.000-6.000 1,17.000-5.000-16,9.000-5.000 16,10.000-3.000-1,1.000-3.000-15,-1.000-3.000 16,-2.000-2.000 0,-8.000-1.000-16,-12.000-2.000 15,-14.000-2.000 1,-16.000-5.000-16,-5.000 1.000 15</inkml:trace>
  <inkml:trace contextRef="#ctx0" brushRef="#br0">10784.000 17244.000 0,'12.000'48.000'16,"-1.000"27.000"-1,-6.000 14.000-15,-6.000 7.000 16,1.000 3.000 0,-2.000-6.000-16,2.000-18.000 15,0.000-25.000 1</inkml:trace>
  <inkml:trace contextRef="#ctx0" brushRef="#br0">11171.000 16895.000 0,'18.000'61.000'15,"0.000"38.000"-15,-8.000 20.000 16,-10.000 8.000-16,-6.000-5.000 16,-2.000-12.000-1,-2.000-19.000-15,4.000-22.000 16,4.000-22.000 0,6.000-26.000-16,1.000-28.000 15,2.000-27.000 1,-1.000-3.000-16</inkml:trace>
  <inkml:trace contextRef="#ctx0" brushRef="#br0">11373.000 17065.000 0,'44.000'-13.000'0,"22.000"-7.000"15,5.000-2.000-15,-2.000 2.000 16,-6.000 6.000-1,-9.000 10.000-15,-9.000 6.000 16,-11.000 14.000 0,-14.000 12.000-16,-17.000 12.000 15,-23.000 10.000 1,-19.000 1.000-16,-18.000-6.000 16,-9.000-17.000-1,11.000-13.000-15</inkml:trace>
  <inkml:trace contextRef="#ctx0" brushRef="#br0">11449.000 17149.000 0,'9.000'60.000'0,"2.000"33.000"15,-5.000 14.000 1,-8.000-2.000-16,-5.000-20.000 15,1.000-23.000 1,2.000-29.000 0,4.000-29.000-16,2.000-29.000 15,1.000-4.000-15</inkml:trace>
  <inkml:trace contextRef="#ctx0" brushRef="#br0">11642.000 16767.000 0,'11.000'30.000'0,"3.000"25.000"16,4.000 17.000-1,2.000 12.000-15,-1.000 0.000 16,0.000 0.000-1,-1.000-5.000-15,-5.000-5.000 16,-5.000-10.000 0,-7.000-4.000-16,-6.000-10.000 15,-6.000-7.000-15,-5.000-6.000 16,-10.000-9.000 0,-8.000-10.000-16,-4.000-17.000 15,2.000-14.000 1,11.000-7.000-16,14.000-3.000 15,14.000 1.000 1,14.000 4.000-16,12.000 4.000 16,10.000 7.000-1,11.000 2.000-15,2.000 3.000 16,0.000 5.000 0,-6.000-1.000-16,-8.000 0.000 15,-7.000 0.000 1,-10.000 0.000-16,-9.000-6.000 15,-12.000-10.000-15,-8.000-9.000 16,-6.000-13.000 0,1.000-12.000-1,2.000 5.000-15</inkml:trace>
  <inkml:trace contextRef="#ctx0" brushRef="#br0">11953.000 17159.000 0,'41.000'-14.000'0,"15.000"-7.000"15,5.000 3.000 1,-4.000 3.000-16,-5.000 2.000 16,2.000 3.000-1,-5.000 2.000-15,-1.000 2.000 16,-5.000 0.000-16,-3.000-4.000 16,-4.000-3.000-1,-8.000-11.000-15,-9.000-7.000 16,-12.000-8.000-16,-12.000-2.000 15,-14.000-1.000 1,-9.000 13.000-16,-4.000 15.000 16,3.000 11.000-1,2.000 10.000-15,5.000 15.000 16,-1.000 14.000 0,4.000 14.000-16,-3.000 5.000 15,1.000 1.000 1,8.000-3.000-16,7.000-12.000 15,7.000-21.000 1,8.000-21.000-16,0.000-8.000 16</inkml:trace>
  <inkml:trace contextRef="#ctx0" brushRef="#br0">12500.000 16698.000 0,'4.000'25.000'16,"-3.000"19.000"0,-5.000 15.000-16,-8.000 10.000 15,-9.000 3.000 1,-3.000-2.000-16,-5.000-8.000 16,0.000-10.000-1,-3.000-11.000-15,1.000-8.000 16,-4.000-4.000-1,1.000-7.000-15,0.000-6.000 16,9.000-6.000 0,8.000-1.000-16,17.000-9.000 15,1.000-1.000 1,21.000-8.000-16,22.000-4.000 16,18.000-3.000-1,6.000-1.000-15,2.000 2.000 16,-2.000 4.000-1,-7.000 4.000-15,-11.000 5.000 16,-14.000 9.000-16,-11.000 13.000 16,-21.000 15.000-1,-24.000 10.000-15,-18.000 0.000 16,-14.000-8.000 0,-9.000-13.000-16,5.000-19.000 15,11.000-14.000 1,18.000-11.000-16,18.000 2.000 15,7.000 4.000 1,5.000 4.000-16,3.000 3.000 16,7.000 7.000-1,4.000 17.000-15,6.000 26.000 16,-5.000 28.000 0,-9.000 26.000-16,-6.000 3.000 15,-3.000-9.000 1,1.000-27.000-16,5.000-33.000 15,3.000-19.000 1</inkml:trace>
  <inkml:trace contextRef="#ctx0" brushRef="#br0">12777.000 16886.000 0,'56.000'-6.000'0,"22.000"-5.000"16,5.000-2.000 0,-5.000 1.000-16,-2.000 0.000 15,-8.000 6.000 1,-8.000 3.000-16,-12.000 0.000 15,-13.000 5.000 1,-17.000 1.000-16,-20.000 1.000 16,-19.000-3.000-1,-3.000-1.000-15</inkml:trace>
  <inkml:trace contextRef="#ctx0" brushRef="#br0">12794.000 17149.000 0,'31.000'73.000'0,"11.000"22.000"15,-5.000-11.000-15,-5.000-19.000 16,-8.000-18.000 0,-10.000-18.000-16,-8.000-11.000 15,-9.000-14.000 1,-6.000-10.000-16,-4.000-8.000 15,-1.000-4.000 1,0.000-5.000-16,-1.000-2.000 16,8.000 0.000-1,4.000 2.000-15,7.000 6.000 16,10.000-1.000 0,10.000-4.000-16,18.000-4.000 15,14.000-6.000 1,14.000-1.000-16,6.000 2.000 15,5.000 9.000 1,-3.000 7.000 0,-6.000 12.000-16,-13.000 17.000 15,-19.000 21.000-15,-16.000 24.000 16,-22.000 17.000 0,-23.000 6.000-16,-13.000-11.000 15,-14.000-19.000 1,-5.000-25.000-16,2.000-28.000 15,5.000-27.000-15,5.000-29.000 16,11.000-23.000 0,8.000-12.000-1,5.000-3.000-15,9.000 9.000 16,6.000 22.000 0,2.000 21.000-16,2.000 20.000 15,-2.000 23.000 1,-4.000 11.000-16,-5.000 28.000 15,-1.000 14.000 1,-1.000-1.000-16,0.000-6.000 16,5.000-12.000-1,10.000-19.000-15,9.000-23.000 16,10.000-15.000 0,9.000-19.000-16,4.000-6.000 15,-3.000 3.000-15,-4.000 13.000 16,-7.000 10.000-1,-6.000 10.000-15,-7.000 12.000 16,-4.000 18.000 0,-2.000 19.000-16,-3.000 15.000 15,-1.000 7.000 1,1.000 1.000-16,7.000-8.000 16,7.000-18.000-1,11.000-17.000-15,9.000-24.000 16,7.000-21.000-1,8.000-22.000-15,4.000-16.000 16,2.000-13.000 0,1.000-10.000-16,-2.000 0.000 15,-3.000 4.000 1,-5.000 8.000-16,2.000 17.000 16,-5.000 18.000-1,-7.000 20.000-15,-9.000 12.000 16,-9.000 11.000-1,-12.000 12.000-15,-9.000 9.000 16,-13.000 9.000 0,-14.000 9.000-16,-12.000 3.000 15,-8.000-4.000 1,0.000-9.000-16,9.000-7.000 16,14.000-12.000-16,14.000-11.000 15,15.000-9.000 1,14.000-1.000-16,5.000 3.000 15,2.000 7.000 1,1.000 10.000-16,1.000 15.000 16,-1.000 20.000-1,-1.000 15.000 1,-4.000 17.000-16,-10.000 14.000 16,-6.000 3.000-16,-5.000-6.000 15,-2.000-12.000 1,0.000-22.000-16,0.000-22.000 15,4.000-25.000-15,1.000-29.000 16,1.000-25.000 0,1.000-26.000-16,3.000-20.000 15,-1.000 15.000 1</inkml:trace>
  <inkml:trace contextRef="#ctx0" brushRef="#br0">14039.000 16835.000 0,'15.000'71.000'0,"1.000"29.000"16,-10.000-4.000-1,-8.000-17.000 1,-4.000-23.000-16,0.000-29.000 16,6.000-28.000-1,7.000-22.000-15,4.000-22.000 16,6.000-13.000-1,1.000-5.000-15,4.000 7.000 16,0.000 13.000-16,-5.000 16.000 16,-4.000 12.000-1,-1.000 9.000-15,4.000 7.000 16,2.000 7.000 0,3.000 6.000-16,4.000 10.000 15,-4.000 11.000 1,-4.000 5.000-16,-7.000 3.000 15,-8.000 0.000 1,-5.000-4.000-16,-4.000-8.000 16,-5.000-9.000-1,-8.000-9.000-15,-6.000-17.000 16,-2.000-12.000 0,1.000-9.000-16,6.000 0.000 15,5.000 16.000-15,7.000 15.000 16,7.000 20.000-1,5.000 13.000 1,1.000 11.000-16,1.000 4.000 16,-3.000-3.000-16,-3.000-5.000 15,-3.000-10.000 1,-1.000-10.000-16,-1.000-15.000 16,2.000-18.000-1,11.000-14.000-15,11.000-8.000 16,10.000 2.000-1,11.000 6.000-15,2.000 12.000 16,-1.000 12.000 0,1.000 7.000-16,-8.000 2.000 15,-7.000-3.000 1,-8.000-1.000-16,-6.000-6.000 16,-2.000-12.000-16,-3.000-15.000 15,-1.000-17.000 1,0.000-11.000-16,2.000-1.000 15,0.000 13.000 1,-2.000 15.000 0,0.000 11.000-16,2.000 14.000 15,2.000 11.000-15,-1.000 10.000 16,3.000 8.000 0,-3.000 4.000-16,-4.000-4.000 15,-1.000-9.000 1,-4.000-19.000-16,3.000-4.000 15,2.000-23.000-15,8.000-21.000 16,2.000-17.000 0,1.000-10.000-1,-4.000 11.000-15</inkml:trace>
  <inkml:trace contextRef="#ctx0" brushRef="#br0">14712.000 16647.000 0,'0.000'0.000'0,"15.000"34.000"16,3.000 32.000 0,-6.000 29.000-16,-9.000 26.000 15,-7.000 25.000 1,-3.000 9.000 0,2.000 8.000-16,4.000-2.000 15,4.000-13.000-15,2.000-25.000 16,3.000-27.000-1,-1.000-31.000-15,-1.000-34.000 16,0.000-41.000 0,0.000-38.000-16,-1.000-30.000 15,-2.000-34.000 1,4.000-22.000-16,-2.000 23.000 16</inkml:trace>
  <inkml:trace contextRef="#ctx0" brushRef="#br0">15149.000 16698.000 0,'15.000'33.000'0,"-2.000"19.000"15,-16.000 3.000 1,-20.000-6.000-16,-18.000-8.000 15,-6.000-13.000 1,7.000-12.000-16,9.000-14.000 16,15.000 0.000-1,11.000 6.000-15,8.000 10.000 16,8.000 17.000 0,1.000 9.000-16,3.000 5.000 15,2.000 1.000 1,-6.000-4.000-16,-1.000-4.000 15,-5.000-9.000-15,-5.000-10.000 16,-1.000-7.000 0,1.000-16.000-16,0.000 0.000 15,0.000 0.000-15,0.000 0.000 16,5.000-9.000 0,3.000-8.000-16,8.000-2.000 15,-1.000 5.000 1,3.000 6.000-16,-1.000 5.000 15,1.000 6.000 1,-2.000 9.000-16,-1.000 5.000 16,-4.000 10.000-1,-5.000 3.000-15,-6.000-1.000 16,-6.000-5.000 0,-1.000-9.000-16,0.000-4.000 15,7.000-11.000-15,-3.000-3.000 16,7.000-17.000-1,8.000-18.000-15,10.000-11.000 16,8.000-6.000 0,5.000 7.000-16,0.000 15.000 15,2.000 13.000 1,0.000 11.000-16,-2.000 11.000 16,-2.000 9.000-1,-4.000 14.000-15,-9.000 18.000 16,-5.000 14.000-1,-9.000 12.000 1,-3.000 2.000-16,-7.000 3.000 16,-4.000-10.000-16,-2.000-13.000 15,-4.000-13.000 1,-1.000-16.000-16,-5.000-21.000 16,-4.000-24.000-16,2.000-28.000 15,4.000-24.000 1,3.000-13.000-16,12.000 0.000 15,11.000 15.000 1,5.000 27.000-16,6.000 31.000 16,2.000 27.000-1,6.000 17.000-15,-2.000 6.000 16,-3.000-3.000 0,-6.000-7.000-16,-9.000-5.000 15,-11.000-9.000 1,-4.000-15.000-16,0.000-7.000 15</inkml:trace>
  <inkml:trace contextRef="#ctx0" brushRef="#br0">16006.000 16861.000 0,'29.000'9.000'16,"8.000"1.000"-16,-5.000 0.000 16,-9.000-5.000-16,-8.000-3.000 15,-9.000-8.000 1,-3.000-7.000-16,-3.000-1.000 15</inkml:trace>
  <inkml:trace contextRef="#ctx0" brushRef="#br0">15964.000 16749.000 0,'0.000'0.000'0,"0.000"0.000"16,0.000 0.000-1,0.000 0.000-15,-1.000 34.000 16,0.000 18.000 0,-2.000 4.000-16,-2.000 0.000 15,-4.000-4.000 1,3.000-11.000-16,2.000-13.000 16,4.000-13.000-1,0.000-15.000 1,2.000 1.000-16,0.000-6.000 0</inkml:trace>
  <inkml:trace contextRef="#ctx0" brushRef="#br0">15914.000 17031.000 0,'4.000'65.000'15,"-1.000"19.000"1,-7.000-13.000-16,-5.000-26.000 15,-1.000-30.000 1,3.000-28.000-16,3.000-20.000 16,0.000-13.000-1,5.000-4.000-15,2.000 3.000 16,2.000 9.000 0,2.000 17.000-16,2.000 10.000 15,2.000 7.000-15,6.000 6.000 16,11.000 4.000-1,4.000 3.000-15,1.000 2.000 16,-3.000 3.000 0,-4.000 0.000-16,-8.000 5.000 15,-12.000 3.000 1,-11.000 9.000-16,-11.000 1.000 16,-9.000-2.000-1,-3.000-3.000-15,1.000-2.000 16,5.000-6.000-1,9.000-3.000-15,9.000-1.000 16,12.000-3.000-16,10.000-1.000 16,10.000-2.000-1,3.000-8.000-15,4.000-4.000 16,-3.000-11.000 0,-3.000 0.000-16,-10.000 2.000 15,-8.000 2.000 1</inkml:trace>
  <inkml:trace contextRef="#ctx0" brushRef="#br0">15804.000 17585.000 0,'27.000'12.000'0,"20.000"4.000"15,16.000 0.000-15,8.000-5.000 16,6.000-6.000-1,4.000-6.000-15,-2.000-6.000 16,-17.000-1.000 0</inkml:trace>
  <inkml:trace contextRef="#ctx0" brushRef="#br0">16536.000 17065.000 0,'24.000'9.000'16,"21.000"3.000"-16,18.000-6.000 15,6.000-4.000 1,3.000-4.000-16,-5.000-2.000 15,-9.000-2.000-15,-11.000 0.000 16,-9.000-1.000 0,-15.000-4.000-16,-6.000-11.000 15,-14.000-13.000 1,-15.000-8.000-16,-11.000-7.000 16,-8.000-4.000-1,-6.000 1.000-15,-2.000 1.000 16,8.000 8.000-1,6.000 12.000-15,8.000 11.000 16,7.000 9.000 0,3.000 3.000-16,7.000 9.000 15,0.000 18.000 1,7.000 28.000-16,2.000 24.000 16,3.000 21.000-1,1.000 16.000-15,-4.000 8.000 16,-2.000-5.000-1,-1.000-5.000-15,-3.000-11.000 16,-1.000-14.000 0,-3.000-15.000-16,-5.000-15.000 15,-5.000-13.000 1,-10.000-16.000 0,-6.000-14.000-16,-8.000-16.000 0,-2.000-12.000 15,-1.000-12.000 1,7.000-5.000-16,8.000 7.000 15,13.000 6.000 1,8.000 4.000-16,12.000 6.000 16,17.000-1.000-1,12.000 0.000-15,13.000 0.000 16,8.000-2.000 0,5.000-1.000-16,0.000-8.000 15,-6.000-3.000 1,-10.000-8.000-16,-16.000-7.000 15,-16.000-10.000 1,-9.000 8.000-16</inkml:trace>
  <inkml:trace contextRef="#ctx0" brushRef="#br0">17049.000 16613.000 0,'36.000'-1.000'16,"16.000"-3.000"0,5.000-3.000-16,0.000 0.000 15,-2.000 1.000 1,-8.000 5.000-16,-6.000 1.000 16,-9.000 7.000-1,-7.000 5.000-15,-11.000 13.000 16,-11.000 14.000-16,-12.000 26.000 15,-16.000 25.000 1,-13.000 26.000 0,-8.000 27.000-16,-2.000 16.000 15,4.000 9.000 1,5.000-5.000-16,7.000-17.000 16,3.000-24.000-1,6.000-29.000-15,6.000-35.000 16,8.000-35.000-1,5.000-31.000-15,6.000-32.000 16,7.000-26.000 0,4.000-21.000-1,3.000-17.000-15,-1.000-4.000 16,0.000 2.000-16,-2.000 7.000 16,0.000 14.000-1,1.000 15.000-15,0.000 14.000 16,8.000 14.000-16,3.000 13.000 15,-1.000 7.000 1,2.000 2.000-16,5.000-3.000 16,9.000-2.000-1,5.000 3.000-15,-1.000 4.000 16,-2.000 5.000 0,-8.000 6.000-16,-12.000 6.000 15,-10.000 10.000 1,-13.000 14.000-16,-19.000 11.000 15,-19.000 13.000 1,-9.000 6.000-16,0.000-3.000 16,7.000-7.000-1,12.000-12.000-15,11.000-12.000 16,12.000-7.000-16,11.000-7.000 16,9.000-3.000-1,8.000-3.000-15,-2.000 0.000 16,1.000 2.000-1,-4.000 6.000-15,-10.000 16.000 16,-15.000 14.000 0,-11.000 7.000-16,-6.000 1.000 15,2.000-3.000 1,6.000-12.000-16,6.000-13.000 16,11.000-17.000-16,6.000 5.000 15,9.000-12.000 1,11.000-11.000-16,5.000-5.000 15,5.000-3.000 1,-1.000 6.000 0,-5.000 12.000-16,-7.000 15.000 15,-2.000 25.000-15,-6.000 11.000 16,1.000 5.000 0,1.000-7.000-16,2.000-7.000 15,6.000-10.000 1,5.000-10.000-16,1.000-11.000 15,1.000-9.000 1,-3.000-10.000-16,-5.000-8.000 16,-7.000-5.000-16,-11.000-2.000 15,-9.000-1.000 1,-10.000 3.000-16,-10.000 1.000 16,-6.000 3.000-1,-2.000 3.000-15,6.000 0.000 16,6.000-9.000-1,12.000-11.000-15,10.000-9.000 16,11.000-9.000 0,11.000-4.000-16,13.000 0.000 15,0.000 1.000 1,0.000 3.000-16,3.000 9.000 16,0.000 14.000-1,4.000 16.000-15,-7.000 9.000 16,-12.000 6.000-1,-4.000 6.000-15,-4.000 3.000 16,-6.000 0.000 0,1.000 3.000-16,-4.000 2.000 15,1.000-2.000 1,-10.000-6.000-16,0.000 0.000 16,0.000 9.000-1,-11.000 6.000-15,-6.000 11.000 16,-5.000 11.000-16,-1.000 1.000 15,7.000-6.000 1,6.000-11.000-16,4.000-8.000 16,5.000-3.000-1,4.000-1.000-15,7.000 0.000 16,10.000-3.000 0,9.000-4.000-16,1.000 0.000 15,-2.000-1.000 1,-7.000 2.000-16,-5.000 7.000 15,-12.000 13.000-15,-12.000 13.000 16,-17.000 13.000 0,-13.000 7.000-1,-4.000 0.000-15,4.000-7.000 16,11.000-13.000-16,10.000-12.000 16,11.000-14.000-1,14.000-8.000-15,14.000-9.000 16,13.000-9.000-1,9.000-6.000-15,1.000 2.000 16,-4.000 7.000 0,-9.000 7.000-16,-9.000 16.000 15,-10.000 21.000 1,-10.000 22.000-16,-9.000 14.000 16,-8.000 2.000-1,0.000-5.000-15,1.000-16.000 16,4.000-18.000-1,10.000-29.000-15,9.000-29.000 16,6.000-26.000-16,6.000-18.000 16,2.000-13.000-1,-3.000-4.000-15,-3.000 5.000 16,-5.000 10.000 0,-3.000 18.000-16,0.000 19.000 15,2.000 24.000 1,1.000 9.000-16,0.000 6.000 15,9.000 1.000 1,7.000-1.000-16,9.000 4.000 16,10.000-1.000-16,5.000 4.000 15,6.000 5.000 1,0.000 5.000 0,-9.000 10.000-16,-9.000 11.000 15,-16.000 10.000 1,-16.000 7.000-16,-20.000 0.000 15,-14.000-8.000 1,-12.000-18.000-16,-7.000-27.000 16,2.000-29.000-16,4.000-29.000 15,12.000 2.000 1</inkml:trace>
  <inkml:trace contextRef="#ctx0" brushRef="#br0">18630.000 16818.000 0,'0.000'70.000'15,"-11.000"46.000"1,-21.000 18.000-16,-9.000-7.000 16,0.000-22.000-1,5.000-33.000-15,10.000-28.000 16</inkml:trace>
  <inkml:trace contextRef="#ctx0" brushRef="#br0">19421.000 16733.000 0,'-7.000'37.000'16,"-23.000"19.000"-16,-23.000 2.000 16,-17.000-5.000-1,-3.000-10.000-15,7.000-11.000 16,15.000-8.000-1,23.000-5.000-15,18.000-4.000 16,12.000 2.000 0,10.000 1.000-16,7.000 6.000 15,2.000 6.000 1,-2.000 9.000-16,-5.000 10.000 16,-6.000 6.000-16,-8.000 9.000 15,-9.000 1.000 1,-12.000-2.000-16,-4.000-8.000 15,1.000-12.000 1,3.000-18.000 0,6.000-19.000-16,10.000-20.000 15,10.000-21.000-15,8.000-13.000 16,8.000-8.000 0,10.000-3.000-16,7.000 0.000 15,2.000 9.000 1,1.000 8.000-16,3.000 9.000 15,-1.000 8.000 1,1.000 7.000-16,-1.000 4.000 16,-5.000 7.000-1,-3.000 10.000-15,-7.000 10.000 16,-13.000 13.000 0,-14.000 21.000-16,-19.000 18.000 15,-13.000 10.000 1,-12.000-3.000-16,-6.000-10.000 15,2.000-18.000 1,1.000-24.000-16,8.000-27.000 16,12.000-6.000-1</inkml:trace>
  <inkml:trace contextRef="#ctx0" brushRef="#br0">19193.000 17193.000 0,'32.000'55.000'16,"15.000"28.000"-16,4.000 1.000 15,-1.000-6.000 1,-2.000-10.000-16,-5.000-16.000 16,0.000-14.000-1,-2.000-19.000-15,-5.000-13.000 16,-4.000-17.000-1,-8.000-18.000-15,-18.000-15.000 16,-8.000 5.000 0</inkml:trace>
  <inkml:trace contextRef="#ctx0" brushRef="#br0">19665.000 17141.000 0,'83.000'11.000'16,"34.000"3.000"-16,-3.000-6.000 16,-14.000 2.000-1,-14.000-3.000-15,-16.000-1.000 16,-14.000 1.000 0,-19.000-6.000-16,-14.000-5.000 15,-17.000-9.000 1,-16.000-9.000-16,-14.000-11.000 15,2.000 5.000 1</inkml:trace>
  <inkml:trace contextRef="#ctx0" brushRef="#br0">20035.000 16690.000 0,'15.000'129.000'16,"1.000"65.000"-16,-6.000 13.000 15,-5.000-18.000 1,-2.000-29.000-16,-4.000-32.000 16,0.000-35.000-1,-4.000-36.000-15,0.000-25.000 16</inkml:trace>
  <inkml:trace contextRef="#ctx0" brushRef="#br0">20051.000 17193.000 0,'-26.000'55.000'0,"-14.000"21.000"16,-2.000-5.000-1,5.000-17.000-15,8.000-15.000 16,13.000-13.000 0,11.000-12.000-16,13.000-5.000 15,17.000-9.000 1,16.000-8.000-16,13.000-4.000 15,6.000-7.000 1,2.000-6.000-16,-4.000-4.000 16,-8.000 2.000-16,-7.000 2.000 15,-12.000 10.000 1,-13.000 5.000-16,-6.000 5.000 16,-6.000 10.000-1,-4.000 16.000-15,-3.000 18.000 16,-3.000 15.000-1,-1.000 6.000-15,1.000-6.000 16,0.000-13.000 0,3.000-14.000-16,1.000-27.000 15,7.000-4.000 1,4.000-25.000-16,6.000-22.000 16,2.000-19.000-1,3.000-9.000-15,1.000-4.000 16,-2.000 6.000-1,3.000 12.000-15,1.000 18.000 16,-4.000 27.000-16,-2.000 23.000 16,-2.000 22.000-1,-5.000 22.000 1,-7.000 25.000-16,-9.000 15.000 16,-8.000 0.000-1,-5.000-10.000-15,1.000-20.000 16,2.000-16.000-16,3.000-24.000 15,7.000-21.000 1,5.000-21.000-16,2.000-1.000 16</inkml:trace>
  <inkml:trace contextRef="#ctx0" brushRef="#br0">20539.000 17099.000 0,'31.000'-44.000'0,"9.000"-7.000"16,-7.000 5.000-1,-3.000 13.000-15,-9.000 13.000 16,-5.000 7.000 0,-4.000 7.000-16,-2.000 5.000 15,-1.000 3.000-15,2.000 9.000 16,0.000 10.000-1,-2.000 7.000-15,0.000 9.000 16,0.000 7.000 0,0.000 6.000-16,-1.000 6.000 15,-3.000 4.000-15,-4.000 5.000 16,-5.000 14.000 0,-4.000 14.000-1,2.000 16.000-15,0.000 5.000 16,0.000-4.000-1,1.000-9.000-15,1.000-17.000 16,1.000-18.000 0,1.000-20.000-16,1.000-19.000 15,-5.000-21.000 1,-4.000-21.000-16,-4.000-21.000 16,-2.000-15.000-16,-7.000-15.000 15,-4.000-13.000 1,3.000 13.000-16</inkml:trace>
  <inkml:trace contextRef="#ctx0" brushRef="#br0">20539.000 17209.000 0,'0.000'0.000'0,"0.000"0.000"15,0.000 0.000-15,22.000 8.000 16,9.000 2.000 0,-5.000 0.000-16,-6.000 0.000 15,-7.000 4.000 1,-13.000 5.000-16,-12.000 5.000 16,-5.000 2.000-1,-4.000-2.000-15,3.000-3.000 16,8.000-8.000-1,3.000-2.000-15,7.000 2.000 16,7.000-1.000 0,10.000 4.000-16,3.000-2.000 15,2.000-3.000-15,0.000 0.000 16,-5.000-1.000 0,-4.000 0.000-16,-9.000 5.000 15,-14.000 5.000 1,-10.000 3.000-1,-12.000 5.000-15,-7.000 3.000 16,-2.000 0.000-16,3.000-7.000 16,10.000-6.000-1,11.000-6.000-15,7.000-2.000 16,13.000-3.000 0,19.000 2.000-16,8.000-1.000 15,9.000-2.000 1,7.000 0.000-16,2.000-3.000 15,4.000 0.000-15,-1.000-6.000 16,-3.000-6.000 0,-3.000-7.000-16,-12.000 2.000 15</inkml:trace>
  <inkml:trace contextRef="#ctx0" brushRef="#br0">21169.000 17826.000 0,'0.000'0.000'0,"0.000"-15.000"15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3:10:08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1224.000 697.000 0,'0.000'0.000'16,"0.000"0.000"-16,0.000 0.000 16,0.000 0.000-1,33.000-2.000-15,17.000-2.000 16,4.000 2.000-1,-3.000 0.000 1,-8.000 2.000-16,-3.000 4.000 16,-13.000 6.000-16,-9.000 7.000 15,-12.000 6.000 1,-16.000 9.000-16,-12.000 7.000 16,-9.000 3.000-1,-1.000-1.000-15,3.000-2.000 16,5.000-6.000-1,11.000-4.000-15,9.000-3.000 16,9.000-6.000 0,12.000-5.000-16,9.000-5.000 15,4.000-4.000-15,6.000-2.000 16,-1.000 1.000 0,-2.000 1.000-16,-5.000 1.000 15,-7.000 5.000 1,-10.000 7.000-16,-11.000 5.000 15,-20.000 14.000 1,-21.000 9.000-16,-17.000 7.000 16,-8.000 3.000-1,-1.000-4.000-15,12.000-11.000 16,15.000-14.000 0,14.000-13.000-16</inkml:trace>
  <inkml:trace contextRef="#ctx0" brushRef="#br0">1778.000 1373.000 0,'0.000'0.000'15,"0.000"0.000"-15,0.000 0.000 16</inkml:trace>
  <inkml:trace contextRef="#ctx0" brushRef="#br0">2182.000 655.000 0,'0.000'0.000'15,"18.000"28.000"1,13.000 11.000-16,5.000 2.000 16,-3.000-7.000-1,-10.000-9.000-15,-7.000-21.000 16</inkml:trace>
  <inkml:trace contextRef="#ctx0" brushRef="#br0">2796.000 571.000 0,'0.000'0.000'0,"-8.000"31.000"16,-16.000 24.000-1,-11.000 10.000-15,-5.000-2.000 16,1.000-11.000-1,2.000-20.000-15,9.000-14.000 16,12.000-10.000-16</inkml:trace>
  <inkml:trace contextRef="#ctx0" brushRef="#br0">2577.000 604.000 0,'-23.000'32.000'16,"-9.000"23.000"-16,-1.000 9.000 16,9.000 0.000-1,11.000-6.000-15,11.000-8.000 16,9.000-14.000 0,12.000-16.000-16,11.000-16.000 15,8.000-10.000 1,1.000-6.000-1,-5.000 2.000-15,-9.000 10.000 16,-11.000 10.000-16,-12.000 13.000 16,-14.000 17.000-16,-23.000 13.000 15,-28.000 15.000 1,-20.000 9.000-16,-5.000-7.000 16,10.000-10.000-1,19.000-24.000-15,19.000-16.000 16,21.000-31.000-1</inkml:trace>
  <inkml:trace contextRef="#ctx0" brushRef="#br0">2569.000 1201.000 0,'6.000'47.000'16,"4.000"14.000"-16,2.000-6.000 15,6.000-15.000 1,6.000-22.000-16,14.000-22.000 16,12.000-22.000-1,8.000-15.000-15,7.000-7.000 16,-4.000 4.000 0,-14.000 9.000-16,-15.000 12.000 15,-12.000 10.000 1,-11.000 1.000-16,-9.000-1.000 15,-8.000-8.000 1,-9.000-11.000-16,1.000 0.000 16</inkml:trace>
  <inkml:trace contextRef="#ctx0" brushRef="#br0">3167.000 579.000 0,'0.000'0.000'15,"19.000"24.000"-15,8.000 12.000 16,-5.000-9.000 0,-7.000-8.000-16,-6.000-8.000 15</inkml:trace>
  <inkml:trace contextRef="#ctx0" brushRef="#br0">3335.000 502.000 0,'9.000'19.000'15,"4.000"9.000"-15,9.000-5.000 16,-3.000-8.000-1</inkml:trace>
  <inkml:trace contextRef="#ctx0" brushRef="#br0">3821.000 442.000 0,'-19.000'29.000'16,"-23.000"12.000"0,-19.000 7.000-16,-15.000 2.000 15,-13.000-15.000 1,14.000-14.000-16</inkml:trace>
  <inkml:trace contextRef="#ctx0" brushRef="#br0">3082.000 878.000 0,'11.000'31.000'16,"5.000"17.000"0,-4.000 2.000-16,-2.000-3.000 15,-2.000-9.000 1,-4.000-11.000-16,-2.000-12.000 15,-1.000-13.000-15,5.000-18.000 32,1.000-16.000-32,1.000-16.000 0,0.000-9.000 15,5.000 5.000 1,8.000 17.000-16,9.000 9.000 16,2.000 1.000-1,15.000-1.000-15,18.000-3.000 16,13.000 4.000-1,6.000 6.000-15,1.000 9.000 16,-6.000 7.000 0,-10.000 5.000-16,-12.000 2.000 15,-18.000 3.000 1,-18.000 6.000-16,-18.000 5.000 16,-23.000 4.000-1,-31.000 8.000-15,-20.000 0.000 16,-15.000 1.000-1,1.000-5.000-15,16.000-4.000 16,24.000-8.000 0,18.000-4.000-16,12.000-5.000 15,17.000-2.000-15,13.000-3.000 16,16.000-3.000 0,6.000-1.000-16,-1.000 0.000 15,-4.000 4.000 1,-7.000 0.000-16,-9.000 8.000 15,-12.000 8.000-15,-13.000 6.000 16,-12.000 8.000 0,-5.000 5.000-16,3.000-3.000 15,6.000 2.000 1,9.000 0.000 0,10.000-3.000-16,13.000 1.000 15,9.000 0.000-15,9.000-2.000 16,0.000-1.000-1,-2.000-6.000-15,-9.000-1.000 16,-8.000-2.000 0,-10.000 4.000-16,-10.000-2.000 15,-7.000 0.000 1,-15.000-3.000-16,-14.000-3.000 16,-12.000-1.000-16,-10.000-8.000 15,3.000-9.000 1,12.000-8.000-16,14.000-7.000 15,15.000-5.000 1,23.000-6.000-16,24.000-7.000 16,19.000-2.000-1,20.000-5.000-15,18.000 2.000 16,13.000-2.000 0,3.000 2.000-16,-2.000 6.000 15,-9.000 6.000 1,-19.000 8.000-16,-19.000 6.000 15,-17.000 6.000 1,-16.000 3.000-16,-18.000 5.000 16,0.000-1.000-1,-16.000-5.000-15,-8.000-19.000 16,7.000 0.000 0</inkml:trace>
  <inkml:trace contextRef="#ctx0" brushRef="#br0">4461.000 954.000 0,'4.000'9.000'16,"2.000"0.000"-1</inkml:trace>
  <inkml:trace contextRef="#ctx0" brushRef="#br0">4461.000 1286.000 0,'0.000'0.000'16,"8.000"12.000"0</inkml:trace>
  <inkml:trace contextRef="#ctx0" brushRef="#br0">2098.000 2294.000 0,'-17.000'28.000'16,"-7.000"18.000"-16,0.000 3.000 16,6.000 3.000-1,10.000 3.000-15,6.000 1.000 16,12.000-4.000-1,12.000-4.000 1,5.000-3.000-16,7.000-7.000 16,-3.000-6.000-16,-7.000-7.000 15,-2.000-13.000 1,-11.000-16.000-16,-3.000-4.000 16</inkml:trace>
  <inkml:trace contextRef="#ctx0" brushRef="#br0">2400.000 2414.000 0,'16.000'31.000'0,"2.000"20.000"15,-5.000 8.000 1,-5.000-1.000-16,-6.000-8.000 16,-5.000-12.000-16,-1.000-13.000 15,-7.000-23.000 1,2.000-5.000-16,1.000-3.000 16</inkml:trace>
  <inkml:trace contextRef="#ctx0" brushRef="#br0">2569.000 2226.000 0,'38.000'9.000'0,"21.000"12.000"15,7.000 12.000 1,-10.000 10.000-16,-15.000 12.000 15,-16.000 10.000 1,-19.000 6.000 0,-26.000 1.000-16,-19.000-1.000 15,-14.000-5.000-15,-6.000-6.000 16,8.000-25.000 0,13.000-17.000-16</inkml:trace>
  <inkml:trace contextRef="#ctx0" brushRef="#br0">3174.000 2746.000 0,'0.000'0.000'0</inkml:trace>
  <inkml:trace contextRef="#ctx0" brushRef="#br0">3990.000 2080.000 0,'-16.000'28.000'0,"-21.000"16.000"16,-15.000 12.000-16,-9.000 5.000 15,-3.000-4.000 1,3.000-8.000-16,6.000-12.000 16,14.000-24.000-1,13.000-13.000 1</inkml:trace>
  <inkml:trace contextRef="#ctx0" brushRef="#br0">3703.000 2387.000 0,'19.000'26.000'16,"5.000"21.000"-16,-5.000 15.000 16,-8.000 17.000-1,-11.000 9.000-15,-7.000-3.000 16,-4.000-13.000 0,0.000-30.000-16,2.000-20.000 15</inkml:trace>
  <inkml:trace contextRef="#ctx0" brushRef="#br0">4301.000 1952.000 0,'0.000'0.000'16,"0.000"28.000"-16,-11.000 13.000 16,-4.000-7.000-1</inkml:trace>
  <inkml:trace contextRef="#ctx0" brushRef="#br0">4269.000 2243.000 0,'51.000'-10.000'16,"23.000"0.000"-1,-5.000 8.000-15,-19.000 8.000 16,-26.000 10.000-16,-24.000 8.000 16,-24.000 9.000-1,-28.000 7.000 1,-9.000 0.000-16,4.000-6.000 15,14.000-5.000-15,18.000-8.000 16,21.000-9.000 0,25.000-6.000-16,25.000-11.000 15,20.000-8.000 1,8.000-8.000-16,-2.000 1.000 16,-13.000 1.000-1,-20.000 2.000-15,-19.000 5.000 16,-23.000 3.000-1,-26.000 3.000-15,-29.000 3.000 16,-23.000-5.000-16,-8.000-13.000 16,16.000 2.000-1</inkml:trace>
  <inkml:trace contextRef="#ctx0" brushRef="#br0">4158.000 2337.000 0,'0.000'0.000'15,"-7.000"31.000"-15,-21.000 22.000 16,-21.000 19.000 0,-18.000 9.000-16,-11.000 1.000 15,-2.000-12.000 1,14.000-21.000-16,19.000-18.000 16,19.000-14.000-1</inkml:trace>
  <inkml:trace contextRef="#ctx0" brushRef="#br0">3939.000 2755.000 0,'25.000'37.000'0,"3.000"16.000"16,-5.000-5.000-1,-5.000-11.000-15,-7.000-16.000 16,-4.000-22.000-1,-3.000-26.000-15,-2.000-3.000 16</inkml:trace>
  <inkml:trace contextRef="#ctx0" brushRef="#br0">4183.000 2644.000 0,'70.000'-25.000'15,"36.000"-11.000"-15,6.000 11.000 16,-7.000 9.000-16,-16.000 12.000 16,-17.000 9.000-1,-18.000 11.000 1,-18.000 11.000-16,-24.000 13.000 16,-24.000 12.000-16,-28.000 6.000 15,-21.000 2.000 1,-17.000-11.000-1,-12.000-19.000-15,5.000-16.000 16,17.000-9.000-16</inkml:trace>
  <inkml:trace contextRef="#ctx0" brushRef="#br0">4251.000 2823.000 0,'47.000'-21.000'0,"28.000"-6.000"15,8.000 5.000 1,-9.000 4.000-16,-13.000-1.000 16,-21.000 1.000-1,-13.000 3.000 1</inkml:trace>
  <inkml:trace contextRef="#ctx0" brushRef="#br0">4284.000 2728.000 0,'0.000'38.000'15,"2.000"15.000"-15,4.000 1.000 16,1.000-7.000 0,2.000-16.000-16,0.000-32.000 15,-1.000-12.000 1</inkml:trace>
  <inkml:trace contextRef="#ctx0" brushRef="#br0">4453.000 2686.000 0,'2.000'65.000'16,"-1.000"32.000"-1,-1.000-4.000-15,2.000-29.000 16,0.000-27.000 0</inkml:trace>
  <inkml:trace contextRef="#ctx0" brushRef="#br0">4973.000 2507.000 0,'89.000'-30.000'16,"24.000"-21.000"-16,-10.000-2.000 15,-30.000 10.000 1</inkml:trace>
  <inkml:trace contextRef="#ctx0" brushRef="#br0">5143.000 2252.000 0,'5.000'40.000'0,"10.000"32.000"16,0.000 18.000-1,-1.000 12.000-15,-9.000 2.000 16,-9.000-7.000 0,-7.000-13.000-1,-2.000-21.000-15,1.000-18.000 16,3.000-18.000-16,0.000-13.000 16,-9.000-18.000-1,-7.000-21.000-15,-3.000-20.000 16,5.000-11.000-1,14.000 0.000 1,16.000 8.000-16,21.000 9.000 16,18.000 11.000-16,14.000 5.000 15,4.000 2.000 1,-8.000-11.000-16,-7.000-11.000 16,-14.000 8.000-1</inkml:trace>
  <inkml:trace contextRef="#ctx0" brushRef="#br0">5437.000 2089.000 0,'59.000'-29.000'16,"27.000"-5.000"-16,-7.000 7.000 15,-18.000 15.000 1,-18.000 10.000-16,-19.000 11.000 16,-14.000 9.000-1,-14.000 8.000-15,-7.000 14.000 16,-7.000 13.000-16,-6.000 16.000 16,-6.000 26.000-1,-9.000 20.000 1,-5.000 21.000-16,-6.000 11.000 15,-3.000 1.000 1,5.000-7.000-16,12.000-22.000 16,6.000-30.000-1,12.000-27.000-15,7.000-32.000 16,-1.000-41.000 0,7.000-38.000-16,4.000-34.000 15,2.000 7.000 1</inkml:trace>
  <inkml:trace contextRef="#ctx0" brushRef="#br0">5748.000 2345.000 0,'58.000'-25.000'15,"18.000"3.000"-15,-13.000 13.000 16,-29.000 18.000-1,-31.000 15.000-15,-29.000 10.000 16,-19.000 4.000 0,-7.000-2.000-16,2.000-2.000 15,5.000-5.000 1,12.000-6.000-16,12.000-6.000 16,11.000-1.000-1,10.000-2.000-15,11.000-4.000 16,11.000-6.000-1,9.000-3.000-15,0.000-1.000 16,-3.000 0.000 0,-10.000 4.000-16,-7.000 5.000 15,-13.000 10.000 1,-14.000 13.000-16,-15.000 6.000 16,-4.000 4.000-1,-3.000-1.000-15,7.000-6.000 16,6.000-10.000-16,12.000-10.000 15,13.000-15.000 1,6.000 0.000-16,16.000-18.000 16,8.000-6.000-1,5.000 0.000-15,-7.000 8.000 16,-10.000 5.000 0,-4.000 10.000-16,-4.000 10.000 15,1.000 9.000 1,0.000 11.000-16,2.000-1.000 15,6.000-3.000-15,3.000-8.000 16,5.000-14.000 0,8.000-13.000-16,2.000-10.000 15,2.000-9.000 1,-5.000-3.000-16,-9.000-1.000 16,-11.000 0.000-1,-11.000 5.000-15,-13.000 6.000 16,-8.000 5.000-1,-7.000 2.000-15,-2.000 2.000 16,5.000-13.000 0,8.000 0.000-16</inkml:trace>
  <inkml:trace contextRef="#ctx0" brushRef="#br0">6478.000 2319.000 0,'11.000'21.000'15,"-12.000"3.000"-15,-7.000-7.000 16</inkml:trace>
  <inkml:trace contextRef="#ctx0" brushRef="#br0">6454.000 2694.000 0,'0.000'0.000'16,"4.000"22.000"-16,1.000 3.000 15</inkml:trace>
  <inkml:trace contextRef="#ctx0" brushRef="#br0">9035.000 2217.000 0,'-17.000'28.000'0,"-18.000"20.000"16,-15.000 4.000-16,-4.000 4.000 31,0.000-4.000-31,5.000-7.000 16,8.000-8.000 0,12.000-14.000-16,13.000-21.000 15,16.000-13.000-15,13.000-6.000 16,11.000 6.000-16,10.000 14.000 15,5.000 6.000 1,-8.000 3.000-16,-4.000 5.000 16,-7.000 4.000-1,-2.000 12.000-15,-2.000 17.000 16,-3.000 16.000 0,-5.000 15.000-16,-5.000 2.000 15,-6.000-3.000 1,-3.000-10.000-16,0.000-18.000 15,2.000-22.000 1,4.000-30.000-16,-3.000-6.000 16,2.000-12.000-1</inkml:trace>
  <inkml:trace contextRef="#ctx0" brushRef="#br0">9405.000 2158.000 0,'0.000'0.000'16,"0.000"0.000"-16,-8.000 26.000 16,-19.000 22.000-1,-16.000 11.000-15,-6.000-8.000 16,8.000-17.000-1,15.000-16.000-15,18.000-8.000 16,24.000-4.000 0,18.000 0.000-16,10.000-4.000 15,1.000-2.000 1,-1.000-4.000-16,0.000 0.000 16,-3.000 4.000-1,-12.000 6.000-15,-9.000 8.000 31,-18.000 16.000-31,-26.000 11.000 0,-27.000 11.000 16,-13.000 3.000 0,0.000-6.000-16,16.000-8.000 15,17.000-11.000 1,22.000-10.000-16,24.000-15.000 16,33.000-10.000-1,26.000-15.000-15,11.000-3.000 16,2.000-4.000-1,-12.000 5.000-15,-15.000 4.000 16,-22.000 6.000 0,-38.000 12.000-16,0.000 0.000 15,-38.000 12.000-15,-31.000 3.000 16,-23.000-9.000 0,-8.000-14.000-16,20.000-2.000 15</inkml:trace>
  <inkml:trace contextRef="#ctx0" brushRef="#br0">9119.000 2669.000 0,'-15.000'53.000'0,"-17.000"35.000"15,-13.000 12.000-15,-3.000 1.000 16,2.000-14.000-1,7.000-32.000-15,12.000-24.000 16</inkml:trace>
  <inkml:trace contextRef="#ctx0" brushRef="#br0">9077.000 2926.000 0,'16.000'24.000'0,"5.000"16.000"16,1.000 6.000-1,-3.000-2.000-15,-3.000-6.000 16,-5.000-10.000 0,-2.000-17.000-16,0.000-20.000 15,-5.000-18.000-15,-8.000-13.000 16,-2.000 5.000-1</inkml:trace>
  <inkml:trace contextRef="#ctx0" brushRef="#br0">9178.000 2951.000 0,'48.000'-23.000'16,"34.000"-11.000"-16,22.000 2.000 15,12.000 5.000 1,4.000 11.000-16,-10.000 6.000 15,-18.000 7.000 1,-21.000 5.000-16,-21.000 4.000 16,-28.000 10.000-16,-33.000 12.000 15,-40.000 8.000 1,-29.000 5.000-16,-21.000-2.000 16,-8.000-10.000-1,21.000-11.000-15</inkml:trace>
  <inkml:trace contextRef="#ctx0" brushRef="#br0">9363.000 3036.000 0,'47.000'-16.000'0,"16.000"-2.000"16,-5.000 4.000-16,-15.000 8.000 15,-17.000-5.000 1,-14.000 1.000-16</inkml:trace>
  <inkml:trace contextRef="#ctx0" brushRef="#br0">9371.000 2985.000 0,'4.000'34.000'0,"-3.000"22.000"15,-3.000 9.000 1,-1.000-10.000-16,-1.000-28.000 16,0.000-15.000-16</inkml:trace>
  <inkml:trace contextRef="#ctx0" brushRef="#br0">9497.000 2951.000 0,'0.000'0.000'16,"0.000"38.000"-16,0.000 30.000 15,-4.000 13.000 1,-5.000-2.000-16,-2.000-23.000 16,1.000-23.000-1</inkml:trace>
  <inkml:trace contextRef="#ctx0" brushRef="#br0">9902.000 2781.000 0,'71.000'-25.000'0,"28.000"-8.000"15,-2.000 3.000 1,-15.000 3.000-16,-19.000 0.000 16,-22.000 4.000-1,-19.000-8.000-15,-21.000-1.000 16,-8.000 5.000 0</inkml:trace>
  <inkml:trace contextRef="#ctx0" brushRef="#br0">10204.000 2507.000 0,'7.000'50.000'0,"0.000"34.000"15,-2.000 24.000 1,-8.000 9.000 0,-11.000-5.000-16,-3.000-15.000 15,2.000-26.000 1,5.000-26.000-16,3.000-20.000 15,0.000-21.000-15,-6.000-23.000 32,-3.000-25.000-32,2.000-17.000 15,7.000 1.000-15,7.000 6.000 16,12.000 9.000-16,16.000 9.000 16,12.000 8.000-1,9.000 6.000-15,6.000-2.000 16,-3.000-4.000-1,-9.000-18.000-15,-10.000 5.000 16</inkml:trace>
  <inkml:trace contextRef="#ctx0" brushRef="#br0">10398.000 2294.000 0,'28.000'-25.000'0,"21.000"-8.000"16,10.000 7.000-1,-3.000 9.000-15,-7.000 12.000 16,-11.000 8.000 0,-10.000 10.000-16,-11.000 5.000 15,-12.000 13.000 1,-11.000 14.000-1,-11.000 23.000-15,-14.000 26.000 16,-15.000 28.000-16,-7.000 19.000 16,-6.000 11.000-1,1.000-3.000-15,5.000-20.000 16,14.000-27.000 0,12.000-27.000-16,9.000-39.000 15,6.000-41.000 1,4.000-18.000-16</inkml:trace>
  <inkml:trace contextRef="#ctx0" brushRef="#br0">10650.000 2635.000 0,'40.000'-27.000'0,"26.000"-8.000"16,6.000 10.000-1,-10.000 17.000-15,-17.000 14.000 16,-16.000 10.000 0,-23.000 8.000-16,-20.000 4.000 15,-21.000 3.000 1,-11.000 2.000-16,-3.000 1.000 16,0.000-3.000-1,8.000-2.000-15,12.000-5.000 16,10.000-7.000-1,15.000-5.000-15,13.000-4.000 16,13.000-6.000-16,9.000-3.000 16,2.000 0.000-1,-8.000 0.000-15,-7.000 7.000 16,-11.000 12.000 0,-17.000 11.000-16,-16.000 11.000 15,-11.000 1.000 1,-1.000 0.000-16,5.000-4.000 15,9.000-12.000 1,11.000-9.000-16,13.000-16.000 16,9.000-3.000-1,18.000-12.000-15,11.000-4.000 16,3.000-1.000 0,-5.000 12.000-1,-6.000 7.000-15,-7.000 13.000 16,-2.000 12.000-16,-1.000 6.000 15,-2.000 3.000-15,-2.000-3.000 16,-1.000-9.000 0,0.000-12.000-16,3.000-11.000 15,11.000-17.000 1,4.000-16.000 0,5.000-13.000-16,-8.000-9.000 15,-8.000 1.000-15,-12.000 7.000 16,-15.000 4.000-1,-9.000 6.000-15,-1.000-1.000 16,1.000-5.000 0,5.000 8.000-16</inkml:trace>
  <inkml:trace contextRef="#ctx0" brushRef="#br0">11356.000 2430.000 0,'92.000'-35.000'16,"37.000"-7.000"0,-10.000 8.000-1,-24.000 11.000-15,-24.000 7.000 16,-23.000 6.000-16,-23.000 2.000 16,-22.000 2.000-1,-21.000-4.000-15,-17.000 0.000 16,-17.000-5.000-1,-6.000 8.000-15,4.000 7.000 16,12.000 6.000 0,16.000 1.000-16,9.000 7.000 15,2.000 8.000-15,0.000 8.000 16,-7.000 15.000 0,-16.000 16.000-16,-15.000 10.000 15,-10.000 2.000 1,-1.000-21.000-16,14.000-21.000 15</inkml:trace>
  <inkml:trace contextRef="#ctx0" brushRef="#br0">11642.000 2464.000 0,'26.000'0.000'15,"11.000"8.000"1,-3.000 10.000-16,-14.000 8.000 15,-21.000-5.000-15,-6.000-4.000 16</inkml:trace>
  <inkml:trace contextRef="#ctx0" brushRef="#br0">11490.000 2806.000 0,'-23.000'57.000'16,"-12.000"21.000"-16,3.000-3.000 15,10.000-15.000 1,18.000-19.000-16,20.000-20.000 16,20.000-19.000-1,17.000-12.000-15,7.000-11.000 16,3.000-6.000-1,-1.000-3.000-15,-6.000-1.000 16,-12.000 5.000 0,-13.000 1.000-16,-14.000 4.000 15,-21.000 2.000 1,-17.000 2.000 0,-7.000 5.000-16,1.000 5.000 0,8.000 1.000 15,19.000 6.000 1,6.000-11.000-16,23.000 1.000 15,21.000 2.000 1,20.000 2.000-16,8.000-1.000 16,-2.000 7.000-1,-7.000 8.000-15,-14.000 7.000 16,-13.000 1.000 0,-15.000-5.000-16,-12.000-7.000 15</inkml:trace>
  <inkml:trace contextRef="#ctx0" brushRef="#br0">12256.000 3062.000 0,'0.000'0.000'16,"0.000"0.000"0,0.000 0.000-16,6.000-19.000 15</inkml:trace>
  <inkml:trace contextRef="#ctx0" brushRef="#br0">13551.000 647.000 0,'-43.000'24.000'15,"-20.000"18.000"-15,0.000 12.000 16,5.000 7.000-16,9.000 5.000 15,11.000 3.000 1,9.000 7.000 0,14.000 9.000-16,14.000 8.000 15,11.000 10.000 1,2.000 5.000-16,5.000 3.000 16,-3.000-1.000-1,-7.000 1.000-15,-7.000-2.000 16,-6.000-5.000-1,-6.000-8.000-15,-8.000-5.000 16,-8.000-8.000 0,-5.000-11.000-16,-3.000-9.000 15,-1.000-8.000 1,3.000-8.000-16,2.000-6.000 16,7.000-7.000-1,7.000-6.000 1,8.000 1.000-16,6.000-8.000 15,4.000-1.000-15,5.000-1.000 16,3.000 2.000 0,4.000 7.000-16,-1.000 10.000 15,-3.000 10.000 1,-2.000 12.000-16,-4.000 8.000 16,-2.000 9.000-1,-4.000 7.000-15,-3.000 2.000 16,-2.000 7.000-1,-2.000 5.000-15,4.000 2.000 16,0.000 5.000 0,1.000 6.000-1,0.000 1.000-15,0.000 1.000 16,3.000 3.000 0,3.000-5.000-16,3.000-3.000 15,3.000-2.000 1,-1.000 1.000-16,-2.000-1.000 15,-1.000 5.000 1,-2.000-4.000-16,-3.000 0.000 16,0.000-6.000-1,0.000-9.000 1,3.000-17.000-16,2.000-19.000 16,4.000-18.000-16,0.000-14.000 15</inkml:trace>
  <inkml:trace contextRef="#ctx0" brushRef="#br0">13307.000 5460.000 0,'2.000'-20.000'0</inkml:trace>
  <inkml:trace contextRef="#ctx0" brushRef="#br0">14585.000 476.000 0,'0.000'0.000'0,"0.000"0.000"15,-28.000 23.000-15,-23.000 14.000 16,-15.000 11.000-1,-4.000 4.000 1,1.000 1.000-16,13.000-8.000 16,10.000-11.000-16,15.000-12.000 15,11.000-9.000 1,9.000-7.000-16,7.000-10.000 16,4.000-5.000-16,4.000 3.000 15,-4.000 6.000 1,0.000 0.000-16,6.000 4.000 15,4.000 11.000 1,0.000 14.000-16,-1.000 12.000 16,0.000 13.000-1,1.000 4.000-15,-4.000 11.000 16,-3.000 6.000 0,-4.000-7.000-16,-3.000-2.000 15,0.000-12.000 1,0.000-12.000-16,-3.000-16.000 15,3.000-26.000 1,0.000-9.000-16</inkml:trace>
  <inkml:trace contextRef="#ctx0" brushRef="#br0">14173.000 938.000 0,'24.000'-17.000'0,"16.000"-12.000"16,6.000 7.000-1,-3.000 2.000-15,-4.000 8.000 16,-8.000 5.000 0,-7.000 4.000-16,-9.000 1.000 15,-15.000 2.000-15,0.000 0.000 16,9.000 5.000-1,-2.000 6.000-15,-5.000 6.000 16,-2.000 5.000 0,0.000 9.000-16,0.000 9.000 15,0.000 10.000 1,2.000 10.000-16,-2.000 12.000 16,-1.000 3.000-1,2.000 0.000-15,-1.000-5.000 16,-1.000-10.000-1,-3.000-10.000-15,0.000-16.000 16,-3.000-8.000 0,-2.000-12.000-16,-6.000-18.000 15,-7.000-22.000 1,-1.000-24.000-16,-2.000-24.000 16,4.000-6.000-1,8.000 11.000-15,10.000 23.000 16,7.000 15.000-1,1.000 12.000-15,-2.000 10.000 16,-3.000 9.000 0,5.000 5.000-16,0.000 16.000 15,2.000 15.000-15,-2.000 14.000 16,-8.000 3.000 0,-5.000-3.000-1,-1.000-9.000-15,0.000-9.000 16,2.000-15.000-1,1.000-17.000-15,3.000-23.000 16,5.000-26.000-16,7.000-18.000 16,8.000-12.000-1,11.000-8.000 1,7.000-6.000-16,9.000 8.000 16,3.000 11.000-1,-1.000 14.000-15,-2.000 16.000 16,-3.000 15.000-1,-4.000 19.000-15,-3.000 17.000 16,-2.000 24.000-16,-8.000 18.000 16,-11.000 14.000-1,-6.000 6.000-15,-7.000-2.000 16,-6.000-8.000 0,-4.000-9.000-16,-4.000-14.000 15,-1.000-11.000 1,-5.000-11.000-16,-8.000-11.000 15,-7.000-12.000 1,0.000-7.000-16,4.000-5.000 16,9.000 1.000-1,15.000 2.000-15,18.000-2.000 16,19.000-1.000-16,21.000-4.000 16,16.000 1.000-1,11.000-5.000-15,5.000 2.000 16,-1.000-4.000-1,-5.000 6.000-15,-9.000 0.000 16,-14.000 2.000 0,-15.000 3.000-16,-19.000 1.000 15,-20.000-1.000 1,-21.000 1.000-16,-16.000 2.000 16,-1.000 4.000-1,2.000 6.000-15,8.000 11.000 16,7.000 14.000-1,6.000 15.000-15,3.000 18.000 16,1.000 10.000 0,2.000 5.000-16,-4.000 4.000 15,-5.000-2.000 1,-4.000-9.000-16,0.000-13.000 16,1.000-17.000-1,3.000-26.000-15,6.000-26.000 16,10.000-20.000-16,10.000 5.000 15,14.000 17.000 1,10.000 25.000-16,-3.000 9.000 16,-2.000 4.000-1,-1.000 2.000-15,1.000 6.000 16,1.000-1.000 0,-3.000 1.000-16,-6.000-5.000 15,-6.000-11.000 1,-8.000-24.000-16,-3.000-15.000 15,-2.000 7.000-15</inkml:trace>
  <inkml:trace contextRef="#ctx0" brushRef="#br0">15208.000 697.000 0,'0.000'0.000'0,"6.000"31.000"16,-6.000 23.000-16,-23.000 18.000 16,-21.000 4.000-1,-1.000-18.000-15</inkml:trace>
  <inkml:trace contextRef="#ctx0" brushRef="#br0">14635.000 1458.000 0,'0.000'0.000'0,"37.000"-3.000"16,30.000-7.000-1,11.000-4.000-15,9.000-1.000 16,-3.000-4.000-16,-11.000-1.000 16,-12.000-1.000-1,-13.000-1.000-15,-15.000-7.000 16,-17.000-8.000-1,-10.000 4.000-15</inkml:trace>
  <inkml:trace contextRef="#ctx0" brushRef="#br0">15519.000 766.000 0,'28.000'16.000'0,"12.000"11.000"16,-2.000 8.000-16,-10.000 6.000 16,-13.000-4.000-1,-7.000-25.000-15,-3.000-12.000 16</inkml:trace>
  <inkml:trace contextRef="#ctx0" brushRef="#br0">16107.000 647.000 0,'0.000'0.000'16,"-15.000"34.000"-16,-21.000 24.000 16,-15.000 8.000-1,-15.000 0.000-15,-4.000-17.000 16,13.000-25.000-1,20.000-15.000-15</inkml:trace>
  <inkml:trace contextRef="#ctx0" brushRef="#br0">15989.000 612.000 0,'-37.000'50.000'0,"-23.000"27.000"16,-2.000 5.000 0,5.000-4.000-16,12.000-11.000 15,18.000-20.000 1,15.000-16.000-16,21.000-13.000 16,16.000-16.000-1,11.000-7.000-15,8.000-2.000 16,1.000-3.000-1,-10.000 8.000-15,-6.000 4.000 16,-12.000 11.000 0,-15.000 12.000-16,-17.000 8.000 15,-27.000 12.000 1,-22.000 6.000-16,-9.000 2.000 16,2.000-6.000-1,10.000-14.000-15,15.000-33.000 16,18.000-10.000-1</inkml:trace>
  <inkml:trace contextRef="#ctx0" brushRef="#br0">15922.000 1192.000 0,'0.000'41.000'16,"2.000"18.000"-16,4.000 2.000 15,9.000-11.000 1,12.000-22.000-16,16.000-21.000 16,16.000-27.000-1,15.000-21.000-15,10.000-12.000 16,0.000 0.000 0,-10.000 6.000-16,-17.000 7.000 15,-20.000 6.000 1,-22.000-7.000-16,-12.000 6.000 15</inkml:trace>
  <inkml:trace contextRef="#ctx0" brushRef="#br0">16696.000 1091.000 0,'16.000'8.000'0</inkml:trace>
  <inkml:trace contextRef="#ctx0" brushRef="#br0">17974.000 1168.000 0,'16.000'9.000'16,"5.000"1.000"-16,3.000-3.000 16,-1.000-4.000-1,-2.000 2.000-15,2.000-2.000 16,4.000-1.000 0,0.000-2.000-16,6.000-2.000 15,3.000 6.000 1,4.000-1.000-16,2.000 0.000 15,5.000-2.000 1,4.000-2.000-16,1.000 2.000 16,3.000 1.000-16,-1.000-2.000 15,3.000 0.000 1,2.000 0.000 0,2.000 0.000-16,4.000 4.000 15,2.000-3.000-15,2.000-6.000 16,3.000 2.000-1,6.000 1.000-15,-2.000-2.000 16,-1.000 4.000 0,-3.000 0.000-16,3.000 0.000 15,-1.000 0.000 1,5.000 3.000-16,4.000 0.000 16,2.000-1.000-1,3.000-1.000-15,-1.000-2.000 16,0.000-2.000-16,-4.000-2.000 15,-2.000 3.000 1,-1.000 0.000-16,0.000 4.000 16,2.000 0.000-1,4.000-2.000-15,0.000-1.000 16,-1.000 2.000 0,1.000 3.000-16,-1.000-3.000 15,-4.000-1.000 1,1.000 1.000-16,-1.000-1.000 15,-1.000-1.000 1,6.000 2.000-16,-2.000-1.000 16,-3.000 1.000-1,3.000 1.000-15,-6.000 2.000 16,-5.000-3.000 0,-1.000-1.000-16,1.000 1.000 15,-2.000-1.000 1,3.000 0.000-16,2.000-1.000 15,-4.000 0.000 1,-2.000 1.000-16,-3.000 0.000 16,-11.000 0.000-1,0.000 2.000-15,0.000 1.000 16,1.000 1.000-16,1.000-3.000 16,-3.000 1.000-1,-3.000-1.000-15,-2.000-1.000 16,-5.000 0.000-1,0.000 4.000-15,-3.000-2.000 16,-1.000 1.000 0,-2.000-1.000-16,0.000 4.000 15,-2.000 0.000-15,1.000 0.000 16,-4.000-3.000 0,-1.000-2.000-16,-5.000-2.000 15,-2.000-1.000 1,-3.000 2.000-16,-3.000-7.000 15,-6.000-4.000 1,-2.000-2.000-16,-6.000 0.000 16,-4.000 1.000-1,-2.000 12.000-15,0.000 0.000 16,0.000-6.000-16</inkml:trace>
  <inkml:trace contextRef="#ctx0" brushRef="#br0">22994.000 1168.000 0,'0.000'0.000'16,"19.000"14.000"-16,10.000 3.000 15,5.000 2.000 1,-3.000 2.000-16,-5.000-2.000 15,-7.000 3.000-15,-11.000-1.000 16,-12.000 4.000 0,-15.000-1.000-16,-19.000 2.000 15,-20.000-8.000 1,-10.000-10.000-16,12.000-6.000 16</inkml:trace>
  <inkml:trace contextRef="#ctx0" brushRef="#br0">18571.000 1023.000 0,'0.000'0.000'0,"0.000"0.000"15,0.000 0.000 1,0.000 0.000-16,0.000 22.000 16,-1.000 14.000-16,0.000 3.000 15,-2.000 1.000 1,-2.000 1.000-16,-2.000 2.000 16,0.000 3.000-1,-1.000 2.000-15,2.000 0.000 16,0.000-1.000-16,0.000-3.000 15,3.000-3.000 1,-1.000-8.000-16,1.000-6.000 16,1.000-5.000-1,1.000-4.000-15,1.000-18.000 16,-4.000 1.000 0,-1.000-6.000-16</inkml:trace>
  <inkml:trace contextRef="#ctx0" brushRef="#br0">19033.000 1252.000 0,'0.000'0.000'16,"0.000"0.000"-16,0.000 0.000 15,0.000 0.000 1,9.000 13.000-16,1.000 3.000 15,-5.000-1.000-15,-1.000-4.000 16,1.000-3.000 0,2.000-6.000-1,5.000-3.000-15,0.000-7.000 16,2.000-2.000-16,-4.000-2.000 16,-3.000 3.000-16,-3.000-4.000 15,-2.000 6.000 1,-2.000 7.000-16,0.000 0.000 15,-6.000-2.000-15,-6.000 5.000 16,-2.000 4.000 0,0.000 2.000-16,1.000 0.000 15,4.000-1.000 1,9.000-8.000-16,0.000 0.000 16,1.000-7.000-1,8.000-7.000-15,1.000 1.000 16</inkml:trace>
  <inkml:trace contextRef="#ctx0" brushRef="#br0">19799.000 980.000 0,'0.000'0.000'0,"0.000"0.000"16,0.000 0.000-1,0.000 0.000-15,0.000 0.000 16,0.000 0.000 0,0.000 0.000-16,0.000 0.000 15,2.000 22.000 1,1.000 16.000-16,-3.000 6.000 15,0.000 2.000 1,-3.000 4.000-16,-1.000 0.000 16,-2.000 1.000-16,-5.000-1.000 15,0.000 1.000 1,-1.000 1.000-16,2.000-2.000 16,3.000-1.000-1,1.000-2.000 1,0.000-6.000-16,1.000-6.000 15,2.000-8.000-15,1.000-7.000 16,1.000-3.000 0,1.000-17.000-16,-6.000-3.000 15,0.000-6.000 1</inkml:trace>
  <inkml:trace contextRef="#ctx0" brushRef="#br0">19092.000 1262.000 0,'0.000'0.000'15,"0.000"0.000"-15,0.000 0.000 16,0.000 0.000 0,0.000 0.000-16,0.000 0.000 15,0.000 0.000 1,0.000 0.000-16,0.000 0.000 16,0.000 0.000-16,-3.000 11.000 15,-2.000 3.000 1,2.000-2.000-16,3.000-12.000 15,0.000 0.000 1,2.000-2.000-16,3.000-6.000 16,0.000-1.000-1,-1.000-4.000-15,-2.000 3.000 16,-2.000 10.000-16,2.000-9.000 16,-6.000 9.000-1,-1.000 12.000 1,-4.000 6.000-16,-1.000-1.000 15,2.000 3.000-15,4.000-2.000 16,6.000-6.000 0,7.000-10.000-16,9.000-9.000 15,5.000-5.000 1,-2.000-8.000-16,-2.000 0.000 16,-3.000-3.000-16,-6.000-1.000 15,-4.000 5.000 1,-5.000 2.000-16,-6.000 6.000 15,-7.000 6.000 1,-5.000 5.000-16,-3.000 5.000 16,-5.000 10.000-16,-1.000 4.000 15,2.000 1.000 1,3.000 0.000-16,9.000-2.000 16,7.000-1.000-1,5.000-17.000-15,8.000 9.000 16,8.000-22.000-1,0.000-3.000-15</inkml:trace>
  <inkml:trace contextRef="#ctx0" brushRef="#br0">19151.000 1252.000 0,'0.000'0.000'0,"0.000"0.000"16,0.000 0.000-16,0.000 0.000 16,0.000 0.000-16,0.000 0.000 15,0.000 0.000 1,0.000 0.000-16,0.000 0.000 15,0.000 0.000-15,-9.000-6.000 16,-5.000-5.000 0,2.000 2.000-16,2.000-2.000 15,5.000 3.000 1,5.000 8.000-16,-4.000-8.000 16,4.000 8.000-1,0.000 0.000-15,0.000 0.000 16,0.000 0.000-1,0.000 0.000-15,0.000 0.000 16,-1.000-8.000-16,1.000 8.000 16,0.000 0.000-1,-1.000-7.000-15,1.000-1.000 16,0.000 8.000 0,2.000-7.000-16,0.000-3.000 15,0.000 3.000 1,-2.000 1.000-16,0.000 6.000 15,0.000 0.000-15,0.000 0.000 16,2.000-7.000 0,-2.000 7.000-16,9.000-1.000 15,1.000 2.000 1,2.000 1.000-16,-1.000-2.000 16,-11.000 0.000-16,0.000 0.000 15,9.000 4.000 1,-3.000 2.000-16,1.000 0.000 15,0.000 3.000-15,-2.000 1.000 16,-2.000-3.000 0,-3.000-7.000-16,2.000 6.000 15,-2.000-6.000 1,1.000 7.000-16,-2.000 4.000 16,-4.000 2.000-16,-2.000-1.000 15,-5.000 0.000 1,3.000-1.000-16,3.000-3.000 15,6.000-8.000-15,0.000 0.000 16,0.000 0.000 0,-7.000 0.000-16,3.000-8.000 15,1.000-3.000-15,0.000-1.000 16,2.000-3.000-16,1.000-1.000 16,-1.000-1.000-16,-1.000 0.000 31,2.000 1.000-31,3.000-1.000 0,2.000 0.000 15,1.000 4.000-15,3.000 3.000 16,-1.000 2.000 0,1.000 5.000-16,-9.000 3.000 15,9.000-1.000-15,0.000 3.000 16,0.000 6.000 0,0.000 3.000-16,0.000 5.000 15,-4.000 2.000 1,-2.000 1.000-16,-3.000 1.000 15,-5.000-5.000 1,-2.000-1.000-16,-3.000 1.000 16,2.000-5.000-1,-2.000-1.000-15,1.000-3.000 16,1.000-4.000-16,-1.000-3.000 16,-1.000-3.000-1,-1.000-3.000-15,4.000 2.000 16,0.000-1.000-16,7.000 6.000 15,0.000 0.000 1,-7.000-4.000-16,2.000-3.000 16,0.000-11.000-1,3.000 0.000-15</inkml:trace>
  <inkml:trace contextRef="#ctx0" brushRef="#br0">18613.000 988.000 0,'0.000'0.000'16,"0.000"0.000"-16,0.000 0.000 15,0.000 0.000 1,0.000 0.000-16,0.000 0.000 15,0.000 0.000 1,0.000 0.000-16,5.000 21.000 16,-5.000 15.000-16,-5.000 9.000 15,-4.000 1.000 1,1.000 1.000-16,1.000-4.000 16,2.000-10.000-16,3.000-8.000 15,2.000-25.000 1,0.000 0.000-16,-1.000 5.000 15</inkml:trace>
  <inkml:trace contextRef="#ctx0" brushRef="#br0">20303.000 1244.000 0,'0.000'0.000'16,"0.000"0.000"-16,0.000 0.000 16,0.000 0.000-16,0.000 0.000 15,2.000-12.000 1,1.000-3.000-16,-1.000 1.000 15,2.000 5.000 1,-1.000 0.000-16,3.000 4.000 16,1.000 1.000-1,3.000 2.000-15,3.000 4.000 16,-2.000 2.000 0,-1.000 8.000-16,-4.000 5.000 15,-2.000 5.000-15,-3.000 2.000 16,-4.000 1.000-1,-1.000-5.000-15,0.000-4.000 16,-3.000-1.000 0,3.000-5.000-16,4.000-10.000 15,0.000 0.000 1,-5.000 3.000-16,-1.000-7.000 16,2.000-6.000-1,2.000-3.000-15,2.000 0.000 16,0.000-1.000-16,0.000 5.000 15,2.000-2.000 1,3.000 0.000-16,4.000 0.000 16,4.000 0.000-1,4.000-2.000-15,0.000 3.000 16,-3.000 1.000 0,-1.000 9.000-16,-5.000 3.000 15,-3.000 3.000 1,-3.000 4.000-16,-4.000 5.000 15,-4.000-2.000 1,-5.000 3.000-16,0.000-4.000 16,-3.000-8.000-1,-3.000-2.000-15,1.000-3.000 16,-1.000-3.000-16,0.000-6.000 16,0.000-4.000-1,1.000-3.000-15,6.000 1.000 16,3.000-5.000-1,1.000-2.000-15,1.000 2.000 16</inkml:trace>
  <inkml:trace contextRef="#ctx0" brushRef="#br0">20925.000 894.000 0,'0.000'0.000'0,"0.000"0.000"16,0.000 0.000-16,0.000 0.000 15,0.000 0.000 1,5.000 18.000-16,0.000 10.000 16,-3.000 2.000-1,-2.000 1.000-15,-2.000 4.000 16,-1.000-1.000 0,0.000-6.000-16,-3.000 2.000 15,2.000 2.000 1,-2.000 0.000-16,2.000-1.000 15,1.000-2.000-15,0.000 2.000 16,-2.000-6.000 0,-1.000 3.000-1,3.000-2.000-15,1.000-5.000 16,1.000 1.000-16,-1.000 3.000 16,-1.000-2.000-1,2.000 0.000-15,0.000-1.000 16,0.000 1.000-1,-1.000-5.000-15,-1.000-2.000 16,2.000 0.000 0,0.000-6.000-16,1.000-10.000 15,-1.000 0.000-15,3.000-18.000 16,0.000-3.000 0</inkml:trace>
  <inkml:trace contextRef="#ctx0" brushRef="#br0">21279.000 1278.000 0,'0.000'0.000'0,"0.000"0.000"16,0.000 0.000-16,0.000 0.000 16,0.000 0.000-16,0.000 0.000 15,9.000-8.000 1,5.000-5.000-16,0.000 0.000 16,3.000 3.000-16,-2.000 3.000 15,4.000 6.000 1,-3.000 3.000-16,1.000 3.000 15,-3.000 3.000 1,-1.000 3.000-16,-4.000 6.000 16,-6.000 0.000-1,-3.000 1.000-15,-4.000-2.000 16,-2.000-2.000 0,-2.000-3.000-16,-2.000-1.000 15,-1.000-3.000 1,-4.000-6.000-16,1.000-4.000 15,-2.000-2.000 1,0.000-5.000-16,2.000 1.000 16,5.000-1.000-16,6.000-2.000 15,4.000-1.000 1,5.000-2.000-16,4.000 2.000 16,-2.000 0.000-16,3.000 2.000 15,-1.000 3.000 1,-2.000 1.000-16,-2.000 3.000 15,-6.000 4.000 1,0.000 0.000-16,0.000 0.000 16,5.000 2.000-1,-1.000 12.000-15,-1.000 8.000 16,-4.000-2.000 0,-4.000-1.000-16,0.000-6.000 15,1.000-2.000 1,4.000-11.000-16,0.000 0.000 15,-4.000 0.000-15,1.000-11.000 16,0.000-9.000 0,3.000-3.000-16,2.000-2.000 15,-1.000 3.000 1,1.000 1.000 0,3.000 4.000-16,-1.000 5.000 15,-1.000 2.000-15,0.000 3.000 16,-3.000 7.000-1,0.000 0.000-15,7.000 1.000 16,1.000 8.000-16,-3.000 7.000 16,-2.000 4.000-1,-1.000 3.000-15,-3.000-3.000 16,0.000-2.000 0,0.000-5.000-16,0.000-4.000 15,1.000-9.000 1,0.000 0.000-16,0.000 0.000 15,-3.000-1.000 1,-1.000-6.000-16,0.000-5.000 16,1.000-2.000-16,8.000-2.000 15,3.000 5.000 1,0.000 2.000-16,-2.000 1.000 16,-6.000 8.000-1,0.000 0.000-15,0.000 0.000 16,0.000 0.000-1,4.000 3.000-15,-2.000 6.000 16,-7.000 2.000 0,-2.000-3.000-16,-5.000-12.000 15,0.000-5.000 1</inkml:trace>
  <inkml:trace contextRef="#ctx0" brushRef="#br0">24701.000 1397.000 0,'0.000'0.000'16,"0.000"0.000"-16,0.000 0.000 16,18.000 5.000-1,7.000 1.000-15,3.000-5.000 16,0.000-1.000 0,-1.000 3.000-16,-1.000-1.000 15,-1.000-1.000-15,2.000-1.000 16,7.000 0.000-1,4.000 0.000-15,2.000 0.000 16,8.000 0.000 0,-1.000 0.000-16,0.000 0.000 15,-1.000 0.000 1,1.000 2.000-16,-1.000 1.000 16,4.000 2.000-1,4.000-3.000-15,3.000-2.000 16,5.000-2.000-1,3.000-3.000-15,2.000 1.000 16,-1.000 1.000-16,1.000-1.000 16,-1.000 0.000-1,0.000 2.000-15,-2.000 2.000 16,2.000 0.000 0,1.000-1.000-16,2.000 0.000 15,3.000-1.000 1,-1.000-2.000-16,1.000 1.000 15,0.000 3.000 1,-4.000 0.000-16,-3.000 3.000 16,0.000-2.000-1,0.000 0.000-15,4.000-1.000 16,4.000 0.000-16,2.000 0.000 16,5.000 0.000-1,-3.000-1.000-15,-2.000 1.000 16,-6.000 1.000-1,-4.000-1.000-15,-2.000 0.000 16,-1.000 3.000 0,1.000 2.000-16,4.000-1.000 15,-2.000 0.000 1,-2.000-2.000-16,-2.000-3.000 16,-2.000 1.000-1,-3.000 1.000-15,2.000-1.000 16,-1.000 0.000-1,-1.000 0.000-15,-2.000 0.000 16,0.000 0.000 0,-1.000 0.000-16,-3.000 0.000 15,-2.000-1.000-15,-2.000 0.000 16,-1.000 1.000 0,0.000 0.000-16,-2.000-1.000 31,0.000 1.000-31,-1.000-4.000 0,-6.000 0.000 15,-3.000 3.000 1,-2.000 0.000-16,-1.000 2.000 16,0.000-1.000-1,3.000-1.000-15,0.000 2.000 16,0.000 1.000 0,-5.000-2.000-16,-3.000-1.000 15,-5.000 0.000-15,-5.000 0.000 16,-15.000 1.000-1,7.000-5.000-15,-5.000-8.000 16,-3.000-8.000 0,-2.000 3.000-16</inkml:trace>
  <inkml:trace contextRef="#ctx0" brushRef="#br0">28873.000 1330.000 0,'0.000'0.000'0,"0.000"0.000"15,0.000 0.000 1,0.000 0.000 0,27.000 6.000-16,14.000 5.000 15,1.000 4.000-15,-3.000-3.000 16,-9.000 2.000-1,-8.000 1.000-15,-10.000 2.000 16,-8.000 2.000-16,-12.000 7.000 16,-14.000-3.000-16,-19.000 4.000 15,-15.000-2.000 1,8.000-6.000-16</inkml:trace>
  <inkml:trace contextRef="#ctx0" brushRef="#br0">25055.000 1235.000 0,'17.000'-12.000'16,"3.000"-6.000"-16,-6.000 5.000 16,-3.000 9.000-16,-5.000 7.000 15,0.000 9.000-15,0.000 9.000 16,1.000 8.000-1,-2.000 8.000-15,-3.000 7.000 16,-3.000 4.000-16,-4.000 5.000 16,-1.000-2.000-1,-2.000-2.000-15,-1.000 1.000 16,-2.000-5.000-16,2.000-1.000 16,1.000-8.000-1,2.000-9.000-15,2.000-5.000 16,1.000-10.000-1,3.000-12.000-15,-6.000-11.000 16,0.000-5.000 0</inkml:trace>
  <inkml:trace contextRef="#ctx0" brushRef="#br0">25374.000 1184.000 0,'0.000'0.000'0,"8.000"28.000"16,1.000 17.000-1,-1.000 7.000-15,-5.000 12.000 16,-8.000 2.000 0,-4.000 3.000-16,0.000-1.000 15,2.000-9.000 1,0.000-9.000-16,1.000-8.000 16,2.000-16.000-1,0.000-8.000-15,-4.000-15.000 16,2.000-6.000-1</inkml:trace>
  <inkml:trace contextRef="#ctx0" brushRef="#br0">25702.000 1439.000 0,'0.000'0.000'16,"0.000"0.000"-16,0.000 0.000 16,0.000 0.000-16,0.000 0.000 15,0.000 0.000-15,0.000 0.000 16,0.000 0.000-1,0.000 0.000-15,0.000 0.000 16,0.000 0.000-16,0.000 0.000 16,0.000 0.000-1,0.000 0.000-15,0.000 0.000 16,0.000 0.000-16,0.000 0.000 16,0.000 0.000-16,0.000 0.000 15,0.000 0.000-15,0.000 0.000 16,0.000 0.000-1,-7.000 14.000-15,-3.000 5.000 16,4.000-3.000 0,2.000-3.000-16,4.000-13.000 15,0.000 0.000 1,5.000 2.000-16,4.000-10.000 16,4.000-6.000-16,-3.000-3.000 15,0.000-3.000 1,-4.000-1.000-16,-4.000-1.000 15,-3.000 3.000-15,-3.000 4.000 16,0.000 4.000 0,-4.000 5.000-1,0.000 2.000-15,-3.000 11.000 0,-1.000 4.000 16,-2.000 7.000 0,0.000 5.000-16,2.000 2.000 15,6.000-2.000 1,6.000-1.000-16,5.000-8.000 15,4.000-5.000 1,5.000-6.000-16,4.000-10.000 16,2.000-6.000-16,1.000-5.000 15,-2.000-7.000 1,-3.000-1.000-16,-2.000-1.000 16,-4.000 5.000-1,-5.000 4.000-15,-5.000 6.000 16,-6.000 6.000-1,-8.000 9.000-15,-5.000 4.000 16,-3.000 9.000-16,0.000 3.000 16,2.000 1.000-1,2.000-4.000-15,4.000-11.000 16,4.000-5.000 0</inkml:trace>
  <inkml:trace contextRef="#ctx0" brushRef="#br0">26030.000 1407.000 0,'0.000'0.000'16,"0.000"0.000"-16,0.000 0.000 16,0.000 0.000-1,0.000 0.000-15,0.000 0.000 16,-1.000 15.000 0,0.000 7.000-16,0.000-1.000 15,-1.000-6.000 1,4.000-6.000-16,-2.000-9.000 15,7.000 2.000 1,7.000-8.000-16,3.000-7.000 16,4.000-4.000-16,1.000-3.000 15,-5.000 2.000 1,-2.000 2.000-16,-3.000 6.000 16,-12.000 10.000-1,0.000 0.000-15,0.000 0.000 16,0.000 0.000-16,3.000 1.000 15,-7.000 10.000 1,-6.000 7.000-16,1.000 0.000 16,2.000-1.000-1,4.000-4.000-15,3.000-13.000 16,0.000 0.000 0,5.000 6.000-16,5.000-7.000 15,-1.000-8.000 1,1.000 0.000-1,-2.000-2.000-15,-5.000 1.000 16,-2.000 5.000-16,-3.000-2.000 16,2.000 7.000-1,-5.000-3.000-15,5.000 3.000 16,0.000 0.000-16,-6.000-1.000 16,6.000 1.000-1,-7.000-1.000-15,1.000 1.000 16,6.000 0.000-1,0.000 0.000-15,0.000 0.000 16,0.000 0.000 0,0.000 0.000-16,0.000 0.000 15,0.000 0.000-15,0.000 0.000 16,0.000 0.000 0,0.000 0.000-1,-4.000-4.000-15,4.000-6.000 16,1.000-2.000-16,1.000-2.000 15,-1.000 0.000-15,-1.000 3.000 16,0.000 11.000 0,-2.000-7.000-16,2.000 7.000 15,-6.000 5.000 1,-5.000 9.000-16,-1.000 7.000 16,-4.000 5.000-1,2.000-5.000-15,1.000-13.000 16,5.000-8.000-1</inkml:trace>
  <inkml:trace contextRef="#ctx0" brushRef="#br0">26736.000 1201.000 0,'0.000'0.000'0,"2.000"29.000"16,3.000 13.000-16,-3.000 6.000 16,-3.000 4.000-1,-1.000 3.000 1,-3.000 0.000-16,-4.000-2.000 16,-3.000 1.000-1,-1.000-1.000-15,4.000-6.000 16,2.000-9.000-16,0.000-7.000 15,1.000-9.000 1,3.000-11.000-16,2.000-12.000 16,1.000-16.000-1,0.000-17.000-15,0.000 5.000 16</inkml:trace>
  <inkml:trace contextRef="#ctx0" brushRef="#br0">26913.000 1176.000 0,'13.000'18.000'16,"3.000"12.000"-1,-6.000 8.000 1,-5.000 7.000-16,-8.000 7.000 16,-4.000 5.000-16,1.000 3.000 15,0.000-3.000 1,-1.000-1.000-16,3.000-3.000 16,-2.000-8.000-1,2.000-7.000-15,-2.000-15.000 16,-3.000-18.000-1,2.000-6.000-15</inkml:trace>
  <inkml:trace contextRef="#ctx0" brushRef="#br0">27350.000 1415.000 0,'0.000'0.000'0,"0.000"0.000"15,0.000 0.000-15,0.000 0.000 16,0.000 0.000-1,-9.000 19.000-15,-4.000 5.000 16,2.000 0.000-16,7.000-5.000 16,2.000-7.000-1,2.000-12.000 1,1.000 0.000-16,8.000-11.000 16,5.000-6.000-16,-5.000-5.000 15,0.000-4.000-15,-1.000 4.000 16,-2.000 3.000-1,-6.000 4.000-15,-7.000 5.000 16,1.000 8.000 0,-1.000 7.000-16,-3.000 6.000 15,-7.000 6.000-15,2.000 4.000 16,1.000 1.000 0,7.000-2.000-16,3.000-8.000 15,6.000-4.000 1,6.000-6.000-16,5.000-5.000 15,2.000-6.000 1,5.000-1.000-16,-6.000-3.000 16,-4.000 0.000-16,-4.000 4.000 15,-4.000 0.000 1,-5.000 4.000-16,-4.000 2.000 16,-2.000 3.000-16,-3.000 1.000 15,-1.000-1.000 1,2.000-11.000-16,2.000-1.000 15</inkml:trace>
  <inkml:trace contextRef="#ctx0" brushRef="#br0">27753.000 1407.000 0,'0.000'0.000'0,"0.000"0.000"15,0.000 0.000 1,0.000 0.000-16,0.000 0.000 15,0.000 0.000 1,0.000 0.000-16,-1.000 19.000 16,1.000 8.000-1,3.000 1.000-15,3.000-5.000 16,1.000-6.000 0,1.000-8.000-1,5.000-9.000-15,2.000-5.000 16,1.000-8.000-16,2.000-5.000 15,-3.000 0.000-15,-2.000-2.000 16,-4.000 1.000 0,-3.000 2.000-16,-6.000 6.000 15,-5.000 3.000 1,5.000 8.000-16,-9.000 3.000 16,-5.000 9.000-16,0.000 3.000 15,-2.000 3.000 1,3.000 1.000-16,4.000-4.000 15,6.000-4.000 1,3.000-11.000-16,4.000 0.000 16,8.000-10.000-16,5.000-6.000 15,-3.000-8.000 1,-1.000 1.000-16,-4.000 3.000 16,-6.000 5.000-16,-4.000 6.000 15,-7.000 3.000 1,-13.000 9.000-16,-8.000 7.000 15,-2.000 9.000 1,-1.000-5.000-16,9.000-5.000 16</inkml:trace>
  <inkml:trace contextRef="#ctx0" brushRef="#br0">30268.000 1527.000 0,'0.000'0.000'16,"0.000"0.000"-16,0.000 0.000 16,18.000-3.000-16,8.000-1.000 15,1.000-1.000 1,5.000 2.000-16,2.000 3.000 15,8.000 0.000 1,5.000 0.000 0,8.000 0.000-16,4.000 0.000 15,2.000 2.000-15,3.000-2.000 16,1.000 1.000 0,1.000 1.000-16,3.000-4.000 15,6.000 2.000 1,2.000-1.000-16,4.000 0.000 15,-2.000 2.000-15,-3.000 0.000 16,-1.000-1.000 0,2.000 0.000-16,-2.000 0.000 15,1.000 0.000 1,-2.000-1.000-16,1.000 0.000 16,-2.000 0.000-1,-4.000 1.000-15,-2.000 3.000 16,-2.000 3.000-1,-2.000 1.000-15,0.000-2.000 16,-3.000 1.000 0,-6.000 0.000-16,-5.000-3.000 15,-9.000-1.000 1,-5.000-1.000-16,-7.000-2.000 16,-3.000 0.000-16,-2.000 0.000 15,2.000-2.000 1,2.000-2.000-16,-3.000-2.000 15,1.000 0.000 1,-5.000-4.000-16,-7.000 1.000 16,-5.000-1.000-1,-2.000 0.000-15,-3.000 2.000 16</inkml:trace>
  <inkml:trace contextRef="#ctx0" brushRef="#br0">32539.000 1458.000 0,'0.000'0.000'0,"0.000"0.000"16,21.000 9.000-16,15.000 5.000 16,4.000 1.000-1,-1.000 1.000-15,-1.000-1.000 16,-7.000-3.000-1,-3.000-1.000-15,-9.000 2.000 16,-9.000 0.000 0,-14.000 6.000-16,-17.000 3.000 15,-22.000 3.000-15,-14.000-7.000 16,8.000-7.000-16</inkml:trace>
  <inkml:trace contextRef="#ctx0" brushRef="#br0">30848.000 988.000 0,'0.000'0.000'0,"0.000"0.000"16,7.000 22.000-16,0.000 16.000 15,-4.000 9.000 1,-1.000 5.000-16,-2.000 8.000 15,-3.000 3.000 1,-1.000 3.000 0,-2.000 1.000-16,3.000-1.000 15,2.000-2.000-15,-1.000 3.000 16,2.000-1.000 0,-1.000 1.000-16,-2.000-5.000 15,-3.000-3.000 1,2.000-6.000-16,2.000-11.000 15,2.000-9.000 1,0.000-6.000-16,2.000-6.000 16,-2.000-6.000-1,0.000-5.000-15,0.000-10.000 16,0.000-5.000 0,0.000-3.000-16,0.000 1.000 15</inkml:trace>
  <inkml:trace contextRef="#ctx0" brushRef="#br0">30857.000 1500.000 0,'0.000'0.000'15,"0.000"0.000"-15,0.000 0.000 16,0.000 0.000-1,-15.000 18.000 1,-4.000 6.000-16,-1.000 1.000 16,7.000-4.000-16,4.000-2.000 15,8.000-1.000 1,5.000-8.000-16,7.000-6.000 16,3.000-8.000-16,5.000-4.000 15,7.000-10.000 1,0.000-7.000-16,-4.000-1.000 15,-1.000-1.000 1,-9.000 3.000-16,-4.000 1.000 16,-8.000 4.000-16,-4.000 2.000 15,-6.000 4.000 1,-5.000 8.000-16,-7.000 6.000 16,-4.000 7.000-1,-2.000 10.000-15,1.000 5.000 16,5.000 1.000-1,3.000 5.000-15,7.000 1.000 16,7.000-7.000 0,7.000-2.000-16,6.000-5.000 15,6.000-8.000-15,6.000-5.000 16,4.000-9.000 0,5.000-7.000-16,-3.000-5.000 15,-3.000 1.000 1,-4.000-6.000-16,-8.000 3.000 15,-5.000 3.000 1,-6.000 0.000-16,-7.000 4.000 16,-7.000 10.000-16,-6.000 5.000 15,-2.000 6.000 1,1.000 7.000-16,1.000 0.000 16,8.000-5.000-1,3.000-3.000-15,9.000-7.000 16,0.000 0.000-16,0.000 0.000 15,-1.000-3.000 1,7.000-8.000-16,3.000-4.000 16,0.000-5.000-16,-2.000 2.000 15,-2.000 5.000 1,-4.000 2.000-16,-1.000 11.000 16,-5.000 0.000-1,-4.000 6.000-15,0.000 0.000 16</inkml:trace>
  <inkml:trace contextRef="#ctx0" brushRef="#br0">31496.000 1057.000 0,'0.000'0.000'0,"0.000"0.000"16,0.000 0.000-1,8.000 27.000-15,-1.000 16.000 16,-4.000 10.000 0,-4.000 2.000-16,-1.000 6.000 31,-2.000 1.000-31,-1.000 1.000 0,-1.000 2.000 15,3.000 2.000 1,-3.000 2.000-16,1.000-7.000 16,-1.000-2.000-1,0.000-6.000-15,1.000-4.000 16,1.000-9.000-16,1.000-7.000 16,0.000-7.000-16,2.000-6.000 15,-1.000-3.000 1,-1.000-5.000-16,-2.000-2.000 15,5.000-11.000-15,-6.000 0.000 16,0.000-7.000 0</inkml:trace>
  <inkml:trace contextRef="#ctx0" brushRef="#br0">31512.000 1508.000 0,'0.000'0.000'0,"0.000"0.000"16,0.000 0.000-1,0.000 0.000 1,0.000 0.000-16,-11.000 19.000 16,-6.000 4.000-16,4.000 3.000 15,0.000-6.000-15,7.000-4.000 16,6.000-5.000 0,8.000-4.000-16,4.000-7.000 15,2.000-3.000-15,5.000-7.000 16,3.000-8.000-1,-1.000-4.000-15,-1.000-5.000 16,-4.000 1.000 0,-6.000-2.000-16,-6.000 6.000 15,-6.000 3.000 1,-6.000 8.000-16,-6.000 5.000 16,-5.000 9.000-1,-3.000 8.000-15,-3.000 9.000 16,0.000 3.000-16,0.000 6.000 15,6.000-5.000 1,5.000-1.000-16,7.000-4.000 16,8.000-6.000-1,7.000-7.000-15,9.000-6.000 16,3.000-6.000 0,0.000-5.000-16,-1.000-1.000 15,-5.000-1.000-15,-1.000 0.000 16,-7.000-2.000-1,-4.000-3.000 1,-6.000-1.000-16,-6.000 1.000 16,-9.000 5.000-16,-6.000 7.000 15,-2.000 6.000 1,0.000 8.000-16,4.000 4.000 16,4.000 4.000-1,7.000-2.000-15,4.000-4.000 16</inkml:trace>
  <inkml:trace contextRef="#ctx0" brushRef="#br0">32269.000 1108.000 0,'0.000'0.000'0,"-3.000"23.000"16,-5.000 15.000-1,1.000 9.000-15,0.000 9.000 16,-2.000 4.000 0,-3.000 4.000-1,-1.000 5.000-15,-4.000-1.000 16,4.000 2.000-16,-1.000 0.000 16,-1.000-2.000-1,-2.000-1.000-15,4.000-5.000 16,1.000-5.000-1,1.000-8.000-15,3.000-11.000 16,0.000-13.000 0,5.000-8.000-16,3.000-17.000 15,-1.000-8.000-15,0.000-8.000 16,1.000 3.000 0</inkml:trace>
  <inkml:trace contextRef="#ctx0" brushRef="#br0">32202.000 1534.000 0,'0.000'0.000'0,"0.000"0.000"16,0.000 0.000-16,0.000 0.000 16,-12.000 16.000-1,-4.000 7.000-15,2.000-5.000 16,7.000-3.000 0,5.000-5.000-16,2.000-10.000 15,9.000 1.000 1,8.000-8.000-16,6.000-7.000 15,1.000-5.000 1,-3.000 0.000-16,-5.000 0.000 16,-7.000 1.000-1,-5.000 4.000-15,-5.000 4.000 16,-4.000 7.000-16,-4.000 4.000 16,-6.000 8.000-1,-7.000 4.000-15,0.000 3.000 16,0.000 1.000-1,4.000 0.000-15,6.000-3.000 16,3.000 0.000 0,8.000-4.000-16,7.000-5.000 15,10.000-6.000-15,7.000-5.000 16,2.000-3.000 0,1.000-3.000-16,-5.000 0.000 15,-3.000 1.000 1,-8.000-2.000-16,-6.000 0.000 15,-6.000 4.000 1,-7.000 2.000-16,-8.000 5.000 16,-4.000 5.000-1,-1.000 0.000-15,1.000 3.000 16,8.000-3.000 0,4.000 0.000-16,9.000-3.000 15,-6.000-3.000-15,3.000-7.000 16,0.000-2.000-1,-1.000 1.000-15,-2.000 1.000 16,-3.000-8.000 0,1.000-2.000-16</inkml:trace>
  <inkml:trace contextRef="#ctx0" brushRef="#br0">13929.000 2252.000 0,'-8.000'-22.000'16,"-4.000"-14.000"-16,2.000 12.000 15,5.000 7.000 1,1.000 5.000-16,0.000 4.000 16,4.000 8.000-16,0.000 0.000 15,0.000 0.000 1,0.000 0.000-16,2.000 4.000 15,2.000 8.000-15,1.000 10.000 16,-3.000 6.000 0,-11.000-4.000-16,-1.000-8.000 15</inkml:trace>
  <inkml:trace contextRef="#ctx0" brushRef="#br0">13702.000 2464.000 0,'0.000'0.000'16,"0.000"0.000"-16,31.000-8.000 15,12.000-10.000 1,5.000 1.000 0,-4.000 5.000-16,-10.000 4.000 15,-10.000 6.000 1,-11.000 11.000-16,-11.000 8.000 15,-10.000 10.000-15,-6.000 6.000 16,-4.000 5.000 0,-1.000 2.000-16,0.000 0.000 15,5.000-9.000 1,3.000-19.000-16,10.000-19.000 16,3.000-4.000-1</inkml:trace>
  <inkml:trace contextRef="#ctx0" brushRef="#br0">14173.000 2464.000 0,'0.000'0.000'0,"0.000"0.000"16,-39.000 37.000 0,-28.000 19.000-16,-13.000 8.000 15,1.000-1.000 1,8.000-11.000-16,17.000-14.000 15,15.000-10.000 1,16.000-10.000-16,23.000-18.000 16,0.000 5.000-1,16.000-5.000-15,7.000-4.000 16,2.000 0.000-16,-6.000-1.000 16,-3.000 3.000-1,-3.000 8.000-15,-6.000 6.000 16,-5.000 11.000-1,-11.000 11.000-15,-10.000 9.000 16,-1.000-4.000 0,0.000-4.000-16,6.000-10.000 15,4.000-9.000 1,10.000-16.000-16,0.000 0.000 16,4.000-1.000-16,11.000-18.000 15,14.000-15.000 1,7.000-7.000-1,6.000-11.000-15,-1.000-7.000 16,1.000-8.000-16,5.000-5.000 16,0.000 1.000-1,4.000 8.000 1,-2.000 9.000-16,0.000 11.000 16,1.000 8.000-1,0.000 12.000-15,3.000 7.000 16,3.000 14.000-1,-1.000 14.000-15,-9.000 8.000 16,-5.000 7.000 0,-16.000 3.000-16,-10.000-1.000 15,-16.000-3.000 1,-15.000 1.000-16,-13.000-3.000 16,-10.000-6.000-1,-9.000-6.000-15,-2.000-11.000 16,5.000-5.000-16,12.000-6.000 15,11.000-2.000 1,7.000-2.000-16,9.000 4.000 16,5.000 5.000-1,4.000-2.000-15,5.000 4.000 16,5.000 8.000 0,2.000 9.000-16,2.000 11.000 15,-3.000 12.000 1,-2.000 13.000-16,-7.000 12.000 15,-6.000 9.000 1,-3.000 11.000-16,0.000 5.000 16,0.000-1.000-1,2.000-4.000-15,-1.000-15.000 16,3.000-17.000 0,-1.000-21.000-16,0.000-27.000 15,2.000-26.000 1,-5.000-31.000-16,-3.000-23.000 15,0.000 7.000 1</inkml:trace>
  <inkml:trace contextRef="#ctx0" brushRef="#br0">14779.000 2294.000 0,'-9.000'23.000'0,"-12.000"23.000"16,-9.000 10.000-1,-5.000 3.000-15,4.000-13.000 16,14.000-25.000 0,11.000-13.000-1</inkml:trace>
  <inkml:trace contextRef="#ctx0" brushRef="#br0">15031.000 2406.000 0,'11.000'17.000'0,"-12.000"13.000"16,-22.000 2.000 0,-27.000 7.000-16,-26.000 15.000 15,6.000-7.000-15</inkml:trace>
  <inkml:trace contextRef="#ctx0" brushRef="#br0">14669.000 2728.000 0,'84.000'0.000'0,"32.000"3.000"16,-7.000 4.000-1,-23.000 4.000-15,-26.000 7.000 16,-25.000 11.000-1,-27.000 12.000-15,-26.000 12.000 16,-27.000 6.000 0,-16.000-5.000-16,-11.000-11.000 15,0.000-19.000 1,10.000-24.000-16,20.000-11.000 16,19.000-2.000-16</inkml:trace>
  <inkml:trace contextRef="#ctx0" brushRef="#br0">15013.000 2755.000 0,'-44.000'47.000'0,"-28.000"25.000"16,-8.000 3.000-16,6.000-25.000 15,17.000-21.000 1</inkml:trace>
  <inkml:trace contextRef="#ctx0" brushRef="#br0">15586.000 2217.000 0,'0.000'0.000'0,"-20.000"24.000"15,-24.000 23.000-15,-21.000 9.000 16,-8.000 3.000 0,3.000-16.000-16,14.000-12.000 15,25.000-22.000 1,25.000-15.000-16,21.000-6.000 15,17.000 13.000-15,5.000 8.000 16,-5.000 3.000 0,-5.000 4.000-16,-1.000 10.000 15,2.000 19.000 1,-8.000 16.000 0,-8.000 15.000-16,-7.000 11.000 15,-10.000 2.000 1,-5.000-3.000-16,1.000-13.000 15,0.000-21.000 1,2.000-30.000-16,5.000-34.000 16,4.000-11.000-1</inkml:trace>
  <inkml:trace contextRef="#ctx0" brushRef="#br0">15830.000 2243.000 0,'0.000'0.000'15,"0.000"0.000"1,-4.000 30.000-16,-18.000 20.000 16,0.000-3.000-1</inkml:trace>
  <inkml:trace contextRef="#ctx0" brushRef="#br0">15636.000 2583.000 0,'29.000'-7.000'0,"20.000"-6.000"16,8.000 4.000 0,-3.000 6.000-16,-11.000 9.000 15,-12.000 6.000 1,-15.000 5.000-16,-20.000 5.000 15,-19.000 5.000 1,-15.000 7.000-16,-5.000-3.000 16,8.000-3.000-1,8.000-3.000-15,12.000-10.000 16,14.000-6.000 0,18.000-8.000-16,22.000-12.000 15,13.000-6.000 1,7.000-6.000-16,-1.000-3.000 15,-6.000-3.000 1,-14.000 0.000-16,-20.000 2.000 16,-26.000 5.000-1,-21.000 6.000-15,-22.000 13.000 16,-20.000 2.000-16,-2.000 12.000 16,9.000 13.000-1,14.000 1.000-15,15.000-1.000 16,13.000-5.000-1,7.000 7.000-15,-2.000 12.000 16,-5.000 10.000 0,-14.000 12.000-16,-9.000 7.000 15,-11.000-6.000 1,-1.000-15.000 0,14.000-17.000-16</inkml:trace>
  <inkml:trace contextRef="#ctx0" brushRef="#br0">15442.000 2951.000 0,'27.000'21.000'16,"6.000"14.000"-16,-6.000 0.000 16,-9.000-2.000-16,-7.000 1.000 15,-3.000-9.000 1,-2.000-6.000-16,-3.000-21.000 15,5.000-14.000-15,-2.000-13.000 16,-3.000-13.000 0,-3.000 6.000-16,1.000-2.000 15,4.000 9.000 1,4.000 8.000-16,6.000 2.000 16,13.000-1.000-1,16.000-5.000-15,19.000 0.000 16,16.000 1.000-1,9.000 4.000-15,2.000 7.000 16,-5.000 7.000 0,-12.000 5.000-16,-17.000 10.000 15,-19.000 8.000 1,-22.000 11.000-16,-27.000 9.000 16,-30.000 13.000-16,-24.000-3.000 15,-15.000-3.000 1,-8.000-25.000-16,19.000-14.000 15</inkml:trace>
  <inkml:trace contextRef="#ctx0" brushRef="#br0">15704.000 2993.000 0,'33.000'-6.000'0,"17.000"-1.000"15,-3.000-3.000-15,-6.000-7.000 16,-8.000 3.000 0,-9.000-5.000-16,-5.000 4.000 15</inkml:trace>
  <inkml:trace contextRef="#ctx0" brushRef="#br0">15796.000 2891.000 0,'-11.000'21.000'16,"-6.000"16.000"-16,3.000 9.000 16,7.000 4.000-16,7.000-4.000 15,4.000-13.000 1,3.000-25.000-16,5.000-27.000 16,-3.000-6.000-1</inkml:trace>
  <inkml:trace contextRef="#ctx0" brushRef="#br0">15871.000 2882.000 0,'-1.000'56.000'16,"1.000"31.000"-1,-1.000 7.000-15,0.000-20.000 16</inkml:trace>
  <inkml:trace contextRef="#ctx0" brushRef="#br0">16343.000 2798.000 0,'36.000'-20.000'15,"29.000"-9.000"-15,9.000-3.000 16,-6.000-9.000 0,-12.000-3.000-16,-16.000 10.000 15</inkml:trace>
  <inkml:trace contextRef="#ctx0" brushRef="#br0">16670.000 2507.000 0,'-9.000'63.000'0,"-9.000"34.000"15,1.000 10.000 1,4.000-4.000-16,6.000-12.000 15,3.000-16.000 1,1.000-22.000-16,2.000-18.000 16,1.000-13.000-1,0.000-22.000-15,-4.000 2.000 16,-8.000-20.000 0,-8.000-11.000-16,-5.000-10.000 15,0.000 0.000 1,4.000 4.000-16,15.000 7.000 15,17.000 1.000 1,18.000 1.000-16,15.000 0.000 16,8.000-9.000-1,-1.000-5.000-15,-10.000 9.000 16</inkml:trace>
  <inkml:trace contextRef="#ctx0" brushRef="#br0">16629.000 2439.000 0,'61.000'-23.000'15,"22.000"-6.000"-15,-6.000 10.000 16,-15.000 9.000-1,-16.000 12.000-15,-17.000 8.000 16,-11.000 11.000-16,-14.000 13.000 16,-8.000 17.000-1,-14.000 18.000-15,-13.000 20.000 16,-11.000 17.000 0,-1.000 11.000-16,1.000 6.000 15,1.000 3.000 1,-2.000-9.000-16,1.000-15.000 15,8.000-24.000 1,9.000-26.000 0,6.000-36.000-16,6.000-31.000 15,8.000-30.000-15,3.000 0.000 16</inkml:trace>
  <inkml:trace contextRef="#ctx0" brushRef="#br0">16948.000 2660.000 0,'49.000'-15.000'16,"20.000"1.000"0,-10.000 11.000-16,-25.000 12.000 15,-22.000 8.000-15,-25.000 11.000 16,-19.000 4.000-1,-10.000 3.000-15,-3.000-2.000 16,6.000-1.000 0,7.000 0.000-16,7.000-5.000 15,4.000-4.000 1,12.000-5.000-16,9.000-5.000 16,13.000-7.000-1,8.000-5.000-15,4.000-7.000 16,-1.000 0.000-1,-4.000 3.000-15,-12.000 7.000 16,-11.000 14.000-16,-12.000 12.000 16,-9.000 10.000-1,-6.000 9.000 1,-4.000 2.000-16,4.000-5.000 16,6.000-12.000-16,8.000-13.000 15,16.000-21.000 1,10.000-5.000-16,19.000-24.000 15,12.000-15.000 1,6.000-1.000-16,-2.000 11.000 16,-11.000 10.000-1,-9.000 12.000-15,-10.000 10.000 16,-3.000 10.000 0,-1.000 11.000-16,1.000 0.000 15,1.000 3.000 1,-1.000-1.000-16,-1.000-10.000 15,1.000-11.000 1,4.000-6.000-16,-1.000-7.000 16,-3.000-11.000-1,-3.000-5.000-15,-5.000-5.000 16,-9.000-3.000 0,-6.000 3.000-16,-9.000 4.000 15,-9.000-9.000-15,4.000-4.000 16,5.000 10.000-1</inkml:trace>
  <inkml:trace contextRef="#ctx0" brushRef="#br0">17318.000 2439.000 0,'22.000'6.000'0,"14.000"9.000"15,1.000 9.000 1,-5.000-1.000-16,-5.000-10.000 16,-7.000-8.000-1</inkml:trace>
  <inkml:trace contextRef="#ctx0" brushRef="#br0">17806.000 2430.000 0,'-14.000'27.000'16,"-17.000"10.000"-1,-12.000-4.000-15,-4.000-11.000 16,8.000-34.000-16,10.000-9.000 16</inkml:trace>
  <inkml:trace contextRef="#ctx0" brushRef="#br0">17688.000 2319.000 0,'-17.000'32.000'16,"-15.000"25.000"-1,-7.000 10.000-15,4.000 1.000 16,6.000-8.000-1,17.000-10.000-15,17.000-17.000 16,16.000-13.000-16,14.000-16.000 16,5.000-7.000-1,-2.000-3.000 1,-7.000 3.000-16,-10.000 4.000 16,-8.000 9.000-16,-10.000 7.000 15,-16.000 12.000 1,-18.000 10.000-16,-20.000 5.000 15,-13.000 7.000 1,-5.000-3.000-16,9.000-8.000 16,16.000-16.000-1,21.000-26.000-15,10.000-8.000 16</inkml:trace>
  <inkml:trace contextRef="#ctx0" brushRef="#br0">17680.000 2882.000 0,'-4.000'41.000'15,"1.000"19.000"-15,0.000 0.000 16,5.000-18.000 0,7.000-13.000-16,13.000-20.000 15,14.000-19.000 1,18.000-22.000-1,13.000-11.000-15,5.000-6.000 16,-7.000 1.000-16,-15.000 8.000 16,-13.000 11.000-1,-18.000 3.000-15,-19.000 1.000 16,-17.000 0.000 0,-7.000-4.000-16,4.000 6.000 15</inkml:trace>
  <inkml:trace contextRef="#ctx0" brushRef="#br0">18352.000 2926.000 0,'0.000'0.000'15,"0.000"0.000"-15</inkml:trace>
  <inkml:trace contextRef="#ctx0" brushRef="#br0">18748.000 2789.000 0,'6.000'12.000'0,"3.000"3.000"16,4.000-3.000-1,5.000 1.000-15,4.000-3.000 16,3.000-4.000-1,3.000-1.000-15,1.000-3.000 16,6.000 1.000 0,2.000 3.000-16,7.000-4.000 15,4.000-1.000 1,6.000-2.000-16,0.000-2.000 16,5.000 2.000-1,4.000 0.000-15,3.000 0.000 16,0.000-4.000-16,2.000 1.000 15,3.000 3.000 1,2.000 1.000-16,2.000-2.000 16,4.000 0.000-1,1.000 1.000-15,-1.000-2.000 16,-2.000 1.000 0,2.000 1.000-16,-3.000-1.000 15,0.000 1.000 1,2.000-2.000-16,6.000 2.000 15,1.000 1.000 1,3.000-2.000 0,-1.000 1.000-16,1.000-3.000 15,1.000 1.000-15,-5.000 2.000 16,-4.000-1.000 0,-2.000 2.000-16,2.000-1.000 15,2.000-1.000 1,3.000 5.000-16,2.000-6.000 15,1.000 2.000 1,-2.000 0.000-16,-2.000-2.000 16,-1.000 3.000-1,-3.000 0.000-15,0.000 0.000 16,1.000 0.000 0,-3.000 0.000-16,1.000 0.000 15,-1.000-1.000 1,0.000-1.000-16,-7.000 1.000 15,-6.000-2.000 1,-8.000 2.000-16,-3.000-1.000 16,-5.000 1.000-1,0.000 1.000-15,1.000 0.000 16,-5.000 0.000 0,-3.000 0.000-16,-3.000 0.000 15,-8.000-2.000-15,-4.000-1.000 16,-9.000-2.000-1,-4.000-6.000-15,-8.000-13.000 16,-4.000 1.000 0</inkml:trace>
  <inkml:trace contextRef="#ctx0" brushRef="#br0">22859.000 2626.000 0,'0.000'0.000'15,"0.000"0.000"-15,0.000 0.000 16,0.000 0.000 0,25.000 18.000-1,11.000 7.000-15,6.000 4.000 16,-4.000-5.000-16,-4.000-2.000 15,-5.000-2.000-15,-11.000 2.000 16,-9.000 2.000 0,-19.000 7.000-16,-20.000 3.000 15,-19.000 3.000 1,-13.000-12.000-16,10.000-9.000 16</inkml:trace>
  <inkml:trace contextRef="#ctx0" brushRef="#br0">19252.000 2541.000 0,'8.000'-17.000'0,"2.000"2.000"15,-3.000 4.000 1,-1.000 11.000-16,0.000 18.000 16,-5.000 12.000-1,-1.000 15.000-15,-1.000 10.000 16,-1.000 11.000-16,-5.000 4.000 15,-1.000 10.000 1,-3.000 3.000 0,-1.000-3.000-16,2.000-4.000 15,0.000-6.000-15,3.000-6.000 16,1.000-11.000 0,1.000-10.000-1,0.000-10.000-15,0.000-12.000 16,1.000-16.000-1,-3.000-22.000-15,0.000-3.000 16</inkml:trace>
  <inkml:trace contextRef="#ctx0" brushRef="#br0">19588.000 2439.000 0,'0.000'0.000'16,"10.000"24.000"-16,4.000 19.000 15,-3.000 15.000 1,-4.000 12.000-16,-8.000 10.000 16,-6.000 6.000-1,-6.000 3.000-15,0.000 0.000 16,-2.000-4.000 0,2.000-9.000-1,1.000-6.000-15,3.000-8.000 16,-1.000-12.000-1,-1.000-22.000-15,-2.000-19.000 16,1.000-8.000-16</inkml:trace>
  <inkml:trace contextRef="#ctx0" brushRef="#br0">19958.000 2823.000 0,'0.000'0.000'0,"0.000"0.000"16,0.000 0.000-16,0.000 0.000 15,-4.000 25.000-15,-2.000 5.000 16,1.000 2.000 0,1.000-8.000-1,2.000-5.000-15,7.000-11.000 16,1.000-8.000-16,4.000-8.000 15,2.000-5.000-15,1.000-6.000 16,1.000-2.000 0,-2.000-8.000-16,-6.000-3.000 15,-4.000 6.000 1,-3.000 4.000-16,0.000 8.000 16,-2.000 4.000-1,-2.000 9.000-15,-4.000 9.000 16,-3.000 12.000-16,-1.000 5.000 15,0.000 0.000 1,4.000-2.000-16,3.000-2.000 16,3.000-5.000-1,5.000-6.000-15,-2.000-10.000 16,6.000 2.000-16,3.000-8.000 16,3.000-6.000-1,0.000-9.000-15,-3.000 2.000 16,-3.000-4.000-16,-6.000 4.000 15,-3.000 6.000 1,-3.000 4.000-16,-6.000 11.000 16,-5.000 6.000-1,-3.000 7.000-15,2.000 7.000 16,1.000-8.000 0,5.000-16.000-16,5.000-6.000 15</inkml:trace>
  <inkml:trace contextRef="#ctx0" brushRef="#br0">20639.000 2414.000 0,'0.000'0.000'0,"6.000"30.000"16,3.000 19.000-16,-7.000 11.000 15,-6.000 6.000 1,-5.000 5.000-16,0.000 5.000 16,-3.000 0.000-1,-2.000-2.000-15,5.000-4.000 16,1.000-5.000 0,-1.000-3.000-16,3.000-5.000 15,-2.000-3.000 1,1.000-7.000-1,2.000-9.000-15,-1.000-12.000 16,-2.000-15.000-16,1.000-20.000 16,3.000-5.000-1</inkml:trace>
  <inkml:trace contextRef="#ctx0" brushRef="#br0">21027.000 2430.000 0,'0.000'0.000'16,"8.000"27.000"-16,-1.000 19.000 16,-2.000 10.000-16,-6.000 10.000 15,-3.000 9.000 1,-4.000 5.000-16,2.000 2.000 31,-1.000 1.000-31,-3.000-4.000 0,2.000 1.000 16,2.000-6.000-16,0.000-7.000 15,-3.000-16.000 1,-2.000-21.000 0,-2.000-14.000-16,1.000-9.000 15</inkml:trace>
  <inkml:trace contextRef="#ctx0" brushRef="#br0">21422.000 2789.000 0,'0.000'0.000'16,"9.000"21.000"-1,2.000 12.000-15,0.000-3.000 16,-5.000-5.000-1,-3.000-7.000-15,-3.000-18.000 16,5.000 5.000 0,2.000-12.000-16,3.000-9.000 15,2.000-9.000 1,0.000 0.000-16,-1.000-3.000 16,-6.000 6.000-1,-3.000 5.000-15,-2.000 6.000 16,0.000 11.000-16,0.000 0.000 15,-4.000 5.000 1,-2.000 8.000-16,-2.000 4.000 16,4.000-2.000-1,4.000-2.000-15,0.000-13.000 16,4.000 9.000 0,6.000-9.000-16,0.000-5.000 15,0.000-7.000 1,-1.000 0.000-16,-4.000-2.000 15,-4.000 2.000-15,-3.000 2.000 16,-4.000 3.000-16,-7.000 6.000 16,-3.000 4.000-1,-4.000 6.000-15,0.000-5.000 16,4.000-3.000 0</inkml:trace>
  <inkml:trace contextRef="#ctx0" brushRef="#br0">24609.000 2882.000 0,'42.000'-2.000'16,"21.000"-2.000"-16,6.000 1.000 15,1.000 1.000 1,0.000 1.000-16,6.000 0.000 15,8.000-1.000 1,5.000-2.000-16,4.000 1.000 16,9.000-1.000-1,3.000 1.000-15,4.000-1.000 16,3.000 1.000 0,2.000 3.000-16,-1.000 0.000 15,-1.000 0.000 1,2.000 3.000-16,0.000-1.000 15,0.000-2.000 1,0.000 3.000-16,0.000-1.000 16,-1.000 0.000-1,0.000 2.000-15,1.000 1.000 16,0.000 1.000 0,-3.000-3.000-16,2.000 1.000 15,2.000-3.000 1,-3.000 2.000-16,0.000 3.000 15,0.000-2.000 1,-3.000 2.000-16,1.000-3.000 16,-4.000 3.000-1,-1.000-3.000-15,-2.000 1.000 16,-5.000 0.000 0,-3.000-1.000-16,-4.000 0.000 15,-2.000-3.000 1,-5.000-1.000-16,-6.000 1.000 15,-10.000-2.000-15,-6.000 1.000 16,-7.000 0.000 0,-7.000 0.000-16,-8.000 0.000 15,-6.000 1.000 1,-3.000 0.000-16,-4.000 0.000 16,-4.000 2.000-16,-7.000 0.000 15,-3.000-4.000 1,-7.000-5.000-16,-6.000-6.000 15,-8.000-8.000 1,-2.000 1.000-16</inkml:trace>
  <inkml:trace contextRef="#ctx0" brushRef="#br0">29091.000 2823.000 0,'0.000'0.000'15,"0.000"0.000"-15,0.000 0.000 16,32.000 11.000 0,19.000 9.000-16,2.000 0.000 15,-9.000-1.000 1,-14.000-2.000 0,-10.000-5.000-16,-12.000 5.000 0,-17.000 0.000 15,-28.000 4.000 1,-29.000 3.000-16,-24.000-6.000 15,-12.000-1.000 1,21.000-2.000-16</inkml:trace>
  <inkml:trace contextRef="#ctx0" brushRef="#br0">25315.000 2482.000 0,'0.000'0.000'15,"0.000"0.000"1,0.000 0.000-16,0.000 0.000 15,11.000 19.000 1,5.000 12.000-16,-4.000 11.000 16,-6.000 9.000-1,-3.000 6.000-15,-8.000 3.000 16,0.000 3.000 0,-1.000 3.000-16,2.000-1.000 15,3.000-2.000 1,-1.000-2.000-16,0.000-5.000 15,1.000-6.000 1,0.000 0.000-16,0.000-7.000 16,-1.000-7.000-1,-2.000-8.000-15,3.000-6.000 16,1.000-22.000 0,-3.000-2.000-16,3.000-19.000 15,2.000 0.000-15</inkml:trace>
  <inkml:trace contextRef="#ctx0" brushRef="#br0">25744.000 2874.000 0,'0.000'0.000'16,"0.000"0.000"-1,0.000 0.000 1,0.000 0.000-16,0.000 0.000 0,0.000 0.000 16,0.000 0.000-1,0.000 0.000-15,0.000 0.000 16,0.000 0.000-1,0.000 0.000-15,0.000 0.000 16,15.000-8.000 0,5.000-7.000-16,-5.000-3.000 15,-8.000 2.000 1,-6.000 6.000-16,-4.000 4.000 16,-7.000 5.000-1,-3.000 8.000-15,-2.000 7.000 16,0.000 6.000-16,1.000 2.000 15,3.000-1.000 1,5.000 1.000-16,4.000-5.000 16,3.000-4.000-16,5.000-4.000 15,3.000-6.000 1,4.000-6.000-16,3.000-8.000 16,2.000-3.000-16,-2.000-5.000 15,-3.000 0.000 1,-5.000-1.000-16,-6.000 3.000 15,-5.000 3.000 1,-6.000 7.000-16,-5.000 7.000 16,-6.000 4.000-1,-2.000 5.000-15,2.000 3.000 16,2.000 2.000 0,3.000-3.000-16,7.000-11.000 15,8.000-12.000 1,2.000-4.000-16</inkml:trace>
  <inkml:trace contextRef="#ctx0" brushRef="#br0">26215.000 2823.000 0,'14.000'4.000'0,"1.000"4.000"16,-2.000 5.000 0,-8.000 2.000-16,-5.000 2.000 15,0.000 3.000-15,-1.000-2.000 16,0.000-3.000 0,3.000-2.000-16,1.000-4.000 15,4.000-5.000-15,7.000-6.000 16,3.000-6.000-1,3.000-5.000-15,1.000-4.000 16,-3.000 1.000 0,-4.000-6.000-16,-3.000 3.000 15,-6.000 5.000 1,-3.000 1.000-16,-7.000 6.000 16,-8.000 9.000-16,-5.000 7.000 15,-6.000 7.000 1,1.000 2.000-16,7.000 3.000 15,4.000-3.000 1,5.000-8.000-16,7.000-10.000 16,0.000 0.000-16,6.000-3.000 15,9.000-7.000 1,2.000-8.000-16,-2.000-1.000 16,-3.000 1.000-1,-3.000-1.000-15,-4.000 4.000 16,-8.000 1.000-1,-6.000 7.000-15,-4.000 3.000 16,-4.000 9.000-16,-4.000 8.000 16,-2.000 4.000-1,6.000 4.000-15,6.000-5.000 16,11.000-16.000 0,-1.000-7.000-16,3.000-8.000 15</inkml:trace>
  <inkml:trace contextRef="#ctx0" brushRef="#br0">26980.000 2472.000 0,'0.000'0.000'0,"8.000"24.000"15,2.000 13.000 1,-3.000 12.000-1,-6.000 10.000-15,-2.000 7.000 16,-1.000 4.000 0,-1.000 1.000-16,0.000 1.000 15,2.000 1.000 1,3.000 0.000-16,-1.000-4.000 16,-1.000-3.000-1,-3.000-6.000-15,-4.000-7.000 16,-2.000-9.000-1,1.000-16.000-15,1.000-19.000 16,2.000-22.000 0,3.000-3.000-16</inkml:trace>
  <inkml:trace contextRef="#ctx0" brushRef="#br0">27350.000 2909.000 0,'0.000'0.000'16,"0.000"0.000"-16,0.000 0.000 15,0.000 0.000-15,-1.000 14.000 16,1.000 4.000 0,1.000-2.000-16,3.000-7.000 15,2.000-7.000-15,3.000-4.000 16,0.000-8.000 0,3.000-1.000-1,-3.000-6.000-15,-6.000 1.000 16,-1.000 3.000-16,-4.000 1.000 15,2.000 12.000 1,-4.000-5.000-16,-4.000 11.000 16,-4.000 5.000-1,1.000 3.000-15,1.000 0.000 16,4.000 0.000-16,5.000-2.000 16,1.000-12.000-16,3.000 8.000 15,5.000-8.000 1,7.000-5.000-16,0.000-8.000 15,-2.000-3.000 1,-2.000-1.000-16,-3.000-3.000 16,-4.000 3.000-1,-4.000 3.000-15,-7.000 3.000 16,-2.000 7.000 0,-5.000 6.000-16,-9.000 8.000 15,-3.000 5.000 1,0.000 5.000-16,7.000 1.000 15,4.000-5.000 1,6.000-5.000-16</inkml:trace>
  <inkml:trace contextRef="#ctx0" brushRef="#br0">27804.000 2900.000 0,'0.000'0.000'16,"0.000"0.000"-16,0.000 0.000 15,0.000 0.000-15,0.000 0.000 16,-4.000 17.000 0,-3.000 7.000-16,2.000-1.000 15,4.000-5.000 1,4.000-5.000-16,6.000-9.000 16,5.000-4.000-1,5.000-7.000-15,1.000-3.000 16,-1.000-4.000-1,-1.000-4.000-15,-5.000 1.000 16,-4.000 1.000 0,-6.000 2.000-16,-5.000 4.000 15,-7.000 10.000 1,-4.000 1.000-16,-4.000 8.000 16,3.000 4.000-16,1.000-1.000 15,2.000-1.000 1,5.000-1.000-16,6.000-10.000 15,4.000 1.000 1,8.000-3.000-16,10.000-10.000 16,5.000-4.000-16,-5.000-3.000 15,-3.000-1.000 1,-7.000-1.000-16,-9.000 3.000 16,-14.000 4.000-1,-14.000 6.000-15,-8.000 9.000 16,-3.000 9.000-1,0.000 10.000-15,5.000 1.000 16,8.000-3.000 0</inkml:trace>
  <inkml:trace contextRef="#ctx0" brushRef="#br0">13913.000 4453.000 0,'-18.000'39.000'0,"-5.000"16.000"15,4.000-3.000-15,4.000-8.000 16,9.000-7.000 0,8.000-6.000-16,8.000-1.000 15,7.000-1.000 1,7.000-1.000-16,1.000 1.000 15,-4.000-2.000 1,-3.000 1.000-16,-6.000 3.000 16,-9.000 4.000-1,-9.000-1.000-15,-11.000 1.000 16,-6.000-3.000 0,-3.000-11.000-16,4.000-18.000 15,4.000-23.000 1,4.000-2.000-16</inkml:trace>
  <inkml:trace contextRef="#ctx0" brushRef="#br0">14080.000 4589.000 0,'31.000'-25.000'15,"19.000"-10.000"1,4.000 5.000-16,-2.000 13.000 15,-5.000 14.000-15,-14.000 11.000 16,-15.000 11.000 0,-14.000 7.000-16,-21.000 4.000 15,-16.000 4.000 1,-11.000 1.000 0,0.000-2.000-16,5.000-4.000 15,12.000-6.000 1,12.000-4.000-16,22.000-7.000 15,20.000-7.000 1,23.000-7.000-16,18.000-6.000 16,7.000 0.000-16,-4.000-1.000 15,-12.000 4.000 1,-16.000 8.000 0,-18.000 9.000-1,-25.000 16.000-15,-30.000 16.000 0,-24.000 6.000 16,-16.000 0.000-1,-2.000-9.000 1,-1.000-18.000-16,11.000-27.000 16,11.000-26.000-1,15.000-4.000-15</inkml:trace>
  <inkml:trace contextRef="#ctx0" brushRef="#br0">14088.000 4189.000 0,'23.000'53.000'0,"18.000"39.000"16,11.000 27.000-1,8.000 18.000-15,-5.000 8.000 16,-8.000-3.000-1,-4.000-14.000-15,-10.000-19.000 16,-5.000-24.000 0,-7.000-28.000-16,-7.000-31.000 15,-6.000-33.000 1,-9.000-38.000-16,-6.000-36.000 16,-9.000-27.000-1,1.000 17.000-15</inkml:trace>
  <inkml:trace contextRef="#ctx0" brushRef="#br0">14273.000 4256.000 0,'0.000'-11.000'16,"6.000"3.000"-1,6.000 16.000-15,6.000 17.000 16,-3.000 13.000-1,-4.000-3.000-15</inkml:trace>
  <inkml:trace contextRef="#ctx0" brushRef="#br0">14879.000 4274.000 0,'0.000'0.000'16,"-29.000"30.000"-16,-26.000 21.000 16,-11.000 8.000-1,3.000-4.000-15,13.000-11.000 16,24.000-18.000-1,19.000-25.000-15,18.000-10.000 16,12.000 2.000 0,2.000 5.000-1,-1.000 4.000-15,0.000 8.000 16,4.000 11.000 0,3.000 24.000-16,-3.000 19.000 15,-10.000 21.000-15,-11.000 13.000 16,-16.000 7.000-1,-4.000-5.000-15,-4.000-15.000 16,7.000-25.000 0,10.000-60.000-16,4.000 0.000 15,13.000-48.000 1,0.000-6.000 0</inkml:trace>
  <inkml:trace contextRef="#ctx0" brushRef="#br0">15275.000 4052.000 0,'0.000'0.000'0,"-9.000"23.000"16,-12.000 18.000-16,-7.000 3.000 15,2.000-9.000 1</inkml:trace>
  <inkml:trace contextRef="#ctx0" brushRef="#br0">15182.000 4402.000 0,'46.000'-2.000'0,"14.000"6.000"15,-5.000 8.000 1,-14.000 8.000-16,-22.000 6.000 16,-20.000 7.000-16,-22.000 2.000 15,-15.000 1.000 1,-8.000 0.000 0,3.000-4.000-16,9.000-5.000 15,10.000-2.000 1,17.000-6.000-16,13.000-4.000 15,16.000-6.000-15,10.000-8.000 16,10.000-8.000 0,4.000-4.000-1,-1.000-6.000-15,-9.000-4.000 16,-15.000-5.000 0,-18.000-5.000-16,-23.000-7.000 15,-22.000-4.000-15,3.000 10.000 16</inkml:trace>
  <inkml:trace contextRef="#ctx0" brushRef="#br0">15005.000 4555.000 0,'-16.000'42.000'16,"-17.000"25.000"0,-5.000 11.000-16,-5.000 3.000 15,-6.000-6.000 1,1.000-13.000-16,5.000-19.000 15,15.000-28.000 1,14.000-25.000-16,10.000-9.000 16</inkml:trace>
  <inkml:trace contextRef="#ctx0" brushRef="#br0">14846.000 4932.000 0,'26.000'25.000'0,"9.000"18.000"15,-8.000 7.000 1,-12.000-4.000-16,-8.000-14.000 16,-7.000-32.000-16,0.000 3.000 15,0.000-24.000 1,0.000-21.000-16,0.000 3.000 16</inkml:trace>
  <inkml:trace contextRef="#ctx0" brushRef="#br0">15013.000 4811.000 0,'95.000'-13.000'15,"34.000"3.000"1,0.000 7.000-16,-16.000 5.000 16,-27.000 11.000-1,-25.000 8.000-15,-29.000 7.000 16,-31.000 5.000-1,-35.000 5.000-15,-28.000-1.000 16,-27.000-3.000 0,-7.000-11.000-16,1.000-12.000 15,6.000-11.000 1,17.000-7.000 0,20.000 3.000-16,24.000 2.000 15,27.000 2.000-15,22.000-8.000 16,22.000-6.000-1,22.000-1.000-15,16.000-1.000 16,6.000 4.000 0,-9.000 0.000-16,-14.000 2.000 15,-19.000-6.000 1,-22.000-4.000-16,-17.000-2.000 16,-7.000 5.000-16</inkml:trace>
  <inkml:trace contextRef="#ctx0" brushRef="#br0">15199.000 4921.000 0,'4.000'38.000'16,"2.000"20.000"0,-3.000 9.000-16,-4.000-12.000 15,-2.000-28.000 1,0.000-19.000-16</inkml:trace>
  <inkml:trace contextRef="#ctx0" brushRef="#br0">15316.000 4897.000 0,'9.000'50.000'15,"1.000"37.000"-15,-8.000 13.000 16,-6.000-3.000 0,-1.000-26.000-16,8.000-36.000 15,0.000-20.000 1</inkml:trace>
  <inkml:trace contextRef="#ctx0" brushRef="#br0">15653.000 4811.000 0,'66.000'-19.000'0,"25.000"-6.000"15,-3.000 0.000 1,-16.000-1.000-16,-22.000-8.000 15,-19.000 7.000 1</inkml:trace>
  <inkml:trace contextRef="#ctx0" brushRef="#br0">15830.000 4598.000 0,'13.000'59.000'15,"8.000"33.000"1,-5.000 14.000-16,-13.000-2.000 16,-9.000-6.000-1,-9.000-16.000 1,-3.000-21.000-16,0.000-21.000 16,-2.000-21.000-16,-5.000-25.000 15,-2.000-26.000 1,7.000-23.000-16,15.000-13.000 15,19.000 1.000 1,18.000 10.000-16,16.000 8.000 16,12.000 6.000-1,0.000 5.000-15,-7.000-4.000 16,-13.000-5.000 0,-16.000 8.000-16</inkml:trace>
  <inkml:trace contextRef="#ctx0" brushRef="#br0">15981.000 4179.000 0,'57.000'-38.000'16,"30.000"-12.000"-1,0.000 14.000-15,-13.000 23.000 16,-21.000 17.000-16,-19.000 17.000 16,-18.000 14.000-1,-14.000 16.000 1,-12.000 21.000-16,-10.000 23.000 16,-9.000 23.000-1,-8.000 19.000-15,-10.000 16.000 16,-3.000 3.000-1,-4.000-2.000-15,3.000-15.000 16,1.000-24.000 0,8.000-34.000-16,7.000-41.000 15,9.000-44.000 1,8.000-14.000-16</inkml:trace>
  <inkml:trace contextRef="#ctx0" brushRef="#br0">16292.000 4598.000 0,'36.000'-27.000'16,"23.000"-5.000"0,3.000 9.000-16,-4.000 16.000 15,-14.000 14.000 1,-16.000 16.000-16,-19.000 5.000 15,-19.000 5.000 1,-16.000 3.000-16,-10.000 1.000 16,-12.000 0.000-1,-6.000 2.000-15,-1.000 0.000 16,6.000-3.000 0,12.000-6.000-16,15.000-4.000 15,15.000-11.000 1,19.000-7.000-16,14.000-8.000 15,8.000-5.000 1,6.000-3.000-16,0.000 4.000 16,-10.000 4.000-1,-13.000 13.000-15,-20.000 9.000 16,-16.000 11.000 0,-13.000 6.000-16,-10.000 2.000 15,1.000-4.000 1,9.000-9.000-16,9.000-9.000 15,11.000-6.000 1,19.000-8.000-16,13.000-5.000 16,11.000 0.000-16,11.000 2.000 15,3.000 5.000 1,0.000 2.000-16,-1.000 3.000 16,-6.000 0.000-1,-8.000-5.000-15,-10.000-1.000 16,-7.000-8.000-1,-2.000-3.000-15,-2.000-9.000 16,-1.000-9.000 0,-3.000-10.000-16,-4.000 1.000 15,-1.000-1.000 1,-6.000 5.000-16,-1.000 5.000 16,-2.000 5.000-1,-1.000-1.000-15,2.000-3.000 16,2.000-10.000-16,3.000 1.000 15</inkml:trace>
  <inkml:trace contextRef="#ctx0" brushRef="#br0">16965.000 4385.000 0,'0.000'0.000'0,"0.000"0.000"16,28.000 17.000 0,12.000 11.000-16,1.000-1.000 15,-6.000-9.000 1,-1.000-20.000-16,-7.000-8.000 16</inkml:trace>
  <inkml:trace contextRef="#ctx0" brushRef="#br0">17495.000 4352.000 0,'-5.000'28.000'0,"-11.000"15.000"16,-18.000 4.000 0,-17.000-6.000-16,-5.000-13.000 15,5.000-31.000 1,16.000-10.000-16</inkml:trace>
  <inkml:trace contextRef="#ctx0" brushRef="#br0">17368.000 4240.000 0,'-21.000'33.000'0,"-19.000"26.000"15,-12.000 15.000-15,-4.000 6.000 16,9.000-8.000 0,15.000-12.000-16,17.000-14.000 15,22.000-17.000 1,16.000-14.000 0,12.000-12.000-16,5.000-3.000 15,-2.000 0.000-15,-4.000 3.000 16,-9.000 6.000-1,-10.000 9.000-15,-18.000 9.000 16,-27.000 14.000 0,-24.000 9.000-16,-18.000 0.000 15,-1.000-6.000 1,7.000-10.000-16,18.000-26.000 16,22.000-25.000-1,12.000-7.000-15</inkml:trace>
  <inkml:trace contextRef="#ctx0" brushRef="#br0">17276.000 4742.000 0,'19.000'32.000'0,"0.000"21.000"16,-9.000 5.000-1,-10.000-1.000-15,-4.000-8.000 16,9.000-11.000-1,12.000-19.000-15,20.000-21.000 16,16.000-19.000 0,13.000-13.000-16,11.000-14.000 15,2.000-5.000 1,-3.000 2.000-16,-14.000 2.000 16,-16.000 8.000-1,-18.000 3.000-15,-23.000 1.000 16,-21.000 2.000-1,-18.000-2.000-15,-11.000-4.000 16,0.000 24.000 0,10.000 14.000-1</inkml:trace>
  <inkml:trace contextRef="#ctx0" brushRef="#br0">18108.000 4649.000 0,'0.000'0.000'15,"-13.000"12.000"-15</inkml:trace>
  <inkml:trace contextRef="#ctx0" brushRef="#br0">18764.000 4727.000 0,'0.000'0.000'0,"0.000"0.000"15,0.000 0.000-15,0.000 0.000 16,0.000 0.000 0,0.000 0.000-1,0.000 0.000-15,0.000 0.000 16,0.000 0.000-16,29.000 0.000 15,13.000 0.000 1,6.000-2.000-16,1.000-2.000 16,1.000 0.000-1,4.000 1.000-15,7.000 2.000 16,5.000 0.000 0,0.000 1.000-1,4.000 0.000-15,4.000-3.000 16,5.000 0.000-16,5.000 0.000 15,3.000 2.000 1,1.000-2.000-16,5.000 2.000 16,2.000-2.000-1,2.000-1.000-15,0.000 1.000 16,0.000 2.000 0,0.000 0.000-16,0.000-1.000 15,3.000 0.000 1,2.000 2.000-16,2.000 0.000 15,0.000-1.000 1,3.000-1.000-16,-5.000-3.000 16,-2.000 1.000-1,-6.000 2.000-15,-3.000-2.000 16,0.000 4.000 0,3.000 2.000-16,0.000-2.000 15,3.000 0.000 1,1.000 0.000-16,-7.000 0.000 15,-5.000-2.000 1,-5.000 2.000-16,-6.000-1.000 16,-5.000-1.000-1,-6.000 2.000-15,-3.000 0.000 16,-1.000 0.000 0,-3.000 0.000-16,-5.000-2.000 15,-2.000-1.000 1,-9.000 2.000-16,-6.000-1.000 15,-9.000 2.000 1,-6.000-7.000-16,-8.000-7.000 16,-8.000-11.000-1,-4.000 2.000-15</inkml:trace>
  <inkml:trace contextRef="#ctx0" brushRef="#br0">22540.000 4487.000 0,'0.000'0.000'15,"41.000"10.000"1,22.000 3.000 0,3.000 5.000-16,-2.000 1.000 15,-8.000 2.000-15,-11.000 2.000 16,-17.000 4.000-1,-17.000 2.000-15,-26.000 3.000 16,-34.000-1.000 0,-28.000-12.000-16,8.000-11.000 15</inkml:trace>
  <inkml:trace contextRef="#ctx0" brushRef="#br0">19252.000 4530.000 0,'0.000'0.000'0,"0.000"0.000"16,6.000 39.000 0,-1.000 24.000-16,-7.000 5.000 15,-4.000 4.000 1,-4.000-2.000-16,1.000-10.000 15,1.000-16.000 1,5.000-20.000-16,3.000-22.000 16,2.000-7.000-16</inkml:trace>
  <inkml:trace contextRef="#ctx0" brushRef="#br0">19791.000 4530.000 0,'11.000'22.000'16,"7.000"18.000"-16,-4.000 14.000 15,-7.000 11.000 1,-10.000 8.000-16,-5.000-4.000 16,-1.000-5.000-1,2.000-14.000-15,10.000-20.000 16,3.000-27.000 0,-2.000-9.000-1</inkml:trace>
  <inkml:trace contextRef="#ctx0" brushRef="#br0">20413.000 4530.000 0,'0.000'0.000'16,"13.000"28.000"-16,3.000 21.000 16,-4.000 12.000-1,-9.000 8.000 1,-8.000 1.000-16,-2.000-5.000 16,0.000-14.000-1,5.000-22.000-15,6.000-24.000 16,1.000-8.000-1</inkml:trace>
  <inkml:trace contextRef="#ctx0" brushRef="#br0">20816.000 4495.000 0,'11.000'39.000'16,"4.000"24.000"-16,-10.000 11.000 15,-8.000 4.000 1,-5.000-5.000 0,-3.000-14.000-16,5.000-24.000 15,2.000-17.000 1</inkml:trace>
  <inkml:trace contextRef="#ctx0" brushRef="#br0">21338.000 4436.000 0,'8.000'80.000'0,"-6.000"52.000"16,-11.000 13.000 0,-12.000-18.000-1,3.000-37.000-15</inkml:trace>
  <inkml:trace contextRef="#ctx0" brushRef="#br0">23835.000 4699.000 0,'-17.000'0.000'0,"-5.000"-1.000"15,5.000 0.000 1,7.000-1.000-16,3.000 2.000 16,7.000 0.000-1,0.000 0.000-15,3.000 4.000 16,10.000 5.000 0,12.000-1.000-16,4.000-4.000 15,9.000 0.000 1,8.000-1.000-16,4.000-5.000 15,8.000 1.000 1,4.000 0.000-16,3.000-2.000 16,2.000-1.000-1,4.000 2.000-15,2.000 2.000 16,1.000 0.000 0,3.000-1.000-16,2.000-2.000 15,2.000 2.000 1,7.000 0.000-16,0.000 1.000 15,-1.000 1.000 1,2.000-1.000-16,0.000 4.000 16,2.000-1.000-1,5.000 1.000-15,-2.000 1.000 16,5.000 0.000 0,1.000-3.000-16,2.000 1.000 15,2.000-3.000 1,-1.000 0.000-16,-3.000 0.000 15,-1.000 0.000 1,-3.000 2.000-16,1.000 3.000 16,-3.000-3.000-1,1.000 1.000-15,-2.000-3.000 16,-1.000 2.000 0,-9.000 1.000-16,-4.000 0.000 15,-7.000-1.000 1,-10.000 1.000-16,-10.000 1.000 15,-8.000-1.000 1,-4.000 0.000-16,-4.000 0.000 16,-4.000-2.000-1,-4.000-4.000-15,-4.000-4.000 16,-9.000-5.000 0,-6.000-13.000-16,-6.000 0.000 15</inkml:trace>
  <inkml:trace contextRef="#ctx0" brushRef="#br0">27131.000 4606.000 0,'0.000'0.000'15,"32.000"10.000"-15,21.000 8.000 16,7.000 3.000-1,-7.000 3.000 1,-11.000-3.000-16,-13.000 3.000 16,-18.000-1.000-16,-26.000 1.000 15,-28.000 8.000 1,-27.000 1.000-16,-26.000 4.000 16,-9.000-7.000-1,21.000-10.000-15</inkml:trace>
  <inkml:trace contextRef="#ctx0" brushRef="#br0">24390.000 4682.000 0,'0.000'0.000'0,"0.000"0.000"16,0.000 0.000 0,0.000 15.000-16,0.000 2.000 15,2.000-1.000 1,-1.000-7.000 0,-1.000-9.000-16,0.000 0.000 15,5.000-3.000-15,1.000-12.000 16,1.000 1.000-16,-3.000 0.000 15,-2.000 5.000 1,-2.000 4.000-16,0.000 5.000 16,-5.000 5.000-1,-6.000 11.000-15,0.000 5.000 16,2.000 2.000 0,2.000-3.000-16,6.000-3.000 15,3.000-5.000 1,-2.000-12.000-1,9.000 4.000-15,-1.000-10.000 16,0.000-4.000-16,-2.000-7.000 16,0.000 0.000-1,-4.000-2.000-15,-2.000 2.000 16,-3.000 5.000 0,-5.000 4.000-1,-4.000 8.000-15,-4.000 4.000 16,1.000 4.000-16,-2.000 3.000 15,7.000 3.000 1,8.000-5.000-16,2.000-9.000 16,2.000 7.000-16</inkml:trace>
  <inkml:trace contextRef="#ctx0" brushRef="#br0">24996.000 4674.000 0,'0.000'0.000'0,"6.000"18.000"16,-1.000 6.000-1,-5.000 4.000-15,-4.000-2.000 16,0.000-9.000 0,0.000-2.000-16,4.000-15.000 15,0.000 0.000 1,8.000 0.000-16,7.000-13.000 16,3.000-5.000-1,1.000-4.000-15,-4.000 3.000 16,-4.000 2.000-1,-2.000 7.000-15,-9.000 10.000 16,0.000 0.000 0,-1.000 0.000-16,-6.000 9.000 15,-3.000 9.000 1,0.000 0.000-16,2.000 0.000 16,1.000-5.000-1,7.000-13.000-15,-1.000 0.000 16,3.000-9.000-16,2.000-9.000 15,2.000-2.000 1,-3.000-2.000-16,-4.000 0.000 16,-4.000 5.000-1,-3.000 5.000-15,1.000 9.000 16,-6.000 10.000 0,-1.000 9.000-16,1.000 0.000 15,2.000-8.000 1,4.000-6.000-16</inkml:trace>
  <inkml:trace contextRef="#ctx0" brushRef="#br0">25651.000 4742.000 0,'0.000'0.000'15,"9.000"17.000"1,-2.000 5.000-16,-1.000 0.000 15,-1.000-2.000 1,0.000-4.000-16,3.000-9.000 16,7.000-8.000-1,6.000-8.000-15,7.000-7.000 16,4.000-7.000-16,-2.000 0.000 16,-8.000 1.000-1,-5.000 4.000-15,-10.000 4.000 16,-7.000 14.000-1,-5.000-3.000-15,-11.000 13.000 16,-8.000 5.000 0,0.000 5.000-16,1.000 2.000 15,4.000-4.000 1,9.000-7.000-16,10.000-11.000 16,0.000 0.000-1,5.000-3.000-15,12.000-14.000 16,4.000-6.000-1,0.000-5.000-15,-6.000 3.000 16,-5.000 5.000 0,-9.000 3.000-16,-7.000 6.000 15,-5.000 8.000 1,-4.000 6.000-16,-2.000 7.000 16,-1.000 2.000-1,4.000-3.000-15,14.000-9.000 16,-7.000 5.000-16</inkml:trace>
  <inkml:trace contextRef="#ctx0" brushRef="#br0">26198.000 4717.000 0,'8.000'13.000'16,"-2.000"7.000"-1,-6.000 4.000-15,-5.000 4.000 16,-4.000-3.000-16,0.000-7.000 16,5.000-3.000-1,4.000-5.000-15,7.000-10.000 16,9.000-9.000-1,7.000-4.000-15,4.000-6.000 16,2.000-4.000-16,-5.000 3.000 16,-3.000 2.000-1,-8.000 5.000-15,-5.000 5.000 16,-8.000 8.000 0,0.000 0.000-16,-1.000 5.000 15,-8.000 9.000 1,-2.000 2.000-16,4.000-1.000 31,3.000-3.000-31,4.000-12.000 0,7.000 3.000 16,9.000-9.000-1,3.000-10.000-15,0.000-4.000 16,-7.000 0.000 0,-6.000 2.000-16,-6.000 2.000 15,-6.000 8.000 1,-7.000 10.000-16,-7.000 11.000 15,-7.000 8.000 1,-1.000-12.000-16,6.000-6.000 16</inkml:trace>
  <inkml:trace contextRef="#ctx0" brushRef="#br0">26265.000 4709.000 0,'0.000'0.000'16,"0.000"0.000"-1,0.000 0.000-15,0.000 0.000 16,0.000 0.000-16,0.000 0.000 15,-4.000 19.000 1,-3.000 2.000-16,2.000 0.000 16,2.000-6.000-1,1.000-7.000-15,2.000-8.000 16,0.000 0.000-16,0.000 0.000 16,0.000 0.000-1,0.000 0.000-15,0.000 0.000 16,0.000 0.000-1,0.000 0.000-15,-1.000 10.000 16,-1.000 1.000 0,-1.000 2.000-16,0.000-3.000 15,0.000 3.000 1,0.000-2.000-16,3.000-2.000 16,5.000-6.000-16,6.000-6.000 15,5.000-6.000 1,4.000-5.000-16,2.000-3.000 15,0.000-3.000 1,-4.000 3.000 0,-6.000 5.000-16,-8.000 3.000 15,-4.000 9.000-15,2.000-8.000 16,-7.000 10.000-16,-6.000 3.000 16,-3.000 8.000-1,-2.000-2.000-15,4.000 3.000 16,4.000-2.000-1,8.000-12.000-15,0.000 0.000 16,0.000 0.000 0,4.000 4.000-16,7.000-5.000 15,3.000-7.000 1,-1.000-1.000 0,-1.000-1.000-16,-4.000 1.000 15,-5.000 0.000-15,-4.000 2.000 16,-5.000 3.000-1,-6.000 3.000-15,-3.000 2.000 16,-3.000 4.000 0,0.000 2.000-16,0.000-1.000 15,4.000-8.000-15,3.000-5.000 16</inkml:trace>
  <inkml:trace contextRef="#ctx0" brushRef="#br0">28493.000 4768.000 0,'39.000'0.000'0,"18.000"0.000"16,4.000-1.000-1,0.000 1.000-15,1.000-1.000 16,2.000-1.000 0,3.000 2.000-16,3.000 0.000 15,2.000 3.000 1,7.000-2.000-16,2.000-1.000 15,6.000 0.000 1,4.000 3.000-16,2.000 3.000 16,1.000-2.000-1,3.000 0.000-15,4.000-2.000 16,0.000 1.000 0,2.000 0.000-16,4.000 1.000 15,-1.000-1.000 1,0.000-1.000-16,1.000 1.000 15,2.000 0.000 1,0.000 1.000-16,-2.000 1.000 16,-3.000 1.000-1,-1.000 1.000-15,-2.000 0.000 16,-1.000 3.000 0,-2.000-2.000-16,-1.000-2.000 15,1.000 1.000 1,-3.000 1.000-16,0.000-2.000 15,-7.000-3.000 1,-4.000-2.000-16,-5.000 0.000 16,-7.000 2.000-1,-6.000-2.000-15,-7.000-3.000 16,-6.000-1.000 0,-7.000-1.000-16,-7.000 1.000 15,-8.000-5.000 1,-11.000-2.000-16,-7.000-6.000 15,-6.000-9.000 1,-3.000 2.000-16</inkml:trace>
  <inkml:trace contextRef="#ctx0" brushRef="#br0">32152.000 4752.000 0,'42.000'7.000'16,"23.000"6.000"-16,5.000 3.000 15,-7.000-1.000 1,-12.000-1.000 0,-8.000 3.000-16,-14.000 1.000 15,-19.000 1.000-15,-24.000 3.000 16,-28.000-3.000-1,-17.000-8.000-15,8.000-5.000 16</inkml:trace>
  <inkml:trace contextRef="#ctx0" brushRef="#br0">29276.000 4461.000 0,'11.000'13.000'16,"0.000"12.000"-16,-8.000 7.000 15,-11.000 7.000 1,-11.000 7.000-16,-11.000 5.000 16,-8.000 2.000-1,0.000 1.000-15,4.000-1.000 16,0.000-8.000-1,3.000-7.000-15,2.000-13.000 16,9.000-10.000 0,8.000-6.000-1</inkml:trace>
  <inkml:trace contextRef="#ctx0" brushRef="#br0">30066.000 4521.000 0,'0.000'0.000'0,"-4.000"23.000"15,-9.000 18.000-15,-9.000 10.000 16,-9.000 8.000 0,-13.000 5.000-16,-9.000 6.000 15,-2.000-6.000 1,3.000-7.000-16,9.000-17.000 16,11.000-16.000-1</inkml:trace>
  <inkml:trace contextRef="#ctx0" brushRef="#br0">30579.000 4623.000 0,'6.000'19.000'0,"-4.000"12.000"16,-7.000 5.000-16,-12.000 5.000 16,-11.000 6.000-1,-12.000 5.000-15,-5.000 2.000 16,-3.000 0.000 0,5.000-8.000-1,8.000-14.000-15,12.000-12.000 16</inkml:trace>
  <inkml:trace contextRef="#ctx0" brushRef="#br0">31403.000 4691.000 0,'-14.000'29.000'16,"-12.000"15.000"-16,-6.000 10.000 16,-6.000 4.000-1,-7.000-2.000-15,-3.000 1.000 16,1.000-7.000-1,6.000-15.000-15,12.000-14.000 16</inkml:trace>
  <inkml:trace contextRef="#ctx0" brushRef="#br0">31807.000 4727.000 0,'0.000'0.000'15,"-14.000"29.000"1,-13.000 25.000-16,-11.000 16.000 16,-11.000 7.000-1,-9.000-7.000-15,10.000-22.000 16</inkml:trace>
  <inkml:trace contextRef="#ctx0" brushRef="#br0">3998.000 9035.000 0,'39.000'-23.000'15,"22.000"-11.000"1,4.000 2.000-16,-3.000 1.000 15,-6.000 6.000 1,-12.000 9.000-16,-14.000 5.000 16,-12.000 5.000-1,-10.000 0.000-15,-8.000-1.000 16,-8.000-4.000 0,-8.000-11.000-16,3.000 3.000 15</inkml:trace>
  <inkml:trace contextRef="#ctx0" brushRef="#br0">4284.000 8592.000 0,'0.000'0.000'15,"0.000"0.000"-15,4.000 21.000 16,2.000 16.000 0,0.000 16.000-16,-6.000 9.000 15,-6.000 7.000 1,-3.000-2.000-16,-3.000-1.000 15,-8.000-11.000 1,4.000-13.000-16</inkml:trace>
  <inkml:trace contextRef="#ctx0" brushRef="#br0">4065.000 9265.000 0,'0.000'0.000'0,"29.000"-18.000"16,15.000-14.000 0,4.000-2.000-16,-1.000 4.000 15,-3.000 4.000 1,-11.000 8.000-16,-8.000 8.000 16,-11.000 7.000-1,-6.000 12.000-15,-5.000 13.000 16,-10.000 16.000-1,-5.000 12.000-15,1.000 6.000 16,-1.000-4.000 0,6.000-5.000-16,8.000-9.000 15,6.000-11.000 1,11.000-14.000-16,5.000-13.000 16,7.000-16.000-1,1.000-14.000-15,0.000-12.000 16,-3.000-9.000-1,-12.000-1.000-15,-8.000 5.000 16,-18.000 10.000 0,-12.000 21.000-16,-15.000 21.000 15,-9.000 16.000 1,-8.000 13.000-16,-4.000 8.000 16,-1.000 6.000-1,-1.000-3.000 1,5.000 2.000-16,5.000-4.000 15,3.000-5.000-15,1.000-11.000 16,9.000-15.000 0,12.000-10.000-16</inkml:trace>
  <inkml:trace contextRef="#ctx0" brushRef="#br0">4065.000 9522.000 0,'47.000'50.000'0,"24.000"22.000"15,9.000-3.000 1,3.000-7.000-16,3.000-16.000 16,-2.000-11.000-1,-3.000-13.000-15,-5.000-10.000 16,-7.000-12.000-1,-6.000-14.000-15,-14.000-15.000 16,-15.000-17.000 0,-19.000-11.000-1,-21.000-20.000-15,-14.000-11.000 16,2.000 16.000 0</inkml:trace>
  <inkml:trace contextRef="#ctx0" brushRef="#br0">4721.000 9010.000 0,'33.000'-14.000'16,"15.000"-2.000"-16,-2.000 7.000 16,-8.000 10.000-1,-17.000 15.000-15,-21.000 14.000 16,-18.000 13.000-1,-18.000 11.000-15,-12.000 2.000 16,-1.000-1.000 0,3.000-2.000-16,6.000-8.000 15,8.000-9.000-15,12.000-12.000 16,16.000-5.000 0,10.000-4.000-16,13.000-5.000 15,4.000 2.000 1,2.000 3.000-16,0.000 4.000 15,-5.000 1.000 1,-4.000 4.000 0,-4.000-3.000-16,-4.000-4.000 15,0.000-6.000-15,1.000-6.000 16,8.000-12.000 0,11.000-18.000-16,10.000-20.000 15,9.000-18.000 1,5.000-19.000-16,1.000-8.000 15,-5.000 1.000 1,-14.000 18.000-16</inkml:trace>
  <inkml:trace contextRef="#ctx0" brushRef="#br0">5579.000 8540.000 0,'0.000'0.000'15,"-16.000"34.000"1,-32.000 27.000-16,-25.000 14.000 16,-19.000 0.000-1,-3.000-4.000-15,12.000-16.000 16,25.000-16.000-1,26.000-18.000-15,27.000-14.000 16,24.000-3.000 0,19.000-4.000-16,6.000 4.000 15,9.000 7.000-15,-1.000 14.000 16,-7.000 14.000 0,-6.000 24.000-1,-10.000 23.000-15,-14.000 15.000 16,-13.000 12.000-1,-12.000 3.000-15,-2.000-8.000 16,-2.000-17.000 0,3.000-26.000-16,8.000-29.000 15,4.000-32.000 1,4.000-14.000-16</inkml:trace>
  <inkml:trace contextRef="#ctx0" brushRef="#br0">5915.000 8480.000 0,'0.000'0.000'15,"0.000"0.000"-15,0.000 0.000 16,-23.000 38.000-1,-28.000 25.000 1,-15.000 9.000-16,-5.000-6.000 16,14.000-18.000-1,28.000-12.000-15,27.000-12.000 16,31.000-11.000 0,25.000-10.000-16,19.000-3.000 15,14.000-5.000-15,5.000 1.000 16,-9.000-1.000-1,-16.000 5.000-15,-18.000 2.000 16,-20.000 9.000 0,-27.000 11.000-16,-33.000 14.000 15,-30.000 12.000 1,-16.000 5.000-16,4.000-1.000 16,13.000-6.000-1,25.000-12.000-15,30.000-14.000 16,36.000-18.000-1,31.000-14.000-15,22.000-7.000 32,10.000-6.000-32,1.000 2.000 0,-19.000 8.000 15,-23.000 4.000 1,-25.000 6.000-16,-31.000 8.000 16,-31.000 6.000-1,-30.000 1.000-15,-25.000-5.000 16,-12.000-9.000-1,-3.000-12.000-15,22.000-1.000 16</inkml:trace>
  <inkml:trace contextRef="#ctx0" brushRef="#br0">5638.000 8958.000 0,'-3.000'40.000'0,"-14.000"33.000"16,-20.000 23.000-1,-21.000 17.000-15,-10.000 3.000 16,2.000-15.000 0,9.000-22.000-1,17.000-25.000-15,17.000-32.000 16,11.000-16.000-16</inkml:trace>
  <inkml:trace contextRef="#ctx0" brushRef="#br0">5545.000 9436.000 0,'15.000'42.000'0,"0.000"23.000"15,-3.000 11.000 1,-6.000 0.000-16,-6.000-9.000 16,-2.000-16.000-1,-2.000-17.000-15,4.000-34.000 16,1.000-8.000-1,4.000-32.000-15,1.000-2.000 16</inkml:trace>
  <inkml:trace contextRef="#ctx0" brushRef="#br0">5596.000 9454.000 0,'31.000'-18.000'0,"29.000"-12.000"16,31.000-1.000-1,14.000 1.000-15,12.000 7.000 16,5.000 7.000 0,-1.000 4.000-16,-13.000 12.000 15,-19.000 13.000 1,-28.000 11.000-16,-33.000 13.000 16,-38.000 15.000-1,-39.000 6.000-15,-32.000-1.000 16,-23.000-13.000-1,-7.000-16.000-15,21.000-11.000 16</inkml:trace>
  <inkml:trace contextRef="#ctx0" brushRef="#br0">5714.000 9599.000 0,'64.000'-16.000'0,"24.000"-9.000"15,9.000 0.000 1,-9.000 5.000-16,-10.000 4.000 16,-18.000-3.000-1,-20.000-7.000-15,-13.000 3.000 16</inkml:trace>
  <inkml:trace contextRef="#ctx0" brushRef="#br0">5806.000 9367.000 0,'7.000'53.000'0,"2.000"30.000"16,0.000 7.000 0,-3.000 0.000-16,-4.000-15.000 15,-2.000-25.000 1,1.000-23.000-16</inkml:trace>
  <inkml:trace contextRef="#ctx0" brushRef="#br0">6016.000 9257.000 0,'19.000'72.000'0,"4.000"63.000"15,-16.000 59.000-15,-24.000 38.000 16,-3.000-37.000 0</inkml:trace>
  <inkml:trace contextRef="#ctx0" brushRef="#br0">8287.000 5622.000 0,'-34.000'-9.000'0,"-22.000"6.000"16,-8.000 13.000-1,0.000 12.000-15,0.000 11.000 16,1.000 14.000 0,1.000 6.000-1,3.000 6.000-15,1.000 9.000 16,2.000 3.000-16,3.000 3.000 15,3.000 6.000 1,4.000 4.000 0,6.000 7.000-16,6.000 6.000 15,5.000 4.000 1,5.000 8.000-16,-2.000 4.000 16,6.000 3.000-1,3.000 5.000-15,4.000 1.000 16,1.000 6.000-1,6.000 5.000-15,8.000 4.000 16,7.000 5.000 0,4.000 3.000-16,-1.000 9.000 15,1.000 3.000 1,-2.000 2.000-16,-2.000 2.000 16,-2.000 0.000-1,-4.000-4.000-15,-3.000 2.000 16,-8.000-4.000-1,-8.000-3.000-15,-7.000-7.000 16,-9.000-7.000 0,-9.000-10.000-1,-8.000-12.000-15,-1.000-14.000 16,2.000-18.000 0,10.000-11.000-16,9.000-11.000 15,18.000-9.000 1,13.000-2.000-16,6.000-3.000 15,3.000-1.000 1,6.000-1.000 0,0.000 5.000-16,1.000 5.000 15,0.000 3.000-15,1.000 7.000 16,-2.000 8.000 0,-5.000 4.000-16,-3.000 8.000 15,2.000 3.000 1,-6.000 9.000-16,-3.000 7.000 15,-3.000 7.000 1,1.000 9.000-16,-3.000 7.000 16,-2.000 11.000-1,2.000 8.000-15,-1.000 9.000 16,1.000 6.000 0,-1.000 7.000-1,0.000 7.000-15,5.000 7.000 16,-2.000 8.000-1,-1.000 3.000-15,2.000 1.000 16,2.000 0.000 0,-2.000-2.000-16,6.000-5.000 15,2.000 0.000 1,2.000-2.000-16,-2.000-6.000 16,-2.000-7.000-1,1.000-21.000-15,-4.000-40.000 16</inkml:trace>
  <inkml:trace contextRef="#ctx0" brushRef="#br0">8733.000 7107.000 0,'0.000'0.000'0,"4.000"31.000"16,1.000 24.000 0,-2.000 12.000-16,0.000 2.000 15,0.000-3.000 1,2.000-9.000-1,2.000-11.000-15,1.000-10.000 16,2.000-8.000-16,1.000-10.000 16,5.000-13.000-1,5.000-12.000-15,2.000-18.000 16,3.000-14.000 0,2.000-17.000-16,-3.000-11.000 15,-2.000-8.000 1,-8.000-5.000-16,-9.000 2.000 15,-10.000 5.000 1,-9.000 10.000 0,-6.000 15.000-16,-5.000 13.000 15,-8.000 12.000-15,-5.000 16.000 16,-11.000 15.000 0,-11.000 18.000-1,-3.000 17.000-15,-1.000 17.000 16,5.000 12.000-1,12.000 7.000-15,17.000 4.000 16,17.000 0.000 0,15.000-5.000-16,16.000-6.000 15,15.000-10.000 1,15.000-15.000-16,10.000-15.000 16,7.000-16.000-1,4.000-20.000-15,-14.000-6.000 16</inkml:trace>
  <inkml:trace contextRef="#ctx0" brushRef="#br0">9271.000 7482.000 0,'0.000'0.000'16,"0.000"0.000"-16,0.000 0.000 15</inkml:trace>
  <inkml:trace contextRef="#ctx0" brushRef="#br0">9960.000 6543.000 0,'12.000'-4.000'0,"-1.000"0.000"16,-13.000 10.000 0,-18.000 18.000-1,-21.000 13.000-15,-15.000 13.000 16,-7.000 7.000-16,4.000-2.000 16,14.000-9.000-1,18.000-8.000-15,20.000-10.000 16,28.000-13.000-1,27.000-10.000-15,20.000-9.000 16,16.000-9.000 0,6.000-6.000-1,-8.000 3.000-15,-13.000 2.000 16,-19.000 4.000-16,-19.000 10.000 16,-26.000-5.000-1,-12.000 1.000-15</inkml:trace>
  <inkml:trace contextRef="#ctx0" brushRef="#br0">9725.000 7013.000 0,'2.000'44.000'15,"-1.000"29.000"-15,-3.000 15.000 16,-5.000 1.000-1,-6.000-7.000 1,2.000-20.000-16,5.000-24.000 16,8.000-32.000-16,3.000-13.000 15</inkml:trace>
  <inkml:trace contextRef="#ctx0" brushRef="#br0">9935.000 6986.000 0,'13.000'32.000'0,"4.000"33.000"15,-7.000 29.000-15,-13.000 35.000 16,-12.000 21.000 0,-8.000 4.000-1,1.000-13.000 1,5.000-29.000-16,7.000-35.000 15,11.000-34.000-15,8.000-38.000 16,4.000-41.000 0,1.000-41.000-16,4.000-41.000 15,-3.000 15.000 1</inkml:trace>
  <inkml:trace contextRef="#ctx0" brushRef="#br0">10692.000 6561.000 0,'12.000'-11.000'15,"-1.000"1.000"-15,-13.000 1.000 16,-26.000 9.000 0,-29.000 8.000-16,-21.000 3.000 15,-2.000 4.000 1,13.000 1.000-16,18.000-1.000 15,18.000 3.000-15,14.000 1.000 16,11.000 4.000 0,12.000 5.000-16,5.000 10.000 15,3.000 11.000 1,-1.000 18.000 0,-7.000 20.000-16,-4.000 21.000 15,-6.000 20.000 1,-6.000 13.000-16,-8.000-2.000 15,3.000-13.000 1,1.000-22.000-16,4.000-26.000 16,4.000-23.000-1,3.000-27.000 1,5.000-35.000-16,2.000-37.000 16,2.000-36.000-16,0.000 4.000 15</inkml:trace>
  <inkml:trace contextRef="#ctx0" brushRef="#br0">10364.000 6995.000 0,'66.000'-13.000'0,"31.000"-2.000"15,-2.000 8.000-15,-14.000 6.000 16,-22.000 2.000-1,-18.000-5.000-15,-16.000-9.000 16,-13.000-1.000 0</inkml:trace>
  <inkml:trace contextRef="#ctx0" brushRef="#br0">10666.000 6799.000 0,'-41.000'55.000'0,"-23.000"24.000"16,-9.000 2.000-1,7.000-18.000 1,17.000-25.000-16,17.000-19.000 16</inkml:trace>
  <inkml:trace contextRef="#ctx0" brushRef="#br0">10439.000 7167.000 0,'20.000'40.000'0,"4.000"23.000"15,1.000 5.000-15,-9.000-3.000 16,-8.000-10.000 0,-9.000-21.000-16,-3.000-13.000 15</inkml:trace>
  <inkml:trace contextRef="#ctx0" brushRef="#br0">10565.000 7151.000 0,'41.000'-6.000'15,"26.000"-1.000"1,2.000 4.000-16,-6.000 7.000 15,-9.000 11.000 1,-13.000 9.000-16,-14.000 9.000 16,-19.000 14.000-16,-16.000 3.000 15,-15.000-2.000 1,-12.000-5.000-16,-4.000-13.000 16,-6.000-14.000-1,3.000-22.000-15,8.000-13.000 16,9.000 0.000-1</inkml:trace>
  <inkml:trace contextRef="#ctx0" brushRef="#br0">10709.000 7235.000 0,'0.000'0.000'0,"0.000"0.000"16,-6.000 40.000-1,-14.000 21.000-15,-10.000 9.000 16,-11.000-5.000-1,-6.000-17.000-15,5.000-25.000 16,9.000-14.000 0</inkml:trace>
  <inkml:trace contextRef="#ctx0" brushRef="#br0">10633.000 7482.000 0,'47.000'25.000'16,"21.000"13.000"-1,1.000 3.000-15,-14.000-1.000 16,-17.000-9.000 0,-14.000-17.000-16,-14.000-21.000 15,-7.000-5.000 1</inkml:trace>
  <inkml:trace contextRef="#ctx0" brushRef="#br0">11095.000 7063.000 0,'6.000'28.000'0,"2.000"9.000"15,-5.000-4.000-15,-1.000-8.000 16,-2.000-10.000-1,0.000-15.000-15,5.000-11.000 16,10.000-19.000 0,7.000-9.000-16,9.000-2.000 15,6.000 8.000 1,5.000 14.000-16,-5.000 11.000 16,-2.000 15.000-1,-8.000 12.000-15,-14.000 12.000 16,-16.000 9.000-1,-15.000 4.000-15,-12.000-2.000 16,-8.000-6.000 0,1.000-8.000-16,8.000-9.000 15,11.000-5.000 1,7.000-8.000-16,13.000-8.000 16,13.000-11.000-1,19.000-15.000-15,16.000-17.000 16,1.000-16.000-1,-9.000 8.000-15</inkml:trace>
  <inkml:trace contextRef="#ctx0" brushRef="#br0">11449.000 6833.000 0,'28.000'0.000'0,"14.000"0.000"15,7.000 2.000 1,-5.000 4.000-16,-9.000 5.000 16,-13.000 2.000-1,-14.000 1.000-15,-11.000 4.000 16,-10.000 3.000 0,-9.000 1.000-16,-4.000 3.000 15,2.000 0.000 1,6.000 0.000-16,9.000 2.000 15,12.000 5.000 1,10.000 3.000-16,9.000 7.000 16,3.000 3.000-1,-3.000 5.000-15,-7.000 4.000 16,-9.000 5.000 0,-15.000 0.000-16,-11.000 0.000 15,-12.000-4.000 1,-9.000-7.000-16,-5.000-13.000 15,1.000-21.000 1,1.000-26.000-16,12.000-30.000 16,17.000-30.000-1,6.000-16.000-15,4.000 14.000 16</inkml:trace>
  <inkml:trace contextRef="#ctx0" brushRef="#br0">11499.000 7029.000 0,'0.000'0.000'16,"-10.000"46.000"-16,-17.000 35.000 16,-17.000 21.000-1,-13.000 1.000-15,-1.000-10.000 16,7.000-21.000 0,16.000-26.000-16,20.000-32.000 15,16.000-31.000 1,17.000-24.000-16,14.000-8.000 15,12.000 6.000 1,3.000 14.000-16,3.000 13.000 16,2.000 20.000-1,1.000 14.000-15,4.000 15.000 16,0.000 18.000 0,-4.000 8.000-1,-10.000 2.000-15,-14.000-8.000 16,-8.000-17.000-16,-6.000-21.000 15,1.000-30.000 1,2.000-29.000-16,2.000-32.000 16,-3.000 5.000-1</inkml:trace>
  <inkml:trace contextRef="#ctx0" brushRef="#br0">11937.000 6928.000 0,'0.000'0.000'0,"0.000"21.000"15,0.000 8.000 1,0.000-3.000-16,0.000-8.000 16,8.000-9.000-1,9.000-16.000-15,10.000-15.000 16,5.000-12.000-1,5.000-5.000-15,-5.000 1.000 16,-5.000 11.000 0,-5.000 10.000-16,-6.000 19.000 15,-5.000 24.000 1,-6.000 28.000-16,-10.000 28.000 16,-10.000 18.000-1,-4.000 9.000-15,1.000-2.000 16,1.000-10.000-1,2.000-22.000-15,5.000-23.000 16,6.000-26.000 0,4.000-29.000-16,6.000-39.000 15,7.000-31.000 1,7.000-26.000-16,5.000-15.000 16,1.000-5.000-1,6.000 4.000-15,2.000 12.000 16,3.000 21.000-1,-4.000 27.000-15,-3.000 22.000 16,-11.000 16.000 0,-7.000 13.000-16,-7.000 21.000 15,-9.000 18.000 1,-14.000 11.000-16,-8.000 10.000 16,-1.000 0.000-1,6.000-2.000-15,9.000-8.000 16,17.000-7.000-1,17.000-14.000-15,21.000-13.000 16,16.000-9.000 0,10.000-4.000-16,1.000 1.000 15,-8.000 6.000 1,-13.000 13.000-16,-17.000 18.000 16,-21.000 23.000-1,-29.000 16.000-15,-22.000 6.000 16,-21.000-1.000-1,-13.000-15.000-15,2.000-15.000 16,2.000-25.000 0,3.000-29.000-16,14.000-28.000 15,19.000-24.000 1,16.000-12.000 0,20.000 3.000-16,17.000 15.000 15,6.000 17.000-15,8.000 20.000 16,4.000 16.000-1,11.000 15.000-15,7.000 17.000 16,2.000 7.000 0,-1.000 7.000-16,-10.000-4.000 15,-6.000-7.000 1,-11.000-10.000-16,-9.000-11.000 16,0.000-16.000-1,-5.000-26.000-15,-1.000-27.000 16,-2.000-18.000-1,-2.000 9.000-15</inkml:trace>
  <inkml:trace contextRef="#ctx0" brushRef="#br0">12937.000 7124.000 0,'21.000'8.000'0,"4.000"7.000"16,-10.000-1.000-16,-7.000-4.000 16</inkml:trace>
  <inkml:trace contextRef="#ctx0" brushRef="#br0">12988.000 7474.000 0,'0.000'0.000'0,"9.000"-2.000"16,2.000 1.000 0</inkml:trace>
  <inkml:trace contextRef="#ctx0" brushRef="#br0">14021.000 6595.000 0,'0.000'0.000'16,"-3.000"31.000"-16,-7.000 22.000 16,-19.000 13.000-1,-26.000 11.000-15,-18.000 7.000 16,-12.000-11.000 0,0.000-11.000-16,18.000-19.000 15</inkml:trace>
  <inkml:trace contextRef="#ctx0" brushRef="#br0">13592.000 7243.000 0,'48.000'-12.000'0,"36.000"-8.000"15,13.000-6.000 1,1.000-3.000 0,-7.000-3.000-16,-16.000 2.000 15,-15.000 4.000 1,-19.000 3.000-16,-26.000 0.000 15,-17.000 4.000 1,-18.000-5.000-16,-11.000 4.000 16,-1.000-1.000-1,-2.000 4.000-15,6.000 5.000 16,7.000 6.000-16,4.000 9.000 16,7.000 11.000-1,3.000 16.000-15,7.000 16.000 16,3.000 19.000-1,2.000 22.000 1,-3.000 17.000-16,0.000 9.000 16,-2.000 0.000-16,2.000-11.000 15,1.000-20.000 1,-2.000-20.000 0,-1.000-22.000-16,-3.000-16.000 15,-8.000-15.000-15,-11.000-20.000 16,-12.000-19.000-1,-12.000-18.000-15,-11.000-11.000 16,-6.000-2.000 0,14.000 14.000-16</inkml:trace>
  <inkml:trace contextRef="#ctx0" brushRef="#br0">13500.000 7474.000 0,'0.000'0.000'0,"40.000"-20.000"16,33.000-12.000-1,25.000-2.000-15,17.000 4.000 16,2.000 8.000 0,-8.000 4.000-1,-12.000 4.000-15,-14.000 1.000 16,-21.000 5.000-16,-28.000-3.000 16,-28.000-2.000-1,-28.000-4.000-15,-31.000-3.000 16,-17.000 5.000-1,-12.000 15.000-15,-3.000 17.000 16,7.000 22.000 0,12.000 7.000-16,13.000-2.000 15,15.000-7.000 1,11.000-3.000-16,13.000-4.000 16,12.000-7.000-1,14.000-15.000-15,6.000-23.000 16,1.000-7.000-1</inkml:trace>
  <inkml:trace contextRef="#ctx0" brushRef="#br0">14072.000 7175.000 0,'-8.000'32.000'16,"-11.000"20.000"-16,-12.000 7.000 15,-5.000-2.000 1,-2.000-17.000-16,9.000-16.000 16</inkml:trace>
  <inkml:trace contextRef="#ctx0" brushRef="#br0">13921.000 7482.000 0,'0.000'0.000'15,"0.000"0.000"1,-6.000 38.000-16,-6.000 20.000 16,4.000 4.000-1,2.000-6.000 1,6.000-16.000-16,3.000-12.000 16,7.000-14.000-16,9.000-18.000 15,8.000-21.000 1,7.000-18.000-16,5.000-27.000 15,7.000-19.000 1,1.000-12.000-16,0.000 2.000 16,-5.000 11.000-1,-9.000 24.000-15</inkml:trace>
  <inkml:trace contextRef="#ctx0" brushRef="#br0">14332.000 7090.000 0,'45.000'-23.000'0,"22.000"-8.000"15,13.000 5.000 1,2.000 5.000-16,0.000 6.000 16,-7.000 2.000-1,-8.000 0.000-15,-15.000 3.000 16,-15.000-1.000 0,-16.000-6.000-16,-22.000-3.000 15,-21.000-6.000-15,-20.000-7.000 16,-13.000-2.000-1,-3.000 13.000 1,8.000 9.000-16,10.000 13.000 16,15.000 12.000-1,7.000 17.000-15,8.000 15.000 16,1.000 16.000 0,-4.000 8.000-1,-8.000 4.000-15,-5.000-1.000 16,-6.000-8.000-16,-2.000-14.000 15,0.000-24.000 1,8.000-14.000-16</inkml:trace>
  <inkml:trace contextRef="#ctx0" brushRef="#br0">14442.000 7285.000 0,'6.000'32.000'16,"4.000"23.000"-16,0.000 9.000 15,-7.000 6.000 1,-4.000-7.000-16,-3.000-17.000 16,-1.000-21.000-1,1.000-25.000-15,0.000-26.000 16,3.000-23.000 0,0.000 4.000-16</inkml:trace>
  <inkml:trace contextRef="#ctx0" brushRef="#br0">14585.000 7294.000 0,'43.000'-5.000'16,"19.000"4.000"-1,-2.000 12.000-15,-10.000 6.000 16,-13.000 11.000-16,-16.000 8.000 16,-14.000 2.000-1,-15.000-2.000 1,-13.000-11.000-16,-13.000-16.000 15,-6.000-22.000 1,2.000-13.000-16,5.000-8.000 16,12.000 3.000-1,11.000 8.000-15,8.000 9.000 16,2.000 14.000 0,6.000 7.000-16,6.000 18.000 15,-2.000 13.000 1,-4.000 12.000-16,-7.000 10.000 15,-5.000-2.000 1,-9.000-7.000-16,-4.000-15.000 16,-7.000-18.000-16,0.000-17.000 15,-6.000-14.000 1,-3.000-9.000 0,4.000 2.000-16</inkml:trace>
  <inkml:trace contextRef="#ctx0" brushRef="#br0">14332.000 7671.000 0,'0.000'0.000'16,"42.000"8.000"-16,24.000 2.000 15,18.000-2.000 1,7.000-4.000-16,-6.000-3.000 16,-4.000-5.000-1,-12.000-11.000-15,-12.000-6.000 16,-19.000-1.000-1</inkml:trace>
  <inkml:trace contextRef="#ctx0" brushRef="#br0">15350.000 7277.000 0,'5.000'26.000'0,"-13.000"17.000"16,-26.000 14.000-1,-20.000-3.000-15,-12.000-9.000 16,2.000-16.000 0,12.000-22.000-1,16.000-26.000-15,13.000-3.000 16</inkml:trace>
  <inkml:trace contextRef="#ctx0" brushRef="#br0">15241.000 7056.000 0,'59.000'35.000'0,"23.000"25.000"16,1.000 10.000-1,-7.000 3.000 1,-14.000-1.000-16,-16.000-2.000 16,-12.000-8.000-1,-9.000-10.000-15,-10.000-18.000 16,-15.000-34.000 0,4.000 1.000-16,-4.000-14.000 15</inkml:trace>
  <inkml:trace contextRef="#ctx0" brushRef="#br0">16351.000 6561.000 0,'0.000'0.000'0,"0.000"0.000"16,-54.000 6.000-1,-36.000 6.000-15,-14.000 8.000 16,4.000 2.000 0,17.000-3.000-16,23.000-3.000 15,22.000-5.000 1,17.000-2.000-16,18.000 3.000 15,12.000 3.000 1,12.000 10.000 0,6.000 12.000-16,0.000 12.000 15,-5.000 10.000-15,-6.000 11.000 16,-9.000 1.000 0,-6.000-1.000-1,-4.000-10.000-15,0.000-16.000 16,0.000-17.000-16,0.000-22.000 15,0.000-19.000 1,1.000-7.000-16</inkml:trace>
  <inkml:trace contextRef="#ctx0" brushRef="#br0">15973.000 6833.000 0,'33.000'-19.000'15,"14.000"-6.000"1,3.000 3.000 0,-8.000 8.000-16,-5.000 5.000 15,-7.000 5.000-15,-8.000 4.000 16,-5.000 3.000 0,-4.000 6.000-16,-4.000 4.000 15,-3.000 11.000-15,-4.000 9.000 16,-2.000 13.000-1,-4.000 11.000-15,-4.000 17.000 16,2.000 17.000 0,2.000 13.000-1,3.000 8.000 1,-1.000 6.000-16,1.000 0.000 16,2.000-4.000-16,2.000-8.000 15,-7.000-17.000 1,1.000-19.000-16,-2.000-24.000 15,0.000-20.000 1,0.000-26.000-16,-4.000-29.000 16,-6.000-27.000-1,-4.000-24.000-15,-3.000-23.000 16,0.000-8.000 0,0.000-1.000-16,0.000 1.000 15,0.000 12.000-15,5.000 27.000 16</inkml:trace>
  <inkml:trace contextRef="#ctx0" brushRef="#br0">16006.000 7038.000 0,'31.000'-13.000'0,"15.000"-1.000"16,5.000 2.000-16,-7.000 8.000 16,-9.000 8.000-1,-15.000 9.000-15,-15.000 6.000 16,-15.000 4.000-1,-15.000-1.000 1,-14.000 5.000-16,-9.000 0.000 16,1.000 2.000-16,1.000-2.000 15,8.000-6.000 1,12.000-4.000-16,12.000-5.000 16,17.000-6.000-1,15.000-6.000-15,16.000-3.000 16,6.000-1.000-1,2.000 1.000-15,-8.000 3.000 16,-6.000 2.000 0,-12.000 0.000-16,-8.000 4.000 15,-8.000 4.000 1,-4.000 6.000-16,-3.000 4.000 16,-5.000 0.000-1,-1.000-1.000-15,0.000 5.000 16,1.000-1.000-1,-2.000 0.000-15,-6.000 1.000 16,-7.000 1.000 0,-7.000-6.000-16,-5.000-5.000 15,1.000-5.000-15,11.000-12.000 16,14.000-10.000 0,17.000-7.000-1,24.000-8.000-15,22.000 1.000 16,16.000 0.000-1,15.000-1.000-15,5.000 3.000 16,1.000 2.000 0,-5.000-3.000-16,-7.000 4.000 15,-12.000 3.000-15,-11.000 1.000 16,-13.000 2.000 0,-11.000-3.000-1,-15.000-1.000-15,-13.000-1.000 16,-11.000 3.000-16,-8.000 6.000 15,0.000 7.000 1,0.000 11.000-16,2.000 8.000 16,1.000 12.000-1,7.000 15.000 1,8.000 14.000-16,6.000 9.000 16,3.000 6.000-16,0.000-4.000 15,-3.000-7.000 1,-2.000-10.000-16,-6.000-12.000 15,-1.000-9.000 1,-5.000-14.000-16,-4.000-12.000 16,-4.000-16.000-1,-6.000-15.000-15,2.000-8.000 16,6.000-5.000 0,9.000 5.000-16,14.000 6.000 15,14.000 10.000 1,16.000 6.000-16,8.000-7.000 15,-4.000 0.000 1,-10.000 4.000-16</inkml:trace>
  <inkml:trace contextRef="#ctx0" brushRef="#br0">17335.000 6595.000 0,'0.000'0.000'0,"-25.000"40.000"16,-29.000 27.000 0,-27.000 9.000-16,-16.000-3.000 15,-2.000-14.000 1,20.000-15.000-16,24.000-23.000 16,21.000-14.000-1</inkml:trace>
  <inkml:trace contextRef="#ctx0" brushRef="#br0">17032.000 6961.000 0,'19.000'46.000'15,"5.000"35.000"1,-4.000 25.000-16,-14.000 4.000 16,-10.000-7.000-1,-6.000-19.000-15,1.000-22.000 16,-1.000-24.000-1,10.000-38.000-15,0.000-10.000 16,6.000-41.000 0,8.000-30.000-16,4.000-17.000 15,5.000-4.000 1,-4.000 23.000-16</inkml:trace>
  <inkml:trace contextRef="#ctx0" brushRef="#br0">17427.000 6612.000 0,'36.000'-6.000'15,"11.000"2.000"-15,-12.000 14.000 16,-17.000 8.000 0,-20.000 2.000-16,-7.000-4.000 15</inkml:trace>
  <inkml:trace contextRef="#ctx0" brushRef="#br0">17461.000 6851.000 0,'22.000'9.000'16,"19.000"4.000"-16,12.000 0.000 16,-1.000 3.000-1,-8.000-4.000 1,-10.000-3.000-16,-12.000 1.000 15,-10.000 4.000 1,-15.000 7.000-16,-17.000 7.000 16,-14.000 5.000-16,-8.000 5.000 15,2.000-1.000 1,9.000-5.000 0,11.000-4.000-16,19.000-8.000 15,24.000-13.000 1,18.000-9.000-16,17.000-10.000 15,5.000-9.000-15,-4.000-3.000 16,-13.000 1.000 0,-17.000 2.000-1,-26.000 1.000-15,-25.000 5.000 16,-23.000-2.000 0,-17.000 1.000-16,-9.000 3.000 15,2.000 9.000 1,6.000 9.000-16,13.000 4.000 15,14.000 7.000-15,9.000 12.000 16,4.000 14.000 0,-3.000 13.000-16,-9.000 14.000 15,-11.000 8.000 1,-12.000 3.000-16,-2.000-6.000 16,8.000-18.000-1,14.000-20.000 1</inkml:trace>
  <inkml:trace contextRef="#ctx0" brushRef="#br0">17150.000 7422.000 0,'26.000'31.000'15,"8.000"17.000"-15,-8.000 2.000 16,-11.000-2.000-1,-10.000-11.000-15,-5.000-19.000 16,1.000-18.000 0,1.000-14.000-16,3.000-16.000 15,0.000-11.000 1,4.000-9.000-16,7.000-2.000 16,11.000 3.000-1,8.000 2.000-15,8.000 9.000 16,13.000 5.000-1,11.000 5.000-15,14.000 12.000 16,11.000 9.000 0,1.000 9.000-16,-6.000 10.000 15,-13.000 11.000 1,-21.000 9.000-16,-24.000 6.000 16,-26.000 2.000-1,-29.000 4.000-15,-28.000 0.000 16,-24.000-6.000-1,-17.000-9.000-15,-3.000-11.000 16,2.000-8.000 0,16.000-6.000-1,22.000-2.000-15,21.000-5.000 16,24.000-7.000-16,25.000-3.000 16,30.000-4.000-1,23.000 0.000-15,16.000 0.000 16,8.000 5.000-1,-7.000 1.000-15,-13.000 1.000 16,-13.000-2.000 0,-20.000-10.000-16,-22.000 1.000 15,-11.000 3.000 1</inkml:trace>
  <inkml:trace contextRef="#ctx0" brushRef="#br0">17528.000 7431.000 0,'0.000'30.000'0,"2.000"17.000"16,1.000 6.000-1,1.000-4.000-15,0.000-10.000 16,5.000-26.000 0,2.000-11.000-16</inkml:trace>
  <inkml:trace contextRef="#ctx0" brushRef="#br0">17705.000 7397.000 0,'11.000'70.000'16,"-2.000"49.000"-16,-13.000 24.000 15,-11.000-5.000 1,-2.000-35.000-16</inkml:trace>
  <inkml:trace contextRef="#ctx0" brushRef="#br0">18319.000 7132.000 0,'0.000'0.000'16,"2.000"-16.000"-1,1.000-10.000-15,3.000-5.000 16,-1.000 0.000-1,-1.000 6.000-15</inkml:trace>
  <inkml:trace contextRef="#ctx0" brushRef="#br0">18268.000 7081.000 0,'34.000'-13.000'16,"28.000"-4.000"-1,9.000-3.000-15,-2.000 4.000 16,-6.000 4.000-16,-9.000-1.000 16,-11.000 0.000-1,-8.000-7.000-15,-10.000-9.000 16,-13.000-3.000-1,-15.000-1.000-15,-15.000 0.000 16,-10.000 7.000 0,-10.000 5.000-16,0.000 5.000 15,4.000 7.000 1,5.000 11.000-16,3.000 11.000 16,10.000 16.000-1,7.000 18.000-15,5.000 26.000 16,7.000 20.000-1,0.000 14.000-15,2.000 9.000 16,-2.000-5.000 0,0.000-9.000-16,-1.000-15.000 15,-5.000-12.000 1,-4.000-17.000-16,-4.000-16.000 16,-5.000-17.000-1,-9.000-16.000-15,-7.000-18.000 16,-5.000-21.000-1,-3.000-14.000-15,9.000-1.000 16,17.000-5.000 0,22.000 2.000-16,19.000 1.000 15,19.000 1.000 1,10.000 1.000-16,3.000 2.000 16,-3.000-5.000-1,-12.000-2.000-15,-12.000 9.000 16</inkml:trace>
  <inkml:trace contextRef="#ctx0" brushRef="#br0">18681.000 6663.000 0,'61.000'-29.000'16,"19.000"-3.000"-16,-5.000 13.000 16,-19.000 17.000-1,-20.000 21.000-15,-24.000 20.000 16,-18.000 22.000 0,-18.000 27.000-1,-14.000 31.000-15,-15.000 27.000 16,-7.000 16.000-1,-4.000 4.000-15,2.000-9.000 16,7.000-20.000 0,11.000-30.000-16,12.000-31.000 15,10.000-31.000 1,10.000-44.000-16,4.000-13.000 16</inkml:trace>
  <inkml:trace contextRef="#ctx0" brushRef="#br0">18773.000 7063.000 0,'53.000'-17.000'0,"29.000"-5.000"15,4.000 6.000 1,-11.000 11.000-16,-14.000 8.000 15,-17.000 8.000 1,-21.000 10.000-16,-20.000 8.000 16,-25.000 10.000-1,-28.000 8.000-15,-14.000 11.000 16,-7.000 3.000 0,6.000-4.000-16,11.000-11.000 15,18.000-12.000 1,17.000-10.000-16,22.000-14.000 15,21.000-12.000 1,16.000-7.000-16,4.000 1.000 16,-5.000 1.000-1,-5.000 4.000-15,-10.000 7.000 16,-15.000 18.000 0,-14.000 13.000-16,-15.000 12.000 15,-8.000 5.000 1,-1.000-5.000-1,7.000-12.000-15,7.000-13.000 16,11.000-11.000-16,21.000-14.000 16,12.000-8.000-1,10.000-6.000-15,3.000-1.000 16,-1.000 8.000 0,-1.000 10.000-16,-9.000 10.000 15,-7.000 7.000 1,-9.000 4.000-16,-3.000-2.000 15,-5.000-7.000 1,-7.000-12.000-16,0.000 0.000 16,6.000 1.000-1,0.000-14.000-15,3.000-17.000 16,-4.000-12.000 0,-3.000-3.000-16,-8.000 1.000 15,-5.000 6.000 1,-5.000 1.000-16,-5.000-4.000 15,1.000-14.000 1,5.000 8.000-16</inkml:trace>
  <inkml:trace contextRef="#ctx0" brushRef="#br0">19614.000 6860.000 0,'17.000'55.000'16,"-4.000"42.000"-16,-17.000 21.000 15,-18.000 5.000 1,-11.000-8.000-16,2.000-20.000 16,6.000-27.000-1,12.000-30.000-15,13.000-38.000 16,0.000 0.000-1,3.000-27.000-15,6.000-13.000 16,1.000-6.000 0,0.000 4.000-16,1.000 6.000 15,1.000 5.000 1,2.000 2.000-16,8.000 2.000 16,11.000-1.000-1,12.000 5.000-15,8.000 3.000 16,4.000 7.000-1,-4.000 1.000-15,-4.000 5.000 16,-8.000-2.000-16,-6.000-5.000 16,-11.000-12.000-1,-9.000-11.000-15,-7.000 2.000 16</inkml:trace>
  <inkml:trace contextRef="#ctx0" brushRef="#br0">19832.000 6714.000 0,'6.000'53.000'16,"-4.000"31.000"-16,-9.000 4.000 15,-1.000-18.000 1</inkml:trace>
  <inkml:trace contextRef="#ctx0" brushRef="#br0">19597.000 7414.000 0,'31.000'-3.000'0,"22.000"-2.000"16,5.000-2.000-1,-4.000-2.000-15,-9.000 0.000 16,-8.000 3.000 0,-10.000 2.000-16,-8.000 3.000 15,-9.000 2.000 1,-4.000 7.000-16,0.000 12.000 16,-4.000 10.000-1,-5.000 18.000-15,-8.000 24.000 16,-1.000 25.000-1,-6.000 23.000-15,-6.000 22.000 16,3.000 4.000 0,1.000-15.000-16,7.000-31.000 15,3.000-31.000 1,6.000-30.000-16,6.000-30.000 16,4.000-31.000-1,-1.000-29.000-15,-3.000 2.000 16</inkml:trace>
  <inkml:trace contextRef="#ctx0" brushRef="#br0">20093.000 7559.000 0,'0.000'0.000'16,"0.000"0.000"-1,0.000 0.000-15</inkml:trace>
  <inkml:trace contextRef="#ctx0" brushRef="#br0">21472.000 6005.000 0,'0.000'0.000'0,"0.000"0.000"15,0.000 0.000-15,-34.000 16.000 16,-23.000 19.000 0,-13.000 14.000-16,-5.000 12.000 15,4.000 7.000 1,12.000 5.000-16,17.000 6.000 15,15.000 7.000 1,17.000-1.000-16,13.000-1.000 16,6.000-3.000-1,6.000-4.000 1,2.000-1.000-16,0.000-6.000 16,-7.000-7.000-1,-7.000-7.000-15,-9.000-6.000 16,-12.000-7.000-1,-12.000-5.000-15,-13.000-5.000 16,-8.000-7.000 0,1.000-6.000-16,4.000-6.000 15,9.000 2.000 1,8.000-4.000-16,5.000-1.000 16,9.000 1.000-1,7.000 6.000-15,7.000 4.000 16,6.000 3.000-16,5.000 9.000 15,3.000 7.000 1,2.000 8.000-16,-1.000 7.000 16,1.000 10.000-1,-4.000 5.000 1,2.000 8.000-16,-5.000 7.000 16,-1.000 10.000-1,-3.000 7.000-15,1.000 0.000 16,1.000 1.000-1,-6.000-3.000-15,0.000-2.000 16,-2.000-12.000 0,-3.000-12.000-16,1.000-16.000 15,1.000-19.000 1</inkml:trace>
  <inkml:trace contextRef="#ctx0" brushRef="#br0">21212.000 8874.000 0,'0.000'0.000'0</inkml:trace>
  <inkml:trace contextRef="#ctx0" brushRef="#br0">22255.000 5732.000 0,'0.000'0.000'0,"0.000"0.000"16,-13.000 28.000 0,-12.000 16.000-1,-18.000 9.000-15,-16.000 4.000 16,-3.000-3.000-16,2.000-7.000 16,8.000-9.000-1,12.000-10.000-15,12.000-13.000 16,13.000-8.000-16,15.000-7.000 15,-2.000 7.000 1,8.000 3.000-16,5.000 1.000 16,3.000 8.000-1,1.000 10.000-15,2.000 10.000 16,3.000 18.000 0,-1.000 13.000-16,-9.000 11.000 15,-5.000 10.000 1,-3.000-4.000-1,-6.000-15.000-15,1.000-23.000 16,-1.000-30.000 0,0.000-14.000-16</inkml:trace>
  <inkml:trace contextRef="#ctx0" brushRef="#br0">21960.000 6218.000 0,'11.000'-20.000'15,"12.000"-11.000"-15,8.000 2.000 16,3.000 6.000-16,1.000 6.000 16,-3.000 7.000-1,-5.000 3.000-15,-7.000 3.000 16,-5.000 4.000-1,-3.000 0.000-15,-4.000 4.000 16,-2.000 8.000 0,-4.000 8.000-16,-2.000 9.000 15,1.000 17.000 1,-1.000 13.000-16,-3.000 12.000 16,2.000 7.000-1,-1.000-1.000 1,1.000-4.000-16,0.000-12.000 15,0.000-18.000 1,0.000-14.000-16,-3.000-20.000 16,-5.000-22.000-16,-8.000-19.000 15,-3.000-22.000 1,-1.000-15.000-16,0.000-1.000 16,9.000 11.000-1,10.000 15.000-15,3.000 13.000 16,0.000 12.000-1,-1.000 10.000-15,0.000 9.000 16,2.000 3.000 0,1.000 19.000-16,3.000 21.000 15,1.000 14.000 1,-1.000 5.000-16,-6.000 3.000 16,-3.000-2.000-1,-4.000-14.000-15,-2.000-15.000 16,2.000-20.000-1,-1.000-24.000-15,5.000-24.000 16,5.000-27.000 0,7.000-21.000-16,5.000-15.000 15,8.000-8.000 1,8.000 1.000 0,5.000 7.000-16,-1.000 14.000 15,-1.000 19.000-15,-8.000 21.000 16,-5.000 12.000-1,-1.000 17.000-15,2.000 17.000 16,5.000 19.000 0,-3.000 19.000-16,1.000 14.000 15,-2.000 11.000 1,-8.000 3.000 0,-3.000 0.000-16,-4.000-1.000 15,-4.000-9.000 1,-4.000-8.000-16,-7.000-12.000 15,-8.000-13.000-15,-9.000-16.000 32,-6.000-13.000-32,-3.000-14.000 15,5.000-5.000-15,11.000-6.000 16,10.000-1.000 0,14.000 0.000-16,14.000 0.000 15,20.000-1.000-15,14.000-2.000 16,19.000 2.000-1,7.000-1.000-15,6.000 3.000 16,-3.000 5.000 0,-8.000 4.000-16,-15.000 4.000 15,-19.000 4.000 1,-18.000 1.000-16,-20.000 3.000 16,-22.000 0.000-1,-20.000 3.000-15,-12.000 1.000 16,-2.000 4.000-1,8.000 11.000-15,9.000 6.000 16,11.000 11.000 0,9.000 12.000-1,9.000 12.000-15,5.000 8.000 16,2.000 1.000-16,1.000-5.000 16,-1.000-9.000-1,0.000-11.000-15,0.000-14.000 16,0.000-23.000-1,-4.000-5.000-15,-3.000-19.000 16,-1.000-9.000 0,8.000 9.000-16,11.000 13.000 15,4.000 11.000 1,2.000 6.000-16,0.000 10.000 16,6.000 7.000-1,7.000 6.000-15,-3.000-1.000 16,-1.000-3.000-1,-7.000-9.000-15,-9.000-19.000 16,-14.000-26.000 0,-4.000-3.000-16</inkml:trace>
  <inkml:trace contextRef="#ctx0" brushRef="#br0">22818.000 5877.000 0,'21.000'23.000'0,"4.000"19.000"15,-4.000 19.000 1,-18.000 8.000 0,-7.000-13.000-16</inkml:trace>
  <inkml:trace contextRef="#ctx0" brushRef="#br0">22355.000 6757.000 0,'52.000'-23.000'0,"35.000"-9.000"16,18.000 5.000-16,-2.000 11.000 15,-9.000 5.000 1,-14.000 9.000 0,-16.000 4.000-16,-17.000-2.000 15,-11.000-3.000-15,-15.000-13.000 16,-14.000-18.000 0,-7.000-2.000-16</inkml:trace>
  <inkml:trace contextRef="#ctx0" brushRef="#br0">23213.000 5972.000 0,'28.000'38.000'15,"7.000"22.000"1,-8.000-3.000-16,-10.000-28.000 15,-7.000-17.000 1</inkml:trace>
  <inkml:trace contextRef="#ctx0" brushRef="#br0">23701.000 5895.000 0,'-4.000'34.000'0,"-10.000"23.000"16,-19.000 7.000 0,-15.000-4.000-16,-2.000-31.000 15,5.000-34.000 1,12.000-11.000-16</inkml:trace>
  <inkml:trace contextRef="#ctx0" brushRef="#br0">23524.000 5835.000 0,'-19.000'54.000'0,"-17.000"29.000"16,-6.000 10.000-1,4.000-11.000 1,12.000-14.000-16,12.000-22.000 15,19.000-18.000 1,16.000-15.000-16,9.000-13.000 16,4.000-5.000-16,-2.000 8.000 15,-3.000 6.000-15,-8.000 6.000 16,-12.000 11.000 0,-14.000 12.000-1,-20.000 6.000-15,-17.000 4.000 16,-9.000-5.000-1,-4.000-9.000-15,7.000-21.000 16,16.000-23.000 0,13.000-5.000-16</inkml:trace>
  <inkml:trace contextRef="#ctx0" brushRef="#br0">23440.000 6527.000 0,'28.000'26.000'16,"9.000"11.000"-1,-3.000 0.000-15,-6.000-8.000 16,-6.000-15.000-16,-1.000-20.000 16,7.000-25.000-1,8.000-25.000-15,9.000-21.000 16,10.000-5.000 0,10.000 13.000-16,0.000 22.000 15,-6.000 20.000 1,-12.000 12.000-1,-15.000 12.000-15,-8.000 9.000 16,-9.000 8.000-16,-16.000 16.000 16,-16.000 13.000-1,-18.000 10.000-15,-10.000 0.000 16,-6.000-12.000 0,-1.000-16.000-16,7.000-26.000 15,12.000-11.000 1</inkml:trace>
  <inkml:trace contextRef="#ctx0" brushRef="#br0">23969.000 6083.000 0,'32.000'27.000'0,"18.000"19.000"16,0.000 11.000-16,-4.000 6.000 15,-6.000 2.000 1,-9.000-2.000-16,-4.000-6.000 16,-6.000-14.000-1,-6.000-20.000-15,-2.000-25.000 16,-1.000-14.000 0,-5.000-2.000-16</inkml:trace>
  <inkml:trace contextRef="#ctx0" brushRef="#br0">24802.000 5562.000 0,'0.000'0.000'16,"-29.000"17.000"-16,-21.000 15.000 16,-12.000 9.000-1,-1.000 2.000-15,4.000 1.000 16,9.000-8.000 0,12.000-11.000-16,13.000-8.000 15,9.000-6.000 1,11.000-1.000-16,11.000-1.000 15,7.000 7.000 1,7.000 9.000-16,5.000 15.000 16,0.000 20.000-1,-6.000 17.000-15,-7.000 12.000 16,-5.000 6.000 0,-8.000-6.000-16,-5.000-14.000 15,-1.000-21.000 1,1.000-28.000-16,0.000-34.000 15,1.000-9.000 1</inkml:trace>
  <inkml:trace contextRef="#ctx0" brushRef="#br0">24558.000 5954.000 0,'43.000'-25.000'0,"13.000"-7.000"16,-1.000 7.000 0,-7.000 13.000-16,-10.000 11.000 15,-10.000 7.000 1,-7.000 10.000-16,-6.000 5.000 16,-5.000 13.000-1,-1.000 13.000-15,-6.000 13.000 16,-4.000 18.000-1,-2.000 19.000-15,0.000 16.000 16,-1.000 10.000 0,-2.000 1.000-1,0.000 4.000-15,-1.000-11.000 16,-1.000-15.000 0,2.000-24.000-16,-1.000-25.000 15,1.000-24.000 1,-4.000-23.000-1,-8.000-32.000-15,-4.000-27.000 16,0.000-27.000-16,0.000-18.000 16,-1.000-5.000-1,4.000 1.000-15,0.000 4.000 16,3.000 8.000 0,4.000 15.000-16,5.000 18.000 15,4.000 15.000 1,3.000 14.000-16,0.000 12.000 15,0.000 8.000 1,0.000 8.000-16,6.000 2.000 16,4.000 10.000-16,-1.000 8.000 15,-4.000 9.000 1,-8.000 8.000-16,-6.000 1.000 16,-1.000-3.000-1,0.000-5.000-15,-1.000-5.000 16,4.000-7.000-1,6.000-6.000 1,6.000 0.000-16,5.000 0.000 16,4.000-3.000-16,3.000 0.000 15,2.000-4.000 1,0.000-3.000 0,-4.000 1.000-16,-4.000 0.000 15,-10.000 5.000-15,-14.000 8.000 16,-9.000-2.000-1,-10.000-2.000-15,0.000-7.000 16,5.000-13.000 0,14.000-11.000-16,22.000-10.000 15,21.000-7.000-15,24.000 4.000 16,18.000-1.000 0,11.000 2.000-1,15.000-2.000-15,5.000-1.000 16,-3.000 5.000-1,-10.000 6.000-15,-19.000 7.000 16,-23.000 2.000 0,-17.000 0.000-16,-20.000-2.000 15,-19.000-3.000-15,-16.000 0.000 16,-14.000 2.000 0,-3.000 1.000-1,7.000 7.000-15,8.000 6.000 16,9.000 9.000-16,7.000 11.000 15,9.000 15.000 1,8.000 13.000-16,4.000 14.000 16,4.000 12.000-1,-3.000 5.000-15,-3.000 2.000 16,-8.000-7.000 0,-5.000-12.000-1,-3.000-15.000-15,-3.000-13.000 16,-1.000-17.000-16,-6.000-14.000 15,-2.000-14.000 1,-2.000-16.000-16,5.000-8.000 16,12.000-1.000-1,12.000 1.000-15,15.000 6.000 16,13.000 9.000 0,13.000 1.000-16,6.000-2.000 15,-11.000 2.000 1</inkml:trace>
  <inkml:trace contextRef="#ctx0" brushRef="#br0">25601.000 6680.000 0,'0.000'0.000'0,"6.000"-13.000"16</inkml:trace>
  <inkml:trace contextRef="#ctx0" brushRef="#br0">26744.000 5989.000 0,'25.000'-1.000'0,"11.000"-2.000"15,4.000-2.000-15,-4.000 2.000 16,-5.000 0.000 0,-6.000 2.000-16,-5.000-1.000 15,-4.000 2.000 1,-5.000 0.000 0,-11.000 0.000-16,8.000 1.000 0,-1.000 3.000 15,-4.000 8.000 1,-2.000 4.000-16,-2.000 12.000 15,-3.000 10.000 1,-4.000 16.000-16,0.000 12.000 16,-4.000 9.000-1,-4.000 6.000-15,0.000 1.000 16,2.000-6.000 0,2.000-8.000-1,2.000-6.000-15,-4.000-8.000 16,4.000-11.000-1,-3.000-16.000-15,3.000-20.000 16,4.000-7.000 0</inkml:trace>
  <inkml:trace contextRef="#ctx0" brushRef="#br0">26702.000 6748.000 0,'31.000'16.000'16,"19.000"4.000"0,12.000-3.000-16,1.000-8.000 15,-3.000-9.000-15,-5.000-14.000 16,-14.000-1.000 0</inkml:trace>
  <inkml:trace contextRef="#ctx0" brushRef="#br0">27543.000 6356.000 0,'66.000'14.000'15,"25.000"5.000"1,-6.000 1.000-16,-19.000-6.000 16,-20.000-5.000-1,-19.000-3.000-15</inkml:trace>
  <inkml:trace contextRef="#ctx0" brushRef="#br0">27602.000 6654.000 0,'59.000'3.000'15,"28.000"0.000"1,1.000-9.000-16,-22.000-1.000 16</inkml:trace>
  <inkml:trace contextRef="#ctx0" brushRef="#br0">28763.000 5792.000 0,'4.000'29.000'15,"4.000"20.000"-15,3.000 6.000 16,-3.000 8.000 0,-2.000-1.000-1,-4.000 3.000-15,-4.000-7.000 16,-5.000-8.000-16,-3.000-6.000 15,-7.000-20.000 1,2.000-12.000-16</inkml:trace>
  <inkml:trace contextRef="#ctx0" brushRef="#br0">28434.000 6500.000 0,'67.000'-5.000'0,"30.000"-4.000"16,6.000 0.000-1,-7.000 3.000-15,-13.000 1.000 16,-12.000 3.000 0,-16.000-2.000-16,-21.000-6.000 15,-12.000-1.000 1</inkml:trace>
  <inkml:trace contextRef="#ctx0" brushRef="#br0">28603.000 6697.000 0,'36.000'-7.000'0,"19.000"-1.000"16,5.000 4.000-16,-7.000 7.000 15,-8.000 9.000 1,-13.000 12.000-16,-17.000 8.000 16,-21.000 14.000-1,-23.000 5.000-15,-14.000 3.000 16,-4.000-4.000 0,2.000-3.000-16,8.000-8.000 15,10.000-3.000 1,18.000-9.000-16,20.000-8.000 15,21.000-9.000 1,16.000-18.000-16,14.000-16.000 16,7.000-16.000-1,-3.000-13.000-15,-13.000 9.000 16</inkml:trace>
  <inkml:trace contextRef="#ctx0" brushRef="#br0">29318.000 6134.000 0,'36.000'-14.000'0,"20.000"-3.000"15,3.000 5.000 1,-3.000 6.000-16,-6.000 6.000 16,-5.000 0.000-1,-10.000 4.000-15,-4.000 1.000 16,-7.000 0.000 0,-7.000-2.000-1,-3.000 2.000-15,-6.000 4.000 16,-4.000 2.000-16,-4.000 3.000 15,-4.000 12.000 1,-7.000 5.000-16,-7.000 9.000 16,-4.000 8.000-1,-1.000 11.000-15,-5.000 11.000 16,2.000 0.000 0,5.000-1.000-1,8.000-1.000-15,3.000-6.000 16,6.000-3.000-16,4.000-9.000 15,2.000-9.000 1,1.000-9.000-16,1.000-18.000 16,-1.000-8.000-1</inkml:trace>
  <inkml:trace contextRef="#ctx0" brushRef="#br0">29359.000 6995.000 0,'0.000'0.000'15,"44.000"-6.000"1,21.000-6.000-16,5.000-2.000 16,-5.000-6.000-1,-9.000-7.000-15,-16.000 3.000 16</inkml:trace>
  <inkml:trace contextRef="#ctx0" brushRef="#br0">29991.000 6860.000 0,'-1.000'26.000'0,"1.000"13.000"15,3.000 1.000 1,2.000-6.000-16,4.000-11.000 16,8.000-9.000-1,7.000-11.000-15,3.000-9.000 16,0.000-7.000 0,2.000-11.000-16,-5.000-2.000 15,-5.000-4.000 1,-11.000-1.000-1,-8.000 0.000-15,-14.000 9.000 16,-11.000 5.000-16,-6.000 11.000 16,-1.000 6.000-1,3.000 8.000-15,3.000 7.000 16,15.000-11.000 0,6.000-1.000-16</inkml:trace>
  <inkml:trace contextRef="#ctx0" brushRef="#br0">30495.000 6953.000 0,'0.000'0.000'16,"0.000"0.000"-16</inkml:trace>
  <inkml:trace contextRef="#ctx0" brushRef="#br0">21649.000 7840.000 0,'0.000'0.000'15,"0.000"0.000"1,0.000 0.000-16,0.000 0.000 16,0.000 0.000-1,-17.000 52.000-15,-12.000 26.000 16,-9.000 3.000 0,3.000-11.000-16,12.000-14.000 15,13.000-13.000 1,15.000-12.000-16,12.000-10.000 15,11.000-8.000 1,6.000-1.000 0,1.000 0.000-16,2.000 4.000 15,-5.000-2.000-15,-4.000 4.000 16,-8.000 6.000 0,-10.000 9.000-16,-10.000 6.000 15,-11.000 8.000 1,-11.000-1.000-16,-7.000-4.000 15,-2.000-15.000 1,1.000-21.000-16,8.000-13.000 16</inkml:trace>
  <inkml:trace contextRef="#ctx0" brushRef="#br0">21757.000 8131.000 0,'0.000'0.000'0,"29.000"-17.000"15,18.000-9.000 1,9.000 4.000-16,4.000 6.000 16,-1.000 9.000-1,-10.000 6.000-15,-10.000 4.000 16,-15.000 6.000-1,-17.000 12.000 1,-20.000 11.000-16,-22.000 8.000 16,-16.000 5.000-16,0.000-5.000 15,9.000-9.000 1,16.000-12.000-16,26.000-19.000 16,7.000 0.000-1,30.000-16.000-15,20.000-5.000 16,12.000-3.000-1,-1.000 5.000-15,-7.000 12.000 16,-17.000 9.000 0,-20.000 20.000-16,-19.000 17.000 15,-24.000 16.000 1,-18.000 8.000-16,-14.000 3.000 16,-7.000-9.000-1,0.000-14.000-15,8.000-28.000 16,5.000-33.000-1,13.000-8.000-15</inkml:trace>
  <inkml:trace contextRef="#ctx0" brushRef="#br0">21834.000 7738.000 0,'6.000'50.000'16,"12.000"41.000"-1,14.000 32.000-15,11.000 15.000 16,11.000 6.000 0,3.000 1.000-16,0.000-9.000 15,-4.000-14.000 1,-6.000-21.000-16,-13.000-24.000 15,-9.000-26.000 1,-11.000-25.000-16,-11.000-29.000 16,-10.000-33.000-1,-13.000-27.000-15,-8.000-23.000 16,-14.000-14.000 0,8.000 18.000-16</inkml:trace>
  <inkml:trace contextRef="#ctx0" brushRef="#br0">21977.000 7738.000 0,'0.000'0.000'16,"0.000"0.000"-1,11.000 20.000-15</inkml:trace>
  <inkml:trace contextRef="#ctx0" brushRef="#br0">22683.000 7729.000 0,'0.000'0.000'16,"0.000"0.000"-16,-25.000 36.000 15,-27.000 25.000 1,-11.000 10.000-16,0.000-4.000 16,11.000-14.000-1,16.000-27.000-15,12.000-16.000 16</inkml:trace>
  <inkml:trace contextRef="#ctx0" brushRef="#br0">22556.000 8063.000 0,'13.000'56.000'0,"-2.000"41.000"16,-3.000 19.000-1,-5.000-6.000-15,-7.000-14.000 16,-2.000-24.000-1,-2.000-35.000-15,1.000-21.000 16</inkml:trace>
  <inkml:trace contextRef="#ctx0" brushRef="#br0">22969.000 7619.000 0,'0.000'0.000'0,"0.000"0.000"15,-3.000 31.000-15,-19.000 21.000 16,-19.000 0.000 0,1.000-12.000-16</inkml:trace>
  <inkml:trace contextRef="#ctx0" brushRef="#br0">22818.000 7985.000 0,'53.000'-16.000'16,"23.000"-4.000"0,-7.000 6.000-16,-14.000 13.000 15,-22.000 18.000-15,-27.000 13.000 16,-24.000 14.000-1,-21.000 2.000 1,-8.000-5.000-16,6.000-10.000 16,12.000-7.000-1,10.000-12.000-15,18.000-6.000 16,21.000-10.000 0,22.000-6.000-1,17.000-4.000-15,4.000-1.000 16,-4.000-2.000-16,-14.000 7.000 15,-15.000 1.000-15,-21.000 1.000 16,-23.000-2.000 0,-20.000-8.000-16,-1.000 1.000 15</inkml:trace>
  <inkml:trace contextRef="#ctx0" brushRef="#br0">22800.000 8063.000 0,'-1.000'30.000'16,"-4.000"26.000"0,-11.000 22.000-16,-16.000 13.000 15,-13.000 0.000 1,-7.000-11.000-16,5.000-26.000 16,13.000-22.000-1</inkml:trace>
  <inkml:trace contextRef="#ctx0" brushRef="#br0">22666.000 8421.000 0,'18.000'19.000'0,"9.000"17.000"16,0.000 14.000-1,-6.000 12.000-15,-11.000-4.000 16,-10.000-12.000-1,-4.000-16.000 1</inkml:trace>
  <inkml:trace contextRef="#ctx0" brushRef="#br0">22792.000 8395.000 0,'57.000'-14.000'16,"31.000"-3.000"-16,4.000 4.000 16,-3.000 7.000-1,-6.000 7.000-15,-11.000 4.000 16,-15.000 7.000 0,-13.000 5.000-16,-17.000 9.000 15,-19.000 6.000 1,-26.000 2.000-16,-28.000 1.000 15,-22.000-7.000 1,7.000-10.000-16</inkml:trace>
  <inkml:trace contextRef="#ctx0" brushRef="#br0">22936.000 8515.000 0,'63.000'-13.000'0,"18.000"-4.000"16,-7.000-3.000 0,-20.000 4.000-16</inkml:trace>
  <inkml:trace contextRef="#ctx0" brushRef="#br0">22961.000 8395.000 0,'9.000'44.000'0,"2.000"20.000"16,-4.000 2.000 0,-4.000-13.000-16,-3.000-24.000 15,-2.000-16.000 1</inkml:trace>
  <inkml:trace contextRef="#ctx0" brushRef="#br0">23111.000 8345.000 0,'10.000'68.000'16,"-1.000"47.000"-16,-7.000 21.000 15,-11.000-14.000 1,-4.000-34.000-16</inkml:trace>
  <inkml:trace contextRef="#ctx0" brushRef="#br0">23566.000 8233.000 0,'0.000'0.000'0,"0.000"0.000"16,0.000 0.000-1,4.000 7.000-15,2.000-1.000 16</inkml:trace>
  <inkml:trace contextRef="#ctx0" brushRef="#br0">23701.000 8267.000 0,'0.000'0.000'0,"0.000"0.000"16,0.000 0.000-16,13.000-8.000 15</inkml:trace>
  <inkml:trace contextRef="#ctx0" brushRef="#br0">23860.000 8276.000 0,'0.000'0.000'15,"0.000"0.000"-15,0.000 0.000 0</inkml:trace>
  <inkml:trace contextRef="#ctx0" brushRef="#br0">24685.000 8233.000 0,'-9.000'23.000'16,"-17.000"15.000"-1,-13.000 8.000-15,-13.000-1.000 16,-4.000-4.000 0,1.000-9.000-16,7.000-16.000 15,13.000-23.000 1,10.000-7.000-16</inkml:trace>
  <inkml:trace contextRef="#ctx0" brushRef="#br0">24449.000 8011.000 0,'28.000'25.000'15,"16.000"17.000"1,5.000 13.000-16,-3.000 8.000 16,-2.000 1.000-16,-6.000-2.000 15,-7.000-8.000 1,-7.000-5.000-16,-7.000-7.000 16,-7.000-11.000-1,-6.000-12.000-15</inkml:trace>
  <inkml:trace contextRef="#ctx0" brushRef="#br0">25256.000 7688.000 0,'0.000'0.000'0,"0.000"0.000"16,0.000 0.000-1,-46.000 5.000-15,-30.000 6.000 16,-6.000 2.000 0,10.000 3.000-16,15.000-1.000 15,18.000-5.000 1,13.000 1.000-16,10.000 1.000 15,9.000 5.000 1,8.000 11.000-16,8.000 12.000 16,2.000 14.000-1,1.000 15.000-15,0.000 10.000 16,-3.000 3.000 0,-8.000-4.000-16,-5.000-9.000 15,-1.000-13.000 1,-2.000-16.000-16,-4.000-25.000 15,2.000-12.000 1</inkml:trace>
  <inkml:trace contextRef="#ctx0" brushRef="#br0">24937.000 7934.000 0,'21.000'-5.000'16,"14.000"0.000"-16,-2.000 0.000 15,-3.000 1.000 1,-6.000 2.000-16,-4.000 3.000 16,-4.000-1.000-16,-6.000 1.000 15,-2.000 1.000 1,-2.000 6.000-16,-1.000 9.000 15,-2.000 10.000 1,-2.000 10.000-16,-2.000 11.000 16,-3.000 19.000-1,3.000 18.000-15,-2.000 11.000 16,0.000 8.000 0,-1.000 4.000-16,4.000-5.000 15,0.000-13.000 1,0.000-15.000-16,2.000-19.000 15,0.000-19.000 1,-1.000-16.000-16,-5.000-21.000 16,-5.000-26.000-1,0.000-4.000-15</inkml:trace>
  <inkml:trace contextRef="#ctx0" brushRef="#br0">24920.000 8140.000 0,'0.000'0.000'0,"0.000"0.000"16,30.000-4.000-1,10.000 3.000-15,0.000 1.000 16,-9.000 7.000-1,-12.000 1.000-15,-13.000 9.000 16,-16.000 1.000 0,-12.000 3.000-16,-11.000 1.000 15,-2.000 3.000 1,1.000-2.000-16,9.000-5.000 16,8.000-4.000-1,11.000-5.000-15,12.000-1.000 16,16.000-6.000-1,9.000 0.000-15,9.000-2.000 16,-2.000 0.000 0,-8.000 0.000-16,-11.000 2.000 15,-10.000 7.000 1,-17.000 7.000-16,-15.000 4.000 16,-12.000 3.000-1,-1.000-1.000-15,3.000-3.000 16,9.000-6.000-1,12.000-2.000-15,15.000-5.000 16,14.000-2.000 0,13.000-1.000-16,3.000 2.000 15,-2.000 1.000 1,-6.000 3.000-16,-13.000 9.000 16,-16.000 6.000-16,-22.000 6.000 15,-19.000 4.000 1,-10.000-1.000-1,-2.000-9.000-15,9.000-19.000 16,18.000-24.000 0,13.000-5.000-16</inkml:trace>
  <inkml:trace contextRef="#ctx0" brushRef="#br0">25323.000 8250.000 0,'50.000'-8.000'0,"16.000"-1.000"16,-2.000 4.000-1,-7.000 5.000-15,-12.000 3.000 16,-14.000-1.000 0,-13.000-3.000-1,-12.000-5.000-15,-16.000-7.000 16,-3.000-1.000-16</inkml:trace>
  <inkml:trace contextRef="#ctx0" brushRef="#br0">25425.000 8063.000 0,'0.000'0.000'15,"20.000"38.000"-15,11.000 29.000 16,-4.000 19.000-1,-8.000 7.000-15,-8.000-1.000 16,-7.000-6.000 0,-7.000-10.000-1,-4.000-14.000-15,-2.000-18.000 16,-4.000-13.000 0,-6.000-20.000-16,-9.000-18.000 15,-5.000-20.000-15,-2.000-11.000 16,9.000-1.000-1,10.000 2.000-15,16.000 5.000 16,16.000 3.000 0,15.000 6.000-16,11.000 2.000 15,8.000-5.000 1,-10.000 1.000-16</inkml:trace>
  <inkml:trace contextRef="#ctx0" brushRef="#br0">25895.000 8635.000 0,'0.000'0.000'0</inkml:trace>
  <inkml:trace contextRef="#ctx0" brushRef="#br0">26728.000 7969.000 0,'0.000'0.000'0,"0.000"0.000"15,0.000 0.000 1,0.000 0.000-16,0.000 0.000 15,21.000 0.000-15,14.000-4.000 16,6.000 3.000 0,0.000 1.000-16,0.000 0.000 15,-6.000 1.000 1,-4.000 3.000-16,-6.000-4.000 16,-4.000 0.000-1,-3.000 0.000-15,-6.000 0.000 16,-12.000 0.000-1,0.000 0.000-15,0.000 0.000 16,0.000 0.000-16,9.000 5.000 16,-5.000 0.000-1,-2.000 4.000-15,-3.000 2.000 16,-2.000 6.000 0,-3.000 1.000-16,-2.000 4.000 15,-3.000 5.000 1,-2.000 6.000-16,2.000 8.000 15,1.000 9.000 1,0.000 4.000-16,1.000 2.000 16,-1.000 6.000-1,-1.000-1.000-15,0.000-2.000 16,2.000-7.000 0,2.000-7.000-16,-2.000-6.000 15,2.000-9.000 1,-3.000-10.000-16,0.000-12.000 15</inkml:trace>
  <inkml:trace contextRef="#ctx0" brushRef="#br0">26736.000 8745.000 0,'0.000'0.000'0,"30.000"0.000"16,24.000-1.000 0,10.000-1.000-16,-1.000-3.000 15,-8.000 0.000 1,-15.000 1.000-16</inkml:trace>
  <inkml:trace contextRef="#ctx0" brushRef="#br0">27460.000 8284.000 0,'0.000'0.000'16,"20.000"9.000"-16,15.000 0.000 16,9.000 1.000-1,0.000-4.000 1,0.000-3.000-16,-5.000 0.000 16,-2.000 0.000-16,-9.000-1.000 15,-8.000-2.000-15</inkml:trace>
  <inkml:trace contextRef="#ctx0" brushRef="#br0">27401.000 8548.000 0,'0.000'0.000'0,"30.000"6.000"15,21.000 0.000 1,11.000-5.000-16,7.000-5.000 16,-4.000-9.000-1,-17.000 1.000-15</inkml:trace>
  <inkml:trace contextRef="#ctx0" brushRef="#br0">28174.000 7969.000 0,'0.000'0.000'0,"0.000"0.000"16,0.000 0.000-1,0.000 0.000-15,0.000 0.000 16,27.000 8.000-1,9.000 1.000 1,1.000 0.000-16,-3.000-3.000 16,0.000-4.000-16,-6.000-1.000 15,-5.000-1.000 1,-9.000 0.000-16,-4.000 3.000 16,-10.000-3.000-1,5.000 8.000-15,-3.000 4.000 16,-6.000 8.000-1,-8.000 4.000-15,-2.000 8.000 16,-4.000 5.000 0,-1.000 5.000-16,-3.000 8.000 15,-1.000 5.000 1,-1.000 5.000-16,2.000 2.000 16,1.000 4.000-1,4.000-4.000-15,1.000-7.000 16,2.000-15.000-1,1.000-12.000-15</inkml:trace>
  <inkml:trace contextRef="#ctx0" brushRef="#br0">28023.000 8780.000 0,'0.000'0.000'0,"31.000"0.000"16,22.000-1.000-1,7.000-6.000-15,0.000-2.000 16,-5.000-7.000 0,-13.000 0.000-16</inkml:trace>
  <inkml:trace contextRef="#ctx0" brushRef="#br0">28519.000 8693.000 0,'0.000'21.000'0,"4.000"5.000"16,6.000-8.000-1,6.000-15.000-15,8.000-11.000 16,1.000-10.000 0,-5.000-7.000-16,-1.000 0.000 15,-8.000-3.000 1,-8.000 8.000-16,-10.000 3.000 16,-6.000 7.000-1,-6.000 6.000-15,-2.000 2.000 16,-1.000 2.000-16,2.000-11.000 15,8.000-3.000 1</inkml:trace>
  <inkml:trace contextRef="#ctx0" brushRef="#br0">29200.000 8192.000 0,'-13.000'22.000'0,"-14.000"18.000"16,-8.000 9.000 0,-4.000 11.000-16,3.000 3.000 15,8.000 0.000 1,7.000-7.000-16,9.000-9.000 15,9.000-15.000 1,14.000-13.000-16,11.000-19.000 16,17.000-16.000-16,5.000-12.000 31,4.000-11.000-31,-4.000-7.000 16,-8.000-2.000-16,-9.000 10.000 15,-10.000 13.000 1,-8.000 11.000-16,-9.000 14.000 15,4.000 6.000-15,-7.000 14.000 16,-1.000 16.000 0,0.000 9.000-1,0.000 1.000-15,4.000-3.000 16,4.000-6.000 0,5.000-10.000-16,5.000-10.000 15,6.000-13.000-15,4.000-10.000 16,1.000-13.000-1,-4.000-11.000-15,-5.000-8.000 16,-10.000-2.000 0,-9.000-7.000-1,-11.000 6.000-15,-5.000 6.000 16,-3.000 10.000 0,6.000 5.000-16,5.000 0.000 15,10.000 0.000 1,17.000-7.000-16,19.000 2.000 15,13.000 2.000 1,6.000 5.000-16,-3.000 8.000 16,-10.000 8.000-1,-12.000 2.000-15,-12.000 5.000 16,-14.000 12.000-16,-13.000 6.000 16,-6.000 5.000-1,-4.000 4.000-15,2.000 2.000 16,5.000 0.000-1,16.000 0.000 1,16.000-2.000-16,10.000 0.000 16,9.000-1.000-1,0.000-3.000-15,-5.000-1.000 16,-10.000 0.000 0,-9.000-2.000-1,-14.000-1.000-15,-16.000 1.000 16,-13.000-4.000-16,-14.000-12.000 15,-7.000-13.000-15,5.000-26.000 16,5.000-26.000 0,10.000 4.000-16</inkml:trace>
  <inkml:trace contextRef="#ctx0" brushRef="#br0">29739.000 8054.000 0,'35.000'-3.000'0,"9.000"3.000"16,-8.000 6.000-16,-13.000 8.000 16,-18.000 8.000-1,-15.000 2.000-15,-11.000-3.000 16,-1.000-2.000-1,3.000-4.000-15,8.000-6.000 16,2.000-1.000 0,12.000-2.000-16,17.000 0.000 15,11.000-3.000 1,8.000-1.000 0,3.000-4.000-16,-4.000-8.000 15,-9.000-3.000-15</inkml:trace>
  <inkml:trace contextRef="#ctx0" brushRef="#br0">30184.000 8079.000 0,'0.000'0.000'0,"6.000"28.000"15,-6.000 21.000-15,-12.000 22.000 16,-14.000 15.000 0,-5.000 5.000-1,1.000 0.000 1,7.000-7.000-16,11.000-10.000 16,11.000-10.000-16,11.000-13.000 15,13.000-15.000 1,11.000-13.000-16,8.000-13.000 15,8.000-18.000 1,2.000-15.000-16,0.000-14.000 16,-2.000-17.000-1,-3.000-12.000-15,-6.000-8.000 16,-5.000-4.000 0,-9.000 1.000-16,-9.000 4.000 15,-9.000 6.000 1,-13.000 8.000-16,-13.000 9.000 15,-8.000 8.000 1,-5.000 13.000 0,-2.000 9.000-16,-4.000 11.000 15,1.000 10.000-15,-2.000 13.000 16,1.000 9.000 0,-1.000 10.000-16,5.000 2.000 15,7.000 8.000 1,7.000 0.000-16,12.000-2.000 15,10.000 1.000 1,16.000-5.000-16,10.000-6.000 16,8.000-7.000-1,2.000-6.000 1,-2.000-8.000-16,-6.000-14.000 16,-10.000-5.000-16</inkml:trace>
  <inkml:trace contextRef="#ctx0" brushRef="#br0">28570.000 8592.000 0,'0.000'0.000'16,"0.000"0.000"-16,0.000 0.000 16,0.000 0.000-16,0.000 0.000 15,0.000 0.000 1,0.000 0.000-16,0.000 0.000 16,-7.000 12.000-1,-4.000 6.000-15,3.000 2.000 16,2.000-5.000-1,4.000 3.000-15,4.000-1.000 16,2.000-2.000 0,2.000 0.000-16,2.000 1.000 15,2.000-4.000 1,-10.000-12.000 0,6.000 2.000-16,-3.000-5.000 0</inkml:trace>
  <inkml:trace contextRef="#ctx0" brushRef="#br0">8825.000 10939.000 0,'22.000'-6.000'16,"11.000"-1.000"-16,4.000 3.000 16,-6.000 3.000-1,-5.000 5.000-15,-7.000 4.000 16,-13.000 8.000 0,-12.000 9.000-16,-19.000 7.000 15,-15.000 3.000 1,-11.000 2.000-16,1.000-3.000 15,7.000-10.000 1,11.000-7.000-16,14.000-5.000 16,18.000-12.000-1,0.000 4.000-15,17.000 0.000 16,16.000-2.000 0,8.000 1.000-16,9.000-2.000 15,2.000 0.000 1,-3.000-3.000-16,-6.000-4.000 15,-8.000-6.000 1,-10.000 0.000-16</inkml:trace>
  <inkml:trace contextRef="#ctx0" brushRef="#br0">8825.000 10717.000 0,'-26.000'-7.000'0,"-13.000"3.000"15,2.000 10.000 1,-1.000 21.000-16,5.000 26.000 16,4.000 23.000-1,11.000 16.000-15,11.000 5.000 16,13.000-3.000-1,15.000-11.000-15,13.000-10.000 16,13.000-15.000 0,15.000-14.000-16,8.000-17.000 15,5.000-17.000 1,1.000-17.000-16,-4.000-18.000 16,0.000-16.000-1,-6.000-14.000-15,-9.000-12.000 16,-14.000-12.000-1,-17.000-3.000-15,-16.000-4.000 16,-20.000 1.000 0,-18.000 7.000-1,-18.000 11.000-15,-14.000 16.000 16,-10.000 15.000 0,-9.000 12.000-16,-11.000 18.000 15,-3.000 14.000 1,-2.000 10.000-16,13.000 3.000 31,19.000 1.000-31,23.000-1.000 0,26.000-8.000 16,13.000-7.000-16</inkml:trace>
  <inkml:trace contextRef="#ctx0" brushRef="#br0">9599.000 11161.000 0,'0.000'0.000'0</inkml:trace>
  <inkml:trace contextRef="#ctx0" brushRef="#br0">10658.000 10443.000 0,'0.000'0.000'15,"0.000"0.000"-15,-23.000 19.000 16,-26.000 16.000 0,-22.000 9.000-16,-6.000-1.000 15,1.000-5.000 1,10.000-3.000-1,16.000-11.000-15,15.000-5.000 16,12.000-8.000-16,12.000-3.000 16,11.000 4.000-1,7.000 4.000-15,5.000 6.000 16,7.000 6.000 0,1.000 12.000-16,-1.000 10.000 15,-6.000 9.000 1,-7.000 9.000-16,-9.000 4.000 15,-6.000-7.000 1,-7.000-6.000-16,-6.000-13.000 16,-2.000-12.000-1,-2.000-17.000-15,7.000-10.000 16</inkml:trace>
  <inkml:trace contextRef="#ctx0" brushRef="#br0">10313.000 10852.000 0,'43.000'-21.000'0,"20.000"-7.000"16,6.000 7.000-1,-6.000 12.000-15,-10.000 7.000 16,-11.000 13.000-1,-13.000 14.000-15,-16.000 16.000 16,-15.000 11.000 0,-18.000 9.000-16,-13.000-2.000 15,-8.000-7.000 1,-7.000-13.000-16,0.000-17.000 16,11.000-11.000-1</inkml:trace>
  <inkml:trace contextRef="#ctx0" brushRef="#br0">10380.000 10921.000 0,'29.000'26.000'0,"19.000"18.000"16,8.000 6.000-1,6.000 1.000-15,-3.000-4.000 16,-10.000 0.000-1,-10.000-13.000 1,-12.000-12.000-16</inkml:trace>
  <inkml:trace contextRef="#ctx0" brushRef="#br0">11373.000 10273.000 0,'0.000'0.000'0,"0.000"0.000"15,0.000 0.000-15,-41.000 6.000 16,-32.000 7.000-1,-14.000 5.000-15,10.000 0.000 16,20.000-2.000 0,23.000-2.000-16,14.000 2.000 15,16.000 6.000 1,12.000 5.000-16,12.000 17.000 16,8.000 12.000-1,1.000 9.000-15,-5.000 10.000 16,-5.000 1.000-1,-5.000 2.000-15,-2.000-3.000 16,-9.000-10.000 0,-6.000-11.000-16,-3.000-14.000 15,-5.000-19.000 1,1.000-13.000-16</inkml:trace>
  <inkml:trace contextRef="#ctx0" brushRef="#br0">11104.000 10528.000 0,'0.000'0.000'16,"36.000"-10.000"-16,13.000-6.000 15,2.000 3.000 1,-6.000 3.000-1,-7.000 3.000-15,-9.000 3.000 16,-7.000 4.000-16,-4.000 6.000 16,-3.000-1.000-1,-3.000 8.000-15,-6.000 7.000 16,0.000 12.000 0,-3.000 18.000-16,-3.000 19.000 15,0.000 25.000 1,0.000 19.000-16,-4.000 17.000 15,0.000 6.000 1,-2.000-3.000-16,0.000-8.000 16,1.000-19.000-1,1.000-21.000-15,2.000-26.000 16,1.000-21.000 0,1.000-38.000-16,-6.000 0.000 15,-6.000-42.000 1,-6.000-31.000-1,-5.000-23.000-15,-1.000-14.000 16,3.000 21.000-16</inkml:trace>
  <inkml:trace contextRef="#ctx0" brushRef="#br0">11154.000 10758.000 0,'0.000'0.000'15,"0.000"0.000"-15,26.000-8.000 16,14.000-3.000 0,2.000 5.000-16,-5.000 5.000 15,-7.000 8.000 1,-13.000 5.000-16,-13.000 8.000 16,-15.000 5.000-1,-13.000 3.000-15,-11.000-1.000 16,-5.000 1.000-1,8.000-6.000-15,7.000-5.000 16,10.000-3.000 0,9.000-3.000-16,13.000-1.000 15,12.000-5.000 1,8.000-2.000-16,3.000 1.000 16,-2.000-1.000-16,-6.000 3.000 15,-6.000-2.000 1,-7.000 5.000-16,-14.000 4.000 15,-12.000 7.000 1,-7.000 4.000-16,-1.000-1.000 16,3.000-5.000-1,8.000-4.000-15,14.000-2.000 16,16.000-5.000 0,13.000 0.000-16,7.000-3.000 15,-1.000 1.000 1,-7.000 2.000-16,-7.000-1.000 15,-14.000 9.000 1,-25.000 8.000 0,-22.000 4.000-16,-20.000 2.000 15,-7.000-5.000-15,3.000-10.000 16,13.000-17.000-16,16.000-4.000 16</inkml:trace>
  <inkml:trace contextRef="#ctx0" brushRef="#br0">11541.000 10939.000 0,'44.000'-11.000'0,"25.000"-3.000"16,6.000 4.000-16,-4.000 5.000 16,-7.000 3.000-1,-10.000 4.000 1,-8.000 2.000-16,-9.000-2.000 15,-14.000-3.000-15,-10.000-6.000 16,-11.000-6.000 0,-3.000-1.000-16</inkml:trace>
  <inkml:trace contextRef="#ctx0" brushRef="#br0">11827.000 10674.000 0,'13.000'30.000'16,"8.000"23.000"-1,-1.000 24.000-15,-7.000 14.000 16,-5.000 5.000-16,-5.000-3.000 16,-3.000-10.000-1,-7.000-10.000-15,1.000-13.000 16,-3.000-12.000-1,-6.000-15.000-15,-6.000-13.000 16,-12.000-13.000 0,-12.000-16.000-16,-3.000-17.000 15,3.000-9.000 1,8.000-4.000-16,14.000 4.000 16,17.000 2.000-1,19.000 0.000-15,18.000 4.000 16,20.000 3.000-1,12.000 7.000-15,2.000 4.000 16,-3.000 2.000 0,-5.000 1.000-16,-6.000-1.000 15,-10.000-12.000 1,-7.000-5.000-16,-12.000-17.000 16,-7.000 6.000-16</inkml:trace>
  <inkml:trace contextRef="#ctx0" brushRef="#br0">12441.000 10844.000 0,'0.000'0.000'16,"11.000"8.000"-16,3.000 2.000 15</inkml:trace>
  <inkml:trace contextRef="#ctx0" brushRef="#br0">12474.000 11126.000 0,'17.000'16.000'16,"0.000"2.000"-16</inkml:trace>
  <inkml:trace contextRef="#ctx0" brushRef="#br0">13895.000 9069.000 0,'-61.000'38.000'16,"-19.000"15.000"-16,5.000 5.000 15,13.000 3.000 1,10.000 0.000-16,12.000 4.000 16,9.000 1.000-1,5.000 3.000-15,6.000 6.000 16,6.000 7.000-1,10.000 4.000-15,6.000 7.000 16,5.000 6.000 0,3.000 4.000-16,-5.000 5.000 15,-2.000 0.000 1,-1.000-1.000-16,-7.000 0.000 16,-2.000-7.000-1,-4.000-8.000-15,-2.000-10.000 16,-7.000-13.000-1,-1.000-12.000 1,-6.000-8.000 0,-4.000-12.000-16,-1.000-12.000 15,0.000-7.000-15,9.000-8.000 16,6.000-2.000-16,8.000-3.000 16,3.000 6.000-1,3.000 6.000-15,4.000 5.000 16,4.000 7.000-1,4.000 3.000-15,-1.000 4.000 16,0.000 3.000 0,1.000 4.000-16,0.000 3.000 15,-3.000 5.000 1,1.000 7.000-16,-6.000 8.000 16,-2.000 10.000-1,-2.000 11.000 1,-2.000 7.000-16,-1.000 4.000 15,-1.000 1.000-15,0.000 1.000 16,3.000 1.000 0,0.000 0.000-1,-2.000 0.000-15,5.000 5.000 16,5.000 6.000 0,3.000 6.000-16,-1.000 4.000 15,0.000 3.000 1,2.000-3.000-16,1.000-3.000 15,0.000-7.000 1,0.000-8.000-16,4.000-10.000 16,-4.000-12.000-1,0.000-14.000-15,-3.000-18.000 16,-4.000-19.000 0,-2.000-31.000-16,9.000 3.000 15,-1.000-9.000 1</inkml:trace>
  <inkml:trace contextRef="#ctx0" brushRef="#br0">13744.000 13430.000 0,'10.000'-3.000'16,"1.000"-1.000"-1</inkml:trace>
  <inkml:trace contextRef="#ctx0" brushRef="#br0">14055.000 9846.000 0,'0.000'0.000'0,"0.000"0.000"31,0.000 0.000-31,19.000-4.000 15,13.000-1.000-15,2.000-2.000 16,1.000-2.000 0,0.000 1.000-16,2.000 2.000 15,2.000 3.000-15,-1.000-4.000 16,0.000 5.000 0,-1.000 2.000-16,-3.000 2.000 15,-6.000 2.000 1,-2.000 1.000-16,-3.000-1.000 15,-3.000-6.000 1,-8.000-1.000-16</inkml:trace>
  <inkml:trace contextRef="#ctx0" brushRef="#br0">15384.000 9205.000 0,'-23.000'7.000'0,"-17.000"6.000"15,-10.000 9.000 1,-8.000 3.000-16,0.000 0.000 16,6.000-3.000-1,8.000-3.000-15,11.000-4.000 16,10.000-3.000-1,10.000 3.000-15,5.000 1.000 16,4.000 3.000 0,4.000 3.000-16,6.000 10.000 15,2.000 10.000 1,2.000 11.000-16,-2.000 13.000 16,-3.000 15.000-1,-3.000 11.000-15,-6.000 8.000 16,-6.000-3.000-1,0.000-8.000-15,-2.000-24.000 16,3.000-23.000 0</inkml:trace>
  <inkml:trace contextRef="#ctx0" brushRef="#br0">14972.000 9640.000 0,'28.000'-34.000'0,"17.000"-10.000"15,3.000 8.000 1,-5.000 13.000-16,-4.000 8.000 15,-7.000 5.000 1,-6.000 4.000-16,-5.000 6.000 16,-1.000 7.000-1,-4.000 2.000-15,-2.000 5.000 16,-5.000 10.000 0,-2.000 14.000-16,-2.000 15.000 15,-2.000 19.000 1,-4.000 18.000-16,-3.000 10.000 15,-1.000-3.000 1,2.000-12.000-16,-1.000-15.000 16,3.000-15.000-1,2.000-16.000 1,1.000-15.000-16,-2.000-24.000 16,0.000 5.000-16</inkml:trace>
  <inkml:trace contextRef="#ctx0" brushRef="#br0">14753.000 9931.000 0,'37.000'-10.000'16,"23.000"-6.000"0,19.000-3.000-16,4.000 4.000 15,-3.000 6.000 1,-11.000 2.000-16,-12.000 0.000 16,-17.000 3.000-1,-13.000-3.000-15,-13.000-6.000 16,-8.000-3.000-16</inkml:trace>
  <inkml:trace contextRef="#ctx0" brushRef="#br0">15190.000 9615.000 0,'0.000'0.000'0,"-3.000"36.000"16,2.000 25.000-1,-2.000 10.000-15,2.000-1.000 16,-2.000-12.000 0,-1.000-17.000-1</inkml:trace>
  <inkml:trace contextRef="#ctx0" brushRef="#br0">15477.000 9454.000 0,'4.000'26.000'16,"1.000"13.000"-16,-5.000-1.000 15,-4.000-10.000 1,-3.000-10.000-16,7.000-18.000 15,-1.000-10.000 1,10.000-21.000-16,9.000-10.000 16,8.000-4.000-1,2.000-1.000-15,2.000 11.000 16,-5.000 8.000 0,-3.000 12.000-16,-6.000 6.000 15,-6.000 10.000 1,-3.000 11.000-16,-5.000 14.000 15,-4.000 9.000 1,1.000 5.000-16,2.000 1.000 16,5.000 2.000-1,7.000-6.000-15,9.000-6.000 16,3.000-10.000 0,4.000-8.000-16,3.000-8.000 15,2.000-9.000 1,-3.000-8.000-16,-6.000-4.000 15,-7.000 0.000 1,-7.000 2.000-16</inkml:trace>
  <inkml:trace contextRef="#ctx0" brushRef="#br0">15493.000 9897.000 0,'0.000'0.000'0,"27.000"-15.000"16,9.000-9.000-16,6.000 2.000 16,-4.000 5.000-1,-6.000 9.000 1,-8.000 10.000-16,-7.000 9.000 15,-9.000 11.000-15,-8.000 13.000 16,-12.000 12.000 0,-12.000 4.000-16,-4.000-1.000 15,-5.000-1.000 1,-1.000-13.000-16,-2.000-15.000 16,5.000-18.000-1,7.000-6.000-15</inkml:trace>
  <inkml:trace contextRef="#ctx0" brushRef="#br0">15485.000 9906.000 0,'0.000'0.000'16,"15.000"16.000"-16,13.000 11.000 16,7.000 7.000-1,6.000 4.000-15,1.000 3.000 16,0.000 3.000-1,-4.000-6.000-15,-7.000-4.000 16,-3.000-6.000 0,-9.000-10.000-16</inkml:trace>
  <inkml:trace contextRef="#ctx0" brushRef="#br0">16367.000 9163.000 0,'0.000'0.000'0,"-9.000"27.000"16,-10.000 14.000 0,-3.000 0.000-16,6.000-2.000 15,11.000-3.000 1,10.000-5.000-16,14.000-6.000 15,8.000-4.000 1,7.000-3.000-16,-3.000-2.000 16,-4.000 0.000-1,-9.000 4.000-15,-12.000 3.000 16,-20.000 3.000 0,-18.000-2.000-16,-19.000-7.000 15,7.000-6.000 1</inkml:trace>
  <inkml:trace contextRef="#ctx0" brushRef="#br0">16074.000 9726.000 0,'8.000'31.000'0,"7.000"19.000"16,1.000 12.000 0,0.000 1.000-1,-1.000-3.000-15,-9.000-8.000 16,-8.000-15.000-1,-2.000-16.000-15</inkml:trace>
  <inkml:trace contextRef="#ctx0" brushRef="#br0">16065.000 9726.000 0,'43.000'-7.000'16,"22.000"-5.000"0,5.000-3.000-16,-1.000 2.000 15,-6.000 2.000 1,-6.000 3.000-16,-7.000 0.000 16,-7.000 2.000-1,-10.000 3.000-15,-8.000 4.000 16,-6.000 8.000-1,-7.000 14.000-15,-3.000 13.000 16,-6.000 14.000 0,-4.000 14.000-16,0.000 10.000 15,-2.000 5.000 1,-1.000 2.000 0,0.000-2.000-16,3.000-11.000 15,1.000-14.000-15,0.000-10.000 16,0.000-13.000-1,-3.000-13.000-15,-6.000-19.000 16,-8.000-19.000 0,1.000-3.000-16</inkml:trace>
  <inkml:trace contextRef="#ctx0" brushRef="#br0">16259.000 9897.000 0,'40.000'-21.000'15,"14.000"-3.000"-15,-4.000 7.000 16,-17.000 12.000 0,-17.000 10.000-16,-21.000 11.000 15,-23.000 8.000 1,-9.000 4.000-16,-3.000-3.000 15,6.000-4.000 1,11.000-4.000-16,10.000-4.000 16,15.000-5.000-1,17.000-6.000-15,15.000-5.000 16,10.000-1.000 0,4.000-9.000-16,-1.000-3.000 15,-6.000-6.000 1,-10.000-1.000-16,-13.000-7.000 15,-10.000 5.000 1</inkml:trace>
  <inkml:trace contextRef="#ctx0" brushRef="#br0">16334.000 9735.000 0,'12.000'27.000'0,"3.000"22.000"15,2.000 18.000-15,-5.000 13.000 16,-9.000 4.000 0,-7.000-12.000-16,-2.000-19.000 15</inkml:trace>
  <inkml:trace contextRef="#ctx0" brushRef="#br0">16889.000 9214.000 0,'0.000'0.000'0,"0.000"0.000"15,0.000 0.000-15,-1.000 21.000 16,4.000 9.000 0,10.000-1.000-16,12.000-8.000 15,10.000-5.000 1,4.000-8.000-16,-3.000-2.000 16,-4.000 3.000-1,-6.000 8.000-15,-7.000 12.000 16,-14.000 17.000-1,-21.000 23.000-15,-19.000 23.000 16,-12.000 16.000 0,-8.000 3.000-1,2.000-8.000-15,6.000-21.000 16,11.000-26.000-16,10.000-23.000 16</inkml:trace>
  <inkml:trace contextRef="#ctx0" brushRef="#br0">16881.000 9786.000 0,'38.000'-3.000'0,"25.000"-2.000"15,10.000-5.000 1,-1.000 3.000-1,-9.000 0.000-15,-10.000 0.000 16,-11.000 3.000-16,-11.000 0.000 16,-15.000-6.000-1,-17.000-9.000-15,-6.000 1.000 16</inkml:trace>
  <inkml:trace contextRef="#ctx0" brushRef="#br0">17099.000 9615.000 0,'4.000'36.000'16,"2.000"14.000"-1,-1.000-1.000-15,0.000-10.000 16,1.000-9.000 0,1.000-19.000-16,1.000-10.000 15</inkml:trace>
  <inkml:trace contextRef="#ctx0" brushRef="#br0">17284.000 9488.000 0,'-4.000'23.000'0,"-5.000"15.000"15,-1.000 10.000 1,3.000 5.000-16,6.000-2.000 15,13.000-5.000-15,7.000-10.000 16,6.000-7.000 0,3.000-3.000-16,-2.000 2.000 15,-6.000 2.000 1,-7.000 2.000-16,-13.000 5.000 16,-17.000 2.000-1,-18.000-1.000-15,-19.000-7.000 16,-9.000-7.000-1,0.000-13.000-15,13.000-14.000 16,19.000-12.000 0,15.000-5.000-16,18.000 1.000 15,16.000 5.000 1,13.000 10.000-16,12.000 7.000 16,4.000 12.000-1,-3.000 9.000-15,-4.000 8.000 16,-2.000 1.000-1,-10.000-3.000-15,-9.000-10.000 16,-6.000-9.000 0</inkml:trace>
  <inkml:trace contextRef="#ctx0" brushRef="#br0">17882.000 9811.000 0,'11.000'6.000'15,"-5.000"9.000"-15,-18.000 13.000 16,-27.000 5.000 0,-18.000 2.000-16,-12.000-10.000 15,1.000-13.000 1,16.000-8.000-16</inkml:trace>
  <inkml:trace contextRef="#ctx0" brushRef="#br0">17688.000 9589.000 0,'51.000'28.000'0,"25.000"20.000"15,4.000 9.000-15,-6.000 6.000 16,-8.000 1.000 0,-7.000-5.000-16,-10.000-6.000 31,-4.000-10.000-31,-9.000-11.000 16,-8.000-16.000-16,-10.000-22.000 15,-6.000-7.000-15</inkml:trace>
  <inkml:trace contextRef="#ctx0" brushRef="#br0">18840.000 9163.000 0,'0.000'0.000'16,"0.000"0.000"-16,0.000 0.000 16,0.000 0.000-1,-57.000 12.000-15,-35.000 9.000 16,-7.000 3.000 0,18.000-2.000-1,23.000-4.000-15,22.000-7.000 16,16.000-3.000-16,16.000 3.000 15,11.000 6.000 1,10.000 9.000-16,9.000 12.000 16,2.000 17.000-1,-4.000 11.000-15,-7.000 6.000 16,-9.000 3.000 0,-9.000-7.000-16,-6.000-13.000 15,-2.000-13.000 1,-5.000-18.000-16,-2.000-28.000 15,2.000-9.000 1</inkml:trace>
  <inkml:trace contextRef="#ctx0" brushRef="#br0">18437.000 9367.000 0,'35.000'-11.000'0,"15.000"-8.000"16,4.000 4.000 0,-8.000 6.000-16,-7.000 3.000 15,-6.000 7.000 1,-7.000 5.000-16,-7.000-1.000 16,-6.000-2.000-1,-7.000 6.000-15,-4.000 4.000 16,-3.000 7.000-1,-5.000 8.000-15,-1.000 8.000 16,-1.000 11.000-16,-2.000 18.000 16,4.000 25.000-1,2.000 12.000 1,0.000 10.000-16,1.000 7.000 16,-1.000 5.000-1,-1.000-5.000 1,1.000-7.000-16,-1.000-17.000 15,-1.000-22.000-15,-2.000-24.000 16,-5.000-26.000 0,-6.000-28.000-16,-5.000-40.000 15,-6.000-34.000 1,1.000-24.000-16,3.000-11.000 16,9.000 19.000-1</inkml:trace>
  <inkml:trace contextRef="#ctx0" brushRef="#br0">18520.000 9547.000 0,'0.000'0.000'0,"34.000"-3.000"15,9.000-1.000 1,-2.000 4.000-16,-9.000 7.000 15,-15.000 7.000 1,-17.000 9.000-16,-16.000 4.000 16,-14.000 1.000-1,-8.000-3.000-15,3.000-2.000 16,3.000-6.000 0,9.000-4.000-16,13.000-1.000 15,7.000-1.000-15,13.000 0.000 16,12.000-1.000-1,7.000-3.000 1,0.000 0.000-16,-6.000-3.000 16,-7.000 0.000-16,-16.000-4.000 15,-1.000 9.000 1,-18.000 7.000-16,-10.000 2.000 16,-1.000-2.000-1,4.000-2.000-15,8.000-5.000 16,11.000-1.000-1,13.000 0.000-15,13.000 0.000 16,11.000-1.000 0,4.000 2.000-16,-3.000 0.000 15,-10.000 3.000 1,-9.000 5.000-16,-20.000 2.000 16,-20.000 4.000-1,-21.000-4.000-15,-14.000-6.000 16,2.000-13.000-1,15.000-20.000-15,17.000-2.000 16</inkml:trace>
  <inkml:trace contextRef="#ctx0" brushRef="#br0">18848.000 9718.000 0,'74.000'-3.000'0,"19.000"1.000"16,-13.000 1.000-16,-25.000 0.000 16,-24.000-3.000-1,-21.000-3.000-15,-17.000-9.000 16,-17.000-7.000 0,1.000 1.000-16</inkml:trace>
  <inkml:trace contextRef="#ctx0" brushRef="#br0">19025.000 9531.000 0,'29.000'48.000'0,"9.000"33.000"16,-3.000 12.000 0,-14.000 3.000-16,-8.000-2.000 15,-8.000-14.000 1,-12.000-11.000-1,-3.000-13.000-15,-6.000-17.000 16,-9.000-15.000 0,-8.000-20.000-16,-4.000-16.000 15,2.000-13.000-15,5.000-9.000 16,10.000 1.000 0,10.000 1.000-16,12.000 3.000 15,19.000 3.000 1,17.000 5.000-16,13.000 1.000 15,8.000 0.000 1,-13.000 2.000-16</inkml:trace>
  <inkml:trace contextRef="#ctx0" brushRef="#br0">19513.000 10110.000 0,'0.000'0.000'0</inkml:trace>
  <inkml:trace contextRef="#ctx0" brushRef="#br0">20648.000 9428.000 0,'0.000'0.000'16,"-14.000"1.000"-16,-5.000 6.000 15,-1.000 1.000 1,0.000 8.000-1,3.000 4.000-15,-2.000 8.000 16,-3.000 9.000-16,3.000 5.000 16,3.000 5.000-1,2.000 6.000-15,3.000 2.000 16,8.000 2.000 0,5.000 0.000-16,8.000-2.000 15,0.000-1.000 1,2.000-4.000-16,1.000-2.000 15,-2.000-3.000 1,1.000-5.000-16,0.000-7.000 16,-2.000-8.000-1,-2.000-10.000-15</inkml:trace>
  <inkml:trace contextRef="#ctx0" brushRef="#br0">21186.000 9385.000 0,'0.000'0.000'15,"-26.000"36.000"-15,-21.000 21.000 16,-9.000 9.000 0,-1.000-2.000-16,1.000-10.000 15,10.000-17.000 1,12.000-15.000-16</inkml:trace>
  <inkml:trace contextRef="#ctx0" brushRef="#br0">21076.000 9632.000 0,'32.000'21.000'16,"14.000"16.000"-1,-1.000 3.000-15,-7.000 1.000 16,-12.000-7.000-16,-7.000-10.000 15</inkml:trace>
  <inkml:trace contextRef="#ctx0" brushRef="#br0">20950.000 9821.000 0,'0.000'0.000'0,"0.000"0.000"15,29.000-7.000 1,12.000-1.000-16,-5.000-3.000 16,-8.000 2.000-1</inkml:trace>
  <inkml:trace contextRef="#ctx0" brushRef="#br0">20976.000 9931.000 0,'0.000'0.000'16,"0.000"0.000"-16,0.000 0.000 15,0.000 0.000 1,0.000 0.000-16,26.000-3.000 15,6.000 3.000 1,-7.000-2.000-16,-10.000 5.000 16,-7.000 7.000-1,-19.000 9.000-15,-12.000 6.000 16,-5.000 4.000 0,-6.000-3.000-1,9.000-7.000-15,6.000-3.000 16,19.000-16.000-16,2.000 8.000 15,19.000-10.000-15,13.000-4.000 16,11.000-6.000 0,3.000 1.000-1,-2.000 1.000-15,-5.000 8.000 16,-12.000 7.000 0,-15.000 10.000-16,-15.000 10.000 15,-12.000 6.000-15,-11.000-1.000 16,0.000-5.000-1,1.000-11.000-15,8.000-14.000 16,7.000-8.000 0</inkml:trace>
  <inkml:trace contextRef="#ctx0" brushRef="#br0">21700.000 9539.000 0,'52.000'-21.000'16,"31.000"-7.000"-16,5.000 2.000 15,-3.000 10.000 1,-19.000 7.000-16,-18.000 8.000 16,-16.000 3.000-1,-16.000 8.000-15,-18.000 5.000 16,-21.000 10.000-16,-15.000 4.000 15,-8.000 2.000 1,-2.000 1.000-16,-3.000 6.000 16,6.000 8.000-1,3.000 10.000-15,6.000 10.000 16,6.000 3.000 0,2.000 3.000-16,2.000-11.000 15,7.000-11.000 1,4.000-15.000-1,6.000-14.000-15,9.000-21.000 16,0.000-6.000-16,11.000-27.000 16,10.000-18.000-1,10.000-11.000-15,6.000 3.000 16,7.000 10.000 0,-4.000 10.000-16,-5.000 13.000 15,2.000 13.000 1,-4.000 9.000-16,2.000 10.000 15,0.000 12.000 1,-5.000 14.000-16,-9.000 7.000 16,-5.000 8.000-1,-11.000 2.000-15,-11.000-1.000 16,-5.000-5.000 0,-5.000-9.000-16,-8.000-12.000 15,-11.000-13.000-15,-6.000-13.000 16,-2.000-10.000-1,7.000-5.000-15,8.000 1.000 16,10.000 3.000 0,9.000 3.000-16,13.000 1.000 15,12.000 2.000 1,9.000-3.000-16,10.000 0.000 16,2.000-1.000-1,-3.000-1.000-15,-6.000-2.000 16,-3.000-3.000-1,-7.000-4.000-15,-10.000-2.000 16,-9.000-4.000 0,-11.000 5.000-16,-11.000 11.000 15,-4.000 11.000 1,4.000 5.000-16,3.000 4.000 16,6.000 1.000-16,1.000 5.000 15,1.000 4.000 1,0.000 11.000-16,-4.000 7.000 15,1.000 10.000 1,1.000 5.000-16,2.000-4.000 16,7.000-5.000-1,12.000-10.000 1,15.000-8.000-16,10.000-7.000 16,7.000-10.000-16,7.000-10.000 15,1.000-6.000 1,-6.000-10.000-16,-4.000-6.000 15,-11.000-2.000 1,-12.000 1.000-16,-20.000 1.000 16,-19.000 0.000-1,-20.000 2.000-15,-7.000-1.000 16,7.000 6.000 0</inkml:trace>
  <inkml:trace contextRef="#ctx0" brushRef="#br0">21515.000 9897.000 0,'-5.000'40.000'0,"5.000"23.000"15,10.000 7.000-15,10.000-6.000 16,15.000-13.000-1,13.000-18.000-15,15.000-20.000 16,8.000-19.000 0,9.000-16.000-16,4.000-15.000 15,-1.000-9.000 1,-3.000 1.000-16,-9.000 6.000 16,-14.000 13.000-1,-11.000 13.000-15,-13.000 19.000 16,-13.000 15.000-1,-6.000 13.000-15,-9.000 9.000 16,-5.000 0.000 0,-3.000-4.000-16,-1.000-14.000 15,1.000-8.000 1</inkml:trace>
  <inkml:trace contextRef="#ctx0" brushRef="#br0">22725.000 9615.000 0,'0.000'0.000'0,"0.000"0.000"15,17.000 24.000-15,9.000 19.000 16,0.000 20.000-1,-5.000 24.000 1,-10.000 14.000-16,-7.000 6.000 16,-7.000-9.000-1,-2.000-23.000-15,5.000-25.000 16,2.000-30.000-16,0.000-14.000 16</inkml:trace>
  <inkml:trace contextRef="#ctx0" brushRef="#br0">22800.000 9471.000 0,'40.000'-31.000'0,"25.000"-10.000"16,7.000 5.000-16,2.000 9.000 16,-4.000 5.000-1,-5.000 6.000-15,-8.000 7.000 16,-7.000 5.000 0,-9.000 4.000-16,-7.000 8.000 15,-7.000 7.000 1,-3.000 14.000-16,-4.000 12.000 15,0.000 20.000 1,-5.000 21.000-16,3.000 19.000 16,-3.000 13.000-1,-3.000 7.000-15,-7.000 1.000 16,-5.000-14.000 0,-3.000-17.000-16,-5.000-22.000 15,-4.000-17.000 1,-8.000-22.000-16,-5.000-28.000 15,1.000-9.000 1</inkml:trace>
  <inkml:trace contextRef="#ctx0" brushRef="#br0">23062.000 9488.000 0,'0.000'0.000'0,"-15.000"17.000"15,-6.000 10.000 1,-1.000 1.000-16,4.000-6.000 16,13.000-8.000-1,15.000-5.000-15,15.000-11.000 16,13.000-5.000-1,11.000-2.000-15,2.000 1.000 16,-2.000 4.000 0,-3.000 8.000-16,-10.000 11.000 15,-9.000 6.000 1,-16.000 10.000-16,-18.000 7.000 16,-21.000 4.000-1,-17.000-1.000-15,-14.000-3.000 16,-9.000-9.000-1,2.000-16.000-15,19.000-10.000 16</inkml:trace>
  <inkml:trace contextRef="#ctx0" brushRef="#br0">23103.000 9718.000 0,'42.000'18.000'0,"23.000"14.000"16,6.000 3.000-16,-9.000 1.000 16,-14.000 1.000-1,-14.000-2.000-15,-13.000-6.000 16,-10.000-11.000 0</inkml:trace>
  <inkml:trace contextRef="#ctx0" brushRef="#br0">23087.000 9966.000 0,'34.000'-5.000'16,"14.000"1.000"-1,2.000 2.000-15,-12.000 1.000 16,-13.000 0.000 0</inkml:trace>
  <inkml:trace contextRef="#ctx0" brushRef="#br0">23121.000 10093.000 0,'0.000'0.000'0,"26.000"-6.000"16,12.000-3.000-1,2.000 4.000-15,-5.000 0.000 16,-10.000 1.000 0,-8.000 3.000-16</inkml:trace>
  <inkml:trace contextRef="#ctx0" brushRef="#br0">22985.000 10255.000 0,'32.000'-1.000'15,"22.000"-4.000"-15,12.000-2.000 16,5.000-6.000-1,-16.000 2.000-15</inkml:trace>
  <inkml:trace contextRef="#ctx0" brushRef="#br0">23851.000 10238.000 0,'0.000'0.000'0,"0.000"0.000"16</inkml:trace>
  <inkml:trace contextRef="#ctx0" brushRef="#br0">24878.000 9265.000 0,'0.000'0.000'16,"-21.000"30.000"-16,-16.000 18.000 15,-4.000 1.000 1,5.000-6.000-16,10.000-12.000 15,10.000-9.000 1,14.000-10.000-16,13.000-9.000 16,15.000-6.000-1,9.000-7.000-15,8.000 0.000 16,3.000-5.000 0,-2.000 0.000-16,-3.000-1.000 15,-6.000 0.000 1,-8.000 3.000-16,-9.000 3.000 15,-8.000 5.000-15,-10.000 5.000 16,10.000 7.000 0,3.000 11.000-16,2.000 9.000 15,2.000 3.000 1,-4.000 2.000-16,-6.000-1.000 16,-4.000-8.000-1</inkml:trace>
  <inkml:trace contextRef="#ctx0" brushRef="#br0">24575.000 9753.000 0,'66.000'-13.000'0,"31.000"-2.000"16,4.000 2.000-16,-11.000 6.000 16,-13.000 4.000-1,-17.000 3.000 1,-15.000-1.000-16,-17.000-6.000 16,-18.000-6.000-16,-10.000-1.000 15</inkml:trace>
  <inkml:trace contextRef="#ctx0" brushRef="#br0">24894.000 9556.000 0,'0.000'0.000'16,"-9.000"31.000"-16,-9.000 22.000 16,-12.000 12.000-1,-10.000 6.000-15,-7.000-1.000 16,-3.000-11.000-1,11.000-20.000-15</inkml:trace>
  <inkml:trace contextRef="#ctx0" brushRef="#br0">24953.000 9735.000 0,'19.000'13.000'16,"4.000"12.000"0,-8.000 2.000-1,-9.000 1.000-15,-9.000-11.000 16,-1.000-7.000-16</inkml:trace>
  <inkml:trace contextRef="#ctx0" brushRef="#br0">24911.000 9983.000 0,'0.000'0.000'15,"0.000"0.000"-15,0.000 0.000 16,12.000 18.000 0,6.000 10.000-16,-4.000 1.000 15,-1.000-4.000 1,-7.000-2.000-16,-3.000-1.000 15,-4.000-1.000 1,-1.000 1.000-16,-1.000 0.000 16,0.000 2.000-1,-2.000 2.000-15,-5.000 3.000 16,-3.000 2.000 0,-10.000 0.000-16,-9.000-7.000 15,-4.000-12.000 1,-2.000-20.000-16,6.000-6.000 15</inkml:trace>
  <inkml:trace contextRef="#ctx0" brushRef="#br0">25425.000 9504.000 0,'64.000'-25.000'15,"19.000"-7.000"1,-5.000 4.000-16,-18.000 6.000 16,-17.000 3.000-1,-21.000 2.000-15,-12.000-2.000 16,-7.000 3.000-1</inkml:trace>
  <inkml:trace contextRef="#ctx0" brushRef="#br0">25677.000 9350.000 0,'-4.000'40.000'16,"-3.000"21.000"-1,-2.000 1.000-15,-6.000 1.000 16,-6.000-4.000-1,-5.000-9.000-15,3.000-14.000 16</inkml:trace>
  <inkml:trace contextRef="#ctx0" brushRef="#br0">25416.000 9778.000 0,'61.000'-4.000'0,"26.000"-3.000"16,5.000 2.000-16,-9.000-2.000 16,-15.000-6.000-1,-19.000 3.000 1</inkml:trace>
  <inkml:trace contextRef="#ctx0" brushRef="#br0">25769.000 9581.000 0,'-17.000'27.000'0,"-21.000"17.000"16,-11.000 8.000 0,-2.000 2.000-1,4.000-2.000-15,9.000-9.000 16,15.000-6.000-1,13.000-10.000-15,12.000-9.000 16,13.000-9.000-16,11.000-8.000 16,4.000-2.000-1,5.000 1.000-15,-5.000-1.000 16,0.000 3.000 0,1.000 7.000-1,1.000 4.000-15,-5.000 7.000 16,-5.000 8.000-16,-6.000 8.000 15,-8.000 5.000 1,-8.000 2.000-16,-11.000 5.000 16,-6.000-2.000-1,-8.000-6.000-15,-7.000-4.000 16,-5.000-10.000 0,-5.000-17.000-16,5.000-21.000 15,4.000-22.000 1,10.000-21.000-16,13.000-9.000 15,5.000 10.000-15</inkml:trace>
  <inkml:trace contextRef="#ctx0" brushRef="#br0">25736.000 9948.000 0,'71.000'-13.000'0,"22.000"-1.000"16,-10.000-2.000-1,-24.000 3.000-15</inkml:trace>
  <inkml:trace contextRef="#ctx0" brushRef="#br0">26602.000 9658.000 0,'17.000'49.000'16,"5.000"33.000"-1,-5.000 15.000-15,-12.000 9.000 16,-11.000 0.000 0,-9.000-6.000-16,-5.000-13.000 15,2.000-21.000 1,1.000-21.000-16,5.000-30.000 15,8.000-28.000 1,3.000-7.000-16</inkml:trace>
  <inkml:trace contextRef="#ctx0" brushRef="#br0">26610.000 9624.000 0,'30.000'-14.000'0,"26.000"-3.000"16,12.000 7.000 0,3.000 9.000-16,-9.000 12.000 15,-8.000 10.000 1,-10.000 8.000-16,-18.000 6.000 16,-19.000 2.000-1,-22.000 5.000-15,-19.000-5.000 16,-16.000-5.000-1,-4.000-11.000-15,6.000-15.000 16,17.000-17.000 0,12.000-3.000-16</inkml:trace>
  <inkml:trace contextRef="#ctx0" brushRef="#br0">27266.000 9649.000 0,'30.000'61.000'16,"5.000"37.000"-16,-12.000 15.000 15,-17.000 0.000 1,-12.000-9.000-16,-6.000-14.000 16,-3.000-21.000-1,0.000-23.000-15,4.000-26.000 16,6.000-28.000-1,3.000-9.000-15</inkml:trace>
  <inkml:trace contextRef="#ctx0" brushRef="#br0">27334.000 9684.000 0,'46.000'-3.000'16,"28.000"6.000"0,4.000 14.000-16,-9.000 14.000 15,-15.000 12.000 1,-21.000 3.000-16,-20.000 2.000 16,-20.000 2.000-1,-20.000-7.000-15,-17.000-8.000 16,-14.000-11.000-1,0.000-19.000-15,14.000-7.000 16</inkml:trace>
  <inkml:trace contextRef="#ctx0" brushRef="#br0">27804.000 9710.000 0,'51.000'3.000'15,"29.000"3.000"-15,8.000 5.000 16,-2.000 1.000 0,-8.000-3.000-16,-6.000 1.000 15,-14.000-3.000 1,-11.000-4.000-16,-15.000-7.000 15,-13.000-2.000 1</inkml:trace>
  <inkml:trace contextRef="#ctx0" brushRef="#br0">28132.000 9769.000 0,'9.000'45.000'16,"0.000"30.000"0,-6.000 15.000-16,-4.000 7.000 15,-7.000 1.000 1,-5.000-7.000-16,-2.000-13.000 31,3.000-22.000-31</inkml:trace>
  <inkml:trace contextRef="#ctx0" brushRef="#br0">28678.000 9428.000 0,'37.000'23.000'0,"23.000"20.000"16,9.000 21.000 0,-1.000 22.000-16,-6.000 12.000 15,-16.000 9.000 1,-12.000 6.000-1,-11.000 4.000-15,-17.000 0.000 16,-15.000-7.000-16,-15.000-9.000 16,-14.000-15.000-1,-16.000-22.000-15,7.000-23.000 16</inkml:trace>
  <inkml:trace contextRef="#ctx0" brushRef="#br0">29310.000 10520.000 0,'0.000'0.000'16,"0.000"0.000"-16,8.000-10.000 16</inkml:trace>
  <inkml:trace contextRef="#ctx0" brushRef="#br0">21665.000 10597.000 0,'0.000'0.000'0,"0.000"0.000"16,0.000 0.000-16,0.000 0.000 16,19.000-6.000-1,11.000-3.000-15,1.000 3.000 16,4.000 1.000 0,1.000 2.000-16,4.000 2.000 15,2.000-2.000 1,6.000 0.000-16,0.000-1.000 15,8.000-2.000-15,2.000 2.000 16,2.000 3.000 0,0.000 1.000-16,2.000 1.000 15,0.000 5.000 1,1.000 1.000-16,3.000-2.000 16,3.000-2.000-1,5.000-1.000-15,4.000-2.000 16,4.000-1.000-1,2.000 0.000-15,0.000-2.000 16,1.000 2.000 0,2.000 1.000-16,1.000 0.000 15,3.000-2.000 1,5.000 0.000-16,0.000-1.000 16,2.000-1.000-1,6.000 0.000-15,2.000 1.000 16,-1.000-2.000-1,3.000 1.000 1,1.000 0.000-16,2.000 3.000 16,1.000 0.000-1,1.000 1.000-15,0.000 0.000 16,4.000 0.000 0,2.000 0.000-16,0.000 2.000 15,2.000 0.000 1,1.000-2.000-16,1.000 0.000 15,0.000 2.000 1,-2.000-2.000-16,2.000 2.000 16,2.000 1.000-1,1.000-1.000-15,3.000 0.000 16,-1.000-1.000 0,0.000 2.000-16,-2.000 1.000 15,-1.000 2.000 1,0.000-1.000-16,3.000-2.000 15,1.000 4.000 1,3.000-2.000-16,0.000 1.000 16,2.000 0.000-1,1.000 4.000-15,-1.000 0.000 16,-2.000-1.000 0,2.000 3.000-16,2.000 3.000 15,4.000 0.000 1,-5.000-11.000-16,-13.000-13.000 15,-32.000-1.000 1</inkml:trace>
  <inkml:trace contextRef="#ctx0" brushRef="#br0">14055.000 12415.000 0,'0.000'0.000'0,"40.000"-13.000"16,23.000-6.000-16,9.000 3.000 15,6.000 5.000 1,-1.000-2.000-16,-7.000 6.000 16,-8.000 4.000-1,-7.000 3.000-15,-8.000 2.000 16,-15.000-5.000-1,-12.000-4.000-15</inkml:trace>
  <inkml:trace contextRef="#ctx0" brushRef="#br0">14585.000 12022.000 0,'0.000'0.000'16,"-9.000"31.000"-1,-16.000 30.000-15,-20.000 26.000 16,-22.000 23.000 0,-19.000 7.000-16,-9.000-1.000 15,4.000-17.000 1,11.000-23.000-16,19.000-28.000 15,24.000-30.000 1,23.000-20.000-16,17.000-19.000 16,18.000-8.000-1,17.000 4.000-15,7.000 5.000 16,3.000 8.000 0,-5.000 8.000-16,-7.000 14.000 15,-7.000 9.000 1,-6.000 8.000-16,-7.000 10.000 15,-5.000 6.000 1,-5.000 4.000-16,-4.000 1.000 16,-8.000-7.000-16,-1.000-13.000 15</inkml:trace>
  <inkml:trace contextRef="#ctx0" brushRef="#br0">14291.000 12662.000 0,'57.000'-11.000'0,"24.000"1.000"16,-3.000 3.000-1,-13.000 7.000-15,-15.000 16.000 16,-19.000 7.000-1,-20.000 10.000-15,-19.000 2.000 16,-15.000-8.000 0,-6.000-15.000-16,3.000-8.000 15</inkml:trace>
  <inkml:trace contextRef="#ctx0" brushRef="#br0">14434.000 12491.000 0,'8.000'63.000'15,"4.000"35.000"-15,1.000 22.000 16,-5.000 9.000 0,-5.000-7.000-16,-2.000-27.000 15</inkml:trace>
  <inkml:trace contextRef="#ctx0" brushRef="#br0">15131.000 12218.000 0,'0.000'0.000'0,"0.000"0.000"16,0.000 0.000-16,-42.000 41.000 16,-31.000 19.000-1,-5.000-1.000-15,11.000-19.000 16,18.000-17.000-16</inkml:trace>
  <inkml:trace contextRef="#ctx0" brushRef="#br0">14938.000 12550.000 0,'11.000'65.000'0,"2.000"45.000"15,-10.000 15.000 1,-12.000-8.000-1,-4.000-15.000-15,-1.000-26.000 16,-2.000-37.000 0,4.000-22.000-16</inkml:trace>
  <inkml:trace contextRef="#ctx0" brushRef="#br0">15131.000 12260.000 0,'45.000'-25.000'0,"24.000"-9.000"16,9.000 6.000-16,-2.000 8.000 15,-8.000 11.000 1,-11.000 5.000-16,-16.000 4.000 15,-16.000 6.000 1,-22.000 4.000-16,-7.000-2.000 16</inkml:trace>
  <inkml:trace contextRef="#ctx0" brushRef="#br0">15115.000 12405.000 0,'0.000'0.000'0,"6.000"22.000"16,3.000 12.000 0,1.000 5.000-16,-4.000-7.000 15,-3.000-10.000 1,-3.000-22.000-16,-1.000 10.000 16</inkml:trace>
  <inkml:trace contextRef="#ctx0" brushRef="#br0">15199.000 12389.000 0,'31.000'-7.000'15,"22.000"-6.000"1,13.000 4.000-16,4.000 6.000 16,-5.000 10.000-1,-7.000 6.000-15,-14.000 4.000 16,-14.000 1.000-1,-15.000 2.000 1,-21.000-4.000-16,-15.000-6.000 0,-14.000-12.000 16,-4.000-12.000-1,-1.000-18.000 1,6.000-10.000-16,8.000-1.000 16,8.000 5.000-1,9.000 16.000-15,3.000 6.000 16,6.000 16.000-16,-4.000 4.000 15,3.000 20.000 1,3.000 15.000-16,-1.000 11.000 16,-1.000 3.000-1,-3.000-3.000-15,-2.000-9.000 16,0.000-12.000 0,1.000-11.000-16,-5.000-13.000 15,-3.000-12.000 1,1.000-2.000-16</inkml:trace>
  <inkml:trace contextRef="#ctx0" brushRef="#br0">15224.000 12509.000 0,'0.000'0.000'0,"0.000"0.000"16,31.000-6.000-16,20.000-1.000 16,2.000 0.000-1,-4.000-3.000-15,-5.000 3.000 16,-9.000 1.000-1,-8.000 6.000-15,-15.000 5.000 16,-8.000 0.000 0</inkml:trace>
  <inkml:trace contextRef="#ctx0" brushRef="#br0">15401.000 12627.000 0,'22.000'3.000'0,"5.000"0.000"16,-6.000-1.000 0,-21.000-2.000-16,-6.000 11.000 15,-26.000 8.000-15,-23.000 8.000 16,-12.000 2.000 0,-7.000-4.000-16,4.000 0.000 15,14.000-5.000 1,14.000-4.000-16,18.000-1.000 15,15.000 7.000 1,14.000 5.000-16,12.000 7.000 16,11.000 2.000-1,3.000-1.000-15,1.000-3.000 16,-3.000-3.000 0,-5.000-4.000-16,-5.000-5.000 15,-6.000-11.000 1,-13.000-9.000-16,-1.000-9.000 15,-6.000-8.000 1</inkml:trace>
  <inkml:trace contextRef="#ctx0" brushRef="#br0">15257.000 12807.000 0,'64.000'-4.000'0,"34.000"-5.000"15,5.000 2.000 1,-9.000 5.000-16,-18.000 6.000 16,-23.000 5.000-1,-22.000 14.000 1,-26.000 6.000-16,-28.000 3.000 16,-25.000-10.000-16,-17.000-14.000 15,-8.000-13.000 1,3.000-12.000-16,9.000-11.000 15,18.000 3.000 1</inkml:trace>
  <inkml:trace contextRef="#ctx0" brushRef="#br0">15367.000 12850.000 0,'15.000'45.000'0,"5.000"21.000"15,-5.000 2.000-15,-8.000-15.000 16,-2.000-17.000-1,-2.000-17.000-15</inkml:trace>
  <inkml:trace contextRef="#ctx0" brushRef="#br0">15594.000 12850.000 0,'7.000'61.000'15,"-2.000"29.000"-15,-7.000 4.000 16,-7.000-18.000 0,1.000-24.000-16</inkml:trace>
  <inkml:trace contextRef="#ctx0" brushRef="#br0">15830.000 12278.000 0,'100.000'-11.000'16,"39.000"1.000"-16,-6.000 4.000 16,-27.000 4.000-1,-26.000 2.000-15,-27.000 3.000 16,-24.000-4.000 0,-26.000-8.000-16,-22.000-12.000 15,-22.000-15.000-15,-17.000-11.000 16,-9.000-4.000-1,1.000 8.000-15,14.000 14.000 16</inkml:trace>
  <inkml:trace contextRef="#ctx0" brushRef="#br0">16048.000 12048.000 0,'4.000'50.000'0,"4.000"42.000"16,1.000 16.000-1,-2.000-1.000-15,-4.000-12.000 16,1.000-24.000-1,-1.000-24.000-15</inkml:trace>
  <inkml:trace contextRef="#ctx0" brushRef="#br0">16233.000 12005.000 0,'0.000'0.000'16,"11.000"38.000"-16,8.000 37.000 16,-8.000 26.000-1,-11.000 15.000 1,-9.000-4.000-16,-7.000-18.000 16,2.000-25.000-1</inkml:trace>
  <inkml:trace contextRef="#ctx0" brushRef="#br0">16132.000 12405.000 0,'0.000'0.000'0,"0.000"0.000"16,0.000 0.000-1,0.000 0.000-15,25.000 9.000 16,9.000 0.000 0,1.000 1.000-16,-5.000 0.000 15,-8.000 0.000 1,-13.000-1.000-16,-10.000 4.000 16,-13.000 5.000-1,-12.000 1.000-15,-7.000 1.000 16,2.000-2.000-1,9.000-3.000-15,7.000-5.000 16,12.000 1.000 0,8.000 0.000-16,8.000 1.000 15,4.000-3.000 1,3.000 0.000-16,-4.000-2.000 16,-3.000 3.000-16,-9.000 7.000 15,-9.000 5.000 1,-8.000 5.000-16,-9.000 4.000 15,-2.000 4.000 1,3.000-7.000 0,6.000-5.000-16,11.000-9.000 15,14.000-7.000-15,16.000-18.000 16,15.000-18.000 0,12.000-20.000-16,10.000-14.000 15,6.000-17.000 1,6.000-4.000-1,-1.000-4.000-15,0.000 9.000 16,-5.000 12.000 0,-10.000 18.000-16,-16.000 16.000 15,-15.000 14.000 1,-10.000 9.000-16,-18.000 10.000 16,-6.000 3.000-16,-24.000 6.000 15,-18.000 6.000 1,-9.000-3.000-16,-3.000-2.000 15,4.000-2.000 1,11.000-5.000-16,12.000-3.000 16,16.000 1.000-1,17.000-1.000-15,4.000 16.000 16,15.000 11.000 0,7.000 22.000-16,-2.000 21.000 15,-4.000 7.000 1,-12.000 8.000-16,-10.000 5.000 15,-8.000-8.000 1,-7.000-14.000 0,0.000-21.000-16,0.000-23.000 15,1.000-32.000-15,5.000-9.000 16</inkml:trace>
  <inkml:trace contextRef="#ctx0" brushRef="#br0">16587.000 12405.000 0,'40.000'-8.000'15,"21.000"-3.000"-15,5.000 2.000 16,-6.000 0.000 0,-10.000 5.000-16,-11.000 0.000 15,-9.000-3.000 1,-8.000 0.000-16</inkml:trace>
  <inkml:trace contextRef="#ctx0" brushRef="#br0">16780.000 12465.000 0,'8.000'44.000'15,"1.000"34.000"1,-5.000 29.000-16,-8.000 15.000 15,-4.000 7.000 1,-4.000-18.000 0,1.000-22.000-16,4.000-29.000 15</inkml:trace>
  <inkml:trace contextRef="#ctx0" brushRef="#br0">17057.000 11953.000 0,'-3.000'29.000'0,"-2.000"11.000"15,1.000 4.000 1,2.000-1.000-16,12.000-6.000 16,16.000-9.000-1,14.000-9.000-15,14.000-6.000 16,5.000-7.000 0,-3.000-2.000-16,-9.000-1.000 15,-12.000 3.000 1,-16.000 2.000-16,-21.000 12.000 15,-26.000 12.000 1,-22.000 8.000-16,-12.000 4.000 16,2.000-6.000-1,11.000-4.000-15,17.000-6.000 16,18.000-8.000 0,22.000-6.000-16,23.000-5.000 15,16.000-5.000 1,9.000-4.000-16,0.000-5.000 15,-7.000-3.000 1,-9.000-4.000-16,-11.000-7.000 16,-11.000-10.000-1,-8.000 4.000-15</inkml:trace>
  <inkml:trace contextRef="#ctx0" brushRef="#br0">17217.000 12048.000 0,'0.000'0.000'15,"9.000"53.000"-15,1.000 42.000 16,-5.000 24.000 0,-8.000 14.000-16,-5.000 8.000 15,-1.000-10.000 1,2.000-22.000-16,4.000-26.000 15,5.000-23.000 1,3.000-28.000-16,-2.000-17.000 16</inkml:trace>
  <inkml:trace contextRef="#ctx0" brushRef="#br0">17410.000 12227.000 0,'48.000'-7.000'16,"17.000"-1.000"-16,-2.000-3.000 16,-7.000-1.000-1,-9.000-6.000-15,-9.000-10.000 16,-9.000-11.000-1,-11.000 2.000-15</inkml:trace>
  <inkml:trace contextRef="#ctx0" brushRef="#br0">17595.000 11979.000 0,'-11.000'36.000'15,"-1.000"15.000"-15,4.000 4.000 16,11.000-5.000-16,13.000-9.000 15,11.000-5.000 1,10.000-9.000-16,7.000-9.000 16,3.000-8.000-1,-4.000-6.000-15,-9.000-3.000 16,-12.000-1.000 0,-18.000 3.000-16,-21.000 7.000 15,-26.000 6.000 1,-18.000 11.000-16,-10.000 6.000 15,5.000-1.000 1,13.000-1.000-16,19.000-6.000 16,21.000-6.000-1,22.000-4.000-15,21.000-6.000 16,14.000-7.000 0,9.000-5.000-16,0.000-8.000 15,-3.000-1.000 1,-11.000 2.000-16,-16.000 3.000 15,-6.000 2.000 1,-17.000 5.000-16,2.000 8.000 16,-13.000 18.000-1,-3.000 26.000-15,7.000 24.000 16,5.000 17.000 0,3.000 6.000-1,1.000-7.000-15,-2.000-12.000 16,2.000-17.000-16,-1.000-16.000 15,-6.000-15.000 1,-5.000-18.000-16,-7.000-18.000 16,-9.000-15.000-1,-6.000-19.000-15,-3.000-10.000 16,4.000 1.000 0,8.000 3.000-16,13.000 6.000 15,15.000 2.000 1,14.000-3.000-16,15.000-8.000 15,12.000-13.000 1,10.000-9.000-16,4.000-13.000 16,6.000-9.000-1,-14.000 16.000-15</inkml:trace>
  <inkml:trace contextRef="#ctx0" brushRef="#br0">18285.000 11826.000 0,'0.000'0.000'0,"-14.000"32.000"15,-5.000 17.000 1,-1.000 1.000-16,13.000 0.000 16,19.000-6.000-1,20.000-8.000 1,18.000-5.000-16,6.000-7.000 15,-1.000-2.000 1,-9.000-7.000-16,-16.000 0.000 16,-23.000 1.000-16,-27.000 2.000 15,-31.000-2.000 1,-26.000-7.000-16,-15.000-4.000 16,17.000-3.000-1</inkml:trace>
  <inkml:trace contextRef="#ctx0" brushRef="#br0">17991.000 12568.000 0,'26.000'76.000'16,"3.000"24.000"0,-9.000-12.000-16,-15.000-30.000 15,-10.000-31.000-15,-3.000-17.000 31</inkml:trace>
  <inkml:trace contextRef="#ctx0" brushRef="#br0">18008.000 12491.000 0,'63.000'-19.000'15,"27.000"-11.000"-15,8.000 3.000 16,-5.000 2.000 0,-4.000 8.000-16,-16.000 5.000 15,-15.000 5.000 1,-18.000 3.000-16,-16.000 8.000 16,-8.000 19.000-1,-14.000 17.000-15,-5.000 30.000 16,-7.000 20.000-1,-2.000 13.000-15,5.000 10.000 16,7.000 3.000 0,6.000-7.000-16,3.000-12.000 15,0.000-18.000 1,-1.000-20.000-16,-7.000-17.000 16,-6.000-26.000-1,-11.000-23.000-15,-9.000-25.000 16,-8.000-25.000-1,-9.000-16.000-15,-8.000-8.000 16,-7.000 0.000 0,-3.000 8.000-16,6.000 11.000 15,12.000 18.000 1,16.000 18.000-16,10.000 9.000 16,15.000-2.000-1,14.000-4.000 1,13.000 1.000-16,11.000-1.000 15,3.000 4.000-15,-1.000 9.000 16,-7.000 6.000 0,-9.000 7.000-16,-13.000 6.000 15,-14.000 6.000 1,-18.000 9.000-16,-12.000 3.000 16,-6.000 1.000-1,-1.000-1.000-15,6.000-7.000 31,11.000-5.000-31,16.000-5.000 0,24.000-3.000 16,20.000-3.000 0,15.000-4.000-16,6.000-2.000 15,2.000-5.000 1,-6.000-3.000-16,-11.000-2.000 16,-11.000-7.000-1,-15.000-7.000-15,-14.000-3.000 16,-5.000 4.000-16</inkml:trace>
  <inkml:trace contextRef="#ctx0" brushRef="#br0">18302.000 12415.000 0,'6.000'29.000'0,"10.000"32.000"16,4.000 23.000-1,-8.000 10.000-15,-6.000 3.000 16,-8.000-8.000 0,-5.000-17.000-16,1.000-25.000 15,2.000-19.000 1</inkml:trace>
  <inkml:trace contextRef="#ctx0" brushRef="#br0">19075.000 12568.000 0,'-11.000'29.000'0,"-15.000"17.000"16,-9.000 5.000-1,-8.000-2.000-15,-1.000-12.000 16,3.000-17.000-1,11.000-23.000-15,10.000-9.000 16</inkml:trace>
  <inkml:trace contextRef="#ctx0" brushRef="#br0">18899.000 12210.000 0,'51.000'49.000'16,"25.000"29.000"0,-1.000 14.000-16,-9.000 6.000 15,-13.000-1.000 1,-8.000-7.000-16,-10.000-11.000 16,-13.000-16.000-1,-7.000-19.000-15,-6.000-27.000 16,-1.000-11.000-1</inkml:trace>
  <inkml:trace contextRef="#ctx0" brushRef="#br0">19698.000 11860.000 0,'11.000'8.000'0,"-5.000"7.000"15,-16.000 11.000 1,-24.000 4.000-16,-26.000 2.000 16,-13.000-2.000-1,1.000-6.000 1,14.000-5.000-16,18.000-5.000 15,18.000-3.000-15,19.000 2.000 16,18.000 8.000 0,9.000 12.000-16,8.000 14.000 15,3.000 16.000 1,-2.000 14.000 0,-9.000 10.000-1,-6.000-3.000-15,-8.000-6.000 16,-10.000-15.000-16,-7.000-16.000 15,-5.000-27.000 1,-2.000-31.000-16,3.000-8.000 16</inkml:trace>
  <inkml:trace contextRef="#ctx0" brushRef="#br0">19571.000 12116.000 0,'27.000'-2.000'0,"15.000"-5.000"16,1.000-1.000-1,2.000 5.000-15,-3.000 0.000 16,-2.000 1.000 0,-5.000 5.000-16,-5.000-1.000 15,-7.000 3.000 1,-4.000 3.000-16,-8.000 5.000 15,-4.000 11.000 1,-3.000 15.000 0,-4.000 14.000-16,-3.000 17.000 15,-3.000 22.000-15,-4.000 18.000 16,-2.000 19.000 0,1.000 5.000-16,7.000-1.000 15,3.000-13.000 1,4.000-16.000-1,3.000-16.000-15,1.000-27.000 16,-2.000-24.000-16,-9.000-28.000 16,-3.000-27.000-1,-6.000-28.000-15,-6.000-27.000 16,-3.000-20.000 0,-7.000-18.000-16,-6.000-1.000 15,-5.000 4.000 1,-4.000 4.000-16,-1.000 6.000 15,4.000 12.000 1,8.000 22.000-16</inkml:trace>
  <inkml:trace contextRef="#ctx0" brushRef="#br0">19547.000 12312.000 0,'30.000'-3.000'16,"14.000"-2.000"-16,1.000 1.000 15,-8.000 4.000-15,-10.000 5.000 16,-11.000 5.000-1,-10.000 8.000-15,-13.000 9.000 16,-16.000 4.000 0,-13.000 3.000-1,-5.000-2.000-15,1.000-4.000 16,6.000-6.000 0,14.000-8.000-16,11.000-2.000 15,15.000-2.000 1,15.000 0.000-16,9.000-4.000 15,2.000-1.000-15,-1.000-2.000 16,-6.000 2.000 0,-6.000 5.000-16,-11.000 5.000 15,-12.000 9.000 1,-15.000 9.000-16,-16.000 5.000 16,-12.000-1.000-1,-4.000-7.000-15,1.000-10.000 16,5.000-20.000-1,12.000-7.000-15</inkml:trace>
  <inkml:trace contextRef="#ctx0" brushRef="#br0">19858.000 12500.000 0,'73.000'-3.000'0,"26.000"-1.000"15,-6.000 1.000 1,-15.000 0.000-16,-19.000 3.000 16,-17.000-5.000-1,-17.000-7.000-15,-14.000-8.000 16,-7.000 2.000 0</inkml:trace>
  <inkml:trace contextRef="#ctx0" brushRef="#br0">20161.000 12183.000 0,'20.000'46.000'0,"10.000"32.000"16,-4.000 21.000 0,-4.000 11.000-16,-7.000 2.000 15,-7.000-7.000 1,-5.000-11.000-16,-5.000-15.000 15,-4.000-14.000 1,-3.000-17.000-16,-2.000-14.000 16,-3.000-15.000-1,-6.000-17.000-15,-7.000-15.000 16,-5.000-21.000 0,-4.000-15.000-16,5.000-9.000 15,10.000 3.000 1,15.000 9.000-16,15.000 11.000 15,16.000 5.000 1,11.000 8.000-16,12.000 5.000 16,7.000 4.000-1,4.000 2.000-15,-11.000 4.000 16</inkml:trace>
  <inkml:trace contextRef="#ctx0" brushRef="#br0">20690.000 12901.000 0,'0.000'0.000'0</inkml:trace>
  <inkml:trace contextRef="#ctx0" brushRef="#br0">20791.000 12432.000 0,'0.000'0.000'15,"0.000"0.000"-15,0.000 15.000 16,2.000 8.000 0,1.000-4.000-16</inkml:trace>
  <inkml:trace contextRef="#ctx0" brushRef="#br0">20765.000 12782.000 0,'0.000'0.000'16,"0.000"0.000"0,7.000 15.000-16,1.000 3.000 15</inkml:trace>
  <inkml:trace contextRef="#ctx0" brushRef="#br0">22237.000 10681.000 0,'0.000'0.000'0,"-13.000"16.000"16,-9.000 10.000 0,-7.000 6.000-16,-4.000 7.000 15,-5.000 4.000 1,-5.000 0.000-16,-1.000 1.000 16,-5.000 1.000-1,-2.000 3.000-15,-4.000 3.000 16,-3.000 2.000-1,-4.000 4.000-15,-1.000 3.000 16,-1.000 6.000 0,-5.000 6.000-16,-4.000 1.000 15,3.000 2.000 1,0.000-1.000-16,-2.000 1.000 16,6.000-4.000-1,6.000-10.000 1,5.000-9.000-16,10.000-9.000 15,7.000-5.000 1,9.000-7.000-16,6.000-12.000 16,8.000-11.000-16,4.000-5.000 15</inkml:trace>
  <inkml:trace contextRef="#ctx0" brushRef="#br0">20993.000 11672.000 0,'-21.000'38.000'0,"-12.000"22.000"16,-5.000 10.000-1,-4.000 5.000-15,3.000 2.000 16,0.000-7.000 0,4.000-10.000-1,12.000-17.000-15,14.000-12.000 16,22.000-19.000-16,23.000-20.000 15,25.000-17.000 1,23.000-18.000-16,2.000-14.000 16,-20.000 5.000-16</inkml:trace>
  <inkml:trace contextRef="#ctx0" brushRef="#br0">21826.000 11988.000 0,'0.000'0.000'0,"0.000"0.000"15,0.000 0.000 1,-11.000 38.000-16,-4.000 30.000 16,-4.000 18.000-1,1.000 13.000-15,1.000 5.000 16,4.000-4.000-1,5.000-8.000-15,2.000-10.000 16,4.000-12.000 0,5.000-12.000-16,3.000-11.000 15,4.000-13.000 1,5.000-11.000-16,12.000-12.000 16,6.000-18.000-1,11.000-14.000-15,0.000-16.000 16,4.000-14.000-1,0.000-7.000-15,2.000-2.000 16,0.000 0.000 0,-2.000 4.000-16,-6.000 7.000 15,-4.000 10.000 1,-12.000 13.000-16,-9.000 6.000 16,-11.000 6.000-1,-7.000 3.000-15,-11.000 9.000 16,-9.000 13.000-1,-6.000 10.000 1,-5.000 15.000-16,0.000 9.000 16,3.000 8.000-16,12.000 4.000 15,4.000 1.000 1,10.000-9.000-16,6.000-14.000 16,10.000-10.000-1,4.000-15.000-15,6.000-15.000 16,2.000-15.000-1,4.000-16.000-15,0.000-9.000 16,-6.000-8.000 0,-4.000 2.000-1,-9.000 7.000-15,-6.000 12.000 16,-1.000 12.000-16,-3.000 11.000 16,2.000 11.000-1,-2.000 12.000-15,-1.000 11.000 16,2.000 10.000-1,4.000 5.000-15,4.000 0.000 16,6.000-5.000 0,1.000-9.000-16,3.000-12.000 15,3.000-15.000 1,7.000-16.000-16,2.000-16.000 16,3.000-12.000-1,-3.000-7.000-15,-2.000-2.000 16,-5.000 11.000-1,-5.000 11.000-15,-8.000 13.000 16,-5.000 8.000 0,-3.000 14.000-16,0.000 15.000 15,-3.000 13.000 1,-2.000 10.000-16,-1.000 8.000 16,-4.000 0.000-1,-2.000-3.000-15,-1.000-11.000 16,2.000-11.000-1,5.000-12.000-15,3.000-14.000 16,2.000-14.000-16,4.000-15.000 16,5.000-15.000-1,3.000-5.000 1,5.000-2.000-16,2.000 5.000 16,2.000 11.000-1,-4.000 13.000-15,-4.000 9.000 16,1.000 12.000-16,-2.000 17.000 15,-2.000 19.000 1,-4.000 13.000 0,-2.000 13.000-16,-3.000 3.000 15,-2.000-6.000 1,-4.000-19.000-16,-1.000-23.000 16,0.000-11.000-16</inkml:trace>
  <inkml:trace contextRef="#ctx0" brushRef="#br0">22961.000 12415.000 0,'0.000'0.000'15,"17.000"-15.000"-15,8.000-12.000 16,0.000 5.000-1,-4.000 9.000 1,0.000 7.000-16,-5.000 11.000 16,-7.000 12.000-1,-4.000 18.000-15,-4.000 15.000 16,-4.000 12.000-16,0.000 4.000 16,-1.000-1.000-1,2.000-8.000-15,5.000-9.000 16,3.000-13.000-1,3.000-11.000-15,8.000-16.000 16,5.000-18.000 0,2.000-22.000-1,-1.000-18.000-15,-7.000 0.000 16</inkml:trace>
  <inkml:trace contextRef="#ctx0" brushRef="#br0">23137.000 12005.000 0,'0.000'0.000'0,"0.000"0.000"16,-4.000 23.000-1,-2.000 8.000-15,1.000-5.000 16</inkml:trace>
  <inkml:trace contextRef="#ctx0" brushRef="#br0">23423.000 12696.000 0,'-7.000'39.000'0,"-1.000"15.000"16,5.000-9.000 0,6.000-12.000-16,8.000-15.000 15,8.000-15.000 1,2.000-9.000-16,0.000-12.000 15,-1.000-11.000 1,-8.000-5.000-16,-5.000-2.000 16,-8.000 1.000-1,-10.000 6.000-15,-4.000 6.000 16,-6.000 4.000 0,-1.000 4.000-16,0.000 3.000 15,3.000-6.000-15,6.000 1.000 16</inkml:trace>
  <inkml:trace contextRef="#ctx0" brushRef="#br0">21615.000 12372.000 0,'0.000'0.000'16,"0.000"0.000"-16,31.000-12.000 16,25.000-8.000-1,15.000 5.000-15,-9.000 2.000 16</inkml:trace>
  <inkml:trace contextRef="#ctx0" brushRef="#br0">23802.000 12372.000 0,'0.000'0.000'0,"0.000"0.000"15,0.000 0.000 1,0.000 0.000-16,0.000 0.000 16,0.000 0.000-1,35.000-1.000-15,20.000-5.000 16,5.000 0.000-16,-2.000-3.000 16,-2.000 3.000-1,-1.000 1.000 1,-7.000 1.000-16,-5.000-1.000 15,-9.000 3.000 1,-11.000 2.000-16,-9.000 1.000 16</inkml:trace>
  <inkml:trace contextRef="#ctx0" brushRef="#br0">23793.000 12602.000 0,'0.000'0.000'16,"0.000"0.000"-16,26.000-4.000 15,19.000 2.000 1,9.000-4.000-16,6.000 2.000 16,-2.000 4.000-16,-4.000 4.000 15,-6.000 3.000 1,-6.000 1.000 0,-8.000-8.000-16,-8.000-2.000 15</inkml:trace>
  <inkml:trace contextRef="#ctx0" brushRef="#br0">24709.000 11621.000 0,'9.000'23.000'0,"1.000"20.000"16,-1.000 10.000-1,-6.000 5.000-15,-4.000 2.000 16,-2.000 0.000 0,-1.000-4.000-1,-3.000-11.000-15,3.000-11.000 16,0.000-10.000-16,1.000-10.000 16,3.000-14.000-1,0.000 0.000-15,-1.000-6.000 16,2.000-17.000-1,3.000-10.000-15,1.000-8.000 16,4.000-6.000 0,2.000-3.000-16,5.000 0.000 15,3.000-1.000 1,5.000 1.000 0,1.000 2.000-16,3.000 3.000 15,0.000 7.000-15,-3.000 5.000 16,1.000 10.000-1,-6.000 10.000-15,-5.000 9.000 16,-4.000 7.000 0,0.000 12.000-16,-2.000 9.000 15,-1.000 12.000 1,-2.000 10.000-16,-4.000 11.000 16,-4.000 8.000-1,-1.000 6.000-15,3.000-3.000 16,1.000-6.000-1,-1.000-12.000-15,0.000-14.000 16</inkml:trace>
  <inkml:trace contextRef="#ctx0" brushRef="#br0">25205.000 11928.000 0,'37.000'0.000'16,"7.000"4.000"-1,-9.000 6.000-15,-13.000 7.000 16,-15.000 6.000-16,-18.000 3.000 15,-9.000-1.000 1,-5.000 0.000-16,3.000-6.000 16,6.000-7.000-1,6.000-4.000-15,8.000-1.000 16,10.000-1.000 0,10.000-2.000-16,10.000-3.000 15,4.000-2.000 1,3.000 1.000-16,-5.000-4.000 15,-5.000-3.000 1,-8.000 0.000-16</inkml:trace>
  <inkml:trace contextRef="#ctx0" brushRef="#br0">24465.000 12474.000 0,'48.000'-12.000'0,"29.000"-3.000"16,13.000 0.000 0,5.000 2.000-16,1.000 3.000 15,-3.000 2.000 1,0.000 4.000-16,-6.000 1.000 16,-5.000 2.000-1,-13.000-1.000-15,-11.000 2.000 16,-14.000-2.000-1,-16.000-1.000-15,-22.000-1.000 16,-7.000-1.000 0</inkml:trace>
  <inkml:trace contextRef="#ctx0" brushRef="#br0">24811.000 12662.000 0,'-1.000'45.000'16,"-6.000"24.000"-16,-4.000 2.000 15,-6.000-6.000 1,2.000-10.000-16,-1.000-13.000 16,4.000-15.000-1,2.000-10.000-15,10.000-17.000 16,0.000 0.000-16,-3.000-6.000 16,8.000-15.000-1,10.000-16.000-15,8.000-11.000 16,6.000-3.000-1,4.000 0.000-15,6.000 3.000 16,2.000 7.000 0,2.000 1.000-1,-5.000 8.000-15,-2.000 8.000 16,-5.000 10.000 0,-7.000 9.000-16,-7.000 12.000 15,-7.000 13.000 1,-10.000 16.000-16,-3.000 5.000 15,2.000 2.000-15,-1.000 0.000 16,2.000-2.000 0,3.000-3.000-16,5.000-7.000 15,4.000-7.000 1,2.000-10.000-16,5.000-8.000 16,3.000-9.000-1,2.000-11.000 1,0.000-8.000-16,-3.000-4.000 15,-6.000 7.000-15</inkml:trace>
  <inkml:trace contextRef="#ctx0" brushRef="#br0">25349.000 12901.000 0,'4.000'19.000'0,"1.000"11.000"16,-3.000 5.000-1,-2.000 6.000-15,-3.000 2.000 16,-3.000 0.000 0,-1.000-3.000-1,1.000-4.000-15,3.000-8.000 16,3.000-10.000-16,0.000-18.000 15,2.000 7.000 1</inkml:trace>
  <inkml:trace contextRef="#ctx0" brushRef="#br0">25525.000 13174.000 0,'0.000'0.000'0,"0.000"0.000"16</inkml:trace>
  <inkml:trace contextRef="#ctx0" brushRef="#br0">25980.000 12321.000 0,'0.000'0.000'0,"0.000"0.000"16,0.000 0.000-1,0.000 0.000-15,0.000 0.000 16,0.000 0.000-16,0.000 0.000 16,0.000 0.000-1,0.000 0.000-15,0.000 0.000 16,0.000 0.000 0,21.000 8.000-16,13.000-1.000 15,7.000-2.000 1,2.000-3.000-16,4.000-2.000 15,2.000-3.000 1,1.000-1.000-16,0.000 0.000 16,3.000 0.000-1,1.000 1.000-15,-3.000 3.000 16,-3.000 0.000 0,-4.000 4.000-16,-4.000 2.000 15,-4.000 1.000-15,-2.000-3.000 16,-4.000-2.000-1,-4.000-4.000-15,-8.000-5.000 16,-8.000 1.000 0</inkml:trace>
  <inkml:trace contextRef="#ctx0" brushRef="#br0">26021.000 12550.000 0,'0.000'0.000'16,"0.000"0.000"-16,0.000 0.000 16,0.000 0.000-1,0.000 0.000-15,0.000 0.000 16,31.000 5.000-1,15.000-1.000-15,4.000-5.000 16,1.000 0.000 0,1.000-5.000-16,2.000-1.000 15,-1.000 0.000 1,0.000-1.000-16,0.000 1.000 16,-1.000 1.000-1,0.000 1.000-15,-3.000 3.000 16,-3.000 2.000-1,-8.000 2.000-15,-4.000 1.000 16,-7.000-3.000 0,-8.000-2.000-16,-8.000-1.000 15</inkml:trace>
  <inkml:trace contextRef="#ctx0" brushRef="#br0">26677.000 12166.000 0,'0.000'0.000'15,"0.000"0.000"-15,0.000 0.000 16,0.000 0.000 0,18.000 14.000-16,10.000 6.000 15,3.000 1.000 1,1.000-3.000-16,-2.000-1.000 16,1.000-2.000-16,-3.000 0.000 15,-1.000-3.000 1,-5.000 2.000-16,-3.000 1.000 15,-6.000 1.000 1,-7.000 5.000-16,-9.000 4.000 16,-16.000 11.000-1,-21.000 11.000-15,-17.000 3.000 16,-11.000 0.000 0,13.000-13.000-16</inkml:trace>
  <inkml:trace contextRef="#ctx0" brushRef="#br0">26156.000 12090.000 0,'0.000'0.000'0,"0.000"0.000"15,0.000 0.000-15,0.000 0.000 16,-17.000 25.000-1,-13.000 15.000-15,-8.000 4.000 16,-4.000 1.000 0,2.000-6.000-16,2.000-4.000 15,5.000-7.000 1,6.000-7.000-16,8.000-2.000 16,8.000-4.000-1,5.000-4.000-15,4.000 4.000 16,6.000 2.000-1,6.000 4.000 1,11.000 5.000-16,12.000 8.000 0,6.000 7.000 16,5.000 0.000-1,0.000-4.000-15,2.000-2.000 16,-8.000-10.000 0</inkml:trace>
  <inkml:trace contextRef="#ctx0" brushRef="#br0">26602.000 12850.000 0,'13.000'-4.000'0</inkml:trace>
  <inkml:trace contextRef="#ctx0" brushRef="#br0">27611.000 12159.000 0,'0.000'0.000'16,"0.000"0.000"0,0.000 0.000-16,0.000 0.000 15,0.000 0.000-15</inkml:trace>
  <inkml:trace contextRef="#ctx0" brushRef="#br0">27645.000 11868.000 0,'0.000'0.000'16,"0.000"0.000"-16,0.000 0.000 16,0.000 0.000-1,-7.000 21.000-15,-7.000 11.000 16,-9.000 2.000 0,-6.000 1.000-16,-4.000-3.000 15,-3.000-5.000 1,4.000-1.000-16,3.000-10.000 15,7.000-2.000 1,8.000-2.000-16,5.000-2.000 16,5.000 2.000-1,4.000 1.000-15,3.000 5.000 16,1.000 3.000-16,2.000 7.000 16,1.000 7.000-1,1.000 5.000-15,-3.000 6.000 31,-8.000 8.000-31,-4.000 4.000 16,-5.000-1.000-16,-3.000-5.000 16,-1.000-10.000-16,2.000-8.000 15,3.000-13.000 1,1.000-14.000-16,3.000-14.000 16,9.000-14.000-1,1.000-13.000 1,3.000-8.000-16,4.000-7.000 15,5.000-1.000 1,1.000 3.000-16,6.000 4.000 16,3.000 8.000-1,-3.000 7.000-15,-7.000 6.000 16,-3.000 6.000 0,0.000 2.000-16,-1.000-5.000 15,8.000-1.000-15,2.000-1.000 16,9.000-2.000-1,3.000 3.000 1,4.000 3.000-16,-2.000 5.000 16,0.000 8.000-16,-4.000 1.000 15,-6.000 6.000 1,-7.000 8.000-16,-5.000 3.000 16,-8.000 12.000-1,-8.000 9.000-15,-13.000 7.000 16,-9.000 7.000-1,-11.000-1.000-15,-5.000-5.000 16,1.000-7.000 0,0.000-10.000-16,3.000-17.000 15,2.000-14.000 1,3.000-10.000-16,10.000-8.000 16,8.000-7.000-1,5.000 0.000-15,6.000-2.000 16,5.000 4.000-1,8.000 9.000 1,4.000 10.000-16,1.000 5.000 16,-4.000 3.000-16,-3.000 3.000 15,2.000 7.000-15,2.000 3.000 16,5.000 5.000 0,6.000 8.000-1,7.000 6.000-15,8.000 0.000 16,-1.000 1.000-1,1.000-2.000-15,-1.000 0.000 16,1.000-1.000 0,0.000-2.000-16,-7.000-6.000 15,-2.000-4.000 1,-4.000-9.000-16,-3.000-8.000 16,-7.000-5.000-16,-8.000-7.000 15,-3.000 1.000 1</inkml:trace>
  <inkml:trace contextRef="#ctx0" brushRef="#br0">28157.000 12260.000 0,'0.000'0.000'0,"0.000"0.000"15,10.000 6.000-15,1.000 2.000 16</inkml:trace>
  <inkml:trace contextRef="#ctx0" brushRef="#br0">28334.000 12294.000 0,'0.000'0.000'0,"0.000"0.000"15,0.000 0.000-15,0.000 0.000 16</inkml:trace>
  <inkml:trace contextRef="#ctx0" brushRef="#br0">28434.000 12287.000 0,'0.000'0.000'16,"0.000"0.000"-1,0.000 0.000-15,0.000 0.000 16</inkml:trace>
  <inkml:trace contextRef="#ctx0" brushRef="#br0">28948.000 11988.000 0,'0.000'0.000'15,"0.000"0.000"1,0.000 0.000-16,-11.000 26.000 16,-10.000 11.000-16,1.000-1.000 15,3.000-5.000 1,5.000-3.000-16,10.000-4.000 16,8.000-2.000-1,3.000 1.000-15,3.000 1.000 16,2.000 3.000-1,-2.000 3.000-15,-1.000 4.000 16,-3.000 5.000 0,-8.000-1.000-16,-8.000-1.000 15,-2.000-1.000 1,-5.000-11.000 0,-1.000-5.000-16,1.000-17.000 15,0.000-22.000-15,5.000-3.000 16</inkml:trace>
  <inkml:trace contextRef="#ctx0" brushRef="#br0">29023.000 12098.000 0,'0.000'0.000'0,"0.000"0.000"16,24.000 0.000-16,14.000-1.000 15,6.000-2.000 1,-3.000 0.000-16,-5.000 3.000 16,-9.000 0.000-1,-9.000 5.000-15,-10.000 10.000 16,-16.000 6.000 0,-13.000 3.000-16,-5.000 2.000 15,-1.000-2.000 1,4.000-9.000-16,7.000-4.000 15,9.000-3.000 1,11.000-2.000-16,11.000-4.000 16,10.000 3.000-1,9.000-2.000-15,5.000 3.000 16,-2.000-3.000 0,-3.000 3.000-16,-8.000 5.000 15,-9.000 3.000 1,-12.000 12.000-16,-23.000 12.000 15,-15.000 6.000 1,-14.000 3.000-16,-7.000-4.000 16,-2.000-12.000-1,5.000-19.000-15,11.000-20.000 16,8.000-24.000 0,10.000-3.000-16</inkml:trace>
  <inkml:trace contextRef="#ctx0" brushRef="#br0">29150.000 11791.000 0,'0.000'0.000'15,"-4.000"32.000"-15,1.000 27.000 16,2.000 19.000-1,10.000 16.000 1,12.000 7.000-16,10.000-1.000 16,6.000-5.000-1,9.000-4.000-15,5.000-10.000 16,-1.000-12.000-16,0.000-12.000 16,-8.000-14.000-1,-9.000-17.000 1,-9.000-14.000-16,-7.000-21.000 15,-12.000-26.000-15,-8.000-29.000 16,-12.000-28.000 0,-8.000-13.000-16,-3.000-10.000 15,-5.000-5.000 1,2.000 8.000-16,3.000 11.000 16,8.000 31.000-1</inkml:trace>
  <inkml:trace contextRef="#ctx0" brushRef="#br0">29377.000 11783.000 0,'0.000'0.000'0,"0.000"0.000"16,0.000 0.000-16,0.000 0.000 15,6.000 15.000 1,1.000 3.000-16</inkml:trace>
  <inkml:trace contextRef="#ctx0" brushRef="#br0">29914.000 11799.000 0,'0.000'0.000'15,"-13.000"26.000"1,-19.000 18.000-16,-19.000 8.000 16,-8.000-4.000-1,1.000-8.000-15,10.000-13.000 16,14.000-11.000-1,16.000-11.000-15,16.000-9.000 16,16.000-1.000 0,7.000 3.000-16,6.000 4.000 15,5.000 8.000 1,0.000 12.000-16,2.000 21.000 16,-5.000 24.000-1,-7.000 21.000-15,-12.000 16.000 16,-10.000-1.000-1,-7.000-11.000-15,-2.000-22.000 16,-2.000-25.000 0,11.000-45.000-16,-6.000 16.000 15</inkml:trace>
  <inkml:trace contextRef="#ctx0" brushRef="#br0">30109.000 11689.000 0,'0.000'0.000'16,"0.000"26.000"-16,-10.000 19.000 15,-10.000-2.000 1,-2.000-11.000-16</inkml:trace>
  <inkml:trace contextRef="#ctx0" brushRef="#br0">30109.000 12022.000 0,'43.000'1.000'0,"14.000"5.000"16,-7.000 0.000-1,-19.000 6.000-15,-18.000 6.000 16,-24.000 8.000 0,-22.000 10.000-1,-15.000 1.000-15,2.000-7.000 16,14.000-8.000-16,11.000-8.000 16,7.000-7.000-1,14.000 0.000-15,19.000-3.000 16,14.000-1.000-1,9.000-3.000-15,7.000-3.000 16,-3.000-1.000 0,-7.000-1.000-16,-13.000-2.000 15,-13.000-4.000 1,-14.000-4.000-16,-16.000-6.000 16,0.000 1.000-1</inkml:trace>
  <inkml:trace contextRef="#ctx0" brushRef="#br0">30007.000 12073.000 0,'0.000'0.000'16,"-9.000"41.000"0,-15.000 28.000-16,-11.000 15.000 0,-12.000 2.000 15,-4.000-10.000 1,2.000-14.000-1,9.000-21.000-15,10.000-26.000 16,13.000-12.000-16</inkml:trace>
  <inkml:trace contextRef="#ctx0" brushRef="#br0">29890.000 12405.000 0,'15.000'38.000'0,"4.000"16.000"15,-4.000 3.000 1,-6.000-5.000-16,-6.000-14.000 16,-8.000-14.000-1,1.000-21.000-15,-1.000-20.000 16,1.000-3.000 0</inkml:trace>
  <inkml:trace contextRef="#ctx0" brushRef="#br0">30040.000 12312.000 0,'65.000'-3.000'16,"29.000"5.000"0,-1.000 9.000-16,-12.000 10.000 15,-16.000 8.000 1,-18.000 9.000-16,-20.000 3.000 15,-21.000 1.000 1,-22.000-3.000-16,-23.000-11.000 16,-19.000-15.000-1,-12.000-15.000-15,-8.000-15.000 16,3.000-7.000 0,8.000-2.000-16,13.000 7.000 15,21.000 9.000 1,26.000 13.000-16,18.000 3.000 15,15.000 3.000-15,14.000-4.000 16,22.000-5.000 0,11.000-4.000-1,1.000-5.000-15,-5.000-3.000 16,-10.000-7.000 0,-10.000-2.000-16,-18.000-2.000 15,-16.000-7.000-15,-18.000-3.000 16,-16.000-2.000-1,-20.000-1.000-15,-11.000 4.000 16,-7.000 8.000 0,0.000 23.000-16,6.000 21.000 15,11.000 16.000 1,12.000 1.000-16,12.000 13.000 16,4.000 11.000-1,9.000 5.000-15,4.000-5.000 16,1.000-10.000-1,-2.000-14.000-15,2.000-17.000 16,3.000-20.000 0,4.000-23.000-16,3.000-19.000 15,4.000-18.000 1,-1.000-11.000-16,1.000 0.000 16,-2.000 12.000-1,0.000 20.000-15,0.000 20.000 16,-3.000 19.000-1,3.000 20.000-15,4.000 30.000 16,-2.000 31.000 0,-7.000 29.000-16,-9.000 12.000 15,-7.000-3.000 1,-3.000-17.000-16,1.000-29.000 16,3.000-27.000-1</inkml:trace>
  <inkml:trace contextRef="#ctx0" brushRef="#br0">30764.000 12755.000 0,'0.000'0.000'0,"0.000"0.000"15,-6.000-16.000 1</inkml:trace>
  <inkml:trace contextRef="#ctx0" brushRef="#br0">28367.000 12909.000 0,'0.000'0.000'0,"0.000"0.000"16,0.000 0.000 0,-1.000 21.000-16,-4.000 16.000 15,-1.000 5.000 1,-1.000 0.000-16,1.000-2.000 16,-1.000-1.000-1,0.000 2.000-15,1.000-4.000 16,-1.000 1.000-1,1.000-2.000-15,1.000 2.000 16,3.000 1.000 0,-1.000 0.000-16,5.000-3.000 15,-1.000-5.000 1,-1.000-6.000-16,3.000-7.000 16,-3.000-18.000-1,6.000 0.000-15,4.000-13.000 16,-1.000-13.000-1,-1.000 0.000-15,-2.000 8.000 16</inkml:trace>
  <inkml:trace contextRef="#ctx0" brushRef="#br0">28662.000 12840.000 0,'0.000'0.000'0,"0.000"0.000"15,0.000 32.000 1,-1.000 20.000-1,-2.000 11.000-15,-7.000 6.000 16,1.000 4.000 0,-1.000-1.000-16,-2.000 0.000 15,2.000-6.000 1,3.000-5.000-16,1.000-9.000 16,3.000-6.000-1,0.000-7.000-15,-2.000-12.000 16,-1.000-9.000-16,-2.000-14.000 15,0.000-5.000 1</inkml:trace>
  <inkml:trace contextRef="#ctx0" brushRef="#br0">28570.000 12739.000 0,'0.000'0.000'0,"0.000"0.000"15,-24.000 20.000-15,-12.000 15.000 16,-10.000 5.000-1,-5.000 4.000-15,-4.000 4.000 16,0.000 1.000 0,2.000-2.000-16,5.000-4.000 15,5.000-5.000 1,6.000-5.000 0,8.000-7.000-16,7.000-9.000 15,11.000-8.000-15,9.000-12.000 16,4.000-2.000-1,0.000 1.000-15</inkml:trace>
  <inkml:trace contextRef="#ctx0" brushRef="#br0">28594.000 12627.000 0,'18.000'12.000'0,"11.000"7.000"16,5.000 6.000 0,1.000 6.000-16,2.000 8.000 15,-2.000 8.000 1,-4.000 5.000-1,-5.000 4.000-15,-4.000 1.000 16,-3.000-1.000-16,-4.000-7.000 16,-1.000-7.000-1,-6.000-8.000-15,-4.000-12.000 16</inkml:trace>
  <inkml:trace contextRef="#ctx0" brushRef="#br0">28064.000 13515.000 0,'0.000'0.000'16,"0.000"0.000"-16,0.000 0.000 16,0.000 0.000-1,19.000 15.000-15,5.000 14.000 16,4.000 9.000 0,-1.000 5.000-16,0.000 1.000 15,-1.000 0.000 1,-4.000 1.000-16,-1.000 0.000 15,-3.000-4.000 1,-4.000-6.000-16,-3.000-10.000 16,0.000-7.000-1,1.000-7.000 1,-3.000-9.000-16,4.000-11.000 0,6.000-13.000 16,9.000-13.000-1,11.000-22.000-15,15.000-13.000 16,11.000-7.000-1,4.000 2.000-15,2.000 3.000 16,-6.000 8.000 0,-7.000 6.000-16,-17.000 15.000 15</inkml:trace>
  <inkml:trace contextRef="#ctx0" brushRef="#br0">27426.000 14036.000 0,'-9.000'28.000'16,"-13.000"19.000"-16,-15.000 10.000 15,-10.000 5.000 1,-9.000 1.000-16,-3.000-4.000 16,1.000-2.000-1,4.000-10.000-15,6.000-9.000 16,9.000-8.000 0,12.000-9.000-16,9.000-7.000 15,9.000-7.000-15,3.000 1.000 16,6.000-8.000-1,-1.000 8.000-15,4.000 3.000 16,3.000 1.000 0,3.000 4.000-16,1.000 7.000 15,-3.000 9.000 1,-4.000 11.000-16,-4.000 14.000 16,-8.000 12.000-1,-12.000 8.000-15,-5.000 3.000 16,-3.000-11.000-1,3.000-14.000-15,5.000-19.000 16,5.000-20.000 0,11.000-22.000-16,6.000-22.000 15,0.000-16.000-15,5.000-15.000 16,1.000 8.000 0</inkml:trace>
  <inkml:trace contextRef="#ctx0" brushRef="#br0">27072.000 14591.000 0,'23.000'-16.000'16,"14.000"-11.000"-1,11.000-1.000-15,1.000 4.000 16,-2.000 7.000-1,-8.000 7.000-15,-10.000 10.000 16,-8.000 10.000 0,-10.000 11.000-16,-13.000 16.000 15,-17.000 17.000 1,-19.000 13.000-16,-10.000 9.000 16,-8.000-2.000-1,1.000-12.000-15,-1.000-22.000 16,12.000-16.000-1,15.000-11.000-15</inkml:trace>
  <inkml:trace contextRef="#ctx0" brushRef="#br0">27039.000 14608.000 0,'26.000'40.000'0,"16.000"25.000"16,9.000 3.000 0,3.000-2.000-16,-5.000-3.000 15,-2.000-7.000-15,-7.000-10.000 16,-8.000-13.000 0,-6.000-16.000-16,-10.000-11.000 15,-6.000-4.000 1</inkml:trace>
  <inkml:trace contextRef="#ctx0" brushRef="#br0">27451.000 14505.000 0,'0.000'0.000'0,"31.000"-5.000"16,20.000-5.000-16,5.000 3.000 15,-1.000 0.000 1,-6.000 2.000-16,-6.000 4.000 16,-11.000 1.000-1,-11.000 0.000-15,-6.000-2.000 16,-14.000-9.000-1,-11.000-7.000-15,-3.000 2.000 16</inkml:trace>
  <inkml:trace contextRef="#ctx0" brushRef="#br0">27922.000 14045.000 0,'-3.000'19.000'0,"-15.000"14.000"16,-19.000 10.000-16,-19.000 6.000 15,-5.000 0.000 1,2.000-5.000-16,10.000-6.000 15,10.000-8.000 1,13.000-11.000-16,9.000-5.000 16,7.000-4.000-1,10.000-10.000-15,-5.000 7.000 16,4.000 4.000 0,4.000 7.000-16,0.000 10.000 15,0.000 13.000 1,2.000 11.000-16,2.000 3.000 15,-1.000-2.000 1,-1.000-2.000 0,-2.000-8.000-16,1.000-15.000 15,1.000-16.000-15,-5.000-18.000 16,-1.000-10.000-16</inkml:trace>
  <inkml:trace contextRef="#ctx0" brushRef="#br0">27535.000 14445.000 0,'0.000'0.000'0,"21.000"2.000"15,13.000-1.000 1,3.000 1.000-16,3.000 1.000 15,3.000 1.000 1,-4.000 2.000-16,-1.000-5.000 16,1.000-1.000-1,-3.000 0.000-15,-6.000-4.000 16,-7.000 3.000 0,-5.000 0.000-16,-7.000 0.000 15,-11.000 1.000-15,0.000 0.000 16,0.000 0.000-1,2.000 7.000-15,-5.000 6.000 16,-5.000 5.000 0,-1.000 6.000-16,-1.000 8.000 15,3.000 11.000 1,-1.000 13.000-16,1.000 14.000 16,4.000 8.000-1,-2.000 10.000-15,1.000 3.000 16,4.000 1.000-1,-1.000-12.000-15,-1.000-14.000 16,2.000-18.000 0,3.000-16.000-16,0.000-14.000 15,-4.000-15.000 1,-7.000-17.000-16,-5.000-17.000 16,-9.000-14.000-1,-5.000-18.000-15,-4.000-9.000 16,-3.000-7.000-1,-1.000-4.000 1,0.000-1.000-16,9.000 18.000 16</inkml:trace>
  <inkml:trace contextRef="#ctx0" brushRef="#br0">27627.000 14539.000 0,'0.000'0.000'16,"0.000"0.000"-16,20.000-1.000 15,7.000 1.000-15,-1.000 5.000 16,-3.000 2.000 0,-6.000 3.000-16,-9.000 6.000 15,-9.000 5.000 1,-9.000 3.000-16,-6.000 5.000 16,-4.000-2.000-1,0.000-6.000-15,7.000-8.000 16,7.000-4.000-1,6.000-9.000-15,3.000 6.000 16,12.000-3.000 0,8.000-1.000-16,-1.000-2.000 15,-1.000 0.000 1,-5.000 1.000-16,-4.000 3.000 16,-5.000 7.000-16,-7.000 6.000 15,-5.000 2.000 1,-3.000-1.000-16,0.000-5.000 15,2.000-4.000 1,6.000-9.000-16,0.000 0.000 16,-1.000 10.000-1,1.000-10.000-15,0.000 8.000 16,0.000 1.000-16,-3.000 6.000 16,-7.000 9.000-1,-13.000 9.000-15,-12.000 7.000 16,-6.000-5.000-1,-4.000-7.000-15,8.000-16.000 16,16.000-19.000 0,17.000-13.000-16,16.000-12.000 15,16.000-8.000 1,11.000-5.000 0,6.000 2.000-16,2.000 5.000 15,-2.000 7.000-15,0.000 6.000 16,-1.000 5.000-1,3.000 6.000-15,7.000 6.000 16,8.000 0.000 0,1.000 2.000-16,-3.000-1.000 15,-4.000 0.000 1,-6.000-3.000 0,-10.000-1.000-16,-12.000-3.000 15,-10.000-8.000-15,-11.000-5.000 16,-17.000-5.000-1,-6.000-2.000-15,-5.000 1.000 16,-1.000 13.000 0,4.000 7.000-16,6.000 7.000 15,3.000 6.000 1,3.000 12.000 0,2.000 19.000-16,2.000 18.000 15,6.000 14.000-15,4.000 11.000 16,-2.000 1.000-1,-3.000-6.000-15,0.000-9.000 16,-3.000-13.000 0,-5.000-12.000-16,-2.000-9.000 15,-9.000-8.000 1,-11.000-10.000-16,-5.000-10.000 16,-2.000-7.000-16,5.000-7.000 15,8.000-9.000 1,14.000 0.000-16,12.000-2.000 15,14.000 1.000 1,10.000 1.000-16,8.000 3.000 16,1.000-5.000-1,3.000-2.000-15,-6.000 0.000 16,-13.000-2.000 0,-9.000-5.000-1,-7.000 6.000-15</inkml:trace>
  <inkml:trace contextRef="#ctx0" brushRef="#br0">28351.000 14386.000 0,'17.000'33.000'16,"8.000"16.000"-1,-1.000 6.000-15,-9.000-8.000 16,-4.000-16.000-1</inkml:trace>
  <inkml:trace contextRef="#ctx0" brushRef="#br0">28897.000 14377.000 0,'2.000'39.000'16,"-13.000"23.000"-16,-19.000-2.000 16,-15.000-16.000-1,2.000-15.000-15,-11.000-36.000 16,7.000-14.000 0</inkml:trace>
  <inkml:trace contextRef="#ctx0" brushRef="#br0">28704.000 14240.000 0,'-8.000'58.000'0,"-9.000"28.000"15,-4.000 0.000-15,1.000-14.000 16,6.000-19.000-1,9.000-15.000-15,13.000-14.000 16,8.000-13.000 0,9.000-8.000-16,12.000-4.000 15,-1.000-3.000 1,1.000 2.000-16,-10.000 1.000 16,-7.000 2.000-16,-9.000 7.000 15,-12.000 11.000 1,-18.000 19.000-16,-23.000 12.000 15,-18.000 7.000 1,-10.000-6.000-16,-2.000-17.000 16,12.000-21.000-1,17.000-13.000 1</inkml:trace>
  <inkml:trace contextRef="#ctx0" brushRef="#br0">28729.000 14837.000 0,'11.000'44.000'0,"6.000"12.000"16,-1.000-4.000-16,3.000-13.000 16,8.000-15.000-1,7.000-17.000-15,7.000-16.000 16,6.000-20.000-1,3.000-21.000-15,5.000-17.000 16,-1.000-7.000 0,-14.000 14.000-16</inkml:trace>
  <inkml:trace contextRef="#ctx0" brushRef="#br0">29814.000 14232.000 0,'4.000'54.000'16,"-3.000"30.000"-16,-7.000 7.000 16,-4.000 3.000-1,-4.000-8.000-15,5.000-9.000 16,2.000-11.000 0,3.000-9.000-1,4.000-14.000-15,-1.000-16.000 16,1.000-27.000-16,0.000 0.000 15,1.000 11.000 1</inkml:trace>
  <inkml:trace contextRef="#ctx0" brushRef="#br0">29436.000 14914.000 0,'-6.000'18.000'0,"5.000"0.000"16,13.000-5.000 0,18.000-10.000-16,17.000-7.000 15,15.000-3.000 1,12.000 4.000-16,5.000 3.000 15,8.000 6.000 1,-3.000 2.000-16,-4.000-1.000 16,-5.000-2.000-16,-11.000-4.000 15,-17.000-1.000 1</inkml:trace>
  <inkml:trace contextRef="#ctx0" brushRef="#br0">30739.000 14514.000 0,'0.000'0.000'0,"-11.000"31.000"15,-19.000 19.000 1,-11.000 6.000-16,-6.000 0.000 16,-2.000-3.000-1,4.000-9.000 1,5.000-14.000-16,8.000-12.000 15,6.000-16.000-15,4.000-15.000 16,9.000-1.000 0,3.000 3.000-16</inkml:trace>
  <inkml:trace contextRef="#ctx0" brushRef="#br0">30327.000 14445.000 0,'75.000'-1.000'15,"29.000"1.000"1,-3.000 1.000-16,-16.000-1.000 16,-17.000 0.000-16,-14.000 0.000 15,-14.000 0.000-15,-11.000-1.000 16,-18.000-6.000-1,-14.000-7.000-15,-4.000 2.000 16</inkml:trace>
  <inkml:trace contextRef="#ctx0" brushRef="#br0">30764.000 14070.000 0,'0.000'0.000'16,"0.000"0.000"-16,0.000 0.000 15,-4.000 40.000 1,-6.000 26.000-16,-1.000 19.000 16,-1.000 15.000-1,-2.000 11.000-15,5.000 8.000 16,2.000-4.000-1,1.000-2.000-15,-1.000-11.000 16,1.000-13.000 0,2.000-18.000-16,-3.000-19.000 15,-5.000-15.000-15,2.000-13.000 16,-3.000-14.000 0,-5.000-17.000-16,-6.000-9.000 15,-2.000-15.000 1,-6.000-10.000-16,1.000-9.000 15,0.000 0.000 1,7.000 5.000-16,5.000 10.000 16,7.000 7.000-1,5.000 3.000-15,13.000-1.000 16,11.000-6.000 0,11.000-2.000-16,9.000 2.000 15,8.000 4.000 1,4.000 2.000-16,4.000 7.000 15,0.000 3.000 1,-2.000 4.000-16,-4.000 5.000 16,-11.000 0.000-1,-8.000 2.000-15,-11.000-7.000 16,-10.000-4.000-16,-5.000-1.000 16</inkml:trace>
  <inkml:trace contextRef="#ctx0" brushRef="#br0">31319.000 14112.000 0,'13.000'14.000'0,"-6.000"10.000"15,-20.000 10.000 1,-21.000 11.000 0,-17.000 0.000-16,-4.000-1.000 15,0.000-6.000 1,7.000-10.000-16,15.000-9.000 15,10.000-6.000-15,15.000-4.000 16,9.000 2.000 0,8.000 6.000-1,5.000 8.000-15,1.000 6.000 16,3.000 13.000-16,-2.000 15.000 16,-8.000 13.000-1,-5.000 10.000 1,-7.000 2.000-16,-8.000-5.000 15,1.000-10.000 1,1.000-15.000-16,0.000-19.000 16,3.000-21.000-16,2.000-20.000 15,1.000-21.000 1,4.000-18.000-16,3.000-16.000 16,0.000-12.000-16,-3.000-3.000 15,0.000 0.000 1,-1.000 11.000-1,1.000 14.000-15,3.000 20.000 16,1.000 11.000 0,1.000 10.000-16,3.000 5.000 15,6.000 3.000-15,10.000 4.000 16,9.000-1.000 0,11.000-2.000-16,6.000-1.000 15,3.000-3.000-15,-2.000-2.000 16,0.000-2.000-1,-6.000-4.000-15,-15.000 0.000 16,-14.000-3.000 0,-16.000 4.000-16,-5.000 2.000 15</inkml:trace>
  <inkml:trace contextRef="#ctx0" brushRef="#br0">31311.000 14582.000 0,'4.000'91.000'16,"1.000"52.000"0,-3.000 14.000-16,-5.000-7.000 15,-5.000-22.000 1,-1.000-38.000-16</inkml:trace>
  <inkml:trace contextRef="#ctx0" brushRef="#br0">31933.000 14062.000 0,'0.000'0.000'0,"0.000"0.000"16,-31.000 28.000-16,-28.000 12.000 16,-11.000 5.000-1,4.000-11.000-15,15.000-7.000 16,17.000-11.000-1,17.000 0.000-15,16.000 3.000 16,12.000 5.000 0,4.000 9.000-16,2.000 9.000 15,2.000 12.000 1,0.000 13.000-16,-4.000 8.000 16,-6.000-3.000-1,-7.000-10.000-15,-6.000-15.000 16,-4.000-20.000-1,-1.000-22.000-15,0.000-10.000 16,1.000-19.000 0</inkml:trace>
  <inkml:trace contextRef="#ctx0" brushRef="#br0">31664.000 14344.000 0,'0.000'0.000'0,"24.000"-7.000"16,13.000-3.000-16,-1.000 1.000 15,-2.000 4.000 1,-3.000 4.000-16,-3.000 4.000 16,-5.000 3.000-1,-6.000 4.000-15,-6.000 3.000 16,-2.000 2.000-1,0.000 4.000-15,-6.000 5.000 16,-3.000 10.000 0,-2.000 7.000-16,0.000 13.000 15,0.000 19.000 1,1.000 18.000 0,1.000 19.000-16,0.000 6.000 15,0.000 4.000-15,3.000-11.000 16,-1.000-15.000-1,-1.000-22.000-15,-1.000-19.000 16,-1.000-23.000 0,-5.000-28.000-16,-3.000-24.000 15,-5.000-25.000 1,-5.000-20.000-16,-4.000-19.000 16,-3.000-9.000-1,4.000-6.000-15,-3.000 1.000 16,-1.000 5.000-1,7.000 23.000-15,6.000 3.000 16,7.000 12.000 0,7.000 15.000-16,3.000 17.000 15,2.000 9.000-15,0.000 6.000 16,6.000 3.000 0,5.000 3.000-16,6.000 0.000 15,2.000 3.000 1,-1.000 2.000-16,-5.000 3.000 15,-7.000 10.000 1,-12.000 10.000-16,-14.000 9.000 16,-16.000 4.000-1,-9.000 0.000-15,1.000-3.000 16,9.000-9.000 0,8.000-7.000-16,11.000-6.000 15,10.000-4.000 1,11.000-2.000-16,10.000-3.000 15,5.000-2.000 1,3.000-2.000-16,0.000 0.000 16,-8.000 3.000-16,-2.000 3.000 15,-9.000 4.000 1,-8.000 10.000-16,-9.000 8.000 16,-11.000 12.000-1,-6.000 5.000-15,-9.000 2.000 16,-4.000-3.000-1,-2.000-8.000 1,4.000-14.000-16,2.000-20.000 16,10.000-24.000-1,14.000-21.000-15,14.000-14.000 16,5.000 10.000 0,22.000-11.000-16,16.000 2.000 15,8.000 10.000-15,6.000 15.000 16,-3.000 14.000-1,0.000 6.000 1,3.000-1.000-16,0.000 4.000 16,-3.000-3.000-1,-7.000 3.000-15,-7.000-1.000 16,-6.000 3.000-16,-8.000-2.000 16,-11.000-1.000-1,-10.000-4.000 1,-10.000-4.000-16,-10.000-4.000 15,-8.000-1.000-15,-4.000 4.000 16,6.000 8.000 0,5.000 5.000-16,4.000 5.000 15,3.000 10.000 1,7.000 16.000-16,4.000 19.000 16,2.000 17.000-1,0.000 14.000-15,-3.000 3.000 16,-1.000-1.000-1,-4.000-7.000-15,-5.000-12.000 16,-3.000-10.000 0,-2.000-13.000-16,-5.000-12.000 15,-6.000-10.000-15,-5.000-13.000 16,-2.000-11.000 0,-1.000-10.000-16,7.000-5.000 15,9.000-4.000 1,11.000 0.000-1,12.000-2.000-15,12.000 3.000 16,11.000 1.000 0,5.000 7.000-16,2.000 2.000 15,-8.000 3.000-15,-4.000-2.000 16,-10.000-5.000 0,-6.000-6.000-16,-7.000-11.000 15,-6.000-12.000 1,-1.000 7.000-16</inkml:trace>
  <inkml:trace contextRef="#ctx0" brushRef="#br0">32471.000 14240.000 0,'26.000'28.000'0,"8.000"8.000"15,-3.000-2.000-15,-4.000-12.000 16,-9.000-9.000 0,-7.000-6.000-16</inkml:trace>
  <inkml:trace contextRef="#ctx0" brushRef="#br0">33018.000 14171.000 0,'11.000'26.000'16,"-2.000"18.000"-16,-16.000 8.000 16,-16.000-1.000-1,-11.000-8.000-15,-10.000-11.000 16,-1.000-18.000 0,6.000-21.000-16,8.000-19.000 15,12.000-18.000 1,10.000 6.000-16</inkml:trace>
  <inkml:trace contextRef="#ctx0" brushRef="#br0">32858.000 14070.000 0,'-8.000'40.000'0,"-8.000"23.000"15,-9.000 10.000-15,-4.000 3.000 16,-1.000-7.000-1,6.000-9.000-15,7.000-13.000 32,9.000-9.000-32,9.000-13.000 0,14.000-7.000 15,11.000-8.000 1,8.000-4.000-16,-1.000-4.000 16,-2.000-1.000-1,-10.000-1.000-15,-8.000 3.000 16,-4.000 5.000-1,-10.000 12.000-15,-13.000 14.000 16,-15.000 8.000 0,-13.000 9.000-16,-10.000 2.000 15,-1.000-1.000 1,3.000-8.000-16,7.000-12.000 16,7.000-13.000-16,15.000-18.000 15,13.000-18.000 1,15.000-14.000-16,2.000 3.000 15</inkml:trace>
  <inkml:trace contextRef="#ctx0" brushRef="#br0">32782.000 14837.000 0,'-9.000'60.000'0,"-2.000"21.000"15,7.000-7.000 1,14.000-17.000-16,12.000-19.000 16,12.000-14.000-1,12.000-13.000-15,5.000-7.000 16,2.000-8.000-16,-4.000-4.000 16,-6.000-3.000-1,-7.000-1.000-15,-8.000-3.000 16,-7.000-3.000-1,-9.000-6.000-15,-10.000-7.000 16,-9.000-6.000 0,-7.000-7.000-16,-2.000-10.000 15,0.000-9.000 1,4.000-7.000-16,2.000 1.000 16,9.000 6.000-1,5.000 4.000-15,-1.000 17.000 16</inkml:trace>
  <inkml:trace contextRef="#ctx0" brushRef="#br0">33421.000 15068.000 0,'0.000'0.000'0,"-3.000"-11.000"15</inkml:trace>
  <inkml:trace contextRef="#ctx0" brushRef="#br0">24945.000 11219.000 0,'-36.000'-12.000'15,"-21.000"-2.000"1,-8.000 1.000-16,-5.000 6.000 16,-4.000 3.000-1,-2.000 6.000-15,-2.000-2.000 16,-1.000 2.000-1,2.000 0.000-15,-1.000 1.000 16,1.000-2.000 0,-5.000 5.000-16,-2.000-2.000 15,-1.000 4.000-15,-2.000 2.000 16,2.000 1.000 0,2.000-1.000-16,-2.000 3.000 15,2.000 1.000 1,1.000 2.000-16,-3.000 2.000 15,0.000 0.000 1,-3.000 1.000-16,5.000-1.000 16,4.000 2.000-1,-1.000 1.000-15,6.000-3.000 16,2.000 0.000 0,-1.000 2.000-16,1.000 1.000 15,-2.000 3.000 1,4.000 2.000-16,1.000 3.000 15,2.000 3.000 1,1.000 2.000-16,2.000-1.000 16,4.000 0.000-1,3.000 3.000-15,1.000 1.000 16,1.000 1.000 0,-2.000 3.000-16,0.000 5.000 15,4.000-1.000 1,1.000-1.000-16,3.000 3.000 15,4.000-1.000 1,4.000 0.000 0,1.000 2.000-16,2.000 2.000 15,3.000 0.000 1,2.000 0.000-16,4.000 0.000 16,0.000 4.000-1,4.000 0.000-15,6.000-1.000 16,4.000-1.000-1,5.000 0.000-15,4.000-2.000 16,3.000 0.000 0,7.000 0.000-16,2.000-2.000 15,1.000-2.000 1,4.000 1.000-16,5.000 0.000 16,1.000 0.000-1,5.000-1.000-15,3.000-2.000 16,3.000-3.000-1,6.000-3.000-15,5.000-3.000 16,2.000-1.000 0,2.000 0.000-16,2.000-2.000 15,3.000-1.000 1,3.000-3.000-16,3.000 0.000 16,5.000-4.000-1,3.000-2.000-15,1.000-4.000 16,3.000-1.000-1,0.000-4.000-15,3.000-2.000 16,-2.000 3.000 0,3.000-3.000-16,1.000 0.000 15,0.000-1.000 1,4.000 1.000-16,4.000 3.000 16,0.000-2.000-1,3.000-3.000-15,4.000 3.000 16,0.000-2.000-1,-2.000 1.000-15,0.000-3.000 16,1.000 0.000 0,0.000-2.000-16,0.000-3.000 15,0.000 0.000 1,2.000 1.000-16,2.000-3.000 16,-1.000-1.000-1,-1.000 0.000-15,4.000 0.000 16,-2.000-4.000-1,1.000 0.000 1,0.000-2.000-16,-2.000-2.000 16,-4.000-1.000-16,-2.000-2.000 15,0.000-1.000 1,2.000-2.000-16,-2.000 0.000 16,-3.000 1.000-1,-2.000-3.000-15,-5.000 0.000 16,-1.000-3.000-1,-3.000-1.000-15,-4.000 0.000 16,-4.000-3.000 0,-3.000 3.000-16,2.000 0.000 15,-4.000-2.000 1,-4.000 1.000-16,-7.000-2.000 16,-1.000-1.000-1,-5.000 2.000-15,-5.000 0.000 16,-2.000-5.000-1,-3.000-2.000-15,-2.000 0.000 16,-5.000-3.000 0,3.000-1.000-16,-5.000-3.000 15,-4.000-1.000 1,-3.000-1.000-16,-4.000-2.000 16,0.000-1.000-1,-5.000 0.000-15,-3.000-4.000 16,-2.000-1.000-1,-1.000-2.000-15,-3.000-4.000 16,0.000-1.000 0,-2.000-1.000-1,1.000-1.000-15,-3.000-3.000 16,0.000-1.000 0,-2.000-2.000-16,0.000 1.000 15,-1.000 0.000 1,1.000-1.000-16,0.000-2.000 15,-2.000-1.000 1,-2.000 0.000-16,-2.000-1.000 16,-2.000 3.000-1,-2.000 4.000-15,-2.000 0.000 16,-2.000 1.000 0,-3.000 4.000-16,0.000 4.000 15,-3.000 1.000 1,0.000 4.000-16,-3.000 3.000 15,1.000 3.000 1,-3.000-2.000-16,-3.000 1.000 16,-2.000 5.000-1,-2.000 2.000-15,-2.000 4.000 16,-4.000 3.000 0,0.000 0.000-16,-1.000 1.000 15,3.000 3.000 1,-3.000 1.000-1,1.000 2.000-15,2.000 4.000 16,-3.000 6.000-16,-1.000 5.000 16,-3.000-6.000-1,0.000-8.000-15,14.000 1.000 16</inkml:trace>
  <inkml:trace contextRef="#ctx0" brushRef="#br0">29007.000 11441.000 0,'-36.000'-26.000'0,"-24.000"-13.000"16,-13.000 5.000-16,-5.000 7.000 15,-4.000 8.000 1,2.000 10.000 0,-3.000 5.000-16,-3.000 4.000 15,0.000 2.000-15,1.000 6.000 16,-2.000 1.000 0,2.000 3.000-16,1.000 2.000 15,4.000 2.000 1,1.000 7.000-1,3.000 4.000-15,-2.000 2.000 16,3.000 5.000-16,-1.000 3.000 16,3.000 4.000-1,0.000 4.000-15,7.000 3.000 16,5.000 0.000 0,4.000 4.000-1,7.000-1.000-15,6.000-2.000 16,10.000 1.000-16,5.000 1.000 15,9.000 2.000 1,2.000-3.000 0,2.000 4.000-16,2.000 1.000 15,1.000 2.000 1,3.000-4.000-16,10.000-3.000 16,6.000-4.000-1,3.000-4.000 1,3.000-3.000-16,3.000-2.000 15,2.000-2.000-15,5.000-5.000 16,3.000 2.000 0,7.000-3.000-16,1.000-2.000 15,1.000-3.000 1,4.000-2.000-16,3.000-1.000 16,2.000-3.000-1,1.000-2.000-15,3.000-2.000 16,3.000 0.000-1,1.000-2.000-15,2.000 1.000 16,0.000-5.000 0,3.000-1.000-16,0.000-1.000 15,2.000-3.000-15,2.000 1.000 16,3.000-3.000 0,6.000-1.000-1,2.000 0.000-15,2.000-1.000 16,3.000-2.000-1,-1.000-1.000-15,4.000 1.000 16,-2.000-2.000 0,3.000 0.000-16,-2.000 1.000 15,2.000 0.000 1,-2.000 1.000-16,-1.000 2.000 16,1.000-2.000-1,5.000 0.000-15,-4.000 2.000 16,-1.000-1.000-1,2.000 2.000-15,-1.000 0.000 16,2.000 0.000 0,1.000 0.000-16,-2.000 0.000 15,1.000 0.000 1,3.000-2.000-16,-1.000-2.000 16,-1.000-1.000-1,0.000 0.000-15,-3.000 1.000 16,0.000-1.000-1,-2.000 1.000 1,-1.000 0.000-16,-2.000-2.000 16,-4.000 0.000-16,1.000-2.000 15,-2.000-2.000 1,0.000-1.000-16,-1.000 1.000 16,-1.000 0.000-1,-8.000 1.000-15,-5.000-1.000 16,-4.000-1.000-1,-6.000-1.000-15,-7.000-1.000 16,-2.000 0.000 0,-7.000-1.000-16,-4.000-3.000 15,-3.000-3.000-15,-4.000-1.000 16,-3.000-6.000 0,-3.000 2.000-16,-1.000-2.000 15,-3.000-1.000 1,-2.000-1.000-16,-4.000 0.000 15,-5.000 1.000 1,-3.000-3.000-16,-5.000-3.000 16,-4.000 0.000-1,-7.000-2.000-15,-3.000-1.000 16,-6.000-2.000 0,-4.000 1.000-16,-4.000-1.000 15,-4.000-2.000 1,-1.000 4.000-16,-4.000-1.000 15,-6.000 1.000 1,-2.000-1.000-16,-6.000-1.000 16,-3.000 0.000-1,0.000 4.000-15,-4.000 1.000 16,-3.000 1.000 0,-5.000-1.000-16,0.000 2.000 15,-3.000 3.000 1,-3.000 0.000-16,-3.000 2.000 15,-4.000 1.000 1,1.000 1.000-16,-6.000 2.000 16,2.000 1.000-1,-4.000 6.000-15,-3.000 0.000 16,-7.000 4.000 0,-2.000 1.000-16,-4.000 5.000 15,-3.000 5.000 1,-4.000 6.000-16,-1.000 8.000 15,-5.000 5.000 1,4.000-6.000-16,28.000-5.000 16</inkml:trace>
  <inkml:trace contextRef="#ctx0" brushRef="#br0">30083.000 13702.000 0,'0.000'0.000'0,"0.000"0.000"15,0.000 0.000-15,0.000 0.000 16,0.000 0.000-16,-16.000 19.000 16,-13.000 5.000-1,-7.000 2.000 1,-5.000-1.000-16,-6.000-1.000 16,-2.000 0.000-1,-4.000-3.000-15,-5.000 0.000 16,-2.000-4.000-1,0.000-1.000-15,0.000-2.000 16,0.000-1.000-16,0.000-2.000 16,-1.000-2.000-1,0.000-2.000-15,-1.000-1.000 16,-4.000-2.000 0,-3.000 3.000-16,-2.000-4.000 15,-3.000 0.000 1,4.000-4.000-16,1.000-3.000 15,0.000 1.000 1,-2.000-2.000-16,2.000-2.000 16,1.000 0.000-1,1.000-1.000-15,-1.000-1.000 16,-2.000 3.000 0,2.000-3.000-1,-1.000 2.000-15,-2.000 3.000 0,2.000-1.000 16,0.000 3.000-1,0.000-2.000-15,-2.000 4.000 16,1.000-1.000 0,1.000-3.000-16,0.000 3.000 15,0.000 1.000 1,2.000 2.000-16,0.000 1.000 16,0.000-2.000-1,0.000 3.000-15,-1.000 0.000 16,2.000 0.000-1,2.000 3.000-15,2.000 2.000 16,-2.000-4.000-16,5.000 4.000 16,1.000 3.000-1,4.000-1.000-15,1.000 5.000 16,-1.000 1.000 0,1.000 2.000-1,2.000 2.000-15,-1.000 4.000 16,5.000 2.000-16,5.000-2.000 15,4.000 2.000 1,6.000-2.000-16,1.000 2.000 16,3.000 4.000-1,2.000 4.000-15,0.000 6.000 16,2.000 2.000 0,-2.000 2.000-16,3.000 2.000 15,1.000 0.000 1,6.000 0.000-16,5.000-3.000 15,3.000-1.000 1,2.000-2.000-16,6.000 2.000 16,4.000 4.000-1,2.000 3.000-15,0.000 1.000 16,2.000 3.000 0,2.000-1.000-16,5.000-1.000 15,4.000-4.000 1,4.000-1.000-16,3.000-5.000 15,1.000-1.000 1,4.000-1.000-16,3.000 1.000 16,4.000-4.000-1,6.000-1.000 1,3.000-3.000-16,2.000-1.000 16,2.000-5.000-16,3.000-2.000 15,3.000-3.000 1,3.000 2.000-16,1.000 0.000 15,5.000-3.000 1,3.000-4.000-16,3.000 1.000 16,3.000-1.000-1,3.000 1.000-15,0.000-2.000 16,-2.000-1.000-16,2.000-1.000 16,5.000 0.000-1,0.000 1.000 1,2.000-2.000-1,0.000-2.000-15,-2.000 0.000 16,3.000-2.000-16,2.000-1.000 16,-3.000-2.000-1,1.000 2.000-15,-4.000 0.000 16,-1.000-2.000-16,1.000-3.000 16,0.000 0.000-1,4.000-3.000-15,2.000-2.000 16,-2.000 1.000-1,0.000-2.000-15,0.000 0.000 16,2.000 0.000-16,1.000 1.000 16,0.000-4.000-1,2.000-2.000-15,-1.000-2.000 16,2.000 1.000 0,-1.000 0.000-1,2.000-1.000-15,-1.000 2.000 16,-3.000-3.000-16,-1.000 1.000 15,-4.000-4.000 1,-2.000 3.000-16,-1.000 1.000 16,-1.000-1.000-1,0.000 2.000 1,-3.000-1.000-16,0.000 2.000 16,-3.000-2.000-16,-2.000 2.000 15,0.000 0.000 1,-3.000-1.000-16,-1.000 1.000 15,-1.000 2.000 1,3.000-2.000-16,-3.000-1.000 16,-1.000 4.000-16,0.000-2.000 15,1.000-2.000 1,-2.000 2.000 0,1.000-2.000-16,-4.000 0.000 15,0.000 1.000-15,-1.000 2.000 16,1.000 2.000-1,-2.000 1.000-15,2.000-2.000 16,-2.000 1.000 0,-2.000 1.000-16,1.000 0.000 15,1.000 1.000 1,0.000-1.000-16,-2.000 0.000 16,-1.000 0.000-1,1.000 2.000-15,1.000-2.000 16,0.000 0.000-1,-2.000 2.000-15,-4.000 0.000 16,0.000-2.000-16,-3.000-2.000 16,0.000-2.000-1,4.000 1.000-15,0.000-2.000 16,-2.000 0.000 0,0.000 0.000-16,-3.000-3.000 15,1.000 0.000 1,-3.000-1.000-16,-3.000-2.000 15,-2.000 0.000 1,-1.000-4.000 0,-1.000-1.000-16,0.000 0.000 15,-4.000 0.000-15,-2.000-1.000 16,1.000-3.000 0,1.000-2.000-16,0.000 0.000 15,-1.000 1.000-15,0.000 2.000 16,-3.000-1.000-1,-8.000 1.000-15,-1.000-3.000 16,-5.000-4.000 0,-5.000-1.000-16,-1.000-1.000 15,-3.000 2.000 1,1.000 1.000-16,-4.000 2.000 16,0.000-2.000-1,-3.000 0.000-15,-2.000-1.000 16,-2.000 4.000-1,0.000 2.000-15,-2.000-1.000 16,-3.000-2.000 0,-2.000 0.000-16,-2.000-4.000 15,-2.000-1.000 1,-2.000-1.000-16,0.000 2.000 16,2.000 3.000-16,-6.000-2.000 15,0.000 0.000 1,-3.000-1.000-16,-3.000 0.000 15,0.000 1.000 1,-3.000-2.000-16,-3.000 2.000 16,-3.000-4.000-1,-1.000 2.000-15,-2.000-2.000 16,2.000 3.000 0,-4.000-1.000-16,1.000-1.000 15,-2.000 0.000 1,-5.000-2.000-16,-4.000 2.000 15,-3.000 3.000 1,-6.000-2.000-16,-2.000 0.000 16,-1.000 2.000-1,-3.000 1.000-15,1.000 0.000 16,-2.000 3.000 0,-3.000-2.000-16,0.000 2.000 15,3.000 3.000 1,0.000 3.000-16,-3.000-3.000 15,1.000 1.000 1,2.000 4.000-16,-2.000 3.000 16,-1.000 0.000-16,0.000 2.000 15,-3.000 1.000 1,-2.000 2.000 0,3.000 3.000-16,-2.000 3.000 15,1.000 1.000-15,1.000 1.000 31,0.000 3.000-31,-4.000 1.000 16,2.000-3.000-16,-1.000 4.000 16,-2.000 2.000-1,0.000 0.000-15,1.000 3.000 16,0.000-1.000 0,-2.000 4.000-16,-2.000 0.000 15,3.000 0.000-15,1.000-1.000 16,-1.000 2.000-1,4.000-5.000-15,-2.000 0.000 16,-1.000-3.000 0,3.000-2.000-16,2.000 1.000 15,2.000 2.000 1,1.000-1.000-16,-2.000 4.000 16,-2.000 3.000-1,0.000 4.000-15,-5.000 2.000 16,1.000 2.000-1,-1.000-4.000 1,2.000-5.000-16,18.000-4.000 16</inkml:trace>
  <inkml:trace contextRef="#ctx0" brushRef="#br0">8505.000 14130.000 0,'0.000'0.000'15,"29.000"-9.000"-15,15.000-4.000 16,8.000-1.000 0,-1.000 4.000-16,0.000 3.000 15,-2.000 6.000 1,-5.000 5.000-16,-8.000 8.000 15,-9.000 5.000 1,-11.000 8.000-16,-17.000 11.000 16,-22.000 12.000-16,-13.000 0.000 15,-9.000-1.000 1,2.000-12.000 0,11.000-10.000-16,11.000-9.000 15,8.000-8.000-15,13.000-8.000 16,2.000 3.000-1,13.000 0.000-15,10.000 2.000 16,4.000 1.000 0,0.000-1.000-16,-6.000 5.000 15,-8.000 11.000 1,-16.000 12.000-16,-22.000 15.000 16,-20.000 11.000-1,-10.000 1.000-15,-1.000-2.000 16,4.000-7.000-1,12.000-10.000-15,15.000-12.000 16,14.000-8.000 0,15.000-8.000-16,17.000-10.000 15,14.000-5.000-15,13.000-11.000 16,12.000-9.000 0,10.000-7.000-16,1.000-9.000 15,2.000-5.000 1,0.000-8.000-16,-5.000-5.000 15,-9.000-4.000 1,-13.000-2.000 0,-13.000-6.000-16,-14.000-2.000 15,-18.000-7.000 1,-14.000-2.000-16,-17.000 2.000 16,-13.000 9.000-1,-15.000 8.000-15,-10.000 15.000 16,-11.000 14.000-1,-7.000 12.000-15,0.000 12.000 16,1.000 14.000 0,6.000 13.000-16,7.000 17.000 15,7.000 19.000 1,7.000 22.000-16,5.000 18.000 16,7.000 17.000-1,17.000 3.000-15,21.000-5.000 16,21.000-8.000-1,17.000-9.000-15,20.000-14.000 16,11.000-18.000 0,13.000-22.000-16,11.000-23.000 15,6.000-27.000 1,2.000-26.000-16,-2.000-17.000 16,-23.000 6.000-1</inkml:trace>
  <inkml:trace contextRef="#ctx0" brushRef="#br0">9473.000 14598.000 0,'0.000'0.000'0,"2.000"-15.000"16</inkml:trace>
  <inkml:trace contextRef="#ctx0" brushRef="#br0">10145.000 14275.000 0,'0.000'0.000'0,"0.000"0.000"15,24.000-16.000 1,14.000-10.000-16,9.000-5.000 15,6.000 4.000 1,-3.000 2.000-16,0.000 9.000 16,-6.000 7.000-1,-6.000 9.000-15,-7.000 14.000 16,-14.000 16.000 0,-17.000 19.000-1,-18.000 22.000-15,-22.000 13.000 16,-17.000 3.000-16,-5.000-9.000 15,-1.000-23.000 1,14.000-21.000-16</inkml:trace>
  <inkml:trace contextRef="#ctx0" brushRef="#br0">10213.000 14360.000 0,'0.000'0.000'15,"21.000"31.000"1,18.000 21.000-16,7.000 9.000 16,4.000-1.000-1,-4.000-8.000-15,-4.000-9.000 16,-8.000-16.000 0,-5.000-23.000-16,-8.000-23.000 15,-6.000-4.000 1</inkml:trace>
  <inkml:trace contextRef="#ctx0" brushRef="#br0">10524.000 14207.000 0,'31.000'-6.000'0,"19.000"-4.000"16,4.000-5.000-1,2.000-2.000-15,0.000 2.000 16,-5.000 1.000 0,-5.000 2.000-16,-8.000 5.000 15,-11.000 6.000-15,-9.000 10.000 16,-17.000 12.000 0,-21.000 22.000-16,-13.000 18.000 15,-14.000 9.000 1,-2.000 2.000-16,4.000-11.000 15,8.000-11.000 1,8.000-19.000-16,9.000-16.000 16,7.000-22.000-1,3.000-22.000-15,3.000-13.000 16,7.000-11.000 0,6.000 5.000-1,9.000 15.000-15,7.000 16.000 16,0.000 15.000-1,-2.000 11.000-15,0.000 11.000 16,2.000 9.000 0,1.000 5.000-16,3.000 5.000 15,-2.000-1.000 1,-4.000-3.000-16,-4.000-11.000 16,-1.000-21.000-16,-4.000-7.000 15</inkml:trace>
  <inkml:trace contextRef="#ctx0" brushRef="#br0">11020.000 14240.000 0,'28.000'-6.000'0,"18.000"-7.000"15,10.000-1.000 1,2.000 2.000-16,-3.000 0.000 15,-6.000 5.000 1,-9.000 1.000-16,-13.000-2.000 16,-12.000-4.000-16,-16.000-8.000 15,-18.000-8.000 1,-1.000 1.000-16</inkml:trace>
  <inkml:trace contextRef="#ctx0" brushRef="#br0">11246.000 13968.000 0,'0.000'0.000'0,"9.000"40.000"16,4.000 28.000 0,-7.000 21.000-16,-3.000 7.000 15,-6.000 1.000 1,-3.000-10.000 0,-2.000-18.000-16,-2.000-18.000 15,0.000-15.000-15,2.000-12.000 16,-6.000-10.000-1,-5.000-12.000-15,-8.000-6.000 16,-4.000-8.000 0,3.000-4.000-16,9.000-2.000 15,10.000-7.000 1,11.000-2.000-16,14.000-11.000 16,16.000-7.000-1,13.000-9.000 1,11.000-3.000-16,9.000-6.000 15,4.000-1.000-15,1.000 1.000 16,-2.000 1.000 0,-8.000 8.000-16,-11.000 15.000 15,-14.000 14.000 1,-13.000 11.000-16,-8.000 5.000 16,-14.000 11.000-16,-18.000 15.000 15,-19.000 8.000 1,-17.000 6.000-16,-6.000-2.000 15,5.000-6.000 1,13.000-8.000 0,14.000-7.000-16,16.000-12.000 15,8.000-5.000-15,11.000-2.000 16,7.000 4.000 0,5.000 7.000-16,3.000 12.000 15,2.000 16.000 1,-6.000 23.000-1,-10.000 24.000-15,-11.000 25.000 16,-7.000 10.000 0,-6.000 0.000-16,1.000-17.000 15,3.000-27.000 1,6.000-28.000-16,8.000-33.000 16,4.000-33.000-16,2.000-27.000 15,-2.000 4.000 1</inkml:trace>
  <inkml:trace contextRef="#ctx0" brushRef="#br0">11499.000 14155.000 0,'0.000'0.000'16,"0.000"0.000"-16,36.000-7.000 15,20.000-5.000 1,9.000-1.000-16,2.000 0.000 15,-3.000-1.000 1,-7.000 4.000-16,-5.000 0.000 16,-11.000 3.000-1,-14.000 2.000 1,-16.000-3.000-16,-18.000 0.000 16,-12.000 2.000-16,-10.000 6.000 15,1.000 15.000 1,5.000 11.000-16,4.000-1.000 15,6.000 7.000-15,8.000 15.000 16,1.000 22.000 0,0.000 22.000-16,0.000 21.000 15,-1.000 8.000 1,0.000-6.000 0,4.000-19.000-16,6.000-26.000 15,12.000-33.000-15,2.000-18.000 16</inkml:trace>
  <inkml:trace contextRef="#ctx0" brushRef="#br0">12458.000 13736.000 0,'0.000'0.000'16,"0.000"0.000"-16,0.000 0.000 15,0.000 0.000 1,-34.000 23.000-16,-24.000 13.000 16,-14.000-1.000-1,2.000-4.000-15,13.000-10.000 16,22.000-6.000-1,14.000-6.000-15,17.000 0.000 16,13.000 1.000 0,11.000 8.000-16,5.000 12.000 15,2.000 16.000 1,-5.000 17.000-16,-6.000 7.000 16,-8.000 10.000-1,-6.000-4.000-15,-5.000-8.000 16,-1.000-15.000-1,0.000-24.000-15,-2.000-30.000 16,2.000-11.000 0</inkml:trace>
  <inkml:trace contextRef="#ctx0" brushRef="#br0">12230.000 13993.000 0,'0.000'0.000'0,"25.000"-1.000"16,11.000-2.000-1,1.000-3.000-15,-1.000-1.000 16,-2.000 3.000 0,-6.000 3.000-16,-6.000 1.000 15,-3.000 2.000 1,-4.000 8.000-16,-2.000 15.000 15,-6.000 17.000 1,-3.000 23.000-16,-5.000 20.000 16,-4.000 24.000-1,-2.000 14.000-15,0.000 7.000 16,2.000-6.000 0,3.000-19.000-16,1.000-20.000 15,0.000-29.000 1,1.000-24.000-1,-4.000-30.000-15,-2.000-23.000 16,-7.000-27.000-16,-5.000-26.000 16,-6.000-20.000-1,-6.000-8.000-15,-27.000 0.000 16,-6.000 13.000 0,13.000 24.000-16</inkml:trace>
  <inkml:trace contextRef="#ctx0" brushRef="#br0">12222.000 14189.000 0,'29.000'-9.000'16,"12.000"-1.000"-1,3.000-1.000-15,-7.000 7.000 16,-10.000 6.000-16,-11.000 7.000 16,-16.000 11.000-1,-16.000 8.000-15,-16.000 8.000 16,-8.000-2.000-1,-1.000-2.000 1,10.000-10.000-16,11.000-9.000 16,20.000-13.000-1,4.000 8.000-15,21.000-2.000 16,16.000-3.000-16,-1.000-2.000 16,-3.000 0.000-1,-8.000 3.000-15,-8.000 0.000 16,-9.000 4.000-1,-10.000 11.000-15,-15.000 13.000 16,-17.000 12.000 0,-12.000 8.000-16,-7.000-2.000 15,-2.000-8.000 1,6.000-21.000-16,11.000-21.000 16,16.000-25.000-1,12.000-1.000-15</inkml:trace>
  <inkml:trace contextRef="#ctx0" brushRef="#br0">12474.000 14257.000 0,'52.000'0.000'0,"23.000"-1.000"16,7.000 1.000-1,-9.000 3.000-15,-12.000 1.000 16,-10.000-1.000-16,-15.000 1.000 15,-12.000-1.000 1,-24.000-3.000-16,2.000-4.000 16,-18.000-6.000-1,-6.000-10.000-15,2.000-10.000 16,4.000-4.000 0,6.000-2.000-16,9.000 4.000 15,3.000 11.000 1,1.000 7.000-16,-3.000 14.000 15,6.000 0.000 1,2.000 21.000-16,0.000 26.000 16,-2.000 21.000-1,0.000 21.000-15,0.000 14.000 16,-1.000 0.000 0,-5.000-6.000-16,-3.000-17.000 15,-2.000-18.000 1,-1.000-18.000-16,-6.000-18.000 15,-9.000-18.000 1,-8.000-21.000-16,-9.000-21.000 16,-5.000-16.000-1,1.000-5.000-15,11.000 7.000 16,12.000 15.000 0,10.000 6.000-16,16.000 5.000 15,16.000 4.000 1,17.000 3.000-16,10.000 3.000 15,6.000 1.000 1,4.000 4.000-16,2.000-4.000 16,-2.000-3.000-1,-1.000-13.000-15,-7.000-10.000 16,-15.000 3.000-16</inkml:trace>
  <inkml:trace contextRef="#ctx0" brushRef="#br0">13417.000 14248.000 0,'11.000'9.000'0,"2.000"0.000"16,-1.000-1.000-16</inkml:trace>
  <inkml:trace contextRef="#ctx0" brushRef="#br0">13576.000 14531.000 0,'15.000'28.000'15,"4.000"6.000"-15</inkml:trace>
  <inkml:trace contextRef="#ctx0" brushRef="#br0">14897.000 14240.000 0,'-24.000'12.000'0,"-10.000"9.000"15,-5.000 13.000 1,0.000 10.000-16,5.000 9.000 15,4.000 7.000 1,7.000 2.000 0,11.000 1.000-16,9.000-6.000 15,10.000-6.000-15,12.000-6.000 16,12.000-8.000 0,6.000-12.000-16,11.000-11.000 15,2.000-12.000 1,4.000-10.000-16,0.000-15.000 31,-2.000-9.000-31,-2.000-11.000 16,-9.000-7.000-16,-8.000-6.000 15,-8.000-2.000 1,-12.000-1.000-16,-8.000 6.000 16,-9.000 5.000-1,-11.000 6.000-15,-8.000 8.000 16,-6.000 7.000-1,-10.000 8.000-15,-5.000 9.000 16,-5.000 11.000 0,-3.000 8.000-16,-2.000 5.000 15,8.000 2.000 1,13.000-6.000-16,11.000-5.000 16</inkml:trace>
  <inkml:trace contextRef="#ctx0" brushRef="#br0">15460.000 14266.000 0,'0.000'0.000'0,"0.000"0.000"16,9.000 27.000 0,8.000 14.000-16,1.000-1.000 15,-1.000-16.000 1,-6.000-11.000 0</inkml:trace>
  <inkml:trace contextRef="#ctx0" brushRef="#br0">15973.000 14103.000 0,'0.000'0.000'0,"0.000"24.000"16,-9.000 14.000-16,-7.000 2.000 15,-14.000-9.000 1,2.000-13.000-16</inkml:trace>
  <inkml:trace contextRef="#ctx0" brushRef="#br0">15889.000 14027.000 0,'-17.000'27.000'15,"-11.000"22.000"1,-7.000 17.000-16,-3.000 8.000 16,1.000 1.000-1,9.000-11.000-15,8.000-17.000 16,15.000-19.000 0,12.000-14.000-16,14.000-14.000 15,11.000-8.000-15,7.000-8.000 16,1.000 2.000-1,-7.000 4.000 1,-9.000 5.000-16,-9.000 10.000 16,-13.000 16.000-1,-15.000 17.000-15,-21.000 19.000 16,-21.000 12.000 0,-11.000 5.000-16,-1.000-6.000 15,6.000-14.000 1,11.000-30.000-16,14.000-15.000 15</inkml:trace>
  <inkml:trace contextRef="#ctx0" brushRef="#br0">15812.000 14591.000 0,'5.000'42.000'16,"-2.000"22.000"-1,-5.000 2.000-15,1.000-5.000 16,0.000-10.000 0,4.000-13.000-16,7.000-10.000 15,9.000-14.000 1,10.000-17.000-16,14.000-18.000 16,11.000-17.000-1,7.000-14.000-15,1.000-6.000 16,-2.000 3.000-1,-4.000 11.000-15,-5.000 12.000 16,-5.000 21.000 0,-12.000 15.000-16,-14.000 5.000 15,-8.000 6.000 1,-9.000 2.000 0,-4.000 1.000-16,-9.000-11.000 15,-1.000-4.000-15</inkml:trace>
  <inkml:trace contextRef="#ctx0" brushRef="#br0">16855.000 14514.000 0,'50.000'15.000'0,"16.000"1.000"16,0.000-8.000 0,-11.000-8.000-16,-9.000-9.000 15,-9.000-8.000 1,-8.000-7.000-16,-8.000-4.000 16,-8.000-5.000-1,-8.000-1.000-15,-7.000 1.000 16,-7.000 0.000-1,-7.000 6.000-15,-2.000 6.000 16,-5.000 4.000 0,-5.000 8.000-16,-4.000 10.000 15,-1.000 10.000 1,-5.000 13.000 0,1.000 14.000-16,-1.000 18.000 15,8.000 10.000-15,5.000 6.000 16,14.000 0.000-1,16.000-1.000 1,16.000-8.000-16,10.000-10.000 16,11.000-11.000-16,1.000-15.000 15,5.000-12.000 1,4.000-18.000-16,-2.000-15.000 16,-5.000-19.000-1,-12.000 4.000-15</inkml:trace>
  <inkml:trace contextRef="#ctx0" brushRef="#br0">17571.000 14171.000 0,'15.000'38.000'0,"3.000"16.000"15,1.000-11.000-15,-3.000-15.000 16</inkml:trace>
  <inkml:trace contextRef="#ctx0" brushRef="#br0">18142.000 14180.000 0,'-3.000'25.000'0,"-17.000"17.000"15,-19.000 5.000 1,-13.000-10.000-16,7.000-13.000 15</inkml:trace>
  <inkml:trace contextRef="#ctx0" brushRef="#br0">17965.000 14070.000 0,'-13.000'32.000'0,"-14.000"23.000"16,-11.000 13.000-1,-9.000 2.000-15,10.000-17.000 16</inkml:trace>
  <inkml:trace contextRef="#ctx0" brushRef="#br0">17595.000 14574.000 0,'0.000'0.000'16,"32.000"-9.000"-1,21.000-6.000-15,9.000-4.000 16,1.000 0.000-1,0.000-3.000-15,-3.000 3.000 16,-9.000 6.000 0,-10.000 5.000-16,-11.000 0.000 15,-12.000 7.000 1,-15.000 7.000-16,-16.000 12.000 16,-14.000 10.000-1,-11.000 6.000-15,-7.000 5.000 16,-6.000 7.000-1,-1.000 0.000-15,1.000 4.000 16,-2.000 0.000 0,-3.000-4.000-16,3.000-9.000 15,8.000-17.000 1,17.000-24.000-16,11.000-9.000 16</inkml:trace>
  <inkml:trace contextRef="#ctx0" brushRef="#br0">17865.000 14591.000 0,'2.000'42.000'16,"-1.000"22.000"-1,-4.000 2.000-15,-2.000-3.000 16,3.000-10.000-1,9.000-13.000-15,13.000-11.000 16,12.000-12.000 0,9.000-14.000-16,10.000-9.000 15,-1.000-11.000 1,-1.000-6.000-16,-3.000 2.000 16,-7.000 0.000-1,-14.000 3.000-15,-10.000 3.000 16,-6.000 0.000-1,-10.000-5.000-15,-4.000-11.000 16,-3.000-11.000 0,2.000 7.000-16</inkml:trace>
  <inkml:trace contextRef="#ctx0" brushRef="#br0">18453.000 14719.000 0,'0.000'0.000'0,"2.000"9.000"15,1.000 2.000-15</inkml:trace>
  <inkml:trace contextRef="#ctx0" brushRef="#br0">16637.000 14854.000 0,'0.000'0.000'15,"0.000"0.000"1,-8.000 18.000-16</inkml:trace>
  <inkml:trace contextRef="#ctx0" brushRef="#br0">18831.000 14591.000 0,'25.000'0.000'16,"11.000"-4.000"-1,6.000-1.000-15,-1.000-2.000 16,-2.000-2.000-16,-1.000-1.000 15,-12.000-6.000-15,-8.000 1.000 16</inkml:trace>
  <inkml:trace contextRef="#ctx0" brushRef="#br0">19016.000 14377.000 0,'-18.000'49.000'0,"-6.000"29.000"15,5.000 11.000 1,7.000-2.000-16,5.000-13.000 16,6.000-14.000-1,3.000-20.000-15,1.000-19.000 16,3.000-16.000-1,2.000-21.000-15,6.000-23.000 16,10.000-28.000 0,9.000-25.000-16,5.000-16.000 15,4.000-6.000 1,0.000 7.000-16,-6.000 12.000 16,-3.000 19.000-1,-7.000 22.000-15,-9.000 21.000 16,-4.000 16.000-1,-6.000 15.000 1,-7.000 20.000-16,-2.000 14.000 16,-4.000 9.000-16,2.000 3.000 15,6.000-2.000 1,3.000-4.000-16,9.000-7.000 16,6.000-7.000-1,8.000-3.000-15,7.000-2.000 16,2.000-2.000-1,4.000 4.000 1,-4.000 7.000-16,-8.000 8.000 16,-7.000 15.000-16,-11.000 15.000 15,-13.000 13.000 1,-13.000 13.000 0,-7.000 2.000-16,-2.000-9.000 15,-6.000-15.000 1,-2.000-25.000-16,-3.000-33.000 15,7.000-12.000 1</inkml:trace>
  <inkml:trace contextRef="#ctx0" brushRef="#br0">19236.000 14505.000 0,'0.000'0.000'15,"0.000"0.000"-15,0.000 0.000 16,17.000 11.000 0,8.000 9.000-16,0.000-4.000 15,-8.000-3.000 1</inkml:trace>
  <inkml:trace contextRef="#ctx0" brushRef="#br0">19159.000 14769.000 0,'13.000'17.000'0,"11.000"-8.000"16,15.000-18.000 0,7.000-19.000-16,6.000-14.000 15,-7.000-6.000 1,-12.000 6.000-1</inkml:trace>
  <inkml:trace contextRef="#ctx0" brushRef="#br0">19807.000 14164.000 0,'0.000'0.000'0,"4.000"37.000"16,-1.000 23.000-16,-3.000 9.000 16,-5.000-6.000-1,-1.000-17.000-15</inkml:trace>
  <inkml:trace contextRef="#ctx0" brushRef="#br0">19883.000 14062.000 0,'0.000'0.000'0,"15.000"-14.000"16,13.000-5.000-1,7.000-6.000-15,3.000 4.000 16,1.000 3.000-1,-6.000 5.000-15,-5.000 8.000 16,-8.000 6.000 0,-5.000 9.000-16,-7.000 7.000 15,-3.000 10.000-15,-5.000 13.000 16,-8.000 13.000 0,-2.000 16.000-16,-4.000 5.000 15,0.000 6.000 1,1.000-4.000-1,7.000-14.000-15,3.000-17.000 16,2.000-20.000-16,1.000-25.000 16,-2.000-2.000-1,-5.000-22.000-15,-2.000-3.000 16</inkml:trace>
  <inkml:trace contextRef="#ctx0" brushRef="#br0">19874.000 14232.000 0,'0.000'0.000'0,"0.000"0.000"16,18.000-11.000 0,11.000-2.000-16,3.000 0.000 15,0.000 4.000-15,-7.000 3.000 16,-8.000 9.000-1,-6.000 10.000-15,-10.000 9.000 16,-16.000 7.000 0,-8.000 10.000-1,-4.000-2.000-15,-3.000-2.000 16,5.000-10.000-16,7.000-7.000 16,7.000-8.000-1,11.000-10.000-15,0.000 0.000 16,6.000 2.000-1,11.000-7.000-15,4.000-6.000 16,4.000 1.000 0,-2.000 3.000-16,-8.000 3.000 15,-15.000 4.000 1,4.000 7.000-16,-13.000 10.000 16,-16.000 12.000-1,-16.000 10.000-15,-13.000 6.000 16,-1.000-1.000-1,8.000-6.000-15,18.000-8.000 16,16.000-14.000 0,14.000-12.000-16,17.000-13.000 15,15.000-11.000 1,12.000-7.000-16,8.000-6.000 16,1.000 1.000-1,-1.000 6.000-15,-8.000 9.000 16,-8.000 9.000-1,-7.000 14.000-15,-12.000 18.000 16,-13.000 21.000 0,-11.000 14.000-16,-6.000 2.000 15,-1.000-8.000 1,7.000-11.000-16,3.000-10.000 16,5.000-9.000-1,7.000-8.000-15,4.000-12.000 16,6.000-13.000-1,6.000-15.000-15,4.000-13.000 16,-1.000-10.000 0,-4.000-3.000-16,-13.000 0.000 15,-12.000 2.000 1,-3.000 12.000 0</inkml:trace>
  <inkml:trace contextRef="#ctx0" brushRef="#br0">20035.000 14616.000 0,'-40.000'39.000'0,"-20.000"20.000"15,-1.000 3.000 1,7.000-6.000-16,5.000-9.000 16,14.000-13.000-1,11.000-16.000-15,24.000-18.000 16,-6.000 1.000-1,17.000-8.000-15,15.000-3.000 16,10.000 6.000 0,7.000 6.000-16,0.000 5.000 15,3.000 9.000 1,1.000 2.000-16,6.000 3.000 16,2.000 0.000-1,4.000-1.000-15,4.000 2.000 16,-5.000-6.000-16,-3.000-8.000 15,-2.000-7.000 1,-6.000-10.000 0,-6.000-12.000-16,-9.000-12.000 15,-8.000-13.000-15,-12.000-11.000 16,-9.000-14.000 0,-4.000 11.000-16</inkml:trace>
  <inkml:trace contextRef="#ctx0" brushRef="#br0">20590.000 14171.000 0,'6.000'42.000'0,"-1.000"29.000"15,0.000 29.000 1,-1.000 19.000-16,-1.000 7.000 15,-3.000-7.000 1,-3.000-15.000 0,3.000-23.000-16,3.000-30.000 15,-1.000-29.000-15,1.000-34.000 16,0.000-9.000 0</inkml:trace>
  <inkml:trace contextRef="#ctx0" brushRef="#br0">20665.000 14360.000 0,'44.000'-24.000'0,"24.000"-12.000"16,4.000 4.000-1,-4.000 7.000-15,-7.000 14.000 16,-12.000 6.000-1,-15.000 8.000 1,-12.000 15.000-16,-19.000 12.000 16,-20.000 10.000-1,-19.000 8.000-15,-16.000 2.000 16,-3.000-7.000 0,13.000-12.000-16,14.000-11.000 15,12.000-8.000-15,16.000-12.000 16,2.000-4.000-1,22.000-10.000-15,17.000-4.000 16,12.000-4.000 0,7.000 3.000-16,2.000 8.000 15,-8.000 6.000 1,-5.000 9.000 0,-13.000 10.000-16,-17.000 11.000 15,-17.000 13.000-15,-23.000 15.000 16,-22.000 11.000-1,-20.000 7.000-15,-16.000-4.000 16,1.000-14.000 0,9.000-21.000-16,21.000-27.000 15,16.000-24.000 1,15.000-22.000-16,8.000-20.000 16,5.000-14.000-1,3.000 11.000-15</inkml:trace>
  <inkml:trace contextRef="#ctx0" brushRef="#br0">20842.000 14001.000 0,'8.000'31.000'16,"10.000"29.000"-1,14.000 27.000-15,10.000 31.000 16,5.000 24.000 0,1.000 17.000-16,0.000 7.000 31,-2.000-5.000-31,0.000-20.000 0,-2.000-29.000 16,-6.000-35.000-1,-7.000-35.000-15,-10.000-35.000 16,-9.000-15.000-16</inkml:trace>
  <inkml:trace contextRef="#ctx0" brushRef="#br0">21009.000 13925.000 0,'0.000'23.000'0,"6.000"12.000"15,3.000-4.000 1</inkml:trace>
  <inkml:trace contextRef="#ctx0" brushRef="#br0">21700.000 13984.000 0,'0.000'0.000'16,"-8.000"29.000"-16,-20.000 24.000 15,-26.000 14.000 1,-22.000 1.000-16,0.000-11.000 16,16.000-17.000-1,24.000-20.000-15,26.000-19.000 16,21.000-6.000 0,8.000-1.000-16,7.000 0.000 15,-1.000 6.000 1,4.000 10.000-16,2.000 14.000 15,0.000 24.000-15,-7.000 25.000 16,-11.000 26.000 0,-8.000 20.000-1,-11.000 6.000-15,-6.000-12.000 16,-1.000-22.000 0,3.000-30.000-16</inkml:trace>
  <inkml:trace contextRef="#ctx0" brushRef="#br0">21893.000 13916.000 0,'9.000'11.000'15,"0.000"10.000"1,-6.000 7.000-16,-15.000 3.000 16,-13.000-2.000-1,3.000-8.000-15</inkml:trace>
  <inkml:trace contextRef="#ctx0" brushRef="#br0">21909.000 14180.000 0,'28.000'7.000'0,"13.000"1.000"16,0.000-1.000-1,-9.000 2.000-15,-9.000 2.000 16,-15.000 8.000-16,-14.000 10.000 16,-18.000 7.000-1,-12.000 2.000-15,-4.000-2.000 16,3.000-8.000-1,13.000-7.000-15,9.000-9.000 16,15.000-2.000 0,16.000-5.000-1,21.000-9.000-15,20.000-5.000 16,12.000-9.000-16,3.000-4.000 16,-7.000-2.000-1,-14.000 4.000-15,-18.000 6.000 16,-24.000 7.000-1,-25.000 0.000-15,-7.000 3.000 16</inkml:trace>
  <inkml:trace contextRef="#ctx0" brushRef="#br0">21901.000 14266.000 0,'-16.000'75.000'0,"-30.000"44.000"16,-19.000 11.000-1,-16.000-6.000-15,2.000-26.000 16,17.000-34.000 0</inkml:trace>
  <inkml:trace contextRef="#ctx0" brushRef="#br0">21708.000 14727.000 0,'24.000'53.000'16,"9.000"25.000"-16,-4.000 0.000 15,-11.000-7.000 1,-11.000-16.000-16,-2.000-24.000 15,-3.000-15.000 1</inkml:trace>
  <inkml:trace contextRef="#ctx0" brushRef="#br0">21792.000 14616.000 0,'34.000'-9.000'16,"26.000"-11.000"0,13.000 2.000-16,7.000 4.000 15,0.000 7.000 1,3.000 14.000-16,-7.000 8.000 16,-12.000 10.000-1,-11.000 9.000-15,-20.000 6.000 16,-17.000 7.000-1,-27.000 9.000-15,-24.000-5.000 16,-23.000-15.000 0,6.000-13.000-16</inkml:trace>
  <inkml:trace contextRef="#ctx0" brushRef="#br0">21850.000 14752.000 0,'65.000'-8.000'0,"20.000"-5.000"16,-3.000-4.000 0,-11.000 0.000-1,-13.000 0.000-15,-13.000 0.000 16,-18.000-5.000-16,-12.000 4.000 15</inkml:trace>
  <inkml:trace contextRef="#ctx0" brushRef="#br0">21993.000 14633.000 0,'-3.000'35.000'16,"-4.000"21.000"-16,-3.000 3.000 15,3.000-3.000 1,2.000-13.000-16,2.000-14.000 16,3.000-29.000-1,2.000 10.000-15</inkml:trace>
  <inkml:trace contextRef="#ctx0" brushRef="#br0">22127.000 14556.000 0,'17.000'62.000'0,"1.000"39.000"16,-8.000 19.000-16,-10.000 5.000 16,-8.000-13.000-1,-2.000-31.000-15</inkml:trace>
  <inkml:trace contextRef="#ctx0" brushRef="#br0">22582.000 15068.000 0,'12.000'12.000'0,"-13.000"-11.000"16,-6.000-6.000-16</inkml:trace>
  <inkml:trace contextRef="#ctx0" brushRef="#br0">3990.000 16494.000 0,'75.000'-11.000'15,"37.000"-9.000"-15,5.000-6.000 16,-7.000 0.000 0,-11.000-1.000-16,-6.000 0.000 15,-8.000 3.000 1,-12.000-2.000-16,-15.000 2.000 15,-15.000-2.000 1,-15.000-2.000-16,-14.000-5.000 16,-13.000-9.000-1,-11.000-8.000-15,-10.000-4.000 16,-4.000-1.000 0,-7.000 1.000-16,3.000-1.000 15,4.000 5.000 1,3.000 8.000-16,5.000 11.000 15,6.000 13.000 1,3.000 9.000-16,3.000 11.000 16,2.000 15.000-16,4.000 19.000 15,2.000 22.000 1,1.000 18.000-16,1.000 17.000 16,-1.000 16.000-1,1.000 16.000-15,-2.000 13.000 16,-1.000-1.000-1,-3.000-2.000-15,-3.000-6.000 16,1.000-12.000 0,-3.000-24.000-16,5.000-18.000 15,0.000-24.000 1,0.000-27.000-16,-6.000-28.000 16,-1.000-28.000-1,1.000-23.000-15,-2.000-21.000 16,-4.000-21.000-1,4.000 14.000-15</inkml:trace>
  <inkml:trace contextRef="#ctx0" brushRef="#br0">4780.000 16314.000 0,'-12.000'41.000'0,"-18.000"27.000"15,-7.000 16.000 1,-9.000 8.000-16,-2.000 0.000 16,-1.000-9.000-1,9.000-14.000-15,9.000-29.000 16,11.000-33.000 0,16.000-36.000-16,14.000-30.000 15,11.000-14.000-15,2.000 10.000 16</inkml:trace>
  <inkml:trace contextRef="#ctx0" brushRef="#br0">4754.000 16374.000 0,'56.000'60.000'15,"17.000"28.000"-15,-14.000 6.000 16,-15.000-12.000-1,-16.000-18.000-15,-14.000-31.000 16,-9.000-33.000 0,-2.000-10.000-16</inkml:trace>
  <inkml:trace contextRef="#ctx0" brushRef="#br0">5309.000 15716.000 0,'0.000'0.000'16,"-20.000"50.000"-16,-28.000 34.000 16,-19.000 20.000-16,-13.000 5.000 15,-1.000-6.000 1,6.000-22.000-16,21.000-32.000 15,20.000-33.000 1,26.000-32.000-16,20.000-19.000 16,16.000-14.000-1,13.000 0.000-15,8.000 8.000 16,-3.000 13.000 0,-11.000 13.000-16,-4.000 9.000 15,-5.000 12.000 1,2.000 9.000-16,3.000 11.000 15,2.000 9.000 1,-5.000 6.000-16,-3.000-3.000 16,-7.000-4.000-1,-2.000-12.000-15,-3.000-13.000 16,-5.000-17.000 0,-1.000-8.000-16,-5.000 0.000 15</inkml:trace>
  <inkml:trace contextRef="#ctx0" brushRef="#br0">5025.000 16314.000 0,'25.000'4.000'15,"15.000"1.000"-15,4.000-2.000 16,-4.000 0.000-1,-5.000 1.000-15,-8.000 5.000 16,-8.000 9.000 0,-11.000 14.000-16,-12.000 16.000 15,-11.000 10.000-15,-4.000 4.000 16,-2.000-4.000 0,2.000-7.000-16,9.000-11.000 15,5.000-12.000 1,7.000-14.000-1,5.000-14.000-15,6.000-15.000 16,-1.000-16.000-16,0.000-8.000 16,4.000 1.000-1,-2.000 7.000-15,3.000 11.000 16,-4.000 10.000 0,-3.000 3.000-16,-10.000 7.000 15,8.000 1.000 1,0.000 2.000-16,4.000 2.000 15,2.000-2.000 1,5.000-5.000-16,1.000-4.000 16,5.000-1.000-16,1.000-1.000 15,1.000 4.000 1,-5.000 3.000-16,-3.000 3.000 16,-3.000 6.000-1,-9.000 8.000-15,-7.000 12.000 16,-15.000 10.000-1,-17.000 10.000-15,-17.000 9.000 16,-13.000 4.000 0,-4.000-1.000-16,3.000-5.000 15,10.000-11.000 1,18.000-14.000-16,12.000-11.000 16,16.000-7.000-1,17.000-7.000-15,19.000-5.000 16,18.000-9.000-16,12.000-4.000 15,9.000-4.000 1,-2.000-2.000-16,-7.000 4.000 16,-11.000 5.000-1,-9.000 6.000-15,-13.000 4.000 16,-7.000 1.000 0,-19.000-1.000-16,3.000 0.000 15,-9.000-5.000 1,-1.000 0.000-1</inkml:trace>
  <inkml:trace contextRef="#ctx0" brushRef="#br0">5815.000 16118.000 0,'0.000'0.000'0,"0.000"0.000"16,0.000 0.000-16,0.000 0.000 15,-16.000-5.000 1,-3.000-1.000-16</inkml:trace>
  <inkml:trace contextRef="#ctx0" brushRef="#br0">6049.000 15870.000 0,'13.000'-13.000'16,"1.000"-4.000"-16,-3.000 5.000 15,-6.000 4.000 1,-5.000 8.000-16,0.000 0.000 16,-3.000 3.000-16,-16.000 15.000 15,-16.000 20.000 1,-19.000 17.000-16,-13.000 13.000 16,-3.000 2.000-1,4.000-8.000-15,8.000-12.000 16,18.000-15.000-1,20.000-18.000-15,13.000-17.000 16,15.000-11.000 0,16.000-12.000-16,10.000-1.000 15,3.000 3.000 1,0.000 8.000-16,0.000 9.000 16,-4.000 12.000-1,-2.000 19.000-15,-5.000 17.000 16,-6.000 20.000-1,-8.000 14.000-15,-4.000 10.000 16,-2.000-1.000 0,-4.000-5.000-16,-2.000-12.000 15,0.000-17.000-15,0.000-18.000 16,0.000-35.000 0,0.000 0.000-16,2.000-31.000 15,0.000-26.000 1,0.000 6.000-16</inkml:trace>
  <inkml:trace contextRef="#ctx0" brushRef="#br0">6285.000 15588.000 0,'23.000'14.000'0,"7.000"10.000"16,-5.000 4.000 0,-12.000 2.000-16,-16.000-1.000 15,-9.000-6.000-15</inkml:trace>
  <inkml:trace contextRef="#ctx0" brushRef="#br0">6210.000 15999.000 0,'46.000'3.000'16,"21.000"1.000"-1,3.000-4.000-15,-9.000-1.000 16,-12.000 1.000 0,-13.000 5.000-16,-12.000 8.000 15,-19.000 11.000-15,-18.000 13.000 16,-22.000 9.000-1,-15.000 3.000 1,-1.000-1.000-16,11.000-8.000 16,14.000-13.000-16,15.000-8.000 15,17.000-7.000 1,23.000-3.000-16,16.000-10.000 16,11.000-10.000-1,7.000-7.000-15,-3.000-3.000 31,-12.000 0.000-31,-17.000 3.000 0,-19.000-1.000 16,-22.000-1.000 0,-21.000-2.000-16,1.000 5.000 15</inkml:trace>
  <inkml:trace contextRef="#ctx0" brushRef="#br0">6201.000 16075.000 0,'-6.000'50.000'0,"-13.000"31.000"15,-17.000 22.000 1,-13.000 8.000-16,-3.000-4.000 16,4.000-20.000-16,7.000-36.000 15,12.000-23.000 1</inkml:trace>
  <inkml:trace contextRef="#ctx0" brushRef="#br0">6084.000 16425.000 0,'25.000'34.000'15,"9.000"22.000"-15,-3.000 17.000 16,-9.000 9.000-1,-9.000-7.000-15,-7.000-12.000 16,-1.000-17.000 0,-2.000-20.000-16,3.000-20.000 15,-1.000-18.000 1,3.000-16.000-16,-5.000-13.000 16,-4.000-8.000-1,-4.000-8.000-15,-1.000-4.000 16,2.000 6.000-16,0.000 16.000 15,2.000 14.000 1,1.000 10.000-16,0.000 6.000 16,6.000 5.000-16,13.000 1.000 15,14.000-1.000 1,20.000-3.000-16,20.000-5.000 16,13.000-1.000-1,16.000 5.000-15,0.000 1.000 16,-5.000 4.000-1,-9.000 6.000-15,-20.000 9.000 16,-20.000 13.000 0,-29.000 16.000-16,-29.000 12.000 15,-34.000 5.000 1,-28.000-7.000-16,-18.000-13.000 16,15.000-15.000-1</inkml:trace>
  <inkml:trace contextRef="#ctx0" brushRef="#br0">6285.000 16622.000 0,'56.000'-2.000'0,"26.000"-3.000"15,1.000-2.000 1,-10.000 3.000-16,-13.000 1.000 15,-14.000 4.000 1,-13.000-1.000-16,-14.000-5.000 16,-11.000-4.000-1</inkml:trace>
  <inkml:trace contextRef="#ctx0" brushRef="#br0">6429.000 16407.000 0,'4.000'63.000'15,"-4.000"32.000"1,-9.000 12.000-16,-4.000-16.000 16,0.000-26.000-1,6.000-34.000-15,9.000-33.000 16,1.000-10.000-1</inkml:trace>
  <inkml:trace contextRef="#ctx0" brushRef="#br0">6529.000 16391.000 0,'0.000'0.000'15,"6.000"38.000"1,-1.000 34.000-16,-2.000 34.000 15,-3.000 28.000 1,-1.000 16.000-16,2.000 0.000 16,2.000-14.000-1,2.000-27.000-15,0.000-36.000 16</inkml:trace>
  <inkml:trace contextRef="#ctx0" brushRef="#br0">7210.000 16083.000 0,'20.000'24.000'0,"0.000"9.000"16,-8.000 3.000-1,-10.000-7.000-15,-3.000-11.000 16</inkml:trace>
  <inkml:trace contextRef="#ctx0" brushRef="#br0">7336.000 16434.000 0,'10.000'31.000'15,"-12.000"8.000"-15,-19.000-12.000 16,-5.000-11.000-16</inkml:trace>
  <inkml:trace contextRef="#ctx0" brushRef="#br0">8017.000 15922.000 0,'0.000'0.000'0,"0.000"0.000"16,0.000 0.000-16,10.000 28.000 16,-1.000 24.000-1,-6.000 21.000-15,-6.000 6.000 32,-7.000 5.000-32,-2.000 1.000 0,-1.000 1.000 15,-1.000-4.000 1,1.000-14.000-16,1.000-14.000 15,4.000-15.000 1,5.000-11.000-16,6.000-10.000 16,6.000-9.000-1,5.000-9.000-15,6.000-12.000 16,2.000-8.000 0,5.000-9.000-16,0.000-13.000 15,-2.000-8.000 1,-7.000-9.000-16,-7.000-5.000 15,-6.000-3.000 1,0.000 7.000-16,0.000 8.000 16,8.000 19.000-1,3.000 12.000-15,-3.000 11.000 16,-4.000 6.000 0,-4.000 7.000-1,0.000 8.000-15,1.000 4.000 16,0.000 6.000-16,4.000 0.000 15,-2.000 3.000 1,2.000-7.000-16,-1.000-9.000 16,0.000-13.000-16,3.000-19.000 15,0.000-15.000 1,-4.000 4.000-16</inkml:trace>
  <inkml:trace contextRef="#ctx0" brushRef="#br0">8413.000 15896.000 0,'31.000'18.000'16,"7.000"14.000"-16,-12.000 14.000 16,-20.000 14.000-16,-16.000 17.000 15,-18.000 13.000 1,-16.000 10.000-1,-11.000 3.000-15,-2.000-5.000 16,0.000-14.000 0,9.000-18.000-1,7.000-25.000-15,14.000-30.000 16,12.000-26.000-16,9.000-5.000 16</inkml:trace>
  <inkml:trace contextRef="#ctx0" brushRef="#br0">8463.000 16434.000 0,'39.000'43.000'16,"9.000"20.000"-16,-8.000-6.000 15,-12.000-17.000 1,-11.000-15.000-16</inkml:trace>
  <inkml:trace contextRef="#ctx0" brushRef="#br0">9212.000 16245.000 0,'0.000'25.000'0,"-9.000"22.000"16,-16.000 16.000 0,-13.000 11.000-16,-7.000-2.000 15,-6.000-7.000 1,0.000-16.000 0,8.000-23.000-16,11.000-22.000 15,10.000-8.000 1</inkml:trace>
  <inkml:trace contextRef="#ctx0" brushRef="#br0">8985.000 16040.000 0,'31.000'19.000'16,"22.000"15.000"-16,16.000 10.000 16,0.000 12.000-1,0.000 7.000-15,-4.000 6.000 16,-6.000 0.000 0,-9.000-3.000-16,-6.000-4.000 15,-5.000-12.000 1,-10.000-16.000-16,-10.000-18.000 15,-10.000-13.000 1</inkml:trace>
  <inkml:trace contextRef="#ctx0" brushRef="#br0">9993.000 15580.000 0,'0.000'0.000'16,"0.000"0.000"-16,0.000 0.000 15,-31.000 25.000 1,-25.000 15.000-16,-12.000 2.000 16,5.000-4.000-1,13.000-8.000-15,17.000-10.000 16,13.000-11.000 0,10.000-3.000-16,10.000-6.000 15,0.000 0.000-15,3.000 9.000 16,9.000 3.000-1,6.000 6.000-15,0.000 10.000 16,1.000 12.000 0,-3.000 17.000-16,-6.000 9.000 15,-8.000 8.000 1,-4.000-1.000-16,-2.000-10.000 16,-4.000-14.000-1,-1.000-19.000-15,0.000-24.000 16,2.000-12.000-1</inkml:trace>
  <inkml:trace contextRef="#ctx0" brushRef="#br0">9725.000 15819.000 0,'31.000'-1.000'0,"18.000"-5.000"16,2.000-1.000-16,-1.000-3.000 15,-3.000 2.000 1,-7.000 2.000-16,-4.000 2.000 16,-8.000 0.000-1,-8.000 4.000-15,-7.000 0.000 16,-6.000 6.000-1,-5.000 5.000-15,-3.000 7.000 16,-5.000 8.000 0,-2.000 12.000-16,1.000 10.000 15,1.000 15.000 1,4.000 13.000-16,1.000 13.000 16,0.000 14.000-1,-4.000 15.000-15,0.000 8.000 16,0.000 1.000-1,2.000-12.000-15,5.000-19.000 16,1.000-27.000 0,1.000-23.000-16,0.000-24.000 15,-4.000-25.000-15,-8.000-27.000 16,-4.000-28.000 0,-3.000-28.000-16,-8.000-13.000 15,-1.000-11.000 1,4.000 24.000-16</inkml:trace>
  <inkml:trace contextRef="#ctx0" brushRef="#br0">9817.000 15913.000 0,'0.000'0.000'0,"0.000"0.000"15,0.000 0.000-15,0.000 0.000 16,16.000 10.000 0,7.000 4.000-16,3.000 0.000 15,0.000 2.000 1,-8.000 5.000-16,-9.000 6.000 16,-14.000 10.000-1,-13.000 7.000-15,-14.000 7.000 16,-5.000-2.000-1,4.000-9.000-15,9.000-13.000 16,8.000-11.000 0,9.000-7.000-16,13.000-3.000 15,7.000-5.000 1,7.000-5.000-16,6.000 1.000 16,-1.000-1.000-1,-1.000 0.000-15,-5.000 3.000 16,-6.000 3.000-16,-5.000 8.000 31,-10.000 16.000-31,-13.000 9.000 0,-10.000 14.000 16,-11.000 2.000-1,-4.000-8.000-15,2.000-11.000 16,9.000-19.000 0,13.000-27.000-16,18.000-21.000 15,15.000-16.000 1,17.000-10.000-16,13.000-1.000 15,11.000 3.000 1,8.000 14.000-16,-3.000 11.000 16,-1.000 11.000-1,1.000 5.000-15,1.000 2.000 16,-1.000 5.000 0,4.000 4.000-16,-5.000 3.000 15,-9.000 0.000 1,-7.000 5.000-16,-9.000-1.000 15,-13.000-4.000 1,-5.000-9.000 0,-11.000-6.000-16,-12.000-4.000 15,-6.000-3.000-15,-6.000-2.000 16,0.000 3.000 0,3.000 4.000-16,2.000 8.000 15,11.000 13.000-15,0.000 0.000 16,-6.000 6.000-1,2.000 25.000-15,3.000 25.000 16,0.000 23.000 0,-7.000 19.000-16,1.000 4.000 15,0.000-4.000 1,3.000-10.000 0,-2.000-17.000-16,0.000-18.000 15,2.000-16.000 1,-4.000-15.000-16,-9.000-11.000 15,-6.000-15.000-15,-8.000-17.000 16,-4.000-16.000 0,1.000-6.000-1,9.000 0.000-15,9.000 5.000 16,15.000 8.000 0,17.000 2.000-16,15.000 1.000 15,13.000 2.000-15,6.000 4.000 16,-3.000 4.000-1,-3.000 7.000-15,-4.000-3.000 16,-7.000-3.000 0,-9.000-8.000-16,-10.000 2.000 15</inkml:trace>
  <inkml:trace contextRef="#ctx0" brushRef="#br0">10776.000 15845.000 0,'15.000'27.000'0,"4.000"7.000"16,1.000-8.000-16,-8.000-10.000 15</inkml:trace>
  <inkml:trace contextRef="#ctx0" brushRef="#br0">11339.000 15802.000 0,'2.000'34.000'0,"-10.000"14.000"16,-21.000 2.000-1,-20.000-7.000-15,-13.000-18.000 16,-1.000-21.000 0,14.000-8.000-1</inkml:trace>
  <inkml:trace contextRef="#ctx0" brushRef="#br0">11095.000 15597.000 0,'-6.000'63.000'15,"-15.000"33.000"1,-12.000 10.000-16,-4.000-5.000 16,2.000-14.000-1,7.000-15.000-15,13.000-20.000 16,15.000-15.000-16,17.000-15.000 15,17.000-12.000 1,8.000-10.000-16,5.000-5.000 16,3.000-2.000-1,-10.000 3.000-15,-13.000 0.000 16,-12.000 11.000 0,-18.000 17.000-1,-24.000 15.000-15,-17.000 13.000 16,-16.000 7.000-16,-4.000-6.000 15,5.000-10.000 1,16.000-18.000-16,14.000-14.000 16,19.000-16.000-1,22.000-10.000-15,15.000-6.000 16,9.000 5.000 0,7.000 9.000-16,4.000 13.000 15,-1.000 21.000 1,-4.000 19.000-16,-5.000 9.000 15,-10.000-4.000 1,-6.000-9.000-16,-5.000-12.000 16,-1.000-16.000-1,4.000-21.000-15,4.000-25.000 16,5.000-30.000 0,4.000-29.000-16,3.000-19.000 15,2.000-6.000 1,-3.000-2.000-16,0.000 11.000 15,0.000 14.000 1,-2.000 23.000-16,-4.000 19.000 16,-10.000 19.000-1,-5.000 15.000-15,0.000 27.000 16,-5.000 26.000 0,-4.000 33.000-16,-5.000 36.000 15,-4.000 28.000 1,2.000 2.000-16,3.000-8.000 15,1.000-25.000 1,4.000-30.000-16,5.000-34.000 16,1.000-35.000-1,-3.000-30.000-15,-2.000-32.000 16,-4.000-24.000 0,-4.000-15.000-16,-1.000 16.000 15</inkml:trace>
  <inkml:trace contextRef="#ctx0" brushRef="#br0">11659.000 16006.000 0,'68.000'-7.000'0,"28.000"-6.000"0,0.000 3.000 16,-10.000 3.000-1,-18.000 5.000-15,-21.000 1.000 16,-21.000 3.000-1,-20.000 11.000-15,-26.000 11.000 16,-26.000 7.000 0,-16.000 0.000-16,-5.000-1.000 15,8.000-5.000 1,17.000-7.000-16,17.000-8.000 16,25.000-10.000-1,6.000 2.000-15,26.000-3.000 16,19.000-2.000-16,7.000 1.000 15,-1.000 1.000 1,-3.000 4.000-16,-6.000 5.000 16,-9.000 8.000-1,-12.000 8.000 1,-15.000 13.000-16,-22.000 11.000 16,-25.000 12.000-16,-27.000 3.000 15,-17.000-6.000 1,-10.000-17.000-1,7.000-24.000-15,19.000-28.000 16,23.000-26.000 0,15.000-4.000-16</inkml:trace>
  <inkml:trace contextRef="#ctx0" brushRef="#br0">11793.000 15649.000 0,'20.000'61.000'0,"6.000"40.000"16,5.000 21.000 0,-1.000 22.000-16,5.000 19.000 15,1.000 20.000 1,4.000 17.000-16,3.000 1.000 15,3.000-10.000 1,1.000-27.000-16,-2.000-43.000 16,-8.000-44.000-1,-5.000-49.000 1,-9.000-41.000-16,-12.000-36.000 16,-16.000-30.000-16,-24.000-27.000 15,-4.000 11.000 1</inkml:trace>
  <inkml:trace contextRef="#ctx0" brushRef="#br0">12130.000 15547.000 0,'4.000'30.000'0</inkml:trace>
  <inkml:trace contextRef="#ctx0" brushRef="#br0">12500.000 16118.000 0,'-9.000'9.000'16,"-5.000"0.000"-16,7.000-1.000 16,10.000-3.000-1,13.000-4.000-15,7.000-4.000 16,10.000-7.000-16,15.000-5.000 16,10.000-3.000-1,10.000-6.000-15,8.000-2.000 16,3.000 2.000-1,-4.000 4.000 1,-1.000 5.000-16,-9.000 8.000 16,-9.000 11.000-1,-12.000 10.000-15,-13.000 14.000 16,-13.000 10.000 0,-14.000 10.000-16,-13.000 9.000 15,-15.000 3.000 1,-8.000 0.000-16,-6.000-5.000 15,-3.000-5.000 1,3.000-5.000-16,0.000-6.000 16,2.000-2.000-1,-1.000-2.000-15,2.000-3.000 16,4.000-5.000 0,1.000-4.000-16,4.000-6.000 15,6.000-2.000 1,2.000-9.000-16,6.000-9.000 15,2.000-13.000-15,1.000-16.000 16,8.000-13.000 0,2.000 4.000-16</inkml:trace>
  <inkml:trace contextRef="#ctx0" brushRef="#br0">13047.000 15742.000 0,'0.000'0.000'0,"-22.000"31.000"16,-21.000 28.000 0,-19.000 29.000-1,-14.000 15.000-15,-4.000 11.000 16,5.000-1.000-1,10.000-19.000-15,14.000-28.000 16,15.000-36.000-16,16.000-37.000 16,11.000-12.000-1</inkml:trace>
  <inkml:trace contextRef="#ctx0" brushRef="#br0">12777.000 15734.000 0,'8.000'11.000'0,"-1.000"10.000"15,1.000 8.000 1,-3.000 6.000-16,-3.000-4.000 16,0.000-13.000-1,0.000-8.000-15</inkml:trace>
  <inkml:trace contextRef="#ctx0" brushRef="#br0">12996.000 16067.000 0,'-6.000'24.000'16,"0.000"13.000"-16,-4.000-2.000 15,3.000-17.000 1,3.000-11.000-1</inkml:trace>
  <inkml:trace contextRef="#ctx0" brushRef="#br0">13307.000 15836.000 0,'28.000'2.000'0,"16.000"-1.000"16,10.000-3.000-1,6.000-6.000-15,-1.000-6.000 16,-9.000-4.000 0,-10.000-4.000-16,-7.000-3.000 15,-7.000-3.000 1,-4.000 0.000-16,-9.000-5.000 15,-5.000 6.000 1</inkml:trace>
  <inkml:trace contextRef="#ctx0" brushRef="#br0">13677.000 15657.000 0,'-29.000'59.000'16,"-8.000"26.000"-16,3.000 3.000 15,12.000-11.000 1,10.000-14.000-16,12.000-15.000 16,14.000-15.000-1,14.000-18.000-15,10.000-18.000 16,9.000-13.000 0,-2.000-11.000-16,-4.000-1.000 15,-11.000 2.000 1,-12.000 6.000-16,-8.000 4.000 15,-10.000 7.000 1,-12.000 6.000-16,-11.000 12.000 16,-2.000 12.000-1,-1.000 8.000-15,4.000 11.000 16,6.000 14.000-16,5.000 16.000 16,9.000 9.000-1,6.000 6.000 1,7.000 0.000-16,-1.000-7.000 15,-1.000-11.000 1,-2.000-17.000-16,0.000-15.000 16,-8.000-12.000-16,-9.000-10.000 15,-4.000-15.000 1,-9.000-13.000-16,-7.000-14.000 16,-5.000-11.000-1,0.000-5.000-15,9.000 2.000 16,6.000 6.000-1,10.000 3.000-15,8.000 4.000 16,7.000 1.000 0,12.000-1.000-16,5.000 4.000 15,6.000 3.000 1,2.000 6.000-16,0.000 11.000 16,1.000 14.000-1,-1.000 9.000-15,1.000 19.000 16,-7.000 8.000-1,-3.000 9.000-15,-6.000-1.000 16,-1.000-3.000 0,-5.000-11.000-16,-4.000-18.000 15,-3.000-24.000 1,-4.000-21.000 0,-2.000-18.000-16,-2.000-13.000 15,0.000 7.000-15</inkml:trace>
  <inkml:trace contextRef="#ctx0" brushRef="#br0">13803.000 16204.000 0,'19.000'-6.000'0,"13.000"-2.000"16,7.000-5.000 0,8.000 1.000-16,0.000 1.000 15,4.000 4.000 1,-3.000 2.000-16,-1.000 1.000 15,-8.000 4.000 1,-8.000 8.000-16,-2.000 9.000 16,-7.000 15.000-1,-7.000 17.000-15,-5.000 12.000 16,-7.000 9.000 0,-5.000-1.000-16,-5.000-9.000 15,0.000-17.000 1,-4.000-18.000-16,-5.000-24.000 15,-6.000-18.000 1,-1.000-3.000-16</inkml:trace>
  <inkml:trace contextRef="#ctx0" brushRef="#br0">13903.000 16288.000 0,'0.000'0.000'0,"25.000"-5.000"16,12.000-8.000 0,13.000 0.000-16,-1.000 3.000 15,-3.000 3.000 1,-7.000 3.000-16,-7.000 2.000 16,-10.000 4.000-1,-7.000 2.000-15,-11.000 6.000 16,-16.000 10.000-16,-17.000 10.000 15,-18.000 6.000 1,-13.000 8.000-16,-3.000 0.000 16,8.000-7.000-1,17.000-11.000-15,15.000-12.000 16,19.000-6.000 0,16.000-2.000-16,17.000-3.000 15,17.000-3.000 1,12.000-6.000-16,10.000 0.000 15,-3.000 2.000-15,-10.000 1.000 16,-10.000-1.000 0,-10.000 0.000-16,-10.000-7.000 15,-10.000-6.000 1,-18.000-12.000 0,-18.000-11.000-16,-9.000-12.000 15,2.000 7.000-15</inkml:trace>
  <inkml:trace contextRef="#ctx0" brushRef="#br0">14080.000 15870.000 0,'0.000'0.000'0,"0.000"0.000"16,0.000 0.000-1,4.000 50.000-15,-1.000 39.000 16,-5.000 24.000-1,-5.000 2.000-15,-2.000-20.000 16,2.000-30.000 0</inkml:trace>
  <inkml:trace contextRef="#ctx0" brushRef="#br0">14712.000 15665.000 0,'15.000'21.000'16,"10.000"12.000"-16,6.000 7.000 15,-3.000-4.000 1,-2.000-6.000-16,-5.000-8.000 15,-5.000-7.000 1</inkml:trace>
  <inkml:trace contextRef="#ctx0" brushRef="#br0">14509.000 16075.000 0,'0.000'0.000'0,"37.000"-6.000"16,32.000-11.000-1,15.000-5.000-15,10.000-6.000 16,0.000-1.000 0,-7.000 1.000-16,-9.000 0.000 15,-16.000 2.000 1,-20.000 1.000-16,-21.000 5.000 15,-12.000 6.000-15</inkml:trace>
  <inkml:trace contextRef="#ctx0" brushRef="#br0">14980.000 16127.000 0,'26.000'63.000'0,"8.000"26.000"15,-8.000 8.000-15,-13.000-3.000 16,-16.000-6.000 0,-12.000-20.000-16,-10.000-21.000 15,-5.000-29.000 1,-4.000-27.000-16,-3.000-31.000 16,7.000-2.000-1</inkml:trace>
  <inkml:trace contextRef="#ctx0" brushRef="#br0">14922.000 15955.000 0,'-4.000'34.000'16,"-6.000"31.000"-1,-16.000 14.000-15,-6.000 2.000 16,-1.000-9.000-16,8.000-25.000 15,13.000-35.000 1,16.000-32.000-16,16.000-30.000 16,14.000-24.000-1,11.000-18.000-15,6.000-7.000 16,7.000-1.000 0,4.000 8.000-16,3.000 12.000 15,-4.000 17.000 1,-11.000 16.000-16,-12.000 13.000 15,-11.000 10.000 1,-12.000 13.000-16,-9.000 13.000 16,-10.000 17.000-1,-14.000 19.000-15,-15.000 10.000 16,-2.000 4.000 0,8.000-9.000-16,10.000-11.000 15,19.000-13.000 1,23.000-12.000-16,18.000-11.000 15,16.000-6.000 1,4.000-1.000-16,-5.000 3.000 16,-11.000 6.000-1,-16.000 8.000-15,-15.000 11.000 16,-13.000 9.000 0,-15.000 11.000-16,-11.000 8.000 15,-5.000 3.000-15,0.000-2.000 16,6.000-8.000-1,6.000-10.000 1,8.000-7.000-16,10.000-5.000 16,6.000-1.000-16,5.000-2.000 15,3.000-1.000 1,2.000 3.000-16,1.000 2.000 16,-3.000-1.000-1,-3.000-1.000-15,-1.000-3.000 16,-3.000-3.000-1,-9.000-9.000-15,12.000-2.000 16,9.000-20.000 0,2.000-22.000-16,1.000-16.000 15,-5.000 6.000 1</inkml:trace>
  <inkml:trace contextRef="#ctx0" brushRef="#br0">15493.000 15989.000 0,'-33.000'47.000'16,"-23.000"18.000"-16,-7.000 6.000 15,0.000-9.000 1,3.000-12.000-16,13.000-17.000 16,9.000-25.000-1,16.000-25.000-15,12.000-15.000 16,13.000-10.000-1,9.000 3.000-15,5.000 10.000 16,7.000 14.000 0,1.000 18.000-16,10.000 21.000 15,3.000 14.000 1,1.000 9.000-16,7.000 12.000 16,8.000 7.000-1,9.000 2.000-15,3.000 2.000 16,2.000 0.000-1,-2.000-7.000-15,1.000-6.000 16,-5.000-16.000 0,-10.000-11.000-16,-8.000-19.000 15,-9.000-18.000 1,-11.000-20.000-16,-14.000-18.000 16,-13.000-18.000-16,-13.000-16.000 15,-11.000-15.000 1,-9.000-10.000-16,-2.000 0.000 15,0.000 8.000 1,10.000 19.000-16,14.000 24.000 16,13.000 22.000-1,7.000 12.000-15,7.000 4.000 16,18.000-3.000 0,16.000-3.000-16,10.000 1.000 15,6.000 4.000 1,1.000 4.000-16,-6.000 5.000 15,-5.000 4.000 1,-13.000 2.000-16,-8.000-4.000 16,-14.000-7.000-1,-13.000-10.000-15,-14.000-10.000 16,-11.000-8.000 0,-9.000-4.000-16,-1.000 4.000 15,2.000 12.000 1,10.000 14.000-16,8.000 11.000 15,10.000 3.000 1,-5.000 10.000 0,-2.000 17.000-16,-7.000 17.000 15,-3.000 17.000 1,-4.000 10.000-16,-1.000 1.000 16,6.000-5.000-16,6.000-13.000 15,7.000-11.000 1,12.000-12.000-16,15.000-16.000 15,9.000-15.000 1,8.000-15.000-16,3.000-11.000 16,-6.000-5.000-1,-7.000 5.000-15,-12.000 8.000 16,-9.000 8.000 0,-10.000 10.000-16,0.000 0.000 15,-2.000 4.000-15,-11.000 18.000 16,0.000 21.000-1,0.000 18.000-15,1.000 17.000 32,5.000 13.000-32,5.000 4.000 0,2.000-9.000 15,1.000-11.000 1,-2.000-16.000-16,0.000-15.000 16,0.000-18.000-1,-2.000-10.000-15,-6.000-13.000 16,-6.000-10.000-1,-9.000-13.000-15,-6.000-15.000 16,-5.000-6.000 0,2.000-2.000-16,9.000 7.000 15,9.000 6.000 1,6.000 5.000-16,13.000 0.000 16,11.000 0.000-16,13.000 0.000 15,8.000-2.000 1,9.000-3.000-16,5.000-6.000 15,0.000-8.000 1,-4.000-6.000-16,-2.000-4.000 16,-11.000-1.000-1,-10.000 12.000-15</inkml:trace>
  <inkml:trace contextRef="#ctx0" brushRef="#br0">16317.000 15963.000 0,'32.000'-8.000'0,"19.000"-4.000"16,1.000-2.000-16,-3.000 0.000 15,-4.000 3.000 1,-5.000 0.000-16,-9.000 6.000 16,-10.000 0.000-1,-10.000 1.000-15,-16.000 4.000 16,-4.000 3.000-1</inkml:trace>
  <inkml:trace contextRef="#ctx0" brushRef="#br0">16284.000 16127.000 0,'57.000'7.000'16,"25.000"1.000"-1,1.000-4.000-15,-12.000-3.000 16,-15.000-4.000-16,-17.000-4.000 16,-13.000-3.000-1,-12.000-4.000-15,-13.000-7.000 16,-12.000-4.000 0,-1.000 2.000-16</inkml:trace>
  <inkml:trace contextRef="#ctx0" brushRef="#br0">16519.000 15649.000 0,'0.000'59.000'0,"-8.000"35.000"15,-8.000 6.000-15,-3.000-8.000 16,8.000-13.000 0,9.000-14.000-1,16.000-13.000-15,17.000-12.000 16,8.000-8.000 0,5.000-6.000-16,0.000-6.000 15,-10.000-3.000 1,-10.000-6.000-16,-12.000-2.000 15,-13.000 7.000-15,-20.000 6.000 16,-17.000 6.000 0,-13.000 1.000-1,-6.000 5.000-15,5.000-4.000 16,15.000-9.000-16,14.000-2.000 16,23.000 5.000-1,19.000 2.000-15,19.000 2.000 16,22.000-3.000-1,10.000-10.000-15,2.000-17.000 16,-16.000-6.000 0</inkml:trace>
  <inkml:trace contextRef="#ctx0" brushRef="#br0">17394.000 15623.000 0,'0.000'0.000'0,"0.000"0.000"15,0.000 0.000 1,-14.000 31.000-16,-19.000 31.000 15,-18.000 24.000 1,-10.000 4.000-16,0.000-5.000 16,4.000-11.000-1,7.000-19.000-15,6.000-20.000 16,5.000-22.000 0,18.000-31.000-16,17.000-19.000 15,16.000-11.000-15,14.000 3.000 16,9.000 11.000-1,5.000 11.000 1,1.000 20.000-16,-6.000 9.000 16,-8.000 11.000-1,-5.000 14.000-15,-2.000 13.000 16,0.000 22.000 0,-4.000 24.000-16,-11.000 16.000 15,-6.000 11.000 1,-6.000-7.000-16,-3.000-18.000 15,4.000-26.000 1,6.000-32.000-16,6.000-30.000 16,6.000-28.000-16,-3.000-4.000 15</inkml:trace>
  <inkml:trace contextRef="#ctx0" brushRef="#br0">17571.000 15555.000 0,'17.000'28.000'16,"5.000"12.000"-1,-4.000 3.000-15,-7.000-2.000 16,-9.000 0.000-1,-6.000-8.000-15,-3.000-12.000 16,1.000-12.000 0</inkml:trace>
  <inkml:trace contextRef="#ctx0" brushRef="#br0">17478.000 15947.000 0,'49.000'-9.000'16,"26.000"-6.000"-16,7.000-4.000 15,-5.000 2.000-15,-8.000 2.000 16,-7.000 7.000-16,-16.000 3.000 16,-16.000 2.000-1,-13.000 9.000-15,-16.000 11.000 16,-22.000 14.000-1,-22.000 13.000-15,-17.000 7.000 16,-3.000-4.000 0,10.000-5.000-16,16.000-14.000 15,14.000-10.000 1,14.000-3.000-16,19.000-5.000 16,20.000-3.000-1,19.000-9.000-15,8.000-9.000 16,3.000-4.000-1,-1.000-6.000-15,-5.000-1.000 16,-10.000 0.000 0,-13.000-2.000-16,-22.000 1.000 15,-18.000-3.000 1,-5.000 8.000-16</inkml:trace>
  <inkml:trace contextRef="#ctx0" brushRef="#br0">17587.000 15887.000 0,'-15.000'52.000'0,"-17.000"36.000"16,-16.000 18.000-1,-8.000 1.000-15,-4.000-7.000 16,3.000-15.000-1,10.000-24.000 1,12.000-27.000-16,13.000-27.000 16,13.000-22.000-16,6.000-4.000 15</inkml:trace>
  <inkml:trace contextRef="#ctx0" brushRef="#br0">17360.000 16382.000 0,'24.000'49.000'0,"9.000"22.000"16,-6.000 6.000 0,-8.000-8.000-16,-11.000-11.000 15,-4.000-21.000 1,-4.000-37.000-16,0.000-2.000 16,1.000-30.000-1,1.000-3.000-15</inkml:trace>
  <inkml:trace contextRef="#ctx0" brushRef="#br0">17528.000 16314.000 0,'0.000'0.000'0,"0.000"0.000"16,34.000-7.000-1,23.000-3.000 1,10.000 1.000-16,8.000 4.000 15,3.000 2.000-15,3.000 6.000 16,-5.000 5.000 0,-11.000 8.000-16,-14.000 10.000 15,-15.000 8.000 1,-17.000 13.000-16,-20.000 8.000 16,-25.000 3.000-1,-23.000-3.000 1,-13.000-12.000-16,-7.000-19.000 15,-1.000-17.000-15,15.000-7.000 16</inkml:trace>
  <inkml:trace contextRef="#ctx0" brushRef="#br0">17478.000 16484.000 0,'47.000'-1.000'0,"25.000"-2.000"16,6.000-2.000 0,0.000 0.000-16,-2.000-3.000 15,-5.000-2.000 1,-7.000 0.000-16,-10.000-5.000 16,-12.000-8.000-1,-14.000-4.000-15,-17.000-4.000 16,-9.000 7.000-16</inkml:trace>
  <inkml:trace contextRef="#ctx0" brushRef="#br0">17721.000 16229.000 0,'-4.000'55.000'16,"-3.000"28.000"-16,-2.000-1.000 15,2.000-14.000 1,2.000-18.000-16,5.000-22.000 16,7.000-32.000-1,3.000-20.000-15,-1.000-5.000 16</inkml:trace>
  <inkml:trace contextRef="#ctx0" brushRef="#br0">17797.000 16254.000 0,'0.000'0.000'16,"9.000"59.000"-16,2.000 41.000 15,-4.000 20.000 1,-6.000 3.000-16,-3.000-14.000 16,0.000-28.000-1</inkml:trace>
  <inkml:trace contextRef="#ctx0" brushRef="#br0">17982.000 16177.000 0,'79.000'-14.000'0,"31.000"-4.000"16,2.000-2.000-1,-15.000 3.000-15,-18.000 2.000 16,-12.000 2.000 0,-17.000 3.000-16,-13.000 2.000 15,-14.000 0.000 1,-12.000-2.000-16,-8.000-7.000 15,-13.000-8.000 1,-9.000-5.000-16,-9.000-4.000 16,-6.000 0.000-1,-2.000 7.000-15,4.000 8.000 16,7.000 7.000-16,11.000 6.000 16,7.000 9.000-1,5.000 16.000-15,8.000 21.000 16,6.000 21.000-1,5.000 27.000-15,5.000 18.000 16,-8.000 10.000 0,-6.000-2.000-1,-6.000-14.000-15,-3.000-17.000 16,-3.000-16.000 0,-6.000-23.000-16,-3.000-17.000 15,-7.000-18.000 1,-5.000-17.000-16,-4.000-14.000 15,-4.000-13.000-15,7.000-9.000 16,9.000 4.000 0,16.000 5.000-16,14.000 6.000 15,16.000 3.000 1,13.000 4.000 0,6.000 6.000-16,-1.000-1.000 15,-3.000 1.000-15,-10.000-7.000 16,-8.000-6.000-1,-12.000-12.000-15,-6.000 4.000 16</inkml:trace>
  <inkml:trace contextRef="#ctx0" brushRef="#br0">18638.000 15665.000 0,'72.000'-14.000'0,"13.000"-3.000"16,-16.000 5.000-1,-23.000 1.000-15,-12.000 13.000 16,-13.000 11.000 0,-10.000 12.000-16,-7.000 19.000 15,-10.000 20.000 1,-4.000 27.000-16,-8.000 31.000 15,-14.000 36.000 1,-4.000 30.000-16,2.000 6.000 16,8.000-11.000-1,7.000-32.000-15,8.000-38.000 16,5.000-37.000 0,3.000-39.000-16,-1.000-43.000 15,3.000-38.000 1,1.000-2.000-16</inkml:trace>
  <inkml:trace contextRef="#ctx0" brushRef="#br0">18941.000 16006.000 0,'52.000'-12.000'0,"19.000"-2.000"16,-6.000 1.000 0,-11.000 5.000-16,-14.000 8.000 15,-10.000 8.000 1,-14.000 16.000-16,-16.000 14.000 16,-19.000 10.000-1,-16.000 7.000-15,-11.000 1.000 16,-3.000-7.000-1,3.000-7.000-15,14.000-13.000 16,12.000-12.000-16,20.000-17.000 16,11.000 4.000-1,26.000-8.000-15,14.000-6.000 16,2.000 0.000 0,-9.000 9.000-1,-11.000 4.000-15,-18.000 17.000 16,-25.000 17.000-16,-25.000 19.000 15,-20.000 11.000 1,-13.000 0.000-16,1.000-3.000 16,12.000-13.000-1,17.000-18.000-15,16.000-12.000 16,22.000-21.000 0,6.000 1.000-16,22.000-17.000 15,14.000-7.000 1,2.000-2.000-16,1.000 6.000 15,-2.000 13.000 1,-6.000 16.000-16,-3.000 19.000 16,-2.000 9.000-1,-5.000 4.000-15,-2.000-3.000 16,0.000-6.000 0,-5.000-11.000-16,1.000-9.000 15,0.000-14.000 1,-3.000-17.000-16,-3.000-17.000 15,-3.000-14.000-15,-3.000-7.000 16,-6.000 2.000 0,-7.000 10.000-16,-11.000 12.000 15,-7.000 14.000 1,-3.000 11.000-16,-4.000 9.000 16,0.000 5.000-1,3.000-3.000-15,7.000-5.000 16,17.000-14.000-1,16.000-12.000-15,17.000-15.000 16,10.000-11.000 0,10.000-11.000-16,-9.000 10.000 15</inkml:trace>
  <inkml:trace contextRef="#ctx0" brushRef="#br0">19807.000 15836.000 0,'21.000'108.000'16,"4.000"49.000"-16,-10.000 7.000 15,-9.000-16.000 1,-7.000-30.000-16,-5.000-32.000 15,-1.000-33.000 1,-1.000-32.000 0,1.000-28.000-16,2.000-8.000 15</inkml:trace>
  <inkml:trace contextRef="#ctx0" brushRef="#br0">19714.000 16322.000 0,'47.000'-8.000'0,"18.000"-5.000"16,6.000-1.000-16,-5.000-3.000 15,-5.000-2.000 1,-8.000-1.000-16,-9.000-2.000 16,-6.000-4.000-1,-14.000-7.000-15,-5.000-4.000 16,-7.000-6.000-1,-9.000-8.000-15,-10.000-5.000 16,-7.000-3.000 0,-8.000-1.000-16,-4.000 3.000 15,0.000 12.000 1,3.000 19.000-16,6.000 15.000 16,8.000 10.000-1,5.000 6.000 1,7.000 8.000-16,5.000 8.000 15,1.000 16.000-15,-1.000 13.000 16,-8.000 15.000 0,-11.000 10.000-16,-4.000 0.000 15,-2.000-8.000 1,4.000-17.000-16</inkml:trace>
  <inkml:trace contextRef="#ctx0" brushRef="#br0">19866.000 16502.000 0,'57.000'-7.000'15,"18.000"-8.000"1,-6.000-5.000-16,-14.000 2.000 15,-12.000 1.000 1,-15.000 7.000-16,-10.000 1.000 16,-5.000 3.000-1,-13.000 6.000-15,0.000 0.000 16,0.000 0.000-16,0.000 0.000 16,3.000 12.000-1,-6.000 18.000-15,-5.000 25.000 16,-2.000 25.000-16,1.000 26.000 15,4.000 17.000 1,2.000 4.000-16,8.000-12.000 16,1.000-23.000-1,2.000-27.000-15,5.000-30.000 16,1.000-28.000-16,4.000-28.000 16,-5.000-6.000-1</inkml:trace>
  <inkml:trace contextRef="#ctx0" brushRef="#br0">20623.000 16741.000 0,'36.000'53.000'0,"3.000"9.000"15,-19.000-28.000 1,-18.000-40.000-16,-6.000-14.000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3:20:27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1459.000 954.000 0,'-14.000'24.000'15,"-9.000"21.000"1,-9.000 18.000-16,-1.000 15.000 16,0.000 7.000-1,3.000 7.000-15,8.000-2.000 16,11.000-6.000-1,9.000-7.000-15,10.000-12.000 16,11.000-12.000 0,5.000-14.000-16,-1.000-17.000 15,3.000-22.000 1,-8.000-7.000-16</inkml:trace>
  <inkml:trace contextRef="#ctx0" brushRef="#br0">1601.000 1338.000 0,'27.000'0.000'0,"11.000"4.000"16,1.000 7.000-1,-6.000 9.000-15,-13.000 8.000 16,-17.000 8.000 0,-16.000 7.000-16,-14.000 1.000 15,-1.000-4.000 1,2.000-7.000-16,11.000-5.000 16,7.000-11.000-1,14.000-4.000-15,7.000-13.000 16,13.000-13.000-1,10.000-15.000-15,8.000-16.000 16,6.000-14.000 0,-4.000-15.000-16,-13.000 14.000 15</inkml:trace>
  <inkml:trace contextRef="#ctx0" brushRef="#br0">1972.000 1099.000 0,'35.000'18.000'0,"18.000"16.000"16,1.000 14.000 0,-11.000 13.000-16,-19.000 16.000 15,-24.000 17.000 1,-24.000 9.000-1,-26.000-6.000-15,-16.000-26.000 16,10.000-27.000-16</inkml:trace>
  <inkml:trace contextRef="#ctx0" brushRef="#br0">2443.000 1705.000 0,'0.000'0.000'16,"0.000"0.000"0</inkml:trace>
  <inkml:trace contextRef="#ctx0" brushRef="#br0">2964.000 1015.000 0,'0.000'0.000'0,"18.000"21.000"15,8.000 13.000 1,-3.000 3.000-16,-5.000-16.000 15,-7.000-12.000 1</inkml:trace>
  <inkml:trace contextRef="#ctx0" brushRef="#br0">3494.000 878.000 0,'0.000'0.000'0,"-13.000"39.000"15,-17.000 20.000 1,-5.000 2.000-16,-2.000-7.000 16,-3.000-18.000-1,5.000-27.000-15,7.000-11.000 16</inkml:trace>
  <inkml:trace contextRef="#ctx0" brushRef="#br0">3367.000 842.000 0,'-25.000'53.000'16,"-21.000"25.000"-16,-5.000 7.000 15,6.000-6.000 1,10.000-13.000 0,15.000-12.000-16,14.000-19.000 15,12.000-13.000-15,14.000-16.000 16,7.000-11.000-16,7.000-8.000 16,-1.000 2.000-1,-3.000 3.000-15,-3.000 8.000 16,-8.000 5.000-1,-10.000 20.000-15,-18.000 14.000 16,-22.000 16.000 0,-25.000 8.000-16,-6.000 1.000 15,-1.000-6.000 1,10.000-15.000-16,19.000-23.000 16,14.000-33.000-1,12.000-6.000-15</inkml:trace>
  <inkml:trace contextRef="#ctx0" brushRef="#br0">3276.000 1423.000 0,'7.000'41.000'0,"-3.000"21.000"16,-2.000 6.000-1,0.000-10.000-15,5.000-16.000 16,4.000-15.000-1,19.000-21.000-15,16.000-19.000 16,16.000-17.000 0,7.000-8.000-16,4.000-3.000 15,-6.000 3.000 1,-10.000 8.000-16,-19.000 8.000 16,-11.000 9.000-1,-14.000 5.000-15,-9.000 1.000 16,-12.000-5.000-16,-11.000-5.000 15,-11.000-10.000 1,-2.000-28.000-16,3.000-17.000 16,10.000 12.000-1</inkml:trace>
  <inkml:trace contextRef="#ctx0" brushRef="#br0">4107.000 707.000 0,'-1.000'32.000'0,"-18.000"24.000"16,-30.000 23.000 0,-24.000-7.000-16,6.000-16.000 15</inkml:trace>
  <inkml:trace contextRef="#ctx0" brushRef="#br0">3863.000 1262.000 0,'54.000'-17.000'0,"23.000"-7.000"16,-1.000-5.000-16,-10.000 2.000 16,-8.000-2.000-1,-15.000 0.000 1,-14.000 0.000-16,-16.000 4.000 15,-15.000 4.000-15,-15.000 2.000 16,-5.000 4.000 0,0.000 7.000-16,-2.000 8.000 15,8.000 2.000 1,5.000 1.000-16,5.000 3.000 16,3.000 1.000-1,5.000 9.000-15,1.000 7.000 16,3.000 15.000-1,2.000 11.000-15,-6.000 13.000 16,-1.000 11.000 0,-4.000 4.000-16,-4.000 4.000 15,1.000-3.000-15,0.000-3.000 16,1.000-13.000 0,2.000-10.000-16,1.000-13.000 15,-1.000-12.000 1,-5.000-24.000-16,-2.000-27.000 15,1.000 0.000 1</inkml:trace>
  <inkml:trace contextRef="#ctx0" brushRef="#br0">4151.000 1313.000 0,'-18.000'24.000'0,"-19.000"23.000"16,-20.000 13.000 0,-8.000 4.000-16,2.000-7.000 15,8.000-23.000 1,12.000-31.000 0,15.000-10.000-16</inkml:trace>
  <inkml:trace contextRef="#ctx0" brushRef="#br0">3939.000 1346.000 0,'55.000'28.000'0,"19.000"15.000"16,5.000 5.000 0,-12.000-1.000-1,-14.000-7.000-15,-14.000-7.000 16,-8.000-14.000-16,-8.000-17.000 15,-9.000-23.000 1,-7.000-26.000-16,-3.000 1.000 16</inkml:trace>
  <inkml:trace contextRef="#ctx0" brushRef="#br0">4360.000 971.000 0,'15.000'21.000'0,"7.000"14.000"15,-6.000 3.000 1,-8.000-2.000-16,-12.000-11.000 16,-5.000-21.000-16,-2.000-8.000 15</inkml:trace>
  <inkml:trace contextRef="#ctx0" brushRef="#br0">4428.000 827.000 0,'33.000'-10.000'15,"16.000"-2.000"-15,-2.000 12.000 16,-5.000 7.000-1,-11.000 9.000-15,-15.000 8.000 16,-18.000 7.000 0,-20.000 2.000-16,-13.000 3.000 15,-6.000-4.000 1,5.000-7.000-16,13.000-7.000 16,9.000-5.000-1,12.000-5.000 1,13.000 1.000-16,15.000-4.000 15,12.000-5.000-15,8.000-3.000 16,-2.000 2.000-16,-7.000 2.000 16,-9.000 4.000-1,-16.000 4.000-15,-21.000 2.000 16,-6.000-3.000 0,2.000 0.000-16</inkml:trace>
  <inkml:trace contextRef="#ctx0" brushRef="#br0">4435.000 1304.000 0,'56.000'-8.000'0,"16.000"-3.000"16,-7.000 4.000 0,-18.000 7.000-16,-22.000 8.000 15,-30.000 11.000-15,-27.000 9.000 16,-20.000 6.000-1,-7.000 3.000 1,9.000 0.000-16,17.000-7.000 16,13.000-9.000-16,15.000-5.000 15,21.000-9.000 1,20.000-9.000-16,18.000-8.000 16,5.000-3.000-1,0.000 0.000-15,-10.000 0.000 16,-7.000 1.000-1,-16.000 4.000-15,-17.000-1.000 16,-13.000 1.000-16,-18.000-3.000 16,-11.000-2.000-1,-4.000 5.000-15,-2.000 13.000 16,10.000 16.000 0,6.000 3.000-1,8.000-4.000-15,8.000-4.000 16,6.000-1.000-16,6.000 4.000 15,4.000 7.000 1,2.000 9.000-16,-5.000 2.000 16,-6.000 2.000-1,-4.000-3.000-15,0.000-7.000 16,-3.000-16.000 0,7.000-13.000-16,-4.000 3.000 15</inkml:trace>
  <inkml:trace contextRef="#ctx0" brushRef="#br0">4369.000 1808.000 0,'33.000'-7.000'16,"27.000"-6.000"-1,17.000 0.000-15,7.000-3.000 16,0.000-2.000 0,-9.000 4.000-16,-7.000 1.000 15,-11.000 1.000 1,-16.000 4.000-16,-14.000 2.000 16,-13.000-1.000-1,-15.000-8.000-15,-16.000-13.000 16,-1.000 0.000-16</inkml:trace>
  <inkml:trace contextRef="#ctx0" brushRef="#br0">5352.000 1159.000 0,'13.000'17.000'0,"5.000"-1.000"0</inkml:trace>
  <inkml:trace contextRef="#ctx0" brushRef="#br0">5378.000 1500.000 0,'0.000'0.000'16,"13.000"20.000"0,3.000 2.000-16</inkml:trace>
  <inkml:trace contextRef="#ctx0" brushRef="#br0">5982.000 1252.000 0,'0.000'0.000'0,"22.000"5.000"16,8.000-2.000 0,2.000 0.000-16,-1.000-3.000 15,2.000 2.000 1,0.000 1.000-16,2.000-3.000 16,4.000-1.000-16,6.000-1.000 15,4.000 2.000 1,2.000-2.000-16,3.000-2.000 15,-1.000 3.000 1,-3.000 0.000-16,2.000 2.000 16,-2.000 1.000-1,0.000 2.000-15,0.000-1.000 16,-4.000-3.000 0,0.000 1.000-16,-1.000 1.000 15,-4.000-2.000 1,-2.000 0.000-16,-1.000 0.000 15,-4.000-1.000-15,-2.000-3.000 16,-7.000-9.000 0,-7.000 0.000-16</inkml:trace>
  <inkml:trace contextRef="#ctx0" brushRef="#br0">6049.000 1612.000 0,'0.000'0.000'16,"0.000"0.000"-16,0.000 0.000 15,17.000 8.000 1,6.000 2.000-16,6.000-3.000 16,2.000-5.000-1,4.000-2.000-15,1.000 3.000 16,4.000-3.000-1,5.000-3.000-15,3.000 2.000 16,2.000-2.000 0,1.000 1.000-16,-1.000-3.000 15,1.000 4.000-15,-3.000 2.000 16,0.000-1.000 0,-3.000 0.000-16,0.000 0.000 15,-3.000 2.000 1,1.000-1.000-16,-1.000-1.000 15,-3.000 0.000 1,0.000 0.000-16,-7.000 0.000 16,-5.000 0.000-1,-4.000 3.000-15,-5.000-3.000 16,-6.000-8.000-16,-4.000-2.000 16</inkml:trace>
  <inkml:trace contextRef="#ctx0" brushRef="#br0">7665.000 1184.000 0,'0.000'0.000'0,"6.000"21.000"16,1.000 16.000-1,-2.000 7.000 1,-2.000 6.000-16,-8.000 2.000 15,-3.000 1.000-15,-4.000 0.000 16,-1.000-2.000 0,1.000-6.000-16,0.000-5.000 15,0.000-10.000 1,4.000-7.000-16,2.000-8.000 16,3.000-6.000-1,3.000-9.000-15,-5.000-2.000 16,2.000-9.000-16,3.000-9.000 15,5.000-12.000 1,4.000-9.000 0,6.000-8.000-16,7.000-1.000 15,4.000-1.000 1,4.000 2.000-16,2.000 2.000 16,-1.000 1.000-1,-4.000 8.000-15,-2.000 6.000 16,-8.000 8.000-1,-6.000 10.000-15,-4.000 7.000 16,-7.000 7.000-16,6.000 2.000 16,0.000 7.000-1,-1.000 13.000-15,0.000 8.000 16,-3.000 10.000 0,-2.000 8.000-16,-3.000 6.000 15,-3.000 2.000 1,-1.000 2.000-16,0.000-2.000 15,4.000-6.000 1,4.000-6.000-16,8.000-8.000 16,4.000-8.000-1,9.000-13.000-15,9.000-9.000 16,3.000-17.000 0,4.000-13.000-1,0.000-17.000-15,-3.000-21.000 16,-8.000 7.000-16</inkml:trace>
  <inkml:trace contextRef="#ctx0" brushRef="#br0">8438.000 1083.000 0,'15.000'32.000'0,"4.000"22.000"15,-5.000 11.000 1,-9.000 8.000-16,-5.000 2.000 16,-4.000 3.000-1,-4.000-4.000-15,-1.000-4.000 16,-2.000-7.000-1,1.000-10.000-15,1.000-9.000 16,3.000-14.000 0,2.000-11.000-16,4.000-19.000 15,-3.000 1.000 1,2.000-15.000-16,3.000-17.000 16,2.000-15.000-1,6.000-13.000-15,7.000-8.000 16,7.000 0.000-1,4.000-1.000-15,8.000 0.000 16,2.000 4.000 0,3.000 1.000-16,3.000 6.000 15,-5.000 12.000 1,-3.000 10.000-16,-4.000 12.000 16,-7.000 8.000-1,-5.000 12.000-15,-1.000 8.000 16,-5.000 11.000-16,-5.000 7.000 15,-7.000-5.000 1,-3.000-5.000-16</inkml:trace>
  <inkml:trace contextRef="#ctx0" brushRef="#br0">9035.000 1585.000 0,'0.000'0.000'0,"0.000"0.000"15,-1.000-14.000 1</inkml:trace>
  <inkml:trace contextRef="#ctx0" brushRef="#br0">11406.000 1595.000 0,'5.000'32.000'15,"1.000"15.000"-15,0.000 4.000 16,0.000-5.000 0,1.000-5.000-1,0.000-11.000-15,0.000-9.000 16,3.000-7.000-16,6.000-13.000 16,6.000-10.000-16,5.000-12.000 15,3.000-8.000 1,2.000-10.000-1,2.000-8.000-15,-3.000-8.000 16,-4.000-5.000 0,-5.000-1.000-16,-6.000-1.000 15,-6.000 6.000-15,-10.000 8.000 16,-10.000 8.000 0,-9.000 8.000-16,-8.000 7.000 15,-7.000 9.000 1,-4.000 5.000-16,-5.000 11.000 15,1.000 10.000 1,-3.000 7.000-16,3.000 8.000 16,2.000 8.000-1,3.000 7.000 1,2.000 7.000-16,6.000 1.000 16,7.000 2.000-16,7.000 2.000 15,6.000 1.000-15,7.000-1.000 16,5.000-5.000-1,8.000-8.000-15,5.000-6.000 16,4.000-4.000 0,4.000-6.000-16,4.000-7.000 15,6.000-8.000 1,7.000-8.000-16,5.000-11.000 16,2.000-4.000-1,-5.000-10.000-15,-3.000-6.000 16,-9.000 1.000-1</inkml:trace>
  <inkml:trace contextRef="#ctx0" brushRef="#br0">11886.000 1722.000 0,'0.000'0.000'15,"0.000"0.000"1,0.000 0.000-1,0.000 0.000-15</inkml:trace>
  <inkml:trace contextRef="#ctx0" brushRef="#br0">11415.000 1483.000 0,'0.000'0.000'0,"0.000"0.000"15,0.000 0.000 1,0.000 0.000-16,0.000 0.000 15,0.000 0.000 1,-1.000 29.000-16,0.000 18.000 16,-3.000 10.000-1,-3.000 5.000-15,1.000-2.000 16,-1.000-16.000 0,2.000-17.000-16</inkml:trace>
  <inkml:trace contextRef="#ctx0" brushRef="#br0">13240.000 1397.000 0,'-22.000'19.000'0,"-14.000"12.000"16,-10.000 7.000-1,-5.000 5.000-15,1.000 0.000 16,3.000 0.000 0,-2.000-5.000-16,8.000-5.000 15,12.000-8.000 1,8.000-5.000-16,8.000-4.000 16,6.000-4.000-16,7.000-12.000 15,3.000 9.000-15,11.000-5.000 16,11.000-2.000-1,11.000-1.000-15,13.000-2.000 16,9.000-2.000 0,-1.000-2.000-16,-1.000 7.000 15,-6.000-4.000 1,-8.000 4.000 0,-8.000-2.000-16,-7.000 0.000 0,-5.000 0.000 15,-9.000-4.000 1,-4.000-1.000-16,-4.000-3.000 15,-3.000-5.000-15,-5.000-5.000 16,-6.000-2.000 0,-5.000 2.000-16,-3.000-3.000 15,1.000 0.000 1,-1.000-1.000-16,2.000-1.000 16,-2.000 0.000-1,5.000 1.000-15,3.000 3.000 16,-2.000-3.000-16,2.000-1.000 15,7.000-5.000 1,2.000 2.000-16</inkml:trace>
  <inkml:trace contextRef="#ctx0" brushRef="#br0">13450.000 1304.000 0,'-1.000'29.000'0,"-4.000"18.000"15,-2.000 8.000 1,3.000-1.000-16,7.000-4.000 16,8.000-9.000-1,8.000-9.000-15,12.000-11.000 16,6.000-12.000-1,10.000-13.000-15,4.000-8.000 16,1.000-11.000 0,-1.000-4.000-16,-7.000-7.000 15,-2.000-5.000 1,-7.000-5.000-16,-11.000-1.000 16,-11.000 0.000-16,-10.000 4.000 15,-7.000 8.000 1,-8.000 6.000-16,-5.000 3.000 15,-2.000 8.000 1,2.000 3.000-16,1.000 8.000 16,-1.000 11.000-16,-4.000 9.000 31,0.000 11.000-31,-1.000 9.000 0,1.000 14.000 16,3.000 17.000-1,0.000 15.000-15,1.000 11.000 16,4.000 0.000-1,4.000 1.000-15,1.000 0.000 16,-1.000-3.000 0,-3.000-5.000-16,-1.000-10.000 15,3.000-12.000 1,4.000-14.000-16,3.000-14.000 16,1.000-15.000-1,1.000-22.000-15,1.000-8.000 16</inkml:trace>
  <inkml:trace contextRef="#ctx0" brushRef="#br0">14273.000 1500.000 0,'52.000'-5.000'16,"23.000"1.000"0,0.000 0.000-16,-8.000-2.000 15,-7.000 5.000 1,-4.000 2.000-16,-5.000-2.000 16,-7.000 1.000-16,-8.000 1.000 15,-11.000 1.000 1,-16.000 7.000-16,-12.000-7.000 15,-12.000 0.000 1,-2.000 0.000-16</inkml:trace>
  <inkml:trace contextRef="#ctx0" brushRef="#br0">14232.000 1757.000 0,'43.000'6.000'15,"28.000"4.000"1,10.000-3.000-16,1.000-4.000 16,0.000-8.000-16,-6.000-6.000 15,-17.000-2.000 1</inkml:trace>
  <inkml:trace contextRef="#ctx0" brushRef="#br0">15334.000 1304.000 0,'0.000'0.000'16,"30.000"0.000"-1,14.000 3.000-15,0.000 2.000 16,-4.000 4.000 0,-8.000 3.000-16,-7.000 9.000 15,-7.000 5.000-15,-11.000 6.000 16,-15.000 9.000 0,-12.000 6.000-16,-14.000 3.000 15,-10.000-4.000 1,0.000-3.000-16,7.000 1.000 15,11.000-6.000 1,11.000-8.000-16,12.000-5.000 16,13.000-6.000-1,14.000-12.000-15,20.000-11.000 16,9.000-11.000-16,6.000-3.000 16,0.000-6.000-1,-6.000-3.000-15,-14.000-9.000 16,-14.000-3.000-1,-14.000 9.000-15</inkml:trace>
  <inkml:trace contextRef="#ctx0" brushRef="#br0">15838.000 1449.000 0,'66.000'-15.000'16,"18.000"1.000"-16,-8.000 6.000 16,-23.000 8.000-1,-20.000 7.000-15,-17.000 9.000 16,-15.000 8.000-16,-16.000 6.000 16,-13.000 7.000-1,-13.000 6.000-15,-10.000 4.000 16,-6.000 4.000-1,0.000 0.000-15,5.000-9.000 16,12.000-10.000 0,11.000-9.000-16,12.000-28.000 15,9.000-10.000 1</inkml:trace>
  <inkml:trace contextRef="#ctx0" brushRef="#br0">16032.000 1696.000 0,'-1.000'24.000'16,"1.000"10.000"-16,5.000 2.000 15,3.000 0.000 1,6.000-3.000-16,9.000-9.000 16,7.000-9.000-1,8.000-24.000-15,3.000-5.000 16,-7.000-1.000-16</inkml:trace>
  <inkml:trace contextRef="#ctx0" brushRef="#br0">16426.000 1653.000 0,'37.000'0.000'0,"19.000"0.000"15,12.000 0.000 1,5.000-1.000-1,7.000-2.000-15,5.000-1.000 16,3.000 0.000-16,3.000 0.000 16,3.000 0.000-1,7.000 1.000 1,5.000 3.000-16,4.000 1.000 16,3.000-1.000-16,-1.000 0.000 15,0.000-1.000 1,3.000 1.000-16,-4.000 3.000 15,-5.000-1.000 1,-7.000 1.000-16,-10.000 1.000 16,-13.000 2.000-1,-13.000-8.000-15,-12.000 1.000 16,-14.000-6.000 0,-16.000-1.000-16</inkml:trace>
  <inkml:trace contextRef="#ctx0" brushRef="#br0">17327.000 1883.000 0,'36.000'32.000'0,"20.000"11.000"16,0.000 6.000 0,-2.000 4.000-16,-7.000 3.000 15,-11.000 4.000 1,-8.000 4.000-16,-9.000 2.000 16,-7.000-5.000-16,-7.000-3.000 15,-4.000-7.000 1,-2.000-6.000-16,-3.000-8.000 15,-1.000-13.000 1,-2.000-7.000-16,-1.000-13.000 16,-1.000-18.000-16,2.000-4.000 15</inkml:trace>
  <inkml:trace contextRef="#ctx0" brushRef="#br0">17579.000 2285.000 0,'-42.000'31.000'0,"-19.000"19.000"16,-5.000 0.000-16,7.000-7.000 15,11.000-14.000 1,14.000-8.000-16</inkml:trace>
  <inkml:trace contextRef="#ctx0" brushRef="#br0">17520.000 988.000 0,'-39.000'28.000'0,"-21.000"13.000"16,-3.000 3.000-16,7.000-1.000 15,8.000-4.000 1,11.000-7.000-16,11.000-3.000 16,11.000-8.000-1,12.000-3.000-15,12.000 1.000 16,15.000-12.000-1,11.000-1.000-15,11.000-1.000 16,10.000-1.000 0,4.000 0.000-16,2.000-2.000 15,-2.000-2.000 1,-5.000 0.000-16,-7.000 0.000 16,-9.000 0.000-16,-8.000 0.000 15,-9.000 0.000 1,-6.000 0.000-16,-6.000-2.000 15,-10.000 2.000 1,3.000-11.000-16,-4.000-5.000 16,-5.000-5.000-1,-4.000-8.000-15,-5.000-5.000 16,-1.000-5.000 0,-5.000 1.000-16,-2.000-3.000 15,4.000 6.000-15,1.000 7.000 16,5.000 9.000-1,3.000 5.000-15,5.000 6.000 16,5.000 8.000 0,0.000-9.000-16,1.000 3.000 15</inkml:trace>
  <inkml:trace contextRef="#ctx0" brushRef="#br0">17974.000 1116.000 0,'0.000'0.000'16,"0.000"0.000"-16</inkml:trace>
  <inkml:trace contextRef="#ctx0" brushRef="#br0">12618.000 2422.000 0,'0.000'0.000'16,"0.000"0.000"-16,0.000 0.000 15,0.000 0.000-15,20.000 13.000 16,11.000 8.000 0,8.000-6.000-16,-1.000-5.000 15,0.000-6.000 1,0.000-5.000-16,2.000-3.000 16,-5.000 0.000-1,0.000-3.000-15,-2.000 5.000 16,1.000 1.000-1,-3.000 1.000-15,1.000 1.000 16,-3.000 1.000 0,3.000 0.000-16,6.000-2.000 15,9.000-1.000 1,4.000-3.000-16,-1.000-2.000 16,-2.000 5.000-1,-8.000-1.000-15,-8.000 5.000 16,-10.000-3.000-16,-4.000 2.000 15,0.000 3.000 1,-1.000 0.000-16,5.000 1.000 16,12.000-9.000-1,13.000-8.000-15,4.000-8.000 16,7.000 0.000 0,4.000 7.000-16,4.000 7.000 15,-10.000 4.000 1,-11.000 0.000-16,-13.000 1.000 15,-8.000-2.000-15,-10.000-8.000 16,-6.000-1.000 0</inkml:trace>
  <inkml:trace contextRef="#ctx0" brushRef="#br0">12264.000 2993.000 0,'42.000'-4.000'0,"23.000"-7.000"16,6.000 1.000 0,-2.000 1.000-16,-14.000 1.000 15,-15.000 2.000 1,-12.000-2.000-16,-13.000-3.000 15,-9.000-2.000 1,-8.000-2.000-16,-6.000-7.000 16,-7.000-5.000-1,-1.000-2.000-15,-1.000-1.000 16,4.000 3.000-16,3.000 7.000 16,4.000 7.000-1,3.000 6.000-15,3.000 7.000 16,-4.000 5.000-16,-1.000 18.000 15,-2.000 13.000 1,0.000 14.000-16,1.000 14.000 16,0.000 13.000-1,2.000 8.000-15,-1.000 0.000 16,-2.000-5.000 0,-1.000-12.000-16,-1.000-15.000 15,-1.000-18.000 1,-2.000-18.000-16,2.000-19.000 15,-3.000-21.000 1,2.000-18.000-16,2.000-9.000 16,7.000-4.000-1,5.000 9.000-15,0.000 10.000 16,-2.000 7.000 0,-3.000 10.000-16,-1.000 9.000 15,-5.000 12.000-15,-11.000 15.000 16,-12.000 14.000-1,-8.000 8.000-15,0.000 1.000 16,4.000-10.000 0,3.000-18.000-16,9.000-12.000 15</inkml:trace>
  <inkml:trace contextRef="#ctx0" brushRef="#br0">12541.000 3053.000 0,'17.000'14.000'0,"8.000"11.000"15,1.000 4.000-15,-4.000 3.000 16,-4.000-4.000 0,-4.000-14.000-16,-3.000-19.000 15,-5.000-5.000 1</inkml:trace>
  <inkml:trace contextRef="#ctx0" brushRef="#br0">12794.000 2951.000 0,'14.000'31.000'16,"1.000"25.000"-16,-5.000 13.000 15,-10.000 2.000 1,-4.000-3.000-16,-4.000-8.000 15,2.000-20.000 1,0.000-28.000-16,1.000-12.000 16</inkml:trace>
  <inkml:trace contextRef="#ctx0" brushRef="#br0">12878.000 2900.000 0,'9.000'-26.000'16,"8.000"-6.000"-16,5.000 6.000 15,0.000 8.000 1,0.000 7.000 0,-3.000 11.000-1,-6.000 5.000-15,-1.000 3.000 0,-5.000 1.000 16,-1.000 6.000-1,-1.000 4.000-15,-2.000 5.000 16,0.000 10.000 0,1.000 6.000-16,0.000 14.000 15,-3.000 8.000 1,-1.000 7.000-16,0.000 6.000 16,0.000 1.000-1,-1.000-3.000-15,0.000-12.000 16,0.000-11.000-1,-4.000-18.000-15,0.000-19.000 16,-2.000-20.000 0,-5.000-23.000-16,-4.000-23.000 15,-3.000-13.000 1,3.000 9.000-16</inkml:trace>
  <inkml:trace contextRef="#ctx0" brushRef="#br0">12921.000 3080.000 0,'0.000'0.000'16,"0.000"0.000"0,0.000 0.000-16,0.000 0.000 15,0.000 0.000-15,0.000 0.000 16,2.000 28.000 0,-1.000 13.000-16,-3.000 0.000 15,-4.000-7.000 1,0.000-6.000-16,5.000-5.000 15,0.000-3.000 1,3.000-2.000-16,1.000-3.000 16,4.000 3.000-1,-3.000-1.000-15,-1.000-2.000 16,-3.000-2.000 0,-1.000-1.000-16,1.000-12.000 15,0.000 0.000 1,5.000-15.000-16,6.000-24.000 15,5.000-28.000 1,-2.000 6.000-16</inkml:trace>
  <inkml:trace contextRef="#ctx0" brushRef="#br0">13291.000 2763.000 0,'0.000'0.000'16,"0.000"0.000"-16,18.000 11.000 16,7.000-7.000-16,5.000-12.000 15,-6.000-2.000 1</inkml:trace>
  <inkml:trace contextRef="#ctx0" brushRef="#br0">13602.000 2644.000 0,'-27.000'41.000'0,"-24.000"19.000"15,-13.000 2.000 1,1.000-6.000-16,8.000-12.000 16,17.000-17.000-1,17.000-13.000-15,22.000-13.000 16,21.000-11.000-1,14.000-3.000-15,10.000-3.000 16,6.000 0.000 0,-3.000 2.000-16,-10.000 5.000 15,-11.000 5.000 1,-12.000 9.000-16,-17.000 10.000 16,-21.000 10.000-1,-20.000 2.000-15,-10.000 5.000 16,3.000-4.000-1,12.000-3.000-15,11.000-5.000 16,16.000-9.000-16,15.000-9.000 16,16.000-9.000-1,17.000-5.000-15,11.000-2.000 16,0.000-1.000 0,-7.000 4.000-16,-16.000 6.000 15,-17.000 11.000 1,-22.000 9.000-16,-23.000 14.000 15,-19.000 6.000 1,-11.000 6.000-16,3.000 1.000 16,14.000-5.000-1,13.000-11.000-15,20.000-8.000 16,21.000-14.000 0,25.000-14.000-16,21.000-12.000 15,14.000-8.000 1,1.000 1.000-16,-7.000 4.000 15,-14.000 8.000 1,-15.000 7.000-16,-14.000 3.000 16,-20.000 4.000-1,-20.000-5.000-15,-12.000 3.000 16,3.000 1.000 0</inkml:trace>
  <inkml:trace contextRef="#ctx0" brushRef="#br0">13399.000 3020.000 0,'0.000'0.000'15,"0.000"0.000"1,4.000 43.000-16,-8.000 28.000 16,-13.000 14.000-1,-11.000 7.000-15,-8.000-5.000 16,3.000-18.000-1,5.000-25.000-15,9.000-20.000 16</inkml:trace>
  <inkml:trace contextRef="#ctx0" brushRef="#br0">13407.000 3275.000 0,'0.000'0.000'0,"23.000"-4.000"16,7.000 4.000-16,0.000 7.000 16,-9.000 10.000-1,-13.000 9.000-15,-11.000 6.000 16,-10.000-1.000 0,0.000-6.000-16,0.000-4.000 15,4.000-5.000-15,6.000-6.000 16,14.000-5.000-1,9.000-8.000-15,16.000-9.000 16,15.000-18.000 0,11.000-16.000-1,7.000 2.000-15,-12.000 12.000 16</inkml:trace>
  <inkml:trace contextRef="#ctx0" brushRef="#br0">14039.000 3326.000 0,'0.000'0.000'0,"0.000"0.000"15</inkml:trace>
  <inkml:trace contextRef="#ctx0" brushRef="#br0">18058.000 2524.000 0,'0.000'0.000'0,"19.000"8.000"15,5.000 2.000-15,4.000 0.000 16,-4.000-2.000 0,4.000-2.000-16,2.000-1.000 15,9.000-1.000 1,4.000-1.000-16,7.000-3.000 16,2.000 0.000-1,4.000 0.000-15,-2.000 3.000 16,0.000 2.000-16,-2.000 2.000 15,1.000-5.000 1,3.000 2.000-16,1.000-1.000 16,0.000-2.000-1,0.000 1.000-15,0.000-2.000 16,-3.000 4.000 0,-7.000 1.000-16,-10.000-3.000 15,-5.000-2.000 1,-8.000-6.000-16,-9.000 0.000 15</inkml:trace>
  <inkml:trace contextRef="#ctx0" brushRef="#br0">19529.000 2482.000 0,'0.000'0.000'0,"36.000"4.000"16,21.000 3.000-1,5.000-1.000-15,-4.000-2.000 16,-7.000-2.000-1,-7.000-2.000-15,-6.000-4.000 32,-6.000-4.000-32,-10.000-5.000 0,-7.000-1.000 15,-11.000-4.000-15,-10.000-5.000 16,-11.000-1.000 0,-6.000 3.000-16,-3.000 6.000 15,3.000 8.000 1,4.000 1.000-16,7.000 3.000 15,2.000 3.000 1,3.000 4.000-16,2.000 2.000 16,0.000 10.000-1,-7.000 13.000 1,-10.000 11.000-16,-12.000 10.000 16,-11.000 5.000-16,-6.000 0.000 15,3.000-11.000 1,8.000-17.000-16,9.000-12.000 15,11.000-6.000 1</inkml:trace>
  <inkml:trace contextRef="#ctx0" brushRef="#br0">19513.000 2746.000 0,'15.000'32.000'15,"5.000"14.000"-15,0.000 7.000 16,-4.000-2.000-1,-7.000-7.000 1,-4.000-10.000-16,-5.000-19.000 16,-5.000-19.000-16,1.000-17.000 15,1.000-9.000 1,2.000 2.000-16</inkml:trace>
  <inkml:trace contextRef="#ctx0" brushRef="#br0">19655.000 2738.000 0,'19.000'-13.000'0,"8.000"-3.000"16,7.000 1.000-1,-1.000 11.000-15,-2.000 8.000 16,-6.000 11.000 0,-6.000 9.000-16,-5.000 11.000 15,-8.000 6.000 1,-6.000 3.000-16,-3.000-8.000 15,-1.000-6.000 1,-2.000-9.000-16,-3.000-12.000 16,3.000-18.000-1,-1.000-13.000-15,-2.000-6.000 16,1.000 2.000-16</inkml:trace>
  <inkml:trace contextRef="#ctx0" brushRef="#br0">19807.000 2771.000 0,'0.000'0.000'16,"0.000"0.000"0,-6.000 31.000-16,-10.000 18.000 15,-10.000 1.000 1,-13.000-3.000-16,4.000-15.000 16</inkml:trace>
  <inkml:trace contextRef="#ctx0" brushRef="#br0">19480.000 3113.000 0,'29.000'-10.000'0,"23.000"-9.000"16,12.000-1.000 0,4.000 2.000-16,-1.000 2.000 15,-12.000 6.000 1,-11.000 3.000-16,-16.000 7.000 15,-10.000 7.000 1,-12.000 11.000-16,-21.000 14.000 16,-19.000 12.000-1,-15.000 5.000-15,-7.000 1.000 16,2.000-4.000 0,7.000-12.000-16,14.000-26.000 15,11.000-34.000 1,9.000-3.000-16</inkml:trace>
  <inkml:trace contextRef="#ctx0" brushRef="#br0">19866.000 3224.000 0,'0.000'0.000'0,"19.000"16.000"16,5.000 7.000-1,-4.000-8.000-15,-6.000-15.000 16,-5.000-15.000-1,-2.000-4.000-15</inkml:trace>
  <inkml:trace contextRef="#ctx0" brushRef="#br0">20370.000 2482.000 0,'0.000'0.000'0,"0.000"0.000"15,0.000 0.000 1,-11.000 24.000-16,-13.000 13.000 16,-6.000 2.000-1,-2.000-4.000-15,7.000-7.000 16,7.000-10.000-1,7.000-11.000-15,11.000-7.000 16,0.000 5.000 0,14.000-5.000-16,13.000-6.000 15,10.000 0.000-15,10.000-2.000 16,4.000-3.000 0,3.000 4.000-16,-4.000 2.000 15,-9.000 5.000 1,-9.000 3.000-16,-10.000 3.000 15,-15.000 4.000 1,-14.000 5.000-16,-16.000-1.000 16,-14.000-1.000-16,-9.000-5.000 15,1.000 5.000 1,9.000 1.000-16,10.000 1.000 16</inkml:trace>
  <inkml:trace contextRef="#ctx0" brushRef="#br0">20320.000 2866.000 0,'-26.000'32.000'15,"-10.000"4.000"1,6.000-20.000 0,9.000-13.000-16</inkml:trace>
  <inkml:trace contextRef="#ctx0" brushRef="#br0">20454.000 2891.000 0,'27.000'5.000'0,"10.000"0.000"15,1.000 7.000-15,-16.000 5.000 16,-21.000-8.000 0,-8.000-5.000-16</inkml:trace>
  <inkml:trace contextRef="#ctx0" brushRef="#br0">20336.000 3148.000 0,'27.000'11.000'16,"6.000"10.000"-1,-9.000 8.000-15,-16.000 6.000 16,-14.000 2.000-1,-7.000-4.000-15,-5.000-4.000 16,5.000-11.000 0,5.000-10.000-16,8.000-8.000 15,8.000-8.000 1,16.000-22.000 0,12.000-14.000-16,8.000-15.000 15,7.000-3.000-15,-3.000 4.000 16,-3.000 7.000-1,-8.000 10.000-15,-9.000 14.000 16,-6.000 14.000 0,-8.000 15.000-16,-3.000 13.000 15,-4.000 11.000 1,-5.000 4.000-16,-3.000-2.000 16,-2.000-1.000-16,-1.000-9.000 15,4.000-18.000 1,4.000-4.000-16,5.000-19.000 15,-1.000-3.000 1</inkml:trace>
  <inkml:trace contextRef="#ctx0" brushRef="#br0">20850.000 2909.000 0,'28.000'-8.000'15,"18.000"3.000"1,5.000 3.000-16,-1.000 6.000 15,-9.000 4.000 1,-9.000 5.000-16,-14.000 7.000 16,-16.000 2.000-1,-16.000 0.000-15,-13.000 3.000 16,-9.000-1.000-16,-6.000-5.000 16,5.000-1.000-1,7.000-3.000-15,12.000 1.000 16,14.000-5.000-1,16.000-5.000-15,16.000-4.000 16,15.000-8.000 0,4.000-6.000-16,-1.000-4.000 15,-9.000-2.000 1,-8.000-3.000-16,-14.000-4.000 16,-15.000-6.000-16,-12.000-8.000 15,-16.000-6.000 1,-9.000-2.000-1,4.000 9.000-15</inkml:trace>
  <inkml:trace contextRef="#ctx0" brushRef="#br0">20942.000 2686.000 0,'0.000'0.000'16,"9.000"36.000"-16,2.000 27.000 15,-6.000 19.000 1,-5.000 12.000-1,-6.000 8.000-15,-7.000-3.000 16,3.000-6.000-16,4.000-18.000 16,7.000-23.000-1,6.000-29.000 1,5.000-32.000-16,2.000-9.000 16</inkml:trace>
  <inkml:trace contextRef="#ctx0" brushRef="#br0">21312.000 2814.000 0,'11.000'28.000'16,"6.000"26.000"-1,-8.000 17.000-15,-10.000 13.000 16,-9.000 3.000-1,-6.000-8.000-15,4.000-21.000 32,7.000-27.000-32,6.000-28.000 0,1.000-9.000 15</inkml:trace>
  <inkml:trace contextRef="#ctx0" brushRef="#br0">21582.000 2814.000 0,'71.000'-2.000'0,"13.000"6.000"16,-27.000 15.000 0,-41.000 6.000-16,-30.000-8.000 15,-23.000-9.000 1,1.000-3.000-16</inkml:trace>
  <inkml:trace contextRef="#ctx0" brushRef="#br0">21480.000 2985.000 0,'0.000'59.000'0,"-3.000"24.000"15,-6.000 6.000 1,-5.000-14.000-16,-4.000-22.000 15,6.000-33.000 1,8.000-35.000-16,9.000-30.000 16,3.000-1.000-1</inkml:trace>
  <inkml:trace contextRef="#ctx0" brushRef="#br0">21665.000 2617.000 0,'12.000'32.000'0,"3.000"25.000"15,-2.000 22.000 1,-5.000 9.000-16,-3.000-2.000 16,-5.000-7.000-1,-4.000-11.000 1,-2.000-13.000-16,-3.000-11.000 15,-4.000-13.000 1,-2.000-10.000-16,-8.000-11.000 16,-6.000-14.000-16,1.000-9.000 15,4.000-3.000 1,11.000 3.000-16,12.000 3.000 16,13.000 6.000-1,14.000 7.000-15,9.000 5.000 16,8.000 4.000-16,1.000 1.000 31,-3.000-5.000-31,-4.000-4.000 0,-9.000-13.000 16,1.000-19.000-1,-4.000-6.000-15,-5.000 7.000 16</inkml:trace>
  <inkml:trace contextRef="#ctx0" brushRef="#br0">22355.000 2831.000 0,'0.000'0.000'16,"-26.000"24.000"-16,-32.000 15.000 16,-25.000 5.000-1,-6.000 0.000-15,9.000-6.000 16,20.000-8.000-1,23.000-9.000-15,24.000-5.000 16,29.000-8.000 0,25.000-7.000-16,19.000-8.000 15,10.000-2.000 1,2.000-4.000-16,-10.000-1.000 16,-13.000-4.000-1,-17.000-1.000-15,-16.000-6.000 16,-23.000-5.000-1,-23.000-4.000-15,-18.000-5.000 16,-10.000 0.000 0,-2.000 6.000-16,4.000 8.000 15,12.000 12.000 1,12.000 5.000-16,11.000 9.000 16,13.000 10.000-1,11.000 15.000-15,9.000 17.000 16,3.000 16.000-1,0.000 7.000-15,-8.000 4.000 16,-4.000 1.000-16,-3.000-2.000 16,0.000-6.000-1,1.000-11.000-15,1.000-8.000 16,4.000-13.000 0,3.000-12.000-16,3.000-11.000 15,4.000-12.000 1,7.000-17.000-16,2.000-12.000 15,1.000-14.000-15,-2.000 2.000 16,-7.000 10.000 0,-5.000 12.000-16,-5.000 13.000 15,2.000 18.000 1,3.000 10.000-16,4.000 16.000 16,2.000 5.000-1,-2.000 3.000-15,-2.000-1.000 16,-1.000-9.000-16,5.000-20.000 15,-2.000-9.000 1</inkml:trace>
  <inkml:trace contextRef="#ctx0" brushRef="#br0">22767.000 3344.000 0,'0.000'0.000'15,"0.000"0.000"-15</inkml:trace>
  <inkml:trace contextRef="#ctx0" brushRef="#br0">18293.000 1159.000 0,'0.000'0.000'15,"0.000"0.000"-15,0.000 0.000 16,0.000 0.000-16,0.000 0.000 16,22.000 0.000-1,9.000-3.000-15,5.000-1.000 16,4.000-3.000-1,5.000-2.000-15,5.000 3.000 16,4.000-5.000 0,2.000 0.000-16,3.000-2.000 15,5.000-1.000 1,4.000-3.000-16,3.000-3.000 16,2.000 2.000-1,-2.000 1.000-15,-3.000 0.000 16,-12.000 5.000-1,-10.000 2.000-15,-12.000 3.000 16,-13.000 4.000-16,-5.000 3.000 16,-7.000-2.000-1,-9.000 2.000-15,5.000-1.000 16</inkml:trace>
  <inkml:trace contextRef="#ctx0" brushRef="#br0">19850.000 681.000 0,'0.000'0.000'0,"20.000"15.000"16,11.000 11.000-16,1.000 4.000 15,-6.000 0.000 1,-7.000-11.000-16,-8.000-10.000 15</inkml:trace>
  <inkml:trace contextRef="#ctx0" brushRef="#br0">20295.000 595.000 0,'-9.000'29.000'0,"-17.000"21.000"16,-10.000 5.000-16,-8.000-6.000 15,1.000-20.000 1,11.000-13.000-16</inkml:trace>
  <inkml:trace contextRef="#ctx0" brushRef="#br0">20143.000 621.000 0,'0.000'0.000'16,"-9.000"28.000"-16,-13.000 22.000 16,-7.000 13.000-1,1.000 2.000-15,5.000-7.000 16,6.000-13.000-1,8.000-12.000-15,11.000-10.000 16,7.000-13.000 0,13.000-12.000-16,5.000-9.000 15,4.000-3.000 1,-3.000 3.000-16,-4.000 4.000 16,-7.000 9.000-1,-8.000 10.000-15,-9.000 7.000 16,-12.000 12.000-1,-17.000 8.000-15,-13.000 4.000 16,-5.000 1.000 0,-2.000-3.000-16,5.000-21.000 15,11.000-23.000-15,10.000-7.000 16</inkml:trace>
  <inkml:trace contextRef="#ctx0" brushRef="#br0">20143.000 1126.000 0,'15.000'34.000'16,"3.000"9.000"0,4.000-14.000-16,3.000-24.000 15,3.000-20.000-15,9.000-27.000 16,3.000-26.000-1,5.000-22.000-15,3.000 2.000 16,-9.000 23.000 0</inkml:trace>
  <inkml:trace contextRef="#ctx0" brushRef="#br0">20791.000 494.000 0,'-32.000'41.000'15,"-27.000"27.000"1,-12.000 8.000-16,3.000-2.000 16,12.000-14.000-1,19.000-13.000-15,16.000-15.000 16,19.000-14.000 0,21.000-12.000-16,17.000-16.000 15,10.000-7.000 1,5.000-2.000-16,-5.000 0.000 15,-4.000 3.000 1,-10.000-1.000-16,-13.000 2.000 16,-11.000 1.000-16,-13.000-4.000 15,-8.000-2.000 1,-11.000 1.000-16,-3.000 7.000 16,4.000 8.000-1,4.000 7.000-15,8.000 5.000 16,4.000 11.000-16,6.000 15.000 15,3.000 13.000 1,0.000 11.000-16,1.000 11.000 16,-4.000 10.000-1,-5.000 3.000 1,-3.000-5.000-16,2.000-5.000 16,1.000-16.000-16,6.000-20.000 15,0.000-36.000 1,5.000-3.000-16,3.000-30.000 15,-1.000-2.000 1</inkml:trace>
  <inkml:trace contextRef="#ctx0" brushRef="#br0">20614.000 1023.000 0,'-20.000'30.000'0,"-18.000"18.000"15,-8.000 9.000-15,-1.000-10.000 16,8.000-24.000 0,10.000-16.000-16</inkml:trace>
  <inkml:trace contextRef="#ctx0" brushRef="#br0">20732.000 1057.000 0,'12.000'27.000'0,"5.000"16.000"16,-1.000 0.000-1,-6.000 0.000-15,-9.000-15.000 16,-4.000-28.000-16,0.000-9.000 16</inkml:trace>
  <inkml:trace contextRef="#ctx0" brushRef="#br0">20875.000 716.000 0,'6.000'28.000'0,"3.000"17.000"16,0.000 7.000-16,-9.000-2.000 15,-10.000-20.000 1,1.000-16.000-16</inkml:trace>
  <inkml:trace contextRef="#ctx0" brushRef="#br0">21001.000 588.000 0,'0.000'0.000'0,"0.000"0.000"16,25.000 6.000-1,7.000 6.000-15,0.000 6.000 16,-9.000 3.000 0,-9.000-2.000-16,-9.000 2.000 15,-10.000 0.000-15,-12.000 0.000 16,-6.000-2.000-1,-4.000 1.000-15,3.000-1.000 16,4.000-2.000 0,8.000-4.000-1,5.000-5.000-15,6.000-2.000 16,6.000 3.000-16,7.000-6.000 16,12.000-3.000-1,6.000-1.000-15,2.000-1.000 16,-7.000-3.000-1,-6.000 0.000-15</inkml:trace>
  <inkml:trace contextRef="#ctx0" brushRef="#br0">20875.000 1032.000 0,'0.000'0.000'16,"31.000"5.000"-16,12.000 4.000 15,1.000 2.000 1,-10.000-3.000-16,-13.000 3.000 16,-12.000-2.000-16,-13.000 6.000 15,-11.000 5.000 1,-3.000 0.000-16,-6.000 4.000 16,-1.000 1.000-1,1.000 1.000-15,7.000-4.000 16,5.000-1.000-16,7.000-6.000 15,8.000-4.000 1,11.000-6.000-16,8.000-8.000 16,6.000-2.000-1,-3.000-5.000-15,-5.000-1.000 16,-8.000 3.000 0,-4.000 1.000-16,-8.000 7.000 15,0.000 0.000 1,0.000 7.000-16,-5.000 15.000 15,-3.000 5.000-15,-1.000 5.000 16,2.000 2.000-16,6.000-5.000 16,2.000-6.000-1,6.000-8.000-15,5.000-14.000 16,8.000-15.000-16,9.000-12.000 16,4.000-23.000-1,4.000-19.000-15,0.000-14.000 16,1.000-10.000-1,-1.000-3.000-15,-11.000 19.000 16</inkml:trace>
  <inkml:trace contextRef="#ctx0" brushRef="#br0">21405.000 697.000 0,'0.000'0.000'16,"0.000"0.000"-1,0.000 0.000-15,0.000 0.000 16,0.000 0.000-1,21.000-8.000-15,2.000-5.000 16</inkml:trace>
  <inkml:trace contextRef="#ctx0" brushRef="#br0">21682.000 562.000 0,'-17.000'32.000'0,"-21.000"18.000"16,-12.000 0.000 0,-7.000-3.000-1,6.000-8.000-15,15.000-11.000 16,17.000-9.000-16,19.000-19.000 16,10.000 6.000-1,19.000-7.000-15,11.000-4.000 16,6.000-3.000-1,-1.000 1.000-15,-10.000 3.000 16,-9.000 4.000 0,-11.000 9.000-16,-13.000 2.000 15,-16.000 7.000-15,-16.000 5.000 16,-8.000 0.000 0,0.000 1.000-16,11.000-6.000 15,9.000-3.000 1,11.000-5.000-16,15.000-4.000 15,17.000-2.000 1,11.000-5.000-16,5.000-2.000 16,-2.000 0.000-16,-11.000 3.000 15,-10.000 1.000 1,-11.000 8.000-16,-17.000 8.000 16,-19.000 6.000-1,-19.000 1.000-15,-13.000 5.000 16,-3.000-2.000-1,12.000-3.000-15,18.000-5.000 16,15.000-5.000 0,24.000-9.000-16,26.000-8.000 15,23.000-6.000 1,14.000 0.000-16,0.000-3.000 16,-9.000 1.000-1,-15.000 1.000-15,-16.000 4.000 16,-16.000-3.000-1,-16.000-5.000-15,-16.000-5.000 16,0.000 3.000 0</inkml:trace>
  <inkml:trace contextRef="#ctx0" brushRef="#br0">21523.000 954.000 0,'0.000'0.000'0,"2.000"29.000"16,-5.000 22.000 0,-8.000 10.000-16,-5.000 9.000 15,-8.000 4.000 1,-3.000 2.000-16,3.000-7.000 16,4.000-9.000-1,4.000-26.000-15,9.000-26.000 16,4.000-10.000-1</inkml:trace>
  <inkml:trace contextRef="#ctx0" brushRef="#br0">21497.000 1228.000 0,'0.000'0.000'16,"31.000"-1.000"-16,7.000 4.000 15,-3.000 8.000 1,-11.000 7.000-16,-11.000 6.000 16,-12.000 5.000-16,-13.000-1.000 15,-1.000-5.000 1,-1.000-8.000-16,5.000-4.000 16,3.000-3.000-1,6.000-8.000-15,1.000 7.000 16,8.000-2.000-16,14.000-5.000 15,17.000-8.000 1,16.000-13.000-16,10.000-14.000 16,9.000-1.000-1,-14.000 9.000-15</inkml:trace>
  <inkml:trace contextRef="#ctx0" brushRef="#br0">22229.000 1304.000 0,'0.000'0.000'0,"0.000"0.000"16</inkml:trace>
  <inkml:trace contextRef="#ctx0" brushRef="#br0">24550.000 1083.000 0,'28.000'-16.000'0,"12.000"-6.000"16,3.000 5.000-1,-2.000 4.000-15,-4.000 1.000 16,-7.000 8.000 0,-6.000 4.000-16,-8.000 10.000 15,-10.000 7.000 1,-16.000 4.000-16,-13.000 8.000 16,-8.000 0.000-1,-1.000 0.000-15,9.000-6.000 16,12.000-7.000-16,15.000-7.000 15,15.000-9.000 1,17.000-13.000 0,13.000-10.000-16,3.000-8.000 15,-2.000-10.000-15,-9.000-9.000 16,-15.000 9.000 0</inkml:trace>
  <inkml:trace contextRef="#ctx0" brushRef="#br0">24567.000 920.000 0,'-23.000'43.000'15,"-6.000"24.000"-15,9.000 7.000 16,13.000 2.000-1,12.000-4.000-15,14.000-3.000 16,13.000-8.000 0,10.000-13.000-1,9.000-16.000-15,5.000-19.000 16,4.000-23.000-16,3.000-18.000 16,4.000-15.000-1,-4.000-14.000-15,-8.000-9.000 16,-13.000-8.000-1,-17.000 0.000 1,-18.000-5.000-16,-20.000 7.000 16,-22.000 10.000-16,-19.000 18.000 15,-19.000 19.000 1,-11.000 22.000 0,-6.000 17.000-16,5.000 17.000 15,15.000 16.000-15,16.000 10.000 16,19.000-3.000-1,12.000-12.000-15</inkml:trace>
  <inkml:trace contextRef="#ctx0" brushRef="#br0">25240.000 1151.000 0,'0.000'0.000'15,"0.000"0.000"-15,0.000 0.000 16</inkml:trace>
  <inkml:trace contextRef="#ctx0" brushRef="#br0">25904.000 519.000 0,'0.000'0.000'0,"0.000"0.000"16,-9.000 33.000-16,-12.000 24.000 16,-17.000 12.000-1,-10.000-1.000-15,-5.000-6.000 16,2.000-6.000-1,13.000-12.000-15,13.000-11.000 16,9.000-12.000 0,13.000-6.000-16,14.000-9.000 15,17.000-9.000 1,18.000-11.000-16,12.000-6.000 16,10.000-5.000-1,7.000-7.000-15,-4.000 0.000 16,-6.000 4.000-1,-12.000 2.000-15,-15.000 12.000 16,-17.000 2.000 0,-13.000 5.000-16,-16.000 2.000 15,-15.000 2.000 1,-9.000 4.000-16,-1.000 4.000 16,1.000 1.000-16,6.000 1.000 15,4.000 3.000 1,5.000 6.000-16,5.000 4.000 15,5.000 5.000 1,3.000 10.000-16,1.000 5.000 16,4.000 4.000-1,-1.000 6.000-15,-3.000 0.000 16,-1.000-2.000 0,-3.000-5.000-16,2.000-13.000 15,3.000-7.000-15,2.000-11.000 16,2.000-13.000-1,-2.000-16.000 1,0.000-14.000-16,-2.000-10.000 16,-2.000-2.000-16,3.000 13.000 15,1.000 12.000 1,0.000 18.000-16,0.000 0.000 16,-2.000-1.000-1,-8.000 13.000-15,-12.000 12.000 16,-14.000 10.000-1,-7.000 5.000-15,-1.000-8.000 16,5.000-15.000-16,12.000-12.000 16</inkml:trace>
  <inkml:trace contextRef="#ctx0" brushRef="#br0">25980.000 1065.000 0,'25.000'12.000'16,"14.000"10.000"0,3.000 9.000-16,-4.000 1.000 15,-6.000-5.000 1,-12.000-11.000 0,-20.000-16.000-16,9.000 5.000 15</inkml:trace>
  <inkml:trace contextRef="#ctx0" brushRef="#br0">25760.000 1252.000 0,'0.000'0.000'15,"38.000"0.000"1,19.000-1.000-16,2.000-3.000 15,-5.000 1.000 1,-12.000 0.000-16,-15.000 3.000 16,-10.000 5.000-16,-15.000 7.000 15,-16.000 7.000 1,-13.000 1.000-16,-3.000 3.000 16,1.000-2.000-1,7.000 0.000-15,11.000-3.000 16,11.000-6.000-1,13.000 0.000-15,9.000-1.000 16,9.000-4.000 0,-1.000 1.000-16,-2.000-4.000 15,-11.000-1.000-15,-5.000 2.000 16,-12.000 2.000 0,-16.000 4.000-16,-21.000-3.000 15,-11.000-9.000 1,-4.000-14.000-16,9.000 1.000 15</inkml:trace>
  <inkml:trace contextRef="#ctx0" brushRef="#br0">25878.000 1381.000 0,'0.000'31.000'0,"-3.000"14.000"16,-9.000-6.000-1,-9.000-17.000 1,0.000-13.000-16</inkml:trace>
  <inkml:trace contextRef="#ctx0" brushRef="#br0">25610.000 1099.000 0,'0.000'0.000'0,"-14.000"50.000"15,-6.000 28.000-15,9.000 7.000 16,12.000-5.000 0,15.000-13.000-16,16.000-16.000 15,14.000-17.000 1,10.000-11.000-16,16.000-13.000 15,9.000-7.000 1,3.000-10.000-16,-1.000 1.000 16,-7.000-2.000-1,-11.000 2.000-15,-14.000 0.000 16,-13.000-1.000 0,-12.000-12.000-16,-11.000 0.000 15</inkml:trace>
  <inkml:trace contextRef="#ctx0" brushRef="#br0">26618.000 766.000 0,'0.000'0.000'0,"-4.000"19.000"15,-3.000 11.000-15,-2.000 3.000 16,6.000-3.000 0,8.000-6.000-16,12.000-10.000 15,17.000-10.000 1,12.000-8.000-16,9.000-9.000 16,0.000 0.000-16,-5.000 1.000 15,-11.000 4.000 1,-15.000 11.000-16,-21.000 7.000 15,-24.000 1.000 1,-6.000 0.000-16</inkml:trace>
  <inkml:trace contextRef="#ctx0" brushRef="#br0">26559.000 1151.000 0,'32.000'0.000'0,"17.000"-1.000"15,2.000-3.000 1,-7.000 2.000-16,-12.000-2.000 16,-16.000 3.000-16,-22.000 3.000 15,-6.000 2.000 1</inkml:trace>
  <inkml:trace contextRef="#ctx0" brushRef="#br0">26484.000 1407.000 0,'59.000'-15.000'16,"26.000"-10.000"-1,-3.000-4.000-15,-13.000-2.000 16,-20.000 2.000 0,-17.000 2.000-16,-19.000 3.000 15,-20.000 7.000 1,-8.000 15.000-16,-11.000 14.000 15,0.000 9.000-15,3.000 2.000 16,7.000-5.000 0,4.000-4.000-16,5.000 4.000 15,3.000 7.000 1,3.000 9.000-16,3.000 8.000 16,0.000 6.000-1,0.000-4.000-15,0.000-9.000 16,0.000-8.000-1,2.000-13.000-15,-4.000-14.000 16,7.000-9.000 0,7.000-26.000-16,2.000-26.000 15,1.000-23.000 1,1.000-19.000-16,-5.000 19.000 16</inkml:trace>
  <inkml:trace contextRef="#ctx0" brushRef="#br0">27072.000 690.000 0,'0.000'0.000'16,"0.000"0.000"-16,-8.000 25.000 16,-9.000 12.000-16,-9.000 3.000 15,-4.000 0.000 1,8.000-12.000-16,8.000-9.000 15,14.000-9.000 1,18.000-11.000-16,16.000-4.000 16,12.000-4.000-1,7.000 1.000-15,0.000 4.000 16,-13.000 4.000 0,-9.000 7.000-16,-15.000 8.000 15,-19.000 10.000 1,-21.000 8.000-16,-15.000 2.000 15,-7.000-4.000 1,7.000-13.000-16,13.000-20.000 16,13.000-7.000-1</inkml:trace>
  <inkml:trace contextRef="#ctx0" brushRef="#br0">27460.000 870.000 0,'-26.000'27.000'16,"-24.000"18.000"-16,-16.000 7.000 15,-9.000-2.000 1,4.000-10.000-16,13.000-9.000 16,17.000-12.000-1,21.000-8.000-15,23.000-10.000 16,20.000-9.000-1,18.000-3.000-15,8.000-1.000 16,4.000-1.000 0,-2.000 1.000-16,-10.000 2.000 15,-9.000-5.000-15,-14.000 0.000 16,-10.000 2.000 0</inkml:trace>
  <inkml:trace contextRef="#ctx0" brushRef="#br0">27190.000 1218.000 0,'-16.000'30.000'0,"-2.000"11.000"16,0.000 0.000-1,6.000-11.000-15,5.000-9.000 16,7.000-21.000 0,-4.000 0.000-16,13.000-19.000 15,8.000-13.000 1,8.000-10.000-16,6.000 2.000 15,1.000 6.000 1,-2.000 7.000-16,-2.000 10.000 16,-5.000 11.000-16,-4.000 7.000 15,-4.000 10.000 1,-5.000 8.000-16,-7.000 12.000 16,-7.000 5.000-1,-5.000 3.000-15,-4.000-2.000 16,-2.000-3.000-16,2.000-7.000 15,2.000-9.000 1,3.000-8.000-16,2.000-9.000 16,3.000-9.000-1,3.000-13.000-15,-1.000-5.000 16,1.000-3.000 0,-1.000 8.000-16,0.000 5.000 15,-1.000 5.000 1,2.000 11.000-16,0.000 0.000 15,-4.000 2.000-15,-5.000 10.000 16,-2.000 8.000 0,-3.000 2.000-16,-1.000 2.000 15,-3.000 0.000 1,4.000-2.000-16,0.000-3.000 16,1.000-1.000-1,1.000 0.000-15,-1.000-3.000 16,1.000 0.000-1,-3.000-1.000-15,-2.000-2.000 16,1.000-4.000-16,6.000-5.000 16,10.000-3.000-1,3.000-2.000-15,13.000-10.000 16,16.000-5.000-16,12.000-2.000 16,5.000 5.000-1,-6.000 9.000 1,-9.000 8.000-16,-12.000 9.000 15,-9.000 13.000-15,-7.000 6.000 16,-4.000 7.000-16,-3.000 0.000 16,0.000-2.000-1,1.000-9.000-15,4.000-7.000 16,9.000-11.000-16,10.000-13.000 16,21.000-17.000-1,17.000-11.000-15,14.000-12.000 16,5.000-4.000-1,-5.000 7.000-15,-17.000 8.000 16,-19.000 9.000 0,-20.000 1.000-16,-17.000-5.000 15,-17.000-8.000-15,-4.000 4.000 16</inkml:trace>
  <inkml:trace contextRef="#ctx0" brushRef="#br0">28015.000 1508.000 0,'0.000'0.000'0,"0.000"0.000"15,4.000-14.000-15</inkml:trace>
  <inkml:trace contextRef="#ctx0" brushRef="#br0">29007.000 519.000 0,'0.000'0.000'0,"-20.000"30.000"16,-23.000 21.000-16,-18.000 12.000 15,-5.000 2.000 1,6.000-3.000-16,13.000-13.000 16,22.000-10.000-1,19.000-14.000-15,25.000-12.000 16,15.000-12.000-1,16.000-11.000-15,6.000-8.000 16,1.000-4.000 0,-1.000 2.000-1,-3.000 2.000-15,-11.000 4.000 16,-11.000 4.000-16,-12.000 6.000 16,-9.000 0.000-16,-10.000 4.000 15,0.000 0.000-15,-1.000 2.000 16,-10.000 4.000-1,-5.000-1.000-15,-2.000-1.000 16,-1.000-3.000-16,6.000-4.000 16,4.000-4.000-1,4.000 3.000 1</inkml:trace>
  <inkml:trace contextRef="#ctx0" brushRef="#br0">28881.000 930.000 0,'0.000'0.000'16,"0.000"0.000"-16,13.000 16.000 16,3.000 12.000-1,-4.000 0.000 1,-7.000-10.000-16,-5.000-10.000 16</inkml:trace>
  <inkml:trace contextRef="#ctx0" brushRef="#br0">29200.000 655.000 0,'-6.000'25.000'0,"3.000"2.000"16,10.000-8.000 0,15.000-16.000-16,14.000-14.000 15,7.000-8.000 1,4.000-1.000-16,-6.000 0.000 16,-9.000 5.000-16,-9.000 6.000 15,-10.000 2.000 1</inkml:trace>
  <inkml:trace contextRef="#ctx0" brushRef="#br0">29208.000 842.000 0,'30.000'24.000'0,"10.000"5.000"15,-3.000-3.000-15,-13.000-12.000 16,-10.000-7.000-1</inkml:trace>
  <inkml:trace contextRef="#ctx0" brushRef="#br0">28814.000 1278.000 0,'85.000'-26.000'16,"29.000"-10.000"-16,-11.000 2.000 0,-24.000 4.000 16,-27.000 8.000-1,-28.000 0.000-15,-20.000 2.000 16,-10.000 5.000-1,-24.000-3.000-15,-13.000 14.000 16,3.000 12.000 0,9.000 6.000-16,11.000-2.000 15,10.000 3.000 1,7.000 5.000-16,6.000 0.000 16,5.000 2.000-16,5.000 0.000 15,6.000-1.000 1,0.000 0.000-16,-1.000-7.000 15,2.000-5.000-15,-6.000-1.000 16,-1.000-6.000 0,-13.000-2.000-16,2.000 6.000 15,-15.000 1.000 1,-18.000 6.000-16,-16.000 9.000 16,-8.000 4.000-1,2.000-1.000-15,14.000 0.000 16,15.000 1.000-1,15.000-5.000-15,17.000-9.000 16,21.000-9.000 0,19.000-13.000-16,11.000-6.000 15,6.000-8.000 1,-2.000-2.000-16,-7.000 1.000 16,-13.000 5.000-1,-15.000 5.000-15,-15.000 2.000 16,-15.000 5.000-16,-11.000 8.000 15,-8.000 7.000 1,0.000 5.000-16,1.000 8.000 16,3.000 7.000-1,6.000 7.000 1,7.000 9.000-16,6.000 7.000 16,4.000 3.000-16,2.000 4.000 15,-2.000-3.000 1,-4.000-7.000-16,-3.000-6.000 15,-6.000-14.000 1,1.000-9.000-16,0.000-9.000 16,-4.000-9.000-1,-7.000-11.000-15,-1.000-12.000 16,-2.000-8.000 0,3.000-6.000-16,13.000 0.000 15,9.000 4.000 1,14.000 2.000-16,9.000 5.000 15,11.000 1.000 1,9.000-11.000-16,-3.000-9.000 16,-9.000 7.000-1</inkml:trace>
  <inkml:trace contextRef="#ctx0" brushRef="#br0">29763.000 980.000 0,'16.000'25.000'0,"8.000"12.000"16,-4.000-1.000 0,-5.000-13.000-16</inkml:trace>
  <inkml:trace contextRef="#ctx0" brushRef="#br0">30176.000 980.000 0,'-15.000'25.000'15,"-17.000"16.000"-15,-14.000 5.000 16,-6.000-8.000-1,12.000-14.000-15</inkml:trace>
  <inkml:trace contextRef="#ctx0" brushRef="#br0">30099.000 887.000 0,'-11.000'27.000'15,"-16.000"21.000"1,-15.000 12.000-16,-6.000 7.000 16,6.000-2.000-1,10.000-5.000-15,13.000-10.000 16,15.000-17.000-16,16.000-15.000 16,13.000-10.000-1,10.000-11.000-15,3.000-7.000 16,-5.000 4.000-1,-8.000 6.000-15,-6.000 10.000 16,-14.000 11.000-16,-15.000 11.000 16,-25.000 9.000-1,-18.000 3.000 1,-7.000 0.000-16,0.000-9.000 16,15.000-11.000-16,14.000-8.000 15</inkml:trace>
  <inkml:trace contextRef="#ctx0" brushRef="#br0">29982.000 1475.000 0,'10.000'38.000'0,"3.000"12.000"15,4.000-6.000-15,3.000-16.000 16,10.000-24.000-1,14.000-18.000-15,11.000-20.000 16,7.000-11.000 0,-1.000-4.000-16,-10.000 8.000 15,-10.000 7.000 1,-14.000 4.000-16,-17.000-2.000 16,-8.000 6.000-1,-2.000 7.000-15</inkml:trace>
  <inkml:trace contextRef="#ctx0" brushRef="#br0">30739.000 827.000 0,'-20.000'30.000'16,"-19.000"22.000"-16,-10.000 10.000 15,5.000-3.000 1,14.000-9.000-16,17.000-10.000 16,21.000-14.000-1,24.000-15.000-15,19.000-11.000 16,11.000-5.000 0,-1.000-5.000-16,-8.000-2.000 15,-8.000 2.000 1,-15.000-3.000-16,-16.000-4.000 15,-8.000 1.000 1,-4.000 6.000-16</inkml:trace>
  <inkml:trace contextRef="#ctx0" brushRef="#br0">30697.000 1047.000 0,'6.000'31.000'16,"3.000"22.000"-1,1.000 12.000-15,-6.000 12.000 16,-9.000 4.000 0,-8.000 0.000-16,-4.000 1.000 15,-2.000-13.000 1,2.000-17.000-16,9.000-26.000 16,4.000-14.000-1,2.000-7.000-15</inkml:trace>
  <inkml:trace contextRef="#ctx0" brushRef="#br0">30638.000 1381.000 0,'0.000'0.000'0,"-26.000"21.000"16,-19.000 14.000-16,-9.000 0.000 15,8.000-10.000 1,16.000-7.000-16</inkml:trace>
  <inkml:trace contextRef="#ctx0" brushRef="#br0">30688.000 1355.000 0,'26.000'18.000'0,"12.000"11.000"16,-7.000 4.000 0,-8.000-6.000-16,-7.000-17.000 15,-7.000-8.000 1,-4.000-3.000-16</inkml:trace>
  <inkml:trace contextRef="#ctx0" brushRef="#br0">30983.000 920.000 0,'0.000'0.000'16,"9.000"35.000"-16,3.000 19.000 15,-5.000 1.000-15,-8.000-15.000 16,-4.000-14.000-1</inkml:trace>
  <inkml:trace contextRef="#ctx0" brushRef="#br0">31067.000 827.000 0,'28.000'-4.000'0,"12.000"3.000"16,3.000 6.000-16,-9.000 6.000 16,-11.000 8.000-1,-16.000 7.000-15,-15.000 1.000 16,-15.000 4.000-16,-5.000-4.000 16,-6.000-4.000-1,9.000-5.000-15,6.000-4.000 16,8.000-3.000-1,11.000-3.000-15,12.000-2.000 16,12.000-3.000 0,11.000-1.000-16,4.000-2.000 15,-5.000-5.000 1,-10.000 1.000-16</inkml:trace>
  <inkml:trace contextRef="#ctx0" brushRef="#br0">31024.000 1252.000 0,'23.000'0.000'0,"10.000"3.000"16,5.000 2.000-16,-3.000 2.000 16,-4.000 0.000-1,-12.000 2.000-15,-13.000 4.000 16,-18.000 3.000-1,-17.000 3.000-15,-15.000 5.000 16,-8.000 2.000-16,3.000-2.000 16,10.000-1.000-1,10.000-5.000 1,16.000-2.000-16,13.000-5.000 16,13.000-1.000-16,18.000-4.000 15,8.000-6.000 1,5.000-1.000-16,-5.000-2.000 15,-9.000 0.000 1,-11.000 1.000-16,-8.000 2.000 16,-11.000 0.000-1,-7.000-4.000-15,-14.000 0.000 16,-4.000 1.000 0,2.000 2.000-16,8.000 1.000 15,5.000 3.000-15,6.000 7.000 16,2.000 9.000-1,3.000 11.000-15,1.000 5.000 16,0.000 5.000 0,1.000-3.000-16,0.000-3.000 15,3.000-9.000 1,1.000-6.000-16,3.000-8.000 16,6.000-11.000-1,10.000-16.000-15,9.000-21.000 16,10.000-23.000-16,4.000-17.000 15,8.000-12.000 1,3.000-5.000-16,-11.000 20.000 16</inkml:trace>
  <inkml:trace contextRef="#ctx0" brushRef="#br0">31579.000 860.000 0,'31.000'-12.000'16,"16.000"-4.000"-1,5.000 2.000-15,-2.000 1.000 16,-6.000 5.000-16,-12.000 5.000 16,-9.000 1.000-1,-10.000 8.000-15,-8.000 9.000 16,-9.000 11.000-16,-12.000 13.000 15,-12.000 17.000 1,-13.000 27.000-16,-17.000 19.000 16,-8.000 12.000-1,-2.000 11.000-15,-2.000 3.000 16,9.000-8.000 0,10.000-11.000-16,10.000-21.000 15,12.000-22.000 1,11.000-30.000-16,14.000-38.000 15,5.000-12.000 1</inkml:trace>
  <inkml:trace contextRef="#ctx0" brushRef="#br0">32042.000 1023.000 0,'0.000'0.000'15,"-26.000"25.000"-15,-26.000 19.000 16,-20.000 5.000 0,-4.000-8.000-16,17.000-14.000 15</inkml:trace>
  <inkml:trace contextRef="#ctx0" brushRef="#br0">31697.000 1304.000 0,'14.000'15.000'16,"5.000"2.000"-16,0.000-2.000 16,-2.000-4.000-1,3.000-11.000-15,2.000-9.000 16,4.000-8.000-1,6.000-7.000-15,1.000-3.000 16,-1.000 4.000 0,-5.000 5.000-16,-9.000 11.000 15,-9.000 11.000 1,-10.000 12.000-16,-11.000 8.000 16,-6.000 7.000-1,-1.000 3.000-15,6.000 3.000 16,3.000-2.000-1,7.000-2.000-15,8.000-4.000 16,10.000-5.000 0,3.000 0.000-16,5.000-2.000 15,1.000 4.000-15,-3.000 2.000 16,-7.000-1.000 0,-8.000-2.000-1,-9.000-6.000-15,-11.000-7.000 16,-8.000-5.000-1,-4.000-7.000-15,-6.000-9.000 16,-2.000-4.000-16,3.000-10.000 16,12.000-5.000-1,18.000-5.000-15,19.000 2.000 16,17.000-1.000 0,13.000 1.000-16,8.000-1.000 15,-7.000 5.000 1</inkml:trace>
  <inkml:trace contextRef="#ctx0" brushRef="#br0">32244.000 1074.000 0,'41.000'-4.000'16,"18.000"2.000"-1,0.000 5.000-15,-14.000 3.000 16,-15.000-3.000-16</inkml:trace>
  <inkml:trace contextRef="#ctx0" brushRef="#br0">32219.000 1278.000 0,'4.000'21.000'0,"14.000"7.000"16,18.000-7.000-16,13.000-9.000 16,2.000-13.000-1,0.000-10.000-15,-7.000-4.000 16,-13.000-2.000 0,-12.000-2.000-16,-13.000 0.000 15,-15.000 1.000 1,-11.000 3.000-16,-1.000 7.000 15,-2.000 10.000-15,3.000 6.000 16,4.000 10.000 0,2.000 11.000-16,1.000 12.000 15,5.000 6.000 1,2.000 4.000-16,5.000-4.000 16,2.000-7.000-1,1.000-12.000-15,2.000-12.000 16,2.000-11.000-1,7.000-20.000 1,9.000-15.000-16,3.000-21.000 16,3.000-10.000-16,-4.000-10.000 15,-4.000 11.000 1,-6.000 9.000-16,-4.000 13.000 16,-5.000 17.000-1,-2.000 10.000-15,0.000 14.000 16,2.000 14.000-16,-1.000 18.000 15,0.000 9.000 1,-1.000 5.000-16,2.000 1.000 16,2.000-12.000-1,1.000-12.000-15,2.000-20.000 16,-2.000-11.000 0,-3.000 0.000-16</inkml:trace>
  <inkml:trace contextRef="#ctx0" brushRef="#br0">32656.000 870.000 0,'28.000'-15.000'0,"22.000"0.000"16,14.000 9.000-1,5.000 11.000 1,-1.000 9.000-16,-7.000 9.000 15,-13.000 4.000-15,-13.000 7.000 16,-13.000 2.000 0,-11.000 8.000-16,-9.000 1.000 15,-9.000 5.000 1,-15.000 4.000 0,-12.000-3.000-16,4.000-11.000 15,7.000-15.000 1</inkml:trace>
  <inkml:trace contextRef="#ctx0" brushRef="#br0">32757.000 1159.000 0,'39.000'0.000'16,"8.000"7.000"-1,-9.000 7.000-15,-23.000 11.000 16,-26.000 3.000-16,-20.000 3.000 16,-11.000-4.000-1,2.000-2.000 1,8.000-6.000 0,11.000-4.000-16,12.000-2.000 0,15.000-5.000 15,19.000-5.000 1,16.000-4.000-16,7.000-3.000 15,-1.000-3.000 1,-5.000-5.000-16,-7.000-2.000 16,-11.000-1.000-16,-11.000-5.000 15,-10.000-4.000 1,-12.000-6.000-16,-14.000-4.000 16,-12.000-6.000-1,-6.000 0.000-15,5.000 4.000 16,7.000 13.000-1,10.000 8.000-15,7.000 7.000 16,6.000 9.000 0,6.000 11.000-16,6.000 13.000 15,4.000 16.000 1,-1.000 11.000-16,-3.000 7.000 16,-6.000 13.000-16,-6.000 6.000 15,-5.000-2.000 1,-6.000-4.000-16,-1.000-2.000 15,-1.000-10.000 1,3.000-14.000-16,2.000-16.000 16,5.000-12.000-1</inkml:trace>
  <inkml:trace contextRef="#ctx0" brushRef="#br0">32707.000 1560.000 0,'30.000'-5.000'0,"12.000"1.000"16,-1.000 6.000 0,-7.000 12.000-1,-9.000 6.000-15,-9.000 7.000 16,-12.000 1.000-16,-4.000 2.000 16,-3.000-4.000-1,-1.000-1.000-15,0.000-4.000 16,7.000-2.000-1,5.000-8.000 1,13.000-11.000-16,0.000-4.000 16,25.000-17.000-16,1.000-1.000 15</inkml:trace>
  <inkml:trace contextRef="#ctx0" brushRef="#br0">33405.000 1569.000 0,'-17.000'-16.000'16,"-6.000"-2.000"-16</inkml:trace>
  <inkml:trace contextRef="#ctx0" brushRef="#br0">24567.000 2985.000 0,'0.000'0.000'0,"0.000"0.000"16,13.000-7.000-1,5.000-1.000 1,-2.000 2.000-16,-3.000 2.000 16,-2.000 0.000-16,-2.000 1.000 15,-9.000 3.000-15,0.000 0.000 16,8.000 0.000-1,-8.000 0.000-15,0.000 0.000 16,0.000 0.000 0,0.000 0.000-16,0.000 0.000 15,0.000 0.000 1,0.000 0.000-16,0.000 0.000 16,0.000 0.000-1,8.000 0.000-15,4.000-2.000 16,9.000 0.000-16,6.000-2.000 15,7.000-3.000 1,0.000 3.000-16,-6.000 1.000 16,-3.000 2.000-1,-7.000-1.000-15,-3.000 5.000 16,-4.000 0.000-16,-4.000 2.000 31,-2.000 6.000-31,-4.000 7.000 0,-8.000 6.000 16,-7.000 4.000-1,-9.000 1.000-15,-5.000-3.000 16,0.000 2.000 0,5.000-8.000-16,6.000-4.000 15,8.000-4.000 1,9.000-12.000-16,7.000 7.000 16,14.000-4.000-16,11.000-3.000 15,2.000 0.000 1,-1.000 0.000-16,-7.000 3.000 15,-6.000 7.000 1,-7.000 5.000-16,-12.000 8.000 16,-15.000 11.000-1,-13.000 5.000-15,-10.000 6.000 16,-4.000-2.000 0,3.000-5.000-1,7.000-6.000-15,10.000-12.000 16,11.000-9.000-16,16.000-14.000 15,17.000-12.000 1,13.000-13.000-16,13.000-8.000 16,10.000-10.000-1,1.000-5.000-15,-3.000-2.000 16,-7.000-4.000 0,-13.000 3.000-16,-9.000-1.000 15,-14.000 0.000 1,-15.000 0.000-16,-14.000 2.000 15,-15.000 7.000-15,-14.000 3.000 16,-17.000 14.000 0,-10.000 12.000-16,-6.000 16.000 15,-6.000 13.000 1,2.000 15.000-16,5.000 16.000 16,9.000 11.000-1,11.000 9.000 1,18.000 9.000-16,19.000 1.000 15,20.000-4.000-15,20.000-10.000 16,19.000-15.000 0,15.000-14.000-1,10.000-14.000-15,10.000-12.000 16,3.000-17.000-16,-4.000-14.000 16,-17.000-1.000-1</inkml:trace>
  <inkml:trace contextRef="#ctx0" brushRef="#br0">25281.000 3234.000 0,'0.000'0.000'16,"0.000"0.000"-16</inkml:trace>
  <inkml:trace contextRef="#ctx0" brushRef="#br0">25845.000 2694.000 0,'24.000'20.000'16,"13.000"8.000"0,1.000 4.000-16,-4.000-7.000 15,-9.000-20.000-15,-6.000-9.000 16</inkml:trace>
  <inkml:trace contextRef="#ctx0" brushRef="#br0">26358.000 2644.000 0,'0.000'0.000'16,"-14.000"26.000"-16,-23.000 21.000 15,-19.000 13.000 1,-16.000-2.000-16,-2.000-6.000 16,12.000-12.000-1,17.000-14.000 1,19.000-13.000-16,26.000-13.000 16,2.000-2.000-16,24.000-9.000 15,18.000-3.000 1,6.000-2.000-16,3.000 5.000 15,0.000 2.000 1,-12.000 4.000 0,-13.000 6.000-16,-13.000 10.000 15,-22.000 10.000-15,-25.000 12.000 16,-22.000 10.000 0,-13.000 5.000-16,1.000-4.000 15,11.000-5.000 1,18.000-6.000-16,15.000-8.000 15,23.000-12.000 1,28.000-11.000-16,20.000-14.000 16,21.000-13.000-1,10.000-6.000 1,-1.000-3.000-16,-7.000 5.000 16,-19.000 7.000-16,-15.000 5.000 15,-21.000 0.000 1,-20.000 6.000-16,-22.000 2.000 15,-20.000-2.000 1,-9.000-5.000-16,10.000 2.000 16,15.000 4.000-1</inkml:trace>
  <inkml:trace contextRef="#ctx0" brushRef="#br0">26147.000 2677.000 0,'9.000'63.000'15,"-1.000"41.000"-15,-8.000 25.000 16,-8.000 14.000 0,-6.000-4.000-16,1.000-17.000 15,7.000-21.000 1,10.000-30.000-16,7.000-36.000 15,-2.000-23.000 1,7.000-44.000-16,-3.000-11.000 16</inkml:trace>
  <inkml:trace contextRef="#ctx0" brushRef="#br0">26517.000 2831.000 0,'9.000'54.000'15,"2.000"37.000"1,-4.000 21.000-16,-11.000 7.000 16,-10.000-10.000-1,-2.000-25.000-15,5.000-32.000 16,5.000-24.000-1,3.000-13.000-15</inkml:trace>
  <inkml:trace contextRef="#ctx0" brushRef="#br0">26635.000 2926.000 0,'76.000'-30.000'0,"25.000"-3.000"15,-7.000 18.000 1,-23.000 16.000-16,-25.000 17.000 16,-25.000 11.000-1,-25.000 2.000-15,-22.000 1.000 16,-14.000-8.000 0,-12.000-6.000-16,-6.000-14.000 15,-2.000-8.000-15,7.000-2.000 16,11.000 2.000-1,13.000 4.000 1,13.000 4.000-16,9.000 6.000 16,6.000 13.000-16,4.000 16.000 15,-2.000 11.000 1,-4.000 11.000 0,-7.000 9.000-16,-3.000-11.000 15,1.000-16.000 1,12.000-43.000-16,0.000 0.000 15,-4.000 12.000-15</inkml:trace>
  <inkml:trace contextRef="#ctx0" brushRef="#br0">26820.000 2677.000 0,'0.000'0.000'0,"2.000"33.000"16,7.000 25.000 0,2.000 22.000-16,1.000 6.000 15,6.000 1.000 1,5.000-4.000 0,-1.000-10.000-16,-6.000-10.000 15,-6.000-10.000-15,-6.000-12.000 16,-8.000-8.000-1,-10.000-8.000-15,-8.000-12.000 16,-9.000-13.000 0,-4.000-9.000-16,1.000-9.000 15,12.000-2.000 1,13.000-3.000-16,23.000 5.000 16,17.000 6.000-16,15.000 3.000 15,9.000 6.000 1,3.000 5.000-16,-4.000 4.000 15,-8.000 0.000 1,-12.000-2.000-16,-12.000-8.000 16,-8.000-10.000-1,-9.000-4.000-15,-3.000 6.000 16</inkml:trace>
  <inkml:trace contextRef="#ctx0" brushRef="#br0">27207.000 2993.000 0,'63.000'-10.000'16,"29.000"-3.000"-1,0.000-4.000-15,-14.000 1.000 16,-19.000 1.000 0,-18.000-1.000-16,-16.000-7.000 15,-17.000 0.000 1,-6.000 2.000-16,-18.000-5.000 15,-15.000-4.000-15,-3.000 7.000 16,-2.000 11.000 0,7.000 6.000-1,7.000 4.000-15,10.000 7.000 16,2.000 10.000-16,6.000 10.000 16,6.000 14.000-1,3.000 19.000 1,3.000 15.000-16,-2.000 10.000 15,-4.000 3.000 1,-5.000 3.000-16,-6.000-7.000 16,0.000-11.000-1,1.000-18.000-15,1.000-13.000 16,0.000-15.000 0,0.000-13.000-16,0.000-12.000 15,-5.000-14.000 1,-9.000-15.000-16,-6.000-16.000 15,2.000-5.000-15,8.000 5.000 16,9.000 7.000 0,13.000 7.000-16,13.000 3.000 15,15.000 5.000 1,9.000 1.000-16,2.000-1.000 16,0.000-11.000-1,-9.000 3.000-15</inkml:trace>
  <inkml:trace contextRef="#ctx0" brushRef="#br0">27712.000 2694.000 0,'0.000'28.000'0,"-3.000"16.000"31,-7.000 10.000-31,-5.000-4.000 16,-2.000-16.000-16,1.000-24.000 15,6.000-14.000 1,7.000-12.000-16,9.000-7.000 16,7.000-10.000-16,8.000-7.000 15,8.000-5.000 1,8.000 8.000-16,6.000 8.000 15,1.000 9.000 1,-7.000 10.000-16,-6.000 6.000 16,-9.000 6.000-1,-9.000 7.000-15,-10.000 4.000 16,-9.000 10.000 0,-13.000 5.000-16,-10.000 4.000 15,-10.000 0.000-15,-5.000 0.000 16,-4.000-2.000-1,9.000-4.000 1,10.000-7.000-16,15.000-8.000 16,17.000-9.000-16,12.000-5.000 15,10.000 1.000 1,4.000 7.000-16,2.000-1.000 16,-8.000 2.000-1,-8.000 0.000-15,-3.000-3.000 16,-4.000 1.000-1,-8.000-4.000-15,4.000 10.000 16,-5.000 2.000-16,-5.000 1.000 16,-8.000-5.000-1,2.000 1.000-15,3.000-5.000 16</inkml:trace>
  <inkml:trace contextRef="#ctx0" brushRef="#br0">27753.000 3080.000 0,'-9.000'31.000'15,"-11.000"16.000"-15,-5.000 1.000 16,0.000-5.000 0,1.000-8.000-16,5.000-10.000 15,19.000-25.000-15,7.000 4.000 16,17.000-11.000-1,7.000-1.000-15,3.000 1.000 16,5.000 4.000 0,1.000 9.000-16,0.000 6.000 15,0.000 4.000 1,-3.000 6.000-16,-7.000-4.000 16,-9.000-3.000-1,-6.000-7.000-15,-7.000-8.000 16,-3.000-16.000-1,-2.000-3.000-15,-2.000 3.000 16</inkml:trace>
  <inkml:trace contextRef="#ctx0" brushRef="#br0">28426.000 2644.000 0,'0.000'0.000'0,"-9.000"20.000"16,-5.000 10.000 0,2.000 4.000-16,5.000-2.000 0,9.000-3.000 15,13.000-5.000 1,17.000-7.000-1,16.000-9.000-15,9.000-2.000 16,-1.000-5.000-16,-4.000 0.000 16,-12.000 2.000-1,-16.000 8.000-15,-19.000 6.000 16,-25.000 12.000 0,-31.000 10.000-16,-18.000-1.000 15,-5.000 2.000 1,12.000-6.000-16,18.000-7.000 15,18.000-5.000-15,22.000-10.000 16,26.000-7.000 0,24.000-9.000-1,25.000-9.000-15,10.000-10.000 16,3.000 1.000-16,-9.000-1.000 16,-15.000 2.000-1,-21.000 0.000-15,-19.000-3.000 16,-21.000-8.000-1,-19.000-8.000-15,-17.000-17.000 16,-10.000 2.000 0,4.000 15.000-16</inkml:trace>
  <inkml:trace contextRef="#ctx0" brushRef="#br0">28653.000 2635.000 0,'2.000'66.000'16,"-8.000"36.000"0,-16.000 14.000-16,-17.000 3.000 15,-11.000-6.000-15,-8.000-11.000 16,0.000-13.000 0,8.000-18.000-16,12.000-22.000 15,8.000-29.000 1,11.000-14.000-1</inkml:trace>
  <inkml:trace contextRef="#ctx0" brushRef="#br0">28511.000 3284.000 0,'38.000'25.000'15,"21.000"17.000"1,-1.000 8.000-16,-9.000-3.000 15,-13.000-13.000 1</inkml:trace>
  <inkml:trace contextRef="#ctx0" brushRef="#br0">29326.000 3566.000 0,'0.000'0.000'0,"0.000"0.000"16</inkml:trace>
  <inkml:trace contextRef="#ctx0" brushRef="#br0">1636.000 4887.000 0,'-13.000'15.000'16,"-13.000"9.000"-16,0.000 6.000 15,-5.000 11.000 1,-2.000 12.000-16,-3.000 11.000 16,1.000 7.000-1,4.000 1.000-15,9.000 2.000 16,10.000-3.000-1,14.000-8.000-15,10.000-10.000 16,6.000-10.000 0,3.000-9.000-16,-1.000-9.000 15,0.000-10.000 1,-3.000-11.000-16,-8.000-8.000 16</inkml:trace>
  <inkml:trace contextRef="#ctx0" brushRef="#br0">1643.000 5102.000 0,'39.000'-9.000'0,"17.000"0.000"16,1.000 7.000-1,-10.000 6.000-15,-11.000 8.000 16,-16.000 10.000 0,-16.000 6.000-16,-17.000 6.000 15,-16.000 2.000 1,-8.000-1.000-16,3.000-4.000 16,5.000-5.000-1,12.000-7.000-15,8.000-5.000 16,9.000-4.000-1,14.000-2.000-15,10.000-2.000 16,5.000-3.000 0,9.000-3.000-16,3.000 0.000 15,-4.000 3.000 1,-8.000 3.000 0,-12.000 3.000-16,-12.000 6.000 15,-14.000 8.000-15,-15.000 3.000 16,-11.000 3.000-1,-7.000-5.000-15,-3.000-12.000 16,8.000-6.000 0</inkml:trace>
  <inkml:trace contextRef="#ctx0" brushRef="#br0">2031.000 4897.000 0,'55.000'20.000'0,"16.000"27.000"16,-12.000 23.000 0,-24.000 14.000-16,-21.000 7.000 15,-23.000 2.000 1,-9.000-7.000-1,-10.000-8.000-15,-3.000-12.000 16,-3.000-19.000-16,7.000-16.000 16</inkml:trace>
  <inkml:trace contextRef="#ctx0" brushRef="#br0">2476.000 5520.000 0,'0.000'0.000'0,"0.000"0.000"16,0.000 0.000 0,0.000 0.000-16</inkml:trace>
  <inkml:trace contextRef="#ctx0" brushRef="#br0">2947.000 5118.000 0,'33.000'-8.000'0,"24.000"-8.000"16,18.000-5.000-1,7.000-7.000-15,-2.000-1.000 16,-4.000-2.000-1,-10.000-1.000 1,-14.000-1.000-16,-13.000 2.000 16,-12.000-1.000-16,-19.000 4.000 15,-16.000-4.000-15,-17.000 3.000 16,-9.000 3.000 0,-9.000 0.000-1,-1.000 1.000-15,9.000 3.000 16,8.000 10.000-1,9.000 4.000 1,6.000 8.000-16,6.000 10.000 0,2.000 13.000 16,3.000 15.000-1,2.000 22.000 1,-2.000 21.000-16,1.000 18.000 16,-2.000 15.000-16,2.000-1.000 15,4.000-2.000 1,1.000-9.000-16,1.000-17.000 15,-2.000-15.000 1,-4.000-16.000 0,0.000-20.000-16,-2.000-25.000 15,-5.000-32.000-15,1.000-4.000 16</inkml:trace>
  <inkml:trace contextRef="#ctx0" brushRef="#br0">3300.000 5179.000 0,'-2.000'30.000'0,"-8.000"23.000"16,-8.000 6.000 0,-5.000-3.000-16,-2.000-11.000 15,-2.000-17.000 1,5.000-24.000-16,5.000-10.000 15</inkml:trace>
  <inkml:trace contextRef="#ctx0" brushRef="#br0">3132.000 5212.000 0,'43.000'16.000'0,"21.000"6.000"15,1.000 2.000-15,-8.000 1.000 16,-10.000-4.000 0,-9.000-6.000-16,-7.000-9.000 15,-7.000-11.000 1,-11.000-11.000-16,-7.000-11.000 16,-10.000-9.000-1,-9.000-7.000-15,-3.000-5.000 16,6.000 4.000-1,10.000 9.000-15,7.000 7.000 16,12.000 3.000 0,16.000-1.000-16,12.000 2.000 15,13.000 3.000 1,10.000 1.000-16,1.000 6.000 16,-5.000 5.000-1,-12.000 5.000-15,-12.000 6.000 16,-12.000 7.000-1,-19.000 5.000-15,-22.000 8.000 16,-25.000 7.000 0,-18.000 6.000-16,-5.000 2.000 15,6.000-3.000 1,6.000-5.000-16,17.000-10.000 16,24.000-8.000-1,19.000-5.000 1,24.000-10.000-16,20.000-5.000 15,12.000-3.000-15,5.000 1.000 16,-2.000 1.000 0,-5.000 7.000-16,-16.000 11.000 15,-9.000 9.000 1,-17.000 11.000-16,-18.000 14.000 16,-19.000 11.000-16,-13.000 13.000 15,-10.000 5.000 1,-10.000 1.000-1,-5.000-3.000-15,4.000-7.000 16,6.000-16.000 0,7.000-16.000-16,5.000-11.000 15,2.000-21.000 1,2.000-22.000-16,5.000-26.000 16,8.000 2.000-1</inkml:trace>
  <inkml:trace contextRef="#ctx0" brushRef="#br0">3839.000 5273.000 0,'-39.000'37.000'16,"-18.000"16.000"-16,-2.000-13.000 15,13.000-14.000 1</inkml:trace>
  <inkml:trace contextRef="#ctx0" brushRef="#br0">3922.000 5289.000 0,'0.000'0.000'0,"-15.000"34.000"15,-20.000 24.000-15,-18.000 11.000 16,-12.000 1.000-1,2.000-25.000-15,16.000-18.000 16</inkml:trace>
  <inkml:trace contextRef="#ctx0" brushRef="#br0">4713.000 4811.000 0,'0.000'0.000'0,"-32.000"16.000"16,-29.000 9.000 0,-11.000 3.000-16,-2.000-3.000 15,13.000-3.000 1,21.000-7.000-16,18.000-1.000 15,14.000 5.000 1,14.000 4.000-16,8.000 10.000 16,6.000 6.000-1,2.000 13.000-15,-6.000 8.000 16,-7.000 5.000 0,-7.000-1.000-16,-6.000-1.000 15,-1.000-8.000 1,0.000-11.000-16,4.000-13.000 15,4.000-7.000 1,2.000-11.000-16,6.000-13.000 16,9.000-20.000-1,1.000-19.000-15,2.000-11.000 16,-4.000 7.000 0</inkml:trace>
  <inkml:trace contextRef="#ctx0" brushRef="#br0">4487.000 5281.000 0,'43.000'-16.000'0,"21.000"-4.000"15,10.000 2.000 1,-8.000-2.000-16,-10.000 7.000 16,-13.000 1.000-1,-16.000 6.000 1,-16.000-3.000-16,-12.000 2.000 15,-15.000-3.000-15,-15.000-1.000 16,-9.000 2.000 0,0.000-1.000-16,9.000 6.000 15,10.000 2.000-15,11.000 10.000 16,9.000 9.000 0,12.000 15.000-1,12.000 19.000-15,5.000 12.000 16,4.000 12.000-1,3.000 5.000-15,2.000 0.000 16,3.000-8.000 0,-7.000-12.000-16,1.000-14.000 15,-5.000-12.000 1,-1.000-16.000-16,-5.000-21.000 16,-1.000-34.000-1,-3.000-37.000-15,-7.000 2.000 16</inkml:trace>
  <inkml:trace contextRef="#ctx0" brushRef="#br0">5302.000 5221.000 0,'39.000'-36.000'0,"16.000"-7.000"16,1.000 8.000 0,-12.000 15.000-16,-8.000 15.000 15,-11.000 15.000-15,-10.000 18.000 32,-14.000 15.000-32,-14.000 6.000 15,-9.000 0.000-15,-7.000-1.000 16,-6.000-7.000-16,-7.000-7.000 15,2.000-13.000 1,1.000-19.000-16,10.000-7.000 16</inkml:trace>
  <inkml:trace contextRef="#ctx0" brushRef="#br0">5335.000 5263.000 0,'42.000'28.000'0,"21.000"13.000"15,0.000 9.000 1,-11.000-1.000-16,-13.000-3.000 16,-15.000-17.000-1,-12.000-15.000-15,-9.000-21.000 16,-2.000-6.000 0</inkml:trace>
  <inkml:trace contextRef="#ctx0" brushRef="#br0">5646.000 5118.000 0,'35.000'-14.000'16,"15.000"-3.000"-16,-3.000 3.000 15,-10.000 1.000-15,-12.000 8.000 16,-6.000 10.000-1,-4.000 14.000-15,-9.000 16.000 16,-8.000 14.000 0,-13.000 15.000-16,-4.000 2.000 15,-8.000-1.000 1,-5.000-10.000-16,0.000-23.000 16,0.000-25.000-1,10.000-12.000-15</inkml:trace>
  <inkml:trace contextRef="#ctx0" brushRef="#br0">5730.000 5247.000 0,'25.000'34.000'16,"12.000"21.000"-1,4.000 6.000-15,-3.000-6.000 16,-15.000-17.000-16,-8.000-14.000 15</inkml:trace>
  <inkml:trace contextRef="#ctx0" brushRef="#br0">6234.000 4829.000 0,'-13.000'30.000'0,"-13.000"20.000"15,-8.000 12.000 1,2.000 1.000-16,7.000-1.000 16,15.000-6.000-1,15.000-6.000 1,12.000-7.000-16,9.000-3.000 15,4.000-2.000-15,5.000-1.000 16,-5.000-2.000 0,-8.000-1.000-16,-8.000-2.000 15,-9.000-4.000 1,-12.000-6.000-16,-13.000-12.000 16,-6.000-26.000-1,0.000-29.000-15,7.000-36.000 16,5.000 6.000-1</inkml:trace>
  <inkml:trace contextRef="#ctx0" brushRef="#br0">6630.000 4521.000 0,'0.000'0.000'0,"-13.000"23.000"16,-7.000 10.000-16,7.000 0.000 16,10.000-1.000-1,15.000-4.000-15,14.000-6.000 16,6.000-1.000 0,3.000-4.000-16,2.000-5.000 15,-2.000 5.000 1,-7.000 4.000-16,-7.000 7.000 15,-18.000 9.000 1,-19.000 5.000-16,-21.000 6.000 16,-18.000-1.000-1,-12.000-2.000-15,-5.000-13.000 16,5.000-13.000 0,15.000-23.000-16,20.000-23.000 15,25.000-12.000 1,26.000-3.000-16,25.000 11.000 15,16.000 8.000 1,5.000 8.000-16,0.000 3.000 16,-2.000 4.000-1,-7.000 8.000-15,-12.000 9.000 16,-18.000 10.000-16,-19.000 10.000 16,-25.000 11.000-1,-19.000 7.000 1,-14.000 0.000-16,0.000-8.000 15,12.000-12.000 1,15.000-11.000-16,24.000-16.000 16,9.000 7.000-16,23.000-10.000 15,12.000-3.000 1,2.000 0.000-16,-6.000 0.000 16,-13.000 2.000-1,-13.000 8.000-15,-14.000 9.000 16,-18.000 8.000-1,-18.000 6.000 1,-10.000 4.000-16,-1.000-1.000 16,6.000-3.000-1,13.000-9.000-15,13.000-6.000 16,15.000-6.000-16,20.000-7.000 16,17.000-6.000-1,8.000-3.000-15,3.000 1.000 16,-11.000 2.000-1,-12.000 6.000-15,-14.000 10.000 16,-18.000 10.000 0,-21.000 8.000-16,-17.000 7.000 15,-8.000 4.000 1,-1.000 1.000-16,7.000-5.000 16,14.000-9.000-1,16.000-9.000-15,21.000-13.000 16,24.000-9.000-1,22.000-11.000 1,13.000-5.000-16,3.000-2.000 16,-6.000 1.000-16,-12.000 5.000 15,-14.000-2.000 1,-14.000 4.000-16,-14.000-1.000 16,-13.000-2.000-16,-12.000-9.000 15,-7.000-5.000 1,-2.000 0.000-1,5.000 4.000-15,7.000 6.000 16,4.000 8.000-16,4.000 9.000 16,4.000 9.000-1,4.000 15.000-15,0.000 12.000 16,-1.000 20.000 0,-1.000 10.000-16,1.000 7.000 15,-2.000-4.000 1,-2.000-11.000-16,1.000-12.000 15,1.000-13.000 1,3.000-27.000-16,-6.000-9.000 16,-2.000-28.000-1,-6.000-22.000-15,-3.000 5.000 16</inkml:trace>
  <inkml:trace contextRef="#ctx0" brushRef="#br0">6445.000 5195.000 0,'-13.000'37.000'16,"-5.000"29.000"-1,8.000 20.000-15,13.000 3.000 16,13.000-8.000 0,12.000-14.000-16,17.000-16.000 15,11.000-15.000 1,9.000-18.000-16,3.000-17.000 15,1.000-17.000 1,1.000-20.000-16,-7.000-18.000 16,-16.000 5.000-1</inkml:trace>
  <inkml:trace contextRef="#ctx0" brushRef="#br0">7269.000 4854.000 0,'56.000'-12.000'0,"23.000"0.000"15,4.000 5.000-15,-15.000 7.000 16,-15.000 0.000 0,-18.000 0.000-16</inkml:trace>
  <inkml:trace contextRef="#ctx0" brushRef="#br0">7185.000 5263.000 0,'52.000'-4.000'0,"35.000"-8.000"15,14.000-4.000-15,1.000 0.000 16,-5.000-1.000-1,-17.000 1.000 1,-19.000 0.000 0,-20.000-2.000-16,-25.000 1.000 15,-22.000 0.000 1,-19.000-1.000-16,-15.000 0.000 0,-9.000-1.000 16,-2.000 6.000-1,7.000 6.000-15,6.000 4.000 16,12.000 2.000-1,9.000 4.000-15,8.000 11.000 16,8.000 8.000 0,4.000 17.000-16,1.000 18.000 15,-1.000 16.000 1,-4.000 15.000-16,-7.000 5.000 16,-1.000-9.000-1,4.000-17.000-15,8.000-29.000 16,7.000-33.000-1,1.000-14.000-15</inkml:trace>
  <inkml:trace contextRef="#ctx0" brushRef="#br0">7891.000 4836.000 0,'10.000'80.000'0,"-1.000"51.000"15,-13.000 24.000 1,-2.000 4.000-16,-5.000-15.000 16,2.000-23.000-16,6.000-30.000 15,3.000-29.000 1,6.000-28.000-16,3.000-34.000 15,3.000-34.000 1,0.000-33.000-16,-4.000-35.000 16,-3.000 10.000-1</inkml:trace>
  <inkml:trace contextRef="#ctx0" brushRef="#br0">8178.000 4691.000 0,'13.000'44.000'0,"2.000"29.000"15,-7.000 18.000 1,-11.000-6.000 0,-7.000-16.000-16,6.000-31.000 15,3.000-20.000 1</inkml:trace>
  <inkml:trace contextRef="#ctx0" brushRef="#br0">8539.000 4589.000 0,'0.000'0.000'0,"-3.000"25.000"16,-12.000 22.000-1,-17.000 16.000-15,-16.000 3.000 16,1.000-4.000 0,9.000-9.000-1,15.000-8.000-15,18.000-11.000 16,23.000-10.000-16,18.000-7.000 16,17.000-8.000-1,4.000-1.000-15,-2.000 2.000 16,-10.000-2.000-1,-16.000 6.000-15,-18.000 5.000 16,-23.000 10.000 0,-28.000 6.000-16,-24.000 10.000 15,-13.000 1.000 1,1.000 4.000-16,9.000-3.000 16,19.000-14.000-1,23.000-9.000-15,27.000-11.000 16,26.000-11.000-1,27.000-4.000-15,14.000-3.000 16,5.000 2.000 0,-4.000 3.000-16,-17.000 4.000 15,-15.000 12.000 1,-26.000 14.000-16,-31.000 17.000 16,-28.000 13.000-1,-22.000 5.000-15,-8.000-5.000 16,6.000-10.000-1,13.000-25.000-15,21.000-31.000 16,17.000-11.000 0</inkml:trace>
  <inkml:trace contextRef="#ctx0" brushRef="#br0">9094.000 5093.000 0,'0.000'0.000'15,"-1.000"16.000"-15</inkml:trace>
  <inkml:trace contextRef="#ctx0" brushRef="#br0">9127.000 5494.000 0,'-1.000'13.000'15,"0.000"4.000"-15</inkml:trace>
  <inkml:trace contextRef="#ctx0" brushRef="#br0">25231.000 4854.000 0,'0.000'0.000'15,"0.000"0.000"1,0.000 0.000-16,0.000 0.000 15,0.000 0.000-15,0.000 0.000 16,0.000 0.000 0,0.000 0.000-16,2.000 19.000 15,1.000 11.000 1,0.000 2.000 0,-2.000-6.000-16,1.000 0.000 15,1.000-4.000 1,1.000 1.000-16,-1.000-1.000 15,0.000 3.000-15,-3.000-1.000 16,0.000 2.000 0,1.000 1.000-16,-1.000 1.000 15,0.000-2.000 1,2.000 0.000-16,1.000 0.000 16,-1.000-1.000-1,-1.000 1.000-15,-1.000 1.000 16,-1.000 0.000-1,0.000 3.000-15,-2.000 1.000 16,2.000-5.000 0,0.000 0.000-16,0.000-2.000 15,1.000-1.000 1,-1.000 0.000-16,1.000 0.000 16,1.000 1.000-16,-1.000 0.000 15,0.000 0.000 1,0.000-1.000-1,-1.000-3.000-15,1.000-3.000 16,1.000-1.000-16,-1.000-2.000 16,0.000-1.000-1,0.000-2.000-15,2.000-2.000 16,1.000 0.000 0,1.000 2.000-16,-1.000 0.000 15,1.000 1.000 1,-4.000-12.000-16,-7.000 2.000 15,0.000-4.000 1</inkml:trace>
  <inkml:trace contextRef="#ctx0" brushRef="#br0">25298.000 6005.000 0,'0.000'0.000'15,"0.000"0.000"-15,0.000 0.000 16,0.000 0.000 0,0.000 0.000-16,9.000 16.000 15,0.000 6.000 1,-2.000 1.000-16,-2.000 0.000 16,-3.000 1.000-16,-2.000-3.000 15,-1.000 0.000 1,0.000-1.000-16,1.000 1.000 15,2.000-1.000 1,0.000 2.000-16,0.000 5.000 16,1.000-3.000-1,-1.000 2.000-15,-1.000-2.000 16,-1.000 1.000 0,4.000-1.000-16,2.000 3.000 15,-3.000-4.000 1,2.000-1.000-16,-1.000 2.000 15,1.000 3.000 1,-2.000-3.000-16,0.000 2.000 16,-2.000 1.000-1,1.000-1.000 1,1.000 3.000-16,-1.000-2.000 16,-1.000 2.000-16,-1.000-2.000 15,0.000 0.000 1,2.000 3.000-16,1.000-2.000 15,-1.000 0.000 1,2.000 0.000-16,-1.000 0.000 16,-1.000 0.000-1,-2.000 3.000-15,-1.000-2.000 16,1.000 1.000 0,2.000-1.000-16,-2.000 3.000 15,0.000-3.000 1,2.000-1.000-16,1.000-1.000 15,-1.000 1.000 1,0.000-3.000-16,-2.000 0.000 16,0.000-1.000-16,0.000 0.000 15,0.000 0.000 1,2.000-2.000 0,1.000 1.000-16,-1.000-2.000 15,1.000-2.000-15,0.000-1.000 16,-3.000 3.000-1,1.000 0.000-15,-1.000 0.000 16,-1.000 0.000 0,0.000-2.000-16,0.000-2.000 15,3.000 2.000 1,1.000-2.000-16,-2.000 1.000 16,-1.000-2.000-1,0.000 2.000-15,-1.000-1.000 16,1.000 0.000-1,1.000 0.000-15,-2.000-2.000 16,-1.000 1.000 0,1.000 0.000-16,0.000-1.000 15,0.000 1.000 1,1.000-2.000-16,0.000 1.000 16,0.000-2.000-1,-2.000 1.000-15,-1.000 2.000 16,2.000-3.000-16,1.000 0.000 15,2.000-1.000 1,-1.000 1.000-16,-1.000-1.000 16,0.000-3.000-1,-1.000 1.000-15,1.000-3.000 16,1.000 5.000 0,-1.000-1.000-16,0.000-1.000 15,0.000-1.000 1,0.000-4.000-16,2.000 3.000 15,1.000 2.000-15,-3.000-10.000 16,3.000 7.000 0,-2.000 2.000-16,-1.000-1.000 15,0.000 1.000 1,0.000-9.000-16,0.000 8.000 16,0.000-8.000-1,0.000 0.000-15,0.000 2.000 16</inkml:trace>
  <inkml:trace contextRef="#ctx0" brushRef="#br0">25449.000 8233.000 0,'0.000'0.000'16,"0.000"0.000"-1,0.000 0.000-15,0.000 0.000 16,0.000 0.000-16,0.000 0.000 16,0.000 0.000-16,0.000 0.000 15,0.000 0.000 1,0.000 0.000-16,-1.000 19.000 15,0.000 8.000 1,0.000 1.000-16,0.000-3.000 16,0.000-3.000-1,1.000 0.000-15,0.000 1.000 16,0.000-1.000 0,0.000-1.000-16,0.000 0.000 15,2.000 3.000 1,0.000-3.000-16,-1.000 1.000 15,-1.000 1.000 1,0.000 0.000-16,0.000 1.000 16,0.000 0.000-1,0.000 1.000-15,0.000-4.000 16,-1.000 1.000 0,1.000 0.000-16,3.000-1.000 15,1.000-3.000-15,-2.000 0.000 16,1.000 3.000-1,0.000-3.000-15,1.000 6.000 16,0.000-4.000 0,1.000 0.000-16,-2.000-1.000 15,2.000 0.000 1,-1.000-1.000-16,1.000-2.000 16,-2.000 2.000-1,0.000 1.000-15,-2.000-1.000 16,3.000-3.000-1,1.000 1.000-15,-2.000-3.000 16,-2.000 3.000 0,-1.000 0.000-16,-1.000-1.000 15,0.000-1.000 1,1.000 1.000-16,0.000-1.000 16,0.000-3.000-16,0.000-11.000 15,0.000 0.000 1,0.000 0.000-16,0.000 3.000 15</inkml:trace>
  <inkml:trace contextRef="#ctx0" brushRef="#br0">24626.000 5357.000 0,'-12.000'14.000'0,"-10.000"7.000"16,-4.000 4.000 0,-1.000 1.000-16,2.000 1.000 15,3.000-3.000-15,5.000 0.000 16,4.000-4.000-1,9.000-3.000-15,8.000 0.000 16,9.000-5.000 0,8.000 1.000-16,4.000-1.000 15,3.000 1.000 1,-3.000-1.000 0,-5.000 2.000-16,-4.000-3.000 15,-7.000 2.000-15,-8.000-1.000 16,-8.000 2.000-1,-10.000 3.000-15,-6.000-2.000 16,-5.000 1.000 0,1.000-3.000-16,3.000-5.000 15,5.000-3.000 1,5.000-2.000-16,4.000-3.000 16,7.000-5.000-16,3.000-12.000 15,1.000 2.000 1</inkml:trace>
  <inkml:trace contextRef="#ctx0" brushRef="#br0">24752.000 5732.000 0,'0.000'0.000'0,"0.000"26.000"15,-1.000 13.000-15,-4.000 7.000 16,-9.000-1.000 0,1.000-13.000-16</inkml:trace>
  <inkml:trace contextRef="#ctx0" brushRef="#br0">24726.000 8498.000 0,'0.000'0.000'0,"-12.000"18.000"16,-7.000 11.000 0,-3.000 6.000-1,1.000 3.000-15,6.000-5.000 16,6.000-5.000-16,5.000-5.000 15,7.000-4.000 1,5.000-3.000-16,4.000-1.000 16,5.000-1.000-1,1.000-3.000 1,1.000 2.000-16,-4.000-2.000 16,-8.000 5.000-16,-4.000 0.000 15,-9.000 2.000 1,-11.000 3.000-16,-9.000-1.000 15,-6.000-2.000 1,1.000-6.000-16,2.000-8.000 16,9.000-5.000-16</inkml:trace>
  <inkml:trace contextRef="#ctx0" brushRef="#br0">24835.000 8865.000 0,'0.000'0.000'15,"0.000"0.000"1,12.000 13.000-16,2.000 12.000 16,-12.000 6.000-1,-12.000 4.000-15,-8.000-3.000 16,2.000-8.000-1,7.000-9.000-15,11.000-5.000 16,10.000-6.000 0,14.000-7.000-16,11.000-6.000 15,8.000-9.000-15,-8.000 1.000 16</inkml:trace>
  <inkml:trace contextRef="#ctx0" brushRef="#br0">25323.000 9018.000 0,'10.000'-8.000'16</inkml:trace>
  <inkml:trace contextRef="#ctx0" brushRef="#br0">22851.000 7304.000 0,'31.000'-7.000'16,"10.000"0.000"-1,4.000 3.000-15,-4.000-1.000 16,-1.000-1.000-16,-8.000 2.000 15</inkml:trace>
  <inkml:trace contextRef="#ctx0" brushRef="#br0">23398.000 7260.000 0,'36.000'0.000'0,"18.000"0.000"15,8.000 3.000 1,-2.000-3.000-16,-5.000-5.000 15,-13.000-1.000 1</inkml:trace>
  <inkml:trace contextRef="#ctx0" brushRef="#br0">24339.000 7268.000 0,'64.000'-10.000'16,"26.000"-2.000"-16,-3.000-1.000 15,-9.000 4.000 1,-12.000 0.000-16,-6.000 5.000 16,0.000 2.000-1,0.000 4.000-15,-1.000-2.000 16,-3.000 0.000-1,0.000-2.000-15,-2.000 0.000 16,-2.000 1.000 0,-2.000 1.000-16,-1.000 0.000 15,0.000 1.000 1,1.000-5.000-16,-12.000-2.000 16</inkml:trace>
  <inkml:trace contextRef="#ctx0" brushRef="#br0">26013.000 7201.000 0,'27.000'-5.000'0,"22.000"-1.000"15,9.000-1.000 1,2.000-2.000-16,-14.000 0.000 15</inkml:trace>
  <inkml:trace contextRef="#ctx0" brushRef="#br0">26921.000 7158.000 0,'71.000'-1.000'0,"32.000"-8.000"16,-15.000-3.000-16</inkml:trace>
  <inkml:trace contextRef="#ctx0" brushRef="#br0">27989.000 7107.000 0,'68.000'-9.000'0,"31.000"0.000"15,5.000 1.000 1,-11.000-1.000-16,-25.000 0.000 16,-24.000 3.000-1</inkml:trace>
  <inkml:trace contextRef="#ctx0" brushRef="#br0">29125.000 7063.000 0,'77.000'-3.000'0,"30.000"0.000"16,-3.000-1.000-1,-12.000-3.000-15,-26.000 2.000 16,-24.000 0.000-1</inkml:trace>
  <inkml:trace contextRef="#ctx0" brushRef="#br0">30050.000 7063.000 0,'88.000'-7.000'15,"34.000"-8.000"-15,0.000 2.000 16,-15.000 1.000-1,-28.000 2.000-15,-29.000 3.000 16</inkml:trace>
  <inkml:trace contextRef="#ctx0" brushRef="#br0">31345.000 7038.000 0,'58.000'0.000'0,"25.000"-2.000"16,1.000-6.000-16,-19.000-3.000 16</inkml:trace>
  <inkml:trace contextRef="#ctx0" brushRef="#br0">32328.000 7038.000 0,'53.000'-3.000'0,"20.000"-3.000"16,-3.000 1.000-16,-19.000 1.000 16</inkml:trace>
  <inkml:trace contextRef="#ctx0" brushRef="#br0">32816.000 7063.000 0,'21.000'-7.000'16,"10.000"-8.000"-16,1.000-11.000 15,-8.000 1.000-15</inkml:trace>
  <inkml:trace contextRef="#ctx0" brushRef="#br0">31866.000 3326.000 0,'0.000'0.000'0,"0.000"0.000"15,8.000 25.000 1,1.000 17.000 0,-1.000 11.000-16,-3.000 1.000 15,-4.000 6.000 1,-2.000 3.000-16,2.000 2.000 16,1.000 0.000-1,-2.000 1.000 1,3.000 2.000-16,2.000-1.000 15,1.000 2.000-15,-1.000 4.000 16,1.000 2.000 0,-4.000 6.000-16,-3.000 3.000 15,-1.000 2.000 1,-2.000 3.000-16,1.000 3.000 16,0.000-2.000-1,2.000 2.000-15,2.000-3.000 16,2.000 1.000-1,0.000 0.000-15,1.000 1.000 16,-2.000-1.000 0,-3.000 7.000-16,-3.000-1.000 15,2.000 3.000 1,1.000 0.000 0,1.000-4.000-16,3.000-1.000 15,4.000 0.000 1,-1.000 1.000-16,0.000 3.000 15,-1.000-2.000 1,-2.000 3.000-16,-1.000 4.000 16,0.000 0.000-1,0.000 1.000-15,-2.000-1.000 16,2.000 1.000 0,1.000-2.000-16,0.000 3.000 15,3.000 2.000 1,-3.000 1.000-16,2.000 2.000 15,0.000 3.000 1,-1.000-1.000-16,-1.000-1.000 16,-2.000-1.000-1,1.000 1.000-15,0.000-1.000 16,0.000 1.000 0,1.000-1.000-1,3.000 3.000-15,-4.000-1.000 16,0.000 1.000-1,-1.000 2.000-15,-2.000-1.000 16,0.000 4.000 0,-2.000 2.000-16,0.000-4.000 15,0.000 0.000 1,3.000-5.000-16,5.000 1.000 16,1.000-3.000-1,-2.000 0.000-15,0.000 2.000 16,-3.000-1.000-1,1.000-1.000-15,1.000 2.000 16,0.000-2.000 0,-2.000 1.000-1,-1.000-1.000-15,-1.000-1.000 16,-1.000-4.000 0,-1.000-8.000-16,-2.000-17.000 15,-2.000-22.000 1,2.000-21.000-16,1.000-16.000 15,4.000-20.000-15,2.000-7.000 16,0.000-9.000 0</inkml:trace>
  <inkml:trace contextRef="#ctx0" brushRef="#br0">32261.000 7380.000 0,'0.000'0.000'16,"0.000"0.000"-16,0.000 0.000 15,0.000 0.000-15,0.000 0.000 16,-10.000 28.000-1,-5.000 21.000 1,0.000 4.000-16,7.000 1.000 16,11.000-5.000-16,11.000-11.000 15,5.000-11.000 1,9.000-13.000-16,2.000-10.000 16,3.000-12.000-1,0.000-9.000-15,1.000-8.000 16,-7.000-6.000-1,-4.000-5.000-15,-9.000-3.000 16,-8.000 2.000 0,-10.000 1.000-16,-6.000 5.000 15,-7.000 6.000 1,-6.000 5.000-16,-10.000 7.000 16,-2.000 2.000-16,-1.000-2.000 15,11.000-11.000 1,8.000 2.000-16</inkml:trace>
  <inkml:trace contextRef="#ctx0" brushRef="#br0">31782.000 3275.000 0,'0.000'0.000'0,"6.000"19.000"16,-1.000 12.000-16,-5.000 10.000 31,-7.000 2.000-31,-8.000 3.000 0,-2.000-5.000 16,-3.000-3.000 0,4.000-9.000-16,2.000-7.000 15,5.000-7.000 1,4.000-14.000-16,4.000-16.000 15,1.000-3.000 1</inkml:trace>
  <inkml:trace contextRef="#ctx0" brushRef="#br0">31815.000 3293.000 0,'18.000'16.000'15,"15.000"14.000"-15,7.000 4.000 16,-2.000 2.000 0,-1.000 3.000-16,-6.000-3.000 15,-6.000-9.000 1,-10.000-10.000-16</inkml:trace>
  <inkml:trace contextRef="#ctx0" brushRef="#br0">32026.000 3207.000 0,'6.000'-26.000'16,"3.000"-9.000"-16,3.000-3.000 16,0.000 1.000-16,5.000 5.000 15,-1.000 6.000-15,2.000 6.000 16,-1.000 7.000-1,2.000 11.000-15,1.000 7.000 16,-2.000 11.000 0,4.000 12.000-16,0.000 11.000 15,0.000 6.000 1,5.000 3.000 0,1.000-1.000-16,1.000-4.000 15,-3.000-5.000-15,-3.000-8.000 16,-1.000-6.000-1,-1.000-11.000-15,-1.000-14.000 16,1.000-18.000 0,-5.000-3.000-16</inkml:trace>
  <inkml:trace contextRef="#ctx0" brushRef="#br0">32522.000 2943.000 0,'-39.000'58.000'0,"-25.000"29.000"16,-9.000 9.000-16,6.000-20.000 15,16.000-24.000 1</inkml:trace>
  <inkml:trace contextRef="#ctx0" brushRef="#br0">32689.000 3326.000 0,'0.000'0.000'15,"0.000"0.000"-15</inkml:trace>
  <inkml:trace contextRef="#ctx0" brushRef="#br0">24113.000 6091.000 0,'0.000'0.000'0,"0.000"0.000"16,0.000 0.000-16,0.000 0.000 16,0.000 0.000-1,0.000 0.000-15,0.000 0.000 16,0.000 0.000-1,0.000 0.000-15,-22.000 9.000 16,-10.000 9.000 0,-5.000 5.000-16,-2.000 3.000 15,2.000 1.000 1,-1.000-1.000-16,5.000-4.000 16,3.000-1.000-1,5.000-9.000-15,7.000-12.000 16,3.000-5.000-1</inkml:trace>
  <inkml:trace contextRef="#ctx0" brushRef="#br0">23969.000 6159.000 0,'0.000'0.000'16,"0.000"0.000"-16,25.000 7.000 15,11.000 7.000 1,1.000 8.000-16,-4.000 7.000 16,-5.000 6.000-1,-5.000-4.000-15,-5.000-1.000 16,-2.000-11.000 0,0.000-9.000-16,-2.000-12.000 15,-1.000-7.000 1,-6.000-9.000-16,-4.000 2.000 15</inkml:trace>
  <inkml:trace contextRef="#ctx0" brushRef="#br0">24071.000 6288.000 0,'0.000'0.000'0,"0.000"0.000"16,0.000 0.000 0,0.000 0.000-16,0.000 0.000 15,0.000 0.000 1,0.000 0.000-16,9.000 15.000 16,2.000 7.000-1,-1.000 0.000 1,-4.000 2.000-16,-3.000 1.000 15,-3.000-3.000-15,-2.000 2.000 16,-1.000 4.000 0,-1.000 1.000-16,0.000 3.000 15,3.000 0.000 1,0.000 0.000-16,-1.000 2.000 16,2.000 1.000-16,2.000-2.000 15,-2.000-2.000 1,0.000 4.000-1,0.000 1.000-15,2.000 3.000 16,2.000-3.000 0,0.000 0.000-16,2.000 3.000 15,-1.000 0.000-15,-2.000-2.000 16,0.000 2.000 0,2.000 0.000-16,1.000-3.000 15,-1.000 0.000 1,-2.000-2.000-16,2.000 3.000 15,-2.000-2.000 1,2.000-2.000-16,0.000 0.000 16,1.000 1.000-1,-3.000-1.000-15,-1.000-2.000 16,0.000-4.000 0,0.000 2.000-16,3.000-5.000 15,-1.000 1.000 1,1.000-1.000-16,1.000-2.000 15,-1.000 0.000 1,-2.000 0.000-16,1.000-3.000 16,-1.000 1.000-1,0.000 0.000-15,0.000-2.000 16,0.000 0.000 0,-1.000-1.000-16,4.000-2.000 15,-3.000 0.000 1,0.000 0.000-16,3.000 1.000 15,-2.000 0.000 1,-1.000 1.000-16,-1.000-2.000 16,-2.000-1.000-16,2.000 1.000 15,4.000-1.000 1,-2.000-1.000-16,-1.000-3.000 16,-1.000 5.000-1,-2.000-3.000-15,0.000-1.000 16,2.000 2.000-1,1.000 2.000-15,-1.000-1.000 16,-1.000 0.000 0,-1.000-1.000-16,0.000-2.000 15,2.000-2.000 1,1.000-1.000-16,-3.000-8.000 16,-1.000-8.000-1,-2.000-1.000-15</inkml:trace>
  <inkml:trace contextRef="#ctx0" brushRef="#br0">24071.000 7908.000 0,'0.000'0.000'0,"0.000"0.000"16,17.000 14.000 0,9.000 11.000-16,0.000 5.000 15,-2.000 6.000 1,-5.000 1.000-16,0.000-1.000 16,-1.000-3.000-1,1.000-6.000-15,-3.000-9.000 16,-1.000-10.000-1,4.000-15.000-15,7.000-16.000 16,7.000-23.000 0,5.000-23.000-16,-9.000-24.000 15,-10.000 11.000 1</inkml:trace>
  <inkml:trace contextRef="#ctx0" brushRef="#br0">23516.000 6851.000 0,'-7.000'-13.000'15,"-3.000"-4.000"1,-3.000 3.000-16,-1.000 2.000 16,-4.000 12.000-16,-4.000 13.000 15,-3.000 6.000 1,2.000 13.000-16,4.000 5.000 15,3.000 5.000 1,8.000-2.000-16,4.000-1.000 16,3.000-4.000-1,6.000-11.000-15,6.000-6.000 16,2.000-6.000 0,3.000-11.000-16,5.000-7.000 15,0.000-12.000 1,0.000-8.000-16,-1.000-13.000 15,-4.000-8.000 1,1.000-11.000-16,-3.000-7.000 16,0.000-5.000-1,-2.000 1.000-15,-1.000-1.000 16,1.000 6.000 0,-3.000 9.000-16,-4.000 7.000 15,-2.000 12.000 1,-3.000 11.000-16,0.000 12.000 15,-4.000 14.000 1,-2.000 15.000-16,-1.000 10.000 16,3.000 16.000-1,0.000 13.000-15,6.000 9.000 16,1.000 2.000 0,1.000-3.000-16,2.000-3.000 15,6.000-6.000 1,2.000-6.000-16,4.000-9.000 15,1.000-10.000 1,-4.000-19.000-16,-5.000-9.000 16</inkml:trace>
  <inkml:trace contextRef="#ctx0" brushRef="#br0">23784.000 6910.000 0,'0.000'0.000'16,"-3.000"-14.000"-16</inkml:trace>
  <inkml:trace contextRef="#ctx0" brushRef="#br0">23725.000 6107.000 0,'0.000'0.000'15,"0.000"0.000"1,22.000 3.000-16,12.000 4.000 16,9.000-4.000-1,4.000 2.000-15,2.000-3.000 16,3.000 0.000 0,5.000 1.000-16,0.000 0.000 15,2.000 0.000 1,-3.000 2.000-16,-2.000 1.000 15,-2.000-1.000 1,-5.000-7.000-16,-12.000-3.000 16</inkml:trace>
  <inkml:trace contextRef="#ctx0" brushRef="#br0">23919.000 8284.000 0,'59.000'-13.000'16,"28.000"-6.000"-16,4.000 1.000 16,-1.000 1.000-1,-4.000 1.000-15,-3.000 7.000 16,-4.000 2.000 0,-4.000 3.000-16,-12.000-3.000 15,-17.000 1.000-15</inkml:trace>
  <inkml:trace contextRef="#ctx0" brushRef="#br0">26021.000 9640.000 0,'0.000'0.000'16,"0.000"0.000"0,-11.000 20.000-16,-11.000 10.000 15,-12.000 8.000 1,-7.000 3.000-16,-3.000 2.000 15,-1.000-2.000 1,1.000-4.000-16,5.000-4.000 16,4.000-8.000-1,10.000-3.000-15,8.000-2.000 16,7.000 0.000 0,9.000-2.000-16,7.000 0.000 15,8.000 4.000 1,6.000-3.000-16,9.000 0.000 15,2.000 3.000-15,1.000-2.000 16,-4.000 2.000 0,-6.000 1.000-1,-6.000-5.000-15</inkml:trace>
  <inkml:trace contextRef="#ctx0" brushRef="#br0">25752.000 10008.000 0,'0.000'0.000'16,"0.000"0.000"-16,0.000 0.000 16,29.000-1.000-16,10.000-2.000 15,8.000-1.000 1,1.000 0.000 0,4.000 3.000-16,0.000 0.000 15,5.000-1.000-15,2.000-1.000 16,1.000 1.000-1,4.000 0.000-15,2.000-1.000 16,5.000-1.000 0,1.000 1.000-16,4.000-2.000 15,6.000 1.000 1,0.000 0.000-16,-1.000 3.000 16,2.000 2.000-1,1.000 0.000-15,4.000-1.000 16,3.000-1.000-1,5.000 1.000-15,4.000-1.000 16,4.000-2.000 0,-2.000-2.000-16,-1.000 1.000 15,0.000 3.000 1,2.000 0.000-16,2.000-1.000 16,-1.000 1.000-1,2.000 1.000-15,1.000 3.000 16,1.000-2.000-1,2.000-2.000-15,2.000-1.000 16,1.000 2.000 0,0.000-1.000-16,-4.000 0.000 15,2.000 2.000 1,-3.000 0.000-16,0.000 2.000 16,-3.000-3.000-1,0.000 2.000 1,-2.000-1.000-16,-2.000-1.000 15,1.000 0.000 1,-4.000 2.000-16,-3.000 0.000 16,-3.000 0.000-1,-5.000-2.000-15,-2.000 3.000 16,-4.000-1.000 0,-2.000-2.000-16,1.000 0.000 15,2.000-4.000-15,-1.000-2.000 16,-3.000-1.000-1,3.000 1.000-15,-6.000 0.000 16,-1.000 2.000 0,-6.000 3.000-1,-2.000-3.000-15,-3.000 3.000 16,-3.000 0.000-16,-3.000 0.000 16,-2.000 1.000-1,-6.000 0.000-15,-6.000-2.000 16,-3.000 2.000-1,-5.000-2.000-15,-4.000 2.000 16,0.000 0.000 0,0.000 0.000-16,0.000-2.000 15,-1.000-1.000 1,-1.000 2.000-16,-1.000 0.000 16,-3.000-1.000-1,-3.000 1.000-15,-1.000-2.000 16,1.000 0.000-1,-5.000-3.000-15,1.000 1.000 16,1.000 0.000-16,-3.000 1.000 16,-2.000-2.000-1,-3.000 0.000-15,-3.000-3.000 16,-5.000-4.000 0,-5.000-6.000-16,-7.000-9.000 15,-1.000 4.000 1</inkml:trace>
  <inkml:trace contextRef="#ctx0" brushRef="#br0">31681.000 9778.000 0,'0.000'0.000'0,"0.000"0.000"16,30.000-2.000-1,16.000 5.000-15,5.000 3.000 16,-6.000 4.000 0,-9.000 8.000-16,-11.000 3.000 15,-16.000 5.000 1,-19.000 2.000-16,-22.000 3.000 16,-23.000 2.000-1,-15.000-7.000-15,10.000-9.000 16</inkml:trace>
  <inkml:trace contextRef="#ctx0" brushRef="#br0">25592.000 9607.000 0,'0.000'0.000'0,"0.000"0.000"15,0.000 0.000 1,10.000 21.000-16,4.000 19.000 16,-5.000 16.000-1,0.000 16.000-15,-6.000 17.000 16,-6.000 5.000-1,-1.000 0.000-15,0.000-1.000 16,3.000-3.000 0,2.000-7.000-1,-1.000-20.000-15</inkml:trace>
  <inkml:trace contextRef="#ctx0" brushRef="#br0">28678.000 10435.000 0,'9.000'23.000'0,"1.000"24.000"16,-3.000 15.000-16,-2.000 8.000 15,-6.000 3.000 1,-3.000-2.000-1,-3.000-6.000 1,1.000-10.000-16,-2.000-10.000 16,2.000-17.000-16,2.000-11.000 15</inkml:trace>
  <inkml:trace contextRef="#ctx0" brushRef="#br0">28586.000 10264.000 0,'30.000'0.000'0,"22.000"4.000"16,12.000 7.000-1,6.000 8.000-15,4.000 7.000 16,-2.000 5.000 0,-4.000 4.000-16,-9.000 1.000 15,-11.000 5.000 1,-15.000-1.000-16,-17.000 3.000 16,-19.000 9.000-1,-23.000 7.000-15,-26.000 2.000 16,-19.000-1.000-1,-11.000-5.000 1,-2.000-12.000-16,19.000-15.000 16</inkml:trace>
  <inkml:trace contextRef="#ctx0" brushRef="#br0">29074.000 10852.000 0,'0.000'0.000'0,"0.000"0.000"15</inkml:trace>
  <inkml:trace contextRef="#ctx0" brushRef="#br0">32059.000 4418.000 0,'0.000'0.000'16,"0.000"0.000"-16,0.000 0.000 16,0.000 0.000-16,0.000 0.000 15,0.000 0.000 1,-8.000 16.000-16,-3.000-1.000 16,3.000-3.000-1,8.000-12.000-15,0.000 0.000 16,-4.000-4.000-16,3.000-4.000 15,1.000-6.000 1,0.000 2.000 0,0.000 2.000-16,-1.000 2.000 15,1.000 8.000-15,0.000 0.000 16,-10.000 4.000 0,-7.000 9.000-16,-5.000 6.000 15,1.000-5.000 1,5.000-3.000-16,7.000-6.000 15,9.000-5.000 1,0.000 0.000-16,1.000-5.000 16,10.000-8.000-1,6.000-6.000-15,1.000-1.000 16,-5.000 4.000-16,-5.000 4.000 16,-8.000 12.000-1,0.000 0.000-15,0.000 0.000 16,0.000 0.000-1,-2.000-1.000-15,-5.000 5.000 16,-1.000-1.000 0,8.000-3.000-16,0.000 0.000 15,0.000-2.000 1,7.000-6.000-16,2.000-1.000 16,-1.000-2.000-1,-5.000-3.000-15,-5.000 3.000 16,-7.000 8.000-16,-10.000 10.000 15,-5.000 5.000 1,4.000-1.000-16,7.000-1.000 16,3.000-4.000-16</inkml:trace>
  <inkml:trace contextRef="#ctx0" brushRef="#br0">32429.000 4495.000 0,'0.000'0.000'0,"0.000"0.000"16,0.000 0.000-16,0.000 0.000 15,0.000-20.000 1,2.000-8.000-16,4.000-5.000 16,5.000 4.000-1,1.000 4.000-15,-4.000 7.000 16,-1.000 3.000-16,2.000 8.000 15,-1.000 4.000 1,1.000 6.000-16,3.000 8.000 16,4.000 10.000-1,3.000 4.000-15,0.000 7.000 16,5.000 4.000 0,4.000 4.000-16,4.000 0.000 15,-2.000-2.000 1,2.000-1.000-16,-2.000-6.000 15,-3.000-3.000 1,-4.000-6.000-16,-5.000-4.000 16,-3.000-6.000-16,-4.000-6.000 15,-2.000-7.000 1,-3.000-15.000-16,-4.000-16.000 16,-2.000 0.000-1</inkml:trace>
  <inkml:trace contextRef="#ctx0" brushRef="#br0">32892.000 4316.000 0,'0.000'0.000'0,"-14.000"27.000"15,-17.000 20.000 1,-14.000 8.000-1,-6.000 10.000-15,-2.000 2.000 16,2.000-2.000-16,2.000-5.000 16,13.000-15.000-1,7.000-24.000-15</inkml:trace>
  <inkml:trace contextRef="#ctx0" brushRef="#br0">33110.000 4606.000 0,'0.000'0.000'16</inkml:trace>
  <inkml:trace contextRef="#ctx0" brushRef="#br0">25433.000 5895.000 0,'0.000'0.000'0,"0.000"0.000"15,0.000 0.000-15,0.000 0.000 16,17.000 0.000-1,8.000 0.000 1,-1.000 0.000-16,0.000-1.000 16,-2.000-3.000-16,0.000-1.000 15,0.000-2.000 1,3.000 1.000-16,1.000-3.000 16,1.000 0.000-1,-1.000 2.000-15,2.000 2.000 16,2.000-2.000-1,-2.000 1.000-15,2.000 0.000 16,-1.000 1.000 0,3.000-3.000-16,6.000-2.000 15,-1.000 0.000 1,5.000-1.000 0,1.000 3.000-16,0.000-2.000 15,0.000 3.000 1,1.000 1.000-16,2.000-3.000 0,1.000-1.000 15,3.000-1.000 1,2.000 0.000-16,0.000-2.000 16,2.000 1.000-1,1.000 0.000-15,0.000-3.000 16,1.000 5.000 0,1.000-1.000-16,2.000 0.000 15,4.000-2.000 1,4.000-1.000-16,0.000-3.000 15,0.000 1.000 1,2.000 1.000 0,1.000-1.000-16,0.000 1.000 15,-2.000 1.000 1,0.000 0.000-16,-1.000 3.000 16,1.000-5.000-1,1.000 2.000-15,2.000-3.000 16,1.000 2.000-16,0.000-1.000 15,-1.000 2.000 1,0.000 0.000 0,2.000-3.000-16,-1.000 2.000 15,1.000 2.000 1,-1.000-3.000-16,3.000 1.000 16,3.000 1.000-1,-3.000-2.000-15,2.000 0.000 16,-1.000 0.000-1,2.000-1.000-15,-3.000-1.000 16,4.000-1.000 0,-1.000 0.000-16,2.000 0.000 15,0.000 1.000 1,3.000-2.000 0,-1.000 3.000-16,-2.000 1.000 15,1.000-1.000-15,-2.000 0.000 16,-1.000 0.000-1,1.000 0.000-15,-1.000 2.000 16,2.000-1.000 0,0.000 0.000-16,3.000 1.000 15,-2.000-2.000 1,-3.000 2.000-16,1.000-2.000 16,1.000 2.000-1,1.000-1.000-15,1.000 0.000 16,-1.000 1.000-1,-1.000-3.000-15,-3.000 6.000 16,-1.000-1.000 0,-5.000 2.000-16,-3.000-2.000 15,1.000-1.000 1,0.000 2.000 0,1.000-2.000-16,-1.000 0.000 15,1.000 0.000-15,-3.000 1.000 16,-3.000-1.000-1,-2.000 3.000-15,-2.000 0.000 16,-3.000-1.000 0,0.000 1.000-1,-2.000-4.000-15,-4.000 2.000 16,-2.000-1.000-16,-1.000 2.000 16,-3.000 0.000-1,-2.000 2.000-15,-1.000 0.000 16,-2.000 1.000-1,-3.000 1.000-15,-4.000 0.000 16,-4.000 2.000 0,-2.000-5.000-16,-1.000-18.000 15,-6.000 1.000 1</inkml:trace>
  <inkml:trace contextRef="#ctx0" brushRef="#br0">32169.000 4479.000 0</inkml:trace>
  <inkml:trace contextRef="#ctx0" brushRef="#br0">25660.000 8063.000 0,'0.000'0.000'16,"-14.000"8.000"-16,-3.000 3.000 15,4.000 1.000 1,2.000 1.000-16,2.000-3.000 16,3.000-2.000-1,6.000-8.000-15,4.000-1.000 16,4.000-10.000-1,5.000-5.000-15,3.000-3.000 16,4.000 0.000-16,2.000 0.000 16,0.000 3.000-1,1.000-5.000-15,2.000-1.000 16,4.000-1.000 0,3.000-3.000-16,3.000-2.000 15,5.000-4.000 1,3.000 0.000-1,0.000-1.000-15,-2.000 1.000 16,4.000 2.000-16,1.000-2.000 16,0.000 2.000-1,0.000-1.000-15,4.000-4.000 16,3.000-2.000 0,4.000-2.000-16,4.000-1.000 15,1.000-2.000 1,0.000 4.000-1,-4.000 3.000-15,-1.000 2.000 16,1.000-2.000 0,1.000 0.000-16,1.000-5.000 15,2.000 0.000 1,2.000-2.000-16,2.000-1.000 16,0.000 1.000-1,0.000 2.000-15,-1.000 0.000 16,0.000 0.000-1,0.000-2.000-15,1.000 1.000 16,1.000 1.000 0,5.000-5.000-16,0.000 0.000 15,3.000-1.000 1,-3.000 3.000 0,-1.000 2.000-16,-1.000-2.000 15,2.000 1.000 1,0.000 0.000-16,1.000-2.000 15,5.000-1.000 1,-1.000-2.000-16,0.000 1.000 16,0.000-1.000-1,3.000 1.000-15,-3.000 1.000 16,0.000-1.000 0,1.000 3.000-16,-1.000 0.000 15,0.000 2.000 1,1.000 0.000-16,2.000 0.000 15,-4.000 2.000 1,0.000 1.000-16,1.000-3.000 16,0.000 3.000-1,-1.000 1.000-15,3.000-4.000 16,1.000-1.000 0,3.000 4.000-16,1.000-1.000 15,-3.000 1.000 1,1.000-2.000-16,-3.000 4.000 15,-2.000 1.000 1,1.000-1.000-16,2.000-2.000 16,-1.000 0.000-1,-2.000 1.000-15,3.000 2.000 16,-4.000-3.000 0,0.000 4.000-16,-1.000 1.000 15,1.000-1.000 1,0.000 0.000-16,-1.000-1.000 15,1.000 2.000 1,-1.000 4.000-16,0.000 0.000 16,-4.000 0.000-1,-2.000-2.000 1,-4.000 1.000-16,-3.000 1.000 16,-3.000 0.000-16,-3.000 0.000 15,-3.000 1.000 1,-2.000 4.000-16,-2.000 1.000 15,-1.000 4.000 1,-8.000 2.000-16,-7.000-2.000 16,-3.000 4.000-1,-3.000 1.000-15,-3.000 3.000 16,1.000-4.000 0,-4.000 6.000-16,0.000-2.000 15,-5.000 1.000 1,-2.000 0.000-16,-3.000 5.000 15,0.000 2.000-15,-3.000-1.000 16,-3.000-5.000 0,-4.000-12.000-16,-1.000-1.000 15</inkml:trace>
  <inkml:trace contextRef="#ctx0" brushRef="#br0">31925.000 4555.000 0</inkml:trace>
  <inkml:trace contextRef="#ctx0" brushRef="#br0">28704.000 5067.000 0,'18.000'-7.000'15,"5.000"1.000"1,3.000 2.000-16,-1.000 3.000 15,3.000 5.000-15,0.000 3.000 16,0.000 4.000 0,0.000 2.000-16,-4.000 1.000 15,-5.000 1.000 1,-8.000 4.000-16,-12.000 9.000 16,-16.000 9.000-1,-19.000 6.000-15,-13.000 3.000 16,-8.000 4.000-1,-1.000-7.000-15,14.000-9.000 16,14.000-13.000 0</inkml:trace>
  <inkml:trace contextRef="#ctx0" brushRef="#br0">29023.000 5809.000 0,'12.000'16.000'0,"5.000"2.000"15,2.000-4.000-15,2.000-6.000 16,2.000-8.000-1,8.000-2.000-15,8.000-5.000 16,3.000-2.000 0,5.000 3.000-16,-3.000-1.000 15,-7.000 4.000 1,-9.000 6.000-16,-16.000 9.000 16,-13.000 13.000-1,-18.000 8.000-15,-17.000 12.000 16,-13.000-5.000-1,8.000-9.000-15</inkml:trace>
  <inkml:trace contextRef="#ctx0" brushRef="#br0">27543.000 4717.000 0,'18.000'20.000'0,"7.000"13.000"15,-6.000 8.000-15,-1.000 5.000 16,-2.000 2.000-1,-3.000 2.000-15,-7.000-2.000 16,-5.000-3.000 0,-5.000-7.000-16,-5.000-8.000 15,-2.000-8.000 1,2.000-7.000-16,2.000-9.000 16,0.000-11.000-1,0.000-8.000-15,9.000-14.000 16,6.000-12.000-1,9.000-9.000-15,8.000-7.000 16,6.000-1.000 0,7.000 0.000-16,1.000 2.000 31,-1.000 5.000-31,-1.000 6.000 0,-9.000 9.000 16,-3.000 9.000-1,-6.000 11.000-15,-2.000 7.000 16,-3.000 5.000-1,-4.000 2.000-15,-4.000 0.000 16</inkml:trace>
  <inkml:trace contextRef="#ctx0" brushRef="#br0">27981.000 4778.000 0,'8.000'43.000'0,"1.000"18.000"15,-6.000 9.000 1,-4.000-4.000-16,-5.000-2.000 16,-7.000-14.000-1,-1.000-15.000-15</inkml:trace>
  <inkml:trace contextRef="#ctx0" brushRef="#br0">29133.000 6159.000 0,'19.000'24.000'16,"5.000"15.000"-16,-1.000 9.000 15,-8.000 7.000 1,-13.000 3.000-16,-10.000-1.000 16,-3.000-4.000-1,-1.000-11.000-15,1.000-12.000 16,5.000-12.000 0,2.000-8.000-16,4.000-10.000 15,2.000-7.000 1,4.000-14.000-16,8.000-13.000 15,5.000-8.000 1,6.000-4.000-16,6.000 2.000 16,1.000 6.000-1,2.000 2.000 1,-1.000 10.000-16,-2.000 6.000 16,-6.000 8.000-16,-3.000 8.000 15,-9.000 4.000 1,-4.000 0.000-16</inkml:trace>
  <inkml:trace contextRef="#ctx0" brushRef="#br0">29418.000 6535.000 0,'27.000'0.000'0,"7.000"4.000"16,-1.000 6.000-16,-11.000 6.000 15,-12.000 8.000 1,-12.000 4.000-16,-9.000 1.000 16,-3.000-4.000-1,1.000-6.000-15,7.000-5.000 16,8.000-3.000-1,9.000-8.000-15,14.000-6.000 16,13.000-9.000 0,-5.000-2.000-16,15.000-11.000 15,-5.000 2.000 1</inkml:trace>
  <inkml:trace contextRef="#ctx0" brushRef="#br0">30058.000 6586.000 0,'0.000'0.000'0</inkml:trace>
  <inkml:trace contextRef="#ctx0" brushRef="#br0">4923.000 7056.000 0,'0.000'0.000'0,"-25.000"22.000"15,-17.000 18.000-15,-14.000 14.000 16,-8.000 9.000-1,-7.000 8.000-15,-5.000 6.000 16,-3.000 5.000 0,3.000-2.000-16,9.000-11.000 15,7.000-13.000 1,13.000-16.000-16,16.000-11.000 16,14.000-10.000-1,11.000-7.000-15,12.000-5.000 16,11.000-2.000-1,14.000-1.000-15,15.000 6.000 16,10.000 4.000 0,6.000 8.000-16,5.000 5.000 15,2.000 0.000 1,2.000-7.000-16,2.000-9.000 16,-2.000-8.000-1,-5.000-9.000-15,-6.000-4.000 16,-8.000-4.000-1,-14.000 3.000-15,-11.000 1.000 16,-12.000-2.000 0,-8.000-5.000-16,-4.000-2.000 15,-7.000-10.000-15,-5.000-6.000 16,0.000-7.000 0,-2.000-4.000-1,-1.000-5.000-15,0.000-6.000 16,-4.000 0.000-16,-1.000-1.000 15,-1.000-2.000 1,2.000-1.000-16,-1.000 0.000 16,1.000 3.000-1,-2.000 8.000 1,5.000 10.000-16,2.000 13.000 16,3.000 8.000-16,-1.000 0.000 15,-3.000 2.000 1</inkml:trace>
  <inkml:trace contextRef="#ctx0" brushRef="#br0">5335.000 7336.000 0,'54.000'-10.000'0,"26.000"-2.000"15,4.000 2.000-15,-3.000 6.000 16,-10.000 4.000-16,-8.000 3.000 15,-9.000 0.000 1,-8.000 3.000 0,-9.000-3.000-16,-16.000-2.000 15,-7.000-1.000-15</inkml:trace>
  <inkml:trace contextRef="#ctx0" brushRef="#br0">5327.000 7661.000 0,'43.000'-4.000'0,"35.000"-6.000"16,16.000 3.000-1,2.000-1.000-15,-4.000 4.000 16,-5.000-4.000-1,-23.000-1.000 1</inkml:trace>
  <inkml:trace contextRef="#ctx0" brushRef="#br0">6521.000 7167.000 0,'0.000'0.000'0,"13.000"30.000"16,7.000 24.000-1,-3.000 11.000-15,-8.000 14.000 16,-6.000 5.000 0,-6.000-1.000-1,-4.000-9.000-15,-2.000-13.000 16,0.000-18.000-16,2.000-14.000 16,0.000-14.000-1,7.000-15.000-15,-4.000-6.000 16,5.000-18.000-1,6.000-17.000-15,7.000-13.000 16,4.000-8.000 0,5.000-8.000-16,8.000 2.000 15,1.000 5.000 1,2.000 3.000-16,-1.000 12.000 16,-2.000 11.000-1,-8.000 13.000-15,-1.000 11.000 16,-10.000 10.000-1,-12.000 3.000-15,2.000 2.000 16</inkml:trace>
  <inkml:trace contextRef="#ctx0" brushRef="#br0">6740.000 7644.000 0,'28.000'0.000'16,"12.000"2.000"-16,2.000 5.000 15,-2.000 5.000 1,-13.000 6.000-16,-14.000 8.000 16,-14.000 4.000-1,-10.000 0.000-15,-5.000-2.000 16,2.000-4.000-1,2.000-6.000-15,7.000-3.000 16,5.000 0.000 0,8.000-5.000-1,11.000-6.000-15,13.000-10.000 16,6.000-12.000-16,6.000-12.000 16,-1.000-14.000-1,-11.000 6.000-15</inkml:trace>
  <inkml:trace contextRef="#ctx0" brushRef="#br0">7236.000 7533.000 0,'51.000'-9.000'16,"25.000"-5.000"-16,2.000 5.000 15,-7.000 1.000 1,-11.000 4.000-16,-14.000 0.000 16,-12.000-3.000-16,-8.000-10.000 15,-13.000-6.000 1,-7.000 2.000 0</inkml:trace>
  <inkml:trace contextRef="#ctx0" brushRef="#br0">7782.000 7209.000 0,'21.000'37.000'16,"1.000"29.000"-1,-10.000 12.000-15,-13.000 4.000 16,-7.000-5.000-1,-4.000-13.000-15,0.000-15.000 16,4.000-14.000 0,3.000-12.000-16,2.000-10.000 15,3.000-13.000-15,0.000-7.000 16,5.000-21.000 0,7.000-14.000-1,10.000-12.000-15,12.000-6.000 16,6.000 2.000-1,5.000 5.000-15,2.000 5.000 16,-3.000 6.000 0,-4.000 8.000-16,-5.000 10.000 15,-7.000 8.000 1,-6.000 3.000-16,-10.000 5.000 16,-5.000 1.000-16</inkml:trace>
  <inkml:trace contextRef="#ctx0" brushRef="#br0">8076.000 7559.000 0,'12.000'40.000'16,"0.000"20.000"-16,-7.000 12.000 15,-8.000-1.000 1,-3.000-6.000-16,-3.000-12.000 15,0.000-21.000 1,3.000-15.000-16</inkml:trace>
  <inkml:trace contextRef="#ctx0" brushRef="#br0">8556.000 7439.000 0,'39.000'-7.000'0,"24.000"-1.000"16,9.000-2.000-1,3.000-1.000-15,-4.000 1.000 16,-5.000 2.000-1,-7.000-1.000-15,-12.000-2.000 16,-16.000 2.000-16</inkml:trace>
  <inkml:trace contextRef="#ctx0" brushRef="#br0">8606.000 7738.000 0,'37.000'-4.000'0,"31.000"-3.000"15,16.000 0.000 1,5.000 0.000-16,0.000-2.000 16,-6.000-2.000-1,-20.000 1.000-15</inkml:trace>
  <inkml:trace contextRef="#ctx0" brushRef="#br0">10078.000 7721.000 0,'0.000'0.000'0,"4.000"37.000"16,-4.000 31.000-16,-12.000 15.000 15,-11.000 14.000 1,-7.000 0.000-16,-4.000-5.000 16,2.000-10.000-1,2.000-17.000 1,7.000-18.000-16,7.000-19.000 16,7.000-26.000-16,2.000-10.000 15</inkml:trace>
  <inkml:trace contextRef="#ctx0" brushRef="#br0">10036.000 7781.000 0,'36.000'-9.000'0,"23.000"2.000"15,6.000 11.000-15,1.000 13.000 16,-4.000 11.000 0,-10.000 8.000-16,-12.000 6.000 15,-15.000 1.000 1,-16.000 7.000-16,-19.000 3.000 16,-21.000 3.000-1,-24.000 4.000-15,-15.000 3.000 16,-11.000-2.000-1,-6.000-4.000-15,5.000-16.000 16,20.000-13.000 0</inkml:trace>
  <inkml:trace contextRef="#ctx0" brushRef="#br0">9615.000 7644.000 0,'0.000'0.000'0,"42.000"-4.000"15,26.000-3.000 1,20.000-2.000-16,13.000 0.000 15,7.000 1.000 1,4.000 0.000 0,2.000-1.000-16,-4.000 2.000 15,-6.000 4.000-15,-17.000 2.000 16,-19.000 0.000 0,-22.000-1.000-1,-17.000-8.000-15,-20.000-5.000 16,-9.000-1.000-16</inkml:trace>
  <inkml:trace contextRef="#ctx0" brushRef="#br0">10229.000 7132.000 0,'-6.000'-41.000'0,"-10.000"-17.000"15,-8.000 11.000 1,-7.000 14.000-16,-9.000 20.000 15,-3.000 16.000 1,2.000 19.000-16,4.000 12.000 16,10.000 10.000-1,9.000 5.000-15,13.000-2.000 16,11.000-6.000 0,13.000-10.000-16,5.000-11.000 15,9.000-13.000 1,6.000-11.000-16,6.000-15.000 15,2.000-14.000 1,-1.000-16.000-16,-3.000-10.000 16,-3.000-11.000-1,-7.000-6.000-15,-5.000-1.000 16,-7.000 3.000 0,-6.000 1.000-16,2.000 7.000 15,-5.000 12.000 1,-3.000 15.000-16,-3.000 12.000 15,-3.000 17.000 1,-4.000 13.000-16,-8.000 17.000 16,-7.000 21.000-1,-6.000 20.000-15,-3.000 13.000 16,-1.000 9.000 0,3.000 2.000-16,6.000-1.000 15,13.000-10.000 1,9.000-11.000-16,11.000-8.000 15,7.000-20.000 1,6.000-23.000-16,-3.000-9.000 16</inkml:trace>
  <inkml:trace contextRef="#ctx0" brushRef="#br0">10843.000 7345.000 0,'31.000'-17.000'15,"12.000"-9.000"-15,-2.000-1.000 16,-8.000 6.000-1,-5.000 8.000-15,-7.000 12.000 16,-3.000 12.000-16,-1.000 14.000 16,-3.000 15.000-1,1.000 18.000-15,-3.000 9.000 16,3.000 13.000 0,3.000-1.000-16,1.000-4.000 15,2.000-6.000 1,1.000-12.000-1,-1.000-12.000-15,-3.000-12.000 16,-1.000-17.000 0,-5.000-19.000-16,1.000-25.000 15,-2.000-23.000-15,-2.000 3.000 16</inkml:trace>
  <inkml:trace contextRef="#ctx0" brushRef="#br0">11347.000 7304.000 0,'0.000'0.000'15,"0.000"0.000"-15,-20.000 28.000 16,-25.000 22.000 0,-14.000 17.000-16,-13.000 11.000 15,-10.000 2.000 1,-1.000-6.000-16,9.000-16.000 15,20.000-18.000 1</inkml:trace>
  <inkml:trace contextRef="#ctx0" brushRef="#br0">11701.000 7465.000 0,'0.000'0.000'0,"36.000"-2.000"16,24.000-4.000-1,12.000-3.000-15,7.000 0.000 16,0.000 2.000-1,-2.000 2.000-15,1.000 2.000 16,-9.000 0.000-16,-11.000-3.000 16,-18.000-1.000-1,-13.000 1.000 1</inkml:trace>
  <inkml:trace contextRef="#ctx0" brushRef="#br0">11642.000 7781.000 0,'38.000'-7.000'0,"37.000"-7.000"16,18.000-1.000-1,13.000-3.000-15,4.000 5.000 16,-3.000 3.000-1,-4.000 5.000-15,-7.000-9.000 16,-13.000-5.000 0,-22.000 3.000-16</inkml:trace>
  <inkml:trace contextRef="#ctx0" brushRef="#br0">13803.000 5870.000 0,'-34.000'-10.000'0,"-20.000"7.000"16,-10.000 18.000-1,-6.000 19.000-15,-3.000 17.000 16,0.000 17.000-1,7.000 9.000-15,12.000 9.000 16,18.000 3.000 0,21.000 4.000-16,17.000 4.000 15,12.000 1.000 1,12.000-3.000-16,4.000 1.000 16,-1.000-6.000-1,-8.000-3.000-15,-9.000-7.000 16,-13.000-9.000-1,-13.000-4.000 1,-15.000-12.000-16,-13.000-9.000 16,-8.000-10.000-1,1.000-10.000-15,10.000-7.000 16,7.000-7.000 0,12.000-3.000-16,11.000-1.000 15,9.000 2.000-15,6.000 4.000 16,8.000 6.000-1,6.000 6.000-15,5.000 16.000 32,-1.000 10.000-32,-1.000 12.000 15,-3.000 12.000-15,-5.000 11.000 16,-9.000 10.000 0,-6.000 10.000-16,-3.000 10.000 15,-4.000 12.000 1,0.000 13.000-16,0.000 8.000 15,-1.000 5.000 1,-6.000 9.000-16,1.000-2.000 16,2.000-4.000-1,0.000-14.000-15,-1.000-12.000 16,1.000-20.000 0,7.000-21.000-16,4.000-23.000 15,4.000-27.000 1,4.000-21.000-16,-3.000-12.000 15</inkml:trace>
  <inkml:trace contextRef="#ctx0" brushRef="#br0">13417.000 9589.000 0,'0.000'0.000'15</inkml:trace>
  <inkml:trace contextRef="#ctx0" brushRef="#br0">14224.000 6015.000 0,'0.000'0.000'16,"0.000"0.000"-16,0.000 0.000 15,0.000 0.000 1,0.000 0.000-16,31.000 0.000 16,20.000 0.000-1,6.000 0.000-15,0.000 2.000 16,-1.000-3.000-1,-3.000-4.000 1,-4.000-2.000-16,-5.000-3.000 16,-7.000-8.000-16,-18.000-2.000 15,-12.000 3.000-15</inkml:trace>
  <inkml:trace contextRef="#ctx0" brushRef="#br0">14358.000 5877.000 0,'0.000'0.000'16,"8.000"23.000"-16,2.000 22.000 15,-3.000 12.000 1,-4.000 9.000-16,-10.000 4.000 15,-9.000-8.000 1,1.000-15.000-16</inkml:trace>
  <inkml:trace contextRef="#ctx0" brushRef="#br0">14157.000 6475.000 0,'38.000'-16.000'16,"25.000"-8.000"-16,9.000 5.000 15,4.000 3.000 1,-7.000 10.000-16,-12.000-3.000 16,-12.000-6.000-1,-13.000 2.000 1</inkml:trace>
  <inkml:trace contextRef="#ctx0" brushRef="#br0">15013.000 5571.000 0,'0.000'0.000'16,"13.000"29.000"-16,0.000 34.000 15,-3.000 20.000 1,-11.000 16.000 0,-11.000 3.000-16,-3.000-3.000 15,-4.000-9.000 1,-1.000-10.000-16,1.000-19.000 15,-3.000-23.000 1,3.000-29.000-16,3.000-11.000 16</inkml:trace>
  <inkml:trace contextRef="#ctx0" brushRef="#br0">15005.000 5954.000 0,'52.000'-9.000'0,"17.000"-1.000"16,-6.000 13.000-16,-14.000 9.000 15,-18.000 9.000 1,-19.000 6.000-16,-18.000 4.000 16,-18.000 5.000-1,-12.000-10.000-15,-4.000-7.000 16,4.000-8.000-1,12.000-5.000-15,9.000-1.000 16,11.000 1.000 0,11.000 1.000-16,12.000 1.000 15,13.000 3.000 1,4.000 0.000-16,5.000 2.000 16,-3.000-3.000-1,-5.000 2.000-15,-2.000-4.000 16,-10.000-5.000-1,-9.000-15.000-15,-6.000-4.000 16</inkml:trace>
  <inkml:trace contextRef="#ctx0" brushRef="#br0">15460.000 5929.000 0,'42.000'-36.000'16,"14.000"-10.000"-16,-2.000 9.000 16,-5.000 15.000-1,-6.000 12.000-15,-5.000 11.000 16,-1.000 11.000-16,-6.000 8.000 16,-3.000 11.000-1,-2.000 4.000 1,0.000 10.000-16,-2.000 8.000 15,-4.000 6.000 1,2.000 6.000-16,-4.000 2.000 16,-6.000-5.000-1,-5.000-7.000-15,-4.000-11.000 16,-3.000-9.000-16,-3.000-16.000 16,-4.000-25.000-1,-3.000-24.000-15,-1.000 0.000 16</inkml:trace>
  <inkml:trace contextRef="#ctx0" brushRef="#br0">15939.000 5997.000 0,'0.000'0.000'15,"0.000"0.000"1,-29.000 28.000-16,-23.000 19.000 15,-4.000 10.000-15,2.000 5.000 16,8.000-4.000 0,5.000-10.000-16,11.000-12.000 15,14.000-23.000 1,9.000-10.000-16</inkml:trace>
  <inkml:trace contextRef="#ctx0" brushRef="#br0">16452.000 6253.000 0,'0.000'0.000'0,"0.000"0.000"15</inkml:trace>
  <inkml:trace contextRef="#ctx0" brushRef="#br0">17730.000 5903.000 0,'0.000'0.000'16,"8.000"27.000"-16,2.000 16.000 15,-5.000 7.000 1,-5.000 4.000-16,-4.000-8.000 16,-6.000-7.000-1,-2.000-22.000 1,1.000-19.000-16,4.000-7.000 15</inkml:trace>
  <inkml:trace contextRef="#ctx0" brushRef="#br0">17797.000 5820.000 0,'14.000'-23.000'0,"7.000"-6.000"16,0.000 0.000-1,0.000 6.000-15,1.000 5.000 16,0.000 6.000 0,-2.000 3.000-16,1.000 5.000 15,-3.000 1.000-15,-3.000 3.000 16,-2.000 2.000 0,-2.000 1.000-16,-2.000 4.000 15,0.000 5.000 1,-1.000 10.000-16,-2.000 6.000 15,-2.000 12.000 1,-2.000 8.000-16,0.000 8.000 16,-3.000 4.000-1,0.000 5.000 1,1.000-3.000-16,2.000-5.000 16,0.000-9.000-1,-2.000-10.000-15,-1.000-9.000 16,-4.000-15.000-16,-5.000-14.000 15,-3.000-14.000 1,0.000-15.000-16,-5.000-8.000 16,3.000 5.000-1</inkml:trace>
  <inkml:trace contextRef="#ctx0" brushRef="#br0">17848.000 5997.000 0,'0.000'0.000'15,"0.000"0.000"-15,0.000 0.000 16,15.000 24.000 0,1.000 14.000-16,-12.000 8.000 15,-12.000 4.000 1,-5.000-6.000 0,1.000-10.000-16,2.000-11.000 15,4.000-8.000 1,6.000-15.000-16,3.000 2.000 15,11.000-10.000-15,11.000-11.000 16,12.000-14.000 0,8.000-12.000-16,5.000-9.000 15,0.000-10.000 1,-3.000-1.000-16,-4.000 5.000 16,-4.000 10.000-1,-13.000 16.000 1,-10.000 16.000-16,-4.000 20.000 15,-3.000 23.000-15,-6.000 19.000 16,0.000 14.000 0,-8.000 10.000-16,-5.000 0.000 15,0.000-2.000 1,-1.000-7.000-16,0.000-14.000 16,1.000-18.000-1,2.000-27.000-15,0.000-28.000 16,3.000-4.000-1</inkml:trace>
  <inkml:trace contextRef="#ctx0" brushRef="#br0">18252.000 5639.000 0,'21.000'-35.000'16,"16.000"-9.000"-1,3.000 4.000-15,1.000 6.000 16,-3.000 9.000-16,-5.000 8.000 16,-3.000 5.000-1,-4.000 8.000 1,-5.000 4.000-16,-2.000 2.000 16,-4.000 3.000-16,0.000 5.000 15,-1.000 7.000 1,0.000 3.000-16,-2.000 8.000 15,-2.000 7.000 1,-3.000 8.000 0,-3.000 7.000-16,-2.000 12.000 15,-2.000 13.000-15,2.000 15.000 16,1.000 11.000 0,3.000 8.000-16,1.000 4.000 15,-2.000-4.000 1,-5.000-6.000-16,-4.000-12.000 15,-1.000-12.000 1,0.000-18.000-16,-1.000-15.000 16,-5.000-26.000-1,-4.000-26.000-15,-6.000-29.000 16,-4.000-24.000 0,-1.000-15.000-1,-4.000-3.000-15,6.000 16.000 16</inkml:trace>
  <inkml:trace contextRef="#ctx0" brushRef="#br0">18311.000 6041.000 0,'17.000'-31.000'16,"13.000"-6.000"-1,7.000 5.000-15,-2.000 13.000 16,-3.000 13.000-16,-6.000 12.000 15,-10.000 8.000 1,-10.000 3.000-16,-11.000 5.000 16,-9.000 0.000-1,-8.000 2.000-15,-6.000-2.000 16,2.000-3.000 0,8.000-4.000-16,9.000-3.000 15,9.000 1.000 1,14.000-5.000-16,18.000-8.000 15,15.000-6.000 1,14.000-6.000-16,11.000-9.000 16,5.000-11.000-1,-3.000 0.000-15,-17.000 5.000 16</inkml:trace>
  <inkml:trace contextRef="#ctx0" brushRef="#br0">19092.000 6083.000 0,'0.000'0.000'16,"0.000"0.000"-16,-8.000-6.000 15</inkml:trace>
  <inkml:trace contextRef="#ctx0" brushRef="#br0">13988.000 8522.000 0,'0.000'0.000'0,"0.000"0.000"16,0.000 0.000 0,0.000 0.000-16,22.000 0.000 15,18.000-3.000 1,10.000-1.000-1,8.000-3.000-15,3.000 1.000 16,1.000 2.000 0,-4.000 1.000-16,-5.000 3.000 15,-4.000 2.000-15,-11.000 1.000 16,-12.000 0.000 0,-11.000-6.000-16,-5.000-3.000 15</inkml:trace>
  <inkml:trace contextRef="#ctx0" brushRef="#br0">14291.000 8267.000 0,'0.000'0.000'0,"0.000"0.000"16,0.000 0.000-1,0.000 29.000-15,-1.000 24.000 16,-2.000 13.000 0,-2.000 7.000-16,-7.000 2.000 15,0.000-6.000 1,-3.000-9.000-16,3.000-17.000 16</inkml:trace>
  <inkml:trace contextRef="#ctx0" brushRef="#br0">14013.000 8967.000 0,'0.000'0.000'0,"0.000"0.000"16,25.000-7.000-16,17.000-3.000 15,14.000 2.000 1,5.000 4.000-16,-1.000 3.000 15,-1.000-3.000 1,-15.000 1.000-16</inkml:trace>
  <inkml:trace contextRef="#ctx0" brushRef="#br0">15031.000 8233.000 0,'-16.000'23.000'0,"-10.000"21.000"15,-6.000 15.000 1,1.000 14.000-1,-2.000 17.000-15,4.000 10.000 16,5.000 0.000 0,4.000 0.000-16,9.000-5.000 15,8.000-11.000 1,9.000-13.000-16,12.000-9.000 16,7.000-15.000-1,1.000-12.000-15,-1.000-20.000 16,-7.000-10.000-1</inkml:trace>
  <inkml:trace contextRef="#ctx0" brushRef="#br0">15140.000 8498.000 0,'0.000'0.000'15,"0.000"0.000"1,0.000 0.000-16,18.000-9.000 16,12.000-1.000-1,5.000 5.000-15,-3.000 5.000 16,-1.000 6.000 0,-8.000 6.000-16,-6.000 6.000 15,-7.000 5.000-15,-8.000 4.000 16,-16.000 5.000-1,-11.000 3.000 1,-10.000 0.000-16,-4.000-2.000 16,1.000-6.000-16,9.000-4.000 15,7.000-8.000 1,13.000-7.000-16,9.000-8.000 16,6.000 8.000-1,14.000-4.000-15,10.000-4.000 16,9.000-3.000-1,3.000-2.000-15,-1.000 1.000 16,-5.000-4.000 0,-9.000-5.000-16,-8.000 1.000 15</inkml:trace>
  <inkml:trace contextRef="#ctx0" brushRef="#br0">15569.000 8114.000 0,'2.000'24.000'0,"3.000"23.000"16,-2.000 20.000-1,0.000 20.000-15,-9.000 16.000 16,-5.000 12.000 0,-4.000 2.000-1,-1.000-5.000-15,1.000-15.000 16,1.000-27.000 0,5.000-27.000-16,0.000-28.000 15,3.000-14.000 1</inkml:trace>
  <inkml:trace contextRef="#ctx0" brushRef="#br0">15619.000 8515.000 0,'0.000'0.000'0,"22.000"-3.000"15,9.000 3.000-15,1.000 7.000 16,-4.000 9.000 0,-6.000 9.000-16,-7.000 0.000 15,-9.000 3.000 1,-12.000-1.000-16,-11.000-1.000 16,-8.000-3.000-1,-4.000-4.000-15,4.000-6.000 16,5.000-4.000-1,7.000 1.000-15,6.000 2.000 16,13.000 3.000 0,6.000 3.000-16,10.000 0.000 15,9.000-2.000 1,3.000 0.000-16,1.000-8.000 16,-1.000-3.000-1,-5.000-10.000-15,-8.000-8.000 16,-7.000 0.000-16</inkml:trace>
  <inkml:trace contextRef="#ctx0" brushRef="#br0">15922.000 8651.000 0,'0.000'0.000'16,"36.000"-6.000"-16,19.000-7.000 15,7.000 3.000-15,0.000 3.000 16,-5.000 0.000 0,-7.000 3.000-1,-6.000 1.000-15,-12.000-1.000 16,-8.000 4.000-16,-12.000-4.000 16,-7.000-6.000-1,-3.000-1.000 1</inkml:trace>
  <inkml:trace contextRef="#ctx0" brushRef="#br0">16687.000 8480.000 0,'0.000'0.000'16,"9.000"32.000"-1,-2.000 19.000-15,-1.000 6.000 16,-5.000 1.000 0,-6.000-4.000-16,-2.000-7.000 15,-1.000-12.000 1,-1.000-23.000-16,2.000-8.000 16</inkml:trace>
  <inkml:trace contextRef="#ctx0" brushRef="#br0">16662.000 8301.000 0,'0.000'0.000'0,"34.000"7.000"16,20.000 7.000-1,6.000 11.000-15,-6.000 15.000 16,-12.000 6.000 0,-8.000 13.000-16,-15.000 7.000 15,-16.000 2.000 1,-13.000-2.000-16,-9.000-5.000 16,-8.000-8.000-1,-7.000-6.000 1,1.000-13.000-16,1.000-14.000 15,9.000-11.000-15</inkml:trace>
  <inkml:trace contextRef="#ctx0" brushRef="#br0">17217.000 8660.000 0,'0.000'0.000'16,"0.000"0.000"0,9.000-4.000-16,3.000-3.000 15</inkml:trace>
  <inkml:trace contextRef="#ctx0" brushRef="#br0">17343.000 7917.000 0,'63.000'19.000'15,"27.000"19.000"-15,-2.000 15.000 16,-15.000 12.000 0,-20.000 3.000-1,-19.000 0.000-15,-16.000-4.000 16,-12.000-13.000-1,-12.000-13.000-15,-7.000-20.000 16,-5.000-20.000-16,2.000-5.000 16</inkml:trace>
  <inkml:trace contextRef="#ctx0" brushRef="#br0">17663.000 8164.000 0,'0.000'0.000'15,"0.000"0.000"1,0.000 0.000-16,0.000 0.000 16,-16.000 32.000-1,-16.000 21.000-15,-9.000 7.000 16,-4.000 1.000 0,7.000-17.000-16,12.000-13.000 15</inkml:trace>
  <inkml:trace contextRef="#ctx0" brushRef="#br0">17360.000 8583.000 0,'32.000'-1.000'15,"20.000"0.000"-15,10.000 0.000 16,1.000 1.000-1,3.000 3.000-15,-4.000 3.000 16,-3.000 2.000 0,-6.000-2.000-16,-8.000-5.000 15,-8.000-2.000 1,-12.000-2.000-16</inkml:trace>
  <inkml:trace contextRef="#ctx0" brushRef="#br0">17486.000 8899.000 0,'37.000'-2.000'0,"22.000"2.000"15,1.000 3.000 1,-8.000 4.000-16,-12.000 7.000 15,-14.000 9.000 1,-18.000 7.000-16,-18.000 6.000 16,-16.000-1.000-1,-3.000 1.000-15,2.000-9.000 16,8.000-1.000 0,10.000-5.000-16,8.000-4.000 15,13.000-8.000 1,20.000-7.000-16,15.000-9.000 15,15.000-9.000 1,8.000-9.000-16,2.000-7.000 16,-17.000 4.000-1</inkml:trace>
  <inkml:trace contextRef="#ctx0" brushRef="#br0">18268.000 9128.000 0,'0.000'0.000'0,"0.000"0.000"15</inkml:trace>
  <inkml:trace contextRef="#ctx0" brushRef="#br0">18848.000 8336.000 0,'0.000'0.000'0,"12.000"23.000"16,6.000 20.000-16,-4.000 16.000 16,-4.000 6.000-1,-11.000-2.000 1,-5.000-3.000-1,-5.000-5.000-15,-1.000-12.000 16,1.000-21.000-16,2.000-14.000 16</inkml:trace>
  <inkml:trace contextRef="#ctx0" brushRef="#br0">18916.000 8361.000 0,'10.000'-15.000'0,"6.000"-9.000"15,5.000 4.000 1,1.000 5.000-16,0.000 5.000 16,-1.000 4.000-1,0.000 1.000-15,-3.000 6.000 16,0.000 3.000-1,-2.000 0.000-15,-3.000 3.000 16,-4.000 5.000-16,0.000 3.000 16,0.000 12.000-1,-3.000 11.000-15,2.000 14.000 16,-4.000 14.000 0,-4.000 8.000-1,-4.000 7.000 1,-1.000-1.000-16,2.000-7.000 15,0.000-16.000-15,0.000-17.000 16,-5.000-15.000 0,-2.000-19.000-16,-4.000-19.000 15,1.000-3.000 1</inkml:trace>
  <inkml:trace contextRef="#ctx0" brushRef="#br0">18958.000 8600.000 0,'0.000'0.000'15,"0.000"0.000"-15,0.000 0.000 16,6.000 28.000 0,-3.000 15.000-16,-7.000 2.000 15,-4.000-7.000 1,1.000-6.000-16,1.000-14.000 15,5.000-3.000 1,1.000-15.000-16,10.000 0.000 16,12.000-16.000-1,13.000-20.000 1,9.000-19.000-16,3.000-18.000 16,8.000-13.000-16,1.000-13.000 15,-1.000-1.000 1,-2.000 7.000-16,-2.000 14.000 15,-4.000 19.000 1,-9.000 15.000-16,-12.000 15.000 16,-11.000 10.000-1,-6.000 10.000-15,-9.000 10.000 16,-5.000 3.000-16,-16.000 11.000 16,-11.000 6.000-1,1.000 4.000 1,6.000-4.000-16,10.000-2.000 15,14.000-5.000-15,19.000-4.000 16,16.000-4.000 0,10.000 1.000-16,4.000-1.000 15,-2.000 1.000 1,-11.000 6.000 0,-13.000 6.000-16,-14.000 9.000 15,-16.000 10.000-15,-19.000 3.000 16,-13.000-1.000-1,-8.000-8.000-15,4.000-10.000 16,15.000-18.000 0,12.000-9.000-16</inkml:trace>
  <inkml:trace contextRef="#ctx0" brushRef="#br0">19917.000 8250.000 0,'0.000'0.000'16,"-15.000"24.000"-16,-21.000 11.000 16,-27.000 13.000-1,-24.000 2.000-15,-13.000 1.000 16,-2.000-8.000 0,17.000-9.000-1,26.000-12.000-15,26.000-9.000 16,27.000-7.000-16,29.000-6.000 15,25.000-5.000 1,23.000-2.000-16,11.000 0.000 16,5.000 1.000-1,-9.000 1.000-15,-16.000 3.000 16,-17.000-2.000 0,-15.000-1.000-16</inkml:trace>
  <inkml:trace contextRef="#ctx0" brushRef="#br0">19462.000 8762.000 0,'-4.000'33.000'16,"0.000"21.000"0,1.000 3.000-16,-1.000 0.000 15,1.000-7.000 1,-1.000-11.000-16,3.000-19.000 15,0.000-10.000 1</inkml:trace>
  <inkml:trace contextRef="#ctx0" brushRef="#br0">19454.000 8737.000 0,'18.000'-11.000'0,"9.000"-2.000"16,0.000 3.000 0,3.000 3.000-16,-3.000 4.000 15,-3.000 3.000 1,-4.000 2.000-16,-1.000 5.000 16,1.000 3.000-1,-5.000 5.000-15,0.000 8.000 16,-4.000 8.000-1,-2.000 7.000-15,-5.000 12.000 16,-4.000 2.000 0,-4.000 5.000-16,0.000-1.000 15,-2.000-7.000 1,1.000-7.000-16,-2.000-7.000 16,1.000-14.000-16,-2.000-18.000 15,1.000-15.000 1,1.000 0.000-16</inkml:trace>
  <inkml:trace contextRef="#ctx0" brushRef="#br0">19470.000 8865.000 0,'0.000'0.000'16,"0.000"0.000"-16,0.000 0.000 15,25.000 9.000 1,9.000 5.000-16,-4.000 5.000 16,-9.000 6.000-1,-13.000 0.000-15,-12.000 6.000 16,-12.000 0.000 0,-6.000-1.000-16,-4.000-2.000 15,6.000 0.000 1,6.000-7.000-16,10.000-1.000 15,15.000-8.000 1,20.000-13.000-16,23.000-21.000 16,18.000-19.000-1,-9.000 2.000-15</inkml:trace>
  <inkml:trace contextRef="#ctx0" brushRef="#br0">20228.000 9043.000 0,'0.000'0.000'16,"0.000"0.000"-16</inkml:trace>
  <inkml:trace contextRef="#ctx0" brushRef="#br0">11079.000 8361.000 0,'0.000'0.000'16,"0.000"0.000"-16,0.000 0.000 16,0.000 0.000-1,0.000 0.000-15</inkml:trace>
  <inkml:trace contextRef="#ctx0" brushRef="#br0">6126.000 10597.000 0,'0.000'0.000'16,"0.000"0.000"0,-15.000 31.000-16,-10.000 21.000 15,-13.000 7.000-15,-3.000 1.000 16,1.000-9.000 0,7.000-10.000-1,10.000-14.000-15,11.000-9.000 16,12.000-18.000-16,3.000-3.000 15,18.000-13.000 1,19.000-13.000-16,6.000-1.000 16,6.000 0.000-1,-4.000 7.000-15,-1.000 6.000 16,-6.000 11.000 0,-10.000 11.000-16,-11.000 14.000 15,-18.000 16.000 1,-21.000 18.000-16,-21.000 14.000 15,-19.000 6.000 1,-10.000-2.000-16,-3.000-11.000 16,3.000-15.000-1,18.000-17.000-15</inkml:trace>
  <inkml:trace contextRef="#ctx0" brushRef="#br0">5882.000 10997.000 0,'43.000'10.000'15,"26.000"8.000"-15,6.000 1.000 16,1.000 4.000-16,-2.000 2.000 16,-6.000 1.000-1,-8.000-3.000-15,-13.000-6.000 16,-17.000-4.000-1</inkml:trace>
  <inkml:trace contextRef="#ctx0" brushRef="#br0">5512.000 11526.000 0,'31.000'-9.000'16,"36.000"-11.000"-1,26.000-6.000-15,23.000-4.000 16,12.000 0.000 0,6.000 5.000-16,-1.000 7.000 31,-13.000 6.000-31,-21.000 7.000 0,-24.000 3.000 15,-24.000 0.000 1,-30.000-4.000 0,-15.000 0.000-16</inkml:trace>
  <inkml:trace contextRef="#ctx0" brushRef="#br0">6076.000 11228.000 0,'21.000'30.000'16,"12.000"27.000"-16,0.000 20.000 15,-2.000 19.000 1,-13.000 14.000 0,-9.000 6.000-16,-4.000-9.000 15,-7.000-19.000 1,-5.000-27.000-16,0.000-21.000 15</inkml:trace>
  <inkml:trace contextRef="#ctx0" brushRef="#br0">6000.000 11586.000 0,'-17.000'16.000'0,"-6.000"11.000"16,0.000 5.000 0,4.000-7.000-16</inkml:trace>
  <inkml:trace contextRef="#ctx0" brushRef="#br0">6370.000 11629.000 0,'0.000'0.000'16,"9.000"18.000"-1,3.000 0.000-15,-3.000-10.000 16,-3.000-5.000 0</inkml:trace>
  <inkml:trace contextRef="#ctx0" brushRef="#br0">6756.000 10964.000 0,'-4.000'35.000'0,"-7.000"26.000"16,-7.000 12.000-1,4.000 4.000-15,9.000-7.000 16,11.000-10.000 0,11.000-11.000-1,5.000-12.000-15,0.000-6.000 16,-3.000-2.000-16,-6.000 2.000 16,-17.000 0.000-1,-16.000-3.000-15,-8.000-12.000 16,-7.000-19.000-1,7.000-7.000-15</inkml:trace>
  <inkml:trace contextRef="#ctx0" brushRef="#br0">7110.000 10802.000 0,'-13.000'31.000'16,"-9.000"24.000"-16,-4.000 4.000 16,7.000-6.000-1,21.000-12.000-15,27.000-16.000 16,27.000-19.000 0,19.000-14.000-16,8.000-7.000 15,2.000 1.000 1,-15.000 5.000-16,-17.000 13.000 15,-25.000 20.000 1,-31.000 23.000-16,-33.000 20.000 16,-22.000 11.000-1,-19.000 5.000-15,-6.000-9.000 16,-2.000-16.000 0,18.000-18.000-1</inkml:trace>
  <inkml:trace contextRef="#ctx0" brushRef="#br0">7177.000 11356.000 0,'54.000'38.000'0,"23.000"17.000"15,2.000 10.000 1,-7.000-3.000-16,-12.000-6.000 15,-12.000-15.000 1,-17.000-14.000-16</inkml:trace>
  <inkml:trace contextRef="#ctx0" brushRef="#br0">8051.000 10306.000 0,'0.000'0.000'16,"22.000"25.000"-16,1.000 14.000 15,-18.000 4.000 1,-15.000-6.000-16,-3.000-13.000 15</inkml:trace>
  <inkml:trace contextRef="#ctx0" brushRef="#br0">7782.000 10758.000 0,'9.000'28.000'15,"0.000"6.000"1,1.000-8.000-16,-2.000-12.000 16,0.000-22.000-16,-2.000-7.000 15</inkml:trace>
  <inkml:trace contextRef="#ctx0" brushRef="#br0">8261.000 10605.000 0,'63.000'3.000'0,"25.000"7.000"16,-7.000 5.000 0,-23.000 5.000-16,-30.000 7.000 15,-38.000 0.000 1,-38.000-2.000 0,-3.000-6.000-16</inkml:trace>
  <inkml:trace contextRef="#ctx0" brushRef="#br0">8119.000 10980.000 0,'108.000'-26.000'16,"34.000"-10.000"-1,-20.000-1.000-15,-38.000 9.000 16</inkml:trace>
  <inkml:trace contextRef="#ctx0" brushRef="#br0">8119.000 10904.000 0,'21.000'35.000'16,"5.000"14.000"-16,-7.000-8.000 16</inkml:trace>
  <inkml:trace contextRef="#ctx0" brushRef="#br0">8346.000 10717.000 0,'21.000'37.000'15,"0.000"25.000"1,-10.000 7.000-16,-17.000-5.000 16,-6.000-17.000-1</inkml:trace>
  <inkml:trace contextRef="#ctx0" brushRef="#br0">8102.000 11134.000 0,'0.000'41.000'15,"2.000"23.000"1,3.000 5.000-16,-5.000-8.000 15,-3.000-18.000 1,0.000-14.000-16</inkml:trace>
  <inkml:trace contextRef="#ctx0" brushRef="#br0">8270.000 11161.000 0,'51.000'1.000'16,"16.000"6.000"-16,-11.000 3.000 16,-18.000 7.000-16,-20.000 4.000 15,-26.000 3.000 1,-21.000-3.000-16,-18.000-1.000 16,-7.000-8.000-1,2.000-9.000-15,10.000-4.000 16,16.000-1.000-1,11.000 1.000-15,15.000 1.000 16,0.000 4.000 0,8.000 8.000-16,4.000 9.000 15,-4.000 9.000 1,-11.000 7.000-16,-14.000 3.000 16,-13.000-2.000-1,-7.000-8.000 1,1.000-11.000-16,10.000-14.000 15,17.000-9.000-15,19.000-3.000 16,18.000 1.000 0,13.000 6.000-16,8.000 7.000 15,5.000 9.000 1,2.000 6.000-16,-1.000 3.000 16,-8.000-5.000-1,-9.000-1.000-15,-10.000-7.000 16,-2.000-12.000-1,-2.000-22.000-15,-1.000-28.000 16,0.000-30.000 0,1.000-28.000-16,3.000-19.000 15,4.000-15.000 1,-7.000 26.000-16</inkml:trace>
  <inkml:trace contextRef="#ctx0" brushRef="#br0">9018.000 10331.000 0,'0.000'0.000'0,"0.000"0.000"15,0.000 0.000 1,-9.000 22.000-16,-2.000 5.000 16,10.000-2.000-16,17.000-1.000 15,18.000-7.000 1,13.000-5.000-16,6.000-1.000 15,-3.000 5.000 1,-7.000 9.000 0,-12.000 15.000-16,-21.000 23.000 15,-27.000 28.000 1,-25.000 31.000-16,-24.000 32.000 16,-11.000 20.000-1,-2.000 5.000-15,10.000-15.000 16,14.000-29.000-1,18.000-41.000-15,12.000-35.000 16,12.000-39.000 0,7.000-40.000-16,5.000-9.000 15</inkml:trace>
  <inkml:trace contextRef="#ctx0" brushRef="#br0">8976.000 11032.000 0,'82.000'-11.000'0,"32.000"-2.000"16,-5.000 1.000 0,-17.000 3.000-16,-20.000 1.000 15,-26.000-2.000 1,-18.000-1.000-16</inkml:trace>
  <inkml:trace contextRef="#ctx0" brushRef="#br0">9186.000 10989.000 0,'2.000'25.000'16,"4.000"15.000"-1,-2.000 2.000-15,-3.000-8.000 16,-1.000-34.000 0,-2.000 16.000-16</inkml:trace>
  <inkml:trace contextRef="#ctx0" brushRef="#br0">9397.000 10793.000 0,'0.000'0.000'0,"-5.000"29.000"16,-4.000 17.000-1,-3.000 8.000 1,7.000 0.000-16,10.000-4.000 16,14.000-5.000-1,13.000-11.000-15,9.000-6.000 16,6.000-10.000-16,-4.000-1.000 15,-6.000 1.000 1,-12.000 8.000-16,-13.000 8.000 16,-19.000 10.000-1,-19.000 7.000-15,-26.000 2.000 16,-18.000-1.000 0,-11.000-6.000-16,3.000-14.000 15,11.000-14.000 1,19.000-16.000-16,18.000-14.000 15,16.000-17.000 1,19.000-9.000-16,17.000 1.000 16,14.000 7.000-1,11.000 13.000-15,3.000 14.000 16,4.000 16.000 0,2.000 11.000-16,-5.000 7.000 15,-11.000 1.000 1,-9.000-6.000-16,-9.000-10.000 15,-3.000-18.000 1,-3.000-7.000-16</inkml:trace>
  <inkml:trace contextRef="#ctx0" brushRef="#br0">10128.000 10930.000 0,'29.000'12.000'15,"-5.000"7.000"1,-10.000-2.000-16</inkml:trace>
  <inkml:trace contextRef="#ctx0" brushRef="#br0">10272.000 11279.000 0,'18.000'31.000'0,"-3.000"8.000"16,-6.000-6.000-1</inkml:trace>
  <inkml:trace contextRef="#ctx0" brushRef="#br0">11878.000 11092.000 0,'15.000'-21.000'16,"3.000"-9.000"-16,-3.000 3.000 15,-4.000 7.000 1,-6.000 9.000-16,-5.000 11.000 15,-6.000 13.000 1,-14.000 15.000-16,-11.000 16.000 16,-11.000 10.000-16,-11.000 3.000 15,-2.000 0.000 1,-1.000-3.000 0,8.000-8.000-16,6.000-10.000 15,13.000-12.000 1,10.000-9.000-16,19.000-15.000 15,-1.000 7.000-15,12.000-1.000 16,15.000-4.000 0,10.000 2.000-16,12.000 3.000 15,4.000-1.000 1,2.000-1.000-16,1.000-2.000 16,-1.000 0.000-1,-8.000-3.000-15,-5.000-4.000 16,-4.000 0.000-1,-7.000 0.000-15,-10.000 1.000 16,-5.000-1.000 0,-11.000-7.000-16,-8.000-9.000 15,-6.000-11.000 1,-6.000-5.000-16,-3.000-5.000 16,0.000-4.000-1,-3.000 1.000-15,2.000 6.000 16,4.000 8.000-1,-1.000 9.000-15,2.000 8.000 16,-1.000 2.000 0,2.000 2.000-16,3.000 2.000 15,4.000 3.000-15</inkml:trace>
  <inkml:trace contextRef="#ctx0" brushRef="#br0">12163.000 11092.000 0,'0.000'0.000'16,"16.000"-21.000"-16,7.000-13.000 16,1.000 0.000-1,3.000 4.000 1,0.000 4.000-16,-1.000 10.000 15,-5.000 8.000-15,-1.000 6.000 16,2.000 7.000 0,0.000 16.000-16,3.000 11.000 15,4.000 13.000 1,-1.000 7.000-16,0.000 9.000 16,-3.000 6.000-1,1.000 0.000 1,-2.000-4.000-16,0.000-6.000 15,-2.000-7.000 1,-5.000-13.000-16,-2.000-10.000 16,-4.000-14.000-16,-1.000-10.000 15</inkml:trace>
  <inkml:trace contextRef="#ctx0" brushRef="#br0">12659.000 10904.000 0,'0.000'0.000'0,"0.000"0.000"16,-15.000 28.000-16,-17.000 25.000 15,-18.000 20.000 1,-10.000 10.000-1,-4.000 4.000-15,6.000-1.000 16,7.000-10.000 0,8.000-12.000-16,12.000-19.000 15</inkml:trace>
  <inkml:trace contextRef="#ctx0" brushRef="#br0">12937.000 11126.000 0,'38.000'-11.000'16,"23.000"-3.000"-16,8.000 2.000 16,-1.000 4.000-16,-3.000 5.000 15,-2.000 1.000 1,-4.000 2.000-16,-8.000 0.000 16,-5.000-2.000-1,-13.000 0.000-15</inkml:trace>
  <inkml:trace contextRef="#ctx0" brushRef="#br0">12903.000 11407.000 0,'39.000'-9.000'0,"29.000"-8.000"16,17.000 1.000-16,4.000 0.000 15,-2.000 4.000 1,-4.000 0.000-16,-20.000 1.000 16</inkml:trace>
  <inkml:trace contextRef="#ctx0" brushRef="#br0">14585.000 11740.000 0,'0.000'0.000'0,"0.000"0.000"15,-23.000 0.000 1,-11.000 4.000-16,-3.000 8.000 16,2.000 8.000-1,3.000 19.000-15,3.000 11.000 16,7.000 4.000-1,5.000 0.000-15,7.000-6.000 16,6.000-8.000 0,6.000-11.000-16,2.000-10.000 15,4.000-11.000 1,5.000-9.000 0,8.000-16.000-16,7.000-15.000 15,3.000-10.000-15,3.000-13.000 16,0.000-9.000-1,4.000-9.000-15,0.000-6.000 16,-1.000-2.000 0,-2.000 2.000-16,-5.000 10.000 15,-4.000 11.000 1,-8.000 17.000-16,-7.000 15.000 16,-5.000 11.000-1,-6.000 15.000-15,0.000 8.000 16,-7.000 21.000-1,-3.000 22.000-15,-2.000 18.000 16,2.000 7.000 0,1.000 2.000-16,1.000-4.000 15,5.000-5.000 1,3.000-10.000-16,8.000-9.000 16,3.000-13.000-1,1.000-13.000-15,-1.000-14.000 16,-4.000-8.000-1</inkml:trace>
  <inkml:trace contextRef="#ctx0" brushRef="#br0">14039.000 11246.000 0,'0.000'0.000'16,"0.000"0.000"-16,0.000 0.000 15,30.000-18.000 1,27.000-5.000 0,24.000 5.000-16,15.000 4.000 15,13.000 5.000-15,8.000 2.000 16,2.000 3.000 0,-3.000 0.000-16,-8.000 4.000 15,-14.000 2.000 1,-19.000 1.000-16,-20.000 0.000 15,-24.000 0.000 1,-24.000-8.000-16,-10.000-2.000 16</inkml:trace>
  <inkml:trace contextRef="#ctx0" brushRef="#br0">14425.000 10340.000 0,'0.000'0.000'0,"12.000"27.000"16,5.000 19.000-16,-6.000 21.000 16,-9.000 13.000-1,-6.000 0.000 1,-2.000-6.000 0,0.000-6.000-16,-1.000-13.000 15,1.000-12.000-15,2.000-15.000 16,1.000-12.000-16</inkml:trace>
  <inkml:trace contextRef="#ctx0" brushRef="#br0">14535.000 10358.000 0,'31.000'-3.000'0,"19.000"3.000"31,3.000 8.000-31,0.000 13.000 0,-6.000 12.000 16,-10.000 8.000-1,-12.000 2.000 1,-15.000 4.000-16,-19.000 2.000 15,-22.000 0.000-15,-19.000-3.000 16,-11.000-3.000 0,-5.000-4.000-16,7.000-16.000 15,17.000-8.000 1</inkml:trace>
  <inkml:trace contextRef="#ctx0" brushRef="#br0">15334.000 10793.000 0,'21.000'-15.000'0,"10.000"-9.000"15,5.000 2.000-15,-1.000 5.000 16,-3.000 9.000-1,0.000 6.000-15,2.000 8.000 16,2.000 7.000 0,-2.000 11.000-1,0.000 11.000-15,-4.000 12.000 16,-2.000 13.000-16,-5.000 10.000 16,-2.000 7.000-1,-6.000 0.000-15,-3.000-1.000 16,-4.000-2.000-1,-5.000-10.000-15,-6.000-9.000 16,-3.000-10.000 0,-6.000-12.000-16,-5.000-18.000 15,2.000-8.000 1</inkml:trace>
  <inkml:trace contextRef="#ctx0" brushRef="#br0">15662.000 11057.000 0,'0.000'0.000'0,"0.000"0.000"16,-16.000 40.000-16,-14.000 25.000 15,-11.000 15.000 1,-7.000 4.000-16,-6.000-5.000 15,2.000-8.000 1,6.000-12.000 0,8.000-15.000-16,13.000-14.000 15,12.000-13.000-15</inkml:trace>
  <inkml:trace contextRef="#ctx0" brushRef="#br0">16048.000 11646.000 0,'9.000'0.000'0,"-2.000"-6.000"15,-5.000-2.000-15</inkml:trace>
  <inkml:trace contextRef="#ctx0" brushRef="#br0">14678.000 10750.000 0,'0.000'0.000'0,"0.000"0.000"15,0.000 0.000-15,0.000 0.000 16,0.000 0.000 0,0.000 0.000-16,0.000 0.000 15,-16.000 4.000 1,-8.000 2.000-16,6.000-3.000 15,2.000 0.000 1,6.000 0.000-16,1.000-2.000 16,-1.000 3.000-1,2.000 4.000-15,1.000 1.000 16,0.000-4.000-16,-1.000 0.000 16,-2.000 1.000-1,-1.000 2.000-15,0.000 1.000 16,2.000-4.000-1,0.000 0.000-15,0.000 0.000 16,1.000 0.000 0,-2.000 1.000-16,-2.000 2.000 15,2.000-2.000 1,1.000-1.000-16,-1.000 4.000 16,2.000-2.000-1,0.000-1.000-15,2.000 0.000 16,-2.000 0.000-1,8.000-6.000-15,-6.000 4.000 16,-1.000-1.000-16,0.000 1.000 16,1.000-1.000-1,1.000 2.000-15,5.000-5.000 16,0.000 0.000 0,0.000 0.000-16,0.000 0.000 15,-3.000 4.000 1,3.000-4.000-16,0.000 9.000 15,0.000-9.000-15,6.000 1.000 16,1.000-2.000 0,1.000 2.000-16,-8.000-1.000 15,0.000 0.000 1,8.000 0.000-16,-8.000 0.000 16,9.000 0.000-1,2.000 0.000-15,0.000-3.000 16,-1.000 2.000-16,-1.000 0.000 15,0.000 1.000 1,0.000-2.000-16,0.000-2.000 16,-3.000 0.000-1,0.000 0.000-15,1.000-1.000 16,2.000 1.000 0,-1.000 0.000-16,-2.000 0.000 15,1.000-3.000 1,3.000 1.000-16,0.000-3.000 15,1.000 0.000-15,-1.000 4.000 16,-1.000-6.000 0,2.000 1.000-16,2.000 1.000 15,-2.000 1.000 1,-2.000 2.000-16,3.000-4.000 16,-4.000 2.000-1</inkml:trace>
  <inkml:trace contextRef="#ctx0" brushRef="#br0">6167.000 12141.000 0,'0.000'0.000'15,"-12.000"-1.000"-15,-6.000 0.000 16,7.000 0.000-1,11.000 1.000-15,0.000 0.000 16,0.000 0.000 0,4.000-3.000-16,12.000 0.000 15,8.000-1.000 1,5.000 1.000-16,7.000-1.000 16,5.000-3.000-1,2.000-3.000-15,7.000 0.000 16,1.000 1.000-1,6.000 2.000-15,2.000 0.000 16,1.000 1.000-16,3.000 1.000 16,4.000-2.000-1,2.000 1.000 1,4.000-1.000-16,-1.000-3.000 16,6.000-1.000-1,1.000 0.000-15,3.000-3.000 16,-3.000 2.000-1,-3.000-3.000-15,-1.000 2.000 16,-3.000 1.000 0,-4.000 0.000-16,-1.000 3.000 15,0.000 0.000 1,-8.000-2.000-16,-18.000 3.000 16</inkml:trace>
  <inkml:trace contextRef="#ctx0" brushRef="#br0">6807.000 12201.000 0,'36.000'-1.000'16,"23.000"0.000"-16,7.000-4.000 16,8.000-1.000-1,4.000 0.000-15,2.000-1.000 16,3.000 0.000-1,6.000-1.000-15,-1.000-2.000 16,-20.000 1.000 0</inkml:trace>
  <inkml:trace contextRef="#ctx0" brushRef="#br0">8001.000 12201.000 0,'0.000'0.000'16,"0.000"0.000"-16,15.000 2.000 16</inkml:trace>
  <inkml:trace contextRef="#ctx0" brushRef="#br0">8707.000 12491.000 0,'0.000'0.000'0,"0.000"0.000"15,0.000 37.000-15,-4.000 24.000 16,-6.000 16.000 0,-5.000 11.000-16,-2.000 1.000 31,0.000-13.000-31,3.000-23.000 0</inkml:trace>
  <inkml:trace contextRef="#ctx0" brushRef="#br0">8976.000 12637.000 0,'0.000'0.000'16,"-23.000"15.000"0,-17.000 13.000-16,-8.000 7.000 15,-2.000 1.000 1,8.000-3.000-16,12.000-9.000 16,11.000-7.000-1,14.000-6.000-15,11.000-4.000 16,15.000-5.000-1,13.000-3.000-15,8.000-4.000 16,8.000 2.000 0,0.000-1.000-16,-4.000-6.000 15,-10.000-8.000 1,-10.000 1.000-16</inkml:trace>
  <inkml:trace contextRef="#ctx0" brushRef="#br0">9186.000 12482.000 0,'0.000'0.000'0,"-8.000"35.000"15,-4.000 24.000 1,-4.000 4.000-16,-2.000-12.000 15,4.000-15.000 1</inkml:trace>
  <inkml:trace contextRef="#ctx0" brushRef="#br0">9414.000 12448.000 0,'-26.000'19.000'0,"-16.000"14.000"15,-9.000 7.000 1,1.000 2.000-16,11.000-10.000 16,16.000-8.000-1,17.000-10.000-15,18.000-6.000 16,19.000-6.000-1,14.000-2.000-15,7.000-2.000 16,1.000-4.000 0,-2.000-1.000-16,-12.000-2.000 15,-14.000 3.000-15</inkml:trace>
  <inkml:trace contextRef="#ctx0" brushRef="#br0">8942.000 12884.000 0,'63.000'-19.000'0,"22.000"-7.000"16,-9.000 4.000-1,-17.000 10.000-15,-23.000 8.000 16,-20.000 11.000 0,-21.000 7.000-1,-24.000 3.000-15,-1.000-2.000 16</inkml:trace>
  <inkml:trace contextRef="#ctx0" brushRef="#br0">8783.000 13130.000 0,'0.000'0.000'0,"30.000"-12.000"15,20.000-10.000 1,9.000-6.000-16,1.000-1.000 16,-4.000-1.000-1,-5.000 5.000-15,-11.000 5.000 16,-9.000 3.000-1,-13.000 7.000-15,-10.000 0.000 16,-9.000 3.000 0,-10.000-2.000-16,-5.000 3.000 15,-4.000 2.000 1,-2.000 0.000-16,5.000 3.000 16,4.000 3.000-1,1.000 10.000-15,5.000 11.000 16,7.000 11.000-16,9.000 11.000 15,6.000 11.000 1,6.000 6.000-16,-3.000 0.000 16,-1.000-7.000-1,-7.000-7.000 1,-4.000-8.000-16,-11.000-9.000 16,-12.000-9.000-16,-12.000-10.000 15,-8.000-10.000 1,-4.000-6.000-16,3.000-5.000 15,10.000-2.000 1,14.000-5.000-16,17.000-1.000 16,21.000-6.000-1,16.000-4.000-15,16.000-10.000 16,9.000-7.000 0,2.000-8.000-1,-3.000-7.000-15,-3.000-10.000 16,-15.000 13.000-16</inkml:trace>
  <inkml:trace contextRef="#ctx0" brushRef="#br0">9750.000 12415.000 0,'0.000'0.000'0,"0.000"0.000"16,0.000 0.000-1,11.000 24.000-15,-4.000 19.000 16,-10.000 4.000 0,-13.000-4.000-16,-2.000-10.000 15,3.000-9.000 1,5.000-11.000-16,10.000-13.000 16,0.000 0.000-1,0.000 0.000-15,1.000 2.000 16,12.000-7.000-1,11.000-11.000-15,15.000-7.000 16,12.000-5.000 0,9.000 2.000-16,3.000-1.000 15,0.000 5.000 1,-6.000 8.000-16,-10.000 8.000 16,-13.000 8.000-1,-19.000 8.000 1,-21.000 12.000-16,-23.000 10.000 15,-25.000 9.000-15,-16.000 7.000 16,-9.000 3.000 0,2.000-1.000-16,11.000-7.000 15,18.000-9.000 1,23.000-7.000-16,20.000-8.000 16,26.000-6.000-1,23.000-9.000-15,18.000-13.000 16,12.000-7.000-1,3.000-3.000-15,-5.000-1.000 16,-11.000-2.000 0,-16.000-1.000-16,-16.000 0.000 15,-23.000 1.000 1,-23.000 0.000-16,-5.000 7.000 16</inkml:trace>
  <inkml:trace contextRef="#ctx0" brushRef="#br0">9817.000 12739.000 0,'0.000'0.000'15,"10.000"27.000"-15,6.000 12.000 16,-2.000 2.000-16,-3.000-10.000 16,-2.000-13.000-1</inkml:trace>
  <inkml:trace contextRef="#ctx0" brushRef="#br0">10044.000 12627.000 0,'0.000'0.000'0,"2.000"38.000"15,-5.000 25.000 1,-7.000 12.000-16,-13.000 0.000 15,-5.000-16.000 1,5.000-18.000 0</inkml:trace>
  <inkml:trace contextRef="#ctx0" brushRef="#br0">9758.000 12961.000 0,'0.000'47.000'0,"-3.000"22.000"16,-4.000 5.000-1,-6.000-7.000-15,1.000-17.000 16</inkml:trace>
  <inkml:trace contextRef="#ctx0" brushRef="#br0">9843.000 13003.000 0,'30.000'-6.000'16,"21.000"-7.000"-16,9.000 0.000 16,0.000 4.000-1,-3.000 2.000-15,-9.000 6.000 16,-14.000 9.000-1,-9.000 7.000-15,-12.000 9.000 16,-12.000 10.000 0,-16.000 6.000-16,-13.000 1.000 15,-12.000-6.000 1,-8.000-12.000-16,5.000-10.000 16</inkml:trace>
  <inkml:trace contextRef="#ctx0" brushRef="#br0">9993.000 13054.000 0,'-1.000'34.000'0,"-11.000"23.000"16,-13.000 10.000 0,-11.000 4.000-16,-4.000-7.000 15,4.000-16.000 1,7.000-21.000-16,12.000-23.000 15,14.000-21.000 1,15.000-12.000-16,13.000-3.000 16,5.000 6.000-1,4.000 9.000-15,-3.000 15.000 16,1.000 8.000 0,-1.000 15.000-16,3.000 8.000 15,-3.000 5.000 1,5.000 0.000-16,-1.000-6.000 15,4.000-6.000 1,4.000-14.000-16,3.000-22.000 16,0.000-25.000-1,-1.000-21.000-15,-11.000 6.000 16</inkml:trace>
  <inkml:trace contextRef="#ctx0" brushRef="#br0">10650.000 13293.000 0,'0.000'0.000'15,"13.000"0.000"-15</inkml:trace>
  <inkml:trace contextRef="#ctx0" brushRef="#br0">11197.000 12423.000 0,'0.000'0.000'16,"11.000"34.000"-16,0.000 23.000 15,-6.000 11.000 1,-9.000-3.000-16,-8.000-12.000 16,0.000-18.000-1</inkml:trace>
  <inkml:trace contextRef="#ctx0" brushRef="#br0">11465.000 12432.000 0,'0.000'0.000'0,"-18.000"21.000"16,-18.000 13.000-16,-7.000 4.000 16,8.000-3.000-1,11.000-8.000-15,17.000-7.000 16,16.000-6.000-1,14.000-6.000-15,13.000-9.000 16,10.000-8.000 0,1.000-13.000-16,-9.000 0.000 15</inkml:trace>
  <inkml:trace contextRef="#ctx0" brushRef="#br0">11600.000 12321.000 0,'0.000'0.000'15,"-3.000"38.000"-15,-7.000 19.000 16,-4.000 5.000 0,-4.000-5.000-1,4.000-13.000-15,8.000-20.000 16,4.000-13.000-1</inkml:trace>
  <inkml:trace contextRef="#ctx0" brushRef="#br0">11760.000 12304.000 0,'0.000'0.000'0,"-14.000"31.000"15,-6.000 19.000 1,0.000 1.000 0,5.000-4.000-16,10.000-5.000 15,15.000-12.000 1,14.000-8.000-16,10.000-10.000 16,5.000-10.000-16,-1.000-8.000 15,-7.000-10.000 1,-9.000 1.000-16</inkml:trace>
  <inkml:trace contextRef="#ctx0" brushRef="#br0">11398.000 12815.000 0,'0.000'0.000'0,"26.000"7.000"16,18.000-2.000-1,7.000-5.000-15,2.000-6.000 16,-3.000-5.000 0,-2.000-5.000-1,-10.000-5.000-15,-10.000-5.000 16,-12.000-1.000-16,-13.000-3.000 16,-17.000 1.000-1,-12.000 8.000-15,-6.000 20.000 16,-3.000 13.000-1,3.000 9.000-15,4.000 8.000 16,3.000 4.000 0,3.000 5.000-16,2.000-2.000 15,6.000-1.000 1,4.000-5.000-16,7.000-3.000 16,13.000-8.000-1,11.000-9.000-15,13.000-9.000 16,8.000-7.000-1,4.000-3.000-15,0.000 0.000 16,-10.000-1.000 0,-13.000 4.000-16,-12.000 7.000 15,-17.000 12.000 1,-22.000 11.000-16,-22.000 10.000 16,-16.000 9.000-1,-7.000 3.000-15,7.000-2.000 16,14.000-9.000-1,22.000-12.000-15,21.000-8.000 16,19.000-9.000 0,21.000-7.000-16,13.000-7.000 15,9.000-4.000 1,3.000-1.000-16,-6.000 1.000 16,-11.000-1.000-1,-8.000 4.000-15,-11.000 3.000 16,-9.000-1.000-16,-11.000 7.000 15,5.000 3.000 1,-7.000 13.000-16,-3.000 17.000 16,0.000 16.000-1,-3.000 13.000-15,1.000 2.000 16,3.000-1.000 0,1.000-7.000-16,1.000-18.000 15,-1.000-10.000 1,-1.000-13.000-16,-4.000-13.000 15,-5.000-10.000 1,-10.000-13.000-16,-10.000-10.000 16,-1.000-1.000-1,6.000 7.000-15,9.000 8.000 16,10.000 6.000 0,14.000 3.000-16,16.000 1.000 15,15.000 1.000 1,13.000-10.000-16,3.000-10.000 15,3.000-10.000 1,0.000-12.000-16,-5.000-11.000 16,-13.000 6.000-1</inkml:trace>
  <inkml:trace contextRef="#ctx0" brushRef="#br0">12104.000 12440.000 0,'23.000'0.000'15,"12.000"8.000"-15,2.000 6.000 16,-12.000 11.000 0,-14.000 0.000-16,-6.000-7.000 15</inkml:trace>
  <inkml:trace contextRef="#ctx0" brushRef="#br0">12171.000 12952.000 0,'7.000'53.000'16,"-1.000"20.000"-16,-4.000-4.000 15,-6.000-15.000 1,-2.000-22.000-16,1.000-25.000 15,2.000-12.000 1</inkml:trace>
  <inkml:trace contextRef="#ctx0" brushRef="#br0">12323.000 12627.000 0,'31.000'-26.000'15,"19.000"-16.000"1,1.000-2.000-16,0.000 2.000 16,-1.000 9.000-1,-5.000 10.000-15,-7.000 6.000 16,-8.000 7.000 0,-5.000 6.000-16,-4.000 5.000 15,-3.000 9.000-15,-4.000 11.000 16,-1.000 14.000-1,3.000 21.000-15,2.000 24.000 16,5.000 25.000 0,-1.000 17.000-1,-1.000 12.000-15,-3.000 0.000 16,-2.000-2.000 0,-3.000-8.000-16,-9.000-13.000 15,-8.000-17.000 1,-9.000-19.000-16,-10.000-26.000 15,-11.000-28.000 1,-12.000-36.000-16,-8.000-39.000 16,-11.000-33.000-1,-3.000-15.000-15,2.000-6.000 16,8.000 3.000 0,9.000 9.000-16,12.000 25.000 15</inkml:trace>
  <inkml:trace contextRef="#ctx0" brushRef="#br0">12331.000 12850.000 0,'0.000'0.000'0,"9.000"22.000"15,-2.000 9.000 1,-2.000-4.000 0,-2.000-6.000-16,0.000-8.000 15,-3.000-13.000-15,8.000-7.000 16,2.000-18.000-1,4.000-10.000-15,3.000-1.000 16,2.000 4.000 0,2.000 7.000-16,0.000 11.000 15,4.000 13.000 1,2.000 12.000-16,0.000 16.000 16,-3.000 8.000-1,-9.000 6.000-15,-9.000 3.000 16,-7.000-1.000-1,-6.000-6.000-15,-7.000-11.000 16,-3.000-5.000 0,-5.000-11.000-16,-1.000-10.000 15,-4.000-6.000 1,2.000-8.000-16,9.000-3.000 16,9.000-1.000-1,13.000-7.000-15,16.000 0.000 16,17.000-1.000-1,8.000-1.000-15,6.000-4.000 16,1.000-5.000 0,-2.000-5.000-16,-12.000 8.000 15</inkml:trace>
  <inkml:trace contextRef="#ctx0" brushRef="#br0">13021.000 12602.000 0,'0.000'0.000'0,"17.000"19.000"16,6.000 11.000-1,-7.000 4.000-15,-8.000 2.000 16,-6.000-4.000 0,-2.000-9.000-16,6.000-9.000 15,10.000-7.000 1,7.000-7.000-16,7.000-10.000 15,4.000-1.000 1,-2.000-3.000-16,-8.000 6.000 16,-7.000 5.000-16,-9.000 14.000 15,-11.000 14.000 1,-11.000 18.000-16,-10.000 15.000 16,-8.000 5.000-1,-1.000-3.000 1,0.000-3.000-16,8.000-13.000 15,7.000-14.000-15,14.000-10.000 16,10.000-9.000 0,11.000-7.000-16,3.000-12.000 15,5.000-17.000 1,3.000-19.000-16,0.000-20.000 16,3.000-22.000-1,-1.000-12.000-15,-1.000-4.000 16,-1.000 3.000-1,0.000 19.000-15,-3.000 19.000 16,-7.000 21.000 0,-4.000 14.000-16,-6.000 14.000 15,-8.000 12.000 1,8.000-4.000-16,3.000 9.000 16,6.000 4.000-1,8.000 6.000-15,3.000 4.000 16,7.000-1.000-1,-2.000 2.000-15,-2.000-4.000 16,-5.000 2.000 0,-2.000 5.000-1,-13.000 7.000-15,-9.000 13.000 16,-15.000 16.000-16,-19.000 21.000 16,-18.000 21.000-1,-10.000 16.000 1,5.000 5.000-16,12.000-5.000 15,15.000-16.000-15,16.000-17.000 16,17.000-19.000 0,11.000-20.000-16,9.000-19.000 15,3.000-26.000 1,1.000-29.000 0,-3.000-31.000-16,-6.000-23.000 15,-4.000-15.000-15,-7.000 19.000 16</inkml:trace>
  <inkml:trace contextRef="#ctx0" brushRef="#br0">13525.000 12815.000 0,'25.000'-6.000'0,"9.000"0.000"16,-2.000 1.000-1,-10.000 4.000-15,-8.000 8.000 16,-8.000 11.000-1,-12.000 10.000-15,-11.000 4.000 16,-8.000 2.000 0,1.000 0.000-16,6.000-6.000 15,4.000-6.000 1,11.000-3.000-16,14.000 1.000 16,11.000-5.000-1,10.000-5.000-15,5.000-10.000 16,8.000-14.000-1,5.000-18.000-15,-8.000 1.000 16</inkml:trace>
  <inkml:trace contextRef="#ctx0" brushRef="#br0">14013.000 13089.000 0,'13.000'2.000'16,"-5.000"-9.000"-16,-6.000-2.000 16</inkml:trace>
  <inkml:trace contextRef="#ctx0" brushRef="#br0">14661.000 12714.000 0,'0.000'0.000'0,"0.000"0.000"15,0.000 0.000 1,13.000 43.000-16,6.000 32.000 15,-5.000 14.000 1,-8.000-2.000 0,-4.000-17.000-16,-4.000-21.000 15,-2.000-23.000-15,3.000-13.000 16</inkml:trace>
  <inkml:trace contextRef="#ctx0" brushRef="#br0">14686.000 12653.000 0,'11.000'-13.000'16,"9.000"-8.000"-16,1.000 0.000 16,2.000 5.000-1,3.000 3.000-15,1.000 6.000 16,2.000 5.000-1,-5.000 2.000-15,-3.000 2.000 16,-1.000 3.000 0,-1.000 3.000-16,-3.000 6.000 15,1.000 8.000 1,-5.000 13.000-16,-4.000 19.000 16,-4.000 18.000-1,-2.000 14.000 1,-3.000 2.000-16,0.000-11.000 15,-3.000-13.000-15,2.000-21.000 16,-1.000-18.000 0,0.000-12.000-16</inkml:trace>
  <inkml:trace contextRef="#ctx0" brushRef="#br0">14820.000 12764.000 0,'0.000'0.000'15,"0.000"0.000"-15,0.000 0.000 16,17.000 18.000 0,-3.000 16.000-16,-12.000 22.000 15,-14.000 13.000 1,-9.000 1.000-16,-2.000-10.000 15,2.000-15.000 1,6.000-15.000 0,8.000-14.000-1,9.000-14.000-15,10.000-13.000 0,12.000-15.000 16,14.000-22.000 0,7.000-22.000-16,8.000-11.000 15,0.000 0.000 1,0.000 7.000-16,-6.000 13.000 15,-7.000 11.000 1,-7.000 16.000-16,-12.000 15.000 16,-6.000 14.000-1,0.000 21.000-15,-5.000 24.000 16,-5.000 30.000 0,-5.000 22.000-16,-6.000 12.000 15,-4.000-3.000 1,0.000-17.000-1,1.000-23.000-15,4.000-25.000 16,2.000-35.000 0,0.000-26.000-16,1.000-7.000 15</inkml:trace>
  <inkml:trace contextRef="#ctx0" brushRef="#br0">15257.000 12448.000 0,'29.000'-23.000'16,"11.000"-6.000"-1,4.000-3.000-15,-1.000 7.000 16,-5.000 9.000 0,-7.000 7.000-16,-10.000 7.000 15,-4.000 6.000 1,-6.000 9.000-16,-2.000 8.000 15,-3.000 7.000-15,-3.000 15.000 16,1.000 16.000 0,3.000 19.000-16,2.000 23.000 15,-2.000 25.000 1,-1.000 21.000-16,-3.000 6.000 16,-3.000-4.000-1,0.000-25.000-15,3.000-31.000 31,0.000-33.000-31,-3.000-30.000 0,-4.000-28.000 16,-7.000-25.000 0,-11.000-26.000-16,-7.000-27.000 15,-7.000-22.000 1,-5.000-11.000-16,0.000 0.000 16,2.000 10.000-1,5.000 14.000-15,7.000 18.000 16,12.000 15.000-1,15.000 17.000-15,8.000 11.000 16,4.000 7.000 0,8.000 5.000-16,2.000 6.000 15,-1.000 3.000 1,-2.000 10.000-16,-6.000 14.000 16,-8.000 15.000-1,-9.000 11.000-15,-8.000 4.000 16,-3.000-4.000-1,4.000-9.000 1,4.000-13.000-16,6.000-9.000 16,11.000-16.000-16,13.000-19.000 15,8.000-18.000 1,9.000-12.000-16,2.000-8.000 16,-8.000 10.000-1</inkml:trace>
  <inkml:trace contextRef="#ctx0" brushRef="#br0">15838.000 12602.000 0,'10.000'45.000'0,"-1.000"24.000"16,-6.000 4.000-1,-6.000-6.000-15,-4.000-15.000 16,-2.000-17.000-1,9.000-35.000-15,-1.000 9.000 16</inkml:trace>
  <inkml:trace contextRef="#ctx0" brushRef="#br0">15948.000 12482.000 0,'0.000'0.000'0,"15.000"-3.000"15,10.000 9.000 1,4.000 16.000-16,-1.000 19.000 16,-4.000 22.000-1,-9.000 20.000-15,-5.000 12.000 16,-4.000-6.000 0,-2.000-13.000-16,-2.000-19.000 15,-4.000-16.000 1,-1.000-14.000-16,-8.000-11.000 15,-9.000-16.000 1,-8.000-20.000-16,0.000-16.000 16,0.000-12.000-1,9.000-2.000-15,11.000 5.000 16,13.000 10.000 0,13.000 8.000-16,10.000 5.000 15,5.000 6.000 1,-1.000 3.000-16,-4.000-2.000 15,-3.000-5.000 1,-4.000-12.000-16,-8.000-13.000 16,-6.000 4.000-1</inkml:trace>
  <inkml:trace contextRef="#ctx0" brushRef="#br0">16402.000 12073.000 0,'0.000'0.000'0,"8.000"24.000"15,-11.000 20.000 1,-22.000 18.000 0,-15.000 4.000-16,-4.000-7.000 15,9.000-14.000 1,12.000-11.000-16,19.000-9.000 15,20.000-14.000 1,18.000-8.000-16,15.000-5.000 16,8.000 2.000-16,-1.000 0.000 15,-8.000 7.000 1,-13.000 7.000-16,-19.000 12.000 16,-20.000 8.000-1,-19.000 5.000-15,-13.000-3.000 16,-1.000-12.000-1,6.000-19.000-15,19.000-14.000 16,19.000-18.000 0,6.000 1.000-16</inkml:trace>
  <inkml:trace contextRef="#ctx0" brushRef="#br0">16763.000 12491.000 0,'0.000'0.000'15,"-14.000"26.000"-15,-22.000 18.000 16,-24.000 5.000 0,-16.000 1.000-16,-4.000-4.000 15,9.000-8.000 1,19.000-10.000-16,20.000-15.000 16,32.000-13.000-1,-3.000 4.000-15,26.000-9.000 16,28.000-4.000-1,17.000-4.000-15,8.000 1.000 16,-2.000-1.000 0,-7.000 3.000-16,-12.000 2.000 15,-19.000 1.000 1,-15.000 3.000-16,-19.000 4.000 16,-18.000 2.000-16,-2.000 0.000 15</inkml:trace>
  <inkml:trace contextRef="#ctx0" brushRef="#br0">16426.000 12935.000 0,'2.000'41.000'0,"-1.000"12.000"16,-3.000-4.000-16,-1.000-9.000 15,2.000-12.000 1,0.000-12.000-16,1.000-16.000 15,1.000-10.000 1,4.000-16.000 0,7.000-17.000-16,8.000-6.000 15,6.000 0.000-15,6.000 12.000 16,-1.000 11.000 0,2.000 11.000-16,1.000 14.000 15,-5.000 17.000 1,-6.000 16.000-16,-3.000 9.000 15,-5.000 4.000 1,-9.000 3.000-16,-7.000 1.000 16,-6.000-9.000-1,-3.000-6.000-15,-7.000-8.000 16,-1.000-12.000 0,-5.000-15.000-16,-3.000-15.000 15,7.000-6.000 1,6.000-6.000-16,9.000-1.000 15,10.000-1.000 1,10.000 2.000-16,9.000 3.000 16,4.000-2.000-1,-7.000 4.000-15</inkml:trace>
  <inkml:trace contextRef="#ctx0" brushRef="#br0">16981.000 12670.000 0,'64.000'-6.000'0,"26.000"-5.000"15,-1.000-1.000-15,-11.000-1.000 16,-12.000 4.000-1,-15.000 2.000-15,-17.000 0.000 16,-16.000-4.000 0,-13.000-4.000-16,-12.000-9.000 15,-13.000-4.000 1,-11.000-8.000-16,4.000 7.000 16</inkml:trace>
  <inkml:trace contextRef="#ctx0" brushRef="#br0">17242.000 12346.000 0,'0.000'0.000'0,"10.000"39.000"16,7.000 31.000-1,0.000 29.000-15,-8.000 24.000 32,-5.000 10.000-32,-5.000-4.000 15,-2.000-16.000-15,3.000-26.000 16,4.000-28.000-16,4.000-28.000 15,-2.000-28.000 1,-3.000-10.000-16</inkml:trace>
  <inkml:trace contextRef="#ctx0" brushRef="#br0">17234.000 12772.000 0,'-16.000'34.000'16,"-12.000"19.000"-16,-7.000 4.000 16,-1.000-6.000-1,5.000-17.000-15,12.000-23.000 16,9.000-9.000 0</inkml:trace>
  <inkml:trace contextRef="#ctx0" brushRef="#br0">17377.000 12772.000 0,'19.000'47.000'16,"3.000"16.000"0,-6.000-8.000-16,-8.000-22.000 15,-8.000-33.000-15,6.000 9.000 16</inkml:trace>
  <inkml:trace contextRef="#ctx0" brushRef="#br0">17604.000 12747.000 0,'9.000'50.000'15,"0.000"27.000"1,-5.000 4.000-16,-7.000-6.000 15,-10.000-15.000-15,-2.000-23.000 16,3.000-31.000 0,8.000-28.000-16,5.000-28.000 15,5.000-24.000 1,0.000-18.000-16,-1.000-6.000 16,1.000 3.000-1,2.000 13.000-15,3.000 22.000 16,1.000 21.000-1,-1.000 11.000 1,0.000 5.000-16,3.000 0.000 16,2.000 3.000-16,2.000 3.000 15,-4.000 7.000 1,-2.000-1.000-16,0.000 1.000 16,-1.000 3.000-1,3.000 7.000-15,1.000 1.000 16,2.000 6.000-1,-2.000 4.000-15,4.000 10.000 16,0.000 10.000 0,0.000 13.000-16,-6.000 19.000 15,-5.000 25.000 1,-6.000 18.000-16,-5.000 15.000 16,2.000-1.000-1,1.000-8.000-15,0.000-16.000 16,-1.000-20.000-1,0.000-24.000 1,0.000-20.000-16,-4.000-26.000 16,-3.000-25.000-16,-1.000-23.000 15,-2.000-22.000 1,-3.000-17.000-16,-2.000-11.000 16,-8.000-2.000-1,-2.000 9.000-15,0.000 11.000 16,3.000 17.000-1,6.000 22.000-15,6.000 15.000 16,4.000 8.000 0,7.000 12.000-16,0.000 0.000 15,6.000-4.000-15,8.000 6.000 16,7.000 1.000 0,2.000 6.000-1,-3.000 2.000-15,-4.000 5.000 16,-5.000 3.000-16,-9.000 5.000 15,-9.000 3.000 1,-8.000 1.000 0,-6.000 1.000-16,-5.000-4.000 15,4.000 0.000-15,7.000-3.000 16,8.000-5.000 0,7.000-1.000-16,7.000-3.000 15,6.000-1.000 1,6.000-3.000-16,0.000 1.000 15,-3.000 0.000 1,-5.000 2.000-16,-8.000 8.000 16,-7.000 2.000-1,-8.000 2.000-15,-5.000 5.000 16,-1.000-2.000 0,3.000 0.000-16,8.000-10.000 15,9.000-13.000-15,16.000-20.000 16,16.000-23.000-1,15.000-18.000-15,11.000-19.000 16,6.000-13.000 0,3.000-2.000-1,-6.000-4.000-15,-8.000 6.000 16,-9.000 12.000-16,-8.000 18.000 16,-11.000 19.000-1,-9.000 16.000 1,-9.000 10.000-16,-9.000 14.000 15,11.000 2.000-15,2.000 9.000 16,2.000 6.000 0,-1.000 4.000-16,0.000-1.000 15,1.000-6.000 1,1.000-15.000-16,0.000-10.000 16,-23.000 0.000-1,-3.000 9.000-15,16.000 19.000 16,2.000 22.000-16,-2.000 15.000 15,-2.000 1.000 1,-1.000 7.000 0,-1.000 6.000-16,-2.000 4.000 15,-5.000-5.000 1,-7.000-9.000-16,-3.000-14.000 16,3.000-20.000-1,7.000-32.000-15,12.000-26.000 16,5.000-26.000-16,5.000-16.000 15,2.000-12.000 1,9.000-4.000-16,5.000 5.000 16,3.000 16.000-1,2.000 13.000-15,0.000 12.000 16,-3.000 8.000 0,1.000-1.000-16,3.000 4.000 15,-1.000 0.000 1,0.000 6.000-16,-2.000 3.000 15,-2.000 6.000 1,-2.000 9.000-16,0.000 6.000 16,-2.000 9.000-1,0.000 5.000 1,-4.000 15.000-16,-4.000 14.000 16,-2.000 18.000-16,-4.000 29.000 15,-3.000 26.000 1,-2.000 30.000-16,-2.000 17.000 15,1.000 10.000 1,1.000-5.000-16,-2.000-15.000 16,-1.000-26.000-1,-1.000-30.000-15,-5.000-31.000 16,-6.000-31.000 0,-10.000-35.000-16,-12.000-35.000 15,-9.000-31.000 1,-9.000-28.000-16,-4.000-16.000 15,-7.000-11.000 1,-4.000 1.000-16,0.000 13.000 16,14.000 28.000-1</inkml:trace>
  <inkml:trace contextRef="#ctx0" brushRef="#br0">18596.000 12687.000 0,'6.000'34.000'16,"0.000"10.000"-16,-3.000-8.000 16,-1.000-12.000-1,0.000-21.000-15,4.000-22.000 16,1.000-19.000 0,7.000-16.000-16,7.000 1.000 15,5.000 11.000 1,-4.000 13.000-16,1.000 13.000 15,3.000 12.000 1,1.000 15.000-16,4.000 17.000 16,-3.000 16.000-16,-2.000 12.000 15,-9.000 12.000 1,-8.000 0.000 0,-8.000-7.000-16,-7.000-11.000 15,-3.000-12.000-15,-5.000-10.000 31,-7.000-14.000-31,-4.000-18.000 0,-4.000-17.000 16,1.000-17.000 0,7.000-10.000-1,10.000 2.000-15,13.000 7.000 16,17.000 7.000-16,12.000 12.000 16,10.000 8.000-1,6.000 5.000-15,1.000 4.000 16,-3.000-2.000-1,-11.000 0.000-15</inkml:trace>
  <inkml:trace contextRef="#ctx0" brushRef="#br0">19395.000 12935.000 0,'18.000'0.000'0</inkml:trace>
  <inkml:trace contextRef="#ctx0" brushRef="#br0">19850.000 12516.000 0,'71.000'-4.000'0,"35.000"1.000"16,7.000 2.000-16,-12.000 3.000 15,-16.000 3.000 1,-19.000 0.000-16,-18.000-6.000 16,-19.000-8.000-1,-15.000-3.000-15</inkml:trace>
  <inkml:trace contextRef="#ctx0" brushRef="#br0">20202.000 12159.000 0,'0.000'0.000'0,"4.000"50.000"16,-4.000 34.000-16,-13.000 16.000 16,-20.000 0.000-1,-15.000-10.000-15,-4.000-13.000 16,0.000-21.000-1,9.000-18.000-15</inkml:trace>
  <inkml:trace contextRef="#ctx0" brushRef="#br0">19976.000 12935.000 0,'25.000'58.000'0,"10.000"29.000"15,-11.000 5.000-15,-12.000-13.000 16,-13.000-18.000 0,-8.000-27.000-16,-1.000-28.000 15,1.000-13.000 1</inkml:trace>
  <inkml:trace contextRef="#ctx0" brushRef="#br0">20076.000 12772.000 0,'0.000'0.000'15,"37.000"4.000"1,17.000 0.000-16,2.000 9.000 16,-7.000 12.000-1,-5.000 19.000-15,-12.000 16.000 16,-15.000 8.000-1,-9.000-5.000-15,-12.000-12.000 16,-8.000-14.000 0,-11.000-22.000-16,4.000-13.000 15</inkml:trace>
  <inkml:trace contextRef="#ctx0" brushRef="#br0">20161.000 12884.000 0,'20.000'49.000'0,"4.000"19.000"15,-9.000 3.000 1,-14.000-11.000-16,-13.000-19.000 16,0.000-16.000-1</inkml:trace>
  <inkml:trace contextRef="#ctx0" brushRef="#br0">19832.000 13243.000 0,'61.000'8.000'0,"32.000"5.000"16,7.000-4.000-16,-5.000-3.000 15,-10.000-3.000 1,-9.000-12.000-16,-11.000-3.000 16,-19.000-2.000-1</inkml:trace>
  <inkml:trace contextRef="#ctx0" brushRef="#br0">20875.000 12057.000 0,'0.000'0.000'16,"0.000"0.000"-1,0.000 30.000-15,0.000 12.000 16,4.000 3.000 0,4.000-4.000-16,11.000-4.000 15,8.000-6.000 1,10.000-3.000-16,3.000-7.000 16,1.000-3.000-1,-6.000-3.000-15,-11.000 6.000 16,-10.000 7.000-16,-18.000 9.000 15,-18.000 6.000 1,-23.000 0.000-16,-22.000-7.000 16,-8.000-12.000-1,14.000-12.000-15</inkml:trace>
  <inkml:trace contextRef="#ctx0" brushRef="#br0">20706.000 12440.000 0,'48.000'10.000'0,"25.000"7.000"15,8.000 9.000-15,-12.000 6.000 16,-12.000 2.000 0,-18.000 0.000-1,-11.000-5.000 1,-12.000-8.000-16</inkml:trace>
  <inkml:trace contextRef="#ctx0" brushRef="#br0">20497.000 12764.000 0,'69.000'8.000'15,"46.000"4.000"1,16.000 1.000-16,0.000-4.000 16,-10.000 0.000-1,-16.000-2.000-15,-23.000 0.000 16,-25.000-2.000-16,-22.000-6.000 16,-24.000-11.000-1,-21.000-11.000-15,-6.000 4.000 16</inkml:trace>
  <inkml:trace contextRef="#ctx0" brushRef="#br0">20925.000 12577.000 0,'26.000'73.000'15,"12.000"39.000"1,-9.000 14.000-16,-8.000-10.000 15,-9.000-16.000 1,-6.000-15.000 0,-5.000-23.000-16,-4.000-24.000 0,0.000-18.000 15</inkml:trace>
  <inkml:trace contextRef="#ctx0" brushRef="#br0">20883.000 13012.000 0,'-23.000'28.000'16,"-9.000"6.000"-16,3.000-15.000 16,7.000-9.000-1</inkml:trace>
  <inkml:trace contextRef="#ctx0" brushRef="#br0">21145.000 13157.000 0,'27.000'25.000'16,"8.000"0.000"-1,-12.000-21.000-15,-4.000-27.000 16,-7.000-7.000-1</inkml:trace>
  <inkml:trace contextRef="#ctx0" brushRef="#br0">21657.000 12440.000 0,'8.000'22.000'16,"-8.000"17.000"-16,-14.000 7.000 16,-15.000 4.000-1,-2.000 3.000-15,4.000 1.000 16,15.000-4.000 0,21.000-3.000-1,17.000-4.000-15,14.000 3.000 16,7.000 5.000-16,-1.000 4.000 15,-12.000-1.000 1,-14.000-1.000-16,-19.000-5.000 16,-19.000-11.000-1,-15.000-20.000 1,-12.000-22.000-16,3.000-26.000 16,7.000-26.000-16,17.000-23.000 15,18.000-20.000 1,17.000-10.000-1,15.000-3.000-15,16.000 8.000 16,7.000 13.000 0,5.000 23.000-16,-3.000 24.000 15,-12.000 19.000 1,-15.000 10.000-16,-8.000 14.000 16,-11.000 19.000-1,-9.000 16.000-15,-9.000 7.000 16,-9.000 3.000-1,1.000-5.000-15,5.000-9.000 16,8.000-5.000 0,17.000-4.000-16,23.000-2.000 15,15.000-2.000 1,9.000-7.000-16,0.000-3.000 16,-6.000 3.000-1,-15.000-1.000-15,-10.000 1.000 16,-13.000 12.000-1,-18.000 15.000 1,-17.000 17.000-16,-18.000 16.000 16,-16.000 18.000-16,-11.000 10.000 15,-3.000-3.000 1,2.000-19.000-16,5.000-22.000 16,11.000-32.000-1,15.000-28.000-15,13.000-25.000 16,11.000-19.000-1,7.000-22.000-15,0.000-7.000 16,2.000-1.000 0,1.000 10.000-16,-1.000 19.000 15,1.000 25.000 1,1.000 23.000-16,3.000 17.000 16,7.000 12.000-1,7.000 13.000 1,11.000 13.000-16,10.000 6.000 15,9.000 5.000-15,12.000 1.000 16,6.000-4.000 0,6.000-12.000-16,5.000-16.000 15,6.000-14.000 1,4.000-16.000-16,-20.000-7.000 16</inkml:trace>
  <inkml:trace contextRef="#ctx0" brushRef="#br0">23053.000 13361.000 0,'22.000'-1.000'16,"-4.000"-21.000"-16,-8.000-4.000 15</inkml:trace>
  <inkml:trace contextRef="#ctx0" brushRef="#br0">18369.000 12278.000 0,'0.000'0.000'0,"0.000"0.000"16,0.000 0.000-16,0.000 0.000 15,0.000 0.000 1,0.000 0.000-16,0.000 0.000 15,0.000 0.000 1,18.000 18.000-16,12.000 4.000 16,8.000 2.000-1,4.000-2.000-15,-2.000-3.000 16,-9.000-5.000 0</inkml:trace>
  <inkml:trace contextRef="#ctx0" brushRef="#br0">5890.000 14684.000 0,'36.000'-8.000'15,"20.000"-9.000"-15,3.000-2.000 16,-1.000-1.000 0,-2.000 2.000-16,-4.000 3.000 15,-2.000 1.000-15,-6.000 6.000 16,-8.000 4.000 0,-8.000 4.000-16,-10.000 5.000 15,-8.000 9.000 1,-17.000 10.000-16,-12.000 13.000 15,-20.000 13.000 1,-13.000 13.000-16,-7.000 7.000 16,1.000 4.000-1,3.000-1.000-15,9.000-7.000 16,6.000-14.000 0,10.000-9.000-16,9.000-13.000 15,7.000-11.000 1,14.000-19.000-16,0.000 0.000 15,0.000-3.000-15,10.000-10.000 16,3.000-7.000 0,-1.000-2.000-16,6.000 1.000 15,0.000 3.000 1,-3.000 2.000-16,3.000 0.000 16,-2.000-4.000-1,7.000-6.000-15,9.000-7.000 16,8.000-2.000-1,8.000-1.000-15,7.000 5.000 16,5.000 5.000 0,-2.000 8.000-16,-2.000 11.000 15,-9.000 16.000 1,-10.000 12.000-16,-12.000 13.000 16,-17.000 7.000-1,-12.000 2.000-15,-13.000-3.000 16,-5.000-7.000-1,-2.000-12.000-15,-1.000-13.000 16,0.000-12.000 0,-1.000-17.000-16,2.000-16.000 15,-1.000-15.000 1,-1.000-7.000-16,5.000-1.000 16,7.000 2.000-1,4.000 10.000-15,3.000 14.000 16,4.000 10.000-1,2.000 10.000-15,1.000 14.000 16,5.000 4.000-16,6.000 13.000 16,3.000 17.000-1,4.000 14.000-15,-1.000 9.000 16,0.000 3.000 0,-6.000 2.000-1,-6.000 1.000-15,-3.000-9.000 16,-5.000-11.000-1,-3.000-8.000-15,-4.000-11.000 16,-8.000-8.000-16,-3.000-8.000 16,-5.000-8.000-1,-6.000-6.000-15,1.000-6.000 16,4.000 0.000 0,5.000-5.000-16,9.000 0.000 15,5.000 1.000 1,7.000-4.000-16,12.000 1.000 15,6.000-5.000 1,7.000 4.000-16,8.000 1.000 16,3.000 0.000-1,0.000 6.000-15,-6.000 5.000 16,-7.000 6.000 0,-4.000 8.000-16,-10.000 14.000 15,-12.000 8.000 1,-16.000 16.000-16,-17.000 11.000 15,-16.000 10.000 1,-11.000 7.000-16,-9.000 1.000 16,-4.000-1.000-1,1.000-7.000-15,-1.000-5.000 16,9.000-7.000 0,8.000-10.000-16,8.000-9.000 15,13.000-14.000-15,10.000-17.000 16,17.000-16.000-1,8.000-14.000-15,9.000-12.000 16,9.000-8.000 0,10.000-2.000-16,4.000-4.000 15,-3.000 12.000 1</inkml:trace>
  <inkml:trace contextRef="#ctx0" brushRef="#br0">6176.000 15144.000 0,'84.000'19.000'0,"32.000"9.000"15,-6.000-1.000 1,-18.000 5.000 0,-20.000 0.000-16,-21.000-2.000 15,-16.000-2.000 1,-18.000-4.000-16,-16.000-11.000 15,-13.000-14.000-15,-4.000-6.000 16</inkml:trace>
  <inkml:trace contextRef="#ctx0" brushRef="#br0">6437.000 15358.000 0,'0.000'0.000'0,"0.000"0.000"16,-9.000 6.000 0,-5.000 2.000-16</inkml:trace>
  <inkml:trace contextRef="#ctx0" brushRef="#br0">6470.000 15657.000 0,'0.000'0.000'16,"0.000"0.000"-16,0.000 0.000 16,-1.000 8.000-1,0.000-8.000-15,0.000-3.000 16</inkml:trace>
  <inkml:trace contextRef="#ctx0" brushRef="#br0">7135.000 14881.000 0,'0.000'0.000'16,"0.000"0.000"-1,-12.000 42.000-15,-8.000 25.000 16,-2.000 5.000 0,2.000-9.000-16,8.000-15.000 15,9.000-13.000 1,9.000-13.000-16,8.000-7.000 16,8.000-3.000-1,5.000 1.000-15,0.000 0.000 16,-2.000 5.000-1,-10.000 10.000-15,-15.000 13.000 16,-16.000 11.000 0,-16.000 0.000-16,-14.000-10.000 15,-2.000-24.000 1,10.000-11.000-16</inkml:trace>
  <inkml:trace contextRef="#ctx0" brushRef="#br0">7412.000 14453.000 0,'7.000'110.000'0,"-2.000"70.000"16,-5.000 28.000-1,-1.000 3.000 1,1.000-19.000-16,0.000-34.000 16,3.000-42.000-1,3.000-40.000-15,3.000-42.000 16,-3.000-36.000-16,-4.000-40.000 16,-3.000-39.000-1,-5.000-25.000 1,-5.000-25.000-16,2.000 21.000 15</inkml:trace>
  <inkml:trace contextRef="#ctx0" brushRef="#br0">7454.000 14676.000 0,'63.000'-36.000'15,"27.000"-9.000"-15,-2.000 9.000 16,-17.000 18.000-1,-15.000 20.000-15,-22.000 24.000 16,-26.000 20.000 0,-22.000 15.000-16,-19.000 11.000 15,-13.000 7.000 1,2.000-9.000-16,8.000-8.000 16,14.000-11.000-1,12.000-7.000-15,17.000-4.000 16,12.000-3.000-1,9.000-3.000-15,8.000-2.000 16,-5.000-1.000 0,-5.000-5.000-16,-7.000 0.000 15,-13.000 3.000 1,-18.000 1.000-16,-16.000-1.000 16,-13.000-7.000-1,-13.000-8.000-15,-5.000-19.000 16,2.000-15.000-1,14.000-5.000-15,17.000 3.000 16,17.000 5.000 0,17.000 9.000-16,17.000 10.000 15,15.000 10.000 1,14.000 11.000-16,10.000 8.000 16,1.000 7.000-1,-8.000 3.000-15,-10.000-2.000 16,-12.000-9.000-1,-12.000-9.000-15,-23.000-21.000 16,6.000 5.000-16</inkml:trace>
  <inkml:trace contextRef="#ctx0" brushRef="#br0">8194.000 14829.000 0,'19.000'91.000'15,"0.000"26.000"-15,-7.000-13.000 16,-13.000-26.000-1,-10.000-31.000-15,-7.000-37.000 16,2.000-36.000 0,7.000-31.000-1,6.000-17.000-15,8.000-4.000 16,6.000 7.000-16,5.000 16.000 16,2.000 17.000-1,0.000 15.000-15,3.000 10.000 16,2.000 13.000-1,3.000 9.000-15,0.000 7.000 16,-4.000 15.000 0,-1.000 12.000-16,-3.000 11.000 15,-10.000 6.000 1,-8.000 2.000 0,-9.000-2.000-16,-8.000-10.000 15,-5.000-14.000-15,-4.000-14.000 16,-1.000-13.000-1,4.000-16.000 1,4.000-17.000-16,9.000-17.000 16,15.000-10.000-16,10.000-6.000 15,12.000 3.000 1,7.000 4.000-16,3.000 7.000 16,6.000 8.000-1,2.000 4.000-15,1.000 7.000 16,-5.000 9.000-1,-5.000 8.000-15,-5.000 11.000 16,-10.000 17.000 0,-9.000 22.000-16,-14.000 27.000 15,-11.000 21.000 1,-3.000 5.000-16,-1.000-9.000 16,1.000-21.000-1,4.000-26.000-15,7.000-23.000 16,2.000-24.000-1,7.000-25.000-15,2.000-25.000 16,2.000-23.000 0,0.000-19.000-16,-2.000-6.000 15,2.000-3.000 1,4.000 8.000-16,7.000 8.000 16,3.000 14.000-1,2.000 13.000-15,5.000 19.000 16,1.000 13.000-1,2.000 17.000-15,1.000 23.000 16,4.000 23.000 0,1.000 33.000-16,-3.000 46.000 15,-12.000 45.000 1,-7.000 38.000-16,-5.000 29.000 16,3.000 4.000-1,5.000-18.000-15,3.000-34.000 16,0.000-41.000-1,0.000-41.000 1,-4.000-43.000-16,-5.000-38.000 16,-11.000-37.000-16,-10.000-35.000 15,-9.000-32.000 1,-9.000-24.000-16,-12.000-19.000 16,-3.000-11.000-1,-6.000 1.000-15,0.000 9.000 16,8.000 14.000-1,9.000 17.000-15,12.000 27.000 16,13.000 37.000 0,11.000 33.000-16,4.000 33.000 15,1.000 33.000 1,1.000 25.000-16,-2.000 4.000 16,-4.000-13.000-1,-5.000-21.000-15,-4.000-26.000 16,0.000-27.000-16,0.000-27.000 15,2.000-3.000 1</inkml:trace>
  <inkml:trace contextRef="#ctx0" brushRef="#br0">9153.000 14676.000 0,'19.000'22.000'0,"1.000"22.000"16,-15.000 15.000 0,-18.000 6.000-1,-8.000 2.000-15,-5.000-6.000 16,7.000-10.000 0,10.000-14.000-16,11.000-7.000 15,12.000-2.000-15,10.000-2.000 16,4.000 3.000-1,-1.000 6.000-15,-5.000 4.000 16,-11.000 4.000 0,-14.000-4.000-16,-9.000-14.000 15,-11.000-25.000 1,0.000-26.000-16,4.000-33.000 16,11.000-33.000-1,12.000-30.000-15,17.000-17.000 16,16.000 3.000-1,15.000 15.000-15,10.000 26.000 16,3.000 28.000 0,-11.000 27.000-16,-16.000 17.000 15,-15.000 10.000 1,-10.000 12.000-16,-10.000 12.000 16,-10.000 13.000-16,-3.000 9.000 15,-3.000 5.000 1,5.000 1.000-1,7.000-6.000-15,13.000-2.000 16,16.000-7.000-16,14.000-6.000 16,7.000-3.000-1,4.000 1.000-15,-5.000 3.000 16,-10.000 11.000 0,-14.000 17.000-16,-20.000 19.000 15,-24.000 14.000 1,-21.000 5.000-16,-21.000-9.000 15,-12.000-16.000 1,-2.000-28.000-16,10.000-30.000 16,12.000-28.000-1,19.000-24.000 1,19.000-8.000-16,18.000 8.000 16,14.000 17.000-1,6.000 17.000-15,16.000 26.000 16,12.000 30.000-1,15.000 29.000-15,12.000 24.000 16,0.000 8.000 0,-7.000-13.000-16,-15.000-15.000 15,-11.000-26.000-15,-16.000-20.000 16</inkml:trace>
  <inkml:trace contextRef="#ctx0" brushRef="#br0">10154.000 14479.000 0,'11.000'21.000'15,"7.000"4.000"-15,2.000-9.000 16,1.000-14.000-1,-6.000-6.000-15</inkml:trace>
  <inkml:trace contextRef="#ctx0" brushRef="#br0">10574.000 14522.000 0,'0.000'0.000'15,"-21.000"36.000"1,-27.000 22.000-16,-17.000 12.000 16,-7.000-4.000-1,1.000-9.000-15,17.000-12.000 16,16.000-15.000 0,16.000-13.000-16,20.000-9.000 15,21.000-6.000 1,18.000-2.000-16,15.000-1.000 15,11.000 0.000 1,-3.000 1.000-16,-9.000 2.000 16,-14.000 0.000-1,-12.000 1.000-15,-16.000 6.000 16,-19.000 11.000-16,-25.000 12.000 16,-27.000 11.000-1,-17.000 7.000 1,0.000-1.000-16,14.000-9.000 15,22.000-12.000-15,19.000-13.000 16,24.000-3.000 0,26.000-4.000-16,24.000-4.000 15,16.000-8.000 1,8.000-5.000-16,-1.000 0.000 16,-10.000-4.000-1,-14.000 1.000-15,-15.000-1.000 16,-18.000-6.000-1,-18.000-6.000 1,-18.000-8.000-16,0.000 5.000 16</inkml:trace>
  <inkml:trace contextRef="#ctx0" brushRef="#br0">10280.000 14309.000 0,'0.000'0.000'0,"31.000"27.000"15,14.000 34.000-15,-2.000 40.000 16,-10.000 40.000 0,-16.000 30.000-16,-17.000 12.000 15,-11.000-6.000 1,-1.000-14.000-16,-4.000-30.000 15,-1.000-31.000 1,0.000-38.000 0,-4.000-37.000-16,2.000-41.000 15,1.000-38.000-15,12.000-32.000 16,14.000-26.000 0,5.000 15.000-16</inkml:trace>
  <inkml:trace contextRef="#ctx0" brushRef="#br0">10827.000 14787.000 0,'21.000'40.000'0,"6.000"10.000"16,-7.000 0.000-16,-14.000-11.000 15,-12.000-15.000-15,-7.000-23.000 16,3.000-33.000-1,5.000-6.000 1</inkml:trace>
  <inkml:trace contextRef="#ctx0" brushRef="#br0">10969.000 14180.000 0,'18.000'36.000'0,"7.000"39.000"16,-4.000 35.000-1,-5.000 29.000-15,-5.000 14.000 16,2.000 4.000 0,-2.000-3.000-1,-1.000-11.000-15,-1.000-12.000 16,-1.000-19.000-1,-1.000-19.000-15,-2.000-21.000 16,-2.000-18.000 0,-6.000-16.000-1,-9.000-13.000-15,-12.000-15.000 0,-12.000-16.000 16,-12.000-23.000 0,-8.000-25.000-1,-1.000-26.000-15,3.000-11.000 16,13.000-2.000-16,15.000 21.000 15</inkml:trace>
  <inkml:trace contextRef="#ctx0" brushRef="#br0">11197.000 14650.000 0,'17.000'75.000'0,"-4.000"39.000"16,-16.000 11.000-1,-7.000-12.000-15,1.000-21.000 16,5.000-22.000 0,11.000-18.000-16,16.000-17.000 15,14.000-12.000 1,15.000-12.000-16,11.000-8.000 15,9.000-7.000 1,2.000-5.000 0,-2.000-1.000-16,-7.000-3.000 15,-12.000-1.000-15,-13.000-2.000 16,-16.000-3.000-16,-19.000-4.000 16,-8.000 2.000-1</inkml:trace>
  <inkml:trace contextRef="#ctx0" brushRef="#br0">11356.000 14684.000 0,'11.000'20.000'0,"6.000"3.000"16,-6.000-4.000-16,-3.000-17.000 15,-3.000-6.000 1</inkml:trace>
  <inkml:trace contextRef="#ctx0" brushRef="#br0">11616.000 14633.000 0,'-6.000'25.000'15,"-13.000"11.000"1,-16.000 4.000 0,-7.000-3.000-16,-3.000-6.000 15,7.000-9.000-15,12.000-7.000 16,13.000-7.000 0,15.000-3.000-16,16.000-5.000 15,16.000-1.000 1,9.000-3.000-16,10.000-6.000 15,-2.000-11.000 1,-5.000-5.000-16,-12.000-8.000 16,-13.000-6.000-1,-17.000-1.000-15,-11.000-1.000 16,-15.000 3.000 0,-2.000 10.000-16,2.000 11.000 15,8.000 8.000 1,7.000 4.000-16,7.000 6.000 15,-4.000 8.000-15,4.000 22.000 16,3.000 21.000 0,3.000 20.000-16,0.000 11.000 15,-3.000 3.000 1,-1.000-2.000 0,-3.000-8.000-16,-3.000-10.000 15,-3.000-16.000 1,-2.000-14.000-16,-1.000-11.000 15,1.000-13.000-15,-4.000-11.000 16,-2.000-4.000 0,6.000-9.000-16,3.000-9.000 15,9.000-9.000 1,8.000-11.000-16,14.000-5.000 16,9.000-3.000-1,10.000-3.000-15,-5.000 12.000 16</inkml:trace>
  <inkml:trace contextRef="#ctx0" brushRef="#br0">12045.000 14582.000 0,'0.000'0.000'15,"-13.000"19.000"-15,-19.000 13.000 16,-19.000 4.000-1,-6.000-1.000-15,1.000-10.000 16,9.000-9.000-16,17.000-7.000 16,12.000-6.000-1,17.000-3.000-15,15.000 3.000 16,6.000 6.000 0,8.000 12.000-16,7.000 14.000 15,1.000 21.000 1,-9.000 13.000-16,-8.000 4.000 15,-3.000-4.000 1,-9.000-14.000-16,-6.000-11.000 16,-4.000-19.000-1,-4.000-22.000-15,-3.000-23.000 16,3.000-6.000 0</inkml:trace>
  <inkml:trace contextRef="#ctx0" brushRef="#br0">11953.000 14820.000 0,'44.000'-5.000'16,"21.000"-6.000"0,4.000-2.000-16,-4.000 1.000 15,-8.000 2.000-15,-6.000 2.000 16,-12.000 1.000-1,-9.000 0.000-15,-12.000-1.000 16,-11.000-2.000 0,-7.000 0.000-16</inkml:trace>
  <inkml:trace contextRef="#ctx0" brushRef="#br0">12181.000 14804.000 0,'17.000'165.000'16,"-1.000"70.000"-16,-5.000 1.000 15,-4.000-56.000 1</inkml:trace>
  <inkml:trace contextRef="#ctx0" brushRef="#br0">12710.000 14701.000 0,'0.000'0.000'16,"0.000"0.000"-16,27.000 6.000 16,19.000 6.000-1,11.000-3.000-15,5.000-4.000 16,-1.000-2.000 0,-1.000-7.000-16,-4.000-1.000 15,-9.000-4.000 1,-12.000-3.000-16,-14.000-4.000 15,-17.000-6.000 1,-13.000-7.000-16,-3.000 3.000 16</inkml:trace>
  <inkml:trace contextRef="#ctx0" brushRef="#br0">12921.000 14402.000 0,'8.000'38.000'0,"2.000"35.000"16,2.000 30.000 0,-4.000 29.000-1,-4.000 17.000-15,-1.000 2.000 16,3.000-9.000 0,2.000-21.000-16,6.000-25.000 15,0.000-24.000 1,1.000-29.000-16,-5.000-29.000 15,-4.000-12.000 1</inkml:trace>
  <inkml:trace contextRef="#ctx0" brushRef="#br0">12929.000 14837.000 0,'-34.000'56.000'0,"-18.000"19.000"15,-3.000-5.000 1,9.000-20.000-16,14.000-24.000 16,16.000-31.000-1,18.000-20.000-15,16.000-11.000 16,14.000-5.000-1,10.000 7.000-15,7.000 12.000 16,1.000 19.000 0,1.000 19.000-16,0.000 18.000 15,-5.000 16.000 1,-6.000 3.000-16,-10.000-7.000 16,-12.000-11.000-1,-4.000-16.000-15,-7.000-20.000 16,-6.000-21.000-1,-2.000-2.000-15</inkml:trace>
  <inkml:trace contextRef="#ctx0" brushRef="#br0">13173.000 14470.000 0,'0.000'0.000'0,"26.000"0.000"15,9.000-1.000 1,-1.000 1.000-16,-3.000 3.000 16,-8.000 3.000-1,-6.000 3.000-15,-3.000 9.000 16,-12.000 4.000 0,-10.000 6.000-16,-6.000 1.000 15,-8.000 0.000 1,-2.000-1.000-16,3.000-6.000 15,5.000-9.000 1,6.000-3.000-16,4.000-5.000 16,6.000-5.000-16,6.000 4.000 15,10.000 2.000 1,9.000-2.000-16,0.000-1.000 16,-3.000-1.000-1,-3.000 2.000-15,1.000 7.000 16,-2.000 12.000-1,-4.000 27.000-15,-9.000 24.000 16,-5.000 17.000 0,0.000 9.000-1,-3.000-2.000-15,0.000-12.000 16,-1.000-20.000-16,1.000-20.000 16,0.000-23.000-1,0.000-26.000-15,0.000-22.000 16,0.000-22.000-1,2.000 2.000-15</inkml:trace>
  <inkml:trace contextRef="#ctx0" brushRef="#br0">13281.000 14983.000 0,'-11.000'33.000'15,"-9.000"12.000"-15,2.000-11.000 16,5.000-20.000-16,10.000-22.000 16,17.000-22.000-1,11.000-10.000-15,13.000-5.000 16,5.000 6.000 0,7.000 19.000-16,0.000 22.000 15,-3.000 17.000 1,-9.000 16.000-16,-5.000 8.000 15,-6.000 2.000 1,-8.000-3.000 0,-11.000-8.000-16,-6.000-8.000 15,-2.000-26.000-15,-3.000-5.000 16,1.000-26.000 0,1.000-1.000-16</inkml:trace>
  <inkml:trace contextRef="#ctx0" brushRef="#br0">13685.000 14565.000 0,'19.000'14.000'0,"4.000"5.000"15,-6.000 8.000 1,-6.000-1.000-16,-6.000-6.000 15</inkml:trace>
  <inkml:trace contextRef="#ctx0" brushRef="#br0">13753.000 15026.000 0,'18.000'4.000'0,"12.000"-4.000"15,3.000-16.000 1,2.000-19.000-16,-1.000-17.000 16,0.000-12.000-1,-5.000-4.000 1,0.000 6.000-16,-4.000 5.000 16,-4.000 4.000-16,-4.000 3.000 15,-1.000-3.000 1,-4.000 11.000-16</inkml:trace>
  <inkml:trace contextRef="#ctx0" brushRef="#br0">14190.000 14223.000 0,'0.000'0.000'15,"-26.000"14.000"-15,-25.000 12.000 16,-11.000 3.000-16,1.000 0.000 15,4.000-6.000 1,15.000-6.000 0,16.000-5.000-16,10.000-7.000 15,16.000-5.000-15,2.000 4.000 16,12.000 0.000-16,8.000 7.000 16,6.000 17.000-1,1.000 23.000 1,0.000 30.000-16,-3.000 38.000 15,-9.000 32.000 1,-6.000 26.000-16,-3.000 8.000 16,-6.000-1.000-1,-3.000-14.000-15,-2.000-31.000 16,-3.000-37.000 0,2.000-39.000-16,0.000-29.000 15</inkml:trace>
  <inkml:trace contextRef="#ctx0" brushRef="#br0">14316.000 14010.000 0,'2.000'27.000'16,"-3.000"15.000"0,-9.000 6.000-16,-12.000 2.000 15,-7.000 2.000 1,1.000-1.000-16,4.000-8.000 15,9.000-11.000 1,6.000-9.000-16,9.000-4.000 16,9.000 0.000-1,5.000 2.000-15,6.000 0.000 16,-2.000 2.000 0,0.000 0.000-16,-6.000 2.000 15,-3.000 6.000 1,-9.000 2.000-16,-8.000-1.000 15,-4.000 1.000 1,-6.000-5.000-16,2.000-8.000 16,1.000-4.000-1,6.000-7.000-15,9.000-9.000 16,2.000 8.000-16,13.000 0.000 16,6.000 1.000-1,6.000 0.000-15,-2.000 3.000 16,-4.000 1.000-1,-6.000 5.000-15,-6.000 7.000 16,-15.000 7.000 0,-13.000 8.000-16,-13.000 3.000 15,-9.000 5.000 1,2.000 0.000-16,6.000-8.000 16,10.000-6.000-1,12.000-8.000-15,13.000-4.000 16,13.000 1.000-1,12.000 1.000-15,6.000 0.000 16,3.000-3.000 0,3.000-8.000-16,-2.000-6.000 15,-1.000-9.000 1,-5.000-11.000-16,-5.000-10.000 16,-7.000-11.000-1,-9.000-11.000-15,-8.000-3.000 16,-11.000 3.000-1,-8.000 7.000-15,-3.000 12.000 16,1.000 12.000 0,2.000 12.000-16,4.000 18.000 15,0.000 12.000 1,4.000 22.000-16,4.000 15.000 16,8.000 7.000-1,3.000-3.000-15,7.000-6.000 16,-1.000-14.000-1,4.000-13.000-15,2.000-15.000 16,7.000-17.000 0,2.000-21.000-16,1.000-27.000 15,1.000-24.000 1,0.000-19.000 0,-1.000-7.000-16,-3.000-2.000 15,-6.000 22.000-15</inkml:trace>
  <inkml:trace contextRef="#ctx0" brushRef="#br0">14804.000 14701.000 0,'18.000'25.000'0,"5.000"8.000"16,-7.000-6.000-16,-7.000-8.000 15</inkml:trace>
  <inkml:trace contextRef="#ctx0" brushRef="#br0">14930.000 15111.000 0,'8.000'15.000'0,"-9.000"-2.000"15,-5.000-5.000 1</inkml:trace>
  <inkml:trace contextRef="#ctx0" brushRef="#br0">16241.000 14616.000 0,'0.000'0.000'0,"0.000"0.000"16,-24.000 27.000-1,-19.000 19.000 1,-8.000 15.000-16,-9.000 10.000 16,-5.000 8.000-1,2.000 2.000-15,2.000-4.000 16,7.000-8.000 0,7.000-8.000-16,9.000-13.000 15,10.000-10.000 1,7.000-12.000-16,9.000-10.000 15,6.000-3.000 1,9.000-8.000-16,9.000-2.000 16,8.000-3.000-16,5.000-4.000 15,7.000 0.000 1,6.000 0.000-16,5.000-1.000 16,5.000 3.000-1,4.000 0.000 1,4.000 2.000-16,3.000 0.000 15,-2.000 0.000-15,-1.000 0.000 16,-2.000 0.000 0,-7.000 0.000-16,-4.000-3.000 15,-5.000 3.000 1,-4.000-4.000-16,-6.000 0.000 16,-6.000-3.000-1,-3.000 0.000-15,-5.000-2.000 16,-6.000-5.000-1,-5.000-6.000 1,-4.000-3.000-16,-5.000-7.000 16,-1.000-4.000-16,-4.000-5.000 15,-2.000-4.000 1,-4.000-6.000-16,0.000-3.000 16,-3.000 1.000-1,-3.000 0.000-15,3.000 7.000 16,2.000 1.000-1,3.000 8.000-15,2.000 2.000 16,7.000 1.000 0,3.000-2.000-16,5.000 2.000 15,1.000 6.000 1</inkml:trace>
  <inkml:trace contextRef="#ctx0" brushRef="#br0">16805.000 14684.000 0,'49.000'-3.000'16,"19.000"-2.000"-16,2.000-1.000 15,-7.000 2.000 1,-4.000 4.000-16,-9.000 2.000 15,-6.000 1.000 1,-9.000 2.000-16,-9.000 1.000 16,-13.000-1.000-1,-7.000-2.000-15</inkml:trace>
  <inkml:trace contextRef="#ctx0" brushRef="#br0">16713.000 15043.000 0,'31.000'-4.000'16,"19.000"-1.000"-16,12.000 0.000 16,7.000 1.000-1,0.000 2.000-15,3.000-1.000 16,-6.000-3.000 0,-6.000 0.000-16,-16.000 2.000 15</inkml:trace>
  <inkml:trace contextRef="#ctx0" brushRef="#br0">17865.000 14479.000 0,'0.000'0.000'0,"-12.000"23.000"15,-15.000 21.000-15,-11.000 22.000 16,-4.000 16.000 0,-2.000 13.000-1,6.000 9.000-15,9.000-2.000 16,12.000-5.000-1,13.000-12.000-15,14.000-13.000 16,14.000-16.000 0,11.000-11.000-16,4.000-13.000 15,7.000-12.000-15,-2.000-11.000 16,3.000-13.000 0,2.000-17.000-1,2.000-14.000-15,-4.000-15.000 16,-5.000-14.000-1,-5.000-5.000-15,-9.000-7.000 16,-9.000-4.000 0,-8.000-3.000-16,-9.000-5.000 15,-8.000 1.000 1,-6.000 8.000-16,-5.000 5.000 16,-1.000 9.000-1,-2.000 6.000 1,-5.000 11.000-16,-3.000 10.000 15,-1.000 17.000-15,-7.000 16.000 16,-11.000 20.000 0,-7.000 20.000-16,-7.000 16.000 15,-3.000 3.000 1,13.000-12.000-16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3:35:25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971.000 673.000 0,'0.000'0.000'0,"-11.000"26.000"16,-11.000 21.000-1,-5.000 9.000-15,2.000 11.000 16,3.000 5.000 0,0.000 6.000-1,9.000-1.000-15,9.000-2.000 16,10.000-7.000-1,5.000-9.000-15,5.000-12.000 16,6.000-10.000-16,1.000-10.000 16,1.000-11.000-16,-2.000-25.000 15,-5.000-7.000 1</inkml:trace>
  <inkml:trace contextRef="#ctx0" brushRef="#br0">1249.000 784.000 0,'0.000'0.000'16,"-14.000"38.000"-16,-13.000 23.000 15,-1.000 7.000 1,7.000 2.000-16,7.000-8.000 15,14.000-10.000 1,7.000-7.000-16,13.000-11.000 16,2.000-4.000-1,2.000-4.000-15,-3.000-7.000 16,-5.000-1.000 0,-8.000-2.000-16,-6.000 0.000 15,-14.000 2.000 1,-17.000-4.000-16,-17.000-7.000 15,5.000-4.000 1,-7.000-34.000-16,8.000-9.000 16</inkml:trace>
  <inkml:trace contextRef="#ctx0" brushRef="#br0">1233.000 1074.000 0,'22.000'-4.000'0,"10.000"-7.000"16,1.000-6.000 0,-9.000 2.000-16</inkml:trace>
  <inkml:trace contextRef="#ctx0" brushRef="#br0">1475.000 784.000 0,'0.000'0.000'0,"32.000"30.000"16,19.000 21.000 0,-4.000 14.000-16,-12.000 8.000 15,-17.000 9.000 1,-22.000 7.000-16,-23.000 5.000 15,-19.000-5.000 1,-9.000-11.000-16,-5.000-23.000 16,12.000-19.000-1</inkml:trace>
  <inkml:trace contextRef="#ctx0" brushRef="#br0">1872.000 1449.000 0,'0.000'0.000'16,"0.000"0.000"-16,0.000 0.000 15</inkml:trace>
  <inkml:trace contextRef="#ctx0" brushRef="#br0">2410.000 697.000 0,'42.000'-10.000'16,"32.000"-7.000"-1,18.000 0.000-15,6.000 3.000 16,-5.000 1.000-1,-12.000 1.000-15,-15.000 4.000 16,-16.000 6.000 0,-26.000 2.000-16,-11.000 0.000 15,-20.000-4.000 1</inkml:trace>
  <inkml:trace contextRef="#ctx0" brushRef="#br0">2585.000 870.000 0,'0.000'0.000'0,"9.000"27.000"15,2.000 15.000-15,-2.000 1.000 16,-6.000-2.000 0,-5.000-7.000-16,-6.000-6.000 15,-6.000-18.000 1,0.000-15.000-16,4.000-4.000 15</inkml:trace>
  <inkml:trace contextRef="#ctx0" brushRef="#br0">2670.000 842.000 0,'46.000'-13.000'15,"16.000"-4.000"1,0.000 6.000-16,-10.000 15.000 15,-12.000 11.000-15,-14.000 10.000 16,-15.000 11.000 0,-14.000 3.000-16,-14.000-1.000 15,-11.000-7.000 1,-14.000-5.000-16,-4.000-11.000 16,3.000-9.000-1,7.000-10.000-15,15.000-8.000 16,12.000-7.000-1,12.000 0.000-15,12.000-1.000 16,9.000 4.000 0,7.000 4.000-16,-1.000 5.000 15,-1.000 6.000-15,-9.000 5.000 16,-8.000 4.000 0,-12.000 11.000-16,-18.000 10.000 15,-18.000 5.000 1,-10.000 1.000-16,-6.000-4.000 15,9.000-5.000 1,16.000-8.000-16,11.000-8.000 16,18.000-5.000-1,19.000-10.000-15,17.000-8.000 16,11.000-10.000 0,2.000-3.000-16,-2.000-6.000 15,-10.000 1.000 1,-11.000-6.000-16,-15.000-6.000 15,-13.000-8.000 1,-8.000 7.000-16</inkml:trace>
  <inkml:trace contextRef="#ctx0" brushRef="#br0">2729.000 588.000 0,'0.000'0.000'15,"11.000"27.000"-15,0.000 27.000 16,-4.000 14.000 0,-13.000 10.000-16,-12.000 10.000 15,-11.000 0.000 1,-8.000-6.000-16,-3.000-14.000 16,-3.000-10.000-1,6.000-11.000-15,7.000-7.000 16,11.000-12.000-1,13.000-12.000-15,15.000-11.000 16,19.000-10.000 0,18.000-9.000-16,15.000-5.000 15,13.000-1.000 1,5.000-5.000-16,-5.000 1.000 16,-6.000-2.000-1,-12.000 1.000-15,-13.000 0.000 16,-14.000 0.000-1,-16.000 2.000-15,-14.000 10.000 16,-9.000 7.000 0,-3.000 9.000-16,5.000 4.000 15,-1.000 10.000 1,6.000 5.000-16,7.000 2.000 16,8.000 3.000-1,3.000-3.000-15,-1.000-1.000 16,-1.000-3.000-16,-4.000-5.000 15,-9.000-15.000 1,-2.000 2.000-16,-3.000-6.000 16,0.000 2.000-1</inkml:trace>
  <inkml:trace contextRef="#ctx0" brushRef="#br0">2711.000 1313.000 0,'-24.000'33.000'16,"-17.000"18.000"-16,-5.000 9.000 16,-1.000-3.000-1,7.000-11.000-15,12.000-10.000 16,12.000-7.000-16,16.000-9.000 16,16.000-3.000-1,12.000-1.000-15,14.000-3.000 16,14.000-2.000-1,1.000-3.000-15,-5.000-3.000 16,-6.000-3.000 0,-9.000-2.000-1,-13.000-3.000-15,-7.000-10.000 16,-13.000-5.000-16,-8.000-5.000 16,-10.000-3.000-1,-4.000 1.000-15,2.000 5.000 16,5.000 9.000-1,5.000 4.000-15,8.000-1.000 16,14.000-3.000-16,18.000 1.000 16,17.000 3.000-1,7.000-2.000-15,1.000-2.000 16,-2.000 3.000 0,-5.000 3.000-16,-15.000 4.000 15,-12.000 3.000 1,-11.000 0.000-16,-9.000 5.000 15,-12.000 1.000-15,-5.000-8.000 16,1.000-2.000 0,-1.000-9.000-1</inkml:trace>
  <inkml:trace contextRef="#ctx0" brushRef="#br0">3503.000 1449.000 0,'0.000'0.000'16,"0.000"0.000"-1,0.000 0.000-15</inkml:trace>
  <inkml:trace contextRef="#ctx0" brushRef="#br0">3695.000 1116.000 0,'94.000'-4.000'0,"41.000"-4.000"16,4.000-1.000 0,-10.000-1.000-16,-17.000 2.000 15,-17.000-4.000 1,-19.000 4.000-16,-16.000-3.000 15,-17.000 0.000 1,-19.000-6.000-16,-15.000-14.000 16,-8.000 2.000-16</inkml:trace>
  <inkml:trace contextRef="#ctx0" brushRef="#br0">4513.000 724.000 0,'76.000'-16.000'15,"37.000"-5.000"1,1.000 4.000 0,-5.000 0.000-16,-11.000 3.000 15,-10.000-1.000-15,-9.000 3.000 16,-13.000 1.000-1,-17.000 1.000-15,-15.000 0.000 16,-19.000-4.000 0,-8.000 0.000-16,-5.000 5.000 15</inkml:trace>
  <inkml:trace contextRef="#ctx0" brushRef="#br0">4939.000 510.000 0,'-8.000'19.000'16,"-2.000"11.000"-16,2.000 13.000 16,2.000 3.000-1,4.000 1.000-15,-3.000-12.000 16,2.000-18.000 0,3.000-17.000-16,-2.000 10.000 15</inkml:trace>
  <inkml:trace contextRef="#ctx0" brushRef="#br0">5100.000 467.000 0,'0.000'0.000'16,"6.000"34.000"-1,-3.000 24.000-15,-5.000 15.000 16,-11.000 4.000-1,-10.000 2.000-15,-5.000-15.000 32,5.000-18.000-32,9.000-16.000 0</inkml:trace>
  <inkml:trace contextRef="#ctx0" brushRef="#br0">4705.000 1108.000 0,'0.000'0.000'0,"0.000"0.000"16,31.000-1.000-1,16.000 1.000-15,2.000 3.000 16,-9.000 0.000-16,-7.000 1.000 16,-11.000 2.000-1,-7.000 1.000-15,-12.000 1.000 16,-12.000 5.000-1,-10.000 5.000 1,-10.000 2.000-16,-5.000 6.000 16,3.000 1.000-16,5.000 1.000 15,9.000-8.000-15,12.000-2.000 16,12.000-5.000 0,13.000-4.000-16,8.000-4.000 15,-1.000-3.000 1,-6.000 3.000-16,-4.000 1.000 15,-9.000 6.000 1,-8.000 8.000-16,-8.000 1.000 16,-10.000 3.000-1,0.000-5.000-15,5.000-6.000 16,3.000-6.000 0,10.000-7.000-16,2.000-11.000 15,13.000-15.000 1,12.000-13.000-16,8.000-9.000 15,2.000-5.000 1,-3.000 0.000-16,-3.000 6.000 16,-10.000 12.000-1,-8.000 13.000-15,-5.000 12.000 16,-5.000 16.000 0,-5.000 13.000-16,-1.000 16.000 15,-1.000 15.000 1,-2.000 10.000-16,2.000 5.000 15,0.000-5.000 1,2.000-10.000-16,1.000-15.000 16,1.000-12.000-1,0.000-23.000-15,5.000-13.000 16,3.000-35.000 0,0.000-33.000-16,-1.000 7.000 15</inkml:trace>
  <inkml:trace contextRef="#ctx0" brushRef="#br0">5158.000 1005.000 0,'16.000'69.000'0,"1.000"33.000"15,-9.000 9.000-15,-5.000 4.000 16,-7.000-9.000-1,0.000-11.000 1,3.000-17.000-16,1.000-18.000 16,4.000-26.000-16,4.000-29.000 15,2.000-32.000 1,-1.000-5.000-16</inkml:trace>
  <inkml:trace contextRef="#ctx0" brushRef="#br0">5293.000 1151.000 0,'22.000'-13.000'16,"11.000"-1.000"-16,6.000 5.000 16,-2.000 11.000-1,-8.000 8.000-15,-11.000 4.000 16,-15.000 4.000-16,-10.000 1.000 15,-13.000 4.000 1,-9.000 0.000-16,0.000-3.000 16,-1.000 0.000-1,7.000-1.000-15,7.000-1.000 16,7.000 1.000 0,14.000 0.000-16,9.000-3.000 15,10.000-2.000 1,5.000-3.000-16,-1.000-3.000 15,-6.000-1.000 1,-5.000 0.000-16,-11.000 3.000 16,-15.000 1.000-16,-18.000 4.000 15,-12.000-2.000 1,-13.000-7.000-16,3.000-19.000 16,12.000-6.000-1</inkml:trace>
  <inkml:trace contextRef="#ctx0" brushRef="#br0">5915.000 553.000 0,'11.000'-14.000'16,"16.000"-10.000"-16,12.000 3.000 15,8.000 3.000 1,6.000 7.000-16,0.000 4.000 16,-4.000 1.000-1,-6.000 5.000-15,-10.000 1.000 16,-12.000 5.000-1,-6.000 12.000-15,-15.000 9.000 16,-15.000 17.000 0,-13.000 21.000-16,-16.000 19.000 15,-8.000 17.000 1,-7.000 14.000-16,-3.000 13.000 16,3.000 0.000-1,7.000-7.000-15,3.000-16.000 16,10.000-17.000-1,11.000-24.000-15,10.000-23.000 16,7.000-35.000 0,4.000-14.000-16</inkml:trace>
  <inkml:trace contextRef="#ctx0" brushRef="#br0">6445.000 741.000 0,'0.000'0.000'16,"0.000"0.000"-16,-29.000 27.000 16,-22.000 17.000-1,-14.000 2.000-15,8.000-12.000 16,13.000-9.000-1</inkml:trace>
  <inkml:trace contextRef="#ctx0" brushRef="#br0">6226.000 1057.000 0,'9.000'21.000'0,"6.000"9.000"15,-3.000-2.000 1,-1.000-6.000-16,-5.000-8.000 15,-6.000-14.000 1,2.000-2.000-16,3.000-15.000 16,6.000-12.000-1,9.000-7.000-15,4.000-2.000 16,8.000 3.000 0,1.000 6.000-16,3.000 8.000 15,-1.000 7.000 1,-3.000 7.000-16,-7.000 8.000 15,-7.000 9.000-15,-12.000 9.000 16,-13.000 10.000 0,-16.000 8.000-16,-10.000 3.000 15,-3.000-1.000 1,5.000-4.000-16,8.000-5.000 16,13.000-5.000-1,11.000-2.000-15,11.000-6.000 16,13.000 1.000-1,7.000-2.000-15,5.000-1.000 16,-2.000 2.000 0,-3.000 2.000-16,-8.000 3.000 15,-9.000 7.000-15,-13.000 2.000 16,-12.000 0.000 0,-8.000-2.000-16,-9.000-7.000 15,-7.000 0.000 1,-6.000-11.000-16,1.000-8.000 15,4.000-7.000 1,8.000-18.000-16,13.000-12.000 16,21.000-13.000-1,15.000-11.000-15,21.000-7.000 16,12.000-4.000 0,6.000-7.000-16,-1.000 2.000 15,-14.000 19.000 1</inkml:trace>
  <inkml:trace contextRef="#ctx0" brushRef="#br0">6874.000 766.000 0,'33.000'0.000'15,"17.000"7.000"1,-3.000 5.000-16,-10.000 4.000 15,-15.000 2.000-15,-15.000 1.000 16,-21.000 3.000-16,-18.000 8.000 16,-19.000 2.000-1,-9.000-1.000-15,4.000 1.000 16,11.000 0.000 0,13.000-5.000-1,16.000-3.000-15,17.000-7.000 16,20.000-6.000-16,19.000-7.000 15,7.000-8.000 1,3.000-7.000-16,-4.000-7.000 16,-5.000-2.000-1,-13.000 1.000-15,-10.000 0.000 16,-13.000 2.000 0,-13.000 5.000-16,-10.000 4.000 15,-3.000 10.000 1,-4.000 14.000-16,-2.000 12.000 15,3.000 8.000 1,7.000 7.000-16,6.000 0.000 16,10.000 0.000-1,4.000-10.000-15,7.000-8.000 16,1.000-9.000-16,3.000-10.000 16,2.000-14.000-1,5.000-16.000-15,-1.000-18.000 16,-2.000-14.000-1,-2.000-15.000-15,0.000 7.000 16,0.000 19.000 0,-2.000 16.000-16,-3.000 12.000 15,3.000 13.000 1,1.000 13.000-16,5.000 13.000 16,-1.000 10.000-1,-4.000 5.000-15,-3.000 1.000 16,0.000-3.000-1,-3.000-8.000-15,-3.000-7.000 16,-6.000-20.000-16,6.000-8.000 16,-5.000-27.000-1,-1.000-3.000 1</inkml:trace>
  <inkml:trace contextRef="#ctx0" brushRef="#br0">7177.000 733.000 0,'59.000'-37.000'0,"31.000"-8.000"16,8.000 11.000-1,-4.000 18.000-15,-8.000 13.000 16,-16.000 15.000 0,-17.000 10.000-16,-20.000 8.000 31,-18.000 10.000-31,-18.000 10.000 0,-18.000 10.000 15,-18.000 2.000 1,-7.000-2.000-16,-8.000-8.000 16,-4.000-15.000-1,0.000-21.000-15,2.000-16.000 16,3.000-17.000 0,13.000-3.000-16</inkml:trace>
  <inkml:trace contextRef="#ctx0" brushRef="#br0">7370.000 903.000 0,'33.000'-11.000'16,"13.000"3.000"-1,-8.000 11.000-15,-17.000 11.000 16,-22.000 11.000-16,-24.000 9.000 16,-23.000 7.000-1,-8.000-3.000 1,3.000-7.000-16,11.000-6.000 15,18.000-5.000 1,13.000-8.000-16,21.000-4.000 16,19.000-8.000-16,17.000-5.000 15,9.000-10.000 1,2.000-6.000-16,-6.000 0.000 16,-11.000-5.000-1,-12.000 2.000 1,-18.000-2.000-16,-17.000 1.000 15,-17.000-1.000-15,-14.000-3.000 16,-5.000 3.000 0,3.000 4.000-16,8.000 2.000 15,10.000 8.000 1,9.000 4.000-16,5.000 7.000 16,7.000 8.000-16,5.000 6.000 15,5.000 12.000 1,2.000 12.000-16,2.000 13.000 15,-4.000 13.000 1,-3.000 8.000-16,-6.000 2.000 16,-6.000 4.000-1,-6.000-5.000-15,-5.000-8.000 16,0.000-11.000 0,-2.000-15.000-16,0.000-24.000 15,-1.000-19.000 1,4.000-6.000-16</inkml:trace>
  <inkml:trace contextRef="#ctx0" brushRef="#br0">7227.000 1304.000 0,'34.000'-6.000'16,"16.000"-3.000"-16,6.000 6.000 15,-5.000 8.000-15,-10.000 11.000 16,-10.000 8.000-1,-16.000 8.000-15,-15.000 1.000 16,-12.000 2.000 0,-5.000-4.000-16,3.000-5.000 15,5.000-2.000 1,3.000-3.000 0,9.000-5.000-16,12.000-2.000 15,16.000-8.000-15,14.000-13.000 16,15.000-17.000-1,12.000-19.000-15,-10.000 3.000 16</inkml:trace>
  <inkml:trace contextRef="#ctx0" brushRef="#br0">8169.000 1423.000 0,'0.000'0.000'15,"0.000"0.000"1</inkml:trace>
  <inkml:trace contextRef="#ctx0" brushRef="#br0">1182.000 2430.000 0,'-19.000'24.000'16,"-16.000"20.000"-1,-5.000 12.000-15,0.000 11.000 16,0.000 7.000 0,-2.000 6.000-1,8.000 5.000-15,7.000 4.000 16,12.000-5.000-16,9.000-8.000 16,8.000-7.000-1,9.000-11.000-15,7.000-10.000 16,3.000-12.000-1,3.000-8.000-15,4.000-15.000 16,-8.000-11.000 0</inkml:trace>
  <inkml:trace contextRef="#ctx0" brushRef="#br0">1593.000 2302.000 0,'0.000'0.000'15,"0.000"0.000"-15,-18.000 47.000 16,-21.000 32.000-1,-10.000 21.000-15,0.000 10.000 16,-2.000 1.000 0,12.000-5.000-16,11.000-16.000 15,12.000-19.000 1,14.000-14.000-16,12.000-16.000 16,5.000-14.000-1,7.000-17.000-15,6.000-13.000 16,1.000-17.000-1,3.000-9.000-15,-5.000-7.000 16,-8.000 3.000 0,-13.000 5.000-16,-13.000 9.000 15,-15.000 14.000 1,-14.000 10.000-16,-8.000 11.000 16,0.000 2.000-1,7.000 6.000-15,9.000-7.000 16,13.000-20.000-1,3.000-6.000-15</inkml:trace>
  <inkml:trace contextRef="#ctx0" brushRef="#br0">1728.000 2524.000 0,'20.000'21.000'0,"10.000"20.000"16,7.000 18.000-1,-4.000 18.000-15,-3.000 13.000 16,-12.000 4.000 0,-14.000 3.000-16,-15.000-4.000 15,-13.000-3.000 1,-11.000-7.000-16,-8.000-11.000 15,10.000-22.000 1</inkml:trace>
  <inkml:trace contextRef="#ctx0" brushRef="#br0">2057.000 3242.000 0,'0.000'0.000'0,"0.000"0.000"16,0.000 0.000 0,0.000 0.000-16</inkml:trace>
  <inkml:trace contextRef="#ctx0" brushRef="#br0">2417.000 2277.000 0,'0.000'0.000'16,"24.000"14.000"0,15.000 8.000-16,0.000 3.000 15,-8.000-10.000 1,-12.000-8.000-16</inkml:trace>
  <inkml:trace contextRef="#ctx0" brushRef="#br0">2864.000 2191.000 0,'0.000'0.000'0,"0.000"0.000"16,0.000 0.000-1,-27.000 36.000-15,-25.000 18.000 16,-22.000 3.000 0,-5.000-11.000-16,16.000-14.000 15</inkml:trace>
  <inkml:trace contextRef="#ctx0" brushRef="#br0">2375.000 2516.000 0,'18.000'47.000'0,"4.000"21.000"15,-2.000 2.000-15,-5.000-11.000 16,-7.000-14.000 0,-1.000-15.000-16,-3.000-14.000 15,0.000-19.000 1,-3.000-21.000-16,1.000-2.000 15,-5.000-23.000 1,1.000-7.000-16,0.000 14.000 16,6.000 16.000-16,0.000 10.000 15,0.000 3.000 1,4.000 2.000-16,9.000-4.000 16,19.000-4.000-1,13.000-4.000-15,14.000 5.000 16,7.000 4.000-1,1.000 7.000 1,-2.000 13.000-16,-10.000 5.000 16,-16.000 5.000-16,-15.000 7.000 15,-16.000 6.000 1,-25.000 7.000-16,-24.000 5.000 16,-23.000 1.000-1,-15.000-4.000-15,-11.000-13.000 16,17.000-12.000-16</inkml:trace>
  <inkml:trace contextRef="#ctx0" brushRef="#br0">2652.000 2721.000 0,'47.000'-11.000'0,"14.000"2.000"15,-12.000 9.000 1,-22.000 11.000-16,-27.000 11.000 15,-29.000 14.000 1,-28.000 7.000-16,-8.000-1.000 16,8.000-4.000-1,12.000-8.000-15,18.000-4.000 16,17.000-9.000 0,19.000-13.000-16,23.000-10.000 15,18.000-13.000 1,12.000-12.000-16,1.000-3.000 15,-10.000 2.000 1,-8.000 4.000-16,-17.000 6.000 16,-17.000-2.000-1,-17.000 6.000-15,-16.000 2.000 16,-5.000 3.000 0,-4.000 5.000-16,8.000 3.000 15,4.000 1.000 1,10.000 3.000-16,1.000 5.000 15,7.000 8.000 1,5.000 13.000-16,1.000 13.000 16,1.000 15.000-1,-1.000 9.000-15,-2.000 7.000 16,-3.000 7.000 0,-3.000-3.000-16,-2.000-3.000 15,-5.000-11.000 1,0.000-13.000-16,-1.000-12.000 15,-2.000-12.000 1,-6.000-15.000-16,-9.000-11.000 16,-7.000-14.000-1,0.000-5.000-15,3.000 4.000 16,10.000 5.000-16,7.000 3.000 16,7.000 1.000-1,10.000-4.000-15,16.000-9.000 16,21.000-5.000-1,20.000-11.000-15,17.000-9.000 16,7.000-10.000 0,-4.000-12.000-16,-1.000-5.000 15,-17.000 14.000 1</inkml:trace>
  <inkml:trace contextRef="#ctx0" brushRef="#br0">3182.000 2593.000 0,'0.000'0.000'16,"0.000"0.000"-16,9.000 27.000 15,-2.000 24.000 1,-5.000 12.000-16,-10.000 8.000 16,-2.000-5.000-1,1.000-7.000-15,3.000-11.000 16,4.000-6.000-1,2.000-3.000-15,2.000-2.000 16,-1.000 0.000 0,-1.000-3.000-16,-1.000-2.000 15,-3.000-8.000-15,-3.000-7.000 16,-2.000-12.000 0,-1.000-29.000-16,1.000-35.000 15,4.000 0.000 1</inkml:trace>
  <inkml:trace contextRef="#ctx0" brushRef="#br0">3621.000 2166.000 0,'0.000'0.000'16,"-22.000"15.000"-1,-10.000 13.000-15,7.000 6.000 16,13.000 1.000 0,16.000-1.000-16,14.000-4.000 15,13.000-3.000 1,2.000-5.000-16,2.000 3.000 16,-11.000 2.000-1,-8.000 7.000-15,-17.000 6.000 16,-22.000 7.000-1,-23.000 5.000-15,-24.000-2.000 16,-14.000-4.000 0,-6.000-9.000-16,5.000-19.000 15,13.000-21.000-15,21.000-22.000 16,19.000-1.000 0</inkml:trace>
  <inkml:trace contextRef="#ctx0" brushRef="#br0">3266.000 2583.000 0,'91.000'-9.000'0,"33.000"-1.000"16,-6.000 8.000-1,-22.000 10.000-15,-27.000 7.000 16,-24.000 4.000 0,-28.000-7.000-16,-13.000-5.000 15</inkml:trace>
  <inkml:trace contextRef="#ctx0" brushRef="#br0">3418.000 2848.000 0,'0.000'0.000'0,"28.000"3.000"15,14.000 1.000-15,4.000 0.000 16,-7.000 0.000-1,-9.000 3.000-15,-12.000 1.000 16,-13.000 2.000 0,-13.000 3.000-16,-8.000 5.000 15,-9.000 1.000 1,-3.000 0.000-16,3.000 0.000 16,6.000-3.000-16,11.000-2.000 15,10.000-4.000 1,13.000-6.000-16,11.000-4.000 15,7.000-1.000 1,1.000 1.000-16,-9.000 1.000 16,-6.000 3.000-1,-16.000 5.000-15,-19.000 11.000 16,-20.000 8.000 0,-11.000 5.000-16,-4.000 3.000 15,4.000-2.000 1,12.000-8.000-16,18.000-6.000 15,19.000-8.000 1,21.000-12.000-16,24.000-12.000 16,18.000-8.000-1,11.000-6.000-15,-4.000 1.000 16,-11.000 3.000 0,-15.000 4.000-16,-17.000 2.000 15,-13.000 1.000-15,-19.000 0.000 16,-17.000-1.000-1,-11.000-3.000 1,-11.000-7.000-16,-3.000-4.000 16,7.000 1.000-16,9.000 6.000 15,9.000 7.000 1,8.000 7.000-16,12.000 9.000 16,-3.000 5.000-1,3.000 13.000-15,2.000 11.000 16,2.000 13.000-1,0.000 12.000-15,-2.000 5.000 16,-1.000 1.000 0,-1.000-4.000-16,0.000-13.000 15,0.000-10.000 1,2.000-15.000 0,-5.000-20.000-16,-5.000-25.000 15,0.000-6.000-15</inkml:trace>
  <inkml:trace contextRef="#ctx0" brushRef="#br0">3318.000 2951.000 0,'-10.000'38.000'0,"0.000"30.000"15,6.000 12.000 1,10.000 3.000-16,14.000-7.000 15,14.000-9.000 1,16.000-14.000 0,13.000-19.000-16,12.000-18.000 15,7.000-22.000-15,9.000-20.000 16,-5.000-23.000 0,-5.000-19.000-16,-20.000 9.000 15</inkml:trace>
  <inkml:trace contextRef="#ctx0" brushRef="#br0">4587.000 2370.000 0,'-20.000'29.000'16,"-19.000"22.000"0,-14.000 11.000-16,-4.000 2.000 15,10.000-8.000 1,15.000-17.000-16,32.000-39.000 16,6.000 9.000-1,29.000-13.000-15,18.000 0.000 16,5.000 4.000-1,-7.000 3.000-15,-6.000 0.000 16,-19.000 9.000-16,-11.000 10.000 16,-23.000 8.000-1,-25.000 10.000-15,-22.000 8.000 16,-12.000-1.000 0,4.000-7.000-1,12.000-11.000-15,16.000-9.000 16,20.000-16.000-1,18.000-8.000-15,17.000-3.000 16,10.000 4.000-16,7.000 3.000 16,-4.000 5.000-1,0.000 10.000-15,-3.000 13.000 16,-7.000 12.000 0,-8.000 5.000-16,-6.000 4.000 15,-7.000-6.000 1,-3.000-8.000-16,-2.000-15.000 15,-1.000-18.000 1,4.000-30.000-16,0.000-7.000 16</inkml:trace>
  <inkml:trace contextRef="#ctx0" brushRef="#br0">4790.000 2482.000 0,'10.000'56.000'15,"3.000"41.000"-15,-7.000 25.000 16,-10.000 4.000-16,-2.000-2.000 16,-4.000-15.000-1,1.000-20.000 1,2.000-21.000-16,3.000-24.000 15,1.000-24.000-15,5.000-33.000 16,5.000-36.000 0,-5.000-31.000-16,1.000 3.000 15</inkml:trace>
  <inkml:trace contextRef="#ctx0" brushRef="#br0">5075.000 2482.000 0,'45.000'-13.000'0,"22.000"1.000"16,1.000 9.000-1,-16.000 12.000-15,-20.000 9.000 16,-32.000 11.000 0,-29.000 5.000-16,-20.000 4.000 15,-20.000 0.000 1,0.000-2.000-16,13.000-6.000 15,14.000-4.000 1,20.000-5.000-16,20.000-5.000 16,24.000-3.000-1,22.000-7.000-15,16.000-6.000 16,9.000-4.000 0,-4.000-7.000-16,-10.000-1.000 15,-14.000-1.000 1,-17.000 1.000-16,-24.000 2.000 15,-20.000 10.000-15,-3.000 1.000 16</inkml:trace>
  <inkml:trace contextRef="#ctx0" brushRef="#br0">5167.000 2839.000 0,'13.000'60.000'15,"7.000"27.000"-15,-2.000 10.000 16,-5.000 2.000-1,-12.000-3.000 1,-11.000-3.000-16,-8.000-7.000 16,-9.000-12.000-16,-1.000-16.000 15,0.000-17.000 1,-2.000-19.000-16,-9.000-24.000 16,-7.000-39.000-1,6.000-5.000-15</inkml:trace>
  <inkml:trace contextRef="#ctx0" brushRef="#br0">6092.000 2209.000 0,'0.000'0.000'16,"-47.000"30.000"-16,-22.000 15.000 15,-3.000 4.000 1,7.000-4.000 0,16.000-7.000-1,15.000-14.000 1,13.000-4.000-16,13.000-3.000 0,10.000-1.000 15,9.000 7.000-15,8.000 7.000 16,2.000 10.000 0,-1.000 12.000-16,0.000 11.000 15,-1.000 8.000 1,-8.000 5.000-16,-5.000-1.000 16,-6.000-3.000-1,-5.000-12.000-15,-4.000-15.000 16,-2.000-24.000-1,-1.000-29.000-15,2.000-9.000 16</inkml:trace>
  <inkml:trace contextRef="#ctx0" brushRef="#br0">5899.000 2559.000 0,'43.000'-23.000'0,"19.000"-7.000"16,-2.000 2.000-16,-8.000 14.000 16,-11.000 7.000-1,-9.000 13.000-15,-10.000 6.000 16,-8.000 7.000 0,-2.000 8.000-16,-4.000 7.000 15,-2.000 10.000 1,-2.000 13.000-16,1.000 9.000 15,0.000 13.000 1,3.000 14.000-16,1.000 12.000 16,-1.000 8.000-1,-5.000 2.000-15,-1.000-10.000 16,-3.000-11.000 0,-3.000-19.000-16,-2.000-15.000 15,0.000-16.000 1,-1.000-14.000-16,-6.000-13.000 15,-4.000-17.000 1,-13.000-28.000-16,-7.000-28.000 16,-2.000-10.000-1,7.000 13.000-15</inkml:trace>
  <inkml:trace contextRef="#ctx0" brushRef="#br0">5923.000 2789.000 0,'25.000'-7.000'15,"14.000"2.000"1,6.000 1.000 0,-5.000 11.000-16,-10.000 9.000 15,-10.000 5.000-15,-18.000 4.000 16,-17.000 2.000-1,-9.000 2.000-15,-12.000 0.000 16,-3.000 0.000-16,3.000-7.000 16,8.000-1.000-1,11.000-4.000 1,10.000-5.000-16,17.000-2.000 16,14.000-5.000-16,9.000-3.000 15,8.000-1.000 1,-1.000-1.000-16,-10.000 0.000 15,-10.000 2.000 1,-11.000 5.000-16,-13.000 4.000 16,-17.000 4.000-1,-11.000 7.000-15,-4.000-2.000 16,5.000 2.000 0,8.000-4.000-1,11.000-1.000-15,14.000-2.000 16,9.000-7.000-16,11.000-1.000 15,3.000-1.000-15,-2.000-3.000 16,-6.000 2.000 0,-11.000 5.000-16,-14.000 5.000 15,-22.000 3.000 1,-19.000 4.000-16,-10.000 1.000 16,1.000-7.000-1,9.000-17.000-15,14.000-9.000 16</inkml:trace>
  <inkml:trace contextRef="#ctx0" brushRef="#br0">6378.000 2985.000 0,'79.000'-19.000'0,"21.000"-4.000"15,-15.000-1.000 1,-26.000 4.000-16,-29.000-3.000 16,-21.000 2.000-1,-21.000-3.000 1,-3.000 6.000-16</inkml:trace>
  <inkml:trace contextRef="#ctx0" brushRef="#br0">6571.000 2806.000 0,'0.000'40.000'0,"1.000"19.000"16,6.000 8.000 0,1.000 7.000-1,1.000 0.000-15,-4.000 0.000 16,-4.000-10.000 0,-5.000-10.000-16,-5.000-12.000 15,-9.000-12.000 1,-7.000-9.000-16,-10.000-15.000 15,-7.000-12.000-15,-4.000-17.000 16,6.000-8.000 0,8.000-6.000-16,18.000-2.000 15,17.000-2.000 1,22.000 2.000-16,16.000 1.000 16,17.000 3.000-1,8.000 6.000 1,5.000-2.000-16,0.000-3.000 15,-5.000-4.000-15,-18.000 5.000 16</inkml:trace>
  <inkml:trace contextRef="#ctx0" brushRef="#br0">7092.000 2891.000 0,'0.000'0.000'16,"17.000"14.000"-16,-5.000-3.000 16,-5.000-6.000-1</inkml:trace>
  <inkml:trace contextRef="#ctx0" brushRef="#br0">7101.000 3173.000 0,'0.000'0.000'0,"10.000"23.000"16,-6.000-3.000 0,-4.000-8.000-16</inkml:trace>
  <inkml:trace contextRef="#ctx0" brushRef="#br0">8564.000 3907.000 0,'-23.000'-16.000'16,"-12.000"-7.000"-16,-3.000 9.000 16,0.000 11.000-1,-1.000 13.000-15,-1.000 17.000 16,-3.000 16.000 0,0.000 20.000-16,3.000 9.000 15,4.000 8.000 1,11.000 4.000-16,15.000-9.000 15,11.000-11.000 1,8.000-15.000-16,7.000-14.000 16,4.000-15.000-1,7.000-19.000-15,6.000-16.000 16,8.000-19.000 0,-2.000-16.000-16,2.000-14.000 15,-1.000-10.000 1,-5.000-2.000-16,-7.000 11.000 15,-6.000 15.000 1,-7.000 18.000-16,-6.000 13.000 16,-9.000 19.000-1,7.000 1.000 1,-4.000 21.000-16,-2.000 26.000 16,1.000 17.000-16,-2.000 6.000 15,4.000 2.000 1,5.000-6.000-16,3.000-13.000 15,7.000-11.000 1,6.000-18.000-16,5.000-18.000 16,3.000-19.000-1,-2.000-23.000-15,0.000-16.000 16,-10.000 5.000 0</inkml:trace>
  <inkml:trace contextRef="#ctx0" brushRef="#br0">9288.000 3694.000 0,'13.000'11.000'16,"-7.000"14.000"-1,-20.000 12.000-15,-27.000 9.000 16,-16.000 5.000-16,-6.000-1.000 16,3.000 2.000-1,12.000-11.000-15,15.000-5.000 16,17.000-9.000 0,19.000-5.000-16,12.000-10.000 15,13.000-3.000 1,10.000-1.000-16,5.000 1.000 15,-6.000 4.000 1,-6.000 3.000-16,-7.000 9.000 16,-11.000 5.000-16,-10.000 6.000 15,-12.000 1.000 1,-10.000-2.000 0,-3.000-5.000-16,2.000-11.000 15,7.000-8.000-15,6.000-9.000 16,9.000-18.000-1,14.000-13.000 1,16.000-14.000-16,15.000-9.000 16,12.000-3.000-16,5.000 3.000 15,-1.000 7.000 1,-6.000 15.000-16,-10.000 13.000 16,-11.000 16.000-1,-10.000 12.000-15,-8.000 13.000 16,-13.000 11.000-1,-9.000 10.000-15,-10.000 5.000 16,-4.000-4.000 0,2.000-8.000-16,3.000-13.000 15,5.000-8.000 1,8.000-17.000-16,4.000-11.000 16,13.000-19.000-1,11.000-15.000-15,10.000-8.000 16,6.000 3.000-16,-1.000 6.000 15,-6.000 13.000 1,-11.000 10.000-16,-7.000 12.000 16,-3.000 11.000-1,-5.000 14.000-15,-6.000 17.000 16,-6.000 7.000 0,-6.000 4.000-16,-3.000-1.000 15,-3.000-7.000 1,3.000-6.000-16,0.000-10.000 15,5.000-6.000 1,5.000-14.000-16,-1.000-3.000 16,6.000-17.000-1,11.000-17.000-15,9.000-11.000 16,10.000 0.000 0,5.000-1.000-16,-2.000 14.000 15,-3.000 8.000 1,2.000 12.000-16,1.000 12.000 15,0.000 14.000 1,-1.000 13.000-16,-10.000 5.000 16,-8.000 8.000-1,-7.000 1.000-15,-10.000-2.000 16,-6.000-5.000 0,-8.000-12.000-16,-4.000-15.000 15,-4.000-22.000-15,-3.000-25.000 16,4.000 2.000-1</inkml:trace>
  <inkml:trace contextRef="#ctx0" brushRef="#br0">9792.000 3812.000 0,'0.000'0.000'16,"0.000"0.000"-16,0.000 0.000 15,19.000 6.000 1,3.000 2.000-16</inkml:trace>
  <inkml:trace contextRef="#ctx0" brushRef="#br0">10473.000 3839.000 0,'-3.000'45.000'15,"-2.000"30.000"-15,-5.000 10.000 16,6.000 0.000 0,8.000-12.000-16,11.000-17.000 15,17.000-19.000 1,17.000-23.000-16,11.000-20.000 15,6.000-11.000 1,3.000-17.000-16,-1.000-11.000 16,-4.000-10.000-1,-14.000-5.000-15,-12.000-3.000 16,-17.000 0.000 0,-17.000 3.000-16,-13.000 5.000 15,-10.000 7.000 1,-4.000 14.000-16,-3.000 13.000 15,-2.000 14.000 1,-4.000 15.000-16,-1.000 17.000 16,-2.000 19.000-16,-1.000 26.000 15,-1.000 23.000 1,-2.000 21.000-16,2.000 14.000 16,-2.000 17.000-1,2.000 7.000 1,4.000 1.000-16,6.000-6.000 15,3.000-15.000 1,2.000-25.000-16,8.000-34.000 16,8.000-37.000-1,4.000-20.000-15</inkml:trace>
  <inkml:trace contextRef="#ctx0" brushRef="#br0">11449.000 4052.000 0,'77.000'-6.000'0,"34.000"-2.000"16,3.000 0.000 0,-16.000 3.000-16,-16.000 4.000 15,-15.000 4.000 1,-19.000-3.000-16,-15.000 8.000 15,-33.000-8.000-15,2.000 3.000 16,-24.000-1.000 0,-5.000 0.000-16</inkml:trace>
  <inkml:trace contextRef="#ctx0" brushRef="#br0">11415.000 4335.000 0,'95.000'6.000'16,"39.000"3.000"-16,0.000-6.000 16,-14.000-6.000-1,-32.000-2.000-15</inkml:trace>
  <inkml:trace contextRef="#ctx0" brushRef="#br0">13417.000 2370.000 0,'-24.000'18.000'0,"-14.000"12.000"16,-9.000 7.000-16,-5.000 6.000 16,-2.000 8.000-1,-1.000 10.000-15,1.000 4.000 16,5.000 8.000-1,7.000 3.000-15,12.000 10.000 16,15.000 3.000 0,16.000 3.000-16,14.000 1.000 15,12.000 1.000 1,6.000-1.000 0,2.000 2.000-16,-2.000-5.000 15,-7.000-5.000 1,-12.000-9.000-16,-14.000-4.000 15,-16.000-10.000 1,-15.000-2.000-16,-11.000-4.000 16,-13.000-9.000-1,-3.000-7.000-15,3.000-8.000 16,8.000-6.000 0,12.000-6.000-16,6.000-4.000 15,14.000-4.000 1,12.000 1.000-16,11.000 1.000 15,10.000 2.000 1,7.000 8.000-16,3.000 7.000 16,1.000 6.000-1,-6.000 10.000-15,0.000 10.000 16,-2.000 11.000 0,-4.000 12.000-16,-1.000 10.000 15,-7.000 8.000 1,1.000 8.000-16,-4.000 6.000 15,-6.000 5.000 1,-1.000 4.000 0,-2.000-1.000-16,1.000-6.000 15,-3.000-11.000 1,4.000-5.000-16,0.000-4.000 16,0.000-11.000-1,0.000-7.000-15,-3.000-10.000 16,-2.000-16.000-1,-1.000-20.000-15,0.000-16.000 16</inkml:trace>
  <inkml:trace contextRef="#ctx0" brushRef="#br0">13163.000 6022.000 0,'0.000'0.000'0,"0.000"0.000"16,-1.000-18.000 0</inkml:trace>
  <inkml:trace contextRef="#ctx0" brushRef="#br0">14072.000 2310.000 0,'0.000'0.000'0,"6.000"23.000"16,-3.000 13.000-1,-1.000 2.000-15,-5.000 6.000 16,-3.000 7.000 0,2.000 4.000-16,1.000 1.000 15,4.000-5.000 1,8.000-9.000-16,8.000-7.000 16,5.000-12.000-16,6.000-10.000 15,8.000-12.000 1,2.000-11.000-1,4.000-9.000-15,-2.000-10.000 16,-2.000-9.000-16,-3.000-6.000 16,-7.000-7.000-1,-3.000-4.000-15,-6.000 1.000 16,-8.000 6.000 0,-7.000 5.000-16,-11.000 8.000 15,-10.000 3.000 1,-9.000 7.000-16,-8.000 7.000 15,-1.000 9.000 1,-4.000 5.000-16,2.000 4.000 16,2.000 6.000-1,-1.000 4.000-15,4.000 4.000 16,5.000 5.000 0,8.000 0.000-16,12.000 0.000 15,10.000-8.000 1,11.000-4.000-16,0.000-2.000 15</inkml:trace>
  <inkml:trace contextRef="#ctx0" brushRef="#br0">14594.000 2559.000 0,'0.000'0.000'15,"0.000"0.000"-15</inkml:trace>
  <inkml:trace contextRef="#ctx0" brushRef="#br0">16536.000 2337.000 0,'26.000'47.000'0,"8.000"14.000"15,-6.000-8.000 1,-8.000-18.000-16,-8.000-20.000 15,-6.000-17.000-15,-1.000-4.000 16</inkml:trace>
  <inkml:trace contextRef="#ctx0" brushRef="#br0">16796.000 2319.000 0,'57.000'-9.000'0,"21.000"4.000"16,-5.000 5.000 0,-18.000 9.000-16,-22.000 9.000 15,-25.000 8.000 1,-20.000 3.000-16,-21.000 4.000 16,-13.000 2.000-1,-5.000-2.000-15,2.000-5.000 16,10.000-9.000-1,12.000-8.000-15,12.000-4.000 16,15.000-7.000-16,10.000 0.000 16,21.000-4.000-1,16.000-7.000 1,8.000 0.000-16,-3.000 2.000 16,-8.000 1.000-16,-13.000 1.000 15,-11.000 2.000 1,-13.000-7.000-1,-17.000-2.000-15,-18.000-4.000 16,-17.000-6.000-16,-11.000-7.000 16,-5.000-13.000-1,-1.000-4.000-15,6.000 5.000 16,13.000 6.000 0,14.000 13.000-1,14.000 9.000-15,15.000 15.000 16,0.000 0.000-16,0.000 0.000 15,-2.000 3.000-15,12.000 13.000 16,8.000 18.000-16,3.000 19.000 16,-3.000 16.000-1,-6.000 12.000 1,-5.000 7.000-16,-4.000-3.000 16,-1.000-7.000-1,3.000-11.000 1,2.000-29.000-16,6.000-30.000 0,-2.000-12.000 15</inkml:trace>
  <inkml:trace contextRef="#ctx0" brushRef="#br0">17276.000 2378.000 0,'8.000'23.000'0,"7.000"13.000"16,-3.000 5.000 0,-6.000 0.000-16,-7.000-6.000 15,-9.000-20.000 1,-1.000-18.000-16,1.000-20.000 16,4.000-1.000-1</inkml:trace>
  <inkml:trace contextRef="#ctx0" brushRef="#br0">17419.000 2310.000 0,'47.000'-8.000'15,"23.000"-2.000"1,0.000 3.000-16,-12.000 6.000 16,-15.000 8.000-1,-15.000 4.000-15,-15.000 7.000 16,-23.000 6.000-1,-22.000 5.000-15,-25.000 4.000 16,-19.000 2.000-16,-9.000 0.000 16,8.000-1.000-1,14.000-5.000 1,19.000-6.000-16,19.000-7.000 16,21.000-3.000-16,25.000-9.000 15,27.000-5.000 1,21.000-7.000-1,14.000-7.000-15,-1.000-3.000 16,-7.000-3.000 0,-13.000 2.000-16,-18.000 2.000 15,-24.000-3.000-15,-23.000 0.000 16,-25.000-6.000 0,-21.000-9.000-16,-11.000-11.000 15,9.000 7.000 1</inkml:trace>
  <inkml:trace contextRef="#ctx0" brushRef="#br0">17444.000 2123.000 0,'14.000'39.000'15,"3.000"26.000"1,-6.000 24.000-16,-16.000 14.000 15,-20.000 10.000 1,-14.000-3.000-16,-8.000-9.000 16,-1.000-24.000-1,7.000-30.000-15,12.000-21.000 16</inkml:trace>
  <inkml:trace contextRef="#ctx0" brushRef="#br0">17469.000 2738.000 0,'45.000'28.000'0,"14.000"11.000"16,-7.000-1.000-16,-17.000-18.000 16,-13.000-20.000-1,-9.000-7.000 1</inkml:trace>
  <inkml:trace contextRef="#ctx0" brushRef="#br0">17898.000 2448.000 0,'14.000'24.000'0,"2.000"17.000"15,-1.000-1.000 1,-5.000-6.000-16,-7.000-9.000 16,-4.000-12.000-16,-2.000-14.000 15,0.000-13.000 1,0.000-16.000-16,7.000-13.000 16,8.000-9.000-1,9.000-1.000-15,6.000 5.000 16,4.000 10.000-1,-1.000 15.000-15,0.000 12.000 16,1.000 11.000-16,0.000 18.000 16,-1.000 16.000-1,-8.000 12.000 1,-7.000 10.000-16,-13.000 0.000 16,-10.000-1.000-16,-9.000-9.000 15,-7.000-10.000 1,-1.000-17.000-16,3.000-12.000 15,2.000-17.000 1,2.000-14.000-16,8.000-13.000 16,12.000-11.000-1,13.000-2.000-15,10.000 2.000 16,5.000 7.000 0,5.000 7.000-16,2.000 5.000 15,1.000 2.000 1,-1.000 7.000-16,-7.000 8.000 15,-5.000 9.000 1,-4.000 18.000-16,-6.000 20.000 16,-6.000 22.000-1,-10.000 14.000-15,-9.000 4.000 16,-2.000-7.000 0,0.000-13.000-16,2.000-14.000 15,3.000-17.000 1,7.000-24.000-16,1.000-8.000 15,6.000-25.000 1,5.000-28.000-16,5.000-18.000 16,5.000-12.000-1,3.000-2.000-15,2.000 7.000 16,0.000 7.000 0,1.000 15.000-16,-2.000 14.000 15,-5.000 16.000 1,-6.000 14.000-16,-5.000 12.000 15,4.000 15.000-15,5.000 18.000 16,4.000 20.000 0,-2.000 26.000-16,-3.000 22.000 15,-7.000 20.000 1,-5.000 17.000 0,-6.000 12.000-16,-5.000-2.000 15,-4.000-7.000 1,0.000-9.000-16,-2.000-17.000 15,-2.000-23.000 1,2.000-29.000-16,3.000-26.000 16,1.000-33.000-1,-12.000-36.000-15,5.000-39.000 16,6.000-42.000 0,1.000-4.000-16,3.000 28.000 15</inkml:trace>
  <inkml:trace contextRef="#ctx0" brushRef="#br0">18554.000 2499.000 0,'0.000'0.000'0,"7.000"28.000"0,2.000 15.000 16,-4.000 4.000 0,-7.000-5.000-16,-8.000-14.000 15,-1.000-10.000 1</inkml:trace>
  <inkml:trace contextRef="#ctx0" brushRef="#br0">18831.000 2319.000 0,'0.000'0.000'0,"0.000"27.000"15,-1.000 16.000 1,-2.000 5.000-16,1.000-3.000 16,3.000-5.000-1,9.000-8.000-15,5.000-8.000 16,5.000-2.000-16,-2.000-2.000 16,-3.000 5.000-1,-8.000 0.000-15,-8.000 0.000 16,-11.000 1.000-1,-10.000-9.000-15,-4.000-19.000 16,4.000-24.000 0,7.000-6.000-16</inkml:trace>
  <inkml:trace contextRef="#ctx0" brushRef="#br0">19201.000 2149.000 0,'0.000'0.000'15,"-8.000"18.000"-15,-5.000 15.000 16,1.000 6.000-16,11.000 2.000 16,11.000-4.000-1,10.000-6.000-15,10.000-10.000 16,3.000-8.000-1,-1.000-6.000-15,-5.000-1.000 16,-9.000 5.000 0,-6.000 6.000-16,-12.000 8.000 15,-14.000 9.000 1,-16.000 6.000-16,-19.000 4.000 16,-11.000-2.000-1,0.000-12.000-15,5.000-18.000 16,9.000-27.000-1,15.000-4.000-15</inkml:trace>
  <inkml:trace contextRef="#ctx0" brushRef="#br0">19109.000 2482.000 0,'36.000'24.000'0,"18.000"13.000"15,2.000 11.000 1,-5.000 3.000-16,-11.000-2.000 15,-9.000-14.000 1,-12.000-19.000-16,-8.000-22.000 16,-4.000-5.000-1</inkml:trace>
  <inkml:trace contextRef="#ctx0" brushRef="#br0">19529.000 2363.000 0,'10.000'26.000'0,"6.000"18.000"15,-7.000 10.000 1,-6.000-6.000-16,-7.000-17.000 16,-2.000-26.000-16,2.000-10.000 15</inkml:trace>
  <inkml:trace contextRef="#ctx0" brushRef="#br0">19723.000 2337.000 0,'49.000'-1.000'16,"19.000"1.000"-16,-3.000 6.000 15,-15.000 9.000 1,-17.000 4.000-16,-24.000 3.000 15,-19.000 5.000 1,-23.000 1.000-16,-18.000-3.000 16,-9.000-1.000-16,0.000-8.000 15,10.000-4.000 1,15.000-2.000-16,17.000-1.000 16,19.000 1.000-1,21.000-3.000-15,22.000 0.000 16,21.000-5.000-1,7.000-3.000-15,-9.000-3.000 16,-10.000 0.000 0,-13.000-5.000-16,-15.000-7.000 15,-18.000-9.000-15,-16.000-14.000 16,-12.000-8.000 0,-3.000 8.000-16</inkml:trace>
  <inkml:trace contextRef="#ctx0" brushRef="#br0">19799.000 2200.000 0,'9.000'48.000'0,"0.000"32.000"16,-3.000 25.000-1,-14.000 16.000 1,-5.000-6.000-16,1.000-13.000 15,5.000-22.000 1,9.000-32.000-16,14.000-37.000 16,10.000-36.000-1,8.000-9.000-15,-6.000 4.000 16</inkml:trace>
  <inkml:trace contextRef="#ctx0" brushRef="#br0">20312.000 2370.000 0,'0.000'0.000'0,"-4.000"44.000"15,-6.000 27.000-15,-3.000 8.000 32,5.000-11.000-32,16.000-14.000 15,15.000-17.000-15,23.000-18.000 16,16.000-16.000-1,6.000-10.000-15,-5.000-10.000 16,-7.000-3.000 0,-12.000-6.000-16,-20.000-1.000 15,-19.000-4.000 1,-20.000 2.000-16,-22.000 3.000 16,-9.000 4.000-1,5.000 6.000-15,8.000 4.000 16,14.000-2.000-16,18.000 2.000 15,25.000 2.000 1,20.000 2.000-16,19.000 3.000 16,17.000-2.000-1,8.000-3.000-15,-4.000 3.000 16,-12.000 0.000 0,-15.000 5.000-16,-16.000 2.000 15,-16.000 7.000 1,-14.000 6.000-16,-15.000 3.000 15,-19.000 1.000-15,-3.000-7.000 16,3.000-5.000 0</inkml:trace>
  <inkml:trace contextRef="#ctx0" brushRef="#br0">21330.000 2626.000 0,'0.000'0.000'0,"0.000"0.000"16</inkml:trace>
  <inkml:trace contextRef="#ctx0" brushRef="#br0">13811.000 4146.000 0,'0.000'0.000'16,"0.000"0.000"-16,22.000-7.000 15,16.000-3.000-15,6.000 0.000 16,0.000 3.000 0,4.000 3.000-16,1.000 1.000 15,-1.000 2.000 1,-6.000 1.000-1,-4.000 0.000-15,-3.000 0.000 16,-5.000-4.000-16,-6.000 0.000 16,-4.000 0.000-1,-9.000-4.000-15,-5.000-4.000 16,-10.000-2.000 0,-6.000 2.000-16,0.000 5.000 15</inkml:trace>
  <inkml:trace contextRef="#ctx0" brushRef="#br0">14123.000 3891.000 0,'0.000'0.000'0,"0.000"0.000"15,0.000 0.000-15,-9.000 23.000 16,-3.000 17.000 0,-2.000 9.000-1,4.000 15.000-15,2.000 8.000 16,1.000-4.000-16,1.000-5.000 16,0.000-2.000-1,0.000-7.000 1,-2.000-10.000-16,-5.000-11.000 15,-3.000-10.000-15,0.000-9.000 16</inkml:trace>
  <inkml:trace contextRef="#ctx0" brushRef="#br0">13694.000 4641.000 0,'25.000'-1.000'16,"23.000"0.000"-1,17.000-6.000-15,11.000-1.000 16,-3.000 1.000 0,-7.000-4.000-16,-17.000 3.000 15</inkml:trace>
  <inkml:trace contextRef="#ctx0" brushRef="#br0">14737.000 3880.000 0,'-29.000'60.000'16,"-10.000"31.000"0,4.000 9.000-16,12.000-8.000 15,12.000-7.000-15,9.000-7.000 16,10.000-7.000 0,5.000-6.000-16,1.000-7.000 15,-1.000-6.000 1,0.000-9.000-16,-7.000-12.000 15,-6.000-31.000 1,3.000 3.000-16,-1.000-10.000 16</inkml:trace>
  <inkml:trace contextRef="#ctx0" brushRef="#br0">14770.000 4146.000 0,'46.000'-9.000'16,"14.000"7.000"-1,-5.000 11.000-15,-20.000 21.000 16,-23.000 2.000-1,-18.000 7.000-15,-17.000-2.000 32,-4.000-5.000-32,-7.000 0.000 0,9.000-5.000 15,8.000-8.000 1,10.000-2.000-16,13.000-7.000 16,17.000-5.000-1,18.000-8.000-15,13.000-8.000 16,2.000-4.000-1,-3.000 1.000-15,-6.000 0.000 16,-11.000 1.000-16,-12.000-2.000 16,-12.000-2.000-1,-12.000-6.000 1,-7.000-7.000-16,-5.000-8.000 16,1.000 3.000-16</inkml:trace>
  <inkml:trace contextRef="#ctx0" brushRef="#br0">15384.000 3796.000 0,'6.000'27.000'15,"0.000"26.000"1,-6.000 23.000-16,-8.000 13.000 15,-5.000 12.000 1,-3.000 2.000-16,-4.000-7.000 16,-2.000-13.000-1,3.000-10.000-15,2.000-15.000 16,-1.000-21.000 0,-2.000-21.000-16,4.000-11.000 15</inkml:trace>
  <inkml:trace contextRef="#ctx0" brushRef="#br0">15292.000 4189.000 0,'41.000'-13.000'15,"18.000"1.000"-15,-3.000 5.000 16,-7.000 16.000-1,-15.000 10.000-15,-16.000 9.000 16,-15.000 4.000 0,-11.000-3.000-16,-10.000-4.000 15,-9.000 0.000 1,-3.000-3.000-16,0.000-6.000 16,8.000-3.000-1,5.000-4.000-15,9.000-2.000 16,8.000 0.000-16,8.000 1.000 15,9.000 0.000 1,10.000 1.000-16,11.000 2.000 16,3.000-3.000-1,0.000 3.000-15,0.000 2.000 16,-7.000-5.000 0,-10.000-7.000-16,-6.000-5.000 15,-6.000-7.000 1,-6.000-8.000-16,-2.000-9.000 15,-3.000 3.000-15</inkml:trace>
  <inkml:trace contextRef="#ctx0" brushRef="#br0">15704.000 4299.000 0,'48.000'-8.000'16,"28.000"-2.000"-1,-4.000 3.000-15,-11.000 6.000 16,-14.000 1.000 0,-15.000-5.000-16,-10.000-2.000 15,-12.000-9.000 1,-7.000 0.000-16</inkml:trace>
  <inkml:trace contextRef="#ctx0" brushRef="#br0">15871.000 4146.000 0,'0.000'0.000'16,"7.000"36.000"-16,0.000 19.000 15,-4.000 12.000 1,-7.000 0.000-16,-3.000-4.000 15,-3.000-13.000 1,7.000-24.000-16,3.000-26.000 16,5.000-1.000-16,1.000-11.000 15</inkml:trace>
  <inkml:trace contextRef="#ctx0" brushRef="#br0">16225.000 4077.000 0,'11.000'32.000'15,"5.000"17.000"1,-4.000 12.000-16,-6.000-1.000 15,-6.000-4.000 1,-4.000-11.000-16,-2.000-11.000 16,-2.000-12.000-1,8.000-22.000-15,-4.000 5.000 16,0.000-15.000 0,3.000-10.000-16,1.000 2.000 15</inkml:trace>
  <inkml:trace contextRef="#ctx0" brushRef="#br0">16292.000 3880.000 0,'0.000'0.000'15,"16.000"11.000"-15,9.000 7.000 16,3.000 4.000-1,4.000 0.000-15,-1.000 7.000 16,-2.000 3.000 0,-4.000 12.000-1,-7.000 10.000-15,-8.000 2.000 16,-11.000 5.000-16,-6.000 0.000 16,-6.000-5.000-1,1.000-3.000-15,-8.000 1.000 16,-2.000-3.000-1,-2.000-8.000 1,-1.000-17.000-16,4.000-13.000 16,8.000-8.000-16</inkml:trace>
  <inkml:trace contextRef="#ctx0" brushRef="#br0">16696.000 4299.000 0,'0.000'0.000'0,"0.000"0.000"16,0.000 0.000 0</inkml:trace>
  <inkml:trace contextRef="#ctx0" brushRef="#br0">16898.000 3864.000 0,'17.000'-15.000'0,"11.000"-5.000"15,3.000 2.000-15,3.000 3.000 16,-3.000 8.000 0,3.000 2.000-16,-2.000 5.000 15,-1.000 4.000 1,-3.000 7.000-16,-2.000 4.000 15,-4.000 19.000 1,-4.000 13.000-16,-5.000 8.000 16,-6.000 9.000-1,-4.000-2.000-15,-4.000 3.000 16,-2.000-13.000 0,-1.000-18.000-1,4.000-34.000-15,-5.000 7.000 16,2.000-17.000-16,2.000-14.000 15,-3.000-9.000 1,-1.000-6.000-16,0.000 3.000 16,1.000 7.000-1,1.000 10.000-15,-1.000 2.000 16,1.000 7.000 0,1.000 4.000-16,2.000 6.000 15,-5.000 3.000 1,-8.000 10.000-16,-10.000 12.000 15,-8.000 12.000 1,-6.000 2.000-16,-4.000 5.000 16,-2.000-5.000-16,5.000-6.000 15,6.000-16.000 1,5.000-11.000-16,9.000-4.000 16</inkml:trace>
  <inkml:trace contextRef="#ctx0" brushRef="#br0">16805.000 4385.000 0,'72.000'-7.000'0,"31.000"1.000"16,2.000 1.000-1,-12.000 1.000-15,-16.000 2.000 16,-13.000 1.000 0,-13.000 1.000-16,-12.000 0.000 15,-14.000 2.000-15,-25.000-2.000 16,-2.000 2.000 0,-24.000 0.000-16,0.000-1.000 15</inkml:trace>
  <inkml:trace contextRef="#ctx0" brushRef="#br0">16973.000 4564.000 0,'41.000'0.000'0,"18.000"2.000"15,4.000 3.000 1,-8.000 3.000-16,-14.000-1.000 15,-17.000 17.000-15,-17.000 3.000 16,-17.000 0.000 0,-16.000 6.000-16,-6.000-2.000 15,-1.000-3.000 1,7.000 1.000 0,8.000-6.000-16,9.000-2.000 15,14.000-9.000 1,17.000-5.000-16,19.000-8.000 15,18.000-11.000-15,12.000-11.000 16,8.000-18.000 0,-16.000 2.000-16</inkml:trace>
  <inkml:trace contextRef="#ctx0" brushRef="#br0">17865.000 4786.000 0,'0.000'0.000'0</inkml:trace>
  <inkml:trace contextRef="#ctx0" brushRef="#br0">18756.000 4017.000 0,'0.000'0.000'0,"0.000"0.000"16,0.000 0.000-1,18.000 20.000-15,9.000 13.000 16,-6.000 1.000-1,-8.000-6.000-15</inkml:trace>
  <inkml:trace contextRef="#ctx0" brushRef="#br0">18756.000 4461.000 0,'9.000'-23.000'0,"15.000"-20.000"15,16.000-16.000 1,5.000-8.000-16,4.000-8.000 16,-2.000-3.000-1,-4.000 3.000 1,-7.000 6.000-16,-10.000 15.000 16,-8.000 18.000-16,-8.000 11.000 31,-8.000 14.000-31,-12.000 13.000 0,-7.000 12.000 15,-5.000 13.000 1,1.000 5.000-16,9.000 3.000 16,9.000 0.000-1,12.000-2.000-15,18.000-5.000 16,12.000-6.000 0,11.000-4.000-16,3.000-6.000 15,-3.000 0.000 1,-8.000 1.000-16,-14.000 3.000 15,-11.000 7.000 1,-13.000 5.000-16,-16.000 6.000 16,-17.000-2.000-1,-13.000 0.000-15,-3.000-12.000 16,7.000-17.000 0,9.000-18.000-16,12.000-16.000 15,11.000-4.000 1,11.000 2.000-16,11.000 14.000 15,2.000 7.000 1,0.000 8.000-16,-7.000 4.000 16,-5.000 10.000-16,-11.000 15.000 15,-12.000 20.000 1,-10.000 13.000-16,-7.000 13.000 16,-9.000 2.000-1,-1.000-14.000 1,9.000-20.000-16</inkml:trace>
  <inkml:trace contextRef="#ctx0" brushRef="#br0">19059.000 4469.000 0,'38.000'18.000'0,"16.000"9.000"15,-5.000 8.000-15,-7.000 3.000 16,-13.000-11.000-1,-10.000-9.000-15</inkml:trace>
  <inkml:trace contextRef="#ctx0" brushRef="#br0">19496.000 4129.000 0,'0.000'0.000'16,"0.000"0.000"-16,-6.000 31.000 15,-2.000 16.000-15,3.000 3.000 16,11.000-11.000 0,5.000-10.000-16,4.000-6.000 15,3.000-5.000 1,-1.000-3.000-16,-5.000 2.000 15,-8.000 3.000 1,-9.000 4.000-16,-10.000 4.000 16,-8.000 0.000-1,-6.000-14.000-15,-2.000-24.000 16,8.000-6.000 0</inkml:trace>
  <inkml:trace contextRef="#ctx0" brushRef="#br0">19681.000 3796.000 0,'16.000'40.000'16,"-1.000"34.000"-1,-9.000 29.000-15,-10.000 26.000 16,-6.000 13.000-1,-4.000-5.000-15,2.000-15.000 16,6.000-25.000 0,5.000-29.000-16,1.000-29.000 15,2.000-37.000 1,0.000-31.000-16,-1.000-35.000 16,-3.000-30.000-1,-5.000-18.000-15,-4.000 20.000 16</inkml:trace>
  <inkml:trace contextRef="#ctx0" brushRef="#br0">19791.000 4000.000 0,'42.000'-32.000'0,"18.000"-4.000"16,-3.000 15.000-1,-12.000 21.000-15,-20.000 19.000 16,-21.000 15.000-1,-19.000 4.000-15,-13.000 3.000 16,-7.000-5.000 0,3.000-2.000-16,5.000-3.000 15,8.000-4.000 1,8.000 1.000-16,10.000 0.000 16,11.000 0.000-1,13.000-2.000-15,8.000-4.000 16,1.000-1.000-16,0.000-2.000 15,-7.000-1.000 1,-8.000 2.000 0,-11.000 3.000-16,-20.000 7.000 15,-16.000-2.000-15,-19.000-4.000 16,-11.000-8.000 0,4.000-11.000-16,9.000-10.000 15,17.000-10.000 1,20.000-6.000-16,18.000 0.000 15,17.000 3.000 1,13.000 7.000-16,10.000 6.000 16,5.000 8.000-1,-1.000 7.000-15,-4.000 3.000 16,-9.000 0.000 0,-11.000-1.000-16,-10.000-7.000 15,-8.000-13.000-15,-11.000-17.000 16,-3.000 0.000-1</inkml:trace>
  <inkml:trace contextRef="#ctx0" brushRef="#br0">20202.000 4171.000 0,'22.000'43.000'15,"1.000"22.000"-15,-5.000-1.000 16,-12.000-14.000 0,-4.000-19.000-16,-2.000-31.000 15,-1.000-3.000 1,0.000-29.000 0,0.000-18.000-16,4.000-5.000 15,7.000 0.000-15,4.000 6.000 16,4.000 12.000-1,0.000 8.000-15,2.000 11.000 16,2.000 8.000 0,-1.000 13.000-16,4.000 11.000 15,0.000 18.000 1,-2.000 9.000-16,-9.000 12.000 16,-7.000-3.000-16,-8.000 0.000 15,-5.000-4.000 1,-4.000-11.000-16,-1.000-10.000 15,-2.000-11.000 1,0.000-11.000-16,-6.000-14.000 16,-2.000-12.000-1,4.000-10.000-15,6.000-6.000 16,8.000-2.000 0,9.000 0.000-16,13.000 1.000 15,9.000 3.000 1,5.000 4.000-16,1.000 2.000 15,-4.000 4.000-15,-1.000 5.000 16,-3.000 6.000 0,-3.000 12.000-16,-3.000 13.000 15,-5.000 20.000 1,-4.000 16.000-16,-7.000 14.000 16,-7.000 7.000-1,-5.000-5.000-15,-2.000-9.000 16,1.000-16.000-1,3.000-12.000-15,3.000-12.000 16,1.000-18.000 0,-1.000-21.000-16,4.000-19.000 15,1.000-15.000 1,2.000-12.000-16,7.000-6.000 16,6.000 3.000-1,6.000 6.000-15,2.000 9.000 16,-1.000 9.000-1,1.000 10.000-15,-3.000 9.000 16,-7.000 12.000 0,1.000 12.000-16,-2.000 9.000 15,1.000 11.000-15,-1.000 21.000 16,2.000 19.000 0,-4.000 21.000-16,-1.000 20.000 15,0.000 14.000 1,0.000 14.000-16,1.000 4.000 15,-4.000 2.000 1,-2.000 4.000 0,-4.000-11.000-1,-8.000-9.000-15,-7.000-19.000 16,-5.000-30.000-16,2.000-31.000 16,0.000-43.000-1,-3.000-43.000-15,-1.000-42.000 16,-2.000-31.000-1,4.000 16.000-15</inkml:trace>
  <inkml:trace contextRef="#ctx0" brushRef="#br0">20740.000 4154.000 0,'10.000'41.000'0,"1.000"17.000"15,-4.000-5.000-15,-7.000-23.000 16,-2.000-14.000 0</inkml:trace>
  <inkml:trace contextRef="#ctx0" brushRef="#br0">21086.000 4009.000 0,'0.000'0.000'0,"-3.000"26.000"15,-8.000 13.000-15,1.000 7.000 16,1.000-2.000 0,5.000-6.000-1,13.000-13.000-15,3.000-2.000 16,9.000-2.000-16,-3.000-3.000 15,1.000 0.000 1,-4.000 4.000-16,-8.000 5.000 16,-7.000-2.000-1,-6.000-4.000-15,-6.000-9.000 16,0.000-26.000-16,6.000-25.000 16,4.000 0.000-1</inkml:trace>
  <inkml:trace contextRef="#ctx0" brushRef="#br0">21472.000 3839.000 0,'0.000'0.000'15,"-15.000"31.000"-15,-9.000 16.000 16,5.000 3.000-1,9.000-11.000-15,15.000-10.000 16,14.000-15.000 0,12.000-9.000-16,5.000-3.000 15,2.000 0.000 1,-4.000 2.000-16,-3.000 4.000 16,-9.000 9.000-1,-13.000 10.000-15,-12.000 11.000 16,-15.000 4.000-1,-14.000 6.000-15,-14.000-1.000 16,-5.000-7.000 0,1.000-6.000-16,1.000-15.000 15,8.000-23.000 1,10.000-10.000-16</inkml:trace>
  <inkml:trace contextRef="#ctx0" brushRef="#br0">21320.000 4189.000 0,'42.000'30.000'15,"19.000"15.000"1,5.000 5.000 0,-2.000-1.000-16,-4.000-5.000 15,-4.000-9.000-15,-3.000-15.000 16,-10.000-11.000-1</inkml:trace>
  <inkml:trace contextRef="#ctx0" brushRef="#br0">22170.000 4555.000 0,'0.000'0.000'15</inkml:trace>
  <inkml:trace contextRef="#ctx0" brushRef="#br0">13903.000 5742.000 0,'37.000'-3.000'0,"19.000"-2.000"16,8.000 0.000-1,-3.000-1.000-15,-5.000 3.000 16,-7.000 3.000 0,-12.000 2.000-16,-5.000 1.000 15,-5.000 0.000 1,-5.000-6.000 0,-11.000-10.000-16,-5.000 1.000 0</inkml:trace>
  <inkml:trace contextRef="#ctx0" brushRef="#br0">14165.000 5460.000 0,'0.000'0.000'15,"0.000"0.000"-15,9.000 31.000 16,3.000 22.000 0,-7.000 12.000-16,-8.000 7.000 15,-7.000-4.000 1,-2.000-9.000-16,-1.000-10.000 16,-2.000-16.000-1,4.000-14.000-15</inkml:trace>
  <inkml:trace contextRef="#ctx0" brushRef="#br0">13836.000 6057.000 0,'0.000'0.000'0,"0.000"0.000"15,27.000 0.000 1,14.000-1.000-16,12.000 0.000 16,6.000 0.000-1,0.000 0.000-15,-2.000 0.000 16,-4.000 3.000 0,-4.000-2.000-16,-7.000-8.000 15,-11.000-2.000 1</inkml:trace>
  <inkml:trace contextRef="#ctx0" brushRef="#br0">14745.000 5324.000 0,'0.000'0.000'0,"0.000"0.000"16,4.000 46.000 0,-4.000 28.000-16,-8.000 21.000 15,-7.000 11.000 1,-7.000 7.000 0,3.000-6.000-16,3.000-12.000 15,6.000-14.000 1,4.000-26.000-16,-1.000-29.000 15,0.000-15.000-15</inkml:trace>
  <inkml:trace contextRef="#ctx0" brushRef="#br0">14761.000 5724.000 0,'20.000'-13.000'16,"13.000"2.000"-1,5.000 8.000-15,-2.000 8.000 0,-5.000 6.000 16,-7.000 5.000 0,-8.000 4.000-1,-10.000 2.000-15,-9.000 3.000 16,-15.000 0.000-16,-8.000-3.000 15,-10.000 1.000 1,-7.000-1.000-16,-5.000-4.000 16,7.000-2.000-1,12.000-4.000-15,13.000 0.000 16,15.000-3.000 0,17.000-1.000-16,16.000-1.000 15,15.000-3.000 1,4.000-1.000-16,2.000 4.000 15,-3.000-2.000 1,-6.000-5.000-16,-8.000-10.000 16,-9.000-9.000-1,-9.000 0.000 1</inkml:trace>
  <inkml:trace contextRef="#ctx0" brushRef="#br0">15190.000 5622.000 0,'29.000'-19.000'0,"10.000"-8.000"16,3.000 3.000-16,-4.000 7.000 16,-5.000 9.000-1,-5.000 5.000-15,-4.000 3.000 16,-3.000 3.000-1,1.000 5.000-15,-1.000 7.000 16,0.000 9.000 0,0.000 6.000-16,-1.000 11.000 15,-3.000 6.000-15,0.000 6.000 16,-4.000 6.000 0,-2.000 2.000-1,-3.000-1.000-15,-2.000-5.000 16,-4.000-6.000-1,-4.000-8.000-15,-4.000-16.000 16,-2.000-17.000 0,-3.000-18.000-16,-3.000-15.000 15,-1.000 0.000-15</inkml:trace>
  <inkml:trace contextRef="#ctx0" brushRef="#br0">15510.000 5809.000 0,'0.000'0.000'16,"0.000"0.000"-16,0.000 0.000 16,-21.000 16.000-1,-13.000 14.000-15,-11.000 13.000 16,0.000 8.000 0,0.000-5.000-16,5.000-16.000 15,8.000-13.000 1</inkml:trace>
  <inkml:trace contextRef="#ctx0" brushRef="#br0">15905.000 5965.000 0,'0.000'0.000'0,"0.000"0.000"15,18.000-2.000-15</inkml:trace>
  <inkml:trace contextRef="#ctx0" brushRef="#br0">18739.000 5588.000 0,'10.000'40.000'0,"-1.000"29.000"15,-4.000 9.000 1,-5.000-4.000-1,-3.000-7.000-15,-2.000-15.000 16,1.000-17.000 0,-2.000-22.000-16,2.000-27.000 15,0.000-6.000-15</inkml:trace>
  <inkml:trace contextRef="#ctx0" brushRef="#br0">18764.000 5538.000 0,'22.000'-27.000'0,"9.000"-5.000"16,2.000 3.000 0,1.000 10.000-16,-4.000 10.000 15,-2.000 7.000 1,-4.000 5.000-16,-2.000 2.000 15,-3.000 5.000-15,-4.000 4.000 16,-4.000 6.000 0,1.000 4.000-16,0.000 10.000 15,-6.000 13.000 1,-3.000 10.000-16,0.000 7.000 16,-1.000 5.000-1,-4.000-2.000-15,-1.000-7.000 16,-1.000-7.000-1,1.000-9.000 1,-1.000-13.000-16,-4.000-14.000 16,-7.000-18.000-16,2.000-8.000 15</inkml:trace>
  <inkml:trace contextRef="#ctx0" brushRef="#br0">18831.000 5800.000 0,'16.000'-3.000'15,"8.000"-1.000"-15,2.000 10.000 16,-5.000 10.000 0,-6.000 8.000-16,-12.000 7.000 15,-8.000 2.000 1,-4.000 0.000-1,-5.000-3.000-15,1.000-8.000 16,0.000-5.000-16,4.000-5.000 16,9.000-12.000-16,0.000 0.000 15,6.000-7.000 1,15.000-23.000-16,12.000-24.000 16,6.000-20.000-1,5.000-15.000-15,2.000-7.000 16,-11.000 17.000-1</inkml:trace>
  <inkml:trace contextRef="#ctx0" brushRef="#br0">19303.000 5273.000 0,'0.000'0.000'15,"0.000"0.000"-15,0.000 0.000 16,-14.000 22.000-1,-1.000 12.000-15,6.000 0.000 16,12.000-5.000 0,14.000-10.000-16,12.000-6.000 15,8.000-8.000 1,-2.000 0.000-16,-5.000 1.000 16,-8.000 4.000-1,-9.000 6.000-15,-13.000 7.000 16,-14.000 4.000-1,-16.000 2.000-15,-2.000-3.000 16,4.000-15.000 0,18.000-17.000-16,7.000-8.000 15</inkml:trace>
  <inkml:trace contextRef="#ctx0" brushRef="#br0">19647.000 5426.000 0,'2.000'21.000'16,"-13.000"13.000"-16,-23.000 10.000 16,-24.000 3.000-1,-21.000 3.000 1,0.000-5.000-16,10.000-12.000 16,21.000-11.000-16,18.000-10.000 15,30.000-12.000 1,4.000 4.000-16,30.000-13.000 15,20.000-7.000 1,11.000-2.000-16,0.000 4.000 16,-7.000 5.000-1,-14.000 5.000-15,-16.000 4.000 16,-11.000 10.000 0,-16.000 12.000-16,-15.000 13.000 15,-14.000 12.000 1,-9.000 6.000-16,-3.000 4.000 15,-1.000 1.000 1,4.000-6.000-16,6.000-12.000 31,10.000-12.000-31,10.000-13.000 0,11.000-15.000 16,6.000-7.000 0,12.000-12.000-16,9.000-15.000 15,4.000-6.000 1,3.000-1.000-16,1.000 5.000 15,-3.000 10.000 1,-5.000 14.000-16,-3.000 8.000 16,1.000 16.000-1,-5.000 16.000-15,-5.000 14.000 16,-6.000 7.000 0,-7.000 4.000-16,-9.000-1.000 15,-5.000-8.000 1,-4.000-9.000-16,1.000-11.000 15,-2.000-11.000 1,1.000-15.000-16,-1.000-15.000 16,3.000-10.000-1,3.000-7.000 1,10.000-4.000-16,9.000 4.000 16,8.000 2.000-16,9.000 1.000 15,8.000-7.000 1,-4.000-4.000-16,-8.000 11.000 15</inkml:trace>
  <inkml:trace contextRef="#ctx0" brushRef="#br0">20025.000 5630.000 0,'0.000'0.000'15,"-8.000"25.000"-15,-8.000 13.000 16,0.000 9.000 0,4.000-1.000-16,8.000-3.000 15,13.000-6.000 1,8.000-6.000-16,8.000-3.000 16,4.000-3.000-1,-3.000-2.000 1,-7.000 1.000-16,-15.000 2.000 15,-19.000 0.000-15,-10.000-5.000 16,-11.000-13.000 0,-1.000-21.000-16,4.000-30.000 15,9.000 3.000 1</inkml:trace>
  <inkml:trace contextRef="#ctx0" brushRef="#br0">20370.000 5349.000 0,'0.000'0.000'0,"-13.000"30.000"16,-10.000 18.000 0,-1.000 2.000-1,9.000-7.000-15,13.000-11.000 16,17.000-13.000-1,19.000-11.000-15,10.000-6.000 16,7.000-4.000-16,-2.000 2.000 16,-6.000 2.000-1,-10.000 6.000-15,-12.000 7.000 16,-7.000 13.000 0,-18.000 11.000-16,-18.000 10.000 15,-16.000 9.000 1,-16.000 3.000-16,-9.000-4.000 15,-1.000-9.000 1,2.000-17.000 0,7.000-24.000-16,16.000-12.000 15</inkml:trace>
  <inkml:trace contextRef="#ctx0" brushRef="#br0">20244.000 5716.000 0,'22.000'22.000'0,"18.000"15.000"15,8.000 9.000 1,5.000 5.000 0,-2.000-3.000-16,4.000-3.000 15,3.000-5.000 1,1.000-2.000-16,3.000-4.000 15,-2.000-8.000 1,-3.000-6.000-16,-8.000-12.000 16,-13.000-7.000-1</inkml:trace>
  <inkml:trace contextRef="#ctx0" brushRef="#br0">21145.000 6168.000 0,'0.000'0.000'15,"0.000"0.000"1</inkml:trace>
  <inkml:trace contextRef="#ctx0" brushRef="#br0">20513.000 6466.000 0,'0.000'0.000'16,"0.000"0.000"-16,0.000 0.000 15,0.000 0.000 1,-8.000 40.000-16,-6.000 28.000 15,-5.000 21.000 1,-7.000 13.000-16,-5.000 6.000 16,-2.000-6.000-1,3.000-16.000-15,5.000-18.000 16,5.000-21.000 0,5.000-19.000-16,4.000-28.000 15,2.000-10.000 1</inkml:trace>
  <inkml:trace contextRef="#ctx0" brushRef="#br0">20438.000 6851.000 0,'32.000'-11.000'0,"12.000"-1.000"16,-2.000 4.000-1,-6.000 14.000-15,-10.000 7.000 16,-12.000 7.000 0,-12.000 4.000-16,-11.000 2.000 15,-10.000 3.000 1,-7.000-2.000-16,-4.000-3.000 16,-5.000-3.000-1,0.000-3.000-15,2.000-6.000 16,4.000-1.000-1,6.000-6.000-15,10.000-2.000 16,13.000-3.000 0,-1.000 8.000-16,13.000 0.000 15,12.000 7.000 1,4.000 6.000-16,4.000 3.000 16,0.000 2.000-1,0.000-1.000-15,-5.000 0.000 16,-3.000-2.000-1,-6.000-6.000-15,-5.000-9.000 16,-5.000-3.000-16,-8.000-5.000 16,8.000-7.000-1,3.000-16.000-15,-1.000-15.000 16,4.000-11.000 0,-1.000 6.000-16</inkml:trace>
  <inkml:trace contextRef="#ctx0" brushRef="#br0">20858.000 6918.000 0,'42.000'-4.000'0,"17.000"0.000"15,2.000 3.000 1,-8.000 3.000-16,-7.000 1.000 15,-12.000-3.000-15,-12.000 0.000 16</inkml:trace>
  <inkml:trace contextRef="#ctx0" brushRef="#br0">21009.000 7098.000 0,'31.000'3.000'16,"19.000"0.000"-16,7.000-3.000 15,2.000 2.000 1,-9.000-5.000-16,-8.000-3.000 16,-10.000-2.000-1,-9.000-6.000-15,-7.000 2.000 16</inkml:trace>
  <inkml:trace contextRef="#ctx0" brushRef="#br0">21456.000 6765.000 0,'20.000'31.000'16,"6.000"27.000"-16,-7.000 13.000 16,-16.000 11.000-1,-12.000 5.000 1,-8.000-7.000-16,-2.000-20.000 16,5.000-22.000-16</inkml:trace>
  <inkml:trace contextRef="#ctx0" brushRef="#br0">21816.000 7184.000 0,'0.000'0.000'0,"0.000"0.000"16,0.000 13.000-1,0.000 3.000-15</inkml:trace>
  <inkml:trace contextRef="#ctx0" brushRef="#br0">22078.000 6791.000 0,'40.000'4.000'0,"16.000"10.000"15,-6.000 7.000 1,-17.000 13.000 0,-19.000 8.000-16,-20.000 3.000 15,-18.000 3.000 1,-9.000-5.000-1,0.000-4.000-15,5.000-8.000 16,6.000-7.000-16,12.000-3.000 16,8.000-6.000-1,14.000-7.000-15,15.000-6.000 16,13.000-10.000-16,10.000-10.000 16,4.000-7.000-1,-11.000 4.000-15</inkml:trace>
  <inkml:trace contextRef="#ctx0" brushRef="#br0">22566.000 7191.000 0,'4.000'22.000'0,"-3.000"16.000"15,-9.000 0.000 1,-9.000-3.000-1,-5.000-18.000-15,4.000-11.000 16</inkml:trace>
  <inkml:trace contextRef="#ctx0" brushRef="#br0">22877.000 6765.000 0,'0.000'0.000'16,"0.000"0.000"-1,0.000 0.000-15,28.000 8.000 16,11.000 5.000-16,-2.000 5.000 15,-5.000 0.000 1,-11.000 4.000-16,-8.000 0.000 16,-10.000 1.000-1,-7.000 5.000-15,-6.000 2.000 16,-4.000-2.000 0,-2.000 1.000-16,2.000-2.000 15,8.000 1.000 1,8.000-3.000-16,10.000 1.000 15,3.000-1.000 1,5.000 0.000-16,1.000 1.000 16,-5.000-3.000-1,-4.000 3.000-15,-11.000 0.000 16,-12.000-2.000 0,-10.000-3.000-16,-3.000-10.000 15,3.000-12.000 1,5.000-5.000-16</inkml:trace>
  <inkml:trace contextRef="#ctx0" brushRef="#br0">23331.000 7277.000 0,'0.000'0.000'16,"0.000"0.000"-16,-12.000 2.000 15,-3.000 2.000 1</inkml:trace>
  <inkml:trace contextRef="#ctx0" brushRef="#br0">23692.000 7063.000 0,'0.000'0.000'16,"16.000"-4.000"-16,1.000-1.000 15</inkml:trace>
  <inkml:trace contextRef="#ctx0" brushRef="#br0">24054.000 7072.000 0,'0.000'0.000'0,"30.000"-9.000"16,5.000 0.000 0</inkml:trace>
  <inkml:trace contextRef="#ctx0" brushRef="#br0">24575.000 7063.000 0,'26.000'-4.000'16</inkml:trace>
  <inkml:trace contextRef="#ctx0" brushRef="#br0">25105.000 7090.000 0,'0.000'0.000'0</inkml:trace>
  <inkml:trace contextRef="#ctx0" brushRef="#br0">24028.000 3803.000 0,'0.000'0.000'0,"0.000"0.000"16,0.000 0.000-16,-9.000 24.000 16,-9.000 11.000-1,-4.000 6.000-15,-2.000 5.000 16,-1.000 3.000 0,1.000-2.000-16,8.000 4.000 15,6.000-1.000 1,7.000 2.000-16,6.000 2.000 15,6.000-1.000 1,3.000 6.000 0,0.000 0.000-16,2.000-2.000 15,0.000-2.000 1,-1.000-5.000-16,2.000-8.000 16,1.000-8.000-1,3.000-6.000-15,-1.000-7.000 16,-1.000-4.000-16,-2.000-5.000 15,-4.000-4.000 1,-13.000-16.000-16,-4.000-2.000 16</inkml:trace>
  <inkml:trace contextRef="#ctx0" brushRef="#br0">24390.000 4179.000 0,'0.000'0.000'15,"26.000"-3.000"-15,14.000 0.000 16,5.000 5.000 0,-8.000 9.000-16,-11.000 9.000 15,-19.000 10.000 1,-21.000 8.000-16,-19.000 8.000 16,-9.000-2.000-1,0.000-6.000-15,6.000-13.000 16,14.000-7.000-1,9.000-7.000-15,15.000-3.000 16,11.000-3.000 0,14.000-5.000-16,14.000-3.000 15,5.000-6.000 1,-1.000 0.000-16,-6.000-7.000 16,-7.000-6.000-1,-9.000-7.000-15,-9.000-11.000 16,-5.000 3.000-1</inkml:trace>
  <inkml:trace contextRef="#ctx0" brushRef="#br0">24760.000 3855.000 0,'0.000'0.000'15,"0.000"0.000"-15,8.000 44.000 16,-5.000 34.000 0,-4.000 24.000-1,-8.000 8.000-15,-5.000-3.000 16,-3.000-10.000 0,5.000-16.000-16,4.000-19.000 15,3.000-18.000 1,1.000-26.000-16,-3.000-26.000 15,-1.000-7.000 1</inkml:trace>
  <inkml:trace contextRef="#ctx0" brushRef="#br0">24718.000 4196.000 0,'43.000'10.000'16,"13.000"0.000"-16,-9.000 9.000 15,-19.000 4.000 1,-18.000 5.000-16,-20.000-1.000 16,-11.000-1.000-1,-9.000-2.000-15,-1.000-5.000 16,4.000-6.000-1,8.000-5.000-15,9.000 0.000 16,12.000 3.000 0,16.000 1.000-16,16.000-4.000 15,8.000-1.000 1,5.000-3.000-16,1.000-2.000 16,-7.000-2.000-1,-8.000-2.000-15,-6.000-3.000 16,-11.000-11.000-1,-10.000-10.000-15,-6.000 4.000 16</inkml:trace>
  <inkml:trace contextRef="#ctx0" brushRef="#br0">25096.000 4291.000 0,'59.000'-1.000'16,"22.000"-2.000"-16,-3.000 0.000 16,-15.000-2.000-16,-19.000 2.000 15,-14.000-5.000 1,-13.000-4.000-16,-13.000-10.000 31,-8.000-1.000-31</inkml:trace>
  <inkml:trace contextRef="#ctx0" brushRef="#br0">25307.000 4179.000 0,'6.000'26.000'15,"1.000"18.000"-15,-5.000 11.000 16,-8.000 7.000-1,-5.000-3.000-15,0.000-14.000 16,5.000-20.000 0,7.000-23.000-16,2.000-8.000 15</inkml:trace>
  <inkml:trace contextRef="#ctx0" brushRef="#br0">25634.000 4061.000 0,'10.000'42.000'16,"-1.000"30.000"0,-6.000 10.000-16,-8.000-4.000 15,-3.000-9.000 1,-1.000-17.000-16,5.000-18.000 31,7.000-24.000-31,9.000-23.000 0,2.000-22.000 16,-2.000 0.000-1</inkml:trace>
  <inkml:trace contextRef="#ctx0" brushRef="#br0">25702.000 3880.000 0,'19.000'21.000'16,"17.000"15.000"-16,11.000 8.000 16,-3.000 10.000-1,-5.000 4.000-15,-7.000 5.000 16,-14.000 2.000-1,-9.000-2.000-15,-6.000-2.000 16,-13.000 1.000 0,-9.000-2.000-16,-17.000-4.000 15,-11.000-8.000 1,-2.000-10.000 0,6.000-23.000-16,11.000-12.000 15</inkml:trace>
  <inkml:trace contextRef="#ctx0" brushRef="#br0">26198.000 4335.000 0,'0.000'0.000'0,"0.000"0.000"16</inkml:trace>
  <inkml:trace contextRef="#ctx0" brushRef="#br0">26652.000 3788.000 0,'-10.000'39.000'0,"-17.000"25.000"16,-17.000 9.000 0,-13.000 6.000-16,-6.000-9.000 15,0.000-8.000 1,8.000-14.000-16,15.000-15.000 16,13.000-12.000-1</inkml:trace>
  <inkml:trace contextRef="#ctx0" brushRef="#br0">26467.000 4069.000 0,'43.000'16.000'16,"23.000"6.000"-1,1.000 2.000-15,-11.000 1.000 16,-18.000-3.000-16,-15.000-4.000 15,-13.000-7.000 1,-8.000-11.000-16,-4.000-4.000 16</inkml:trace>
  <inkml:trace contextRef="#ctx0" brushRef="#br0">26585.000 4146.000 0,'-4.000'47.000'0,"1.000"26.000"16,-2.000 11.000-16,-1.000 7.000 15,-7.000 2.000 1,0.000-11.000-16,-6.000-16.000 16,2.000-20.000-1,5.000-19.000 1</inkml:trace>
  <inkml:trace contextRef="#ctx0" brushRef="#br0">26929.000 3957.000 0,'9.000'22.000'0,"1.000"8.000"15,0.000-2.000-15,-3.000-11.000 16</inkml:trace>
  <inkml:trace contextRef="#ctx0" brushRef="#br0">27358.000 4025.000 0,'0.000'0.000'16,"-22.000"24.000"-16,-28.000 14.000 16,-18.000 5.000-1,-5.000-5.000 1,10.000-8.000-16,20.000-8.000 15,20.000-8.000-15,21.000-6.000 16,24.000-5.000 0,16.000-3.000-16,15.000-3.000 15,6.000 0.000 1,2.000-2.000-16,-7.000 2.000 16,-10.000 2.000-1,-18.000 5.000-15,-18.000 8.000 16,-27.000 8.000-1,-31.000 9.000-15,-23.000 5.000 16,-5.000 3.000 0,7.000 1.000-16,14.000-4.000 15,18.000-8.000 1,21.000-5.000-16,22.000-9.000 16,23.000-7.000-1,22.000-9.000-15,20.000-7.000 16,7.000-5.000-1,-2.000 1.000-15,-13.000 0.000 16,-18.000 4.000 0,-15.000-1.000-16,-17.000-2.000 15,-18.000-4.000-15,-19.000-5.000 16,-11.000-9.000 0,-11.000-14.000-1,1.000-18.000-15,11.000-8.000 16,11.000 12.000-1</inkml:trace>
  <inkml:trace contextRef="#ctx0" brushRef="#br0">27207.000 3914.000 0,'0.000'0.000'0,"0.000"0.000"16,0.000 0.000 0,5.000 39.000-16,0.000 33.000 15,-5.000 23.000 1,-7.000 20.000-16,-8.000 5.000 15,2.000-5.000 1,6.000-12.000 0,9.000-19.000-16,8.000-25.000 15,6.000-31.000 1,6.000-30.000-16,3.000-37.000 16,1.000-27.000-1,-3.000-10.000-15,-5.000 15.000 16</inkml:trace>
  <inkml:trace contextRef="#ctx0" brushRef="#br0">27627.000 3967.000 0,'12.000'49.000'15,"4.000"38.000"1,-11.000 23.000-16,-10.000 12.000 15,-11.000-7.000 1,-1.000-16.000-16,3.000-26.000 16,9.000-32.000-1,7.000-37.000-15,9.000-32.000 16,0.000-6.000 0,9.000-43.000-16,1.000-21.000 15,-3.000 14.000 1</inkml:trace>
  <inkml:trace contextRef="#ctx0" brushRef="#br0">27804.000 4171.000 0,'57.000'-25.000'16,"31.000"-5.000"-1,1.000 9.000-15,-9.000 11.000 16,-18.000 14.000 0,-22.000 9.000-16,-26.000 10.000 15,-27.000 6.000 1,-23.000-3.000-16,-15.000-8.000 15,-10.000-11.000 1,0.000-12.000-16,4.000 1.000 16,10.000 7.000-1,14.000 4.000-15,13.000 3.000 16,9.000 11.000 0,7.000 13.000-16,0.000 16.000 15,-2.000 10.000 1,-2.000 8.000-16,-2.000 0.000 15,-3.000-4.000 1,0.000-20.000-16,13.000-44.000 16,-6.000-4.000-1,5.000-18.000-15</inkml:trace>
  <inkml:trace contextRef="#ctx0" brushRef="#br0">27997.000 3848.000 0,'12.000'31.000'16,"6.000"29.000"0,-1.000 20.000-16,-3.000 11.000 15,-1.000 4.000 1,-2.000-5.000-16,-2.000-9.000 31,-1.000-12.000-31,-2.000-12.000 0,-6.000-17.000 16,-4.000-10.000-1,0.000-11.000-15,-8.000-10.000 16,-10.000-14.000-16,-9.000-15.000 16,-4.000-8.000-1,7.000-2.000-15,9.000 8.000 16,14.000 11.000-1,20.000 9.000-15,18.000 7.000 16,12.000 5.000 0,8.000 4.000-16,1.000 3.000 15,-8.000-6.000 1,-10.000-3.000-16,-11.000-3.000 16,-8.000-8.000-1,-10.000-15.000-15,-7.000-18.000 16,-7.000-14.000-1,-1.000 7.000-15,0.000 10.000 16</inkml:trace>
  <inkml:trace contextRef="#ctx0" brushRef="#br0">28418.000 4095.000 0,'68.000'-16.000'16,"40.000"-1.000"-1,9.000 3.000-15,-8.000 5.000 16,-15.000 6.000 0,-16.000 3.000-16,-19.000-1.000 15,-19.000-4.000-15,-19.000-2.000 16,-22.000-7.000 0,-25.000-9.000-1,-3.000 1.000-15,-27.000-17.000 16,-19.000 6.000-1,-3.000 11.000-15,5.000 24.000 16,13.000 17.000 0,18.000 0.000-16,16.000 6.000 15,10.000 3.000-15,6.000 5.000 16,10.000 8.000-16,5.000-2.000 16,2.000-1.000-1,-1.000 0.000-15,-2.000-11.000 16,-4.000-27.000-1,9.000 1.000-15,3.000-24.000 16,-3.000-3.000 0</inkml:trace>
  <inkml:trace contextRef="#ctx0" brushRef="#br0">28763.000 3899.000 0,'6.000'26.000'0,"3.000"17.000"15,-1.000 10.000 1,-6.000-2.000-16,-5.000-7.000 16,-1.000-14.000-1,0.000-9.000-15</inkml:trace>
  <inkml:trace contextRef="#ctx0" brushRef="#br0">29066.000 3855.000 0,'0.000'0.000'0,"6.000"29.000"15,-4.000 14.000 1,-14.000 14.000-16,-21.000 7.000 16,-23.000-8.000-1,-13.000-15.000-15,10.000-17.000 16</inkml:trace>
  <inkml:trace contextRef="#ctx0" brushRef="#br0">28502.000 4248.000 0,'12.000'28.000'0,"6.000"15.000"16,0.000 4.000-1,-7.000-6.000-15,-7.000-12.000 16,-8.000-20.000 0,-1.000-9.000-16,1.000-2.000 15</inkml:trace>
  <inkml:trace contextRef="#ctx0" brushRef="#br0">28561.000 4307.000 0,'76.000'-20.000'15,"35.000"-9.000"1,4.000 8.000 0,-11.000 7.000-16,-22.000 10.000 15,-21.000 6.000-15,-23.000 8.000 16,-25.000 7.000 0,-29.000 6.000-16,-28.000 2.000 15,-22.000-3.000 1,6.000-4.000-16,-26.000 9.000 15,-7.000 6.000 1,8.000 18.000-16,16.000-5.000 16,21.000-5.000-1,20.000-11.000-15,13.000-2.000 16,14.000-6.000 0,9.000-2.000-16,7.000-6.000 15,0.000-5.000-15,-2.000-5.000 16,-2.000-4.000-1,-2.000-9.000-15,-2.000-11.000 16,-7.000-5.000 0,-4.000 0.000-16,4.000 0.000 15,7.000 5.000 1,11.000 0.000-16,12.000 2.000 16,17.000 3.000-1,15.000-2.000-15,13.000 6.000 16,7.000 4.000-1,-4.000 7.000-15,-9.000 4.000 16,-17.000 5.000 0,-15.000 8.000-16,-22.000 6.000 15,-20.000 4.000 1,-24.000-4.000-16,-19.000-4.000 16,-15.000-10.000-1,11.000-8.000-15,-6.000-25.000 16,4.000-17.000-1,15.000 4.000-15</inkml:trace>
  <inkml:trace contextRef="#ctx0" brushRef="#br0">28922.000 4393.000 0,'2.000'69.000'16,"-3.000"39.000"-16,-9.000 9.000 15,-10.000-22.000-15,2.000-30.000 16</inkml:trace>
  <inkml:trace contextRef="#ctx0" brushRef="#br0">29318.000 4999.000 0,'0.000'0.000'16,"0.000"0.000"-16,-13.000-19.000 16</inkml:trace>
  <inkml:trace contextRef="#ctx0" brushRef="#br0">22196.000 4307.000 0,'63.000'5.000'16,"22.000"0.000"-1,1.000 0.000-15,-3.000 0.000 16,-4.000-1.000 0,-3.000-4.000-16,2.000-2.000 31,4.000 2.000-31,3.000 0.000 0,-3.000 6.000 15,0.000 1.000 1,0.000-3.000 0,-4.000 3.000-16,-8.000-8.000 15,-20.000-5.000-15</inkml:trace>
  <inkml:trace contextRef="#ctx0" brushRef="#br0">21405.000 5784.000 0,'48.000'-2.000'0,"22.000"2.000"16,-1.000-3.000-16,-4.000-3.000 15,-6.000 3.000 1,0.000-1.000 0,1.000 1.000-16,1.000 0.000 15,4.000 0.000-15,2.000-1.000 16,1.000-1.000-1,0.000 2.000 1,1.000 0.000-16,2.000 0.000 16,1.000 2.000-1,-2.000 1.000-15,-1.000 2.000 16,1.000 0.000 0,2.000-2.000-1,-1.000 0.000-15,1.000 0.000 16,-2.000 4.000-16,-1.000-1.000 15,-1.000 0.000 1,-1.000 0.000-16,-2.000 0.000 16,-6.000-3.000-1,-7.000-8.000-15,-16.000 0.000 16</inkml:trace>
  <inkml:trace contextRef="#ctx0" brushRef="#br0">23617.000 5775.000 0,'0.000'0.000'0,"17.000"-4.000"15</inkml:trace>
  <inkml:trace contextRef="#ctx0" brushRef="#br0">24441.000 5528.000 0,'25.000'-5.000'0,"20.000"-4.000"15,6.000 3.000 1,-1.000 8.000-16,-5.000 4.000 15,-8.000 6.000 1,-12.000 10.000-16,-13.000 3.000 16,-15.000 4.000-1,-18.000 10.000-15,-14.000 2.000 16,-12.000-1.000-16,-2.000-1.000 16,2.000-5.000-1,11.000-9.000 1,10.000-6.000-16,11.000-5.000 15,16.000-4.000-15,17.000-5.000 16,14.000-5.000 0,14.000-3.000-1,6.000 2.000-15,-2.000 0.000 16,-6.000 1.000-16,-9.000 0.000 16,-9.000-4.000-1,-9.000-5.000-15,-7.000-14.000 16,-1.000-11.000-1,-4.000-1.000-15</inkml:trace>
  <inkml:trace contextRef="#ctx0" brushRef="#br0">25063.000 5170.000 0,'13.000'7.000'16,"3.000"16.000"-16,-8.000 22.000 16,-12.000 21.000-1,-11.000 21.000-15,-4.000 12.000 16,-7.000 8.000 0,3.000-1.000-1,4.000-8.000-15,-1.000-12.000 16,4.000-13.000-1,3.000-18.000-15,2.000-24.000 16,2.000-17.000 0</inkml:trace>
  <inkml:trace contextRef="#ctx0" brushRef="#br0">25063.000 5538.000 0,'46.000'-8.000'0,"16.000"5.000"16,-3.000 8.000-16,-15.000 7.000 16,-16.000 9.000-1,-14.000 5.000-15,-17.000 3.000 16,-18.000 1.000-1,-15.000-3.000 1,-8.000-4.000-16,0.000-3.000 16,5.000-9.000-1,6.000-1.000-15,10.000-5.000 16,8.000-1.000-16,8.000 5.000 16,13.000 2.000-1,10.000 3.000-15,13.000 7.000 16,6.000 6.000-1,4.000 4.000-15,0.000 0.000 16,-3.000 0.000 0,-6.000-6.000-16,-4.000-3.000 15,-7.000-6.000 1,-3.000-8.000-16,-1.000-8.000 16,1.000-14.000-1,2.000-18.000-15,5.000-18.000 16,0.000-15.000-1,-4.000 9.000-15</inkml:trace>
  <inkml:trace contextRef="#ctx0" brushRef="#br0">26122.000 5221.000 0,'0.000'0.000'0,"0.000"0.000"16,0.000 0.000-16,-25.000 24.000 16,-26.000 18.000-1,-20.000 11.000 1,-6.000-2.000-16,6.000-5.000 15,12.000-5.000 1,17.000-8.000 0,15.000-14.000-16,27.000-19.000 15,3.000 2.000-15,20.000-10.000 16,10.000-6.000 0,5.000-1.000-16,0.000 1.000 15,4.000 1.000 1,4.000 5.000-16,1.000 7.000 15,3.000 7.000 1,-1.000 7.000-16,-2.000 1.000 16,-9.000 4.000-1,-10.000 0.000-15,-9.000-2.000 16,-7.000-6.000-16,-8.000-14.000 16,-6.000-12.000-1,-3.000-3.000-15</inkml:trace>
  <inkml:trace contextRef="#ctx0" brushRef="#br0">25971.000 5545.000 0,'-1.000'68.000'0,"-4.000"36.000"16,-5.000 8.000-1,-3.000-7.000-15,0.000-16.000 16,1.000-19.000 0,5.000-21.000-16,6.000-23.000 15,2.000-15.000 1</inkml:trace>
  <inkml:trace contextRef="#ctx0" brushRef="#br0">26535.000 5315.000 0,'0.000'0.000'0,"13.000"26.000"16,12.000 11.000-1,1.000 1.000-15,-6.000-20.000 16,-5.000-9.000 0</inkml:trace>
  <inkml:trace contextRef="#ctx0" brushRef="#br0">26964.000 5298.000 0,'-7.000'23.000'16,"-22.000"13.000"-16,-25.000 7.000 15,-20.000 1.000 1,-4.000-4.000-16,8.000-7.000 15,18.000-10.000 1,17.000-8.000-16,22.000-4.000 16,26.000-5.000-16,22.000-6.000 15,15.000-2.000 1,12.000-1.000-16,2.000 2.000 16,-5.000 2.000-1,-15.000 2.000-15,-13.000 0.000 16,-17.000 5.000-1,-23.000 8.000-15,-27.000 9.000 16,-27.000 5.000 0,-16.000 4.000-16,1.000 4.000 15,8.000-7.000 1,19.000-4.000-16,22.000-5.000 16,25.000-8.000-1,25.000-7.000-15,25.000-1.000 16,20.000-3.000-1,14.000-8.000 1,-2.000-1.000-16,-9.000 0.000 16,-16.000 0.000-16,-16.000-1.000 15,-15.000-4.000 1,-18.000-7.000-16,-16.000-13.000 16,-3.000 3.000-1,-23.000-26.000-15,0.000 1.000 16</inkml:trace>
  <inkml:trace contextRef="#ctx0" brushRef="#br0">26736.000 5238.000 0,'8.000'35.000'0,"3.000"26.000"16,-5.000 31.000-1,-6.000 20.000-15,-9.000 13.000 16,-8.000 9.000 0,-2.000-3.000-1,4.000-16.000-15,9.000-20.000 16,7.000-31.000-16,3.000-33.000 16,1.000-19.000-1</inkml:trace>
  <inkml:trace contextRef="#ctx0" brushRef="#br0">27165.000 5366.000 0,'19.000'64.000'15,"2.000"44.000"1,-9.000 14.000-16,-15.000-1.000 16,-14.000-17.000-1,-1.000-22.000-15,5.000-36.000 16,7.000-37.000 0,5.000-14.000-16</inkml:trace>
  <inkml:trace contextRef="#ctx0" brushRef="#br0">27392.000 5588.000 0,'90.000'-26.000'16,"25.000"7.000"-16,-18.000 17.000 15,-30.000 16.000 1,-33.000 15.000-16,-31.000 5.000 15,-26.000-3.000 1,-18.000-10.000-16,-8.000-20.000 16,9.000-7.000-1</inkml:trace>
  <inkml:trace contextRef="#ctx0" brushRef="#br0">27409.000 5665.000 0,'-6.000'48.000'15,"-2.000"28.000"1,-4.000 8.000-16,2.000-5.000 16,-1.000-10.000-1,2.000-25.000-15,0.000-38.000 16,3.000-14.000 0</inkml:trace>
  <inkml:trace contextRef="#ctx0" brushRef="#br0">27543.000 5281.000 0,'0.000'0.000'0,"12.000"30.000"15,3.000 29.000-15,1.000 19.000 16,-4.000 13.000-1,-3.000 0.000 1,3.000 1.000 0,-1.000-10.000-16,2.000-11.000 15,-5.000-14.000-15,-6.000-6.000 16,-7.000-14.000-16,-9.000-10.000 16,-8.000-9.000-1,-7.000-11.000-15,-8.000-9.000 16,5.000-8.000-1,9.000-7.000-15,14.000 2.000 16,18.000 2.000 0,15.000 2.000-16,16.000 7.000 15,9.000 4.000 1,4.000 3.000-16,0.000 2.000 16,-9.000 2.000-1,-10.000-2.000-15,-10.000-5.000 16,-12.000-10.000-1,-10.000-11.000 1,-13.000-20.000-16,0.000 2.000 16</inkml:trace>
  <inkml:trace contextRef="#ctx0" brushRef="#br0">27997.000 5470.000 0,'121.000'-16.000'0,"42.000"0.000"15,-15.000 6.000-15,-35.000 5.000 16,-39.000 3.000 0,-30.000 3.000-16,-44.000-1.000 15,0.000-9.000 1,-17.000 0.000-16,-38.000-19.000 15,-3.000-1.000 1</inkml:trace>
  <inkml:trace contextRef="#ctx0" brushRef="#br0">28082.000 5366.000 0,'13.000'25.000'16,"10.000"14.000"-16,1.000 6.000 15,-9.000-3.000 1,-7.000-9.000-16,-5.000-11.000 16,-3.000-10.000-16</inkml:trace>
  <inkml:trace contextRef="#ctx0" brushRef="#br0">28275.000 5332.000 0,'4.000'43.000'15,"-3.000"23.000"1,-7.000 0.000-16,-1.000-15.000 16,1.000-17.000-16</inkml:trace>
  <inkml:trace contextRef="#ctx0" brushRef="#br0">28527.000 5281.000 0,'10.000'30.000'0,"1.000"26.000"15,-12.000 11.000 1,-22.000 4.000-16,-24.000-15.000 15,1.000-18.000 1</inkml:trace>
  <inkml:trace contextRef="#ctx0" brushRef="#br0">27997.000 5673.000 0,'17.000'34.000'0,"5.000"20.000"16,-3.000 3.000-16,-13.000-9.000 15,-10.000-20.000 1,-3.000-13.000 0,1.000-7.000-16</inkml:trace>
  <inkml:trace contextRef="#ctx0" brushRef="#br0">28090.000 5724.000 0,'82.000'-29.000'0,"34.000"-6.000"15,-2.000 7.000 1,-15.000 12.000-16,-21.000 6.000 16,-19.000 13.000-1,-22.000 8.000-15,-27.000 5.000 16,-29.000 2.000-1,-6.000-2.000-15,4.000-8.000 16</inkml:trace>
  <inkml:trace contextRef="#ctx0" brushRef="#br0">27997.000 6005.000 0,'19.000'22.000'15,"4.000"5.000"-15,1.000-3.000 16,-5.000-7.000-16,-8.000-10.000 16,-4.000-11.000-1,-4.000-9.000-15,-1.000-4.000 16,1.000-6.000 0,2.000-1.000-16,6.000 1.000 15,13.000 1.000 1,14.000-1.000-16,16.000 2.000 15,15.000 6.000 1,13.000 0.000-16,0.000 8.000 16,-5.000 5.000-1,-11.000 8.000-15,-15.000 6.000 16,-18.000 4.000 0,-21.000 5.000-16,-16.000 4.000 15,-22.000 2.000 1,-18.000-6.000-16,-13.000-15.000 15,8.000-8.000 1,17.000-1.000-16</inkml:trace>
  <inkml:trace contextRef="#ctx0" brushRef="#br0">28401.000 5820.000 0,'12.000'34.000'15,"5.000"34.000"1,-3.000 23.000-16,-8.000 14.000 16,-9.000-6.000-1,-2.000-25.000-15</inkml:trace>
  <inkml:trace contextRef="#ctx0" brushRef="#br0">28948.000 6313.000 0,'0.000'0.000'0</inkml:trace>
  <inkml:trace contextRef="#ctx0" brushRef="#br0">4662.000 7227.000 0,'0.000'0.000'0,"-20.000"19.000"15,-13.000 11.000 1,-4.000 1.000 0,4.000-2.000-16,8.000-6.000 15,5.000-8.000-15,13.000-8.000 16,9.000 0.000-1,11.000-6.000-15,13.000-5.000 16,6.000-2.000-16,8.000 1.000 16,4.000 1.000-1,-1.000 4.000-15,-6.000 6.000 16,-9.000 8.000 0,-14.000 5.000-16,-21.000 10.000 15,-23.000 8.000 1,-20.000 3.000-16,-15.000 1.000 15,-7.000-6.000 1,3.000-7.000-16,9.000-14.000 16,16.000-17.000-1,12.000-6.000-15</inkml:trace>
  <inkml:trace contextRef="#ctx0" brushRef="#br0">4428.000 7525.000 0,'30.000'6.000'15,"18.000"5.000"1,13.000 3.000-16,8.000 1.000 16,0.000 0.000-1,-8.000 5.000-15,-16.000-8.000 16,-12.000-6.000 0</inkml:trace>
  <inkml:trace contextRef="#ctx0" brushRef="#br0">3947.000 8114.000 0,'39.000'-6.000'16,"42.000"-5.000"-16,35.000-4.000 15,27.000 2.000 1,14.000 2.000 0,2.000 1.000-16,-8.000 5.000 15,-17.000 5.000 1,-22.000 5.000-16,-31.000 0.000 16,-28.000 1.000-1,-53.000-6.000 1,6.000 3.000-16,-40.000-16.000 15,-29.000-15.000-15,-18.000-14.000 16,14.000 5.000-16</inkml:trace>
  <inkml:trace contextRef="#ctx0" brushRef="#br0">4612.000 7824.000 0,'14.000'30.000'0,"8.000"31.000"15,-2.000 22.000 1,-8.000 14.000-16,-10.000 3.000 16,-5.000-10.000-1,-2.000-18.000-15,-1.000-22.000 16,-5.000-25.000 0,4.000-12.000-16</inkml:trace>
  <inkml:trace contextRef="#ctx0" brushRef="#br0">4513.000 8172.000 0,'-24.000'20.000'16,"-16.000"13.000"0,-1.000 11.000-16,-2.000-10.000 15,12.000-12.000 1</inkml:trace>
  <inkml:trace contextRef="#ctx0" brushRef="#br0">4713.000 8181.000 0,'24.000'14.000'0,"13.000"10.000"16,1.000 4.000-1,-6.000 3.000-15,-12.000-6.000 16,-10.000-19.000-1,-4.000-7.000-15</inkml:trace>
  <inkml:trace contextRef="#ctx0" brushRef="#br0">5234.000 7602.000 0,'0.000'0.000'0,"-6.000"36.000"16,-11.000 27.000-1,-7.000 10.000-15,5.000-1.000 16,8.000-10.000 0,15.000-12.000-16,13.000-6.000 15,9.000-10.000 1,1.000 0.000-16,-2.000-3.000 15,-14.000 0.000 1,-13.000 5.000-16,-22.000 0.000 16,-12.000-8.000-1,-4.000-22.000-15,6.000-9.000 16</inkml:trace>
  <inkml:trace contextRef="#ctx0" brushRef="#br0">5604.000 7397.000 0,'0.000'0.000'16,"0.000"0.000"-16,-25.000 34.000 16,-16.000 19.000-1,7.000 2.000-15,11.000-9.000 16,21.000-11.000-1,25.000-15.000-15,19.000-10.000 16,15.000-11.000 0,0.000-1.000-16,-7.000 6.000 15,-8.000 4.000 1,-16.000 16.000-16,-20.000 12.000 16,-27.000 17.000-1,-30.000 13.000-15,-18.000 4.000 31,-9.000-4.000-31,-3.000-10.000 16,3.000-24.000-16,19.000-17.000 16</inkml:trace>
  <inkml:trace contextRef="#ctx0" brushRef="#br0">5420.000 7866.000 0,'42.000'34.000'0,"25.000"22.000"16,7.000 9.000 0,-5.000 6.000-16,-12.000-6.000 15,-10.000-13.000 1,-10.000-18.000 0,-7.000-23.000-16,-9.000-29.000 15,-5.000-8.000-15</inkml:trace>
  <inkml:trace contextRef="#ctx0" brushRef="#br0">6194.000 7201.000 0,'0.000'0.000'15,"23.000"14.000"1,2.000 14.000-16,-18.000 6.000 16,-24.000-11.000-1,-1.000-13.000-15</inkml:trace>
  <inkml:trace contextRef="#ctx0" brushRef="#br0">5923.000 7465.000 0,'0.000'0.000'16,"7.000"26.000"-16,4.000 11.000 15,0.000-1.000 1,1.000-9.000-16,-3.000-15.000 16,4.000-23.000-1,0.000-6.000-15</inkml:trace>
  <inkml:trace contextRef="#ctx0" brushRef="#br0">6244.000 7362.000 0,'59.000'-3.000'15,"32.000"2.000"1,10.000 4.000 0,-12.000 7.000-16,-21.000 7.000 15,-26.000 2.000-15,-31.000 6.000 16,-34.000 0.000-1,-32.000 3.000-15,-32.000 2.000 16,-22.000 5.000 0,-10.000 1.000-16,11.000 2.000 15,28.000-10.000 1,28.000-9.000-16,29.000-4.000 16,35.000-5.000-1,34.000-8.000-15,35.000-10.000 16,19.000-4.000-1,8.000-5.000-15,-8.000-3.000 16,-18.000 4.000 0,-25.000 2.000-16,-27.000-1.000 15,-30.000-4.000 1,-27.000-2.000-16,-7.000 3.000 16</inkml:trace>
  <inkml:trace contextRef="#ctx0" brushRef="#br0">6126.000 7610.000 0,'17.000'31.000'16,"8.000"23.000"-16,1.000 4.000 16,-15.000-7.000-1,-7.000-19.000-15,-4.000-16.000 16</inkml:trace>
  <inkml:trace contextRef="#ctx0" brushRef="#br0">6361.000 7542.000 0,'0.000'0.000'0,"12.000"38.000"15,-6.000 22.000 1,-14.000-3.000-16,-6.000-16.000 16</inkml:trace>
  <inkml:trace contextRef="#ctx0" brushRef="#br0">6084.000 7832.000 0,'0.000'0.000'16,"6.000"36.000"-16,1.000 20.000 15,0.000 2.000 1,-3.000-10.000-16,2.000-21.000 16,1.000-26.000-1,-1.000-10.000-15</inkml:trace>
  <inkml:trace contextRef="#ctx0" brushRef="#br0">6260.000 7840.000 0,'59.000'-10.000'16,"26.000"1.000"-16,-3.000 12.000 16,-15.000 8.000-1,-22.000 13.000-15,-20.000 7.000 16,-23.000 4.000-1,-19.000-6.000-15,-18.000-6.000 16,-9.000-18.000 0,-7.000-15.000-16,4.000-11.000 15,10.000-1.000 1</inkml:trace>
  <inkml:trace contextRef="#ctx0" brushRef="#br0">6361.000 7908.000 0,'0.000'30.000'15,"-7.000"15.000"1,-9.000 11.000-16,-12.000 1.000 16,-10.000-10.000-1,-2.000-23.000-15,9.000-13.000 16</inkml:trace>
  <inkml:trace contextRef="#ctx0" brushRef="#br0">6378.000 8104.000 0,'35.000'23.000'0,"20.000"13.000"16,5.000-3.000-1,-5.000-3.000-15,-9.000-11.000 16,-12.000-17.000 0,-5.000-24.000-1,-7.000-25.000-15,0.000-27.000 16,-2.000-28.000-16,-2.000 9.000 15</inkml:trace>
  <inkml:trace contextRef="#ctx0" brushRef="#br0">7092.000 7191.000 0,'0.000'0.000'15,"-26.000"20.000"1,-12.000 8.000-16,4.000 0.000 16,12.000-3.000-16,24.000-3.000 15,21.000-11.000 1,12.000-4.000-16,11.000-4.000 16,-2.000 2.000-1,-2.000 8.000-15,-8.000 9.000 16,-14.000 16.000-1,-19.000 20.000-15,-24.000 23.000 16,-28.000 25.000 0,-20.000 20.000-16,-13.000 11.000 15,-4.000-6.000 1,12.000-18.000 0,13.000-25.000-16,18.000-32.000 15,18.000-33.000-15,19.000-37.000 31,19.000-33.000-31,11.000-24.000 0,14.000-14.000 16,6.000-1.000 0,2.000 10.000-16,0.000 19.000 15,-8.000 15.000 1,-7.000 17.000-16,-2.000 0.000 16,15.000 2.000-1,16.000 1.000-15,11.000 8.000 16,5.000 3.000-1,2.000 7.000-15,-11.000 4.000 16,-11.000 0.000 0,-13.000-1.000-16,-13.000-3.000 15,-16.000-1.000 1,-16.000-6.000-16,-18.000-7.000 16,1.000 2.000-1</inkml:trace>
  <inkml:trace contextRef="#ctx0" brushRef="#br0">7169.000 7653.000 0,'2.000'45.000'16,"1.000"20.000"-16,-3.000 0.000 16,-4.000-10.000-1,0.000-14.000-15,7.000-32.000 16,0.000-13.000-1</inkml:trace>
  <inkml:trace contextRef="#ctx0" brushRef="#br0">7454.000 7507.000 0,'0.000'0.000'16,"-15.000"36.000"-16,-8.000 21.000 15,3.000 6.000 1,10.000-2.000-16,12.000-6.000 16,10.000-7.000-1,8.000-11.000-15,2.000-9.000 16,1.000-7.000 0,-3.000 4.000-16,-9.000 2.000 15,-14.000 10.000 1,-18.000 9.000-16,-18.000 1.000 15,-14.000-2.000 1,-10.000-8.000-16,-5.000-12.000 16,2.000-17.000-1,9.000-19.000-15,16.000-12.000 16,22.000-10.000 0,25.000-3.000-16,15.000 4.000 15,17.000 10.000 1,8.000 12.000-16,7.000 13.000 15,0.000 16.000 1,3.000 11.000-16,-4.000 8.000 16,-3.000 5.000-1,-11.000 0.000-15,-8.000-8.000 16,-9.000-9.000 0,-1.000-12.000-16,-1.000-25.000 15,2.000-25.000 1,-1.000-2.000-16</inkml:trace>
  <inkml:trace contextRef="#ctx0" brushRef="#br0">8051.000 7789.000 0,'9.000'9.000'0,"-6.000"3.000"16,-2.000-2.000-16</inkml:trace>
  <inkml:trace contextRef="#ctx0" brushRef="#br0">8026.000 8156.000 0,'14.000'18.000'15,"-4.000"0.000"-15,-3.000-4.000 16</inkml:trace>
  <inkml:trace contextRef="#ctx0" brushRef="#br0">9817.000 7721.000 0,'0.000'0.000'16,"0.000"0.000"-16,0.000 0.000 16,0.000 0.000-16,0.000 0.000 15,-21.000 28.000 1,-18.000 20.000-16,-9.000 8.000 16,-5.000 10.000-1,-2.000 0.000-15,1.000-2.000 16,6.000-9.000-1,11.000-13.000 1,10.000-16.000-16,11.000-8.000 16,9.000-9.000-16,7.000-9.000 15,4.000 3.000 1,10.000-4.000-16,8.000-2.000 16,10.000 3.000-1,5.000-1.000-15,6.000 0.000 16,3.000 0.000-1,1.000-2.000-15,1.000-4.000 16,-3.000 1.000 0,-2.000-1.000-16,-7.000 0.000 15,-10.000 1.000 1,-7.000 1.000-16,-7.000 0.000 16,-3.000-4.000-1,-7.000-5.000-15,-5.000-5.000 16,-7.000-5.000-16,-1.000-3.000 15,-5.000-3.000 1,-6.000-1.000-16,0.000-3.000 16,3.000 4.000-1,4.000 6.000-15,2.000 6.000 16,5.000 4.000 0,8.000 2.000-1,9.000-1.000-15,0.000 3.000 16</inkml:trace>
  <inkml:trace contextRef="#ctx0" brushRef="#br0">10028.000 7959.000 0,'0.000'0.000'0,"13.000"-25.000"16,8.000-13.000 0,2.000 0.000-16,-3.000 4.000 15,-2.000 2.000 1,-5.000 7.000-16,-3.000 10.000 16,-2.000 5.000-1,-8.000 10.000-15,8.000 3.000 16,6.000 9.000-16,1.000 14.000 15,4.000 12.000 1,2.000 8.000 0,4.000 7.000-16,3.000 2.000 15,1.000-3.000 1,0.000-4.000-16,-1.000-6.000 16,0.000-8.000-1,-8.000-6.000-15,-2.000-7.000 16,-5.000-14.000-1,-4.000-7.000-15</inkml:trace>
  <inkml:trace contextRef="#ctx0" brushRef="#br0">10457.000 7748.000 0,'0.000'0.000'0,"-17.000"22.000"16,-12.000 21.000-1,-12.000 21.000-15,-10.000 13.000 16,-4.000 8.000-16,3.000-3.000 31,7.000-18.000-31,12.000-21.000 0</inkml:trace>
  <inkml:trace contextRef="#ctx0" brushRef="#br0">10565.000 8250.000 0,'0.000'0.000'16,"15.000"9.000"-16,3.000 1.000 16,6.000-5.000-1,5.000-14.000-15,-1.000-6.000 16,-2.000-8.000 0,-8.000 0.000-16,-6.000 0.000 15,-12.000 2.000 1,-12.000 7.000-16,-10.000 6.000 15,-7.000 8.000 1,-7.000 9.000-16,-1.000 4.000 16,4.000 2.000-1,8.000-9.000-15,8.000-6.000 16</inkml:trace>
  <inkml:trace contextRef="#ctx0" brushRef="#br0">11221.000 7866.000 0,'0.000'0.000'0,"31.000"-7.000"16,18.000-1.000-1,8.000 3.000-15,-2.000-1.000 16,-3.000 4.000-1,-5.000-2.000-15,-11.000 1.000 16,-10.000-3.000 0,-11.000 0.000-16</inkml:trace>
  <inkml:trace contextRef="#ctx0" brushRef="#br0">11205.000 8088.000 0,'0.000'0.000'16,"38.000"-2.000"-16,21.000 2.000 16,6.000-1.000-16,0.000-2.000 15,-9.000-5.000-15,-11.000-4.000 16,-12.000 1.000-1</inkml:trace>
  <inkml:trace contextRef="#ctx0" brushRef="#br0">11835.000 7704.000 0,'24.000'-6.000'16,"19.000"-3.000"-1,9.000 6.000-15,2.000 8.000 16,-7.000 12.000 0,-9.000 8.000-16,-13.000 8.000 15,-17.000 10.000 1,-19.000 6.000-16,-15.000 4.000 15,-18.000 3.000 1,-7.000-4.000-16,-2.000-6.000 16,8.000-10.000-1,13.000-12.000-15,14.000-4.000 16,15.000-5.000 0,17.000-3.000-16,19.000-1.000 15,14.000-2.000-15,10.000-5.000 16,5.000-7.000-1,-2.000-9.000-15,-14.000-2.000 16</inkml:trace>
  <inkml:trace contextRef="#ctx0" brushRef="#br0">12878.000 7439.000 0,'-8.000'-21.000'0,"-14.000"-1.000"15,-10.000 15.000 1,-10.000 15.000-16,-6.000 19.000 15,4.000 20.000 1,7.000 21.000 0,11.000 21.000-16,2.000 18.000 15,7.000 15.000-15,1.000 9.000 16,-2.000 3.000 0,3.000-2.000-16,0.000-14.000 15,4.000-13.000 1,0.000-21.000-1,-7.000-21.000-15,-1.000-21.000 16,-3.000-26.000-16,-7.000-27.000 16,6.000-7.000-1</inkml:trace>
  <inkml:trace contextRef="#ctx0" brushRef="#br0">12323.000 7952.000 0,'35.000'-30.000'0,"25.000"-10.000"0,13.000 5.000 16,2.000 12.000 0,-3.000 11.000-16,-7.000 12.000 15,-8.000 8.000 1,-9.000 1.000-16,-15.000 0.000 15</inkml:trace>
  <inkml:trace contextRef="#ctx0" brushRef="#br0">12996.000 8011.000 0,'0.000'0.000'15,"0.000"0.000"-15,0.000 0.000 16,0.000 0.000 0,0.000 0.000-16</inkml:trace>
  <inkml:trace contextRef="#ctx0" brushRef="#br0">13618.000 8216.000 0,'-3.000'-16.000'0,"-7.000"-3.000"16,-17.000 7.000 0,-10.000 15.000-16,-9.000 19.000 15,-1.000 20.000 1,-1.000 21.000-16,11.000 6.000 16,8.000-4.000-1,12.000-10.000-15,14.000-13.000 16,11.000-12.000-1,10.000-18.000-15,12.000-18.000 16,7.000-17.000 0,5.000-16.000-16,1.000-9.000 15,-5.000-7.000-15,-5.000 1.000 16,-8.000 14.000 0,-6.000 12.000-16,-10.000 13.000 15,-9.000 15.000 1,4.000 12.000-16,2.000 21.000 15,1.000 17.000 1,1.000 6.000-16,8.000 0.000 16,9.000-5.000-1,1.000-10.000-15,2.000-15.000 16,-3.000-14.000 0,1.000-16.000-16,-6.000-17.000 15,-6.000-2.000 1</inkml:trace>
  <inkml:trace contextRef="#ctx0" brushRef="#br0">13214.000 7995.000 0,'32.000'-7.000'0,"28.000"-4.000"16,12.000 4.000-1,10.000 2.000-15,3.000 4.000 16,-1.000 0.000 0,-4.000 1.000-16,-4.000-5.000 15,-11.000-1.000 1,-16.000-6.000-16,-16.000-7.000 15,-14.000 2.000 1</inkml:trace>
  <inkml:trace contextRef="#ctx0" brushRef="#br0">13458.000 7336.000 0,'8.000'-20.000'16,"11.000"-8.000"-1,6.000 3.000-15,6.000 7.000 16,-1.000 8.000-16,-1.000 8.000 15,-2.000 8.000 1,3.000 7.000 0,1.000 9.000-16,-3.000 13.000 15,0.000 10.000 1,-1.000 8.000-16,2.000 5.000 16,-5.000 5.000-1,-7.000 3.000-15,-4.000-6.000 16,-8.000-8.000-1,-4.000-11.000-15,-4.000-19.000 16,0.000-10.000 0</inkml:trace>
  <inkml:trace contextRef="#ctx0" brushRef="#br0">13769.000 7525.000 0,'0.000'0.000'16,"0.000"0.000"-16,0.000 0.000 16,-21.000 18.000-1,-18.000 17.000-15,-6.000 9.000 16,-2.000 8.000 0,6.000-5.000-16,12.000-12.000 15,8.000-13.000 1</inkml:trace>
  <inkml:trace contextRef="#ctx0" brushRef="#br0">14283.000 8063.000 0,'0.000'0.000'16,"0.000"0.000"-16,0.000 0.000 16</inkml:trace>
  <inkml:trace contextRef="#ctx0" brushRef="#br0">16124.000 7806.000 0,'12.000'-14.000'16,"-3.000"3.000"-16,-9.000 11.000 15,-7.000 9.000 1,-20.000 20.000-16,-12.000 13.000 16,-12.000 8.000-1,-5.000 3.000-15,0.000-3.000 16,3.000-1.000 0,7.000-6.000-16,11.000-7.000 15,11.000-8.000 1,14.000-6.000-16,14.000-8.000 15,16.000-3.000 1,13.000-6.000-16,10.000-1.000 16,8.000 2.000-1,1.000-2.000-15,0.000 0.000 16,-1.000-2.000 0,-3.000 1.000-16,-7.000-6.000 15,-4.000 1.000 1,-5.000 0.000-16,-7.000-3.000 15,-8.000-6.000 1,-9.000-3.000-16,-8.000-8.000 16,-6.000-3.000-1,-5.000-3.000-15,-2.000-1.000 16,-3.000-1.000-16,-1.000-2.000 16,0.000 1.000-1,5.000 5.000 1,-1.000 10.000-16,1.000 5.000 15,1.000 5.000-15,1.000 3.000 16,3.000 1.000 0,6.000-11.000-16,3.000 0.000 15</inkml:trace>
  <inkml:trace contextRef="#ctx0" brushRef="#br0">16435.000 7840.000 0,'0.000'0.000'15,"0.000"31.000"-15,0.000 15.000 16,-1.000 6.000 0,3.000-1.000-1,5.000-6.000-15,7.000-10.000 16,8.000-9.000-16,12.000-7.000 15,8.000-14.000 1,6.000-13.000 0,2.000-13.000-16,-3.000-10.000 15,-7.000-7.000-15,-6.000-2.000 16,-11.000-3.000 0,-10.000-5.000-16,-9.000 4.000 15,-11.000 5.000-15,-7.000 5.000 16,-5.000 13.000-1,-8.000 8.000-15,-2.000 10.000 16,-3.000 11.000 0,4.000 17.000-16,2.000 15.000 15,-1.000 21.000 1,5.000 19.000-16,2.000 19.000 16,-3.000 20.000-1,-6.000 17.000-15,0.000 1.000 16,4.000-10.000-1,5.000-20.000-15,7.000-21.000 16,5.000-27.000 0,3.000-21.000-1</inkml:trace>
  <inkml:trace contextRef="#ctx0" brushRef="#br0">16696.000 8439.000 0,'9.000'30.000'16,"5.000"5.000"-16,0.000-7.000 15,2.000-16.000 1,0.000-14.000-16,-1.000-15.000 16,-1.000-11.000-1,-4.000-3.000-15,-5.000 4.000 16,-2.000 7.000 0,-5.000 4.000-16,-5.000 9.000 15,-8.000 8.000-15,-5.000 8.000 16,-2.000 2.000-1,3.000-2.000-15</inkml:trace>
  <inkml:trace contextRef="#ctx0" brushRef="#br0">17150.000 8156.000 0,'22.000'-5.000'0,"16.000"1.000"16,7.000 2.000-1,0.000-1.000-15,-5.000 3.000 16,-5.000 1.000-16,-8.000-1.000 16,-10.000-1.000-1,-8.000-3.000-15</inkml:trace>
  <inkml:trace contextRef="#ctx0" brushRef="#br0">17166.000 8345.000 0,'0.000'0.000'0,"29.000"0.000"15,18.000-2.000 1,10.000-1.000-16,1.000-6.000 16,-13.000-1.000-1</inkml:trace>
  <inkml:trace contextRef="#ctx0" brushRef="#br0">17688.000 7943.000 0,'37.000'-4.000'0,"16.000"8.000"16,1.000 7.000-1,-7.000 10.000-15,-13.000 12.000 16,-16.000 8.000-1,-17.000 6.000 1,-18.000 8.000-16,-18.000 2.000 16,-16.000 2.000-16,-9.000-1.000 15,1.000-11.000 1,8.000-6.000 0,14.000-11.000-16,11.000-6.000 15,15.000-4.000-15,16.000-6.000 16,17.000-5.000-1,21.000-7.000-15,12.000-2.000 16,6.000-4.000 0,-2.000-6.000-16,-14.000-1.000 15</inkml:trace>
  <inkml:trace contextRef="#ctx0" brushRef="#br0">18563.000 8489.000 0,'0.000'0.000'16,"-17.000"-6.000"-16,-14.000 2.000 15,-8.000 13.000 1,-4.000 13.000-16,-3.000 16.000 16,5.000 9.000-1,7.000 1.000-15,11.000-4.000 16,14.000-9.000 0,12.000-8.000-16,10.000-11.000 15,12.000-12.000 1,5.000-10.000-16,6.000-8.000 15,-1.000-10.000 1,-1.000-6.000-16,-3.000-2.000 16,-8.000 5.000-16,-7.000 8.000 15,-7.000 8.000 1,-9.000 11.000-16,6.000 1.000 16,-2.000 12.000-1,-1.000 12.000-15,3.000 8.000 16,7.000 8.000-1,5.000-2.000-15,5.000-4.000 16,1.000-6.000 0,-1.000-11.000-16,1.000-9.000 15,-3.000-15.000 1,-6.000-11.000-16,-7.000-2.000 16</inkml:trace>
  <inkml:trace contextRef="#ctx0" brushRef="#br0">18193.000 8301.000 0,'0.000'0.000'16,"30.000"0.000"-16,21.000-1.000 16,16.000 1.000-1,5.000 1.000-15,3.000 1.000 16,1.000-1.000 0,-4.000 2.000-1,-3.000-2.000-15,-2.000 0.000 16,-9.000-2.000-16,-10.000 1.000 15,-15.000-1.000 1,-11.000-5.000-16,-15.000-6.000 16,-13.000-7.000-1,-15.000-6.000-15,3.000 2.000 16</inkml:trace>
  <inkml:trace contextRef="#ctx0" brushRef="#br0">18386.000 7729.000 0,'9.000'-19.000'0,"7.000"-6.000"16,6.000 2.000 0,-2.000 4.000-16,1.000 6.000 31,-5.000 7.000-31,-3.000 0.000 0,-3.000 5.000 16,-1.000-1.000-16,2.000 4.000 15,-1.000 1.000 1,5.000 3.000-1,-2.000 4.000-15,1.000 3.000 16,-1.000-1.000-16,2.000 6.000 16,-2.000 2.000-1,-1.000 2.000-15,3.000 10.000 16,2.000 5.000 0,4.000 6.000-1,1.000 5.000-15,2.000 0.000 16,-2.000 0.000-1,-6.000-5.000-15,-4.000-5.000 16,-4.000-7.000-16,-8.000-6.000 16,-9.000-6.000-1,-8.000-5.000-15,-4.000-12.000 16,-4.000-19.000 0,6.000-3.000-16</inkml:trace>
  <inkml:trace contextRef="#ctx0" brushRef="#br0">18613.000 7901.000 0,'0.000'0.000'0,"0.000"0.000"16,0.000 0.000-1,0.000 0.000-15,-23.000 24.000 16,-11.000 14.000-1,-6.000 3.000-15,5.000 1.000 16,10.000-14.000 0,10.000-13.000-16</inkml:trace>
  <inkml:trace contextRef="#ctx0" brushRef="#br0">18958.000 8027.000 0,'0.000'0.000'0,"0.000"0.000"15,0.000 0.000-15</inkml:trace>
  <inkml:trace contextRef="#ctx0" brushRef="#br0">9775.000 9607.000 0,'0.000'0.000'0,"0.000"0.000"15,-25.000 23.000-15,-14.000 14.000 16,-8.000 11.000 0,-5.000 5.000-1,-3.000 4.000-15,-3.000 2.000 16,2.000-3.000 0,2.000-9.000-16,10.000-11.000 15,13.000-13.000 1,15.000-8.000-16,16.000-15.000 15,7.000 1.000-15,20.000-8.000 16,12.000-6.000 0,9.000-1.000-1,7.000 3.000-15,0.000 7.000 16,1.000 4.000-16,-3.000 4.000 16,1.000 0.000-1,-4.000 1.000-15,-6.000 1.000 16,-10.000-1.000-1,-7.000-2.000-15,-10.000-3.000 16,-17.000 0.000 0,9.000-5.000-16,-8.000-9.000 15,-6.000-10.000-15,-4.000-7.000 16,-1.000-10.000 0,-1.000-5.000-1,4.000 3.000-15,-1.000 7.000 16,3.000 7.000-1,1.000 5.000-15,2.000 7.000 16,1.000 2.000 0,1.000 3.000-16</inkml:trace>
  <inkml:trace contextRef="#ctx0" brushRef="#br0">9985.000 9710.000 0,'14.000'-16.000'15,"12.000"-11.000"1,3.000-3.000-16,4.000 1.000 16,-5.000 8.000-1,-3.000 3.000-15,-3.000 7.000 16,-3.000 9.000-1,-1.000 4.000-15,-2.000 11.000 16,2.000 9.000 0,-1.000 10.000-16,3.000 9.000 15,2.000 6.000 1,3.000 5.000-16,1.000 2.000 16,-5.000 0.000-1,0.000-5.000 1,-3.000-9.000-16,-4.000-12.000 15,-2.000-5.000-15,-6.000-11.000 16,-4.000-12.000 0,-3.000-4.000-1</inkml:trace>
  <inkml:trace contextRef="#ctx0" brushRef="#br0">10439.000 9531.000 0,'-3.000'-13.000'0,"-4.000"2.000"15,-4.000 12.000-15,-5.000 20.000 16,-13.000 22.000 0,-13.000 20.000-16,-9.000 13.000 15,0.000 3.000 1,4.000-7.000-16,3.000-12.000 15,9.000-11.000 1,11.000-15.000-16</inkml:trace>
  <inkml:trace contextRef="#ctx0" brushRef="#br0">10642.000 9863.000 0,'-7.000'47.000'16,"-2.000"29.000"-1,-3.000 7.000-15,-1.000-5.000 16,-2.000-13.000-1,0.000-20.000 1,3.000-17.000-16</inkml:trace>
  <inkml:trace contextRef="#ctx0" brushRef="#br0">10860.000 9888.000 0,'0.000'0.000'15,"0.000"0.000"-15,0.000 0.000 16,-25.000 19.000 0,-12.000 9.000-16,-1.000 3.000 15,5.000-7.000 1,10.000-1.000-16,8.000-5.000 15,15.000 0.000 1,18.000 0.000-16,11.000 0.000 16,9.000-3.000-1,-5.000-2.000-15</inkml:trace>
  <inkml:trace contextRef="#ctx0" brushRef="#br0">11356.000 9735.000 0,'0.000'0.000'16,"0.000"0.000"-1,0.000 0.000-15,0.000 0.000 16,0.000 0.000-1,0.000 0.000-15,0.000 0.000 16,0.000 0.000 0,27.000 0.000-16,14.000-3.000 15,10.000-1.000 1,5.000 1.000-16,1.000-1.000 16,-1.000 1.000-16,-3.000-2.000 15,-11.000 2.000 1,-10.000-2.000-16,-11.000 1.000 15</inkml:trace>
  <inkml:trace contextRef="#ctx0" brushRef="#br0">11323.000 10017.000 0,'25.000'-7.000'16,"22.000"-2.000"-16,11.000 3.000 16,6.000 0.000-1,1.000 0.000-15,-5.000 6.000 16,-9.000 2.000-16,-16.000-2.000 15</inkml:trace>
  <inkml:trace contextRef="#ctx0" brushRef="#br0">12718.000 9333.000 0,'-31.000'-16.000'0,"-13.000"-3.000"16,-4.000 15.000 0,4.000 18.000-1,0.000 17.000-15,4.000 13.000 16,9.000 17.000-1,7.000 17.000 1,9.000 12.000-16,7.000 11.000 16,3.000 10.000-16,0.000 5.000 15,1.000 1.000 1,-4.000-1.000-16,-7.000-7.000 16,-1.000-12.000-1,-1.000-18.000-15,-2.000-23.000 16,1.000-19.000-1,1.000-24.000-15,1.000-29.000 16,2.000-6.000 0</inkml:trace>
  <inkml:trace contextRef="#ctx0" brushRef="#br0">12155.000 9837.000 0,'0.000'0.000'0,"0.000"0.000"15,22.000-8.000-15,25.000-4.000 16,15.000 2.000 0,7.000 4.000-16,4.000 4.000 15,-19.000 0.000 1</inkml:trace>
  <inkml:trace contextRef="#ctx0" brushRef="#br0">13315.000 10153.000 0,'0.000'0.000'16,"0.000"0.000"-16,-13.000-11.000 15,-14.000 4.000 1,-4.000 19.000-16,-5.000 21.000 16,-1.000 16.000-1,2.000 4.000-15,10.000 0.000 16,10.000-6.000 0,11.000-9.000-16,10.000-14.000 15,14.000-14.000 1,8.000-18.000-16,7.000-13.000 15,3.000-14.000 1,-1.000-3.000-16,-6.000-4.000 16,-6.000 10.000-1,-8.000 9.000-15,-8.000 10.000 16,-1.000 8.000 0,-1.000 14.000-1,-2.000 16.000-15,-2.000 14.000 16,3.000 13.000-16,5.000-1.000 15,8.000-6.000 1,6.000-10.000-16,3.000-16.000 16,0.000-14.000-1,-9.000-8.000-15</inkml:trace>
  <inkml:trace contextRef="#ctx0" brushRef="#br0">12862.000 9914.000 0,'36.000'-10.000'0,"35.000"-1.000"16,20.000 5.000-16,6.000 3.000 16,3.000 5.000-1,1.000 4.000-15,-8.000 2.000 32,-7.000-2.000-32,-15.000-2.000 0,-18.000-6.000 15,-21.000-8.000 1,-15.000-1.000-16</inkml:trace>
  <inkml:trace contextRef="#ctx0" brushRef="#br0">13122.000 9317.000 0,'33.000'-23.000'0,"18.000"-6.000"16,-1.000 11.000 0,-4.000 11.000-16,-6.000 14.000 15,2.000 13.000 1,-4.000 11.000-1,-6.000 10.000-15,1.000 8.000 16,-4.000 9.000 0,-4.000 6.000-16,-11.000-2.000 15,-5.000-6.000 1,-5.000-9.000-16,-4.000-11.000 16,-5.000-15.000-1,1.000-13.000-15</inkml:trace>
  <inkml:trace contextRef="#ctx0" brushRef="#br0">13425.000 9444.000 0,'0.000'0.000'15,"0.000"0.000"1,0.000 0.000-16,-38.000 31.000 15,-16.000 18.000 1,-3.000 6.000-16,10.000 1.000 16,12.000-5.000-1,15.000-13.000-15</inkml:trace>
  <inkml:trace contextRef="#ctx0" brushRef="#br0">14021.000 10153.000 0,'0.000'0.000'16,"0.000"0.000"-16,0.000 0.000 16</inkml:trace>
  <inkml:trace contextRef="#ctx0" brushRef="#br0">16141.000 9615.000 0,'0.000'0.000'16,"-26.000"18.000"0,-17.000 16.000-16,-17.000 9.000 15,-12.000 7.000 1,-5.000 1.000-16,4.000-2.000 15,9.000-5.000 1,13.000-8.000-16,16.000-7.000 16,15.000-8.000-1,20.000-3.000-15,22.000-5.000 16,20.000-3.000 0,17.000-7.000-16,9.000-1.000 15,5.000-4.000 1,0.000-4.000-16,-4.000-3.000 15,-6.000 0.000 1,-7.000 0.000-16,-13.000 1.000 16,-15.000 4.000-1,-12.000 0.000-15,-10.000-3.000 16,-12.000-6.000 0,-13.000-2.000-16,-11.000-5.000 15,-4.000-5.000-15,0.000-7.000 16,5.000-1.000-1,3.000 1.000 1,11.000 2.000-16,4.000 5.000 16,5.000 4.000-16,10.000 0.000 15,1.000 4.000 1</inkml:trace>
  <inkml:trace contextRef="#ctx0" brushRef="#br0">16469.000 9640.000 0,'6.000'28.000'0,"-4.000"19.000"16,-7.000 13.000-16,-4.000-2.000 15,4.000-2.000 1,13.000-9.000-16,12.000-11.000 31,16.000-12.000-31,12.000-13.000 16,12.000-13.000-16,8.000-10.000 15,1.000-10.000 1,-2.000-7.000-16,-6.000-9.000 16,-10.000-6.000-1,-14.000-6.000-15,-14.000-6.000 16,-20.000 1.000-1,-17.000 4.000-15,-11.000 13.000 16,-5.000 15.000 0,-5.000 11.000-16,-4.000 18.000 15,-3.000 9.000 1,-4.000 15.000-16,-2.000 14.000 16,5.000 16.000-1,4.000 18.000-15,0.000 16.000 16,8.000 15.000-1,2.000 15.000-15,1.000 6.000 16,2.000-2.000 0,7.000-15.000-1,9.000-22.000-15,6.000-31.000 16,4.000-24.000-16</inkml:trace>
  <inkml:trace contextRef="#ctx0" brushRef="#br0">16872.000 10085.000 0,'-3.000'45.000'15,"-4.000"30.000"-15,-8.000 9.000 16,-5.000 0.000-1,-4.000-18.000 1,3.000-20.000-16</inkml:trace>
  <inkml:trace contextRef="#ctx0" brushRef="#br0">17116.000 10144.000 0,'0.000'0.000'0,"0.000"0.000"15,0.000 0.000 1,-33.000 14.000-16,-14.000 11.000 16,4.000 0.000-1,9.000-4.000-15,13.000 0.000 16,13.000-2.000-1,14.000 2.000-15,16.000 2.000 16,11.000 1.000 0,5.000-3.000-16,1.000-6.000 15,-2.000-9.000 1,-8.000-5.000-16</inkml:trace>
  <inkml:trace contextRef="#ctx0" brushRef="#br0">17520.000 9948.000 0,'0.000'0.000'0,"36.000"-4.000"16,20.000-3.000-16,7.000 4.000 15,1.000 2.000 1,-7.000 2.000-16,-8.000 1.000 16,-8.000-5.000-1,-14.000-2.000-15</inkml:trace>
  <inkml:trace contextRef="#ctx0" brushRef="#br0">17562.000 10119.000 0,'0.000'0.000'0,"24.000"10.000"16,19.000 1.000-16,13.000-3.000 15,5.000-14.000 1,-1.000-13.000-16,-13.000 1.000 16</inkml:trace>
  <inkml:trace contextRef="#ctx0" brushRef="#br0">18722.000 10331.000 0,'0.000'0.000'0,"0.000"0.000"16,-19.000-8.000-1,-13.000 3.000-15,-10.000 15.000 16,-6.000 16.000 0,2.000 10.000-16,9.000 9.000 15,10.000-1.000 1,11.000-4.000-16,13.000-8.000 15,10.000-8.000 1,12.000-12.000-16,9.000-11.000 16,7.000-11.000-1,3.000-15.000-15,-2.000-7.000 16,-1.000-7.000-16,-6.000 1.000 16,-11.000 11.000-1,-5.000 10.000 1,-7.000 7.000-16,-2.000 10.000 15,-2.000 15.000-15,2.000 15.000 16,5.000 11.000 0,6.000 8.000-16,2.000-3.000 15,4.000-2.000 1,4.000-9.000-16,3.000-12.000 16,-1.000-16.000-1,-3.000-16.000-15,-4.000-7.000 16</inkml:trace>
  <inkml:trace contextRef="#ctx0" brushRef="#br0">18268.000 10033.000 0,'32.000'-12.000'15,"28.000"-2.000"1,20.000 6.000-16,10.000 4.000 16,5.000 6.000-1,-2.000 7.000-15,-6.000 0.000 16,-10.000-1.000-1,-12.000-3.000 1,-11.000-5.000-16,-13.000-7.000 16,-14.000-3.000-16</inkml:trace>
  <inkml:trace contextRef="#ctx0" brushRef="#br0">18520.000 9522.000 0,'12.000'-23.000'0,"4.000"-7.000"15,3.000 5.000-15,2.000 6.000 16,5.000 9.000 0,5.000 8.000-16,6.000 7.000 15,-1.000 7.000 1,1.000 8.000-16,-4.000 10.000 15,-1.000 12.000 1,-7.000 8.000-16,-8.000 6.000 16,-3.000 4.000-1,-6.000-1.000-15,-5.000-6.000 16,-3.000-8.000 0,-3.000-15.000-1,-1.000-15.000-15,0.000-18.000 16,0.000-6.000-16</inkml:trace>
  <inkml:trace contextRef="#ctx0" brushRef="#br0">18789.000 9599.000 0,'0.000'0.000'0,"0.000"0.000"16,-26.000 26.000-1,-15.000 17.000-15,-4.000 4.000 16,1.000 0.000 0,10.000-12.000-16,12.000-13.000 15</inkml:trace>
  <inkml:trace contextRef="#ctx0" brushRef="#br0">19488.000 10076.000 0,'0.000'0.000'0</inkml:trace>
  <inkml:trace contextRef="#ctx0" brushRef="#br0">21757.000 8797.000 0,'0.000'0.000'16,"-25.000"25.000"-1,-21.000 22.000-15,-10.000 4.000 16,2.000-1.000 0,3.000-4.000-16,5.000-5.000 15,9.000-9.000 1,8.000-5.000-16,10.000-5.000 15,5.000-3.000 1,11.000-4.000 0,10.000-2.000-16,15.000-5.000 15,15.000-3.000-15,14.000-3.000 16,9.000-3.000 0,4.000-3.000-16,1.000-2.000 15,-2.000-2.000-15,-6.000 1.000 16,-6.000 0.000-1,-12.000 1.000-15,-11.000 1.000 16,-11.000 1.000 0,-5.000 2.000-16,-12.000 2.000 15,-1.000-7.000 1,-11.000-5.000-16,-7.000-6.000 16,-6.000-3.000-1,-2.000-2.000-15,2.000-3.000 16,0.000-2.000-1,7.000 2.000-15,5.000-3.000 16,11.000-3.000-16,11.000-4.000 16,0.000 7.000-1</inkml:trace>
  <inkml:trace contextRef="#ctx0" brushRef="#br0">21968.000 8882.000 0,'0.000'0.000'16,"14.000"-17.000"-16,4.000-4.000 16,5.000-1.000-1,-2.000-1.000-15,-5.000 6.000 16,-1.000 5.000-1,-3.000 7.000-15,1.000 5.000 16,1.000 10.000 0,2.000 5.000-16,2.000 10.000 15,3.000 8.000 1,4.000 7.000-16,3.000 1.000 16,2.000 4.000-1,1.000 2.000-15,-6.000-5.000 16,1.000-6.000-1,-4.000-5.000-15,-5.000-9.000 16,-4.000-11.000 0,-5.000-11.000-16,-5.000-19.000 15,-1.000 0.000 1</inkml:trace>
  <inkml:trace contextRef="#ctx0" brushRef="#br0">22406.000 8753.000 0,'0.000'0.000'15,"-21.000"26.000"-15,-19.000 21.000 16,-15.000 19.000 0,-7.000 0.000-16,11.000-14.000 15</inkml:trace>
  <inkml:trace contextRef="#ctx0" brushRef="#br0">24003.000 8890.000 0,'-6.000'-16.000'0,"-8.000"-10.000"15,-7.000-3.000 1,-1.000 2.000-16,-3.000 2.000 15,-2.000 5.000 1,-2.000 4.000 0,0.000 4.000-16,-2.000 0.000 0,0.000 6.000 15,-2.000 5.000 1,-1.000 5.000 0,-5.000 7.000-16,1.000 9.000 15,-4.000 6.000-15,-4.000 8.000 16,-1.000 6.000-1,-2.000 2.000 1,-3.000 1.000-16,-1.000-5.000 16,-2.000-2.000-1,1.000-4.000-15,0.000-8.000 16,4.000-5.000 0,2.000-8.000-16,4.000-9.000 15,1.000-9.000 1,3.000-5.000-16,4.000-8.000 15,8.000-6.000 1,8.000-2.000-16,10.000-4.000 16,9.000 2.000-1,5.000 0.000-15,4.000 7.000 16,8.000 2.000 0,6.000 6.000-16,2.000 4.000 15,6.000 8.000 1,1.000 3.000-16,7.000 10.000 15,0.000 6.000-15,1.000 11.000 16,2.000 6.000 0,3.000 1.000-1,2.000 4.000-15,10.000 1.000 16,6.000-3.000 0,5.000-4.000-16,4.000-3.000 15,1.000-3.000 1,-3.000-3.000-1,0.000-2.000-15,-6.000-7.000 16,-7.000-6.000-16,-15.000-8.000 16</inkml:trace>
  <inkml:trace contextRef="#ctx0" brushRef="#br0">24878.000 9317.000 0,'-1.000'-25.000'0,"-8.000"-11.000"15,-6.000 5.000 1,-9.000 11.000-16,-3.000 12.000 16,-8.000 18.000-1,-3.000 17.000-15,-3.000 15.000 16,1.000 8.000 0,10.000 4.000-1,9.000-1.000-15,10.000-6.000 16,6.000-10.000-16,10.000-9.000 15,7.000-6.000 1,9.000-10.000-16,9.000-13.000 16,6.000-12.000-1,-2.000-12.000-15,3.000-10.000 16,-6.000-6.000 0,-3.000 2.000-16,-9.000 10.000 15,-6.000 11.000 1,-5.000 5.000-16,-8.000 13.000 15,6.000 6.000 1,3.000 15.000-16,3.000 12.000 16,9.000 11.000-1,8.000 0.000 1,2.000-2.000-16,3.000-5.000 16,-1.000-7.000-16,5.000-14.000 15,-3.000-14.000 1,-5.000-14.000-16,-7.000-4.000 15</inkml:trace>
  <inkml:trace contextRef="#ctx0" brushRef="#br0">24390.000 9018.000 0,'44.000'-17.000'0,"33.000"-2.000"16,20.000 6.000-1,6.000 12.000-15,6.000 5.000 16,-2.000 9.000 0,-7.000 0.000-1,-13.000-1.000-15,-15.000-4.000 16,-17.000-9.000-16,-19.000-8.000 16,-20.000-13.000-1,-10.000 1.000-15</inkml:trace>
  <inkml:trace contextRef="#ctx0" brushRef="#br0">24626.000 8293.000 0,'15.000'-14.000'0,"14.000"1.000"16,8.000 12.000-16,5.000 11.000 15,-1.000 10.000 1,-2.000 10.000-16,-1.000 12.000 15,-4.000 10.000 1,-1.000 9.000-16,-1.000 9.000 16,0.000-1.000-1,-5.000-6.000 1,-6.000-10.000-16,-6.000-7.000 16,-8.000-16.000-1,-7.000-30.000-15,1.000 11.000 16</inkml:trace>
  <inkml:trace contextRef="#ctx0" brushRef="#br0">24987.000 8515.000 0,'0.000'0.000'15,"-23.000"27.000"1,-14.000 20.000-16,-5.000 6.000 16,-3.000 1.000-1,5.000 0.000-15,7.000-10.000 16,10.000-13.000 0</inkml:trace>
  <inkml:trace contextRef="#ctx0" brushRef="#br0">25601.000 9069.000 0,'0.000'0.000'16</inkml:trace>
  <inkml:trace contextRef="#ctx0" brushRef="#br0">26652.000 8301.000 0,'0.000'0.000'15,"0.000"0.000"-15,-29.000 12.000 16,-16.000 13.000-1,-3.000 12.000-15,4.000 10.000 16,3.000 14.000 0,6.000 10.000-16,1.000 11.000 15,3.000 2.000 1,1.000 3.000-16,7.000 5.000 16,6.000 3.000-1,4.000 0.000-15,7.000 1.000 16,4.000 5.000-1,9.000 0.000-15,6.000 2.000 16,7.000-1.000 0,4.000-5.000-1,4.000-8.000-15,1.000-11.000 16,2.000-6.000 0,-1.000-10.000-16,1.000-15.000 15,-7.000-15.000 1</inkml:trace>
  <inkml:trace contextRef="#ctx0" brushRef="#br0">26820.000 10068.000 0,'0.000'0.000'16,"0.000"0.000"-1</inkml:trace>
  <inkml:trace contextRef="#ctx0" brushRef="#br0">27804.000 8293.000 0,'-4.000'-39.000'15,"-8.000"-9.000"1,-6.000 10.000-16,-11.000 16.000 16,-6.000 18.000-1,-7.000 13.000-15,1.000 11.000 16,4.000 12.000-1,2.000 14.000-15,7.000 9.000 16,5.000 9.000 0,7.000 1.000-16,6.000-1.000 15,6.000-10.000 1,6.000-13.000-16,7.000-14.000 16,11.000-17.000-1,7.000-17.000-15,3.000-14.000 16,2.000-14.000-1,-1.000-10.000-15,-3.000-4.000 16,-5.000 3.000 0,-5.000 9.000-16,-4.000 12.000 15,-6.000 11.000 1,-8.000 14.000-16,6.000 0.000 16,-1.000 13.000-1,0.000 13.000-15,-2.000 7.000 16,4.000 8.000-16,3.000 0.000 15,7.000 0.000 1,3.000-4.000-16,1.000-9.000 16,2.000-10.000-1,-1.000-6.000-15,2.000-2.000 16,1.000-7.000 0,-2.000-11.000-16,-5.000-6.000 15,-4.000 1.000 1</inkml:trace>
  <inkml:trace contextRef="#ctx0" brushRef="#br0">28249.000 7806.000 0,'0.000'0.000'0,"0.000"0.000"16,-6.000 21.000 0,-13.000 4.000-16,0.000-5.000 15</inkml:trace>
  <inkml:trace contextRef="#ctx0" brushRef="#br0">28064.000 8054.000 0,'22.000'-12.000'0,"14.000"-8.000"16,9.000 2.000-1,-2.000 6.000-15,-7.000 1.000 16,-9.000 8.000 0,-10.000 6.000-16,-8.000 10.000 15,-5.000 6.000 1,-7.000 12.000-16,-5.000 7.000 15,-4.000 6.000 1,0.000-2.000-16,2.000-4.000 16,-1.000-13.000-1,11.000-25.000 1,-4.000 7.000-16</inkml:trace>
  <inkml:trace contextRef="#ctx0" brushRef="#br0">28401.000 8071.000 0,'0.000'0.000'15,"6.000"32.000"-15,0.000 19.000 16,-8.000 5.000 0,-11.000-6.000-16,1.000-14.000 15</inkml:trace>
  <inkml:trace contextRef="#ctx0" brushRef="#br0">28123.000 8216.000 0,'32.000'-19.000'15,"22.000"-4.000"-15,11.000 3.000 16,0.000 8.000 0,-8.000 5.000-16,-11.000 7.000 15,-12.000 3.000 1,-14.000 1.000-16,-7.000 4.000 16,-12.000 10.000-1,-15.000 9.000-15,-9.000 4.000 16,-6.000 3.000-1,-2.000-2.000-15,6.000-4.000 16,8.000-2.000 0,12.000-8.000-16,13.000-7.000 15,17.000-3.000 1,9.000-1.000-16,7.000 2.000 16,-3.000-1.000-1,-7.000 0.000-15,-8.000 2.000 16,-13.000 7.000-16,-13.000 4.000 15,-20.000 4.000 1,-15.000 1.000-16,-13.000-5.000 16,-3.000-8.000-1,9.000-7.000-15,14.000-4.000 16,10.000-7.000 0,13.000-4.000-16,11.000-4.000 15,13.000 3.000 1,8.000 4.000-16,12.000 5.000 15,3.000 7.000 1,2.000 6.000-16,0.000 4.000 16,-4.000 4.000-1,-4.000 3.000-15,-8.000-5.000 16,-8.000-12.000-16,-4.000-8.000 16</inkml:trace>
  <inkml:trace contextRef="#ctx0" brushRef="#br0">29015.000 8046.000 0,'0.000'0.000'0,"-21.000"28.000"15,-19.000 15.000 1,-15.000 7.000 0,-5.000-3.000-16,0.000-7.000 15,8.000-11.000 1,14.000-12.000 0</inkml:trace>
  <inkml:trace contextRef="#ctx0" brushRef="#br0">28863.000 8326.000 0,'23.000'46.000'0,"4.000"14.000"16,-10.000 2.000 0,-14.000-16.000-16,-7.000-15.000 15</inkml:trace>
  <inkml:trace contextRef="#ctx0" brushRef="#br0">28981.000 8361.000 0,'50.000'-4.000'0,"20.000"-4.000"16,-2.000-2.000-1,-12.000 0.000-15,-11.000 1.000 16,-10.000-3.000 0,-15.000-4.000-16,-8.000-9.000 15,-10.000-6.000 1,-12.000-6.000-16,-1.000 6.000 16,-12.000 6.000-1,-2.000 17.000-15,6.000 11.000 16,1.000 4.000-1,2.000 11.000-15,0.000 9.000 16,0.000 9.000 0,4.000 10.000-16,8.000 3.000 15,7.000 4.000 1,11.000-5.000-16,3.000-3.000 16,7.000-8.000-1,9.000-11.000-15,6.000-13.000 16,8.000-18.000-1,7.000-23.000-15,7.000-19.000 16,3.000-1.000 0,-13.000 13.000-16</inkml:trace>
  <inkml:trace contextRef="#ctx0" brushRef="#br0">29797.000 8421.000 0,'0.000'0.000'16,"0.000"0.000"-16,-16.000 8.000 15,-3.000 2.000 1</inkml:trace>
  <inkml:trace contextRef="#ctx0" brushRef="#br0">27367.000 9378.000 0,'0.000'0.000'0,"24.000"-14.000"16,16.000 0.000-16,10.000 4.000 15,3.000 13.000 1,0.000 10.000-16,-4.000 15.000 15,-3.000 17.000 1,-5.000 11.000-16,-5.000 6.000 16,-5.000-1.000-1,-4.000-2.000-15,-7.000-7.000 16,-8.000-5.000 0,-4.000-7.000-16,-6.000-10.000 15,-8.000-16.000-15,-1.000-8.000 16</inkml:trace>
  <inkml:trace contextRef="#ctx0" brushRef="#br0">27753.000 9513.000 0,'-13.000'15.000'0,"-11.000"14.000"16,-8.000 10.000 0,-3.000 5.000-16,0.000 3.000 15,3.000-6.000 1,5.000-13.000-16,8.000-9.000 16</inkml:trace>
  <inkml:trace contextRef="#ctx0" brushRef="#br0">28283.000 8984.000 0,'0.000'0.000'0,"16.000"11.000"15,2.000 8.000 1,-7.000 3.000-16,-6.000-4.000 15</inkml:trace>
  <inkml:trace contextRef="#ctx0" brushRef="#br0">28182.000 9172.000 0,'0.000'0.000'0,"0.000"0.000"15,34.000-9.000-15,16.000-1.000 16,-1.000 0.000 0,-7.000 9.000-16,-10.000 5.000 15,-10.000 10.000 1,-6.000 13.000 0,-9.000 13.000-16,-8.000 15.000 15,-6.000 1.000-15,-4.000-2.000 16,-3.000-9.000-1,1.000-15.000-15,2.000-12.000 16</inkml:trace>
  <inkml:trace contextRef="#ctx0" brushRef="#br0">28570.000 9265.000 0,'6.000'29.000'16,"3.000"20.000"0,-7.000 5.000-16,-12.000-6.000 15,-11.000-17.000-15,3.000-15.000 16</inkml:trace>
  <inkml:trace contextRef="#ctx0" brushRef="#br0">28233.000 9378.000 0,'0.000'0.000'16,"31.000"-14.000"-16,17.000-5.000 15,14.000 3.000 1,4.000 2.000-1,-6.000 6.000-15,-8.000 4.000 16,-14.000 2.000-16,-13.000 6.000 16,-9.000 8.000-16,-13.000 8.000 15,-16.000 10.000 1,-6.000 3.000-16,-2.000 2.000 16,1.000-1.000-1,4.000-3.000-15,9.000-3.000 16,12.000-7.000-1,10.000-2.000-15,11.000 0.000 16,4.000-1.000 0,-1.000-2.000-16,-7.000 0.000 15,-8.000 2.000 1,-15.000 5.000 0,-17.000 1.000-16,-23.000 2.000 15,-12.000-4.000-15,-6.000-10.000 16,8.000-6.000-1,13.000-6.000-15,13.000-3.000 16,15.000-2.000 0,11.000 2.000-16,13.000 4.000 15,13.000 8.000 1,8.000 3.000-16,2.000 6.000 16,5.000 3.000-1,-4.000-2.000-15,-8.000-1.000 16,-8.000-10.000-16,-12.000-15.000 15,-5.000-3.000 1</inkml:trace>
  <inkml:trace contextRef="#ctx0" brushRef="#br0">28830.000 9342.000 0,'0.000'0.000'16,"-4.000"30.000"-1,-23.000 20.000-15,-17.000 3.000 16,-11.000-9.000 0,3.000-19.000-16,14.000-12.000 15</inkml:trace>
  <inkml:trace contextRef="#ctx0" brushRef="#br0">28745.000 9556.000 0,'11.000'20.000'0,"5.000"15.000"16,0.000 7.000 0,-5.000 5.000-16,-9.000-3.000 15,-9.000-6.000 1,-2.000-14.000-16</inkml:trace>
  <inkml:trace contextRef="#ctx0" brushRef="#br0">28914.000 9556.000 0,'36.000'-6.000'15,"15.000"-4.000"-15,1.000 2.000 16,-2.000-2.000 0,-5.000 3.000-16,-6.000-6.000 15,-8.000-4.000 1,-9.000-3.000-16,-5.000 3.000 16</inkml:trace>
  <inkml:trace contextRef="#ctx0" brushRef="#br0">29166.000 9308.000 0,'-13.000'48.000'0,"-4.000"24.000"16,7.000 10.000 0,11.000-3.000-1,10.000-7.000-15,13.000-20.000 16,13.000-26.000-1,-5.000-15.000-15</inkml:trace>
  <inkml:trace contextRef="#ctx0" brushRef="#br0">29705.000 9701.000 0,'0.000'0.000'0,"0.000"0.000"15,0.000 0.000 1,0.000 0.000-16</inkml:trace>
  <inkml:trace contextRef="#ctx0" brushRef="#br0">30537.000 8267.000 0,'0.000'0.000'0,"0.000"0.000"15,-4.000 29.000-15,-11.000 17.000 16,-10.000 4.000-1,-3.000-10.000-15,8.000-9.000 16,9.000-12.000 0,14.000-9.000-16,19.000-14.000 15,17.000-6.000 1,9.000-1.000-16,-1.000 4.000 16,-3.000 7.000-1,-8.000 10.000-15,-8.000 8.000 16,-10.000 16.000-1,-14.000 14.000-15,-20.000 4.000 16,-21.000 5.000 0,-18.000-3.000-16,-13.000-11.000 15,-7.000-18.000 1,7.000-23.000-16,19.000-10.000 16</inkml:trace>
  <inkml:trace contextRef="#ctx0" brushRef="#br0">30487.000 8600.000 0,'45.000'19.000'0,"28.000"9.000"16,4.000 2.000-16,-5.000-3.000 16,-14.000-5.000-1,-19.000-13.000-15,-17.000-5.000 16</inkml:trace>
  <inkml:trace contextRef="#ctx0" brushRef="#br0">30251.000 8967.000 0,'54.000'-1.000'15,"37.000"0.000"1,16.000 0.000-16,0.000 0.000 16,-13.000-2.000-1,-17.000-3.000 1,-18.000 1.000 0,-17.000-6.000-16,-20.000-8.000 0,-14.000-4.000 15,-22.000-4.000 1,-15.000 1.000-16,-14.000 0.000 15,-5.000 4.000 1,4.000 12.000-16,8.000 10.000 16,12.000 2.000-1,7.000 12.000-15,13.000 14.000 16,11.000 20.000 0,12.000 27.000-16,4.000 22.000 15,-1.000 7.000 1,-5.000-1.000-16,-10.000-12.000 15,-7.000-17.000 1,-5.000-30.000-16,-1.000-19.000 16</inkml:trace>
  <inkml:trace contextRef="#ctx0" brushRef="#br0">30503.000 9112.000 0,'0.000'0.000'0,"-9.000"27.000"15,-12.000 10.000 1,3.000-5.000-16</inkml:trace>
  <inkml:trace contextRef="#ctx0" brushRef="#br0">30839.000 9240.000 0,'13.000'12.000'0,"2.000"1.000"16,-3.000-6.000-16,-7.000-16.000 15,-4.000-6.000 1</inkml:trace>
  <inkml:trace contextRef="#ctx0" brushRef="#br0">31083.000 8600.000 0,'0.000'0.000'15,"-4.000"47.000"1,-9.000 28.000-16,-3.000 6.000 16,3.000-7.000-1,7.000-12.000-15,12.000-12.000 16,6.000-8.000-16,9.000-2.000 16,4.000 3.000-1,-2.000 1.000 1,-7.000 3.000-16,-13.000-2.000 15,-9.000-7.000-15,-9.000-16.000 16,-6.000-29.000 0,1.000-38.000-16,7.000-23.000 15,4.000 9.000 1</inkml:trace>
  <inkml:trace contextRef="#ctx0" brushRef="#br0">31386.000 8540.000 0,'0.000'0.000'0,"0.000"0.000"15,-9.000 31.000-15,-7.000 16.000 16,4.000 2.000 0,6.000-6.000-1,15.000-11.000 1,13.000-10.000-16,12.000-5.000 15,5.000-5.000-15,1.000 5.000 16,-5.000 8.000-16,-11.000 9.000 16,-15.000 12.000-1,-20.000 13.000 1,-21.000 6.000-16,-16.000-5.000 16,-12.000-15.000-1,-1.000-22.000-15,6.000-23.000 16,16.000-21.000-16,20.000-12.000 15,15.000-2.000 1,12.000 7.000-16,9.000 10.000 16,6.000 11.000-1,7.000 14.000-15,7.000 18.000 16,3.000 14.000 0,1.000 7.000-16,-1.000 0.000 15,-3.000-12.000 1,-14.000-21.000-16,-10.000-13.000 15</inkml:trace>
  <inkml:trace contextRef="#ctx0" brushRef="#br0">31756.000 8284.000 0,'0.000'0.000'0,"-9.000"27.000"15,-7.000 13.000 1,2.000 2.000-16,8.000-7.000 16,16.000-10.000-1,17.000-12.000 1,13.000-10.000-16,4.000-8.000 15,-2.000-1.000-15,-8.000 4.000 16,-10.000 7.000 0,-9.000 15.000-16,-8.000 18.000 15,-14.000 15.000 1,-10.000 19.000-16,-9.000 1.000 16,-1.000-3.000-1,5.000-14.000-15,7.000-28.000 16,3.000-17.000-1</inkml:trace>
  <inkml:trace contextRef="#ctx0" brushRef="#br0">32076.000 8643.000 0,'0.000'0.000'16,"2.000"40.000"-16,-3.000 23.000 15,-9.000 9.000 1,-10.000-16.000 0,-2.000-22.000-16</inkml:trace>
  <inkml:trace contextRef="#ctx0" brushRef="#br0">31740.000 8711.000 0,'0.000'0.000'15,"43.000"-14.000"1,25.000-2.000-16,7.000 2.000 16,-6.000 4.000-1,-15.000 6.000-15,-17.000 4.000 16,-14.000 10.000-16,-15.000 12.000 15,-22.000 12.000 1,-20.000 9.000 0,-9.000 1.000-16,-2.000-5.000 15,10.000-3.000 1,14.000-6.000-16,14.000-3.000 16,17.000-3.000-1,16.000-3.000-15,11.000-3.000 16,4.000 3.000-1,-4.000 0.000-15,-5.000 1.000 16,-14.000 5.000 0,-18.000 1.000-16,-20.000 2.000 15,-21.000-4.000-15,-17.000-7.000 16,-11.000-6.000 0,3.000-7.000-16,16.000-7.000 15,18.000-9.000 1,20.000-3.000-1,19.000-1.000-15,18.000 2.000 16,15.000 8.000-16,11.000 8.000 16,5.000 14.000-1,1.000 8.000-15,-5.000 5.000 16,-10.000 2.000 0,-13.000-5.000-16,-14.000-13.000 15,-15.000-15.000 1,6.000 9.000-16</inkml:trace>
  <inkml:trace contextRef="#ctx0" brushRef="#br0">32496.000 8643.000 0,'0.000'0.000'0,"0.000"0.000"16,-26.000 31.000 0,-32.000 19.000-16,-20.000 1.000 15,-3.000-12.000 1,18.000-11.000-16</inkml:trace>
  <inkml:trace contextRef="#ctx0" brushRef="#br0">32278.000 8967.000 0,'11.000'25.000'16,"7.000"14.000"-16,-1.000 2.000 15,-4.000-2.000 1,-5.000-5.000-16,-7.000-10.000 16,-8.000-21.000-16,-2.000-8.000 15</inkml:trace>
  <inkml:trace contextRef="#ctx0" brushRef="#br0">32446.000 8942.000 0,'44.000'-7.000'16,"20.000"-3.000"-1,-1.000-1.000-15,-10.000-3.000 0,-15.000 2.000 16</inkml:trace>
  <inkml:trace contextRef="#ctx0" brushRef="#br0">32572.000 8857.000 0,'0.000'53.000'16,"0.000"25.000"-16,2.000 6.000 15,5.000-10.000 1,5.000-18.000-16,9.000-24.000 16,11.000-30.000-1,7.000-27.000-15,5.000-29.000 16,2.000-22.000-1,-10.000 8.000-15</inkml:trace>
  <inkml:trace contextRef="#ctx0" brushRef="#br0">32833.000 8181.000 0,'59.000'43.000'15,"24.000"35.000"-15,-2.000 27.000 16,-18.000 21.000 0,-26.000 15.000-16,-31.000 7.000 15,-28.000-2.000 1,-19.000-18.000-16,-7.000-28.000 15,9.000-32.000 1</inkml:trace>
  <inkml:trace contextRef="#ctx0" brushRef="#br0">33144.000 9488.000 0,'0.000'0.000'0</inkml:trace>
  <inkml:trace contextRef="#ctx0" brushRef="#br0">29662.000 8874.000 0,'0.000'0.000'15,"0.000"0.000"-15,23.000-2.000 16,12.000-1.000-1,11.000-3.000-15,3.000 1.000 16,1.000 4.000 0,-5.000 1.000-16,-3.000 0.000 15,-6.000 1.000 1,-9.000 1.000-16,-12.000-6.000 16,-8.000-1.000-1</inkml:trace>
  <inkml:trace contextRef="#ctx0" brushRef="#br0">29578.000 9128.000 0,'0.000'0.000'0,"24.000"-4.000"16,19.000-2.000 0,7.000-1.000-16,6.000 2.000 15,-2.000-2.000 1,-5.000 3.000-16,-1.000-4.000 16,-7.000-5.000-1,-6.000-3.000-15,-5.000-6.000 16,-9.000-6.000-1,-8.000 4.000-15</inkml:trace>
  <inkml:trace contextRef="#ctx0" brushRef="#br0">29831.000 8720.000 0,'0.000'0.000'0,"0.000"0.000"15,18.000 9.000-15,16.000 7.000 16,8.000 3.000 0,3.000 2.000-16,1.000-5.000 15,-4.000 2.000 1,-4.000 3.000-16,-5.000 0.000 15,-8.000 0.000 1,-5.000 5.000-16,-15.000 12.000 16,-20.000 12.000-1,-19.000 11.000-15,-26.000 0.000 16,-18.000-8.000 0,9.000-16.000-16</inkml:trace>
  <inkml:trace contextRef="#ctx0" brushRef="#br0">4561.000 11553.000 0,'0.000'0.000'0,"26.000"19.000"16,9.000 8.000-16,0.000 4.000 15,-7.000-6.000 1,-10.000-7.000-16</inkml:trace>
  <inkml:trace contextRef="#ctx0" brushRef="#br0">5100.000 11382.000 0,'0.000'0.000'16,"-12.000"30.000"-16,-23.000 17.000 16,-23.000 6.000-1,-18.000 1.000-15,-12.000-9.000 16,14.000-15.000-1</inkml:trace>
  <inkml:trace contextRef="#ctx0" brushRef="#br0">4502.000 11791.000 0,'22.000'38.000'16,"9.000"24.000"-1,1.000 7.000-15,-6.000-6.000 16,-9.000-7.000 0,-6.000-14.000-16,-10.000-17.000 15,-3.000-12.000 1</inkml:trace>
  <inkml:trace contextRef="#ctx0" brushRef="#br0">4569.000 11808.000 0,'0.000'0.000'0,"44.000"-19.000"16,24.000-8.000 0,15.000 2.000-16,5.000 10.000 15,-3.000 10.000 1,-8.000 17.000-16,-12.000 16.000 15,-15.000 12.000 1,-23.000 7.000 0,-18.000 3.000-16,-22.000-3.000 15,-19.000-4.000-15,-15.000-13.000 16,1.000-11.000 0</inkml:trace>
  <inkml:trace contextRef="#ctx0" brushRef="#br0">4713.000 11944.000 0,'43.000'-8.000'0,"23.000"-2.000"15,1.000-1.000 1,-8.000 5.000-16,-14.000 3.000 15,-13.000 4.000 1,-24.000 6.000-16,-8.000 1.000 16</inkml:trace>
  <inkml:trace contextRef="#ctx0" brushRef="#br0">4646.000 12159.000 0,'36.000'0.000'0,"26.000"-4.000"16,12.000-5.000 0,-4.000-5.000-16,-10.000-3.000 15,-11.000-2.000 1,-13.000-5.000-16,-17.000-2.000 16,-9.000 3.000-1</inkml:trace>
  <inkml:trace contextRef="#ctx0" brushRef="#br0">4823.000 11766.000 0,'0.000'0.000'0,"11.000"36.000"15,7.000 33.000 1,-1.000 28.000-16,2.000 20.000 15,-6.000 6.000 1,-1.000 1.000 0,-4.000-17.000-16,-2.000-23.000 15,-4.000-28.000-15,0.000-21.000 16</inkml:trace>
  <inkml:trace contextRef="#ctx0" brushRef="#br0">4612.000 12287.000 0,'43.000'7.000'0,"31.000"3.000"15,10.000-6.000-15,3.000-8.000 16,-6.000-2.000-1,-9.000-7.000 1,-18.000-1.000-16</inkml:trace>
  <inkml:trace contextRef="#ctx0" brushRef="#br0">5494.000 11637.000 0,'0.000'0.000'0,"0.000"0.000"16,-4.000 32.000 0,-9.000 23.000-16,-6.000 12.000 15,3.000 1.000 1,11.000-10.000-1,10.000-7.000-15,9.000-5.000 16,8.000-3.000-16,4.000-3.000 16,-5.000 3.000-1,-6.000 2.000-15,-13.000 2.000 16,-13.000-6.000 0,-12.000-10.000-16,-9.000-23.000 15,-1.000-29.000 1,5.000-30.000-16,13.000-30.000 15,8.000 5.000 1</inkml:trace>
  <inkml:trace contextRef="#ctx0" brushRef="#br0">5864.000 11347.000 0,'0.000'0.000'15,"0.000"0.000"-15,0.000 0.000 16,-8.000 24.000 0,0.000 8.000-16,7.000 2.000 15,10.000-4.000 1,17.000-3.000 0,11.000-2.000-16,10.000-4.000 15,5.000 3.000-15,-4.000 3.000 16,-12.000 4.000-1,-15.000 8.000 1,-23.000 5.000-16,-27.000 7.000 16,-26.000-1.000-1,-18.000-6.000-15,-13.000-9.000 16,-1.000-20.000 0,21.000-9.000-16</inkml:trace>
  <inkml:trace contextRef="#ctx0" brushRef="#br0">5789.000 11714.000 0,'50.000'12.000'16,"24.000"9.000"-16,1.000 4.000 16,-10.000 2.000-1,-16.000-1.000-15,-14.000-7.000 16,-13.000-4.000-1</inkml:trace>
  <inkml:trace contextRef="#ctx0" brushRef="#br0">5899.000 11919.000 0,'30.000'-1.000'15,"10.000"-3.000"1,-2.000-3.000-16,-8.000 4.000 16,-10.000 8.000-1,-15.000 5.000-15,-18.000 12.000 16,-14.000 6.000 0,-10.000 1.000-16,1.000-1.000 15,4.000-6.000 1,8.000-8.000-16,11.000-1.000 15,15.000-6.000 1,15.000-4.000-16,10.000-5.000 16,14.000-1.000-1,0.000 3.000-15,-7.000 2.000 16,-10.000-1.000 0,-16.000 10.000-16,-21.000 10.000 15,-26.000 10.000-15,-19.000 6.000 16,-9.000 6.000-1,3.000-3.000 1,11.000-9.000-16,14.000-12.000 16,26.000-6.000-16,23.000-10.000 15,23.000-6.000 1,23.000-5.000 0,11.000-6.000-1,5.000-2.000-15,-6.000 3.000 16,-13.000 6.000-16,-17.000 2.000 15,-15.000 3.000-15,-11.000-3.000 16,-16.000-6.000 0,-12.000-7.000-16,-1.000-1.000 15</inkml:trace>
  <inkml:trace contextRef="#ctx0" brushRef="#br0">6016.000 11911.000 0,'0.000'0.000'16,"10.000"28.000"-16,3.000 25.000 15,-8.000 25.000 1,-9.000 16.000-16,-5.000 4.000 16,0.000-10.000-1,-1.000-18.000-15,3.000-19.000 16,4.000-19.000-1,3.000-32.000-15,-3.000 9.000 16</inkml:trace>
  <inkml:trace contextRef="#ctx0" brushRef="#br0">5646.000 11903.000 0,'0.000'0.000'0,"0.000"0.000"15,-6.000 38.000-15,-2.000 28.000 16,4.000 14.000 0,7.000 2.000-16,11.000-3.000 15,10.000-11.000 1,12.000-7.000-16,11.000-10.000 15,10.000-12.000 1,7.000-12.000 0,5.000-13.000-16,-1.000-15.000 15,1.000-15.000-15,-6.000-13.000 16,-6.000-9.000 0,-13.000 3.000-16</inkml:trace>
  <inkml:trace contextRef="#ctx0" brushRef="#br0">6630.000 12244.000 0,'16.000'-2.000'16</inkml:trace>
  <inkml:trace contextRef="#ctx0" brushRef="#br0">6429.000 11509.000 0,'0.000'0.000'0,"0.000"0.000"16,13.000 14.000-1,10.000 10.000-15,4.000 4.000 16,-3.000-1.000 0,-8.000-6.000-16</inkml:trace>
  <inkml:trace contextRef="#ctx0" brushRef="#br0">6462.000 11843.000 0,'0.000'0.000'0,"0.000"0.000"15,0.000 0.000 1,0.000 0.000-16,11.000 18.000 15,4.000 1.000-15</inkml:trace>
  <inkml:trace contextRef="#ctx0" brushRef="#br0">6496.000 12287.000 0,'0.000'0.000'16,"0.000"0.000"-16,9.000-23.000 16,7.000-25.000-1,-2.000-16.000-15,-2.000-13.000 16,-3.000 12.000 0</inkml:trace>
  <inkml:trace contextRef="#ctx0" brushRef="#br0">6604.000 11689.000 0,'8.000'-20.000'16,"-1.000"-3.000"-16,-2.000 3.000 16,-5.000 20.000-1,5.000 2.000-15,-1.000 20.000 16,-3.000 22.000-16,3.000 13.000 16,-4.000 2.000-1,-2.000-7.000 1,5.000-14.000-16,2.000-19.000 15,3.000-24.000-15,3.000-26.000 16,4.000-17.000 0,-4.000 3.000-16</inkml:trace>
  <inkml:trace contextRef="#ctx0" brushRef="#br0">6781.000 11544.000 0,'0.000'0.000'0,"0.000"0.000"16,0.000 0.000-1,0.000 0.000-15,0.000 0.000 16,29.000-5.000 0,18.000-1.000-16,8.000 5.000 15,-3.000 7.000 1,-5.000 7.000-16,-11.000 7.000 16,-16.000 11.000-1,-14.000 15.000-15,-16.000 7.000 16,-5.000-2.000-1,-3.000-5.000 1,4.000-9.000-16,8.000-8.000 16,12.000-7.000-16,9.000-8.000 15,10.000-4.000 1,6.000-10.000-16,4.000-7.000 16,0.000-7.000-1,-5.000-3.000-15,-12.000-1.000 16,-10.000 5.000-16</inkml:trace>
  <inkml:trace contextRef="#ctx0" brushRef="#br0">6722.000 12022.000 0,'0.000'0.000'15,"0.000"0.000"-15,2.000 25.000 16,1.000 17.000 0,2.000 8.000-1,1.000 1.000-15,-3.000-8.000 16,-2.000-14.000 0,-1.000-13.000-16</inkml:trace>
  <inkml:trace contextRef="#ctx0" brushRef="#br0">6731.000 12133.000 0,'0.000'0.000'0,"32.000"-12.000"16,18.000-8.000-1,10.000 2.000-15,-1.000 2.000 16,-5.000 8.000-1,-11.000 7.000-15,-8.000 7.000 16,-12.000 7.000 0,-16.000 7.000-16,-14.000 10.000 15,-11.000 0.000 1,-3.000 1.000-16,2.000-3.000 16,10.000-2.000-1,8.000-4.000-15,11.000-7.000 16,17.000-7.000-16,12.000-16.000 15,13.000-15.000 1,3.000-12.000 0,-12.000 6.000-16</inkml:trace>
  <inkml:trace contextRef="#ctx0" brushRef="#br0">7875.000 11296.000 0,'-34.000'38.000'0,"-22.000"25.000"16,-4.000 8.000-16,9.000-6.000 16,17.000-13.000-1,21.000-11.000-15,21.000-12.000 16,24.000-11.000 0,15.000-9.000-16,9.000-12.000 15,1.000-5.000-15,-4.000-9.000 16,-8.000-5.000-1,-14.000-6.000-15,-9.000 3.000 16</inkml:trace>
  <inkml:trace contextRef="#ctx0" brushRef="#br0">7808.000 11484.000 0,'-2.000'41.000'15,"5.000"35.000"-15,-2.000 20.000 16,1.000 14.000 0,-3.000 1.000-16,1.000-3.000 15,0.000-11.000 1,2.000-14.000-16,1.000-22.000 16,0.000-16.000-1,-2.000-20.000-15,-5.000-15.000 16,-9.000-18.000-1,-9.000-16.000-15,2.000-1.000 16</inkml:trace>
  <inkml:trace contextRef="#ctx0" brushRef="#br0">7303.000 12022.000 0,'74.000'-16.000'16,"38.000"-8.000"-16,17.000-3.000 15,-3.000 4.000 1,-9.000 3.000-16,-12.000 6.000 16,-13.000 7.000-1,-18.000 3.000-15,-18.000 0.000 16,-21.000 4.000-1,-35.000 0.000-15,-8.000-4.000 16,-31.000-7.000 0,-17.000-9.000-16,-15.000-3.000 15,-4.000-5.000 1,3.000 3.000-16,9.000 15.000 16,13.000 17.000-1,12.000 22.000-15,13.000 5.000 16,5.000 0.000-1,4.000 1.000-15,3.000 2.000 16,3.000-3.000 0,7.000-8.000-16,8.000-13.000 15,9.000-26.000 1,10.000-23.000-16,9.000-19.000 16,7.000-5.000-16,4.000 5.000 15,-1.000 16.000 1,-2.000 28.000-16,-11.000 13.000 15,-13.000 6.000 1,-6.000 4.000-16,-11.000 12.000 16,-14.000 14.000-1,-14.000 9.000-15,-10.000 6.000 16,-5.000-3.000 0,5.000-4.000-16,12.000-14.000 15,11.000-13.000 1,15.000-10.000-16,13.000-8.000 15,8.000-1.000 1,4.000-1.000-16,2.000 2.000 16,-5.000 7.000-1,-8.000 9.000-15,-10.000 11.000 16,-11.000 10.000 0,-9.000 6.000-16,-4.000 3.000 15,0.000-5.000 1,7.000-8.000-16,7.000-8.000 15,16.000-11.000 1,14.000-19.000-16,13.000-20.000 16,11.000-18.000-1,6.000-15.000-15,3.000-16.000 16,-1.000-9.000 0,-6.000-6.000-16,-6.000-1.000 15,-14.000 7.000 1,-4.000 14.000-16,1.000 23.000 15,4.000 22.000 1,2.000 14.000-16,4.000 6.000 16,9.000 2.000-1,14.000 3.000-15,3.000 0.000 16,1.000-2.000-16,-2.000 0.000 16,-4.000-2.000-1,-7.000-7.000 1,-11.000-11.000-16,-10.000-9.000 15,-18.000-11.000 1,-10.000 5.000-16</inkml:trace>
  <inkml:trace contextRef="#ctx0" brushRef="#br0">8648.000 11509.000 0,'0.000'0.000'16,"-4.000"29.000"-1,-13.000 20.000-15,-12.000 12.000 16,-12.000 5.000 0,-9.000-10.000-16,10.000-15.000 15</inkml:trace>
  <inkml:trace contextRef="#ctx0" brushRef="#br0">8413.000 11919.000 0,'14.000'41.000'0,"4.000"22.000"16,-4.000 5.000-1,-9.000 1.000 1,-5.000-12.000-16,-4.000-22.000 16,0.000-16.000-1</inkml:trace>
  <inkml:trace contextRef="#ctx0" brushRef="#br0">8572.000 11894.000 0,'40.000'10.000'0,"13.000"8.000"15,2.000 10.000 1,-6.000 9.000-16,-14.000 9.000 15,-18.000 4.000 1,-13.000-1.000-16,-18.000-9.000 16,-14.000-15.000-1,-12.000-19.000-15,5.000-9.000 16</inkml:trace>
  <inkml:trace contextRef="#ctx0" brushRef="#br0">8623.000 11962.000 0,'0.000'0.000'16,"11.000"25.000"-1,1.000 14.000-15,-10.000 12.000 16,-13.000 0.000-16,-10.000-10.000 16,1.000-13.000 15</inkml:trace>
  <inkml:trace contextRef="#ctx0" brushRef="#br0">8261.000 12287.000 0,'42.000'2.000'0,"30.000"0.000"16,15.000 3.000-1,7.000 3.000-15,2.000 0.000 16,-6.000 1.000 0,-8.000-5.000-16,-8.000-11.000 15,-18.000-2.000 1</inkml:trace>
  <inkml:trace contextRef="#ctx0" brushRef="#br0">9245.000 11536.000 0,'97.000'-11.000'16,"28.000"6.000"-16,-23.000 9.000 15,-34.000 2.000 1</inkml:trace>
  <inkml:trace contextRef="#ctx0" brushRef="#br0">9245.000 11953.000 0,'56.000'-1.000'0,"31.000"-4.000"16,8.000-3.000 0,-7.000-1.000-1,-10.000-2.000-15,-17.000-4.000 16,-18.000-10.000 0,-16.000 4.000-16</inkml:trace>
  <inkml:trace contextRef="#ctx0" brushRef="#br0">9464.000 11689.000 0,'26.000'41.000'16,"17.000"38.000"-1,1.000 30.000-15,-8.000 22.000 16,-14.000 17.000-1,-11.000-4.000-15,-11.000-12.000 16,-4.000-22.000 0,-9.000-22.000-16,-11.000-22.000 15,-14.000-32.000 1,-18.000-41.000-16,-12.000-52.000 16,-2.000-40.000-1,10.000-9.000-15,16.000 22.000 16</inkml:trace>
  <inkml:trace contextRef="#ctx0" brushRef="#br0">10650.000 11254.000 0,'0.000'0.000'0,"-30.000"24.000"16,-36.000 20.000-1,-25.000 10.000-15,-2.000 0.000 16,19.000-9.000 0,26.000-14.000-1,31.000-4.000-15,33.000-6.000 16,33.000-6.000-16,29.000-5.000 16,17.000-5.000-1,2.000-3.000-15,-9.000-3.000 16,-17.000-4.000-1,-15.000-2.000-15,-23.000-8.000 16,-18.000-6.000 0,-22.000-11.000-16,-4.000 3.000 15</inkml:trace>
  <inkml:trace contextRef="#ctx0" brushRef="#br0">10574.000 11382.000 0,'0.000'0.000'16,"2.000"30.000"-1,7.000 26.000-15,1.000 19.000 16,-5.000 10.000 0,-7.000 4.000-16,-9.000-12.000 15,-5.000-11.000 1,0.000-20.000-16,3.000-16.000 16</inkml:trace>
  <inkml:trace contextRef="#ctx0" brushRef="#br0">10532.000 11706.000 0,'-43.000'27.000'16,"-22.000"12.000"-16,-2.000 1.000 15,14.000-9.000 1</inkml:trace>
  <inkml:trace contextRef="#ctx0" brushRef="#br0">10717.000 11749.000 0,'33.000'21.000'15,"7.000"12.000"1,-11.000 5.000-16,-21.000 0.000 15,-9.000-8.000-15</inkml:trace>
  <inkml:trace contextRef="#ctx0" brushRef="#br0">10431.000 11953.000 0,'27.000'0.000'16,"12.000"2.000"0,2.000 2.000-16,-5.000 1.000 15,-9.000 1.000-15,-11.000 6.000 16,-14.000 3.000 0,-16.000 4.000-16,-8.000 5.000 15,-3.000 0.000 1,4.000-5.000-1,8.000 5.000-15,15.000 1.000 16,16.000-4.000 0,16.000-1.000-16,4.000 1.000 15,0.000 1.000-15,-9.000-3.000 16,-9.000 2.000 0,-18.000 0.000-16,-20.000 0.000 15,-23.000-8.000 1,-16.000-20.000-16,-3.000-15.000 15,12.000-4.000 1</inkml:trace>
  <inkml:trace contextRef="#ctx0" brushRef="#br0">10457.000 12125.000 0,'0.000'0.000'16,"9.000"22.000"-16,-1.000 16.000 15,-9.000 9.000 1,-12.000-7.000-16,-8.000-19.000 16,3.000-13.000-1</inkml:trace>
  <inkml:trace contextRef="#ctx0" brushRef="#br0">10111.000 11851.000 0,'0.000'0.000'0,"-6.000"32.000"16,2.000 24.000-16,7.000 19.000 16,12.000 10.000-1,9.000-1.000-15,14.000-8.000 31,12.000-7.000-31,12.000-12.000 0,11.000-15.000 16,8.000-16.000 0,1.000-19.000-16,-4.000-20.000 15,-8.000-15.000 1,-19.000-1.000-16</inkml:trace>
  <inkml:trace contextRef="#ctx0" brushRef="#br0">11406.000 11262.000 0,'0.000'0.000'16,"0.000"0.000"-16,0.000 0.000 16,-3.000 26.000-1,-7.000 12.000-15,-8.000 1.000 16,1.000-1.000-1,3.000-6.000-15,7.000-8.000 16,11.000-7.000 0,13.000-1.000-16,14.000-4.000 15,9.000-4.000 1,6.000-6.000 0,0.000-2.000-16,-5.000 0.000 15,-6.000 0.000-15,-9.000-4.000 16,-11.000 3.000-1,-15.000 6.000-15,-16.000 3.000 16,-13.000 5.000 0,-9.000 5.000-16,-2.000 4.000 15,-7.000 5.000-15,-2.000 4.000 16,0.000 0.000 0,5.000-3.000-16,6.000-5.000 15,13.000-5.000 1,17.000-4.000-16,26.000-4.000 15,22.000-5.000 1,17.000-3.000-16,12.000-2.000 16,-3.000 0.000-1,-12.000 2.000-15,-13.000-3.000 16,-16.000 4.000 0,-25.000 9.000-16,-24.000 7.000 15,-27.000 10.000 1,-18.000 4.000-16,-9.000-2.000 15,6.000-1.000 1,17.000-2.000-16,19.000-3.000 16,27.000-3.000-1,23.000 0.000-15,23.000-2.000 16,19.000-8.000 0,9.000-8.000-16,1.000-4.000 15,-5.000-7.000 1,-6.000-5.000-16,-11.000-5.000 15,-19.000-8.000 1,-15.000-7.000-16,-18.000 0.000 16,-13.000 6.000-1,-6.000 10.000-15,1.000 8.000 16,3.000 14.000 0,6.000 15.000-16,7.000 19.000 15,8.000 25.000-15,2.000 22.000 16,6.000 16.000-1,-3.000-1.000 1,1.000-19.000-16,-1.000-24.000 16,-1.000-26.000-1,4.000-33.000-15,8.000-36.000 16,3.000-36.000 0,8.000-33.000-16,4.000-29.000 15,4.000-25.000-15,-17.000-2.000 16,18.000 9.000-1,10.000 15.000-15,3.000 23.000 16,-5.000 31.000 0,-2.000 24.000-16,-3.000 15.000 15,-11.000 13.000 1,-8.000 11.000-16,-18.000 20.000 16,0.000 0.000-1,-4.000 6.000-15,-14.000 16.000 16,-3.000 10.000-1,5.000 3.000-15,10.000 0.000 16,10.000-3.000 0,11.000-7.000-16,9.000-4.000 15,5.000 0.000 1,0.000 1.000-16,-8.000-1.000 16,-8.000 4.000-1,-12.000 7.000-15,-16.000 3.000 16,-13.000-2.000-1,-7.000-6.000-15,4.000-12.000 16,12.000-22.000 0,19.000-15.000-16,26.000-14.000 15,21.000-10.000-15,19.000 2.000 16,1.000 16.000 0,-5.000 18.000-16,-13.000 15.000 15,-10.000 4.000 1,-14.000 1.000-16,-15.000 2.000 15,-19.000 10.000 1,-27.000 11.000-16,-27.000 7.000 16,-17.000 8.000-1,-8.000-2.000-15,5.000-6.000 16,16.000-9.000 0,20.000-11.000-16,28.000-5.000 15,25.000-10.000 1,24.000-5.000-16,18.000-4.000 15,11.000-2.000 1,3.000 4.000-16,-6.000 4.000 16,-12.000 5.000-1,-17.000 6.000-15,-17.000 13.000 16,-17.000 12.000 0,-17.000 9.000-16,-14.000-1.000 15,-7.000-3.000 1,5.000-10.000-16,9.000-11.000 15,9.000-7.000-15,22.000-15.000 16,1.000-5.000 0,23.000-16.000-1,15.000-5.000-15,5.000 0.000 16,-3.000 11.000 0,-5.000 4.000-16,-11.000 9.000 15,-14.000 11.000-15,-11.000 18.000 16,-15.000 5.000-1,-12.000 4.000-15,-5.000-2.000 16,1.000-3.000 0,4.000-9.000-16,8.000-9.000 15,9.000-5.000 1,11.000-8.000-16,10.000-7.000 16,11.000-1.000-1,7.000 6.000-15,-1.000 8.000 16,-4.000 7.000-1,-14.000 4.000-15,-10.000 9.000 16,-14.000 6.000 0,-19.000 0.000-16,-17.000-3.000 15,-7.000-3.000 1,2.000-8.000-16,7.000-7.000 16,11.000 2.000-1,14.000 1.000-15,20.000 8.000 16,17.000 8.000-1,17.000 8.000-15,14.000 1.000 16,7.000-6.000 0,6.000-8.000-16,5.000-11.000 15,6.000-15.000 1,-1.000-13.000-16,-5.000-15.000 16,-6.000-6.000-1,-10.000-13.000 1,-7.000-14.000-16,-10.000-9.000 15,-12.000-12.000-15,-12.000-13.000 16,-7.000-9.000 0,-2.000 20.000-16</inkml:trace>
  <inkml:trace contextRef="#ctx0" brushRef="#br0">12886.000 11398.000 0,'40.000'0.000'0,"8.000"5.000"15,-4.000 6.000-15,-15.000 6.000 16,-16.000 3.000 0,-8.000-3.000-16</inkml:trace>
  <inkml:trace contextRef="#ctx0" brushRef="#br0">12811.000 11664.000 0,'56.000'8.000'0,"22.000"6.000"15,-1.000-3.000-15,-11.000 1.000 16,-15.000-4.000-1,-17.000-1.000-15,-23.000 1.000 16,-20.000 1.000 0,-23.000 2.000-16,-22.000 5.000 15,-15.000 10.000 1,-5.000 5.000-16,10.000 5.000 16,18.000-5.000-1,19.000-5.000-15,23.000 0.000 16,24.000-3.000-1,25.000-7.000-15,12.000-2.000 16,9.000-1.000 0,0.000-8.000-16,-6.000-1.000 15,-12.000-6.000 1,-19.000-7.000-16,-15.000-8.000 16,-9.000 1.000-1</inkml:trace>
  <inkml:trace contextRef="#ctx0" brushRef="#br0">12886.000 11868.000 0,'16.000'58.000'0,"3.000"28.000"15,-7.000 11.000 1,-4.000-6.000-16,2.000-14.000 15,3.000-14.000 1,6.000-16.000 0,4.000-13.000-16,9.000-17.000 15,10.000-22.000-15,10.000-28.000 16,7.000-31.000 0,4.000-28.000-1,0.000-18.000-15,-4.000-7.000 16,-14.000 23.000-16</inkml:trace>
  <inkml:trace contextRef="#ctx0" brushRef="#br0">13517.000 11569.000 0,'32.000'25.000'0,"10.000"13.000"15,-3.000 5.000 1,-13.000-3.000-16,-6.000-11.000 15,-8.000-9.000 1</inkml:trace>
  <inkml:trace contextRef="#ctx0" brushRef="#br0">14165.000 11612.000 0,'0.000'0.000'0,"6.000"24.000"16,-13.000 15.000 0,-26.000 3.000-16,-27.000-3.000 15,-17.000-13.000 1,12.000-12.000 0</inkml:trace>
  <inkml:trace contextRef="#ctx0" brushRef="#br0">13887.000 11450.000 0,'0.000'0.000'0,"-1.000"42.000"16,-17.000 31.000-1,-18.000 19.000-15,-11.000 2.000 16,-4.000-10.000-16,11.000-20.000 15,15.000-16.000 1,23.000-20.000-16,23.000-16.000 16,23.000-12.000-1,16.000-5.000-15,8.000-2.000 16,-3.000 4.000 0,-13.000 4.000-16,-19.000 11.000 15,-21.000 14.000 1,-24.000 15.000-1,-32.000 12.000-15,-24.000 4.000 16,-11.000-5.000 0,-1.000-12.000-16,13.000-21.000 15,18.000-13.000-15</inkml:trace>
  <inkml:trace contextRef="#ctx0" brushRef="#br0">13887.000 12294.000 0,'37.000'17.000'0,"17.000"5.000"16,-3.000-5.000-1,-7.000-13.000-15,-5.000-16.000 16,-11.000-5.000 0</inkml:trace>
  <inkml:trace contextRef="#ctx0" brushRef="#br0">14468.000 11714.000 0,'52.000'-13.000'0,"27.000"-4.000"15,-1.000 1.000-15,-10.000 5.000 16,-9.000 1.000-1,-12.000 3.000-15,-12.000-4.000 16,-13.000-3.000 0,-11.000 1.000-16</inkml:trace>
  <inkml:trace contextRef="#ctx0" brushRef="#br0">14720.000 11518.000 0,'-22.000'41.000'15,"-9.000"25.000"-15,2.000 9.000 16,7.000-3.000 0,10.000-7.000-16,14.000-11.000 15,14.000-13.000 1,8.000-17.000-16,9.000-14.000 16,5.000-12.000-1,1.000-14.000-15,-2.000-6.000 16,-13.000 0.000-1,-14.000-3.000-15,-10.000 1.000 16,-9.000 9.000 0,-4.000 7.000-16,-6.000 15.000 15,-1.000 19.000 1,2.000 27.000-16,7.000 23.000 16,7.000 21.000-1,4.000 3.000-15,4.000-2.000 16,-1.000-8.000-1,0.000-15.000-15,-1.000-19.000 16,-6.000-18.000 0,-6.000-14.000-16,-9.000-16.000 15,-13.000-16.000 1,-11.000-10.000-16,-4.000-15.000 31,-1.000-9.000-31,9.000 0.000 0,11.000 5.000 16,14.000 1.000-1,16.000 1.000 1,14.000-3.000-16,12.000 2.000 16,11.000-1.000-16,9.000 7.000 15,1.000 10.000 1,6.000 12.000-16,-1.000 16.000 16,-3.000 16.000-1,-4.000 17.000-15,-6.000 12.000 16,-9.000-1.000-1,-9.000-4.000-15,-6.000-10.000 16,-8.000-12.000 0,-4.000-21.000-16,-3.000-21.000 15,-1.000-16.000 1,-1.000-16.000-16,-1.000-14.000 16,0.000 1.000-1,0.000 13.000-15,0.000 12.000 16,3.000 7.000-1,7.000 6.000-15,8.000-2.000 16,12.000 2.000 0,10.000 1.000-16,9.000 8.000 15,7.000 10.000 1,1.000 13.000-16,2.000 14.000 16,-1.000 16.000-1,-10.000 13.000-15,-11.000 10.000 16,-14.000-2.000-1,-16.000-6.000-15,-16.000-14.000 16,-12.000-11.000 0,-16.000-20.000-16,-7.000-19.000 15,7.000-5.000 1</inkml:trace>
  <inkml:trace contextRef="#ctx0" brushRef="#br0">15090.000 12183.000 0,'0.000'0.000'0,"31.000"-6.000"16,19.000-5.000-1,1.000 4.000-15,-7.000 4.000 16,-8.000 6.000 0,-11.000 6.000-1,-15.000 10.000-15,-16.000 8.000 16,-24.000 8.000-16,-19.000 7.000 15,-8.000 3.000 1,3.000-4.000 0,9.000-11.000-16,14.000-8.000 15,15.000-7.000-15,15.000-2.000 16,18.000-5.000 0,20.000-4.000-16,13.000-8.000 15,10.000-4.000 1,1.000-5.000-16,-6.000 2.000 15,-9.000-1.000 1,-13.000-2.000-16,-16.000-8.000 16,-15.000-7.000-1,-5.000 3.000-15</inkml:trace>
  <inkml:trace contextRef="#ctx0" brushRef="#br0">15123.000 11723.000 0,'0.000'0.000'0,"13.000"31.000"16,11.000 38.000-16,-5.000 34.000 16,-11.000 19.000-1,-14.000 3.000-15,-8.000-18.000 16,2.000-28.000-1</inkml:trace>
  <inkml:trace contextRef="#ctx0" brushRef="#br0">15653.000 11612.000 0,'0.000'0.000'0,"0.000"0.000"15,31.000 10.000 1,17.000 9.000-16,-4.000 7.000 16,-10.000 0.000-1,-9.000-4.000-15</inkml:trace>
  <inkml:trace contextRef="#ctx0" brushRef="#br0">15662.000 11860.000 0,'0.000'0.000'0,"55.000"-9.000"0,34.000-3.000 16,15.000-1.000-1,-7.000-1.000-15,-9.000 5.000 16,-16.000 0.000-1,-14.000 2.000-15,-15.000-4.000 16,-15.000 2.000 0</inkml:trace>
  <inkml:trace contextRef="#ctx0" brushRef="#br0">16056.000 12022.000 0,'19.000'38.000'16,"6.000"23.000"-16,-1.000 9.000 16,-9.000 5.000-1,-13.000-8.000-15,-15.000-14.000 16,-2.000-18.000 0</inkml:trace>
  <inkml:trace contextRef="#ctx0" brushRef="#br0">16032.000 11971.000 0,'0.000'0.000'0,"-16.000"28.000"15,-17.000 21.000-15,-13.000 7.000 16,-1.000-6.000-1,6.000-22.000-15,12.000-16.000 16</inkml:trace>
  <inkml:trace contextRef="#ctx0" brushRef="#br0">16755.000 11501.000 0,'0.000'0.000'16,"0.000"0.000"-16,0.000 0.000 16,-29.000 28.000-1,-26.000 16.000-15,-16.000 2.000 16,-7.000-5.000 0,9.000-12.000-1,18.000-11.000-15,17.000-8.000 16,21.000 1.000-16,16.000 5.000 15,15.000 9.000 1,10.000 12.000-16,7.000 10.000 16,5.000 12.000-1,-2.000 11.000 1,-4.000 5.000-16,-8.000 2.000 16,-11.000-1.000-16,-10.000-4.000 15,-7.000-13.000 1,-6.000-18.000-16,-6.000-29.000 15,1.000-12.000 1</inkml:trace>
  <inkml:trace contextRef="#ctx0" brushRef="#br0">16528.000 11851.000 0,'0.000'0.000'16,"30.000"-12.000"-16,23.000-8.000 16,14.000-1.000-1,7.000 3.000-15,-2.000 5.000 16,1.000 8.000 0,-3.000 7.000-16,-9.000 10.000 15,-8.000 3.000 1,-7.000 9.000-16,-9.000 14.000 15,-6.000 19.000 1,-14.000 15.000-16,-14.000 8.000 16,-12.000 5.000-1,-11.000-3.000-15,-8.000-11.000 16,-7.000-15.000 0,-3.000-16.000-16,-3.000-19.000 15,-2.000-19.000 1,-3.000-19.000-16,-3.000-19.000 15,5.000-16.000 1,9.000-14.000 0,10.000 0.000-16,14.000 2.000 15,12.000 11.000 1,11.000 11.000-16,6.000 11.000 16,5.000 13.000-16,2.000 11.000 15,4.000 6.000 1,-4.000 8.000-1,-6.000 9.000-15,-11.000 12.000 16,-15.000 10.000 0,-16.000 0.000-16,-10.000-2.000 15,-6.000-11.000-15,-2.000-15.000 16,7.000-22.000 0,8.000-5.000-16</inkml:trace>
  <inkml:trace contextRef="#ctx0" brushRef="#br0">17680.000 11459.000 0,'0.000'0.000'15,"2.000"24.000"-15,-12.000 18.000 16,-21.000 12.000 0,-18.000-3.000-16,5.000-13.000 15</inkml:trace>
  <inkml:trace contextRef="#ctx0" brushRef="#br0">17495.000 11911.000 0,'0.000'0.000'16,"8.000"30.000"0,0.000 17.000-16,-3.000 2.000 15,-6.000-7.000 1,-3.000-7.000-16,-3.000-15.000 16,7.000-20.000-1,-3.000-5.000-15,12.000-16.000 16,7.000-8.000-16,8.000-3.000 15,3.000 2.000 1,0.000 5.000-16,-5.000 6.000 16,-4.000 8.000-1,-1.000 9.000-15,2.000 11.000 16,-3.000 10.000 0,-7.000 12.000-16,-6.000 1.000 15,-6.000 3.000 1,-5.000-3.000-16,-2.000-8.000 15,-1.000-9.000 1,2.000-12.000-16,-1.000-13.000 16,6.000-17.000-1,9.000-13.000-15,12.000-14.000 16,9.000-7.000 0,7.000 2.000-16,2.000 7.000 15,6.000 11.000 1,2.000 14.000-16,-1.000 14.000 15,-1.000 12.000 1,0.000 14.000-16,-4.000 20.000 16,-4.000 17.000-1,-5.000 11.000-15,-8.000 14.000 16,-7.000 0.000 0,-7.000-3.000-16,-7.000-6.000 15,-9.000-10.000 1,-5.000-14.000-16,-7.000-17.000 15,-10.000-22.000 1,-4.000-28.000 0,2.000-32.000-16,3.000-24.000 15,5.000-8.000-15,10.000 16.000 16</inkml:trace>
  <inkml:trace contextRef="#ctx0" brushRef="#br0">17882.000 11876.000 0,'0.000'0.000'0,"15.000"15.000"15,4.000 9.000 1,-2.000 0.000-16</inkml:trace>
  <inkml:trace contextRef="#ctx0" brushRef="#br0">18646.000 11314.000 0,'0.000'0.000'15,"-11.000"33.000"1,-16.000 18.000-16,-15.000 5.000 15,-6.000-8.000 1,10.000-14.000-16,18.000-19.000 16,12.000-10.000-1</inkml:trace>
  <inkml:trace contextRef="#ctx0" brushRef="#br0">18748.000 11536.000 0,'0.000'0.000'0,"2.000"26.000"16,-14.000 19.000-16,-20.000 10.000 16,-18.000 3.000-1,-14.000-3.000-15,-4.000-13.000 16,8.000-11.000 0,19.000-11.000-16,20.000-12.000 15,23.000-4.000 1,16.000-1.000-16,9.000 3.000 15,4.000 5.000 1,6.000 7.000-16,2.000 10.000 16,-6.000 9.000-1,-4.000 6.000-15,-12.000 3.000 16,-9.000-3.000 0,-6.000-5.000-16,-8.000-11.000 15,-2.000-18.000 1,2.000-10.000-16</inkml:trace>
  <inkml:trace contextRef="#ctx0" brushRef="#br0">19075.000 11314.000 0,'0.000'0.000'0,"0.000"0.000"16,0.000 0.000-16,-6.000 26.000 16,-19.000 17.000-1,-16.000-2.000 1,3.000-9.000-16</inkml:trace>
  <inkml:trace contextRef="#ctx0" brushRef="#br0">18882.000 11689.000 0,'0.000'0.000'16,"21.000"7.000"-1,11.000 2.000-15,-1.000-2.000 16,-4.000-2.000 0,-10.000 1.000-16,-5.000 3.000 15,-10.000 5.000 1,-8.000 5.000-16,-8.000 8.000 15,-6.000 10.000 1,-3.000 5.000-16,-4.000 6.000 16,0.000 2.000-1,4.000-3.000-15,4.000 3.000 16,2.000-1.000 0,9.000-4.000-16,4.000-3.000 15,3.000-7.000 1,0.000-10.000-16,1.000-7.000 15,0.000-18.000 1,0.000 0.000-16,3.000 3.000 16,5.000-16.000-1,9.000-23.000-15,14.000-26.000 16,14.000-21.000 0,9.000-10.000-16,5.000 1.000 15,-3.000 7.000 1,-4.000 9.000-16,-8.000 11.000 15,-9.000 12.000 1,-11.000 12.000-16,-10.000 14.000 16,-8.000 10.000-1,-6.000 17.000 1,3.000 2.000-16,3.000 17.000 16,6.000 18.000-16,7.000 18.000 15,10.000 15.000 1,-1.000 4.000-16,0.000 0.000 15,-7.000 1.000 1,-10.000-7.000-16,-11.000-7.000 16,-13.000-8.000-1,-14.000-16.000-15,-8.000-14.000 16,-8.000-18.000 0,2.000-16.000-16,11.000-9.000 15,14.000-5.000 1,16.000 5.000-16,19.000 7.000 15,17.000 8.000 1,13.000 13.000-16,8.000 10.000 16,2.000 10.000-1,-6.000 1.000-15,-10.000-4.000 16,-15.000-6.000 0,-15.000-12.000-16,-10.000-23.000 15,-5.000-23.000-15,1.000-23.000 16,0.000 7.000-1</inkml:trace>
  <inkml:trace contextRef="#ctx0" brushRef="#br0">19899.000 11398.000 0,'25.000'31.000'0,"11.000"27.000"15,1.000 26.000 1,-3.000 16.000 0,-7.000 13.000-16,-8.000-1.000 15,-10.000-5.000 1,-9.000-16.000-16,-13.000-16.000 16,-6.000-21.000-1,-6.000-20.000-15,-7.000-20.000 16,-6.000-25.000-1,-2.000-21.000-15,5.000-13.000 16,11.000 0.000 0,17.000 3.000-16,15.000 5.000 15,25.000 4.000 1,24.000 10.000-16,13.000 3.000 16,9.000 4.000-1,0.000-1.000-15,-17.000 3.000 16</inkml:trace>
  <inkml:trace contextRef="#ctx0" brushRef="#br0">21068.000 11041.000 0,'-63.000'63.000'16,"-32.000"29.000"0,-3.000 3.000-16,18.000-10.000 15,26.000-17.000 1,33.000-8.000-16,29.000-15.000 15,31.000-10.000 1,25.000-12.000-16,12.000-11.000 16,-4.000-9.000-1,-10.000-10.000-15,-11.000-12.000 16,-20.000-16.000 0,-14.000 2.000-16</inkml:trace>
  <inkml:trace contextRef="#ctx0" brushRef="#br0">20917.000 11356.000 0,'14.000'40.000'0,"8.000"35.000"16,2.000 32.000-16,-5.000 26.000 16,-10.000 17.000-1,-7.000-2.000 1,-6.000-19.000-16,-3.000-30.000 15,1.000-35.000 1,2.000-36.000-16,3.000-18.000 16</inkml:trace>
  <inkml:trace contextRef="#ctx0" brushRef="#br0">20883.000 11758.000 0,'0.000'0.000'16,"-23.000"33.000"-16,-14.000 17.000 15,-4.000-3.000 1,0.000-9.000-16,16.000-15.000 16,21.000-25.000-1,21.000-23.000-15,23.000-10.000 16,22.000 2.000-1,12.000 20.000-15,0.000 20.000 16,-8.000 11.000 0,-12.000 7.000-16,-10.000 2.000 15,-13.000-1.000 1,-11.000-5.000-16,-11.000-7.000 16,-13.000-17.000-1,-5.000-23.000-15,2.000-28.000 16,6.000-30.000-1,6.000-23.000-15,0.000 16.000 16</inkml:trace>
  <inkml:trace contextRef="#ctx0" brushRef="#br0">21312.000 11074.000 0,'-1.000'27.000'16,"0.000"16.000"-16,1.000 10.000 16,5.000 7.000-1,5.000 2.000 1,6.000-5.000-16,-4.000-4.000 16,-1.000-6.000-16,-6.000-4.000 15,-9.000-4.000 1,-13.000-4.000-16,-14.000-11.000 15,-9.000-13.000 1,-8.000-20.000-16,3.000-17.000 16,10.000-3.000-1</inkml:trace>
  <inkml:trace contextRef="#ctx0" brushRef="#br0">21194.000 11459.000 0,'36.000'16.000'15,"7.000"1.000"1</inkml:trace>
  <inkml:trace contextRef="#ctx0" brushRef="#br0">21539.000 11509.000 0,'0.000'0.000'0,"0.000"0.000"16,-20.000 31.000 0,-20.000 12.000-16,-1.000 2.000 15,9.000-5.000 1,13.000-6.000-16,16.000-8.000 16,16.000-7.000-1,12.000-2.000-15,8.000-1.000 16,0.000 2.000-1,-2.000 1.000-15,-11.000 10.000 16,-12.000 4.000 0,-19.000 7.000-16,-19.000 3.000 15,-14.000-2.000 1,-13.000-5.000-16,-3.000-13.000 16,5.000-12.000-1,10.000-11.000-15,14.000-7.000 16,18.000-4.000-1,21.000-4.000-15,12.000 5.000 16,14.000 5.000 0,9.000 10.000-16,3.000 11.000 15,-1.000 9.000 1,-6.000 8.000-16,-7.000-2.000 16,-11.000-5.000-1,-21.000-26.000-15,8.000 11.000 16</inkml:trace>
  <inkml:trace contextRef="#ctx0" brushRef="#br0">21700.000 11492.000 0,'30.000'-8.000'15,"12.000"-5.000"-15,1.000 4.000 16,-4.000 8.000 0,-10.000 7.000-16,-10.000 6.000 15,-7.000 0.000 1</inkml:trace>
  <inkml:trace contextRef="#ctx0" brushRef="#br0">21834.000 11629.000 0,'-8.000'15.000'16,"5.000"5.000"0,12.000-5.000-16,12.000-2.000 15,9.000-8.000 1,1.000-1.000-16,-8.000-1.000 16,-4.000 2.000-1,-13.000 8.000-15,-11.000 13.000 16,-16.000 9.000-1,-13.000 8.000-15,-8.000 2.000 16,-1.000-5.000-16,9.000-10.000 16,10.000-7.000-1,11.000-14.000-15,15.000-4.000 16,18.000-7.000 0,20.000-7.000-16,14.000-3.000 15,4.000 3.000 1,-5.000 4.000-16,-7.000 5.000 15,-13.000 7.000-15,-10.000 12.000 16,-15.000 13.000 0,-15.000 12.000-1,-19.000 3.000-15,-8.000-4.000 16,-3.000-12.000-16,5.000-24.000 16,5.000-27.000-1,8.000-6.000-15</inkml:trace>
  <inkml:trace contextRef="#ctx0" brushRef="#br0">22060.000 11654.000 0,'45.000'6.000'0,"22.000"1.000"16,13.000 4.000-1,2.000 4.000-15,0.000 7.000 16,-10.000 7.000 0,-12.000 9.000-1,-19.000 12.000-15,-23.000 12.000 16,-27.000 14.000-16,-27.000 2.000 16,-18.000-10.000-1,-10.000-20.000-15,3.000-30.000 16,12.000-35.000-1,16.000-9.000-15</inkml:trace>
  <inkml:trace contextRef="#ctx0" brushRef="#br0">22507.000 11365.000 0,'-11.000'46.000'0,"-13.000"35.000"16,-24.000 25.000 0,-15.000 7.000-16,-10.000-5.000 15,6.000-20.000 1,16.000-28.000 0</inkml:trace>
  <inkml:trace contextRef="#ctx0" brushRef="#br0">22751.000 12133.000 0</inkml:trace>
  <inkml:trace contextRef="#ctx0" brushRef="#br0">23457.000 11432.000 0,'0.000'0.000'15,"0.000"0.000"-15,30.000-4.000 16,19.000-5.000 0,14.000-5.000-16,7.000 3.000 15,3.000 6.000 1,-5.000 3.000-16,-9.000 13.000 16,-16.000 12.000-1,-19.000 15.000-15,-26.000 17.000 16,-27.000 14.000-1,-21.000 12.000-15,-15.000 1.000 16,-5.000-2.000 0,3.000-9.000-16,10.000-16.000 15,15.000-15.000 1,12.000-22.000-16,16.000-27.000 16,8.000-8.000-1</inkml:trace>
  <inkml:trace contextRef="#ctx0" brushRef="#br0">23709.000 11637.000 0,'11.000'46.000'16,"1.000"37.000"-1,-3.000 22.000-15,-6.000 6.000 16,-5.000-3.000-1,1.000-15.000-15,2.000-23.000 16,4.000-33.000 0,0.000-22.000-16</inkml:trace>
  <inkml:trace contextRef="#ctx0" brushRef="#br0">23936.000 11928.000 0,'14.000'23.000'0,"6.000"15.000"15,6.000 8.000 1,-4.000-1.000-16,-7.000-10.000 16</inkml:trace>
  <inkml:trace contextRef="#ctx0" brushRef="#br0">24390.000 11228.000 0,'8.000'29.000'16,"5.000"19.000"-1,-1.000 8.000-15,-2.000 0.000 16,0.000-9.000-1,-5.000-17.000-15,-3.000-10.000 16</inkml:trace>
  <inkml:trace contextRef="#ctx0" brushRef="#br0">24474.000 11237.000 0,'41.000'-14.000'16,"20.000"-5.000"-1,5.000 4.000-15,-3.000 5.000 16,-7.000 7.000 0,-7.000 9.000-16,-9.000 11.000 15,-12.000 13.000 1,-16.000 12.000-16,-14.000 6.000 15,-14.000 4.000 1,-13.000-5.000-16,3.000-12.000 16,7.000-13.000-1</inkml:trace>
  <inkml:trace contextRef="#ctx0" brushRef="#br0">24558.000 11305.000 0,'0.000'0.000'0,"31.000"-9.000"15,17.000-3.000 1,3.000 6.000-16,-5.000 4.000 16,-10.000 2.000-1,-10.000 3.000-15</inkml:trace>
  <inkml:trace contextRef="#ctx0" brushRef="#br0">24508.000 11501.000 0,'26.000'-9.000'0,"12.000"-3.000"15,3.000-1.000 1,-7.000-4.000-16,-9.000 3.000 16</inkml:trace>
  <inkml:trace contextRef="#ctx0" brushRef="#br0">24659.000 11578.000 0,'0.000'0.000'0,"14.000"16.000"15,2.000 1.000-15,-2.000-5.000 16,-4.000-7.000 15</inkml:trace>
  <inkml:trace contextRef="#ctx0" brushRef="#br0">24306.000 11808.000 0,'0.000'0.000'0,"44.000"-17.000"15,31.000-13.000 1,15.000-5.000-16,1.000 5.000 15,-9.000 3.000 1,-14.000 7.000-16,-16.000 6.000 16,-16.000 4.000-1,-17.000 8.000-15,-17.000 15.000 16,-19.000 9.000-16,-18.000 8.000 16,-16.000 6.000-1,2.000 1.000-15,5.000-8.000 16,8.000-7.000-1,14.000-4.000 1,14.000-1.000-16,15.000-4.000 16,14.000-2.000-1,8.000-2.000-15,8.000-2.000 16,-2.000 2.000 0,-2.000 4.000-16,-4.000 6.000 15,-6.000 6.000-15,-8.000 12.000 16,-6.000 6.000-1,-9.000 3.000-15,-9.000 2.000 16,-7.000-4.000 0,-6.000-3.000-16,-3.000-6.000 15,-3.000-9.000 1,-2.000-10.000-16,-2.000-11.000 16,3.000-12.000-1,3.000-8.000 1,5.000-5.000-16,11.000-7.000 15,15.000-6.000-15,17.000-9.000 16,17.000-9.000 0,16.000-8.000-16,12.000-9.000 15,8.000-5.000 1,1.000-4.000-16,-3.000-2.000 16,-9.000 3.000-1,-11.000 8.000-15,-18.000 13.000 16,-13.000 17.000-1,-15.000 16.000-15,-11.000 16.000 16,-10.000 15.000 0,-3.000 18.000-16,0.000 8.000 15,5.000 10.000 1,11.000 5.000-16,12.000 6.000 16,12.000-4.000-1,11.000-2.000-15,4.000-4.000 16,-2.000-3.000-1,-4.000-2.000-15,-11.000-2.000 16,-16.000 2.000 0,-18.000 5.000-16,-18.000-5.000 15,-14.000-4.000 1,-7.000-12.000-16,-2.000-15.000 16,11.000-22.000-1,18.000-26.000-15,11.000 0.000 16</inkml:trace>
  <inkml:trace contextRef="#ctx0" brushRef="#br0">25517.000 11723.000 0,'16.000'21.000'16,"5.000"17.000"-16,-1.000 1.000 15,-7.000 1.000 1,-6.000-5.000-16,-7.000-13.000 16,-3.000-10.000-1,1.000-12.000-15,4.000-16.000 16,7.000-19.000 0,10.000-7.000-1,6.000-1.000-15,7.000 7.000 16,3.000 11.000-16,0.000 12.000 15,0.000 10.000 1,-5.000 10.000-16,-9.000 8.000 16,-7.000 6.000-1,-9.000 7.000-15,-12.000 3.000 16,-9.000-6.000 0,-6.000-3.000-16,-7.000-8.000 15,-6.000-14.000 1,-1.000-20.000-16,5.000-29.000 15,16.000-28.000 1,8.000 8.000-16</inkml:trace>
  <inkml:trace contextRef="#ctx0" brushRef="#br0">26223.000 11194.000 0,'-32.000'34.000'16,"-29.000"19.000"-16,-14.000 7.000 15,3.000-5.000 1,14.000-9.000 0,39.000 8.000 15,35.000 8.000-31,14.000 9.000 15,4.000 7.000 1,-8.000 9.000-16,-10.000 4.000 16,-15.000-5.000-1,-9.000-14.000-15,-3.000-22.000 16,-3.000-24.000 0,2.000-28.000-16,3.000-10.000 15</inkml:trace>
  <inkml:trace contextRef="#ctx0" brushRef="#br0">26055.000 11544.000 0,'0.000'0.000'15,"31.000"-16.000"1,20.000-5.000-16,9.000 1.000 15,2.000 4.000 1,0.000 5.000-16,-3.000 5.000 16,-3.000 5.000-1,-3.000 7.000-15,-4.000 8.000 16,-3.000 12.000-16,-4.000 15.000 16,-5.000 21.000-1,-13.000 19.000 1,-10.000 15.000-16,-6.000 7.000 15,-7.000-3.000 1,-8.000-5.000-16,-4.000-12.000 16,-3.000-14.000-1,-1.000-21.000-15,-5.000-18.000 16,-2.000-18.000 0,-2.000-13.000-16,-4.000-17.000 15,-6.000-20.000 1,-12.000-17.000-16,-5.000-10.000 15,-1.000-4.000 1,-2.000 1.000-16,9.000 1.000 16,11.000 4.000-1,20.000 7.000-15,14.000 8.000 16,12.000 9.000 0,12.000 12.000-1,8.000 11.000-15,6.000 12.000 16,3.000 6.000-16,-4.000 11.000 15,-10.000 11.000 1,-8.000 5.000-16,-19.000 3.000 16,-14.000-3.000-1,-14.000-4.000-15,-14.000-6.000 16,-9.000-8.000 0,1.000-11.000-16,12.000-19.000 15,13.000-3.000 1</inkml:trace>
  <inkml:trace contextRef="#ctx0" brushRef="#br0">27131.000 11262.000 0,'0.000'0.000'16,"-8.000"23.000"-16,-18.000 18.000 15,-19.000 6.000 1,-6.000 0.000-16,0.000-5.000 16,16.000-12.000-1,22.000-13.000-15,25.000-14.000 16,21.000-6.000-1,15.000-4.000-15,3.000 3.000 16,-4.000 4.000-16,-12.000 1.000 16,-12.000 9.000-1,-17.000 5.000-15,-17.000 10.000 16,-21.000 6.000 0,-16.000 3.000-16,-10.000-4.000 15,-3.000-1.000 1,9.000-8.000-16,16.000-9.000 15,23.000-4.000 1,17.000-1.000-16,14.000 1.000 16,13.000 4.000-1,9.000 7.000 1,4.000 10.000-16,0.000 17.000 16,-4.000 13.000-16,-7.000 11.000 15,-15.000 3.000 1,-13.000 1.000-16,-12.000-12.000 15,-6.000-18.000 1,-3.000-26.000-16,4.000-36.000 16,11.000-34.000-1,8.000-34.000-15,9.000-29.000 16,8.000-19.000 0,1.000-3.000-16,-4.000 29.000 15</inkml:trace>
  <inkml:trace contextRef="#ctx0" brushRef="#br0">27342.000 11228.000 0,'17.000'90.000'16,"-1.000"54.000"0,-7.000 22.000-16,-11.000-4.000 15,-6.000-26.000 1,-1.000-33.000-1,0.000-36.000-15,5.000-29.000 16,4.000-35.000-16,4.000-29.000 16,2.000-38.000-1,1.000-32.000-15,-2.000-20.000 16,-1.000-8.000 0,-3.000 5.000-16,-1.000 26.000 15</inkml:trace>
  <inkml:trace contextRef="#ctx0" brushRef="#br0">27535.000 11246.000 0,'56.000'-7.000'0,"18.000"4.000"16,-2.000 10.000-16,-19.000 11.000 16,-20.000 8.000-1,-26.000 8.000 1,-28.000 2.000-16,-20.000 1.000 15,-18.000-3.000-15,-5.000-8.000 16,7.000-4.000 0,14.000-9.000-1,20.000-2.000-15,25.000-2.000 16,25.000-2.000 0,20.000-8.000-16,16.000-4.000 15,6.000-2.000 1,-3.000-2.000-16,-13.000 6.000 15,-14.000-1.000 1,-20.000 8.000-16,-17.000 4.000 16,-17.000 3.000-16,-13.000 5.000 15,-6.000 9.000 1,1.000 7.000-16,7.000 8.000 16,9.000 20.000-1,10.000 19.000 1,6.000 18.000-16,3.000 18.000 15,1.000 14.000 1,-1.000 6.000-16,-5.000-2.000 16,-10.000-14.000-1,-9.000-23.000 1,-9.000-22.000-16,-6.000-30.000 16,-4.000-38.000-16,7.000-44.000 15,2.000-44.000 1,11.000-38.000-16,1.000-23.000 15,11.000-7.000 1,6.000 34.000-16</inkml:trace>
  <inkml:trace contextRef="#ctx0" brushRef="#br0">28367.000 11101.000 0,'0.000'0.000'0,"-21.000"21.000"16,-21.000 5.000 0,-13.000-1.000-1,5.000-5.000-15,10.000-12.000 16,15.000-5.000-1</inkml:trace>
  <inkml:trace contextRef="#ctx0" brushRef="#br0">28191.000 11322.000 0,'19.000'51.000'0,"6.000"27.000"16,0.000 6.000-1,-11.000-9.000 1,-11.000-16.000-16,-8.000-16.000 15,-3.000-18.000 1,-2.000-20.000-16,4.000-27.000 16,10.000-23.000-16,3.000-13.000 15,-1.000 8.000 1</inkml:trace>
  <inkml:trace contextRef="#ctx0" brushRef="#br0">28300.000 11305.000 0,'32.000'-13.000'16,"8.000"-4.000"0,-1.000 3.000-16,-7.000 7.000 15,-9.000 5.000-15,-1.000 6.000 16,-3.000 7.000 0,-3.000 6.000-16,-1.000 8.000 15,-3.000 5.000 1,-4.000 11.000-16,-1.000 14.000 15,-5.000 17.000 1,-4.000 17.000 0,-6.000 15.000-16,3.000 15.000 15,1.000 6.000 1,2.000 4.000-16,1.000-8.000 16,3.000-15.000-1,0.000-24.000-15,0.000-27.000 16,-2.000-23.000-1,-6.000-26.000-15,-10.000-29.000 16,-5.000-38.000 0,-5.000-34.000-16,2.000-19.000 15,-4.000-11.000 1,0.000 0.000-16,-2.000 12.000 16,2.000 18.000-1,9.000 28.000-15</inkml:trace>
  <inkml:trace contextRef="#ctx0" brushRef="#br0">28317.000 11526.000 0,'47.000'-9.000'0,"16.000"-1.000"15,-9.000 8.000 1,-14.000 7.000-16,-18.000 8.000 16,-17.000 11.000-16,-17.000 7.000 15,-14.000 2.000 1,-13.000-5.000-16,-2.000 0.000 15,3.000-7.000 1,5.000-3.000 0,10.000-4.000-16,11.000-2.000 15,12.000-1.000-15,11.000 3.000 16,12.000 0.000 0,5.000-2.000-16,0.000-4.000 15,-3.000-1.000 1,-7.000-1.000-16,-12.000 7.000 15,-11.000 6.000 1,-15.000 7.000-16,-12.000 8.000 16,-8.000 3.000-1,-2.000-2.000-15,-1.000-10.000 16,7.000-7.000 0,11.000-22.000-16,15.000-28.000 15,16.000-24.000 1,6.000 5.000-16</inkml:trace>
  <inkml:trace contextRef="#ctx0" brushRef="#br0">28611.000 11682.000 0,'47.000'0.000'15,"20.000"0.000"-15,1.000-3.000 16,-5.000 3.000-1,-6.000-4.000-15,-11.000-7.000 16,-15.000-4.000 0</inkml:trace>
  <inkml:trace contextRef="#ctx0" brushRef="#br0">28804.000 11509.000 0,'13.000'51.000'0,"5.000"30.000"16,1.000 6.000 0,-2.000-3.000-1,-7.000-13.000-15,-7.000-12.000 16,-6.000-14.000-16,-5.000-15.000 16,-7.000-11.000-1,-7.000-11.000-15,-8.000-13.000 16,-2.000-15.000-1,0.000-3.000 1,7.000-3.000-16,15.000 0.000 16,16.000 1.000-16,19.000 2.000 15,16.000 0.000 1,12.000-6.000-16,-8.000 4.000 16</inkml:trace>
  <inkml:trace contextRef="#ctx0" brushRef="#br0">29410.000 11117.000 0,'0.000'0.000'16,"0.000"0.000"-16,6.000 19.000 16,-4.000 14.000-1,-3.000 12.000-15,0.000-6.000 16,5.000-2.000-1,12.000-5.000 1,8.000-3.000-16,14.000-5.000 16,7.000-5.000-16,4.000-1.000 15,-3.000 0.000 1,-12.000 1.000-16,-14.000 5.000 16,-22.000 5.000-1,-24.000-1.000-15,-23.000 0.000 16,-23.000-7.000-1,-5.000-14.000-15,14.000-7.000 16</inkml:trace>
  <inkml:trace contextRef="#ctx0" brushRef="#br0">29359.000 11484.000 0,'109.000'42.000'0,"22.000"16.000"16,-30.000-2.000 0,-44.000-14.000-1,-29.000-15.000-15</inkml:trace>
  <inkml:trace contextRef="#ctx0" brushRef="#br0">29267.000 11826.000 0,'130.000'2.000'16,"38.000"2.000"-16,-23.000-3.000 15,-44.000-4.000 1,-39.000-8.000-16,-38.000-11.000 15,-17.000-2.000 1</inkml:trace>
  <inkml:trace contextRef="#ctx0" brushRef="#br0">29554.000 11749.000 0,'23.000'67.000'0,"15.000"35.000"15,-5.000 8.000 1,-12.000-10.000-16,-10.000-18.000 16,-9.000-26.000-1,-8.000-28.000-15,-2.000-15.000 16</inkml:trace>
  <inkml:trace contextRef="#ctx0" brushRef="#br0">29436.000 11936.000 0,'-24.000'36.000'16,"-14.000"11.000"-16,-4.000-6.000 15,15.000-21.000 1,9.000-11.000-16</inkml:trace>
  <inkml:trace contextRef="#ctx0" brushRef="#br0">29729.000 12082.000 0,'42.000'39.000'0,"6.000"12.000"15,-11.000-11.000 1,-12.000-19.000-16,-13.000-31.000 15,0.000-33.000 1,8.000-32.000 0,-2.000 5.000-16</inkml:trace>
  <inkml:trace contextRef="#ctx0" brushRef="#br0">30302.000 11484.000 0,'0.000'0.000'0,"8.000"19.000"16,-11.000 21.000 0,-19.000 10.000-16,-11.000-1.000 31,-5.000 0.000-31,6.000-2.000 16,12.000-3.000-16,19.000-1.000 15,19.000 3.000-15,12.000 4.000 16,8.000 5.000-1,-2.000 9.000 1,-9.000-1.000-16,-14.000-5.000 16,-20.000-10.000-1,-14.000-18.000-15,-14.000-23.000 16,-5.000-31.000 0,8.000-27.000-16,8.000 1.000 15</inkml:trace>
  <inkml:trace contextRef="#ctx0" brushRef="#br0">30554.000 11484.000 0,'0.000'28.000'0,"-11.000"14.000"15,-19.000 7.000 1,-10.000-3.000-16,1.000-10.000 15,9.000-10.000-15,18.000-7.000 32,27.000-5.000-32,27.000 1.000 0,23.000-1.000 15,9.000 1.000 1,4.000 2.000-16,-12.000 3.000 16,-18.000 6.000-1,-20.000 8.000-15,-26.000 10.000 16,-24.000 5.000-1,-26.000 3.000-15,-16.000-5.000 16,-9.000-13.000 0,-3.000-13.000-16,7.000-17.000 15,9.000-11.000 1,17.000-13.000-16,13.000-11.000 16,13.000-10.000-1,9.000 0.000-15,12.000 7.000 16,10.000 8.000-1,8.000 12.000-15,13.000 13.000 16,18.000 15.000 0,16.000 19.000-1,9.000 14.000-15,3.000 11.000 16,-1.000 4.000-16,-10.000-1.000 16,-11.000-5.000-1,-11.000-10.000-15,-5.000-22.000 16,-8.000-13.000-1</inkml:trace>
  <inkml:trace contextRef="#ctx0" brushRef="#br0">31378.000 12541.000 0,'11.000'-8.000'15</inkml:trace>
  <inkml:trace contextRef="#ctx0" brushRef="#br0">2846.000 12048.000 0,'0.000'0.000'16,"0.000"0.000"-16,18.000-7.000 15,8.000-5.000 1,5.000-1.000-16,4.000 0.000 15,2.000-4.000 1,5.000-2.000-16,3.000 1.000 16,2.000 1.000-1,4.000-5.000-15,2.000-1.000 16,6.000-2.000 0,3.000-1.000-16,2.000 4.000 15,-1.000-2.000 1,0.000 1.000-16,-4.000 3.000 15,-2.000 1.000 1,-6.000 1.000-16,-4.000 2.000 16,-6.000 4.000-1,-6.000 1.000-15,-9.000 4.000 16,-6.000 2.000 0,-9.000 4.000-16,-11.000 1.000 15,0.000 0.000-15,0.000 0.000 16,6.000 6.000-1,-8.000 6.000-15,-6.000 4.000 16,-3.000 2.000 0,-7.000 4.000-16,-1.000 4.000 15,-7.000 4.000 1,-2.000 4.000-16,-1.000 6.000 16,-3.000 2.000-1,-1.000 8.000-15,-2.000 3.000 16,-3.000 2.000-1,-1.000 5.000-15,-2.000 3.000 16,-1.000 3.000 0,3.000-1.000-16,0.000 4.000 15,2.000-3.000 1,3.000-5.000 0,-1.000-2.000-16,6.000-6.000 15,-2.000-6.000-15,5.000-3.000 16,2.000-8.000-1,6.000-7.000-15,3.000-8.000 16,4.000-7.000 0,5.000-6.000-16,6.000-8.000 15,-5.000 0.000 1,3.000-13.000-16,2.000-8.000 16,7.000-14.000-1,2.000-7.000-15,1.000-10.000 16,1.000-10.000-1,-1.000-1.000-15,0.000-8.000 16,-2.000-6.000 0,1.000-2.000-16,-2.000-3.000 15,-1.000 2.000 1,-1.000 0.000-16,-3.000 5.000 16,-2.000 1.000-1,2.000 3.000-15,0.000 4.000 16,-2.000 3.000-1,2.000 8.000-15,3.000 7.000 16,2.000 6.000 0,1.000 10.000-16,-3.000 9.000 15,3.000 8.000 1,3.000 5.000-16,0.000 8.000 31,3.000 8.000-31,4.000 7.000 0,6.000 5.000 16,1.000 7.000-1,2.000 11.000-15,0.000 4.000 16,6.000 8.000 0,0.000 3.000-16,2.000 2.000 15,-4.000 3.000 1,3.000 4.000-16,-1.000 2.000 16,2.000 1.000-1,1.000 4.000-15,1.000-1.000 16,-1.000 0.000-1,-4.000-2.000-15,0.000-2.000 16,-5.000-4.000 0,-3.000-5.000-1,-2.000-2.000-15,-2.000-6.000 16,-3.000-6.000 0,-1.000-6.000-16,-4.000-7.000 15,-7.000-6.000-15,-1.000-6.000 16,-1.000-4.000-1,-3.000-9.000-15,0.000 0.000 16,-5.000 1.000 0,-6.000-6.000-16,-4.000-5.000 15,-9.000-6.000-15,-4.000-5.000 16,-5.000-3.000 0,-2.000-5.000-1,-7.000-4.000-15,-5.000-2.000 16,-6.000 1.000-1,-4.000-1.000-15,-4.000 1.000 16,-2.000 2.000 0,-1.000 0.000-16,1.000 0.000 15,0.000 1.000 1,2.000-2.000-16,2.000 1.000 16,4.000-1.000-1,4.000-2.000-15,3.000 4.000 16,6.000 2.000-1,8.000 3.000-15,5.000 4.000 16,9.000 2.000 0,7.000 2.000-16,-2.000 1.000 15,2.000-1.000 1,1.000 3.000-16</inkml:trace>
  <inkml:trace contextRef="#ctx0" brushRef="#br0">1636.000 13746.000 0,'0.000'0.000'16,"0.000"0.000"-16,0.000 0.000 16,0.000 0.000-1,0.000 0.000-15,-24.000 6.000 16,-13.000 10.000 0,-2.000 9.000-1,2.000 12.000-15,5.000 10.000 16,7.000 6.000-16,5.000 8.000 15,3.000 11.000 1,4.000 5.000-16,6.000 8.000 16,7.000 4.000-1,7.000 2.000-15,8.000-2.000 16,7.000-5.000 0,2.000-8.000-16,2.000-10.000 15,1.000-11.000 1,-3.000-17.000-16,-5.000-19.000 15,-6.000-14.000 1</inkml:trace>
  <inkml:trace contextRef="#ctx0" brushRef="#br0">1652.000 14018.000 0,'32.000'-3.000'0,"18.000"-4.000"15,-1.000-4.000 1,-2.000-2.000-1,-1.000 4.000-15,-9.000-2.000 16,-4.000 0.000-16,-3.000 4.000 16,-8.000 4.000-1,-9.000 3.000-15,-3.000 0.000 16,-4.000 5.000-16,-4.000 8.000 16,-2.000 12.000-1,-5.000 12.000-15,-8.000 16.000 16,-4.000 16.000-1,-3.000 19.000-15,0.000 6.000 16,1.000 0.000 0,6.000-10.000-16,4.000-15.000 15,0.000-18.000 1,3.000-22.000 0,6.000-29.000-16,-2.000-6.000 15,2.000-11.000-15</inkml:trace>
  <inkml:trace contextRef="#ctx0" brushRef="#br0">2072.000 13677.000 0,'24.000'20.000'0,"18.000"13.000"16,8.000 13.000-1,-2.000 11.000-15,-7.000 12.000 16,-8.000 11.000 0,-11.000 10.000-16,-19.000 17.000 15,-15.000 7.000 1,-14.000 0.000-16,-11.000-5.000 15,-6.000-9.000 1,3.000-16.000-16,-4.000-27.000 16,12.000-24.000-1,9.000-25.000-15</inkml:trace>
  <inkml:trace contextRef="#ctx0" brushRef="#br0">2603.000 14470.000 0,'0.000'0.000'0,"8.000"12.000"15,1.000 3.000 1</inkml:trace>
  <inkml:trace contextRef="#ctx0" brushRef="#br0">3518.000 13746.000 0,'7.000'30.000'16,"2.000"26.000"0,-3.000 23.000-16,-2.000 20.000 15,-4.000 14.000 1,0.000 3.000-16,0.000-8.000 16,2.000-16.000-1,3.000-18.000-15,4.000-24.000 16,-3.000-22.000-16,3.000-24.000 15,-2.000-22.000 1,-4.000-2.000-16</inkml:trace>
  <inkml:trace contextRef="#ctx0" brushRef="#br0">3595.000 13746.000 0,'31.000'-21.000'0,"22.000"-10.000"0,8.000-5.000 16,9.000 4.000-1,1.000 3.000-15,4.000 3.000 16,0.000 5.000-1,-5.000 0.000-15,-4.000 6.000 16,-6.000 5.000 0,-8.000 4.000-16,-12.000 5.000 15,-8.000 5.000-15,-5.000 7.000 16,-4.000 10.000 0,-6.000 14.000-16,-1.000 17.000 15,-5.000 19.000 1,3.000 20.000-1,0.000 17.000-15,0.000 11.000 16,0.000 4.000-16,0.000-7.000 16,-1.000-8.000-1,-3.000-8.000 1,-2.000-12.000 0,-6.000-16.000-16,-8.000-13.000 15,-6.000-15.000-15,-14.000-18.000 16,-14.000-17.000-16,-14.000-24.000 15,-11.000-27.000 1,-7.000-22.000 0,-9.000-22.000-16,5.000-13.000 15,17.000 17.000-15</inkml:trace>
  <inkml:trace contextRef="#ctx0" brushRef="#br0">3872.000 13813.000 0,'6.000'28.000'0,"-1.000"13.000"16,-2.000 2.000-16,-3.000-5.000 16,-4.000-13.000-1,-2.000-17.000-15,2.000-8.000 16</inkml:trace>
  <inkml:trace contextRef="#ctx0" brushRef="#br0">3872.000 13711.000 0,'23.000'0.000'0,"12.000"3.000"16,3.000-1.000-1,-2.000 3.000 1,-2.000 0.000-16,-9.000 1.000 16,-8.000 3.000-16,-10.000 7.000 15,-17.000 9.000 1,-14.000 6.000-16,-16.000 4.000 16,-8.000 5.000-1,1.000-3.000-15,9.000-7.000 16,12.000-9.000-1,9.000-8.000-15,17.000-13.000 16,0.000 6.000 0,17.000-9.000-1,12.000-6.000-15,9.000-3.000 16,0.000-2.000-16,-11.000 2.000 16,-7.000 4.000-16,-6.000 3.000 15,-14.000 5.000 1,2.000 4.000-16,-16.000 10.000 15,-11.000 12.000 1,-6.000 11.000-16,-3.000 4.000 16,1.000-1.000-1,7.000-5.000-15,7.000-7.000 16,4.000-10.000 0,9.000-6.000-16,6.000-12.000 15,0.000 0.000-15,2.000 6.000 16,6.000-3.000-1,2.000-3.000-15,0.000-5.000 16,4.000-3.000 0,5.000-5.000-16,5.000-4.000 15,7.000-2.000 1,8.000-2.000-16,11.000 3.000 16,2.000 9.000-1,-5.000 5.000-15,-9.000 9.000 16,-9.000 4.000-1,-11.000 9.000-15,-16.000 9.000 16,-19.000 5.000 0,-11.000-1.000-16,-10.000-6.000 15,-5.000-13.000-15,8.000-9.000 16</inkml:trace>
  <inkml:trace contextRef="#ctx0" brushRef="#br0">4015.000 14155.000 0,'-10.000'40.000'0,"-15.000"21.000"16,-10.000 8.000 0,1.000-10.000-16,5.000-18.000 15,10.000-19.000-15</inkml:trace>
  <inkml:trace contextRef="#ctx0" brushRef="#br0">4048.000 14360.000 0,'54.000'9.000'0,"11.000"0.000"16,-10.000 4.000-16,-21.000 5.000 15,-23.000 9.000 1,-23.000 1.000-16,-18.000-6.000 15,0.000-7.000 1</inkml:trace>
  <inkml:trace contextRef="#ctx0" brushRef="#br0">3839.000 14547.000 0,'0.000'0.000'0,"17.000"9.000"15,13.000-6.000-15,13.000-11.000 16,6.000-12.000 0,4.000-14.000-16,0.000-11.000 15,2.000-7.000 1,1.000-12.000-16,-10.000 12.000 16</inkml:trace>
  <inkml:trace contextRef="#ctx0" brushRef="#br0">4654.000 13857.000 0,'53.000'8.000'0,"15.000"13.000"16,-5.000 14.000-16,-13.000 15.000 15,-25.000 12.000 1,-19.000 12.000-16,-12.000 1.000 15,-7.000-7.000 1,1.000-5.000-16,2.000-8.000 16,6.000-12.000-1,3.000-12.000-15,1.000-9.000 16,0.000-10.000 0,0.000-12.000-16,-9.000 3.000 15,-9.000-10.000 1,-12.000-8.000-16,-5.000-10.000 15,-4.000-5.000 1,11.000 1.000 0,16.000 0.000-16,17.000-1.000 15,21.000 0.000-15,22.000-1.000 16,17.000-1.000 0,4.000 2.000-16,-2.000 5.000 15,-6.000 6.000 1,-14.000 5.000-16,-14.000 6.000 15,-11.000 2.000 1,-20.000-3.000-16,-17.000-8.000 16,-4.000 0.000-1</inkml:trace>
  <inkml:trace contextRef="#ctx0" brushRef="#br0">5234.000 13728.000 0,'0.000'0.000'16,"13.000"31.000"-16,-1.000 38.000 15,-13.000 26.000 1,-8.000 18.000-16,3.000-1.000 16,6.000-16.000-1,11.000-18.000 1,7.000-17.000-16,10.000-19.000 15,9.000-16.000-15,10.000-13.000 16,7.000-18.000 0,4.000-15.000-16,2.000-14.000 15,-6.000-7.000 1,-9.000-7.000-16,-13.000 3.000 16,-14.000 0.000-1,-16.000 2.000-15,-14.000 0.000 16,-15.000-10.000-1,0.000-2.000-15,7.000 11.000 16</inkml:trace>
  <inkml:trace contextRef="#ctx0" brushRef="#br0">6234.000 13455.000 0,'0.000'0.000'0,"0.000"0.000"16,-18.000 41.000 0,-27.000 20.000-16,-10.000 5.000 15,-2.000-9.000 1,11.000-14.000 0,17.000-12.000-16,21.000-14.000 15,19.000-15.000-15,22.000-4.000 16,11.000-3.000-16,1.000 2.000 15,-2.000 3.000 1,-11.000 1.000-16,-13.000 11.000 16,-14.000 10.000-1,-19.000 13.000-15,-24.000 5.000 16,-16.000 3.000 0,-7.000-2.000-16,1.000-11.000 15,9.000-9.000 1,16.000-6.000-16,20.000-5.000 15,17.000-2.000 1,13.000 1.000-16,12.000 5.000 16,5.000 1.000-1,1.000 8.000-15,3.000 7.000 16,-3.000 8.000 0,-10.000 14.000-16,-6.000 8.000 15,-11.000 2.000 1,-7.000-5.000-16,-5.000-11.000 15,-3.000-15.000 1,-1.000-23.000-16,3.000-8.000 16</inkml:trace>
  <inkml:trace contextRef="#ctx0" brushRef="#br0">6327.000 13601.000 0,'21.000'-11.000'0,"11.000"11.000"15,1.000 30.000 1,-7.000 40.000-16,-12.000 27.000 16,-11.000 23.000-1,-9.000 14.000 1,-2.000 1.000-16,-1.000-16.000 15,6.000-23.000 1,2.000-26.000-16,1.000-24.000 16,4.000-27.000-16,4.000-29.000 15,2.000-29.000 1,2.000-33.000-16,1.000-31.000 16,3.000-24.000-1,-3.000-8.000-15,0.000 6.000 16,-3.000 11.000-1,3.000 21.000-15,4.000 26.000 16,-2.000 25.000 0,3.000 17.000-16,0.000 12.000 15,4.000 5.000 1,6.000 2.000-16,7.000 10.000 16,5.000 3.000-16,3.000 8.000 15,-3.000 9.000 1,-12.000 8.000-1,-17.000 11.000-15,-26.000 1.000 16,-20.000 2.000-16,-22.000-4.000 16,-11.000-1.000-1,4.000-5.000-15,13.000-8.000 16,19.000-5.000 0,31.000-6.000-16,28.000-7.000 15,21.000-7.000 1,20.000-6.000-1,3.000-2.000-15,-5.000 0.000 16,-13.000 0.000-16,-19.000 4.000 16,-15.000 2.000-1,-19.000 3.000-15,-20.000 5.000 16,-11.000 8.000 0,-6.000 8.000-16,5.000 17.000 15,8.000 8.000 1,15.000 14.000-16,14.000 23.000 15,10.000 14.000 1,8.000 20.000-16,-2.000 12.000 16,-3.000 1.000-1,-4.000-14.000-15,-14.000-21.000 16,-15.000-24.000 0,-13.000-23.000-16,-13.000-32.000 15,-10.000-37.000 1,-7.000-39.000-16,1.000-42.000 15,2.000-29.000 1,10.000-16.000-16,13.000 28.000 16</inkml:trace>
  <inkml:trace contextRef="#ctx0" brushRef="#br0">7471.000 13243.000 0,'16.000'26.000'16,"-6.000"21.000"-16,-17.000 13.000 16,-17.000 2.000-1,-7.000-5.000 1,-5.000-7.000-16,5.000-11.000 15,4.000-10.000-15,11.000-10.000 16,7.000-9.000 0,3.000-2.000-16,9.000-3.000 15,1.000 8.000-15,-4.000 9.000 16,-2.000 11.000 0,-7.000 10.000-16,0.000 6.000 15,4.000-7.000 1,5.000-9.000-16,-2.000-8.000 15,4.000-6.000 1,0.000-5.000-16,-1.000-1.000 16,-1.000-13.000-1,0.000 0.000-15,0.000-8.000 16,4.000-18.000 0,6.000-15.000-16,6.000-8.000 15,5.000-3.000 1,4.000 1.000-16,0.000 6.000 15,1.000 4.000 1,1.000 9.000-16,-3.000 6.000 16,-5.000 8.000-16,-4.000 6.000 15,-3.000 4.000 1,-4.000 4.000-16,0.000 6.000 16,0.000 4.000-1,0.000 9.000-15,1.000 10.000 16,1.000 12.000-1,1.000 15.000-15,1.000 22.000 16,0.000 20.000 0,-4.000 16.000-16,0.000 13.000 15,0.000 5.000 1,-3.000-2.000-16,-3.000-10.000 16,-4.000-21.000-1,-4.000-21.000-15,-5.000-23.000 16,-5.000-25.000-1,-6.000-27.000-15,-1.000-32.000 16,-2.000-30.000 0,0.000-26.000-16,-1.000-16.000 15,-2.000-6.000 1,0.000 2.000-16,-1.000 11.000 16,7.000 24.000-16</inkml:trace>
  <inkml:trace contextRef="#ctx0" brushRef="#br0">7311.000 13813.000 0,'0.000'0.000'0,"33.000"-6.000"16,17.000 0.000-1,0.000 2.000-15,-8.000 5.000 16,-9.000 8.000 0,-10.000 7.000-16,-16.000 7.000 15,-16.000 6.000 1,-20.000-2.000-16,-9.000 3.000 15,-3.000-5.000 1,6.000-3.000-16,12.000-9.000 16,12.000-3.000-1,17.000 2.000-15,14.000-4.000 16,12.000 2.000-16,3.000 3.000 16,0.000-1.000-1,-9.000-1.000-15,-10.000 0.000 16,-17.000 12.000-1,-18.000 8.000-15,-18.000 2.000 16,-10.000-4.000 0,-7.000-6.000-16,6.000-19.000 15,14.000-17.000 1,17.000-16.000-16,22.000-15.000 16,19.000-8.000-1,27.000-2.000-15,-3.000 3.000 16,2.000 4.000-1,6.000 13.000-15,6.000 13.000 16,0.000 8.000 0,3.000 2.000-1,6.000 2.000-15,1.000 2.000 16,-7.000 0.000-16,-7.000 5.000 16,-12.000 1.000-1,-12.000 0.000-15,-12.000-3.000 16,-11.000-5.000-1,-9.000-7.000-15,-6.000-6.000 16,-6.000-8.000 0,-6.000 0.000-16,-4.000 2.000 15,0.000 10.000 1,6.000 4.000-16,5.000 9.000 16,9.000 5.000-16,-3.000 1.000 15,6.000 17.000 1,6.000 18.000-16,6.000 22.000 15,3.000 12.000 1,-3.000 16.000-16,-5.000 5.000 16,-5.000 1.000-1,-5.000-8.000 1,-3.000-12.000-16,-5.000-10.000 16,-2.000-12.000-16,-7.000-18.000 15,-2.000-11.000 1,-8.000-17.000-16,-6.000-15.000 15,-6.000-15.000 1,1.000-12.000-16,5.000-7.000 16,13.000 2.000-1,12.000 4.000-15,17.000 7.000 16,15.000 5.000 0,15.000 6.000-16,8.000 3.000 15,6.000 2.000 1,0.000 0.000-16,3.000-4.000 15,-6.000-7.000 1,-12.000 5.000-16</inkml:trace>
  <inkml:trace contextRef="#ctx0" brushRef="#br0">8497.000 14198.000 0,'9.000'-5.000'15,"3.000"-1.000"-15</inkml:trace>
  <inkml:trace contextRef="#ctx0" brushRef="#br0">9178.000 13490.000 0,'0.000'0.000'16,"0.000"0.000"-16,-15.000 15.000 15,-15.000 12.000 1,-9.000 13.000-16,-4.000 13.000 16,-2.000 11.000-1,4.000 4.000-15,4.000 5.000 16,6.000 8.000-1,9.000 1.000-15,12.000 2.000 16,9.000 1.000 0,8.000-4.000-16,6.000-2.000 15,8.000-7.000 1,0.000-13.000-16,3.000-12.000 16,6.000-19.000-1,-3.000-22.000-15,3.000-22.000 16,-7.000-4.000-1</inkml:trace>
  <inkml:trace contextRef="#ctx0" brushRef="#br0">9548.000 13482.000 0,'0.000'0.000'15,"2.000"23.000"-15,-10.000 24.000 16,-15.000 17.000 0,-14.000 4.000-16,-4.000-7.000 15,8.000-18.000 1,11.000-16.000-16,15.000-12.000 15,16.000-15.000-15,18.000-8.000 16,14.000-7.000 0,8.000-1.000-16,0.000 2.000 15,-5.000 5.000 1,-9.000 6.000 0,-7.000 6.000-16,-13.000 8.000 15,-9.000 6.000-15,-7.000 11.000 16,-8.000 9.000-1,-6.000 3.000-15,-6.000 2.000 16,1.000 2.000 0,5.000-1.000-1,0.000-1.000-15,4.000-4.000 16,6.000-5.000-16,5.000-5.000 16,1.000-2.000-1,2.000-4.000-15,5.000-4.000 16,7.000-3.000-1,8.000-4.000-15,8.000-6.000 16,2.000-9.000 0,-1.000-3.000-16,-5.000-3.000 15,-4.000-1.000 1,-10.000-4.000-16,-18.000-1.000 16,-15.000-2.000-1,-18.000-1.000-15,2.000 2.000 16</inkml:trace>
  <inkml:trace contextRef="#ctx0" brushRef="#br0">9422.000 14147.000 0,'0.000'0.000'16,"-19.000"28.000"-16,-14.000 17.000 15,-8.000 7.000 1,3.000-3.000-16,1.000-6.000 15,12.000-13.000 1,9.000-12.000-16,16.000-18.000 16,4.000 0.000-1,18.000-7.000-15,13.000 4.000 16,1.000 6.000 0,4.000 10.000-16,0.000 8.000 15,4.000 9.000 1,3.000 4.000-16,2.000 3.000 15,6.000-1.000 1,6.000-5.000-16,4.000-7.000 16,0.000-8.000-1,-2.000-11.000-15,1.000-13.000 16,-2.000-16.000 0,-5.000-19.000-16,-4.000-20.000 15,-10.000-19.000 1,-12.000-19.000-16,-13.000 15.000 15</inkml:trace>
  <inkml:trace contextRef="#ctx0" brushRef="#br0">10347.000 13695.000 0,'0.000'0.000'15,"0.000"0.000"-15,0.000 30.000 16,-3.000 20.000-1,0.000 11.000 1,3.000-1.000-16,8.000-8.000 16,11.000-5.000-1,12.000-14.000-15,9.000-11.000 16,9.000-12.000-16,7.000-17.000 16,-1.000-17.000-1,-4.000-17.000-15,-12.000-11.000 16,-15.000-8.000-1,-12.000 11.000-15</inkml:trace>
  <inkml:trace contextRef="#ctx0" brushRef="#br0">10624.000 13719.000 0,'-9.000'76.000'0,"-11.000"38.000"15,-3.000 14.000-15,0.000-1.000 16,2.000-12.000-1,4.000-24.000 1,6.000-36.000-16,4.000-28.000 16</inkml:trace>
  <inkml:trace contextRef="#ctx0" brushRef="#br0">10961.000 13541.000 0,'0.000'0.000'15,"0.000"0.000"-15,-19.000 39.000 16,-11.000 18.000 0,8.000-1.000-1,11.000-10.000 1,23.000-12.000-16,23.000-12.000 15,17.000-15.000-15,14.000-8.000 16,2.000-4.000-16,-11.000 0.000 16,-15.000 3.000-1,-18.000 8.000-15,-25.000 12.000 16,-30.000 13.000 0,-27.000 12.000-16,-10.000 7.000 15,2.000-3.000 1,16.000-8.000-16,16.000-10.000 15,20.000-8.000 1,23.000-5.000-16,23.000-7.000 16,14.000-7.000-1,13.000-9.000-15,2.000-6.000 16,-4.000-7.000 0,-10.000-6.000-16,-11.000-8.000 15,-19.000-8.000 1,-9.000 7.000-16</inkml:trace>
  <inkml:trace contextRef="#ctx0" brushRef="#br0">11079.000 13719.000 0,'0.000'0.000'15,"9.000"38.000"1,2.000 26.000-16,-3.000 16.000 15,-9.000 11.000 1,-10.000 4.000-16,-4.000-7.000 16,-2.000-17.000-1,4.000-19.000-15</inkml:trace>
  <inkml:trace contextRef="#ctx0" brushRef="#br0">10792.000 14411.000 0,'44.000'5.000'0,"22.000"0.000"16,12.000-3.000-1,3.000-4.000-15,1.000-3.000 16,-8.000-3.000-16,-7.000-6.000 15,-10.000-11.000 1,-11.000-17.000 0,-16.000 5.000-16</inkml:trace>
  <inkml:trace contextRef="#ctx0" brushRef="#br0">11549.000 13490.000 0,'61.000'31.000'0,"27.000"28.000"16,-7.000 22.000 0,-21.000 19.000-16,-28.000 16.000 15,-29.000 15.000 1,-29.000 6.000-1,-26.000-7.000-15,-18.000-22.000 16,-5.000-31.000-16,16.000-30.000 16</inkml:trace>
  <inkml:trace contextRef="#ctx0" brushRef="#br0">12020.000 14402.000 0,'26.000'0.000'0,"-5.000"-4.000"16,-10.000-3.000 0</inkml:trace>
  <inkml:trace contextRef="#ctx0" brushRef="#br0">11693.000 15572.000 0,'0.000'0.000'0,"9.000"-25.000"16,4.000-11.000-1,4.000-3.000 1,2.000 1.000-16,4.000 5.000 15,-4.000 10.000-15,-6.000 7.000 16,-4.000 9.000 0,-9.000 7.000-16,0.000 0.000 15,0.000 0.000 1,-3.000 10.000-16,-14.000 16.000 16,-11.000 21.000-1,-10.000 16.000-15,-7.000 11.000 16,-3.000 5.000-1,3.000 0.000-15,6.000-10.000 16,8.000-16.000 0,1.000-27.000-16,7.000-17.000 15</inkml:trace>
  <inkml:trace contextRef="#ctx0" brushRef="#br0">11978.000 15487.000 0,'0.000'0.000'0,"22.000"17.000"16,16.000 15.000 0,6.000 5.000-16,0.000 9.000 15,-10.000 3.000 1,-9.000-4.000-16,-15.000-6.000 15,-10.000-12.000 1,-8.000-13.000-16,-10.000-12.000 16,2.000-3.000-16</inkml:trace>
  <inkml:trace contextRef="#ctx0" brushRef="#br0">11760.000 15845.000 0,'24.000'0.000'15,"16.000"-4.000"1,10.000 3.000-16,2.000 0.000 16,1.000 2.000-16,-5.000 9.000 15,-7.000 6.000 1,-10.000 11.000-16,-13.000 12.000 15,-14.000 13.000 1,-19.000 11.000 0,-17.000 8.000-16,-20.000 2.000 15,-16.000-13.000 1,8.000-18.000-16</inkml:trace>
  <inkml:trace contextRef="#ctx0" brushRef="#br0">11878.000 15879.000 0,'-1.000'23.000'16,"-14.000"24.000"0,-16.000 22.000-16,-10.000 7.000 15,-2.000 0.000 1,5.000-16.000-1,7.000-27.000-15,9.000-17.000 16</inkml:trace>
  <inkml:trace contextRef="#ctx0" brushRef="#br0">12500.000 15026.000 0,'0.000'0.000'0,"2.000"22.000"15,-6.000 16.000 1,-7.000 2.000-16,-3.000 2.000 15,5.000-4.000 1,5.000-8.000-16,6.000-10.000 16,11.000-7.000-1,9.000-8.000-15,5.000-3.000 16,2.000-2.000-16,-2.000 3.000 16,-1.000 4.000-1,-4.000 4.000-15,-11.000 8.000 16,-12.000 12.000-1,-11.000 10.000 1,-11.000 8.000-16,-7.000-2.000 16,-4.000-4.000-1,5.000-5.000-15,4.000-16.000 16,8.000-22.000-16,5.000-7.000 16</inkml:trace>
  <inkml:trace contextRef="#ctx0" brushRef="#br0">12803.000 15273.000 0,'-9.000'31.000'0,"-17.000"21.000"16,-23.000 14.000-1,-9.000 3.000-15,2.000-8.000 16,10.000-12.000-1,11.000-17.000-15,14.000-9.000 16,11.000-13.000-16,10.000-10.000 16,9.000 3.000-1,16.000-7.000 1,10.000-4.000-16,4.000-4.000 16,4.000 1.000-16,-8.000 4.000 15,-7.000 4.000 1,-11.000 11.000-16,-16.000 17.000 15,-19.000 16.000 1,-24.000 16.000-16,-19.000 11.000 16,-12.000 0.000-1,2.000-3.000-15,15.000-15.000 16,21.000-16.000 0,15.000-13.000-16,20.000-21.000 15,4.000 7.000 1,18.000-12.000-16,8.000-6.000 15,10.000 0.000 1,7.000 1.000-16,4.000 1.000 16,4.000 4.000-1,1.000 3.000-15,-4.000 2.000 16,-6.000 3.000-16,-10.000-1.000 16,-10.000 1.000-1,-11.000-3.000-15,-12.000-6.000 16,-11.000-11.000-1,-10.000-11.000-15,-2.000 1.000 16</inkml:trace>
  <inkml:trace contextRef="#ctx0" brushRef="#br0">12600.000 15751.000 0,'10.000'14.000'16,"0.000"11.000"-16,-3.000 15.000 15,-3.000 16.000 1,-3.000 15.000-16,-4.000 20.000 16,-3.000 23.000-1,-4.000 11.000-15,-5.000 0.000 16,1.000-12.000 0,-4.000-19.000-16,-3.000-28.000 15,-4.000-39.000 1,3.000-21.000-1</inkml:trace>
  <inkml:trace contextRef="#ctx0" brushRef="#br0">13004.000 15588.000 0,'0.000'0.000'0,"0.000"0.000"15,2.000 23.000-15,-3.000 10.000 16,-1.000-2.000 0,-1.000-25.000-16,-1.000-9.000 15</inkml:trace>
  <inkml:trace contextRef="#ctx0" brushRef="#br0">13106.000 15076.000 0,'0.000'0.000'0,"0.000"0.000"16,8.000 43.000-1,1.000 37.000-15,-6.000 34.000 16,-4.000 32.000 0,-8.000 23.000-1,-8.000 18.000-15,3.000 4.000 16,-3.000-5.000-16,4.000-13.000 16,2.000-20.000-1,-3.000-30.000 1,2.000-35.000-16,-3.000-45.000 15,-8.000-46.000-15,-5.000-47.000 16,-1.000-46.000 0,5.000 3.000-16</inkml:trace>
  <inkml:trace contextRef="#ctx0" brushRef="#br0">13374.000 14957.000 0,'0.000'0.000'0,"-6.000"24.000"15,-10.000 16.000 1,-13.000 14.000-16,-7.000 0.000 15,5.000-2.000 1,7.000-15.000 0,7.000-10.000-16,14.000-10.000 15,11.000-8.000-15,12.000-3.000 16,5.000-3.000 0,4.000 1.000-16,0.000-1.000 15,1.000 3.000-15,-5.000 3.000 16,-6.000 5.000-1,-12.000 9.000-15,-13.000 8.000 16,-13.000 6.000 0,-6.000 3.000-1,-2.000-3.000-15,7.000-10.000 16,8.000-11.000-16,12.000-16.000 16,10.000 3.000-1,16.000-11.000 1,9.000-2.000-16,1.000-1.000 15,-5.000 5.000-15,-9.000 6.000 16,-13.000 14.000 0,-12.000 15.000-16,-19.000 12.000 15,-12.000 6.000 1,-4.000 2.000-16,4.000-9.000 16,10.000-13.000-1,13.000-10.000-15,12.000-6.000 16,13.000-8.000-1,12.000-4.000-15,7.000-8.000 16,1.000 5.000 0,-6.000 0.000-16,-9.000 8.000 15,-17.000 14.000-15,-21.000 13.000 16,-24.000 15.000 0,-16.000 10.000-1,-4.000 3.000-15,8.000-9.000 16,17.000-17.000-1,15.000-10.000-15,20.000-14.000 16,20.000-7.000 0,19.000-12.000-16,18.000-7.000 15,12.000-4.000 1,6.000 0.000-16,-4.000 2.000 16,-5.000 2.000-1,-5.000 3.000-15,-10.000 1.000 16,-13.000 1.000-1,-12.000 0.000 1,-18.000-7.000-16,-16.000-5.000 16,-11.000-7.000-16,-1.000 5.000 15</inkml:trace>
  <inkml:trace contextRef="#ctx0" brushRef="#br0">13466.000 15683.000 0,'-1.000'33.000'15,"-2.000"34.000"1,-2.000 27.000-16,-1.000 27.000 16,0.000 17.000-1,6.000 3.000-15,2.000-19.000 16,3.000-30.000 0,7.000-38.000-16,8.000-39.000 15,-1.000-37.000 1,-3.000-9.000-16</inkml:trace>
  <inkml:trace contextRef="#ctx0" brushRef="#br0">14039.000 14881.000 0,'26.000'12.000'0,"11.000"14.000"15,-1.000 21.000 1,-4.000 21.000-16,-7.000 13.000 16,-11.000 0.000-1,-3.000-8.000-15,-5.000-11.000 16,-1.000-12.000-16,-1.000-15.000 15,-3.000-10.000 1,-1.000-10.000-16,-4.000-8.000 16,-13.000-5.000-1,-15.000-5.000-15,-16.000-12.000 16,-12.000-13.000 0,3.000-12.000-16,20.000-5.000 15,18.000 2.000 1,22.000 2.000-16,22.000 3.000 15,19.000 0.000 1,10.000 3.000-16,12.000 9.000 16,-1.000 6.000-1,-11.000 10.000-15,-9.000 11.000 16,-13.000 15.000 0,-18.000 13.000-16,-21.000 14.000 15,-23.000 7.000 1,-13.000 6.000-16,-3.000-7.000 15,10.000-11.000 1,19.000-10.000-16,20.000-10.000 16,21.000-7.000-1,19.000-5.000-15,10.000-1.000 16,5.000-2.000 0,-2.000 2.000-16,-13.000 4.000 15,-17.000 4.000-15,-17.000 12.000 16,-26.000 12.000-1,-31.000 15.000 1,-29.000 13.000-16,-24.000 8.000 16,-13.000 2.000-1,1.000-3.000-15,12.000-12.000 16,25.000-13.000 0,25.000-15.000-16,21.000-14.000 15,21.000-5.000 1,19.000-5.000-16,22.000-3.000 15,21.000-1.000-15,21.000-5.000 16,14.000-6.000 0,13.000-4.000-1,3.000-2.000-15,-2.000-2.000 16,-8.000 5.000 0,-16.000 1.000-16,-20.000 3.000 15,-20.000 1.000 1,-23.000-1.000-16,-21.000-6.000 15,-23.000-10.000 1,-17.000-8.000 0,-12.000-9.000-16,-2.000-9.000 0,8.000 2.000 15,11.000 4.000 1,13.000 14.000-16,9.000 11.000 16,10.000 7.000-1,9.000 10.000-15,0.000 0.000 16,-2.000 17.000-1,10.000 45.000-15,3.000 57.000 16,-5.000 58.000 0,-6.000 49.000-16,-5.000 31.000 15,-9.000-10.000 1,3.000-58.000-16</inkml:trace>
  <inkml:trace contextRef="#ctx0" brushRef="#br0">17125.000 15530.000 0,'-24.000'2.000'0,"-12.000"0.000"16,-6.000 2.000-16,-4.000 0.000 16,1.000 3.000-1,-3.000 3.000-15,-2.000 8.000 16,-1.000-1.000-16,0.000 5.000 16,-1.000 5.000-1,-6.000 2.000 1,-2.000 3.000-16,0.000 2.000 15,-3.000 4.000-15,0.000-3.000 16,0.000 1.000 0,-1.000 1.000-1,0.000 1.000-15,-3.000-6.000 16,2.000-2.000 0,-2.000-1.000-16,1.000-3.000 15,2.000-7.000 1,0.000-8.000-16,3.000-8.000 15,1.000-10.000 1,5.000-6.000-16,4.000-6.000 16,5.000-8.000-1,6.000-3.000-15,5.000-8.000 16,7.000-4.000 0,5.000-4.000-16,5.000-4.000 15,9.000-3.000 1,9.000 3.000-16,7.000 3.000 15,5.000 9.000 1,1.000 8.000-16,1.000 7.000 16,4.000 7.000-1,4.000 7.000-15,7.000 2.000 16,4.000 5.000 0,4.000 3.000-16,4.000 2.000 15,2.000 4.000 1,7.000 4.000-16,6.000 1.000 15,1.000 2.000 1,3.000 6.000-16,5.000 2.000 16,2.000 2.000-1,1.000 1.000-15,2.000 3.000 16,2.000 5.000 0,-1.000 5.000-16,-1.000 3.000 15,-3.000 4.000 1,-3.000 1.000-16,0.000 3.000 15,-1.000 1.000 1,-3.000-5.000-16,0.000-4.000 16,5.000-9.000-1,5.000-11.000-15,7.000-13.000 16,4.000-12.000 0,3.000-11.000-16,-2.000-7.000 15,-8.000-3.000 1,-11.000-2.000-16,-17.000 5.000 15</inkml:trace>
  <inkml:trace contextRef="#ctx0" brushRef="#br0">18378.000 16015.000 0,'-24.000'0.000'15,"-7.000"0.000"-15,-1.000 0.000 16,6.000 0.000 0,5.000-2.000-16,5.000-1.000 15,7.000-6.000 1,9.000-8.000-16,9.000-8.000 16,12.000-4.000-1,6.000-2.000-15,9.000 4.000 16,-2.000 2.000-1,-1.000 8.000-15,-6.000 6.000 16,-2.000 5.000-16,-2.000 6.000 16,-2.000 7.000-1,1.000 9.000-15,-3.000 10.000 16,0.000 12.000 0,0.000 12.000-1,3.000 11.000-15,0.000 11.000 16,-1.000 11.000-1,-4.000 3.000-15,1.000 2.000 16,1.000-6.000 0,1.000-6.000-16,-2.000-7.000 15,-3.000-10.000 1,1.000-10.000-16,-6.000-8.000 16,-4.000-14.000-16,-6.000-27.000 15,0.000 0.000 1,-3.000-3.000-16,-7.000-24.000 15,-4.000-12.000 1,2.000 5.000 0</inkml:trace>
  <inkml:trace contextRef="#ctx0" brushRef="#br0">18546.000 16152.000 0,'0.000'0.000'15,"0.000"0.000"-15,0.000 0.000 16,0.000 23.000 0,-9.000 21.000-16,-14.000 17.000 15,-15.000 16.000 1,-10.000 13.000-1,-1.000 0.000-15,0.000-11.000 16,7.000-21.000-16,10.000-25.000 16,5.000-25.000-1,7.000-24.000-15,7.000-2.000 16</inkml:trace>
  <inkml:trace contextRef="#ctx0" brushRef="#br0">17680.000 15769.000 0,'30.000'-10.000'0,"14.000"-2.000"16,6.000-1.000-16,1.000 2.000 16,6.000-2.000-1,6.000 3.000-15,5.000-1.000 16,4.000-1.000 0,6.000-2.000-16,5.000-3.000 15,4.000 2.000 1,3.000-1.000-16,0.000-1.000 15,0.000 2.000 1,-5.000 2.000-16,-6.000 2.000 16,-9.000 3.000-1,-10.000 4.000-15,-8.000 0.000 16,-11.000 0.000 0,-11.000-4.000-16,-12.000-7.000 15,-6.000 3.000-15</inkml:trace>
  <inkml:trace contextRef="#ctx0" brushRef="#br0">18252.000 14676.000 0,'6.000'25.000'0,"-1.000"15.000"15,-3.000 14.000 1,-2.000 8.000-16,-3.000 6.000 16,-1.000 7.000-16,-2.000 2.000 31,-4.000-3.000-31,2.000-7.000 15,1.000-9.000-15,1.000-15.000 16,1.000-15.000-16,5.000-28.000 16,-1.000 3.000-1,5.000-28.000-15,-1.000-4.000 16</inkml:trace>
  <inkml:trace contextRef="#ctx0" brushRef="#br0">18226.000 14710.000 0,'0.000'0.000'0,"0.000"0.000"15,0.000 0.000-15,18.000-6.000 16,10.000 2.000-1,14.000 2.000 1,8.000 9.000-16,5.000 4.000 16,5.000 4.000-1,2.000 2.000-15,0.000 4.000 16,-3.000 1.000-16,-7.000 5.000 16,-9.000 0.000-1,-8.000 9.000-15,-12.000 4.000 16,-16.000 5.000-1,-20.000 4.000-15,-21.000 5.000 16,-20.000-2.000 0,-14.000-4.000-16,-7.000-7.000 15,-1.000-11.000 1,4.000-12.000 0,9.000-16.000-16,12.000-12.000 15,15.000-2.000-15</inkml:trace>
  <inkml:trace contextRef="#ctx0" brushRef="#br0">19832.000 15683.000 0,'0.000'0.000'0,"0.000"0.000"16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1-16T03:41:15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1006.000 553.000 0,'0.000'0.000'15,"-17.000"21.000"1,-8.000 17.000-16,-1.000 15.000 16,-5.000 9.000-1,6.000 6.000 1,1.000 7.000-16,6.000 1.000 16,5.000 2.000-16,9.000-5.000 15,8.000-6.000 1,5.000-7.000-16,7.000-8.000 15,3.000-9.000 1,3.000-12.000-16,-3.000-11.000 16,-4.000-9.000-1</inkml:trace>
  <inkml:trace contextRef="#ctx0" brushRef="#br0">1198.000 1065.000 0,'24.000'-32.000'0,"13.000"-17.000"15,0.000-2.000 1,-9.000-4.000-16,-8.000 5.000 15,-15.000 2.000 1,-12.000 3.000 0,-11.000 5.000-16,-4.000 14.000 15,-4.000 8.000-15,0.000 13.000 16,-2.000 10.000 0,0.000 13.000-16,-1.000 12.000 15,7.000 10.000 1,10.000 6.000-16,14.000 5.000 15,12.000-2.000 1,15.000-3.000-16,4.000-3.000 16,6.000-1.000-1,-4.000-5.000-15,-8.000 1.000 16,-11.000 1.000 0,-14.000 3.000-16,-12.000 2.000 15,-16.000-1.000 1,-7.000-5.000-1,-11.000-5.000-15,5.000-12.000 16,6.000-7.000-16,9.000-7.000 16,7.000-10.000-1,9.000-16.000-15,10.000-17.000 16,17.000-10.000 0,13.000-8.000-16,5.000-1.000 15,1.000 8.000 1,-3.000 5.000-16,-7.000 11.000 15,-7.000 7.000 1,-3.000 6.000-16,0.000 6.000 16,-1.000-1.000-16,-1.000-6.000 15,-5.000 3.000 1</inkml:trace>
  <inkml:trace contextRef="#ctx0" brushRef="#br0">1534.000 571.000 0,'28.000'27.000'16,"11.000"26.000"-16,0.000 17.000 15,-8.000 11.000 1,-16.000 13.000-16,-15.000 4.000 15,-13.000 0.000 1,-15.000 1.000 0,-7.000-7.000-16,-4.000-8.000 15,0.000-16.000 1,8.000-20.000-16,7.000-19.000 16</inkml:trace>
  <inkml:trace contextRef="#ctx0" brushRef="#br0">1931.000 1321.000 0,'0.000'0.000'16,"0.000"0.000"0,0.000 0.000-16</inkml:trace>
  <inkml:trace contextRef="#ctx0" brushRef="#br0">2467.000 690.000 0,'0.000'0.000'0,"22.000"22.000"15,8.000 17.000 1,-1.000 4.000-16,-12.000-2.000 16,-6.000-13.000-16,-6.000-17.000 15</inkml:trace>
  <inkml:trace contextRef="#ctx0" brushRef="#br0">2938.000 571.000 0,'0.000'0.000'15,"0.000"0.000"-15,-4.000 35.000 16,-11.000 22.000 0,-12.000 8.000-16,-8.000-4.000 15,-5.000-14.000 1,4.000-23.000-16,3.000-25.000 15,12.000-9.000 1,7.000 0.000-16</inkml:trace>
  <inkml:trace contextRef="#ctx0" brushRef="#br0">2796.000 579.000 0,'0.000'0.000'16,"0.000"0.000"-16,-15.000 45.000 15,-15.000 27.000 1,-1.000 8.000-16,3.000-6.000 16,8.000-10.000-1,7.000-15.000-15,12.000-14.000 16,9.000-13.000 0,2.000-12.000-16,5.000-8.000 15,3.000-6.000-15,-3.000 0.000 16,-5.000 3.000-1,-4.000 8.000-15,-8.000 15.000 16,-14.000 12.000 0,-19.000 16.000-16,-14.000 6.000 15,-6.000 0.000 1,2.000-6.000-16,8.000-13.000 16,10.000-22.000-1,15.000-12.000-15,20.000-32.000 16,22.000-13.000-1,21.000 8.000-15,12.000 21.000 16,-8.000 12.000 0,-5.000 7.000-16,-4.000 11.000 15,-3.000 7.000-15,-1.000 4.000 16,-4.000 4.000 0,1.000-3.000-16,-7.000-10.000 15,0.000-12.000 1,3.000-21.000-16,4.000-22.000 15,6.000-27.000 1,4.000-17.000-16,-1.000-4.000 16,-3.000 10.000-1,-5.000 25.000-15,-9.000 27.000 16,-3.000 11.000 0,-4.000 7.000-16,-3.000-2.000 15,11.000-2.000-15,13.000-6.000 16,11.000-3.000-1,3.000-5.000 1,4.000-4.000-16,-4.000-5.000 16,-8.000-6.000-16,-4.000-4.000 15,-9.000-7.000 1,-11.000-3.000 0,-13.000-1.000-16,-10.000 5.000 15,-9.000 12.000 1,-1.000 13.000-16,4.000 15.000 15,-4.000 17.000-15,-1.000 17.000 32,-2.000 17.000-32,2.000 20.000 15,5.000 17.000-15,-1.000 17.000 16,4.000 7.000-16,0.000 1.000 16,-1.000-9.000-1,5.000-14.000-15,3.000-16.000 16,2.000-20.000-1,0.000-17.000-15,0.000-12.000 16,-2.000-18.000-16,0.000-10.000 16,-1.000-33.000-1,-4.000-32.000-15,-4.000-1.000 16,-2.000 27.000 0,-3.000 22.000-16,5.000 18.000 15,9.000 9.000 1,-9.000 2.000-16,-5.000 14.000 15,-5.000 13.000 1,-5.000 4.000 0,2.000-2.000-16,2.000-4.000 15,5.000-17.000-15,13.000-28.000 16,16.000-22.000 0,15.000-13.000-16,11.000-2.000 15,5.000 13.000 1,4.000 22.000-16,-10.000 16.000 15,-11.000 7.000 1,-11.000 5.000-16,1.000 8.000 16,-4.000 8.000-1,-2.000 11.000-15,-5.000 4.000 16,-5.000-9.000-16,-2.000-8.000 16,0.000-11.000-1,2.000-18.000-15,5.000-20.000 16,8.000-13.000-1,2.000-8.000-15,1.000 5.000 16,1.000 8.000 0,-7.000 11.000-16,-4.000 10.000 15,-2.000 12.000 1,1.000 18.000-16,-2.000 12.000 16,-3.000 17.000-1,-4.000 9.000-15,-2.000 2.000 16,1.000-6.000-1,-2.000-7.000-15,1.000-17.000 16,1.000-9.000-16,2.000-17.000 16,7.000-22.000-1,7.000-21.000-15,1.000-17.000 16,3.000-9.000 0,-5.000 2.000-16,1.000 9.000 15,-3.000 15.000 1,-3.000 15.000-16,0.000 15.000 15,3.000 17.000-15,-2.000 16.000 16,1.000 18.000 0,1.000 11.000-1,-2.000 9.000-15,-4.000 2.000 16,-1.000-8.000 0,-3.000-9.000-16,-1.000-11.000 15,1.000-15.000 1,0.000-17.000-16,0.000 0.000 15,1.000-15.000 1,2.000-10.000-16,0.000-7.000 16,0.000-2.000-16,-2.000 3.000 15,1.000-4.000 1,5.000-4.000-16,-1.000-3.000 16,5.000-6.000-1,5.000-6.000 1,0.000-3.000-16,4.000 2.000 15,-3.000 5.000-15,0.000 10.000 16,0.000 14.000 0,-6.000 8.000-16,-5.000 9.000 15,-6.000 9.000 1,0.000 0.000-16,0.000 0.000 16,0.000 0.000-1,7.000 2.000-15,2.000 3.000 16,-3.000 5.000-16,-2.000 1.000 15,2.000 3.000 1,1.000 1.000-16,2.000 5.000 16,0.000 3.000-1,1.000 5.000-15,4.000 4.000 16,-1.000 10.000 0,3.000 8.000-16,1.000 13.000 15,0.000 6.000 1,-4.000 9.000-1,-5.000 7.000-15,-4.000 0.000 16,-10.000-2.000-16,-5.000-10.000 16,-1.000-11.000-1,-5.000-14.000-15,2.000-17.000 16,-8.000-15.000 0,-7.000-17.000-16,-16.000-16.000 15,-10.000-19.000 1,-7.000-11.000-16,-4.000-6.000 15,0.000 1.000 1,1.000 7.000-16,5.000 6.000 16,11.000 10.000-1,11.000 8.000-15,15.000 8.000 16,15.000 0.000 0,13.000-1.000-16,21.000-1.000 15,27.000-1.000 1,25.000 0.000-16,20.000 0.000 15,4.000-1.000 1,3.000 2.000-16,-2.000 4.000 16,-8.000 6.000-1,-12.000 5.000-15,-13.000 3.000 16,-22.000 2.000 0,-21.000-9.000-16,-14.000-4.000 15</inkml:trace>
  <inkml:trace contextRef="#ctx0" brushRef="#br0">4831.000 640.000 0,'-26.000'43.000'0,"-9.000"18.000"16,-1.000-4.000 0,11.000-18.000-16,8.000-13.000 15</inkml:trace>
  <inkml:trace contextRef="#ctx0" brushRef="#br0">4957.000 784.000 0,'13.000'13.000'16,"-6.000"13.000"-16,-25.000 6.000 0,-24.000 9.000 16,-20.000 3.000-1,-3.000-4.000-15,7.000-11.000 16,17.000-10.000-1,22.000-15.000-15,18.000-13.000 16,17.000-1.000 0,13.000 7.000-16,1.000 6.000 15,2.000 7.000 1,-3.000 7.000-16,-3.000 10.000 16,-4.000 16.000-1,-7.000 14.000-15,-8.000 7.000 16,-6.000-4.000-1,-4.000-7.000-15,-1.000-16.000 32,-1.000-22.000-32,-2.000-31.000 15,3.000-7.000-15</inkml:trace>
  <inkml:trace contextRef="#ctx0" brushRef="#br0">5075.000 664.000 0,'11.000'78.000'0,"-2.000"47.000"16,-9.000 13.000-16,-6.000-12.000 15,-3.000-25.000 1,2.000-26.000-16,3.000-27.000 15,3.000-25.000 1,4.000-30.000-16,5.000-34.000 16,0.000-32.000-1,-2.000 4.000-15</inkml:trace>
  <inkml:trace contextRef="#ctx0" brushRef="#br0">5309.000 595.000 0,'38.000'-12.000'16,"21.000"-3.000"-16,6.000 11.000 15,-6.000 11.000 1,-13.000 7.000-16,-18.000 7.000 16,-19.000 6.000-1,-20.000 2.000-15,-24.000 1.000 16,-22.000 1.000-1,-9.000-5.000-15,9.000-3.000 16,16.000-5.000 0,17.000-3.000-16,17.000 0.000 15,17.000-4.000 1,23.000-5.000-16,20.000-6.000 16,9.000-2.000-1,0.000-2.000-15,-3.000-1.000 16,-10.000 0.000-1,-16.000 1.000-15,-10.000 4.000 16,-18.000 4.000-16,-13.000 6.000 16,-13.000 5.000-1,-1.000 8.000 1,-1.000 10.000-16,1.000 11.000 16,8.000 12.000-1,6.000 16.000-15,7.000 5.000 16,0.000 4.000-1,-2.000 1.000-15,-5.000-4.000 16,-5.000-7.000 0,-5.000-14.000-16,-4.000-17.000 15,-6.000-20.000 1,-9.000-26.000-16,-10.000-34.000 16,-5.000-16.000-1,11.000 8.000-15</inkml:trace>
  <inkml:trace contextRef="#ctx0" brushRef="#br0">6218.000 408.000 0,'0.000'0.000'0,"-23.000"32.000"16,-17.000 12.000-1,-9.000 7.000-15,1.000-5.000 16,3.000-8.000 0,8.000-13.000-16,10.000-14.000 15,15.000-8.000 1,12.000-3.000-16,2.000 4.000 15,7.000 4.000 1,3.000 5.000-16,-1.000 9.000 16,1.000 8.000-16,1.000 8.000 15,-2.000 15.000 1,-5.000 6.000-16,-4.000 6.000 16,-6.000 1.000-1,-2.000-8.000-15,-1.000-12.000 16,1.000-16.000-1,6.000-30.000-15,-1.000-4.000 16,4.000-27.000-16,-1.000-2.000 16,2.000-32.000-1,5.000-8.000-15,6.000 12.000 16,3.000 11.000 0,5.000 7.000-1,0.000 4.000-15,0.000 3.000 16,3.000 4.000-16,-3.000 8.000 15,-4.000 9.000 1,-7.000 7.000-16,-1.000 5.000 16,-1.000 6.000-1,-2.000 5.000-15,0.000 6.000 16,-2.000 6.000-16,2.000 5.000 16,-2.000 6.000-1,3.000 6.000-15,3.000 9.000 16,0.000 13.000-16,0.000 11.000 15,2.000 19.000 1,-5.000 13.000 0,-7.000 13.000-16,-9.000 4.000 15,-7.000-6.000 1,1.000-15.000-16,2.000-17.000 16,1.000-19.000-1,3.000-22.000 1,3.000-16.000-16,0.000-18.000 15,-2.000-25.000-15,-8.000-26.000 16,-4.000-27.000-16,-5.000-20.000 16,-6.000-7.000-1,6.000 19.000-15</inkml:trace>
  <inkml:trace contextRef="#ctx0" brushRef="#br0">5982.000 988.000 0,'0.000'0.000'0,"37.000"-11.000"16,20.000 0.000-1,2.000 7.000-15,-12.000 5.000 16,-10.000 5.000-16,-12.000 6.000 16,-16.000 1.000-1,-13.000 3.000-15,-20.000 6.000 16,-13.000-1.000-1,-11.000 2.000-15,4.000-3.000 16,5.000-1.000 0,8.000-1.000-16,14.000-6.000 15,14.000-3.000-15,14.000-3.000 16,17.000-1.000 0,15.000-4.000-16,4.000-4.000 15,0.000 2.000 1,-8.000-1.000-16,-9.000 6.000 15,-12.000 2.000 1,-10.000 8.000-16,-21.000 7.000 16,-22.000 9.000-16,-18.000 5.000 15,-11.000-1.000 1,-1.000-1.000-16,5.000-11.000 16,16.000-25.000-1,14.000-8.000-15</inkml:trace>
  <inkml:trace contextRef="#ctx0" brushRef="#br0">6336.000 1091.000 0,'97.000'-26.000'15,"30.000"-7.000"1,-10.000-1.000-16,-26.000 8.000 15,-26.000 4.000-15,-24.000 3.000 16,-22.000-2.000 0,-17.000-1.000-16,-16.000 3.000 15,-8.000 2.000 1,-4.000 6.000-16,3.000 8.000 16,3.000 6.000-16,5.000 13.000 15,3.000 10.000 1,5.000 11.000-16,7.000 10.000 15,7.000 10.000 1,4.000 11.000-16,0.000 8.000 16,-3.000 0.000-1,-6.000-4.000 1,-7.000-10.000-16,-5.000-15.000 16,-6.000-14.000-16,-6.000-11.000 15,-8.000-17.000 1,-8.000-10.000-16,-10.000-18.000 15,2.000-15.000 1,7.000-5.000-16,16.000 0.000 16,14.000 6.000-1,21.000 5.000-15,18.000 3.000 16,16.000 7.000 0,14.000 6.000-16,7.000 8.000 15,5.000 1.000 1,-15.000 2.000-16</inkml:trace>
  <inkml:trace contextRef="#ctx0" brushRef="#br0">7202.000 1330.000 0,'0.000'0.000'0,"0.000"0.000"15</inkml:trace>
  <inkml:trace contextRef="#ctx0" brushRef="#br0">2585.000 2430.000 0,'0.000'0.000'16,"0.000"0.000"-16,9.000 20.000 16,0.000 15.000-1,-7.000 13.000-15,-2.000 8.000 16,-8.000 3.000-1,2.000-1.000-15,2.000-2.000 16,2.000-10.000 0,8.000-8.000-1,3.000-8.000-15,4.000-10.000 16,4.000-11.000-16,5.000-11.000 16,0.000-11.000-16,2.000-13.000 15,2.000-10.000 1,-2.000-10.000-16,-2.000-11.000 15,-4.000-4.000 1,-7.000-2.000-16,-3.000 4.000 16,-6.000 4.000-1,-8.000 11.000-15,-7.000 6.000 16,-7.000 6.000 0,-2.000 10.000-16,-4.000 11.000 15,-5.000 10.000 1,1.000 10.000-16,-3.000 13.000 15,-1.000 15.000 1,1.000 12.000-16,0.000 8.000 16,1.000 6.000-1,7.000 2.000 1,8.000 0.000-16,10.000-7.000 16,10.000-9.000-16,12.000-6.000 15,11.000-12.000 1,7.000-8.000-16,8.000-14.000 15,8.000-14.000 1,-2.000-18.000-16,-14.000-2.000 16</inkml:trace>
  <inkml:trace contextRef="#ctx0" brushRef="#br0">3048.000 2755.000 0,'0.000'0.000'0,"0.000"0.000"15,8.000-14.000 1</inkml:trace>
  <inkml:trace contextRef="#ctx0" brushRef="#br0">3300.000 2183.000 0,'18.000'24.000'16,"10.000"13.000"-16,-1.000 10.000 16,-6.000-10.000-1,-5.000-10.000-15</inkml:trace>
  <inkml:trace contextRef="#ctx0" brushRef="#br0">3821.000 2158.000 0,'0.000'0.000'0,"-21.000"35.000"16,-19.000 20.000-1,-12.000 2.000-15,0.000-17.000 16,2.000-29.000-1,12.000-12.000-15</inkml:trace>
  <inkml:trace contextRef="#ctx0" brushRef="#br0">3577.000 2132.000 0,'0.000'0.000'0,"0.000"0.000"16,-9.000 31.000-16,-9.000 16.000 15,-3.000 11.000 1,-1.000-3.000-16,5.000-4.000 16,10.000-11.000-1,10.000-16.000-15,16.000-14.000 16,14.000-8.000 0,2.000-7.000-16,-2.000-1.000 15,-9.000 2.000-15,-9.000 7.000 16,-6.000 10.000-1,-15.000 8.000-15,-15.000 17.000 16,-17.000 8.000 0,-11.000 6.000-16,-5.000-2.000 15,8.000-10.000 1,11.000-16.000-16,15.000-21.000 16,20.000-16.000-1,19.000-10.000-15,9.000 4.000 16,4.000 7.000-1,3.000 8.000-15,-4.000 9.000 16,-3.000 7.000 0,-2.000 10.000-16,-5.000 2.000 15,-3.000 4.000 1,-3.000-5.000-16,-2.000-8.000 16,-2.000-6.000-16,0.000-12.000 15,7.000-17.000 1,8.000-19.000-16,3.000-18.000 15,5.000-11.000 1,-1.000 6.000-16,2.000 18.000 16,-7.000 17.000-1,-3.000 11.000-15,0.000 3.000 16,11.000 0.000-16,10.000 1.000 16,12.000 0.000-1,3.000-1.000-15,-1.000-2.000 16,-4.000-1.000-1,-9.000-5.000-15,-11.000-3.000 16,-11.000-4.000 0,-10.000-2.000-16,-15.000-7.000 15,-15.000-2.000 1,-12.000-2.000-16,-7.000 3.000 16,-1.000 7.000-1,11.000 9.000-15,7.000 15.000 16,1.000 15.000-1,8.000 17.000-15,3.000 21.000 16,5.000 20.000-16,2.000 14.000 16,1.000 6.000-1,-1.000 4.000-15,-2.000-3.000 16,0.000-9.000 0,0.000-10.000-16,3.000-13.000 15,3.000-17.000 1,-2.000-17.000-16,-1.000-24.000 15,3.000-23.000 1,-4.000-21.000-16,-2.000-10.000 16,0.000 8.000-1,-2.000 14.000-15,0.000 15.000 16,-2.000 9.000-16,-1.000 11.000 16,-4.000 12.000-1,-9.000 10.000-15,-7.000 10.000 16,-4.000 6.000-1,3.000-10.000-15,9.000-15.000 16,14.000-29.000 0,15.000-19.000-16,14.000-12.000 15,11.000-4.000 1,6.000 13.000-16,1.000 16.000 16,-11.000 11.000-1,-10.000 9.000-15,-3.000 8.000 16,-2.000 15.000-1,-4.000 8.000-15,-1.000 5.000 16,-8.000 3.000 0,-5.000-7.000-16,2.000-10.000 15,3.000-14.000-15,7.000-19.000 16,7.000-15.000 0,3.000-11.000-16,3.000-3.000 15,-5.000 5.000 1,-2.000 10.000-16,-6.000 11.000 15,-3.000 11.000 1,-1.000 14.000-16,-2.000 11.000 16,-3.000 14.000-1,0.000 6.000-15,-3.000 2.000 16,-2.000-2.000 0,1.000-9.000-16,0.000-10.000 15,1.000-21.000 1,2.000-5.000-16,9.000-25.000 15,5.000-20.000 1,0.000-10.000-16,4.000 0.000 16,-2.000 5.000-1,-5.000 13.000 1,-2.000 13.000-16,-4.000 15.000 16,-4.000 14.000-16,6.000 20.000 15,0.000 21.000 1,0.000 16.000-16,-5.000 0.000 15,-2.000-1.000-15,-2.000-12.000 16,0.000-12.000 0,0.000-14.000-16,2.000-9.000 15,-2.000-9.000-15,2.000-12.000 16,-1.000-21.000 0,-2.000-14.000-16,0.000-11.000 15,0.000-5.000 1,3.000-5.000-16,5.000 1.000 15,6.000 3.000-15,3.000 2.000 16,7.000 5.000 0,6.000 6.000-1,-4.000 8.000-15,-2.000 14.000 16,0.000 16.000-16,-3.000 16.000 16,-5.000 15.000-1,2.000 22.000-15,-5.000 20.000 16,0.000 20.000-1,0.000 17.000 1,-3.000 16.000-16,4.000 1.000 16,-6.000 0.000-16,-1.000-5.000 15,-6.000-10.000 1,-4.000-17.000-16,-5.000-18.000 16,-6.000-16.000-1,-1.000-17.000-15,-12.000-20.000 16,-14.000-20.000-1,-13.000-19.000-15,-7.000-17.000 16,-8.000-9.000 0,-2.000 1.000-16,0.000 5.000 15,9.000 5.000 1,13.000 10.000 0,19.000 7.000-16,16.000-4.000 15,30.000-1.000-15,32.000 1.000 16,33.000 2.000-1,27.000 6.000-15,17.000 6.000 16,3.000 7.000 0,-4.000 4.000-16,-13.000 1.000 15,-17.000 3.000 1,-20.000 1.000-16,-30.000 0.000 16,-17.000-1.000-1,-24.000-4.000-15,-17.000-6.000 16,-10.000-14.000-1,-3.000-13.000-15,5.000 2.000 16</inkml:trace>
  <inkml:trace contextRef="#ctx0" brushRef="#br0">5437.000 2056.000 0,'20.000'18.000'16,"8.000"10.000"-1,0.000-10.000-15,-7.000-10.000 16</inkml:trace>
  <inkml:trace contextRef="#ctx0" brushRef="#br0">5957.000 2030.000 0,'0.000'0.000'16,"-34.000"18.000"0,-27.000 9.000-16,-12.000-17.000 15,13.000-10.000 1</inkml:trace>
  <inkml:trace contextRef="#ctx0" brushRef="#br0">5621.000 1919.000 0,'0.000'0.000'0,"12.000"27.000"16,1.000 19.000-1,-5.000 6.000-15,-9.000-2.000 16,-9.000-7.000 0,-5.000-20.000-16,0.000-12.000 15</inkml:trace>
  <inkml:trace contextRef="#ctx0" brushRef="#br0">5411.000 2310.000 0,'0.000'0.000'16,"0.000"0.000"-16,-1.000 14.000 16,6.000 4.000-1,17.000-6.000-15,18.000-12.000 16,17.000-8.000-16,8.000-7.000 16,2.000-4.000-1,-2.000 3.000-15,-12.000 5.000 16,-18.000 6.000-1,-15.000 10.000 1,-18.000 13.000-16,-26.000 11.000 16,-21.000 9.000-16,-7.000 2.000 15,4.000-2.000 1,14.000-8.000-16,8.000-3.000 16,17.000-9.000-1,17.000-5.000-15,15.000-8.000 16,16.000-3.000-1,11.000-3.000-15,3.000 0.000 16,-7.000 1.000 0,-14.000 0.000-16,-10.000 5.000 15,-20.000 4.000 1,-25.000 9.000-16,-24.000 5.000 16,-19.000 8.000-1,0.000 1.000-15,11.000-2.000 16,13.000-5.000-1,18.000-7.000-15,24.000-6.000 16,29.000-7.000-16,31.000-6.000 16,22.000-2.000-1,9.000 1.000 1,-13.000 2.000-16,-16.000 2.000 16,-18.000 4.000-16,-23.000 9.000 15,-21.000 0.000 1,-20.000 4.000-16,-19.000-2.000 15,-17.000-6.000 1,-8.000-15.000-16,4.000-21.000 16,15.000-4.000-1</inkml:trace>
  <inkml:trace contextRef="#ctx0" brushRef="#br0">5789.000 2610.000 0,'11.000'40.000'16,"4.000"26.000"-16,-8.000 16.000 16,-4.000-3.000-1,-4.000-3.000-15,4.000-18.000 16,9.000-36.000 0,0.000-17.000-16</inkml:trace>
  <inkml:trace contextRef="#ctx0" brushRef="#br0">6092.000 2310.000 0,'0.000'0.000'15,"0.000"0.000"-15,32.000-2.000 16,18.000-15.000-1,7.000-10.000 1,-9.000 1.000-16</inkml:trace>
  <inkml:trace contextRef="#ctx0" brushRef="#br0">6580.000 2174.000 0,'-21.000'32.000'0,"-30.000"21.000"16,-18.000 4.000-16,-3.000-3.000 15,11.000-7.000 1,17.000-13.000-16,19.000-10.000 16,22.000-10.000-1,23.000-8.000-15,22.000-10.000 16,17.000-6.000 0,6.000-5.000-16,-3.000-6.000 15,-8.000-2.000 1,-10.000-4.000-16,-17.000-1.000 15,-16.000-7.000 1,-19.000-4.000-16,-11.000-6.000 16,-12.000 2.000-1,-8.000 8.000 1,-5.000 27.000-16,6.000 17.000 16,10.000 7.000-16,10.000 7.000 15,5.000 7.000 1,6.000 16.000-16,4.000 20.000 15,6.000 15.000 1,-2.000 16.000-16,-1.000 3.000 16,2.000-3.000-1,1.000-12.000-15,5.000-21.000 16,5.000-19.000 0,5.000-18.000-16,5.000-25.000 15,-1.000-24.000 1,-4.000-21.000-16,0.000-14.000 15,-6.000 0.000 1,-5.000 14.000-16,-4.000 18.000 16,-2.000 10.000-1,-1.000 15.000-15,-11.000 1.000 16,-14.000 16.000 0,-16.000 12.000-16,-11.000 10.000 15,-7.000 1.000-15,-3.000-6.000 16,7.000-16.000-1,17.000-20.000-15,20.000-24.000 16,24.000-21.000 0,28.000-19.000-16,22.000-14.000 15,17.000-9.000 1,13.000-3.000-16,5.000 5.000 16,-4.000 12.000-1,-15.000 16.000-15,-20.000 21.000 16,-18.000 13.000-1,-17.000 13.000-15,-17.000 12.000 16,-1.000 12.000 0,-12.000 18.000-16,-2.000 12.000 15,3.000 8.000 1,9.000 4.000-16,15.000 2.000 16,9.000-1.000-1,10.000 2.000-15,6.000-5.000 16,-4.000-7.000-1,-7.000-2.000-15,-11.000-7.000 16,-12.000-5.000 0,-13.000-3.000-16,-16.000-6.000 15,-15.000-7.000 1,-10.000-8.000-16,2.000-7.000 16,9.000-8.000-16,10.000-5.000 15,16.000 1.000 1,15.000 2.000-16,16.000 3.000 15,17.000 7.000 1,13.000 13.000-16,5.000 2.000 16,0.000 6.000-1,1.000 4.000-15,-4.000 3.000 16,-8.000-9.000 0,-6.000-16.000-16,-9.000-7.000 15</inkml:trace>
  <inkml:trace contextRef="#ctx0" brushRef="#br0">7295.000 2882.000 0,'17.000'-2.000'16,"3.000"-2.000"-1</inkml:trace>
  <inkml:trace contextRef="#ctx0" brushRef="#br0">8287.000 2541.000 0,'0.000'0.000'15,"2.000"-17.000"-15,-5.000-5.000 16,-12.000 3.000 0,-10.000 13.000-16,-10.000 17.000 15,-8.000 20.000 1,-3.000 13.000-16,3.000 12.000 16,11.000 2.000-1,11.000 1.000-15,11.000-9.000 16,10.000-12.000-1,6.000-14.000-15,12.000-15.000 16,6.000-18.000 0,10.000-19.000-1,6.000-15.000-15,3.000-14.000 16,0.000-15.000-16,-2.000-14.000 16,0.000-9.000-1,-6.000-4.000-15,-4.000-1.000 16,-8.000-1.000-1,-5.000 10.000-15,-2.000 18.000 16,-5.000 25.000 0,-4.000 16.000-16,-3.000 16.000 15,-5.000 19.000 1,-7.000 24.000-16,-6.000 19.000 16,-7.000 24.000-1,0.000 15.000-15,2.000 12.000 16,1.000 6.000-1,4.000 0.000-15,4.000-5.000 16,7.000-10.000 0,3.000-13.000-1,4.000-15.000-15,6.000-16.000 16,9.000-17.000-16,10.000-22.000 16,12.000-19.000-1,-8.000-3.000-15</inkml:trace>
  <inkml:trace contextRef="#ctx0" brushRef="#br0">8648.000 2499.000 0,'27.000'-1.000'16,"17.000"1.000"-16,8.000 0.000 15,1.000 1.000 1,-3.000-1.000-16,-4.000 0.000 16,-5.000 0.000-1,-7.000-5.000-15,-12.000-2.000 16,-8.000 2.000 0</inkml:trace>
  <inkml:trace contextRef="#ctx0" brushRef="#br0">8640.000 2721.000 0,'32.000'4.000'16,"20.000"2.000"-16,11.000-3.000 16,8.000-6.000-1,3.000-14.000 1,-5.000-8.000-16,-17.000 3.000 15</inkml:trace>
  <inkml:trace contextRef="#ctx0" brushRef="#br0">9523.000 2583.000 0,'2.000'-27.000'0,"-6.000"-8.000"16,-14.000 10.000-1,-11.000 16.000-15,-11.000 18.000 16,-2.000 16.000 0,1.000 16.000-16,2.000 11.000 15,11.000 3.000 1,9.000-1.000-16,11.000-10.000 15,11.000-7.000 1,11.000-11.000-16,8.000-14.000 16,6.000-16.000-1,4.000-17.000-15,-1.000-14.000 16,0.000-13.000 0,-5.000-6.000-16,-3.000 1.000 15,-4.000 8.000 1,-8.000 17.000-16,-3.000 11.000 15,-8.000 17.000 1,6.000 2.000-16,2.000 17.000 16,1.000 16.000-1,3.000 7.000-15,1.000 6.000 16,2.000-3.000 0,0.000-6.000-16,0.000-7.000 15,-1.000-12.000-15,3.000-20.000 16,-2.000-7.000-1</inkml:trace>
  <inkml:trace contextRef="#ctx0" brushRef="#br0">9825.000 2626.000 0,'77.000'-1.000'16,"21.000"1.000"0,-4.000 1.000-16,-18.000-1.000 15,-17.000-3.000-15,-14.000-6.000 16,-15.000-10.000 0,-10.000 0.000-1</inkml:trace>
  <inkml:trace contextRef="#ctx0" brushRef="#br0">10078.000 2456.000 0,'0.000'0.000'15,"2.000"33.000"-15,-3.000 23.000 16,-6.000 8.000-16,-4.000-1.000 15,-6.000-4.000 1,-1.000-8.000-16,0.000-17.000 16,18.000-34.000-1,-1.000 0.000-15,7.000-14.000 16</inkml:trace>
  <inkml:trace contextRef="#ctx0" brushRef="#br0">10457.000 2080.000 0,'0.000'0.000'15,"18.000"34.000"-15,3.000 29.000 16,-13.000 19.000-1,-12.000 8.000-15,-12.000 5.000 16,0.000-2.000 0,-1.000-10.000-16,5.000-10.000 15,7.000-11.000 1,5.000-13.000-16,2.000-14.000 16,0.000-11.000-1,-1.000-10.000-15,-1.000-14.000 16,-1.000-3.000-1,0.000-16.000-15,0.000-16.000 16,3.000-13.000 0,7.000-3.000-1,8.000 1.000-15,7.000 7.000 16,8.000 6.000-16,7.000 12.000 16,7.000 11.000-1,2.000 11.000-15,2.000 13.000 16,-7.000 13.000-1,-8.000 5.000 1,-11.000 7.000-16,-11.000 0.000 16,-11.000-1.000-16,-12.000 1.000 15,-12.000-4.000 1,-10.000-1.000-16,-12.000-3.000 16,-5.000-6.000-1,-6.000-3.000-15,0.000-9.000 16,4.000-10.000-1,19.000-16.000-15,13.000-2.000 16</inkml:trace>
  <inkml:trace contextRef="#ctx0" brushRef="#br0">11095.000 2771.000 0,'0.000'0.000'16</inkml:trace>
  <inkml:trace contextRef="#ctx0" brushRef="#br0">15048.000 2499.000 0,'0.000'0.000'0,"0.000"0.000"16,0.000 0.000-16,-5.000 23.000 16,-6.000 15.000-1,-6.000 6.000 1,-5.000 6.000-16,-4.000 5.000 16,-4.000-2.000-16,-1.000 4.000 15,-1.000-1.000 1,7.000-6.000-16,4.000-9.000 15,6.000-11.000 1,7.000-10.000-16,8.000-20.000 16,-2.000-5.000-1,2.000-23.000 1,1.000 1.000-16</inkml:trace>
  <inkml:trace contextRef="#ctx0" brushRef="#br0">15031.000 2507.000 0,'0.000'0.000'15,"11.000"18.000"-15,10.000 16.000 16,3.000 7.000-1,-2.000 10.000-15,-3.000 8.000 16,-2.000 6.000 0,-6.000 1.000-16,-3.000-8.000 15,0.000-9.000 1,-2.000-14.000-16,0.000-10.000 16,-3.000-10.000-1,-1.000-15.000-15,-2.000-14.000 16,-1.000-17.000-1,-2.000-14.000-15,3.000-8.000 16,5.000-7.000-16,1.000 12.000 16</inkml:trace>
  <inkml:trace contextRef="#ctx0" brushRef="#br0">15316.000 2395.000 0,'0.000'0.000'0,"-3.000"38.000"16,-6.000 27.000-1,-10.000 15.000-15,-10.000 13.000 16,-6.000 3.000-16,-1.000-7.000 16,7.000-12.000-1,8.000-20.000-15,13.000-24.000 16,8.000-33.000-1,-1.000 8.000-15</inkml:trace>
  <inkml:trace contextRef="#ctx0" brushRef="#br0">15603.000 2763.000 0,'0.000'0.000'16,"0.000"0.000"-16,-12.000-14.000 16,-14.000 3.000-1,-6.000 9.000-15,-4.000 12.000 16,1.000 15.000-1,2.000 12.000-15,7.000 10.000 16,8.000-1.000 0,7.000 3.000-16,10.000-6.000 15,7.000-9.000 1,11.000-11.000-16,5.000-14.000 16,6.000-19.000-1,6.000-18.000-15,6.000-19.000 16,0.000-17.000-1,0.000-11.000-15,-6.000-4.000 16,-5.000-5.000 0,-5.000 1.000-1,-4.000 4.000-15,-4.000 6.000 16,-6.000 9.000 0,-5.000 10.000-16,-3.000 12.000 15,-2.000 13.000 1,-2.000 14.000-16,1.000 15.000 15,-2.000 19.000 1,-3.000 23.000-16,-3.000 27.000 16,-6.000 18.000-1,-4.000 11.000-15,1.000 5.000 16,0.000-1.000 0,8.000-16.000-16,12.000-13.000 15,10.000-21.000 1,10.000-21.000-16,10.000-28.000 15,5.000-23.000 1,-4.000-2.000-16</inkml:trace>
  <inkml:trace contextRef="#ctx0" brushRef="#br0">16241.000 2660.000 0,'0.000'0.000'0,"0.000"0.000"16,0.000 0.000-1,0.000 0.000-15,34.000 9.000 16,16.000 0.000-1,-1.000 3.000 1,-2.000-4.000-16,-4.000-1.000 16,-6.000-2.000-16,-3.000 1.000 15,-4.000 1.000-15,-6.000-7.000 16,-13.000-4.000 0,-11.000 17.000-16,-3.000 6.000 15</inkml:trace>
  <inkml:trace contextRef="#ctx0" brushRef="#br0">16158.000 2882.000 0,'21.000'12.000'16,"20.000"4.000"-1,9.000-6.000-15,7.000-2.000 16,-2.000-6.000-16,-6.000-4.000 16,-5.000 0.000-1,-4.000-3.000-15,-7.000-7.000 16,-7.000-7.000 0,-8.000 3.000-16</inkml:trace>
  <inkml:trace contextRef="#ctx0" brushRef="#br0">17083.000 2174.000 0,'0.000'0.000'0,"-1.000"43.000"16,-6.000 31.000 0,-9.000 17.000-16,-6.000 10.000 15,-3.000 2.000 1,3.000-2.000-1,2.000-6.000-15,6.000-10.000 16,4.000-14.000-16,6.000-14.000 16,4.000-14.000-1,6.000-14.000-15,8.000-14.000 16,6.000-9.000 0,11.000-16.000-16,10.000-18.000 15,8.000-10.000 1,3.000-1.000-16,1.000 2.000 15,-12.000 10.000 1</inkml:trace>
  <inkml:trace contextRef="#ctx0" brushRef="#br0">17410.000 2909.000 0,'0.000'0.000'0,"0.000"0.000"16,0.000 0.000-1</inkml:trace>
  <inkml:trace contextRef="#ctx0" brushRef="#br0">17671.000 2798.000 0,'23.000'8.000'0,"12.000"-1.000"15,5.000-4.000 1,2.000 0.000-16,3.000-3.000 15,1.000-3.000 1,1.000 0.000 0,0.000 2.000-16,3.000-1.000 15,6.000-1.000-15,4.000 4.000 16,1.000-1.000-16,-2.000-1.000 16,-3.000-2.000-1,4.000 0.000-15,-1.000 0.000 16,-5.000-1.000-1,-4.000 4.000-15,-9.000 2.000 16,-7.000 1.000 0,-10.000 0.000-16,-9.000-2.000 15,-6.000-1.000-15</inkml:trace>
  <inkml:trace contextRef="#ctx0" brushRef="#br0">19059.000 2319.000 0,'0.000'0.000'16,"0.000"0.000"-16,9.000 27.000 15,8.000 14.000 1,4.000 2.000-16,-1.000-11.000 16,-3.000-16.000-16,-6.000-8.000 15</inkml:trace>
  <inkml:trace contextRef="#ctx0" brushRef="#br0">19529.000 2294.000 0,'0.000'0.000'15,"0.000"0.000"1,-6.000 27.000-16,-8.000 14.000 15,-6.000-1.000-15,-6.000-17.000 16,1.000-18.000 0,2.000-14.000-16,4.000-16.000 15,5.000 3.000 1</inkml:trace>
  <inkml:trace contextRef="#ctx0" brushRef="#br0">19403.000 2209.000 0,'0.000'0.000'16,"-8.000"26.000"-16,-9.000 19.000 16,-8.000 10.000-16,-1.000 11.000 15,-1.000 0.000 1,5.000-9.000-16,9.000-10.000 16,7.000-13.000-1,5.000-9.000-15,10.000-13.000 16,7.000-9.000-1,10.000-10.000-15,6.000-1.000 16,-2.000 2.000 0,-7.000 5.000-16,-8.000 11.000 15,-10.000 11.000-15,-21.000 12.000 16,-21.000 8.000 0,-21.000 5.000-16,-8.000 4.000 15,2.000-3.000 1,8.000-9.000-16,15.000-14.000 15,23.000-17.000 1,23.000-19.000-16,23.000-12.000 16,23.000 4.000-1,6.000 9.000-15,-2.000 5.000 16,-10.000 8.000 0,-8.000 11.000-1,-8.000 10.000-15,-10.000 3.000 16,-4.000 3.000-16,-3.000-2.000 15,-2.000-6.000-15,1.000-9.000 16,1.000-16.000 0,8.000-21.000-16,11.000-29.000 15,3.000-19.000 1,4.000-2.000-16,-6.000 14.000 16</inkml:trace>
  <inkml:trace contextRef="#ctx0" brushRef="#br0">19714.000 2576.000 0,'31.000'-6.000'16,"23.000"-2.000"-1,6.000-2.000-15,2.000-1.000 16,-6.000 0.000 0,-9.000 1.000-16,-8.000-5.000 15,-11.000-2.000 1,-13.000-2.000-16,-13.000-7.000 15,-14.000-5.000 1,-14.000-4.000-16,-11.000 3.000 16,-1.000 9.000-1,7.000 8.000-15,9.000 10.000 16,7.000 11.000-16,7.000 17.000 16,6.000 23.000-1,5.000 20.000 1,0.000 18.000-16,-3.000 5.000 15,-4.000 2.000-15,-6.000-8.000 16,-1.000-11.000 0,3.000-18.000-16,2.000-17.000 15,3.000-14.000 1,0.000-21.000-16,6.000-25.000 16,3.000-32.000-1,-3.000-20.000-15,-1.000 3.000 16,2.000 24.000-1,-1.000 20.000-15,-3.000 28.000 16,0.000 0.000 0,0.000 0.000-16,-3.000 5.000 15,-4.000 16.000 1,-3.000 10.000-16,0.000 4.000 16,0.000-6.000-1,10.000-29.000-15,-3.000 0.000 16,14.000-28.000-1,14.000-10.000-15,10.000 4.000 16,9.000 8.000 0,-6.000 13.000-16,-12.000 8.000 15,-7.000 8.000 1,0.000 6.000-16,-3.000 11.000 16,-2.000 4.000-1,-5.000 1.000-15,-4.000-1.000 16,-3.000-8.000-1,-2.000-16.000-15,1.000 2.000 16,2.000-22.000-16,9.000-13.000 16,6.000-7.000-1,2.000 1.000 1,-1.000 8.000-16,-5.000 8.000 16,-4.000 12.000-16,-10.000 11.000 15,7.000 11.000-15,-4.000 18.000 16,-1.000 15.000-1,-3.000 4.000-15,-2.000-2.000 16,-2.000-2.000 0,0.000-11.000-16,0.000-10.000 15,3.000-11.000-15,2.000-15.000 16,8.000-20.000 0,8.000-27.000-16,6.000-16.000 15,1.000 1.000 1,-1.000 3.000-1,-4.000 17.000-15,-6.000 14.000 16,-4.000 15.000-16,-8.000 16.000 16,10.000 4.000-1,-3.000 23.000-15,-4.000 20.000 16,-4.000 9.000 0,-1.000 4.000-16,-2.000-3.000 15,1.000-8.000 1,2.000-12.000-16,2.000-13.000 15,-1.000-10.000 1,0.000-14.000-16,2.000 1.000 16,3.000-16.000-1,1.000-17.000-15,-3.000-14.000 16,-1.000-11.000 0,0.000-10.000-16,7.000-6.000 15,6.000-6.000 1,6.000-2.000-16,3.000 8.000 15,1.000 9.000 1,1.000 14.000-16,-7.000 19.000 16,-6.000 17.000-1,0.000 15.000-15,-2.000 16.000 16,1.000 24.000 0,0.000 21.000-16,-3.000 23.000 15,-1.000 16.000 1,-4.000 10.000-16,-6.000 7.000 15,-9.000 0.000 1,-4.000-9.000-16,-5.000-16.000 16,-3.000-18.000-1,1.000-18.000-15,3.000-23.000 16,0.000-16.000-16,-2.000-22.000 16,-7.000-21.000-1,-8.000-20.000 1,-7.000-12.000-16,-11.000 0.000 15,-1.000 6.000 1,-2.000 8.000 0,2.000 8.000-16,9.000 7.000 15,14.000 4.000-15,13.000 5.000 16,24.000-4.000-16,27.000-1.000 16,30.000 2.000-1,29.000 3.000 1,23.000 5.000-16,7.000 5.000 15,-2.000 1.000 1,-3.000 2.000-16,-15.000 3.000 16,-17.000 1.000-16,-26.000 1.000 15,-22.000-1.000 1,-19.000-3.000-16,-21.000-5.000 16,-21.000-13.000-1,-10.000-16.000-15,3.000 3.000 16</inkml:trace>
  <inkml:trace contextRef="#ctx0" brushRef="#br0">21161.000 1987.000 0,'36.000'9.000'15,"14.000"12.000"1,-8.000 11.000-16,-19.000 4.000 16,-25.000-1.000-1,-21.000-14.000-15,-3.000-8.000 16</inkml:trace>
  <inkml:trace contextRef="#ctx0" brushRef="#br0">21018.000 2269.000 0,'0.000'0.000'0,"7.000"29.000"15,0.000 11.000-15,-2.000 4.000 16,-2.000-4.000 0,1.000-7.000-16,-1.000-11.000 15,-3.000-22.000-15,10.000 1.000 16,7.000-19.000-1,9.000-11.000-15,11.000-6.000 16,14.000 2.000 0,11.000 3.000-16,9.000 10.000 15,14.000 6.000 1,6.000 10.000 0,1.000 7.000-16,-10.000 2.000 15,-14.000 7.000-15,-19.000 1.000 16,-23.000 5.000-1,-27.000 6.000-15,-31.000 4.000 16,-32.000 0.000 0,-25.000 1.000-16,-10.000-2.000 15,-2.000-3.000 1,18.000-2.000-16,20.000-7.000 16,26.000-2.000-16,24.000-5.000 15,30.000-2.000 1,31.000-3.000-16,20.000-7.000 15,10.000-6.000 1,5.000 0.000-16,-8.000-3.000 16,-12.000 2.000-1,-20.000 2.000-15,-24.000-5.000 16,-26.000-6.000 0,-25.000-7.000-1,-22.000-5.000-15,6.000 5.000 16</inkml:trace>
  <inkml:trace contextRef="#ctx0" brushRef="#br0">21271.000 2439.000 0,'6.000'28.000'16,"6.000"14.000"-16,2.000 3.000 16,-3.000-3.000-1,-4.000-7.000-15,-3.000-12.000 16,0.000-21.000-1,-1.000-21.000-15,0.000-19.000 16,-1.000 2.000-16</inkml:trace>
  <inkml:trace contextRef="#ctx0" brushRef="#br0">21456.000 2345.000 0,'9.000'25.000'16,"2.000"15.000"-16,-1.000 10.000 15,-10.000 2.000 1,-10.000 2.000-16,-10.000-7.000 16,-9.000-19.000-1,1.000-19.000 1,4.000-10.000-16</inkml:trace>
  <inkml:trace contextRef="#ctx0" brushRef="#br0">21186.000 2713.000 0,'11.000'26.000'15,"9.000"17.000"-15,-1.000 3.000 16,-3.000-2.000 0,-7.000-13.000-16,-9.000-31.000 15,7.000 1.000-15,-4.000-12.000 16</inkml:trace>
  <inkml:trace contextRef="#ctx0" brushRef="#br0">21363.000 2746.000 0,'44.000'-6.000'0,"22.000"1.000"16,2.000 6.000-1,-8.000 7.000-15,-13.000 1.000 16,-15.000 4.000-1,-18.000 4.000-15,-14.000 5.000 16,-16.000-2.000 0,-17.000-1.000-16,-15.000-4.000 15,-3.000-7.000 1,5.000-6.000-16,17.000-9.000 16,15.000-4.000-16,14.000 3.000 15,5.000 3.000 1,1.000 6.000-16,2.000 6.000 15,-1.000 6.000 1,-5.000 10.000 0,-9.000 9.000-16,-6.000 5.000 15,-11.000 0.000-15,-5.000-8.000 16,0.000-16.000 0,13.000-19.000-16,15.000-11.000 15,19.000-1.000 1,18.000 5.000-16,0.000 6.000 15,-2.000 7.000 1,3.000 8.000-16,0.000 7.000 16,2.000 4.000-1,0.000 1.000-15,-4.000-2.000 16,-2.000-8.000 0,-2.000-21.000-16,-1.000-21.000 15,-2.000-27.000 1,4.000-23.000-16,4.000-3.000 15,-6.000 18.000 1</inkml:trace>
  <inkml:trace contextRef="#ctx0" brushRef="#br0">22162.000 2030.000 0,'0.000'0.000'0,"0.000"0.000"15,0.000 0.000-15,-9.000 15.000 16,-1.000 9.000 0,9.000-1.000-16,15.000-3.000 15,13.000-4.000 1,7.000-3.000-16,-3.000-3.000 16,-5.000 2.000-16,-7.000 2.000 15,-8.000 12.000 1,-11.000 16.000-16,-18.000 21.000 15,-22.000 17.000 1,-21.000 20.000-16,-11.000 17.000 16,-1.000 0.000-1,6.000-8.000-15,13.000-12.000 16,11.000-17.000 0,17.000-27.000-16,14.000-34.000 15,10.000-29.000-15,4.000-8.000 16</inkml:trace>
  <inkml:trace contextRef="#ctx0" brushRef="#br0">22070.000 2694.000 0,'54.000'-11.000'0,"34.000"-4.000"0,10.000 2.000 16,-5.000 4.000-1,-14.000 2.000-15,-19.000 1.000 16,-20.000-3.000 0,-19.000 1.000-1,-21.000-9.000-15,-18.000-4.000 16,-1.000 2.000-16</inkml:trace>
  <inkml:trace contextRef="#ctx0" brushRef="#br0">22237.000 2626.000 0,'0.000'24.000'0,"2.000"10.000"15,1.000-1.000-15,1.000-14.000 16,5.000-25.000 0,-3.000-8.000-16</inkml:trace>
  <inkml:trace contextRef="#ctx0" brushRef="#br0">22406.000 2456.000 0,'0.000'0.000'0,"-4.000"30.000"16,4.000 21.000-1,8.000 8.000-15,7.000 4.000 16,10.000-6.000-1,3.000-6.000-15,1.000-10.000 16,-5.000-5.000 0,-8.000-6.000-16,-12.000 0.000 15,-17.000 0.000 1,-21.000-1.000-16,-18.000-1.000 16,-13.000-3.000-1,-1.000-8.000-15,6.000-5.000 16,16.000-9.000-1,17.000-7.000-15,21.000-9.000 16,26.000-2.000 0,19.000 6.000-16,14.000 5.000 15,9.000 9.000 1,0.000 10.000-16,-5.000 7.000 16,-8.000 2.000-16,-14.000-13.000 15,-14.000-8.000 1</inkml:trace>
  <inkml:trace contextRef="#ctx0" brushRef="#br0">22994.000 3062.000 0,'0.000'0.000'15,"-9.000"-7.000"-15</inkml:trace>
  <inkml:trace contextRef="#ctx0" brushRef="#br0">2502.000 4410.000 0,'0.000'0.000'0,"0.000"0.000"16,0.000 0.000-16,20.000-12.000 16,11.000-2.000-1,1.000 1.000-15,-1.000 9.000 16,-7.000 13.000-1,-12.000 8.000-15,-5.000 13.000 16,-8.000 4.000 0,-2.000-1.000-16,2.000-7.000 15,4.000-3.000 1,6.000-9.000-16,3.000-6.000 16,6.000-11.000-16,8.000-10.000 15,2.000-11.000 1,1.000-10.000-1,-10.000-11.000-15,-10.000-6.000 16,-7.000-5.000-16,-10.000-2.000 16,-1.000 15.000-1</inkml:trace>
  <inkml:trace contextRef="#ctx0" brushRef="#br0">2594.000 4231.000 0,'-25.000'22.000'16,"-12.000"19.000"-16,2.000 11.000 15,13.000 15.000 1,16.000 6.000-16,17.000 2.000 16,13.000-6.000-1,10.000-17.000-15,11.000-10.000 16,6.000-18.000 0,2.000-16.000-16,2.000-17.000 15,-2.000-17.000 1,-2.000-11.000-16,-4.000-13.000 15,-7.000-14.000 1,-15.000-9.000-16,-13.000-6.000 16,-14.000 5.000-1,-21.000 14.000-15,-17.000 12.000 16,-15.000 21.000 0,-12.000 20.000-16,-9.000 18.000 15,-1.000 17.000 1,3.000 15.000-16,16.000 9.000 15,17.000 3.000 1,16.000-12.000-16</inkml:trace>
  <inkml:trace contextRef="#ctx0" brushRef="#br0">3217.000 4469.000 0,'0.000'0.000'0,"0.000"0.000"15</inkml:trace>
  <inkml:trace contextRef="#ctx0" brushRef="#br0">3611.000 4171.000 0,'0.000'0.000'0,"0.000"0.000"16,19.000 16.000-1,7.000 6.000-15,-5.000-8.000 16,-5.000-5.000-16</inkml:trace>
  <inkml:trace contextRef="#ctx0" brushRef="#br0">3974.000 4000.000 0,'0.000'0.000'16,"7.000"18.000"-16,-2.000 14.000 16,-9.000 10.000-1,-10.000 5.000 1,-11.000 1.000-16,-3.000-15.000 16,-2.000-21.000-16,8.000-10.000 15</inkml:trace>
  <inkml:trace contextRef="#ctx0" brushRef="#br0">3839.000 4017.000 0,'0.000'0.000'0,"-10.000"31.000"16,-6.000 21.000-1,-2.000 11.000-15,3.000-3.000 16,9.000-10.000-1,6.000-9.000-15,10.000-9.000 16,11.000-14.000 0,6.000-9.000-16,0.000-6.000 15,-5.000 1.000 1,-4.000 1.000-16,-9.000 12.000 16,-9.000 10.000-16,-17.000 12.000 15,-15.000 10.000 1,-10.000 3.000-1,-10.000-2.000-15,6.000-5.000 16,9.000-14.000 0,13.000-15.000-16,18.000-17.000 15,18.000-14.000 1,19.000-9.000-16,12.000 2.000 16,3.000 8.000-1,-4.000 10.000-15,-4.000 9.000 16,-4.000 7.000-1,-10.000 7.000-15,-4.000 1.000 16,-3.000-1.000 0,-2.000-4.000-16,-4.000-7.000 15,5.000-19.000-15,4.000-16.000 16,0.000-23.000 0,-3.000 4.000-1,5.000-27.000-15,0.000-6.000 16,-6.000 17.000-1</inkml:trace>
  <inkml:trace contextRef="#ctx0" brushRef="#br0">4210.000 4324.000 0,'0.000'0.000'15,"34.000"-4.000"-15,25.000-3.000 16,7.000-3.000 0,-1.000 0.000-16,-3.000-4.000 15,-6.000-3.000 1,-13.000-4.000-16,-12.000-4.000 15,-9.000-2.000 1,-18.000-5.000-16,-17.000-4.000 16,-15.000 0.000-1,-9.000 3.000-15,-2.000 10.000 16,6.000 7.000 0,8.000 10.000-16,7.000 15.000 15,8.000 19.000 1,4.000 19.000-16,8.000 17.000 15,6.000 16.000 1,0.000 6.000-16,0.000 2.000 16,-1.000-6.000-1,0.000-12.000-15,-1.000-12.000 16,-4.000-13.000 0,0.000-14.000-16,-2.000-16.000 15,-2.000-19.000-15,-9.000-25.000 16,0.000-27.000-1,-1.000-15.000-15,7.000 8.000 16,5.000 21.000 0,3.000 21.000-16,-3.000 21.000 15,0.000 0.000 1,2.000 5.000-16,-2.000 16.000 16,-5.000 13.000-1,-4.000-1.000-15,2.000 2.000 16,1.000-8.000-1,2.000-15.000-15,6.000-14.000 16,7.000-25.000-16,14.000-12.000 16,11.000-5.000-1,4.000 6.000-15,-8.000 10.000 16,-3.000 11.000 0,-7.000 14.000-16,-3.000 12.000 15,-2.000 13.000 1,-6.000 10.000-16,-8.000 7.000 15,-2.000 2.000 1,-6.000-6.000-16,0.000-13.000 16,7.000-22.000-1,-2.000-3.000-15,9.000-23.000 16,7.000-15.000 0,7.000-7.000-16,3.000 4.000 15,-4.000 9.000 1,-5.000 13.000-16,-4.000 12.000 15,-3.000 13.000 1,0.000 16.000-16,-2.000 14.000 16,-8.000 11.000-1,-2.000 2.000-15,-4.000-2.000 16,2.000-8.000-16,-1.000-14.000 16,7.000-22.000-1,0.000-2.000-15,5.000-26.000 16,10.000-17.000-1,2.000-12.000-15,3.000-4.000 16,0.000 4.000 0,-4.000 14.000-16,-6.000 14.000 15,-4.000 13.000 1,-6.000 16.000-16,6.000 3.000 16,2.000 19.000-1,-2.000 19.000-15,-1.000 11.000 16,-5.000 6.000-1,-3.000-1.000-15,1.000-8.000 16,0.000-11.000-16,-2.000-13.000 16,4.000-9.000-1,0.000-15.000 1,0.000-18.000-16,-4.000-16.000 16,2.000-18.000-16,3.000-9.000 15,4.000-7.000 1,3.000-1.000-16,10.000-2.000 15,2.000 6.000 1,4.000 0.000 0,1.000 3.000-16,0.000 8.000 15,-1.000 12.000 1,-4.000 15.000-16,1.000 14.000 16,2.000 19.000-16,0.000 23.000 15,1.000 23.000 1,0.000 20.000-1,-6.000 18.000-15,-6.000 12.000 16,-5.000 8.000 0,-5.000-1.000-16,-6.000-5.000 15,-2.000-13.000 1,-3.000-13.000-16,-8.000-21.000 16,-2.000-20.000-1,-4.000-18.000-15,-9.000-18.000 16,-13.000-19.000-1,-9.000-16.000-15,-6.000-16.000 16,-7.000-9.000 0,2.000 0.000-16,6.000 8.000 15,12.000 9.000 1,13.000 13.000-16,11.000 9.000 16,16.000 1.000-1,19.000 0.000-15,30.000-5.000 16,24.000 1.000-1,28.000-1.000-15,11.000 2.000 16,8.000 6.000 0,-5.000 1.000-16,-11.000 1.000 15,-12.000 4.000 1,-23.000 3.000-16,-24.000 3.000 16,-18.000-1.000-1,-20.000-3.000-15,-15.000-6.000 16,-8.000-10.000-1,1.000-6.000-15,7.000 8.000 16</inkml:trace>
  <inkml:trace contextRef="#ctx0" brushRef="#br0">5949.000 4069.000 0,'-30.000'43.000'0,"-21.000"21.000"16,-4.000 2.000-16,4.000-14.000 15,15.000-29.000 1,13.000-17.000-16</inkml:trace>
  <inkml:trace contextRef="#ctx0" brushRef="#br0">6142.000 4189.000 0,'38.000'4.000'15,"10.000"5.000"-15,-7.000 3.000 16,-19.000-3.000-1,-9.000-5.000-15</inkml:trace>
  <inkml:trace contextRef="#ctx0" brushRef="#br0">5966.000 4402.000 0,'-4.000'35.000'15,"-8.000"19.000"-15,-4.000 4.000 16,-1.000-4.000 0,4.000-8.000-16,8.000-13.000 15,11.000-16.000-15,18.000-18.000 16,16.000-22.000 0,9.000-7.000-16,5.000-8.000 15,-2.000 0.000 1,-9.000 8.000-16,-9.000 13.000 15,-8.000 14.000 1,-5.000 15.000-16,-10.000 12.000 16,-9.000 6.000-1,-5.000 3.000 1,-3.000-5.000-16,1.000-10.000 16,8.000-26.000-16,8.000-26.000 15,2.000-1.000 1</inkml:trace>
  <inkml:trace contextRef="#ctx0" brushRef="#br0">6546.000 4206.000 0,'81.000'-21.000'0,"29.000"-6.000"16,-6.000 6.000-1,-16.000 3.000-15,-19.000-1.000 16,-19.000-1.000 0,-20.000-8.000-16,-21.000-8.000 15,-9.000 5.000 1</inkml:trace>
  <inkml:trace contextRef="#ctx0" brushRef="#br0">6681.000 3891.000 0,'13.000'53.000'15,"12.000"42.000"1,11.000 18.000-16,9.000 9.000 16,5.000 6.000-1,5.000 0.000-15,1.000 1.000 16,-7.000-8.000-1,-7.000-15.000-15,-9.000-25.000 16,-7.000-25.000 0,-11.000-27.000-16,-10.000-33.000 15,-18.000-37.000 1,-13.000-37.000-16,4.000 1.000 16</inkml:trace>
  <inkml:trace contextRef="#ctx0" brushRef="#br0">6974.000 3872.000 0,'20.000'7.000'15,"-1.000"13.000"-15,-19.000 16.000 16,-23.000 3.000-1,-4.000-7.000-15</inkml:trace>
  <inkml:trace contextRef="#ctx0" brushRef="#br0">6546.000 4479.000 0,'0.000'0.000'15,"0.000"0.000"-15,26.000 5.000 16,9.000 4.000-16,-7.000 9.000 16,-9.000 7.000-1,-13.000 3.000-15,-10.000 3.000 16,-5.000-3.000 0,1.000-3.000-16,1.000-3.000 15,5.000-3.000 1,5.000-5.000-16,13.000-5.000 15,15.000-16.000 1,9.000-16.000-16,13.000-23.000 16,-8.000 0.000-1</inkml:trace>
  <inkml:trace contextRef="#ctx0" brushRef="#br0">7732.000 3949.000 0,'-27.000'40.000'16,"-13.000"30.000"-16,-2.000 21.000 15,4.000 11.000 1,10.000 4.000-16,14.000-5.000 15,11.000-5.000 1,14.000-12.000-16,10.000-15.000 16,3.000-13.000-1,0.000-13.000-15,-2.000-20.000 16,0.000-28.000 0,-8.000-8.000-16</inkml:trace>
  <inkml:trace contextRef="#ctx0" brushRef="#br0">7917.000 4376.000 0,'9.000'34.000'0,"0.000"15.000"16,-6.000-2.000-1,-3.000-12.000-15,0.000-13.000 16,0.000-22.000 0,-3.000-4.000-16,2.000-24.000 15,6.000-16.000 1,7.000-11.000-16,9.000 0.000 16,2.000 7.000-1,0.000 12.000-15,5.000 12.000 16,1.000 14.000-1,3.000 17.000-15,0.000 14.000 16,-4.000 17.000 0,-10.000 14.000-16,-12.000 8.000 15,-9.000-2.000 1,-7.000-9.000-16,-9.000-8.000 16,-4.000-13.000-1,-6.000-14.000-15,-3.000-17.000 16,2.000-15.000-16,4.000-15.000 15,14.000-10.000 1,17.000-8.000 0,18.000-1.000-16,10.000 0.000 15,5.000 3.000 1,5.000 7.000-16,0.000 3.000 16,-3.000 10.000-1,-6.000 15.000 1,-6.000 14.000-16,-7.000 19.000 15,-10.000 21.000-15,-8.000 17.000 16,-9.000 15.000 0,-6.000 0.000-16,-3.000-5.000 15,3.000-15.000 1,3.000-19.000-16,4.000-15.000 16,0.000-20.000-1,1.000-25.000-15,5.000-26.000 16,1.000-20.000-1,7.000-19.000-15,7.000-6.000 16,3.000-4.000 0,5.000 4.000-16,3.000 7.000 15,1.000 14.000 1,1.000 20.000-16,-1.000 18.000 16,-2.000 18.000-1,0.000 26.000-15,-2.000 26.000 16,0.000 30.000-1,-3.000 29.000-15,-8.000 25.000 16,-7.000 22.000 0,-4.000 14.000-16,-2.000 6.000 15,-1.000 1.000 1,0.000-4.000 0,-3.000-18.000-16,-4.000-28.000 15,-1.000-32.000-15,-1.000-35.000 16,0.000-40.000-1,1.000-42.000-15,-2.000-42.000 16,-2.000-34.000 0,-3.000-13.000-16,-2.000 3.000 15,-9.000 9.000 1,5.000 19.000-16,6.000 23.000 16,10.000 32.000-1,2.000 20.000-15,3.000 14.000 16,0.000 12.000-1,7.000 19.000-15,2.000 16.000 16,-2.000 10.000-16,-3.000 2.000 16,-5.000-14.000-1,-4.000-25.000-15,0.000-12.000 16</inkml:trace>
  <inkml:trace contextRef="#ctx0" brushRef="#br0">8690.000 4196.000 0,'0.000'0.000'0,"-3.000"29.000"16,2.000 17.000-1,0.000 6.000 1,6.000-3.000-16,7.000-10.000 15,7.000-5.000-15,3.000-9.000 16,1.000-3.000 0,-4.000 2.000-16,-5.000 4.000 15,-11.000 3.000 1,-14.000-1.000-16,-12.000-3.000 16,-9.000-13.000-1,-3.000-23.000-15,9.000-9.000 16</inkml:trace>
  <inkml:trace contextRef="#ctx0" brushRef="#br0">9119.000 4044.000 0,'0.000'0.000'0,"-11.000"23.000"15,-11.000 15.000 1,-2.000 5.000-16,9.000-4.000 16,12.000-7.000-1,15.000-7.000-15,15.000-13.000 16,6.000-4.000 0,2.000 1.000-16,-4.000 4.000 15,-6.000 5.000 1,-10.000 12.000-16,-9.000 8.000 15,-16.000 7.000 1,-16.000 1.000-16,-11.000-2.000 16,-10.000-7.000-1,-4.000-13.000-15,4.000-24.000 16,9.000-19.000 0,16.000-11.000-16,17.000-4.000 15,16.000 6.000 1,12.000 12.000-16,-1.000 9.000 15,6.000 7.000-15,8.000 8.000 16,12.000 16.000 0,6.000 5.000-16,-1.000 10.000 15,-5.000-1.000 1,-12.000-5.000-16,-11.000-14.000 16,-11.000-18.000-1,-6.000-8.000-15</inkml:trace>
  <inkml:trace contextRef="#ctx0" brushRef="#br0">9540.000 3880.000 0,'24.000'-4.000'0,"4.000"5.000"16,-10.000 10.000-16,-9.000-1.000 16</inkml:trace>
  <inkml:trace contextRef="#ctx0" brushRef="#br0">9540.000 4112.000 0,'28.000'-5.000'0,"18.000"0.000"16,1.000 5.000-1,-8.000 6.000-15,-11.000 5.000 16,-19.000 7.000-16,-19.000 6.000 16,-23.000 6.000-1,-14.000 4.000-15,-4.000 3.000 16,4.000 3.000-1,11.000-1.000-15,13.000-6.000 16,14.000-2.000 0,14.000-5.000-16,16.000-10.000 15,13.000-14.000 1,8.000-8.000-16,4.000-6.000 16,-1.000-9.000-1,-8.000-1.000-15,-13.000-4.000 16,-13.000 3.000-1,-12.000 0.000-15,-12.000 9.000 16,-9.000 10.000 0,0.000 10.000-1,-1.000 13.000-15,3.000 14.000 16,5.000 10.000-16,5.000 7.000 16,8.000 4.000-1,5.000-2.000-15,4.000-11.000 16,2.000-10.000-1,3.000-14.000-15,6.000-20.000 16,5.000-24.000 0,-1.000-23.000-16,-6.000 3.000 15</inkml:trace>
  <inkml:trace contextRef="#ctx0" brushRef="#br0">9825.000 4299.000 0,'34.000'-8.000'15,"23.000"-4.000"-15,10.000-1.000 16,1.000 3.000 0,-3.000 2.000-16,-7.000 1.000 15,-8.000 0.000 1,-10.000-8.000-16,-12.000-6.000 16,-12.000-8.000-1,-13.000-3.000-15,-16.000-9.000 16,-11.000 1.000-1,-12.000-2.000-15,-1.000 5.000 16,4.000 9.000 0,10.000 11.000-16,9.000 8.000 15,4.000 14.000 1,1.000 21.000-16,3.000 26.000 16,0.000 23.000-16,3.000 15.000 15,2.000 7.000 1,1.000 2.000-1,2.000-9.000-15,0.000-8.000 16,-2.000-16.000 0,-2.000-15.000-16,-2.000-19.000 15,0.000-25.000 1,-6.000-29.000-16,0.000-5.000 16</inkml:trace>
  <inkml:trace contextRef="#ctx0" brushRef="#br0">10019.000 4367.000 0,'0.000'0.000'15,"-10.000"32.000"-15,-12.000 21.000 16,-4.000 0.000 0,4.000-13.000-16,10.000-24.000 15,7.000-13.000 1</inkml:trace>
  <inkml:trace contextRef="#ctx0" brushRef="#br0">10137.000 4461.000 0,'21.000'16.000'16,"7.000"9.000"0,-2.000 3.000-16,-10.000-3.000 15,-16.000-25.000-15,6.000-3.000 16,-7.000-27.000-1,-2.000-2.000 1</inkml:trace>
  <inkml:trace contextRef="#ctx0" brushRef="#br0">10406.000 4025.000 0,'49.000'-6.000'15,"15.000"5.000"-15,-12.000 13.000 16,-21.000 10.000 0,-25.000 12.000-16,-19.000 5.000 15,-10.000 0.000 1,-2.000-3.000-16,9.000-2.000 16,6.000-4.000-1,8.000 5.000-15,14.000 2.000 16,15.000 0.000-1,10.000-3.000-15,1.000 1.000 16,-3.000-3.000 0,-6.000-3.000-1,-9.000-1.000-15,-15.000-4.000 16,-15.000-4.000-16,-20.000-6.000 16,-13.000-13.000-1,-11.000-15.000-15,-4.000-17.000 16,7.000-15.000-1,17.000-6.000-15,18.000-4.000 16,16.000 4.000 0,11.000 16.000-16,2.000 17.000 15,-2.000 5.000 1,-3.000 10.000-16,0.000 14.000 16,-4.000 20.000-16,-13.000 23.000 15,-18.000 15.000 1,-15.000 8.000-1,-11.000-4.000-15,1.000-15.000 16,11.000-22.000 0,15.000-27.000-16,22.000-23.000 15,16.000-13.000-15,16.000-7.000 16,13.000 6.000 0,5.000 11.000-16,-1.000 11.000 15,1.000 8.000 1,4.000 8.000-16,1.000 10.000 15,-2.000 11.000 1,-9.000 0.000 0,-12.000 1.000-16,-12.000-10.000 15,-16.000-21.000-15,8.000-2.000 16,-5.000-7.000 0</inkml:trace>
  <inkml:trace contextRef="#ctx0" brushRef="#br0">10919.000 4352.000 0,'58.000'-11.000'16,"30.000"-3.000"-16,0.000 5.000 15,-11.000 5.000 1,-16.000 1.000-16,-12.000-1.000 15,-12.000-3.000 1,-16.000-6.000 0,-18.000-8.000-16,-17.000-8.000 15,-19.000-6.000-15,-12.000-3.000 16,7.000 5.000 0</inkml:trace>
  <inkml:trace contextRef="#ctx0" brushRef="#br0">11095.000 4044.000 0,'-1.000'28.000'0,"1.000"22.000"16,1.000 19.000 0,-5.000 15.000-1,-7.000 14.000-15,-14.000 3.000 16,-7.000-13.000 0,-6.000-21.000-16,4.000-35.000 15,8.000-16.000 1</inkml:trace>
  <inkml:trace contextRef="#ctx0" brushRef="#br0">11179.000 4461.000 0,'50.000'45.000'0,"7.000"9.000"16,-13.000-21.000-1,-16.000-16.000 1</inkml:trace>
  <inkml:trace contextRef="#ctx0" brushRef="#br0">11726.000 3880.000 0,'61.000'34.000'16,"20.000"33.000"-1,-6.000 26.000-15,-30.000 18.000 16,-34.000 11.000 0,-38.000 8.000-16,-34.000-3.000 15,-20.000-17.000 1,11.000-32.000-16</inkml:trace>
  <inkml:trace contextRef="#ctx0" brushRef="#br0">12087.000 5050.000 0,'0.000'0.000'15,"-15.000"-4.000"-15</inkml:trace>
  <inkml:trace contextRef="#ctx0" brushRef="#br0">5494.000 6263.000 0,'-16.000'-14.000'15,"-12.000"-2.000"-15,-5.000 12.000 16,1.000 16.000 0,-1.000 20.000-16,3.000 22.000 15,1.000 8.000 1,13.000 8.000-16,13.000-11.000 15,14.000-9.000 1,8.000-19.000-16,10.000-20.000 16,4.000-21.000-1,3.000-22.000-15,2.000-19.000 16,-3.000-20.000 0,1.000-18.000-16,-3.000-16.000 15,-4.000-13.000 1,-5.000-5.000-16,-7.000 1.000 15,-1.000 8.000 1,-6.000 16.000 0,-1.000 18.000-16,-2.000 22.000 15,-3.000 19.000 1,-2.000 21.000-16,-2.000 24.000 16,-1.000 23.000-1,0.000 28.000-15,-6.000 26.000 16,3.000 21.000-16,3.000 12.000 15,5.000-3.000 1,4.000-9.000 0,3.000-10.000-16,8.000-16.000 15,6.000-22.000 1,7.000-19.000-16,3.000-29.000 16,3.000-26.000-16,-7.000-8.000 15</inkml:trace>
  <inkml:trace contextRef="#ctx0" brushRef="#br0">6353.000 5792.000 0,'0.000'0.000'16,"-12.000"31.000"-16,-15.000 21.000 15,-11.000 5.000 1,-4.000-3.000 0,9.000-11.000-16,11.000-7.000 0,9.000-12.000 15,16.000-6.000 1,14.000-5.000 0,11.000-5.000-16,5.000 2.000 15,0.000 5.000-15,-5.000 0.000 16,-6.000 7.000-1,-12.000 6.000-15,-11.000 8.000 16,-13.000 5.000 0,-12.000-1.000-16,-5.000-4.000 15,5.000-8.000 1,4.000-9.000-16,10.000-8.000 16,8.000-12.000-1,14.000-12.000-15,17.000-16.000 16,14.000-8.000-1,13.000-3.000-15,5.000 2.000 16,-4.000 9.000 0,-5.000 12.000-1,-13.000 10.000-15,-6.000 14.000 16,-13.000 11.000-16,-10.000 11.000 16,-8.000 5.000-1,-7.000 3.000-15,-2.000-4.000 16,2.000-9.000-1,0.000-8.000-15,6.000-8.000 16,4.000-6.000-16,8.000-12.000 16,8.000-14.000-1,12.000-7.000-15,4.000-8.000 16,3.000 1.000 0,-1.000 3.000-16,-6.000 7.000 15,-6.000 9.000 1,-4.000 12.000-16,-4.000 11.000 15,-6.000 13.000 1,-5.000 8.000-16,-7.000 10.000 16,-5.000 7.000-1,-3.000-1.000-15,0.000-5.000 16,-2.000-10.000 0,5.000-8.000-16,3.000-9.000 15,3.000-9.000 1,9.000-5.000-16,7.000-11.000 15,5.000-9.000 1,3.000-5.000-16,1.000-1.000 16,0.000 5.000-1,-5.000 4.000-15,-4.000 10.000 16,-5.000 8.000-16,-2.000 7.000 16,1.000 6.000-1,-1.000 6.000-15,5.000 3.000 16,1.000 1.000-1,0.000-1.000-15,0.000-7.000 16,0.000 2.000 0,0.000-5.000-16,1.000-1.000 15,-1.000-1.000 1,-2.000-2.000-16,-4.000-3.000 16,-9.000-1.000-16,-6.000-11.000 15,-7.000-3.000 1</inkml:trace>
  <inkml:trace contextRef="#ctx0" brushRef="#br0">6689.000 5885.000 0,'0.000'0.000'0,"0.000"0.000"16,12.000 7.000-16,1.000 0.000 15</inkml:trace>
  <inkml:trace contextRef="#ctx0" brushRef="#br0">7252.000 5972.000 0,'12.000'41.000'16,"9.000"14.000"0,4.000 0.000-1,5.000-6.000-15,7.000-14.000 16,7.000-17.000-16,9.000-18.000 15,6.000-18.000 1,4.000-14.000-16,-4.000-9.000 16,-6.000-7.000-1,-8.000-4.000-15,-14.000-2.000 16,-15.000 3.000 0,-15.000 3.000-16,-10.000 10.000 15,-11.000 11.000 1,-1.000 11.000-16,-5.000 18.000 15,-6.000 19.000 1,0.000 21.000-16,1.000 21.000 16,0.000 25.000-1,6.000 21.000 1,0.000 22.000-16,1.000 16.000 16,2.000 3.000-1,0.000-6.000-15,3.000-13.000 16,5.000-20.000-1,6.000-22.000-15,3.000-27.000 16,1.000-34.000 0,3.000-37.000-16,1.000-11.000 15</inkml:trace>
  <inkml:trace contextRef="#ctx0" brushRef="#br0">8211.000 6125.000 0,'43.000'-7.000'0,"25.000"-4.000"16,4.000 7.000-1,-13.000 3.000-15,-11.000-2.000 16,-14.000-1.000 0,-13.000 0.000-16</inkml:trace>
  <inkml:trace contextRef="#ctx0" brushRef="#br0">8211.000 6365.000 0,'47.000'1.000'0,"29.000"4.000"16,6.000 0.000 0,-5.000-10.000-16,-20.000 0.000 15</inkml:trace>
  <inkml:trace contextRef="#ctx0" brushRef="#br0">9212.000 6083.000 0,'64.000'3.000'15,"27.000"3.000"1,-1.000-3.000-16,-14.000-2.000 16,-18.000-8.000-16,-13.000-10.000 15,-14.000 0.000 1</inkml:trace>
  <inkml:trace contextRef="#ctx0" brushRef="#br0">9456.000 5820.000 0,'0.000'0.000'0,"0.000"0.000"16,0.000 39.000-1,0.000 22.000-15,-7.000 12.000 16,-9.000 5.000 0,-7.000-6.000-16,-7.000-11.000 15,0.000-16.000 1,6.000-17.000-16</inkml:trace>
  <inkml:trace contextRef="#ctx0" brushRef="#br0">9127.000 6466.000 0,'42.000'-7.000'16,"24.000"-2.000"-16,9.000 4.000 16,-2.000 5.000-16,-6.000 2.000 15,-10.000-6.000 1,-8.000-9.000-16,-14.000 0.000 15</inkml:trace>
  <inkml:trace contextRef="#ctx0" brushRef="#br0">9969.000 5630.000 0,'0.000'0.000'0,"4.000"47.000"16,-1.000 37.000-1,-10.000 25.000-15,-13.000 9.000 16,-6.000 4.000-1,0.000-7.000 1,1.000-18.000-16,3.000-21.000 16,3.000-29.000-16,4.000-20.000 15</inkml:trace>
  <inkml:trace contextRef="#ctx0" brushRef="#br0">9935.000 6125.000 0,'55.000'-9.000'15,"20.000"-2.000"-15,-8.000 13.000 16,-19.000 11.000 0,-21.000 8.000-16,-20.000 6.000 15,-21.000 1.000 1,-18.000 3.000-1,-10.000-5.000-15,-7.000-4.000 16,-1.000-4.000-16,5.000-5.000 16,12.000-4.000-1,14.000-4.000-15,13.000 2.000 16,15.000 1.000 0,16.000 6.000-16,16.000 3.000 15,10.000 0.000 1,3.000-1.000-16,-1.000-2.000 15,-10.000-6.000 1,-7.000-4.000 0,-8.000-13.000-16,-9.000-5.000 15</inkml:trace>
  <inkml:trace contextRef="#ctx0" brushRef="#br0">10565.000 5938.000 0,'32.000'-16.000'15,"16.000"-6.000"1,2.000 4.000-16,-4.000 7.000 16,-5.000 5.000-1,-4.000 8.000-15,-3.000 8.000 16,-3.000 10.000-1,-6.000 14.000-15,-3.000 13.000 16,-3.000 18.000 0,-7.000 12.000-16,-3.000 10.000 15,1.000-1.000 1,-5.000-1.000-16,-3.000-10.000 16,-3.000-15.000-1,-3.000-16.000-15,-3.000-23.000 16,3.000-22.000-1,0.000-8.000-15</inkml:trace>
  <inkml:trace contextRef="#ctx0" brushRef="#br0">10919.000 6202.000 0,'0.000'0.000'16,"0.000"0.000"-16,-36.000 27.000 15,-27.000 19.000 1,-11.000 13.000-16,2.000 3.000 16,5.000-2.000-1,14.000-16.000-15,17.000-16.000 16</inkml:trace>
  <inkml:trace contextRef="#ctx0" brushRef="#br0">11289.000 6535.000 0,'0.000'0.000'0,"0.000"0.000"16,0.000 0.000-1,0.000 0.000-15</inkml:trace>
  <inkml:trace contextRef="#ctx0" brushRef="#br0">12643.000 5639.000 0,'0.000'0.000'15,"-4.000"50.000"-15,-5.000 39.000 16,-3.000 25.000 0,-10.000 17.000-16,-6.000 5.000 15,-6.000-10.000 1,-3.000-14.000 0,-2.000-20.000-16,0.000-22.000 15,10.000-30.000 1,8.000-30.000-16,5.000-13.000 15</inkml:trace>
  <inkml:trace contextRef="#ctx0" brushRef="#br0">12424.000 6176.000 0,'74.000'3.000'15,"19.000"3.000"-15,-16.000 7.000 16,-26.000 5.000 0,-25.000 4.000-16,-24.000 6.000 15,-22.000 3.000 1,-16.000 0.000-16,-6.000-6.000 16,-1.000-3.000-1,8.000-6.000-15,9.000-5.000 16,16.000 0.000-1,13.000 0.000-15,17.000 3.000 16,13.000 4.000-16,10.000-2.000 16,4.000 1.000-1,-3.000 0.000-15,-3.000-5.000 16,-9.000-3.000 0,-10.000-13.000-16,-7.000-10.000 15,-4.000-14.000 1,-4.000 3.000-16</inkml:trace>
  <inkml:trace contextRef="#ctx0" brushRef="#br0">13029.000 6176.000 0,'47.000'-9.000'0,"24.000"-2.000"16,1.000 2.000-1,-7.000 7.000-15,-12.000 2.000 32,-14.000-2.000-32,-15.000-3.000 0,-10.000-2.000 15</inkml:trace>
  <inkml:trace contextRef="#ctx0" brushRef="#br0">13063.000 6398.000 0,'0.000'0.000'16,"38.000"2.000"-16,29.000-3.000 15,5.000-7.000 1,5.000-10.000-16,0.000-8.000 16,-18.000 1.000-1</inkml:trace>
  <inkml:trace contextRef="#ctx0" brushRef="#br0">13669.000 6253.000 0,'0.000'0.000'0,"-13.000"27.000"16,-3.000 16.000 0,2.000 6.000-16,10.000-1.000 15,9.000-8.000 1,7.000-11.000-16,11.000-14.000 15,9.000-9.000 1,6.000-16.000-16,0.000-14.000 16,2.000-9.000-1,-4.000-10.000-15,-10.000-4.000 16,-11.000-4.000 0,-14.000 9.000-16,-13.000 7.000 15,-16.000 13.000 1,-9.000 12.000-16,-3.000 10.000 15,1.000 7.000 1,6.000 6.000-16,16.000-4.000 16,10.000-2.000-1</inkml:trace>
  <inkml:trace contextRef="#ctx0" brushRef="#br0">14021.000 6475.000 0,'0.000'0.000'16,"0.000"0.000"-16,0.000 0.000 15,0.000 0.000 1,0.000-11.000-16</inkml:trace>
  <inkml:trace contextRef="#ctx0" brushRef="#br0">14400.000 6083.000 0,'0.000'0.000'16,"3.000"31.000"-16,-2.000 23.000 15,-10.000 19.000 1,-8.000 9.000-16,-10.000-1.000 16,-3.000-7.000-1,4.000-17.000-15,7.000-26.000 16,7.000-14.000 0</inkml:trace>
  <inkml:trace contextRef="#ctx0" brushRef="#br0">14560.000 6543.000 0,'0.000'0.000'0,"0.000"0.000"16,-3.000 14.000-1,-5.000-6.000-15,1.000-7.000 16</inkml:trace>
  <inkml:trace contextRef="#ctx0" brushRef="#br0">14838.000 6168.000 0,'30.000'0.000'0,"10.000"8.000"16,-7.000 12.000 0,-17.000 11.000-16,-23.000 9.000 15,-14.000 5.000 1,-8.000-1.000 0,-1.000-6.000-16,6.000-7.000 15,4.000-9.000 1,10.000-5.000-16,6.000-9.000 15,14.000-1.000 1,15.000-5.000-16,17.000-8.000 16,16.000-13.000-16,7.000-12.000 15,-11.000 6.000 1</inkml:trace>
  <inkml:trace contextRef="#ctx0" brushRef="#br0">15249.000 6500.000 0,'0.000'0.000'16,"-3.000"18.000"-16,-4.000 4.000 15,-4.000-9.000-15,3.000-13.000 16,3.000-8.000 0</inkml:trace>
  <inkml:trace contextRef="#ctx0" brushRef="#br0">15578.000 6356.000 0,'0.000'0.000'16,"0.000"0.000"0,0.000 0.000-16,0.000 0.000 15,8.000-17.000-15</inkml:trace>
  <inkml:trace contextRef="#ctx0" brushRef="#br0">15754.000 6339.000 0,'24.000'-4.000'0,"6.000"-7.000"16,-4.000-1.000 0</inkml:trace>
  <inkml:trace contextRef="#ctx0" brushRef="#br0">16082.000 6356.000 0,'19.000'3.000'16,"3.000"-2.000"-16,2.000-12.000 16,-6.000 1.000-1</inkml:trace>
  <inkml:trace contextRef="#ctx0" brushRef="#br0">16435.000 6381.000 0,'16.000'-11.000'16,"2.000"0.000"-16</inkml:trace>
  <inkml:trace contextRef="#ctx0" brushRef="#br0">18226.000 4402.000 0,'-12.000'-10.000'0,"-6.000"-4.000"16,-4.000-6.000-16,4.000 3.000 15</inkml:trace>
  <inkml:trace contextRef="#ctx0" brushRef="#br0">18193.000 3899.000 0,'11.000'-12.000'16,"3.000"-2.000"-16,-3.000 8.000 15,-9.000 11.000 1,-11.000 15.000-16,-10.000 13.000 16,-6.000 6.000-1,-2.000-1.000 1,10.000-5.000-16,8.000-12.000 16,14.000-8.000-16,13.000-13.000 15,14.000-7.000 1,14.000-6.000-16,7.000 0.000 15,1.000 0.000 1,-2.000 6.000-16,-10.000 7.000 16,-13.000 11.000-1,-14.000 16.000-15,-22.000 15.000 16,-27.000 15.000 0,-19.000 3.000-16,-10.000-2.000 15,-3.000-4.000 1,1.000-11.000-16,8.000-18.000 15,6.000-25.000 1,14.000-24.000-16,14.000-13.000 16,15.000-1.000-1,17.000 10.000-15,17.000 10.000 16,7.000 5.000 0,0.000 7.000-16,4.000 1.000 15,11.000 2.000 1,8.000 3.000-16,6.000 4.000 15,-3.000 3.000 1,-1.000 4.000-16,-9.000-1.000 16,-12.000-1.000-16,-16.000-2.000 15,-19.000-2.000 1,-15.000 0.000-16,-18.000 3.000 16,-23.000 10.000-1,-20.000 11.000-15,-14.000 3.000 16,-2.000 0.000-1,6.000-3.000-15,17.000-8.000 16,22.000-7.000 0,21.000-6.000-16,26.000-7.000 15,33.000-11.000 1,32.000-10.000-16,29.000-7.000 16,20.000 2.000-1,10.000 0.000-15,-5.000 4.000 16,-18.000 5.000-1,-28.000 6.000-15,-22.000 4.000 16,-22.000 4.000 0,-25.000 6.000-16,-25.000 4.000 15,-23.000 0.000 1,-22.000-2.000-16,-16.000-15.000 16,-1.000-5.000-1,10.000-3.000-15,15.000 7.000 16,18.000 16.000-1,18.000 5.000-15,13.000 1.000 16,6.000 3.000 0,6.000 10.000-16,4.000 13.000 15,3.000 15.000 1,-3.000 8.000-16,-3.000 10.000 16,-10.000 0.000-1,-5.000-9.000-15,-5.000-20.000 16,0.000-26.000-1,-2.000-27.000-15,-1.000-23.000 16,4.000-1.000 0</inkml:trace>
  <inkml:trace contextRef="#ctx0" brushRef="#br0">18234.000 4487.000 0,'0.000'0.000'0,"-19.000"30.000"15,-9.000 12.000 1,-2.000-17.000-16,8.000-14.000 16</inkml:trace>
  <inkml:trace contextRef="#ctx0" brushRef="#br0">18419.000 4521.000 0,'20.000'16.000'15,"7.000"6.000"1,2.000 0.000-16,-7.000-4.000 16,-6.000-19.000-1,-8.000-28.000-15,-4.000-3.000 16</inkml:trace>
  <inkml:trace contextRef="#ctx0" brushRef="#br0">18756.000 4077.000 0,'-9.000'43.000'0,"-12.000"27.000"16,-2.000 11.000-1,9.000-6.000-15,12.000-7.000 16,10.000-15.000-1,9.000-13.000-15,5.000-11.000 16,3.000-5.000 0,-1.000-5.000-16,-4.000-5.000 15,-11.000 7.000 1,-10.000 5.000-16,-12.000 2.000 16,-12.000-1.000-16,-7.000-6.000 15,-7.000-17.000 1,7.000-21.000-16,8.000-5.000 15</inkml:trace>
  <inkml:trace contextRef="#ctx0" brushRef="#br0">19016.000 3957.000 0,'0.000'0.000'0,"-8.000"28.000"16,-7.000 12.000 0,-5.000 1.000-16,6.000-3.000 15,7.000-5.000 1,8.000-10.000-16,14.000-8.000 16,12.000-6.000-1,7.000-6.000-15,6.000-3.000 16,-2.000 0.000-16,-6.000 2.000 15,-6.000 4.000 1,-11.000 9.000-16,-13.000 14.000 16,-15.000 16.000-1,-17.000 14.000-15,-12.000 5.000 16,-6.000-1.000 0,-3.000-11.000-16,8.000-17.000 15,10.000-26.000 1,8.000-25.000-16,9.000-3.000 15</inkml:trace>
  <inkml:trace contextRef="#ctx0" brushRef="#br0">18899.000 4352.000 0,'32.000'22.000'15,"21.000"18.000"1,8.000 12.000-16,-5.000-1.000 15,-11.000-1.000 1,-11.000-9.000-16,-11.000-13.000 16,-9.000-20.000-1,-6.000-21.000 1,-10.000-23.000-16,-4.000-27.000 16,-4.000-9.000-16,-1.000 14.000 15</inkml:trace>
  <inkml:trace contextRef="#ctx0" brushRef="#br0">19639.000 3907.000 0,'0.000'0.000'0,"0.000"0.000"16,0.000 0.000 0,0.000 0.000-16,0.000 43.000 15,-3.000 21.000 1,-5.000 9.000-16,1.000-6.000 16,4.000-11.000-1,8.000-17.000-15,11.000-14.000 16,13.000-15.000-1,8.000-17.000-15,6.000-7.000 16,3.000-5.000 0,-6.000-1.000-1,-9.000 7.000-15,-11.000 5.000 16,-14.000 11.000-16,-16.000 15.000 16,-23.000 17.000-1,-15.000 11.000-15,-3.000 5.000 16,8.000-1.000-1,11.000-4.000-15,16.000-9.000 16,14.000-10.000 0,19.000-12.000-16,13.000-12.000 15,12.000-12.000 1,6.000-8.000-16,-5.000-7.000 16,0.000-12.000-1,-10.000-8.000-15,-12.000-1.000 16,-11.000-3.000-1,-15.000-7.000 1,-10.000-1.000-16,-9.000 2.000 16,-1.000 8.000-1,5.000 21.000-15,4.000 14.000 16,7.000 10.000 0,2.000 11.000-16,1.000 10.000 15,3.000 16.000 1,3.000 20.000-16,-3.000 21.000 15,2.000 18.000 1,-1.000 10.000-16,-2.000 4.000 16,-1.000-5.000-1,-1.000-15.000-15,2.000-23.000 16,4.000-30.000 0,3.000-38.000-16,-1.000-32.000 15,-2.000-7.000 1</inkml:trace>
  <inkml:trace contextRef="#ctx0" brushRef="#br0">19976.000 4179.000 0,'43.000'-21.000'16,"23.000"-8.000"-1,-1.000-4.000-15,-9.000 4.000 16,-12.000 4.000 0,-12.000-3.000-1,-10.000 3.000-15,-10.000 2.000 16,-12.000 9.000-16,-12.000 5.000 16,-10.000 7.000-1,-5.000 5.000-15,-1.000 9.000 16,2.000 11.000-1,5.000 8.000-15,9.000 7.000 16,5.000 3.000-16,7.000-2.000 16,8.000-7.000-1,7.000-5.000-15,10.000-9.000 16,6.000-12.000 0,-3.000-6.000-16,-3.000 0.000 15,-11.000-4.000 1,-14.000 6.000-16,-13.000 5.000 15,-18.000 12.000 1,-12.000 10.000-16,-8.000 9.000 16,3.000 3.000-1,12.000 0.000 1,18.000-7.000-16,17.000-10.000 16,16.000-16.000-16,20.000-11.000 15,15.000-17.000 1,8.000-5.000-16,-4.000-10.000 15,-6.000 0.000 1,-10.000 5.000-16,-13.000 7.000 16,-10.000 13.000-16,-15.000 10.000 15,-6.000 10.000 1,-9.000 18.000 0,-5.000 19.000-16,1.000 13.000 15,4.000 10.000-15,9.000 1.000 16,6.000-1.000-1,3.000-8.000 1,3.000-13.000-16,1.000-15.000 16,-3.000-12.000-1,-3.000-10.000-15,-10.000-14.000 16,-6.000-19.000-16,-10.000-13.000 16,-7.000-8.000-1,3.000 8.000 1,6.000 8.000-16,16.000 4.000 15,17.000-2.000-15,17.000-2.000 16,17.000-8.000 0,11.000-18.000-16,0.000-4.000 15,-10.000 11.000 1</inkml:trace>
  <inkml:trace contextRef="#ctx0" brushRef="#br0">20775.000 4009.000 0,'40.000'-19.000'16,"14.000"-3.000"-16,-7.000 6.000 16,-16.000-4.000-1,-12.000 4.000-15</inkml:trace>
  <inkml:trace contextRef="#ctx0" brushRef="#br0">20598.000 3975.000 0,'0.000'0.000'15,"0.000"0.000"1,15.000 31.000-16,6.000 17.000 15,1.000 5.000 1,-11.000-6.000-16,-8.000-15.000 16,-6.000-18.000-16,-2.000-8.000 15</inkml:trace>
  <inkml:trace contextRef="#ctx0" brushRef="#br0">20564.000 4231.000 0,'21.000'33.000'16,"3.000"14.000"-16,-3.000-3.000 15,-8.000-9.000 1,-6.000-16.000-16,-10.000-23.000 16,-2.000-6.000-1</inkml:trace>
  <inkml:trace contextRef="#ctx0" brushRef="#br0">20657.000 4248.000 0,'40.000'-4.000'0,"16.000"0.000"16,-3.000 4.000 0,-10.000 8.000-16,-13.000 6.000 15,-15.000 6.000 1,-15.000 3.000-16,-16.000 4.000 15,-15.000 1.000 1,-15.000 5.000-16,-7.000-1.000 16,3.000-1.000-1,12.000-7.000-15,12.000-7.000 16,14.000-5.000 0,15.000-5.000-16,16.000-4.000 15,20.000-10.000 1,12.000-3.000-16,6.000-6.000 15,0.000-1.000 1,-6.000 5.000-16,-17.000 5.000 16,-19.000 9.000-1,-22.000 9.000-15,-23.000 8.000 16,-22.000 3.000 0,-17.000 13.000-16,2.000 11.000 15,14.000-4.000 1,18.000-12.000-16,21.000-7.000 15,23.000-12.000 1,29.000-9.000-16,24.000-7.000 16,14.000-4.000-1,1.000-4.000-15,-4.000 3.000 16,-9.000-1.000 0,-16.000 2.000-16,-15.000 2.000 15,-14.000-4.000 1,-16.000 1.000-16,-12.000-12.000 15,-3.000 0.000-15</inkml:trace>
  <inkml:trace contextRef="#ctx0" brushRef="#br0">21464.000 4240.000 0,'8.000'15.000'0,"-6.000"-1.000"15,-3.000-4.000 1</inkml:trace>
  <inkml:trace contextRef="#ctx0" brushRef="#br0">21531.000 4539.000 0,'0.000'0.000'0,"0.000"0.000"15,6.000 1.000-15,2.000 2.000 16</inkml:trace>
  <inkml:trace contextRef="#ctx0" brushRef="#br0">22574.000 4335.000 0,'-8.000'-30.000'16,"-9.000"-5.000"-1,-2.000 10.000-15,-6.000 10.000 16,-4.000 15.000-16,-2.000 15.000 15,-2.000 17.000 1,3.000 11.000-16,6.000 10.000 16,10.000 1.000-1,6.000-6.000 1,10.000-7.000-16,10.000-13.000 16,4.000-12.000-1,9.000-12.000-15,3.000-13.000 16,8.000-12.000-1,0.000-13.000-15,2.000-9.000 16,-7.000 2.000 0,-6.000 7.000-16,-7.000 11.000 15,-8.000 8.000 1,-10.000 15.000-16,9.000 1.000 16,-2.000 17.000-16,-1.000 12.000 15,-3.000 11.000 1,5.000 4.000-16,1.000 0.000 15,-2.000-5.000 1,2.000-15.000-16,5.000-24.000 16,-1.000-7.000-1</inkml:trace>
  <inkml:trace contextRef="#ctx0" brushRef="#br0">22969.000 4469.000 0,'8.000'10.000'0,"-1.000"-9.000"0,-2.000-2.000 15</inkml:trace>
  <inkml:trace contextRef="#ctx0" brushRef="#br0">23331.000 4154.000 0,'9.000'32.000'15,"4.000"17.000"1,0.000 7.000-16,-4.000-3.000 16,-8.000-6.000-1,-5.000-11.000-15,-3.000-10.000 16,0.000-12.000-1,7.000-14.000-15,-4.000-7.000 16,6.000-22.000 0,5.000-14.000-16,9.000-9.000 15,5.000 2.000 1,3.000 7.000 0,1.000 9.000-16,-1.000 9.000 15,2.000 9.000-15,-2.000 8.000 16,0.000 14.000-16,0.000 12.000 15,-4.000 11.000 1,-6.000 13.000-16,-7.000 3.000 16,-10.000 5.000-1,-8.000-4.000 1,-4.000-3.000-16,-8.000-8.000 16,-3.000-11.000-16,3.000-11.000 15,0.000-14.000 1,3.000-16.000-1,10.000-16.000-15,11.000-13.000 16,10.000-2.000 0,12.000 2.000-16,7.000 5.000 15,6.000 5.000 1,0.000 4.000-16,2.000 8.000 16,-5.000 5.000-16,-5.000 9.000 15,-8.000 12.000 1,-1.000 11.000-16,-1.000 16.000 15,-5.000 15.000 1,-10.000 13.000 0,-4.000 6.000-16,-3.000-4.000 15,-3.000-10.000 1,3.000-16.000-16,1.000-14.000 16,3.000-19.000-16,-1.000-10.000 15,3.000-29.000 1,10.000-27.000-1,-1.000-16.000-15,3.000-4.000 16,5.000-1.000 0,0.000 5.000-1,2.000 6.000-15,2.000 10.000 16,1.000 13.000-16,-3.000 16.000 16,-4.000 13.000-1,-3.000 17.000-15,2.000 17.000 16,-1.000 25.000-1,0.000 23.000-15,-2.000 23.000 16,0.000 15.000 0,-2.000 13.000-16,1.000 11.000 15,0.000 9.000 1,-6.000 3.000-16,-6.000-1.000 16,-6.000-6.000-1,-7.000-20.000 1,-1.000-29.000-16,2.000-33.000 15,-3.000-34.000-15,1.000-43.000 16,-5.000-39.000 0,6.000-36.000-16,-4.000-13.000 15,-1.000 6.000 1,-2.000 16.000 0,2.000 22.000-16,7.000 22.000 15,10.000 20.000-15,4.000 15.000 16,-1.000 10.000-1,-2.000 11.000-15,2.000 4.000 16,2.000 15.000 0,-2.000 10.000-16,-2.000 7.000 15,-3.000-2.000 1,-6.000-17.000-16,-5.000-23.000 16,1.000-10.000-1</inkml:trace>
  <inkml:trace contextRef="#ctx0" brushRef="#br0">24213.000 3762.000 0,'18.000'2.000'16,"5.000"4.000"-16,-4.000 6.000 15,-10.000 6.000-15,-13.000-6.000 16,-5.000-6.000 0</inkml:trace>
  <inkml:trace contextRef="#ctx0" brushRef="#br0">24205.000 3957.000 0,'52.000'-9.000'0,"25.000"-7.000"16,3.000-2.000 0,-10.000 9.000-16,-20.000 3.000 15,-18.000 6.000 1,-20.000 8.000-16,-22.000 6.000 16,-19.000 9.000-1,-14.000 4.000-15,-6.000 0.000 16,4.000 0.000-1,14.000 0.000-15,12.000-8.000 16,17.000-1.000 0,15.000-4.000-16,13.000-4.000 15,9.000-5.000 1,-1.000-3.000-16,-5.000-3.000 16,-8.000 0.000-16,-21.000 1.000 15,-2.000 4.000 1,-21.000 4.000-16,-21.000 3.000 15,-14.000 9.000 1,-1.000 13.000-16,6.000 16.000 16,11.000 0.000-1,13.000-6.000-15,9.000-5.000 16,9.000-9.000 0,5.000-8.000-16,4.000-5.000 15,8.000-7.000 1,4.000-8.000-16,10.000-8.000 15,10.000-12.000 1,8.000-9.000-16,11.000-7.000 16,8.000 2.000-1,5.000 8.000-15,-3.000 9.000 16,-5.000 9.000 0,-11.000 10.000-16,-10.000 8.000 15,-13.000 8.000 1,-17.000 5.000-16,-18.000 4.000 15,-16.000-1.000 1,-10.000-14.000 0,-9.000-6.000-16,6.000-2.000 15</inkml:trace>
  <inkml:trace contextRef="#ctx0" brushRef="#br0">24331.000 4589.000 0,'0.000'0.000'0,"0.000"0.000"15,0.000 0.000 1,2.000 16.000-16,1.000 2.000 16,-1.000-6.000-16,-2.000-15.000 15,0.000-12.000 1,9.000-11.000-16,9.000-3.000 16,9.000-3.000-1,7.000 4.000 1,0.000 10.000-16,-2.000 9.000 15,-3.000 13.000-15,-4.000 10.000 32,-8.000 12.000-32,-11.000 7.000 15,-7.000 4.000-15,-5.000 1.000 16,1.000-5.000 0,2.000-4.000-16,12.000-5.000 15,6.000-6.000-15,10.000-13.000 16,10.000-11.000-1,8.000-11.000-15,5.000-8.000 16,-3.000-7.000 0,-3.000-6.000-1,-9.000-1.000 1,-11.000-5.000-16,-14.000 6.000 16,-14.000 8.000-16,-10.000 8.000 15,-7.000-1.000-15,6.000 6.000 16</inkml:trace>
  <inkml:trace contextRef="#ctx0" brushRef="#br0">25122.000 4614.000 0</inkml:trace>
  <inkml:trace contextRef="#ctx0" brushRef="#br0">26130.000 3864.000 0,'9.000'31.000'16,"-2.000"22.000"-1,-6.000 12.000-15,-4.000 9.000 16,-3.000 3.000-1,0.000 2.000-15,-4.000-8.000 32,4.000-4.000-32,2.000-13.000 0,2.000-10.000 15,1.000-10.000 1,1.000-11.000-16,0.000-11.000 16,0.000-12.000-16,-2.000-3.000 15,1.000-16.000 1,1.000-9.000-1,2.000-7.000-15,4.000 1.000 16,6.000 3.000-16,5.000 8.000 16,6.000 3.000-1,2.000 8.000-15,1.000 8.000 16,1.000 9.000 0,-3.000 9.000-16,-4.000 8.000 15,-8.000 4.000 1,-6.000 5.000-16,-9.000-1.000 15,-7.000-2.000 1,-9.000-2.000 0,-7.000-6.000-16,0.000-6.000 15,-4.000-8.000-15,1.000-3.000 16,2.000-7.000 0,8.000-3.000-16</inkml:trace>
  <inkml:trace contextRef="#ctx0" brushRef="#br0">26585.000 4445.000 0,'0.000'0.000'15,"0.000"0.000"-15</inkml:trace>
  <inkml:trace contextRef="#ctx0" brushRef="#br0">27149.000 3924.000 0,'4.000'18.000'0,"1.000"13.000"16,-9.000 10.000-1,-6.000 7.000 1,-6.000 2.000-16,-1.000-5.000 16,4.000-6.000-16,7.000-6.000 15,8.000-9.000 1,7.000-7.000-16,9.000-8.000 15,6.000-3.000 1,2.000-1.000-16,-3.000 1.000 16,-6.000 6.000-1,-9.000 4.000-15,-9.000 6.000 16,-13.000 10.000 0,-10.000 0.000-16,-6.000-1.000 15,-4.000-6.000 1,7.000-17.000-16,6.000-5.000 15</inkml:trace>
  <inkml:trace contextRef="#ctx0" brushRef="#br0">27283.000 4274.000 0,'17.000'33.000'15,"1.000"19.000"-15,-7.000 5.000 16,-11.000-2.000 0,-8.000-7.000-16,-5.000-17.000 15,1.000-22.000-15,8.000-27.000 16,3.000-6.000 0</inkml:trace>
  <inkml:trace contextRef="#ctx0" brushRef="#br0">27334.000 4171.000 0,'25.000'-21.000'16,"18.000"-8.000"-16,4.000 4.000 15,-1.000 8.000-15,-1.000 8.000 16,-1.000 5.000-1,-7.000 4.000-15,-3.000 6.000 16,-9.000 8.000 0,-4.000 10.000-16,-5.000 12.000 15,-8.000 11.000 1,-8.000 6.000-16,-6.000 4.000 16,-4.000 2.000-1,-5.000-3.000-15,0.000-8.000 16,0.000-11.000-1,3.000-12.000-15,-1.000-16.000 16,1.000-20.000 0,3.000-4.000-16,3.000 3.000 15</inkml:trace>
  <inkml:trace contextRef="#ctx0" brushRef="#br0">27375.000 4343.000 0,'29.000'-8.000'0,"14.000"-6.000"15,6.000 4.000-15,-5.000-2.000 16,-7.000-2.000 0,-12.000 0.000-16,-9.000-4.000 15,-7.000 1.000 1</inkml:trace>
  <inkml:trace contextRef="#ctx0" brushRef="#br0">27468.000 4223.000 0,'0.000'0.000'16,"4.000"22.000"-16,2.000 22.000 15,0.000 9.000-15,-6.000 1.000 16,-7.000-1.000-1,-3.000-7.000 1,0.000-10.000-16,2.000-14.000 16,3.000-8.000-16,10.000-11.000 15,11.000-9.000 1,11.000-8.000-16,13.000-5.000 16,11.000-8.000-1,2.000-3.000-15,-3.000-6.000 16,-12.000 4.000-1</inkml:trace>
  <inkml:trace contextRef="#ctx0" brushRef="#br0">28048.000 3642.000 0,'0.000'0.000'0,"21.000"25.000"15,3.000 8.000-15,-5.000-6.000 16,-7.000-8.000-1</inkml:trace>
  <inkml:trace contextRef="#ctx0" brushRef="#br0">27854.000 3907.000 0,'0.000'0.000'15,"10.000"18.000"-15,3.000 5.000 16,3.000-4.000 0,2.000-7.000-1,8.000-16.000-15,8.000-11.000 16,13.000-11.000 0,8.000-7.000-16,7.000 1.000 15,6.000 6.000-15,0.000 6.000 16,-7.000 10.000-1,-11.000 9.000-15,-15.000 9.000 16,-16.000 10.000 0,-19.000 3.000-16,-6.000-1.000 15,0.000-7.000 1</inkml:trace>
  <inkml:trace contextRef="#ctx0" brushRef="#br0">28107.000 3924.000 0,'0.000'24.000'16,"-7.000"13.000"-16,-8.000 1.000 16,-9.000-4.000-16,1.000-5.000 15,5.000-11.000 1,7.000-6.000-16,14.000-11.000 15,15.000-9.000 1,22.000-8.000-16,14.000-6.000 16,10.000-4.000-1,3.000-3.000-15,-5.000 5.000 16,-11.000 5.000 0,-13.000 5.000-16,-14.000 3.000 15,-8.000 5.000 1</inkml:trace>
  <inkml:trace contextRef="#ctx0" brushRef="#br0">28174.000 4129.000 0,'-6.000'26.000'0,"-5.000"9.000"16,3.000-4.000-1,2.000-9.000-15,4.000-10.000 16,11.000-10.000 0,15.000-10.000-16,16.000-9.000 15,9.000-5.000 1,7.000-1.000-16,-4.000-1.000 16,-5.000 0.000-1,-12.000 5.000-15,-17.000 3.000 16,-8.000 7.000-1,-7.000 2.000-15</inkml:trace>
  <inkml:trace contextRef="#ctx0" brushRef="#br0">28241.000 4266.000 0,'-1.000'79.000'16,"1.000"35.000"-1,-3.000 2.000-15,-4.000-12.000 16,-4.000-19.000 0,-2.000-19.000-16,0.000-30.000 15,3.000-18.000 1,4.000-10.000 0</inkml:trace>
  <inkml:trace contextRef="#ctx0" brushRef="#br0">28283.000 4307.000 0,'40.000'7.000'15,"5.000"5.000"1,-14.000 14.000-16,-26.000 7.000 15,-23.000 4.000-15,-12.000-4.000 16,1.000-4.000 0,5.000-8.000-1,9.000-6.000-15,7.000-1.000 16,9.000-4.000-16,14.000-5.000 16,16.000-9.000-1,12.000-9.000-15,-2.000-3.000 16,14.000-16.000-1,-4.000-5.000-15</inkml:trace>
  <inkml:trace contextRef="#ctx0" brushRef="#br0">28763.000 4461.000 0,'0.000'0.000'16</inkml:trace>
  <inkml:trace contextRef="#ctx0" brushRef="#br0">22767.000 5716.000 0,'0.000'0.000'0,"-9.000"-13.000"15,-8.000 3.000 1,-9.000 15.000-16,-10.000 17.000 16,-2.000 13.000-1,-4.000 17.000 1,-1.000 8.000-16,9.000 5.000 16,8.000-3.000-1,12.000-9.000-15,10.000-12.000 16,11.000-11.000-1,12.000-13.000-15,6.000-14.000 16,7.000-10.000 0,9.000-11.000-16,3.000-11.000 15,1.000-5.000 1,-11.000 5.000-16</inkml:trace>
  <inkml:trace contextRef="#ctx0" brushRef="#br0">22977.000 6022.000 0,'0.000'0.000'0,"0.000"0.000"16,0.000 0.000 0</inkml:trace>
  <inkml:trace contextRef="#ctx0" brushRef="#br0">23591.000 5452.000 0,'0.000'0.000'0,"0.000"0.000"16,0.000 0.000-1,-9.000 30.000-15,-14.000 22.000 16,-10.000 6.000 0,-5.000 0.000-1,3.000-6.000-15,2.000-16.000 16,8.000-31.000-16,6.000-13.000 16</inkml:trace>
  <inkml:trace contextRef="#ctx0" brushRef="#br0">23650.000 5571.000 0,'24.000'15.000'0,"16.000"8.000"16,4.000 7.000-1,-6.000 6.000-15,-6.000 2.000 16,-15.000-3.000-1,-15.000-10.000-15,-6.000-8.000 16</inkml:trace>
  <inkml:trace contextRef="#ctx0" brushRef="#br0">23524.000 5870.000 0,'36.000'-7.000'16,"23.000"0.000"-1,1.000 6.000-15,-5.000 6.000 16,-10.000 6.000 0,-13.000 2.000-16,-13.000 5.000 15,-11.000 7.000 1,-15.000 5.000-16,-17.000 8.000 15,-15.000 3.000 1,-10.000 0.000-16,-6.000-14.000 16,3.000-17.000-1,11.000-11.000-15</inkml:trace>
  <inkml:trace contextRef="#ctx0" brushRef="#br0">23675.000 5870.000 0,'0.000'0.000'0,"-6.000"27.000"31,-13.000 17.000-31,-10.000-2.000 16,-3.000-18.000-16,7.000-11.000 15</inkml:trace>
  <inkml:trace contextRef="#ctx0" brushRef="#br0">24012.000 5613.000 0,'75.000'-18.000'0,"26.000"-4.000"15,-10.000 4.000-15,-18.000 8.000 16,-21.000 0.000 0,-14.000-4.000-16,-20.000-8.000 15,-8.000 2.000 1</inkml:trace>
  <inkml:trace contextRef="#ctx0" brushRef="#br0">24163.000 5494.000 0,'-7.000'31.000'0,"1.000"17.000"16,2.000-1.000 0,4.000-17.000-16,3.000-12.000 15</inkml:trace>
  <inkml:trace contextRef="#ctx0" brushRef="#br0">24398.000 5392.000 0,'0.000'0.000'15,"-18.000"45.000"1,-19.000 25.000-16,-10.000 5.000 15,-4.000-5.000 1,11.000-17.000-16,11.000-18.000 16,11.000-14.000-1,18.000-21.000-15,7.000 1.000 16,18.000-15.000 0,11.000-6.000-16,4.000 1.000 15,-3.000 5.000-15,-8.000 9.000 16,-6.000 10.000-1,-7.000 13.000-15,-12.000 18.000 16,-14.000 18.000 0,-14.000 10.000-1,-8.000 7.000-15,-4.000 0.000 16,2.000-9.000 0,6.000-13.000-1,10.000-22.000-15,7.000-21.000 16,10.000-26.000-16,13.000-25.000 15,11.000-18.000 1,8.000-6.000-16,2.000 6.000 16,2.000 13.000-1,-6.000 17.000-15,-2.000 13.000 16,-3.000 16.000 0,-2.000 18.000-16,-3.000 20.000 15,-6.000 17.000 1,-3.000 14.000-16,-8.000 8.000 15,-9.000 0.000 1,-6.000-11.000-16,-3.000-18.000 16,0.000-23.000-1,1.000-27.000-15,5.000-12.000 16</inkml:trace>
  <inkml:trace contextRef="#ctx0" brushRef="#br0">24339.000 5921.000 0,'4.000'18.000'15,"2.000"11.000"-15,-3.000-3.000 16,0.000-7.000-16,3.000-21.000 16,2.000-21.000-1,8.000-29.000-15,11.000-19.000 16,8.000-12.000-1,9.000-1.000 1,5.000 2.000-16,-2.000 6.000 16,-5.000 14.000-1,-11.000 14.000-15,-9.000 18.000 16,-8.000 14.000-16,-7.000 14.000 16,-8.000 20.000-1,-11.000 17.000 1,-8.000 12.000-16,-3.000 3.000 15,8.000-1.000 1,11.000-8.000-16,12.000-10.000 16,19.000-11.000-1,14.000-7.000-15,9.000-7.000 16,0.000 0.000 0,-2.000-1.000-16,-12.000 5.000 15,-8.000 8.000-15,-15.000 12.000 16,-16.000 8.000-1,-18.000 6.000-15,-14.000 4.000 16,-10.000-1.000 0,0.000-9.000-1,5.000-11.000-15,7.000-10.000 16,8.000-15.000 0,13.000-8.000-16,12.000-14.000 15,16.000-5.000 1,14.000 2.000-16,10.000 6.000 15,7.000 8.000 1,4.000 9.000-16,-2.000 12.000 16,-5.000 12.000-1,-1.000 10.000-15,-3.000-1.000 16,-7.000-6.000-16,-6.000-22.000 16,-6.000-10.000-1</inkml:trace>
  <inkml:trace contextRef="#ctx0" brushRef="#br0">25441.000 5989.000 0,'-1.000'6.000'0,"0.000"2.000"16</inkml:trace>
  <inkml:trace contextRef="#ctx0" brushRef="#br0">26517.000 5809.000 0,'0.000'0.000'0,"-4.000"-19.000"15,-7.000-5.000 1,-6.000 0.000-16,-5.000 5.000 16,-7.000 9.000-1,-3.000 10.000-15,2.000 10.000 16,7.000 9.000 0,4.000 11.000-16,7.000 11.000 15,8.000 5.000 1,4.000-1.000-16,4.000 0.000 15,1.000-5.000 1,2.000-7.000-16,5.000-9.000 16,3.000-16.000-1,5.000-17.000-15,8.000-20.000 16,7.000-21.000 0,4.000-18.000-16,1.000-13.000 15,-2.000-9.000 1,-5.000 1.000-16,-8.000 5.000 15,-8.000 5.000 1,-9.000 11.000-16,-5.000 15.000 16,-4.000 16.000-1,0.000 16.000-15,1.000 21.000 16,-3.000 8.000 0,-6.000 34.000-16,-4.000 27.000 15,-2.000 19.000 1,-6.000 11.000-16,5.000-1.000 15,8.000-10.000 1,12.000-15.000-16,9.000-16.000 16,12.000-27.000-1,3.000-28.000-15,-4.000-11.000 16</inkml:trace>
  <inkml:trace contextRef="#ctx0" brushRef="#br0">26946.000 5895.000 0,'0.000'0.000'0,"0.000"0.000"16</inkml:trace>
  <inkml:trace contextRef="#ctx0" brushRef="#br0">27275.000 5460.000 0,'0.000'0.000'15,"45.000"-6.000"-15,28.000 0.000 16,11.000-5.000 0,-1.000 0.000-16,-8.000 0.000 15,-9.000 0.000 1,-9.000-1.000-16,-14.000 2.000 16,-15.000 1.000-1,-12.000 3.000-15</inkml:trace>
  <inkml:trace contextRef="#ctx0" brushRef="#br0">27627.000 5538.000 0,'22.000'61.000'0,"2.000"30.000"16,-6.000 10.000-16,-11.000-1.000 15,-12.000-12.000 1,-5.000-15.000 0,-4.000-18.000-1,1.000-17.000-15,-2.000-18.000 16,-3.000-17.000-16,-5.000-19.000 16,-3.000-23.000-16,6.000-2.000 15,-14.000-38.000 1,1.000 1.000-16</inkml:trace>
  <inkml:trace contextRef="#ctx0" brushRef="#br0">27401.000 5630.000 0,'-1.000'27.000'15,"-2.000"14.000"1,-3.000 1.000-16,-1.000-7.000 15,1.000-7.000 1,2.000-8.000-16,4.000-7.000 16,4.000-4.000-16,7.000-1.000 15,2.000 0.000 1,0.000 2.000 0,0.000-2.000-16,-1.000-2.000 15,-3.000 0.000-15,-9.000-6.000 16,5.000-9.000-1,1.000-16.000-15,5.000-19.000 16,10.000-26.000 0,15.000-19.000-16,14.000-12.000 15,15.000-4.000 1,11.000 14.000 0,7.000 20.000-16,3.000 23.000 15,-17.000 19.000 1,-23.000 11.000-16,-17.000 11.000 15,-10.000 10.000-15,-12.000 19.000 16,-14.000 11.000 0,-12.000 9.000-16,-1.000 0.000 15,1.000-5.000 1,11.000-14.000 0,14.000-10.000-16,16.000-10.000 15,14.000-8.000 1,8.000-6.000-16,4.000 2.000 15,-6.000 2.000-15,-8.000 7.000 16,-10.000 5.000 0,-15.000 19.000-16,-15.000 19.000 15,-16.000 20.000 1,-11.000 18.000 0,-8.000 11.000-16,-7.000 8.000 15,2.000-8.000 1,6.000-16.000-16,8.000-17.000 15,11.000-21.000 1,11.000-29.000-16,10.000-30.000 16,3.000-6.000-1,6.000-49.000-15,9.000-25.000 16,28.000 2.000-16,-11.000 25.000 16,-3.000 33.000-1,-2.000 23.000 1,-6.000 14.000-16,-1.000 12.000 15,5.000 16.000 1,4.000 23.000-16,-1.000 25.000 16,-11.000 20.000-1,-8.000 21.000-15,-10.000 7.000 16,-6.000-6.000 0,-4.000-20.000-16,2.000-31.000 15,0.000-33.000 1,-1.000-32.000-16,-3.000-40.000 15,-4.000-32.000 1,-3.000-21.000-16,-2.000-5.000 16,-6.000 12.000-1,3.000 27.000-15,10.000 28.000 16,8.000 20.000 0,4.000 13.000-16,0.000 0.000 15,-1.000 5.000 1,1.000 11.000-16,2.000 6.000 15,3.000 3.000 1,-3.000-12.000-16,-3.000-24.000 16,-1.000-8.000-1</inkml:trace>
  <inkml:trace contextRef="#ctx0" brushRef="#br0">28418.000 5392.000 0,'0.000'0.000'0,"-10.000"23.000"15,-9.000 16.000 1,-7.000 7.000-16,6.000 1.000 16,8.000-3.000-1,13.000-11.000 1,13.000-9.000-16,11.000-10.000 15,9.000-6.000-15,0.000-5.000 16,-3.000 1.000 0,-6.000 4.000-16,-5.000 4.000 15,-11.000 6.000-15,-9.000 12.000 16,-10.000 7.000 0,-8.000 10.000-1,-3.000-1.000-15,3.000-1.000 16,6.000-10.000-1,6.000-10.000-15,10.000-9.000 16,10.000-10.000-16,13.000-13.000 16,10.000-8.000-1,1.000-7.000-15,0.000-4.000 16,-10.000 5.000 0,-9.000 1.000-16,-13.000 3.000 15,-12.000 9.000 1,-17.000 7.000-16,-7.000 1.000 15,-2.000-9.000 1,6.000-19.000-16,8.000 0.000 16</inkml:trace>
  <inkml:trace contextRef="#ctx0" brushRef="#br0">29023.000 5195.000 0,'0.000'0.000'0,"-22.000"29.000"15,-10.000 12.000 1,6.000-2.000-16,12.000-6.000 16,20.000-7.000-1,17.000-13.000-15,17.000-7.000 16,5.000-6.000-1,1.000 0.000-15,-6.000 2.000 16,-11.000 3.000 0,-14.000 10.000-16,-19.000 10.000 15,-21.000 11.000 1,-14.000 5.000-16,-7.000 3.000 16,3.000-8.000-1,10.000-9.000-15,16.000-6.000 16,15.000-7.000-1,20.000-8.000-15,15.000-7.000 16,10.000-2.000 0,2.000-2.000-16,0.000-1.000 15,-7.000 1.000 1,-11.000-2.000 0,-12.000 0.000-16,-11.000-4.000 0,-10.000-6.000 15,-11.000-1.000 1,-6.000 4.000-1,-5.000 8.000-15,4.000 6.000 16,6.000 6.000 0,8.000 0.000-16,4.000 7.000 15,3.000 12.000-15,-1.000 10.000 16,-2.000 8.000 0,-3.000 7.000-16,-7.000 4.000 15,-7.000-8.000 1,1.000-8.000-1,6.000-14.000-15,4.000-9.000 16,12.000-15.000-16,11.000-5.000 16,17.000-14.000-1,14.000-10.000-15,4.000 4.000 16,1.000 7.000 0,-4.000 8.000-1,-6.000 9.000-15,-11.000 10.000 16,-10.000 9.000-16,-13.000 7.000 15,-12.000-2.000 1,-10.000-7.000-16,-1.000-16.000 16,5.000-5.000-1,5.000-2.000-15</inkml:trace>
  <inkml:trace contextRef="#ctx0" brushRef="#br0">29377.000 5434.000 0,'42.000'6.000'0,"11.000"10.000"16,-14.000 10.000 0,-24.000 8.000-16,-23.000 0.000 15,-20.000 4.000 1,-14.000-2.000-16,0.000-4.000 15,5.000-6.000 1,10.000-3.000-16,13.000-5.000 16,19.000-9.000-1,22.000-9.000-15,20.000-8.000 16,10.000-9.000 0,3.000-5.000-16,-2.000-4.000 15,-11.000-7.000 1,-20.000-2.000-16,-22.000-4.000 15,-26.000-6.000 1,-23.000-6.000-16,3.000 6.000 16</inkml:trace>
  <inkml:trace contextRef="#ctx0" brushRef="#br0">29369.000 5298.000 0,'31.000'52.000'16,"5.000"37.000"-16,-21.000 14.000 16,-24.000 0.000-1,-18.000-10.000 1,-4.000-15.000-16,4.000-23.000 16,11.000-32.000-16,5.000-17.000 15</inkml:trace>
  <inkml:trace contextRef="#ctx0" brushRef="#br0">29536.000 5820.000 0,'19.000'25.000'16,"4.000"11.000"0,-1.000 1.000-16,-5.000-10.000 15,-9.000-25.000 1,-5.000-10.000-16</inkml:trace>
  <inkml:trace contextRef="#ctx0" brushRef="#br0">29855.000 5460.000 0,'6.000'28.000'0,"-5.000"22.000"16,-10.000 5.000 0,-4.000 1.000-16,3.000-12.000 15,11.000-12.000 1,13.000-14.000-16,11.000-11.000 16,7.000-3.000-1,0.000 2.000-15,-5.000 0.000 16,-2.000 1.000-1,-11.000 6.000-15,-9.000 6.000 16,-17.000 10.000 0,-18.000-4.000-16,-13.000-13.000 15,-6.000-23.000 1,8.000-4.000-16</inkml:trace>
  <inkml:trace contextRef="#ctx0" brushRef="#br0">30150.000 5067.000 0,'4.000'83.000'15,"-4.000"54.000"-15,-10.000 26.000 16,-9.000 2.000-1,0.000-14.000-15,3.000-29.000 16,7.000-28.000 0,5.000-30.000-16,3.000-32.000 15,3.000-37.000 1,0.000-9.000-16,-5.000-56.000 16,-3.000-5.000-1</inkml:trace>
  <inkml:trace contextRef="#ctx0" brushRef="#br0">30276.000 5340.000 0,'39.000'-20.000'16,"17.000"-3.000"0,-2.000 10.000-16,-12.000 14.000 15,-13.000 13.000 1,-19.000 11.000-16,-20.000 5.000 15,-13.000 8.000 1,-5.000-1.000-16,0.000 0.000 16,2.000-1.000-1,7.000 0.000-15,10.000-3.000 16,13.000-2.000 0,12.000-1.000-16,10.000-2.000 15,10.000-4.000 1,-1.000-3.000-16,-3.000 0.000 15,-11.000 1.000 1,-4.000 3.000 0,-12.000 4.000-16,-14.000 1.000 15,-19.000 1.000-15,-14.000-4.000 16,-9.000-5.000 0,-1.000-7.000-16,4.000-10.000 15,11.000-8.000 1,17.000-14.000-16,14.000-5.000 15,17.000 2.000 1,15.000 2.000-16,8.000 8.000 16,7.000 10.000-1,3.000 8.000-15,-4.000 12.000 16,0.000 2.000 0,-7.000 7.000-16,-7.000-1.000 15,-8.000-5.000-15,-8.000-15.000 16</inkml:trace>
  <inkml:trace contextRef="#ctx0" brushRef="#br0">30949.000 5912.000 0,'0.000'0.000'0</inkml:trace>
  <inkml:trace contextRef="#ctx0" brushRef="#br0">2923.000 7858.000 0,'0.000'0.000'15,"0.000"0.000"-15,0.000 0.000 16,0.000 0.000 0,0.000 0.000-16,-7.000-11.000 15</inkml:trace>
  <inkml:trace contextRef="#ctx0" brushRef="#br0">2821.000 7806.000 0,'0.000'0.000'15,"0.000"0.000"-15,0.000 0.000 16,23.000-16.000-1,15.000-3.000-15,3.000 4.000 16,2.000 6.000 0,-5.000 7.000-16,-7.000 5.000 15,-6.000 5.000 1,-9.000 5.000-16,-10.000 4.000 16,-13.000 12.000-16,-16.000 8.000 15,-12.000 5.000 1,-2.000-3.000-1,4.000-5.000-15,15.000-9.000 16,12.000-7.000-16,13.000-8.000 16,12.000-6.000-1,12.000-6.000 1,6.000-1.000-16,0.000 0.000 16,-3.000 3.000-16,-9.000 5.000 15,-6.000 7.000 1,-12.000 7.000-16,-12.000 9.000 15,-12.000 9.000 1,-9.000 7.000-16,-7.000 4.000 16,-2.000 3.000-1,5.000 3.000-15,7.000-4.000 16,7.000-6.000 0,12.000-7.000-16,10.000-6.000 15,13.000-12.000 1,10.000-11.000-16,12.000-12.000 15,12.000-13.000 1,5.000-12.000 0,8.000-10.000-16,-5.000-10.000 15,-5.000-2.000-15,-11.000-3.000 16,-9.000-6.000 0,-12.000-5.000-1,-16.000-5.000-15,-9.000-2.000 16,-12.000-1.000-16,-12.000 1.000 15,-13.000 5.000 1,-12.000 6.000 0,-8.000 7.000-16,-7.000 15.000 15,-8.000 16.000 1,-7.000 16.000-16,-3.000 18.000 16,-1.000 17.000-1,3.000 19.000-15,4.000 19.000 16,10.000 14.000-1,17.000 8.000-15,20.000 4.000 16,18.000-4.000 0,21.000-4.000-1,20.000-11.000-15,12.000-10.000 16,20.000-12.000-16,9.000-10.000 16,12.000-11.000-1,-4.000-26.000-15,-18.000-7.000 16</inkml:trace>
  <inkml:trace contextRef="#ctx0" brushRef="#br0">3410.000 8429.000 0,'0.000'0.000'15,"0.000"0.000"1</inkml:trace>
  <inkml:trace contextRef="#ctx0" brushRef="#br0">4428.000 7372.000 0,'-13.000'27.000'16,"-6.000"15.000"-1,-6.000 3.000-15,3.000-5.000 16,7.000-12.000-1,13.000-5.000 1,17.000-11.000-16,18.000-6.000 16,15.000-11.000-16,3.000-3.000 15,-2.000 1.000 1,-10.000-1.000-16,-11.000 4.000 16,-9.000 4.000-1,-10.000 9.000-15,-15.000 14.000 16,-22.000 11.000-1,-27.000 14.000-15,-15.000 7.000 16,-1.000-1.000 0,14.000-9.000-16,18.000-13.000 15,19.000-9.000-15,22.000-10.000 16,19.000-8.000 0,21.000-9.000-16,15.000-6.000 15,8.000-3.000 1,3.000-1.000-1,-9.000 0.000-15,-8.000 0.000 16,-13.000 3.000-16,-16.000-5.000 16,-22.000-6.000-1,-17.000-4.000-15,2.000 5.000 16</inkml:trace>
  <inkml:trace contextRef="#ctx0" brushRef="#br0">4587.000 7696.000 0,'0.000'0.000'0,"-3.000"31.000"16,-4.000 20.000-16,-5.000 13.000 16,-3.000 1.000-1,-5.000-2.000-15,-4.000-6.000 16,7.000-13.000 0,3.000-14.000-16,6.000-11.000 15,8.000-19.000 1,4.000 5.000-16,8.000-6.000 15,8.000-7.000 1,7.000-1.000-16,-1.000 2.000 16,2.000 2.000-16,-3.000 6.000 15,-4.000 7.000 1,-5.000 5.000 0,-11.000 5.000-16,-5.000 1.000 15,-5.000-2.000-15,-7.000-9.000 16,1.000-22.000-1,4.000-4.000-15</inkml:trace>
  <inkml:trace contextRef="#ctx0" brushRef="#br0">4982.000 7653.000 0,'0.000'0.000'0,"21.000"-1.000"15,9.000 3.000 1,-3.000 10.000-16,-7.000 13.000 16,-16.000 10.000-1,-18.000 8.000-15,-16.000 5.000 16,-11.000 1.000 0,-1.000-4.000-16,5.000-4.000 15,11.000-14.000 1,9.000-5.000-16,11.000-10.000 15,18.000-6.000 1,15.000-13.000-16,17.000-10.000 16,8.000-9.000-1,-2.000-5.000-15,-2.000-6.000 16,-13.000-5.000 0,-16.000 0.000-16,-17.000 0.000 15,-19.000-9.000 1,-19.000-10.000-16,-14.000-5.000 15,1.000 4.000 1,9.000 17.000-16</inkml:trace>
  <inkml:trace contextRef="#ctx0" brushRef="#br0">4907.000 7482.000 0,'0.000'0.000'16,"20.000"31.000"-16,12.000 26.000 15,-2.000 20.000 1,-11.000 15.000-1,-24.000 11.000-15,-18.000 0.000 16,-10.000-13.000-16,-3.000-24.000 16,3.000-29.000-1,9.000-21.000-15</inkml:trace>
  <inkml:trace contextRef="#ctx0" brushRef="#br0">5084.000 8054.000 0,'27.000'29.000'0,"12.000"12.000"16,-5.000 2.000-1,-8.000-4.000-15,-12.000-12.000 16,-12.000-25.000 0,-4.000-11.000-16</inkml:trace>
  <inkml:trace contextRef="#ctx0" brushRef="#br0">5361.000 7661.000 0,'0.000'0.000'0,"0.000"0.000"15,-2.000 38.000-15,-1.000 19.000 16,-4.000 6.000-1,-1.000-7.000 1,8.000-9.000-16,11.000-11.000 16,6.000-12.000-16,5.000-5.000 15,-2.000-6.000 1,-4.000 5.000-16,-3.000 3.000 16,-10.000 3.000-1,-15.000 5.000-15,-10.000-6.000 16,-10.000-17.000-1,-4.000-29.000-15,6.000-36.000 16,12.000 0.000-16</inkml:trace>
  <inkml:trace contextRef="#ctx0" brushRef="#br0">5596.000 7235.000 0,'0.000'0.000'16,"8.000"53.000"-16,2.000 47.000 16,-10.000 32.000-1,-7.000 23.000-15,-7.000 3.000 16,-3.000-10.000 0,4.000-26.000-1,2.000-32.000-15,5.000-31.000 16,5.000-29.000-16,-2.000-35.000 15,-1.000-34.000 1,1.000-3.000-16</inkml:trace>
  <inkml:trace contextRef="#ctx0" brushRef="#br0">5671.000 7576.000 0,'36.000'-17.000'0,"15.000"-3.000"16,2.000 7.000 0,-11.000 17.000-16,-11.000 15.000 15,-20.000 12.000 1,-17.000 9.000-16,-18.000 2.000 16,-8.000-1.000-1,2.000-8.000 1,7.000-5.000-16,8.000-4.000 15,14.000 0.000 1,15.000 0.000-16,5.000 1.000 16,9.000-4.000-16,-3.000-2.000 15,-2.000-3.000 1,-8.000-4.000-16,-8.000 2.000 16,-11.000 1.000-1,-14.000 5.000-15,-18.000-1.000 16,-13.000-7.000-1,-1.000-10.000-15,9.000-5.000 16,13.000-3.000 0,17.000-1.000-16,15.000 4.000 15,14.000 5.000 1,17.000 6.000-16,11.000 9.000 16,3.000 7.000-1,-4.000 7.000-15,-7.000-4.000 16,-7.000-6.000-1,-10.000-8.000-15,-12.000-19.000 16,-6.000-6.000 0</inkml:trace>
  <inkml:trace contextRef="#ctx0" brushRef="#br0">6277.000 7191.000 0,'0.000'0.000'0,"-3.000"29.000"16,-5.000 12.000-16,1.000 2.000 16,10.000-2.000-1,12.000-7.000-15,14.000-10.000 16,10.000-2.000-1,9.000-1.000 1,-5.000 0.000-16,-6.000 8.000 16,-12.000 2.000-16,-22.000 8.000 15,-26.000 5.000 1,-25.000 0.000 0,-25.000-3.000-16,-9.000-14.000 15,3.000-14.000 1,19.000-14.000-16,25.000-12.000 15,31.000-6.000-15,26.000-4.000 16,19.000 3.000 0,19.000 5.000-1,7.000 7.000 1,7.000 8.000-16,-5.000 7.000 16,-10.000 4.000-16,-17.000 5.000 15,-16.000-3.000-15,-14.000-4.000 16</inkml:trace>
  <inkml:trace contextRef="#ctx0" brushRef="#br0">5957.000 8011.000 0,'137.000'-26.000'0,"54.000"-8.000"16,-9.000 3.000-16,-31.000 8.000 16,-44.000 12.000-1,-37.000 4.000-15,-36.000 2.000 16,-34.000 1.000 0,-30.000 1.000-16,-24.000-6.000 15,-16.000-3.000 1,-4.000-6.000-16,16.000 4.000 15</inkml:trace>
  <inkml:trace contextRef="#ctx0" brushRef="#br0">6411.000 7840.000 0,'19.000'29.000'16,"8.000"22.000"0,-2.000 11.000-16,-6.000 9.000 15,-13.000-2.000 1,-6.000-9.000-16,-9.000-15.000 15,-3.000-22.000 1,2.000-15.000-16</inkml:trace>
  <inkml:trace contextRef="#ctx0" brushRef="#br0">6429.000 8002.000 0,'0.000'0.000'0,"-32.000"28.000"16,-22.000 11.000 0,3.000-11.000-16,15.000-11.000 15</inkml:trace>
  <inkml:trace contextRef="#ctx0" brushRef="#br0">6588.000 8036.000 0,'22.000'16.000'0,"7.000"8.000"16,-6.000-2.000-1,-7.000-8.000-15,-14.000-22.000 16,-5.000-6.000 0</inkml:trace>
  <inkml:trace contextRef="#ctx0" brushRef="#br0">6966.000 7457.000 0,'0.000'0.000'16,"0.000"0.000"-1,-31.000 26.000-15,-24.000 13.000 16,-11.000 2.000-1,7.000-16.000-15,16.000-11.000 16</inkml:trace>
  <inkml:trace contextRef="#ctx0" brushRef="#br0">6789.000 7619.000 0,'35.000'58.000'0,"5.000"31.000"16,-10.000 8.000-1,-18.000-7.000-15,-15.000-14.000 16,-10.000-28.000 0,-1.000-35.000-16,4.000-17.000 15</inkml:trace>
  <inkml:trace contextRef="#ctx0" brushRef="#br0">7151.000 7465.000 0,'0.000'0.000'15,"0.000"0.000"-15,0.000 0.000 16,-8.000 24.000 0,3.000 14.000-16,14.000 0.000 15,14.000-6.000 1,14.000-11.000-16,12.000-9.000 15,-3.000-4.000 1,-10.000-2.000-16,-10.000 1.000 16,-17.000 6.000-1,-22.000 12.000-15,-29.000 15.000 16,-19.000 6.000 0,-6.000 3.000-16,9.000-6.000 15,15.000-9.000 1,21.000-13.000-16,29.000-10.000 15,31.000-13.000 1,30.000-9.000 0,19.000-7.000-16,7.000 1.000 15,-10.000 1.000-15,-18.000 5.000 16,-22.000 1.000 0,-17.000 4.000-16,-16.000-2.000 15,-19.000-4.000-15,-15.000-7.000 16,-13.000-10.000-1,-5.000-11.000 1,-3.000-6.000-16,4.000-2.000 16,10.000 2.000-16,7.000 6.000 15,8.000 12.000 1,6.000 9.000-16,4.000 10.000 16,6.000 15.000-1,4.000 22.000-15,0.000 23.000 16,-5.000 24.000-1,-4.000 23.000-15,-3.000 10.000 16,-3.000 5.000 0,-1.000-5.000-16,2.000-18.000 15,6.000-25.000 1,9.000-26.000-16,8.000-29.000 16,8.000-35.000-1,9.000-33.000-15,3.000-23.000 16,-6.000 7.000-1</inkml:trace>
  <inkml:trace contextRef="#ctx0" brushRef="#br0">7808.000 7602.000 0,'0.000'0.000'15,"15.000"13.000"-15,-3.000 11.000 16,-4.000-2.000-1</inkml:trace>
  <inkml:trace contextRef="#ctx0" brushRef="#br0">7841.000 7977.000 0,'22.000'34.000'15,"-7.000"9.000"-15,-9.000-5.000 16</inkml:trace>
  <inkml:trace contextRef="#ctx0" brushRef="#br0">5537.000 9087.000 0,'0.000'0.000'16,"0.000"0.000"-1,0.000 0.000-15,-6.000-9.000 16,-7.000-1.000-16,1.000 3.000 16,-1.000 7.000-1,3.000 10.000-15,0.000 9.000 16,2.000 8.000-16,2.000 9.000 16,3.000 4.000-1,3.000 3.000-15,5.000 1.000 16,2.000-4.000-1,4.000-5.000 1,3.000-9.000-16,5.000-10.000 16,2.000-8.000-16,3.000-5.000 15,5.000-6.000 1,3.000-6.000 0,-4.000-7.000-16,0.000-4.000 15,-1.000-7.000-15,-2.000-3.000 16,-3.000-4.000-1,-6.000-1.000-15,-7.000-3.000 16,-4.000 2.000 0,-7.000 2.000-16,-7.000 5.000 15,-3.000 6.000 1,-5.000 7.000-16,1.000 7.000 16,0.000 3.000-1,2.000 8.000-15,1.000 10.000 16,0.000 6.000-1,2.000 8.000-15,0.000 12.000 16,5.000 13.000 0,3.000 12.000-16,1.000 6.000 15,1.000 6.000 1,1.000 0.000-16,2.000 0.000 16,0.000-2.000-1,0.000-3.000-15,-2.000 0.000 16,2.000-7.000-1,1.000-8.000 1,-1.000-16.000-16,-2.000-19.000 16,-1.000-12.000-16</inkml:trace>
  <inkml:trace contextRef="#ctx0" brushRef="#br0">6033.000 9145.000 0,'0.000'0.000'0,"0.000"0.000"15,8.000 26.000 1,1.000 20.000 0,-2.000 17.000-16,-5.000 7.000 15,-3.000 2.000 1,-3.000-4.000-16,-2.000-8.000 16,2.000-21.000-1,0.000-14.000-15</inkml:trace>
  <inkml:trace contextRef="#ctx0" brushRef="#br0">6049.000 9095.000 0,'13.000'-20.000'15,"10.000"-7.000"-15,10.000-3.000 16,7.000 4.000 0,5.000 6.000-16,-1.000 4.000 15,-3.000 2.000 1,-1.000 2.000-16,-1.000 3.000 16,-3.000 2.000-1,-3.000 6.000-15,-3.000 1.000 16,-1.000 7.000-1,-3.000 10.000-15,-5.000 12.000 16,0.000 15.000 0,-8.000 10.000-16,-8.000 14.000 15,-3.000 14.000 1,-4.000 11.000-16,-2.000-2.000 16,0.000-6.000-1,2.000-11.000-15,2.000-12.000 16,0.000-12.000-1,0.000-12.000-15,0.000-12.000 16,-7.000-15.000 0,-4.000-18.000-16,-1.000-6.000 15</inkml:trace>
  <inkml:trace contextRef="#ctx0" brushRef="#br0">6185.000 9163.000 0,'0.000'0.000'0,"0.000"0.000"16,18.000-17.000 0,13.000-7.000-16,13.000 2.000 15,3.000 9.000 1,-1.000 6.000-16,-9.000 9.000 15,-10.000 6.000 1,-15.000 14.000-16,-19.000 9.000 16,-20.000 13.000-1,-13.000 3.000-15,-8.000-2.000 16,7.000-9.000 0,8.000-9.000-16,10.000-12.000 15,13.000-5.000 1,10.000-10.000-16,5.000 4.000 15,14.000 0.000 1,11.000-1.000-16,7.000 0.000 16,3.000 4.000-1,0.000-1.000-15,-9.000 0.000 16,-8.000-1.000 0,-9.000 0.000-16,-12.000 1.000 15,-17.000 0.000-15,-17.000 4.000 16,-9.000-2.000-1,-11.000 0.000-15,-2.000-1.000 16,10.000-2.000 0,11.000-4.000-16,12.000-4.000 15,10.000 0.000 1</inkml:trace>
  <inkml:trace contextRef="#ctx0" brushRef="#br0">6807.000 9240.000 0,'9.000'25.000'0,"3.000"11.000"16,-3.000 2.000-16,-3.000-3.000 15,-3.000-10.000 1,-1.000-7.000-16,-2.000-18.000 16,0.000 1.000-1,2.000-16.000-15,5.000-10.000 16,6.000-13.000 0,2.000-1.000-16,4.000 2.000 15,9.000 7.000-15,0.000 11.000 16,0.000 12.000-1,-3.000 10.000-15,-5.000 12.000 16,0.000 13.000 0,-9.000 6.000-16,-4.000 0.000 15,-8.000 2.000 1,-10.000-2.000-16,-7.000-5.000 16,-6.000-8.000-1,-2.000-11.000-15,0.000-10.000 16,5.000-8.000-1,9.000-6.000-15,12.000-6.000 16,16.000-2.000 0,15.000-2.000-16,13.000 2.000 15,6.000 2.000 1,5.000 1.000-16,1.000 3.000 16,0.000-4.000-1,-7.000-3.000-15,-8.000-3.000 16,-9.000-8.000-1,-11.000-5.000-15,-15.000 1.000 16,-13.000 0.000 0,-15.000 11.000-16,-7.000 7.000 15,3.000 9.000 1,-1.000 10.000-16,5.000 13.000 16,5.000 16.000-1,8.000 19.000-15,10.000 19.000 16,7.000 11.000-1,8.000 8.000-15,0.000-3.000 16,0.000-9.000 0,-3.000-16.000-16,-8.000-15.000 15,-5.000-10.000 1,-11.000-13.000-16,-14.000-14.000 16,-10.000-12.000-1,-7.000-14.000-15,3.000-3.000 16,12.000 2.000-1,12.000 5.000-15,12.000 1.000 16,14.000 1.000 0,16.000-5.000-16,12.000-10.000 15,-5.000 2.000 1</inkml:trace>
  <inkml:trace contextRef="#ctx0" brushRef="#br0">7521.000 8967.000 0,'12.000'67.000'0,"2.000"42.000"15,-3.000 20.000 1,-2.000 7.000-16,-6.000-9.000 15,-5.000-23.000 1,-1.000-28.000 0,0.000-33.000-16,-3.000-32.000 15,1.000-14.000-15</inkml:trace>
  <inkml:trace contextRef="#ctx0" brushRef="#br0">7673.000 8933.000 0,'104.000'-21.000'15,"24.000"-3.000"-15,-21.000 5.000 16,-36.000 6.000-1,-34.000-4.000-15,-22.000 2.000 16</inkml:trace>
  <inkml:trace contextRef="#ctx0" brushRef="#br0">7816.000 8822.000 0,'8.000'35.000'16,"-1.000"9.000"-16,-2.000-7.000 16</inkml:trace>
  <inkml:trace contextRef="#ctx0" brushRef="#br0">8102.000 8651.000 0,'0.000'0.000'16,"0.000"0.000"-1,-12.000 41.000-15,-17.000 28.000 16,-19.000 7.000-16,-11.000-2.000 16,5.000-11.000-1,12.000-19.000 1,13.000-17.000-16,16.000-11.000 15,15.000-10.000 1,15.000-8.000-16,16.000-5.000 16,7.000-2.000-16,-2.000 2.000 15,-4.000 1.000 1,-10.000 5.000-16,-12.000 6.000 16,-11.000 12.000-1,-13.000 15.000-15,-10.000 18.000 16,-10.000 16.000-1,-3.000 11.000-15,-3.000 8.000 16,1.000 1.000 0,2.000-7.000-16,8.000-14.000 15,5.000-17.000 1,5.000-26.000 0,7.000-28.000-16,3.000-10.000 15</inkml:trace>
  <inkml:trace contextRef="#ctx0" brushRef="#br0">7875.000 9350.000 0,'77.000'-6.000'16,"36.000"2.000"-1,-3.000 14.000-15,-18.000 11.000 16,-21.000 15.000-1,-24.000 9.000-15,-21.000 3.000 16,-23.000-2.000 0,-20.000-7.000-16,-18.000-14.000 15,-15.000-16.000 1,6.000-11.000-16</inkml:trace>
  <inkml:trace contextRef="#ctx0" brushRef="#br0">8026.000 9214.000 0,'2.000'30.000'16,"-1.000"14.000"0,-1.000-1.000-16,3.000-9.000 15,4.000-11.000 1,8.000-23.000-1,8.000-19.000-15,8.000-17.000 16,-1.000-4.000-16,-4.000 3.000 16,-7.000 11.000-1,-7.000 10.000-15,-3.000 16.000 16,-1.000 15.000 0,-4.000 10.000-16,-2.000 9.000 15,2.000 0.000 1,1.000-3.000-16,-1.000-8.000 15,5.000-10.000-15,8.000-14.000 16,8.000-24.000 0,11.000-23.000-16,5.000-16.000 15,2.000-15.000 1,-8.000 14.000-16</inkml:trace>
  <inkml:trace contextRef="#ctx0" brushRef="#br0">8682.000 8720.000 0,'0.000'0.000'0,"0.000"0.000"15,15.000 28.000 1,5.000 18.000-16,-1.000 5.000 15,-8.000-2.000 1,-7.000-9.000-16,-5.000-11.000 16,-1.000-15.000-1,2.000-17.000-15,2.000-14.000 16,4.000-12.000 0,3.000-9.000-16,4.000-1.000 15,3.000 7.000 1,1.000 8.000-16,4.000 11.000 15,0.000 7.000-15,-2.000 5.000 16,0.000 11.000 0,-6.000 9.000-16,-9.000 10.000 15,-11.000 8.000 1,-17.000 8.000 0,-10.000 2.000-16,-4.000-3.000 15,2.000-7.000 1,7.000-8.000-1,11.000-8.000-15,10.000-8.000 16,14.000-5.000-16,13.000-4.000 16,11.000-1.000-16,5.000 2.000 15,-4.000 6.000 1,-3.000 5.000-16,-9.000 7.000 16,-7.000 9.000-1,-12.000 8.000-15,-8.000 2.000 16,-5.000 0.000-1,1.000-7.000-15,2.000-5.000 16,7.000-9.000 0,12.000-10.000-16,7.000-12.000 15,9.000-17.000 1,10.000-18.000-16,-1.000-14.000 16,-9.000-5.000-1,-13.000 7.000-15,-14.000 17.000 16,-17.000 15.000-1,-16.000 14.000 1,-9.000 18.000-16,-8.000 12.000 16,-2.000 9.000-16,-3.000 5.000 15,-3.000 3.000 1,2.000-7.000-16,5.000-10.000 16,7.000-19.000-1,12.000-9.000-15</inkml:trace>
  <inkml:trace contextRef="#ctx0" brushRef="#br0">8682.000 9462.000 0,'37.000'24.000'0,"23.000"14.000"16,11.000 5.000-1,1.000-7.000-15,-4.000-4.000 16,-5.000-7.000-1,-4.000-13.000-15,-5.000-12.000 16,-5.000-12.000 0,-13.000-3.000-16</inkml:trace>
  <inkml:trace contextRef="#ctx0" brushRef="#br0">9750.000 8172.000 0,'-7.000'29.000'0,"-6.000"24.000"15,-10.000 15.000 1,-4.000 5.000-16,3.000 2.000 16,4.000-3.000-1,9.000-4.000-15,9.000-3.000 16,7.000-5.000 0,1.000-7.000-16,1.000-8.000 15,-5.000-9.000 1,-9.000-4.000-16,-11.000-1.000 15,-12.000-9.000 1,-15.000-1.000-16,-10.000-4.000 16,0.000-3.000-1,7.000-3.000-15,12.000-2.000 16,10.000-3.000 0,12.000 2.000-16,13.000 6.000 15,14.000 6.000 1,9.000 7.000-16,6.000 9.000 15,0.000 4.000 1,3.000 8.000-16,-1.000 6.000 16,-2.000 7.000-1,-3.000 7.000-15,-4.000 5.000 16,-6.000 7.000 0,-4.000 8.000-16,-1.000 7.000 15,0.000 8.000 1,-4.000 3.000-16,-3.000 3.000 15,-3.000-5.000 1,-1.000-9.000-16,0.000-13.000 16,1.000-15.000-1,5.000-20.000-15,2.000-18.000 16</inkml:trace>
  <inkml:trace contextRef="#ctx0" brushRef="#br0">10010.000 10528.000 0,'0.000'0.000'15,"0.000"0.000"-15</inkml:trace>
  <inkml:trace contextRef="#ctx0" brushRef="#br0">10642.000 8413.000 0,'-20.000'-11.000'0,"-10.000"-2.000"15,-5.000 1.000 1,0.000 11.000-16,3.000 10.000 15,4.000 13.000 1,0.000 16.000-16,8.000 13.000 16,7.000 4.000-1,4.000-2.000-15,10.000-4.000 16,9.000-10.000 0,5.000-10.000-16,9.000-12.000 15,5.000-15.000 1,5.000-20.000-16,7.000-15.000 15,3.000-17.000 1,-3.000-13.000-16,-5.000-12.000 16,-6.000-11.000-1,-8.000-3.000-15,-7.000-5.000 16,-3.000 4.000 0,-2.000 2.000-1,-3.000 15.000-15,0.000 19.000 16,-4.000 19.000-1,-1.000 12.000-15,1.000 22.000 16,0.000 22.000-16,-1.000 24.000 16,-1.000 24.000-1,-1.000 20.000 1,-1.000 2.000-16,0.000 3.000 16,0.000-6.000-1,1.000-7.000-15,2.000-15.000 16,4.000-16.000-1,11.000-22.000-15,11.000-28.000 16,10.000-34.000 0,6.000-30.000-16,-6.000 4.000 15</inkml:trace>
  <inkml:trace contextRef="#ctx0" brushRef="#br0">11221.000 8164.000 0,'0.000'0.000'16,"-13.000"31.000"-1,-14.000 16.000-15,-8.000 4.000 16,2.000-5.000 0,8.000-9.000-16,10.000-7.000 15,8.000-12.000 1,12.000-7.000-1,9.000-1.000-15,2.000-8.000 16,6.000 4.000-16,1.000 3.000 16,-6.000 4.000-16,-5.000 9.000 15,-6.000 3.000 1,-7.000 4.000-16,-7.000-1.000 16,-5.000-4.000-1,3.000-6.000-15,3.000-8.000 16,6.000-10.000-1,7.000-13.000-15,16.000-10.000 16,12.000-10.000 0,6.000-4.000-16,5.000 4.000 15,-3.000 4.000 1,-4.000 9.000-16,-8.000 8.000 16,-7.000 8.000-1,-7.000 9.000-15,-7.000 12.000 16,-8.000 4.000-1,-2.000 4.000-15,0.000-3.000 16,4.000-2.000 0,4.000-6.000-16,5.000-5.000 15,11.000-8.000 1,11.000-8.000-16,7.000-9.000 16,2.000-4.000-1,4.000 0.000-15,3.000 0.000 16,-2.000 3.000-1,-2.000 5.000-15,-6.000 6.000 16,-9.000 6.000 0,-9.000 6.000-16,-14.000 4.000 15,-14.000 1.000 1,-14.000-4.000-16,-11.000-17.000 16,4.000-4.000-1</inkml:trace>
  <inkml:trace contextRef="#ctx0" brushRef="#br0">11457.000 8181.000 0,'0.000'0.000'0,"0.000"0.000"16,0.000 0.000-1,13.000-9.000-15</inkml:trace>
  <inkml:trace contextRef="#ctx0" brushRef="#br0">11878.000 8147.000 0,'0.000'0.000'16,"13.000"24.000"-16,6.000 15.000 15,0.000 5.000 1,0.000 1.000-16,2.000-8.000 16,10.000-14.000-1,8.000-12.000-15,12.000-17.000 16,9.000-15.000 0,2.000-10.000-16,-4.000-7.000 15,-5.000-2.000 1,-13.000-4.000-16,-13.000 0.000 15,-11.000-1.000 1,-10.000 4.000-16,-11.000 8.000 16,-8.000 10.000-1,-6.000 13.000-15,-7.000 15.000 16,-3.000 21.000 0,-3.000 16.000-16,4.000 20.000 15,2.000 16.000 1,5.000 23.000-16,2.000 11.000 15,2.000 10.000 1,3.000 6.000-16,7.000-1.000 16,1.000-11.000-1,1.000-24.000-15,7.000-33.000 16,1.000-24.000 0</inkml:trace>
  <inkml:trace contextRef="#ctx0" brushRef="#br0">12551.000 8345.000 0,'64.000'-9.000'15,"21.000"-1.000"-15,-2.000 4.000 16,-15.000 2.000 0,-16.000-4.000-1,-18.000 1.000-15</inkml:trace>
  <inkml:trace contextRef="#ctx0" brushRef="#br0">12567.000 8522.000 0,'61.000'-9.000'16,"31.000"-4.000"0,8.000 2.000-16,-10.000-1.000 15,-15.000-2.000-15,-25.000 1.000 16</inkml:trace>
  <inkml:trace contextRef="#ctx0" brushRef="#br0">13366.000 7858.000 0,'0.000'0.000'15,"9.000"41.000"-15,-2.000 34.000 16,-11.000 25.000 0,-10.000 14.000-16,-9.000 2.000 15,1.000-6.000 1,4.000-20.000-16,1.000-18.000 15,7.000-30.000 1,10.000-42.000-16,-3.000 11.000 16</inkml:trace>
  <inkml:trace contextRef="#ctx0" brushRef="#br0">13399.000 8216.000 0,'22.000'-3.000'0,"12.000"2.000"16,4.000 8.000-1,-5.000 6.000-15,-8.000 6.000 16,-14.000 5.000-16,-10.000 1.000 16,-12.000 2.000-1,-16.000-1.000 1,-7.000-4.000-16,-1.000-4.000 15,8.000-3.000 1,7.000 3.000-16,13.000 3.000 16,10.000 2.000-1,16.000 2.000 1,8.000-1.000-16,7.000-5.000 16,3.000-11.000-16,0.000-10.000 15,-10.000-3.000-15</inkml:trace>
  <inkml:trace contextRef="#ctx0" brushRef="#br0">13803.000 8207.000 0,'52.000'-21.000'16,"22.000"-7.000"-1,-2.000 3.000-15,-12.000 7.000 16,-10.000 9.000 0,-7.000 4.000-16,-6.000 8.000 15,-3.000 8.000 1,-3.000 10.000-16,-6.000 13.000 16,-6.000 15.000-1,2.000 12.000-15,2.000 8.000 16,-6.000-1.000-16,2.000-6.000 15,-3.000-6.000 1,-4.000-12.000 0,-5.000-13.000-16,-2.000-13.000 15,-6.000-21.000 1,-1.000-7.000-16</inkml:trace>
  <inkml:trace contextRef="#ctx0" brushRef="#br0">14283.000 8345.000 0,'0.000'0.000'15,"-18.000"18.000"-15,-19.000 18.000 16,-17.000 16.000 0,-6.000 9.000-16,1.000-2.000 15,8.000-4.000 1,11.000-11.000-16,19.000-22.000 15,10.000-13.000-15</inkml:trace>
  <inkml:trace contextRef="#ctx0" brushRef="#br0">14846.000 8583.000 0,'0.000'0.000'16</inkml:trace>
  <inkml:trace contextRef="#ctx0" brushRef="#br0">10860.000 9871.000 0,'0.000'0.000'16,"-10.000"-9.000"-16,-9.000-4.000 15,-8.000 3.000 1,1.000 7.000-16,-2.000 5.000 15,1.000 9.000 1,1.000 8.000-16,-3.000 7.000 16,4.000 12.000-1,2.000 9.000-15,6.000 7.000 16,8.000 3.000 0,4.000-3.000-16,6.000-6.000 15,6.000-12.000 1,4.000-14.000-1,6.000-14.000-15,5.000-15.000 16,0.000-15.000-16,3.000-14.000 16,0.000-9.000-1,-2.000-7.000-15,-2.000-2.000 16,-1.000 6.000 0,-3.000 14.000-16,-6.000 10.000 15,-2.000 11.000 1,-9.000 13.000-16,4.000 0.000 15,0.000 16.000 1,-2.000 13.000-16,-4.000 11.000 16,-2.000 7.000-1,9.000-2.000-15,2.000-5.000 16,4.000-4.000 0,6.000-6.000-1,5.000-11.000-15,6.000-18.000 16,3.000-16.000-16,-8.000-4.000 31</inkml:trace>
  <inkml:trace contextRef="#ctx0" brushRef="#br0">11331.000 9718.000 0,'0.000'0.000'0,"0.000"0.000"16,0.000 0.000 0,-16.000 30.000-1,-13.000 19.000-15,-5.000 4.000 16,-2.000-6.000 0,9.000-7.000-16,7.000-11.000 15,7.000-8.000 1,9.000-5.000-16,9.000-8.000 15,16.000-4.000-15,8.000-2.000 16,5.000 0.000 0,-2.000 3.000-16,-3.000 3.000 15,-4.000 3.000 1,-9.000 6.000-16,-7.000 6.000 16,-9.000 5.000-1,-8.000 0.000-15,-5.000-2.000 16,-1.000-8.000-1,4.000-5.000-15,10.000-13.000 16,1.000-2.000 0,12.000-14.000-16,10.000-9.000 15,11.000-8.000 1,7.000-2.000-16,1.000 2.000 16,-2.000 9.000-1,-6.000 8.000-15,-8.000 11.000 16,-7.000 8.000-1,-7.000 10.000-15,-5.000 7.000 16,-4.000 2.000 0,-4.000 1.000-16,0.000-5.000 15,1.000-6.000 1,2.000-2.000-16,4.000-8.000 16,7.000-3.000-16,4.000-7.000 15,5.000-8.000 1,1.000-4.000-1,2.000-2.000-15,1.000 5.000 16,-3.000 5.000-16,-4.000 9.000 16,-3.000 5.000-1,0.000 5.000-15,1.000 3.000 16,-2.000 1.000 0,1.000 1.000-16,1.000-4.000 15,-2.000 0.000 1,-1.000-1.000-16,-1.000-6.000 15,-4.000 1.000 1,-9.000-2.000-16,0.000-7.000 16,-6.000-10.000-1,-1.000 0.000-15</inkml:trace>
  <inkml:trace contextRef="#ctx0" brushRef="#br0">11616.000 9778.000 0,'0.000'0.000'0,"0.000"0.000"16,0.000 0.000-16,0.000 0.000 15,0.000 0.000 1</inkml:trace>
  <inkml:trace contextRef="#ctx0" brushRef="#br0">11945.000 9778.000 0,'0.000'0.000'0,"13.000"22.000"15,3.000 18.000-15,-2.000 10.000 16,2.000-3.000-1,-1.000-9.000-15,8.000-12.000 16,11.000-12.000 0,11.000-11.000-1,7.000-13.000-15,5.000-9.000 16,0.000-10.000 0,-1.000-3.000-16,-8.000-7.000 15,-9.000 0.000 1,-11.000-1.000-16,-11.000 1.000 15,-15.000 0.000 1,-13.000 4.000-16,-8.000 6.000 16,-4.000 9.000-1,-1.000 9.000-15,-1.000 11.000 16,1.000 11.000 0,3.000 11.000-16,1.000 12.000 15,0.000 12.000-15,7.000 14.000 16,4.000 16.000-1,1.000 20.000-15,1.000 11.000 16,-1.000 9.000 0,-4.000-1.000-1,2.000-7.000-15,2.000-15.000 16,3.000-20.000 0,3.000-24.000-16,1.000-18.000 15</inkml:trace>
  <inkml:trace contextRef="#ctx0" brushRef="#br0">12760.000 9888.000 0,'45.000'-6.000'15,"14.000"-1.000"1,-3.000 3.000-16,-10.000 4.000 15,-5.000 3.000 1,-4.000-4.000-16,-9.000-1.000 16,-5.000-5.000-16,-6.000-1.000 15</inkml:trace>
  <inkml:trace contextRef="#ctx0" brushRef="#br0">12736.000 10101.000 0,'0.000'0.000'0,"0.000"0.000"16,36.000-4.000 0,20.000-3.000-16,9.000 2.000 15,-3.000 7.000 1,-8.000 0.000-16,-6.000-3.000 15,-11.000-6.000 1,-10.000 0.000-16</inkml:trace>
  <inkml:trace contextRef="#ctx0" brushRef="#br0">13543.000 9539.000 0,'0.000'30.000'0,"-1.000"26.000"16,-11.000 21.000-16,-5.000 17.000 15,-8.000 13.000 1,-5.000 2.000-16,2.000-6.000 16,2.000-14.000-1,7.000-22.000-15,3.000-20.000 16,6.000-25.000 0,3.000-12.000-16</inkml:trace>
  <inkml:trace contextRef="#ctx0" brushRef="#br0">13509.000 9871.000 0,'0.000'0.000'0,"23.000"-8.000"15,18.000-3.000-15,4.000 5.000 16,-2.000 5.000-1,-9.000 7.000-15,-5.000 3.000 16,-9.000 5.000 0,-9.000 2.000-16,-9.000 2.000 15,-18.000 4.000 1,-13.000-1.000-16,-8.000-1.000 16,-4.000-1.000-1,2.000-2.000-15,8.000-3.000 16,10.000-3.000-1,7.000 1.000-15,14.000 2.000 16,16.000 2.000 0,12.000 6.000-16,9.000 0.000 15,2.000 0.000 1,-1.000-4.000-16,-1.000-5.000 16,-12.000-3.000-1,-7.000-2.000-15,-7.000-14.000 16,0.000-14.000-16,-4.000-1.000 15</inkml:trace>
  <inkml:trace contextRef="#ctx0" brushRef="#br0">13913.000 9556.000 0,'0.000'0.000'0,"-4.000"31.000"16,-7.000 17.000-1,-2.000 2.000-15,3.000-13.000 16</inkml:trace>
  <inkml:trace contextRef="#ctx0" brushRef="#br0">14232.000 9829.000 0,'0.000'0.000'16,"19.000"-16.000"-1,6.000-9.000-15,0.000-1.000 16,-5.000 7.000-16,0.000 4.000 15,-5.000 4.000 1,3.000 9.000-16,-1.000 9.000 16,3.000 11.000-1,3.000 13.000-15,0.000 16.000 16,0.000 10.000 0,-3.000 8.000-16,-4.000-1.000 15,-1.000-4.000 1,-4.000-4.000-16,-2.000-9.000 15,1.000-9.000 1,-4.000-14.000-16,-3.000-9.000 16,-2.000-19.000-1,-1.000-5.000-15</inkml:trace>
  <inkml:trace contextRef="#ctx0" brushRef="#br0">14450.000 9940.000 0,'0.000'0.000'0,"0.000"0.000"15,-26.000 25.000 1,-17.000 17.000 0,-9.000 7.000-16,-1.000 2.000 15,7.000-3.000-15,7.000-7.000 16,12.000-12.000-1,27.000-29.000-15,-10.000 11.000 16</inkml:trace>
  <inkml:trace contextRef="#ctx0" brushRef="#br0">14955.000 10205.000 0</inkml:trace>
  <inkml:trace contextRef="#ctx0" brushRef="#br0">16182.000 8950.000 0,'25.000'-1.000'0,"11.000"0.000"16,8.000 0.000 0,3.000-4.000-16,9.000-5.000 15,7.000 0.000 1,5.000 0.000-16,6.000 2.000 15,0.000 3.000 1,1.000 0.000-16,-4.000 1.000 16,-3.000 1.000-1,-2.000 3.000 1,-3.000 0.000-16,-7.000-4.000 16,-15.000 2.000-16</inkml:trace>
  <inkml:trace contextRef="#ctx0" brushRef="#br0">16158.000 9290.000 0,'28.000'-2.000'15,"19.000"-4.000"1,10.000 3.000-16,6.000 0.000 16,5.000-4.000-1,5.000-2.000-15,5.000-1.000 16,2.000-3.000-1,1.000 1.000-15,2.000 0.000 16,-5.000 2.000 0,-7.000 3.000-16,-4.000 1.000 15,-7.000 3.000 1,-11.000-4.000-16,-13.000-2.000 16,-10.000 1.000-16</inkml:trace>
  <inkml:trace contextRef="#ctx0" brushRef="#br0">16830.000 8753.000 0,'0.000'0.000'16,"24.000"9.000"-16,17.000 5.000 15,9.000 4.000 1,6.000 1.000-16,4.000 1.000 15,2.000 0.000 1,0.000-3.000-16,2.000-1.000 16,-1.000-1.000-1,-2.000 4.000-15,-8.000 3.000 16,-14.000 11.000 0,-21.000 17.000-16,-34.000 19.000 15,-44.000 21.000 1,-47.000 16.000-16,-42.000 1.000 15,18.000-26.000 1</inkml:trace>
  <inkml:trace contextRef="#ctx0" brushRef="#br0">19000.000 8276.000 0,'0.000'0.000'0,"0.000"0.000"15,0.000 32.000 1,-4.000 28.000-16,-10.000 22.000 15,-5.000 22.000 1,-7.000 12.000 0,-3.000 11.000-16,-6.000 8.000 15,-4.000-2.000 1,1.000-5.000-16,3.000-14.000 16,7.000-19.000-1,5.000-17.000-15,4.000-21.000 16,5.000-19.000-1</inkml:trace>
  <inkml:trace contextRef="#ctx0" brushRef="#br0">18815.000 8950.000 0,'33.000'-23.000'0,"20.000"-5.000"16,3.000 6.000-1,-7.000 14.000-15,-9.000 6.000 16,-11.000 13.000 0,-8.000 10.000-16,-9.000 4.000 15,-7.000 1.000 1,-12.000 4.000-16,-8.000 2.000 15,-11.000-1.000 1,-13.000 1.000-16,-8.000-1.000 16,-3.000-6.000-1,2.000-5.000-15,10.000-7.000 16,13.000-5.000 0,10.000-2.000-16,11.000 1.000 15,8.000 3.000 1,11.000 6.000-16,11.000 7.000 15,9.000 8.000 1,3.000 5.000-16,0.000 1.000 16,0.000 0.000-1,-6.000-6.000-15,-3.000-3.000 16,-8.000-8.000 0,-4.000-8.000-16,-5.000-6.000 15,-4.000-6.000 1,1.000-14.000-16,6.000-22.000 15,7.000-21.000-15,6.000-15.000 16,-6.000 11.000 0</inkml:trace>
  <inkml:trace contextRef="#ctx0" brushRef="#br0">19630.000 9043.000 0,'52.000'-12.000'0,"23.000"-3.000"16,1.000 2.000 0,-4.000 4.000-16,-13.000 7.000 15,-8.000 0.000 1,-14.000-3.000-16,-14.000-1.000 16</inkml:trace>
  <inkml:trace contextRef="#ctx0" brushRef="#br0">19606.000 9274.000 0,'45.000'-9.000'16,"31.000"-4.000"-16,11.000-1.000 15,1.000 2.000 1,-17.000 1.000-16</inkml:trace>
  <inkml:trace contextRef="#ctx0" brushRef="#br0">21186.000 9394.000 0,'-9.000'-22.000'15,"-7.000"-4.000"-15,-9.000 8.000 16,-5.000 14.000 0,-11.000 20.000-16,-8.000 24.000 15,-1.000 16.000 1,-1.000 11.000-16,9.000 5.000 15,14.000-1.000 1,10.000-9.000-16,15.000-10.000 16,10.000-15.000-1,11.000-11.000 1,6.000-18.000-16,6.000-18.000 16,4.000-16.000-16,2.000-14.000 15,1.000-15.000 1,0.000-3.000-16,-1.000 3.000 15,-7.000 11.000 1,-7.000 12.000-16,-5.000 11.000 16,-8.000 9.000-1,-9.000 12.000-15,3.000 0.000 16,-2.000 15.000 0,1.000 16.000-16,3.000 12.000 15,7.000 7.000-15,3.000 2.000 16,4.000-4.000-1,3.000-8.000-15,-1.000-9.000 16,2.000-13.000 0,-2.000-14.000-16,-4.000-7.000 15</inkml:trace>
  <inkml:trace contextRef="#ctx0" brushRef="#br0">20657.000 9163.000 0,'0.000'0.000'0,"33.000"-13.000"15,29.000-6.000 1,22.000 5.000-16,8.000 7.000 16,7.000 5.000-1,-2.000 4.000-15,-2.000 0.000 16,-3.000-2.000 0,-7.000-1.000-16,-18.000-3.000 15,-19.000-6.000 1,-15.000-2.000-16</inkml:trace>
  <inkml:trace contextRef="#ctx0" brushRef="#br0">21194.000 8635.000 0,'-18.000'-40.000'15,"-14.000"-7.000"1,-11.000 15.000 0,-3.000 20.000-16,-2.000 23.000 15,2.000 17.000-15,5.000 21.000 16,9.000 12.000-1,11.000 3.000-15,15.000-1.000 16,16.000-9.000 0,11.000-14.000-16,15.000-18.000 15,8.000-18.000 1,5.000-17.000-16,-1.000-24.000 16,5.000-20.000-1,0.000-16.000-15,-3.000-16.000 16,-5.000-7.000-1,-8.000 0.000-15,-8.000 0.000 16,-6.000 10.000 0,-6.000 10.000-16,-1.000 12.000 15,-7.000 17.000 1,-3.000 15.000-16,-2.000 16.000 16,-5.000 21.000-1,-9.000 25.000-15,-10.000 24.000 16,-3.000 20.000-1,-1.000 10.000-15,1.000 5.000 16,10.000 2.000 0,6.000-8.000-16,9.000-14.000 15,8.000-17.000 1,0.000-18.000-16</inkml:trace>
  <inkml:trace contextRef="#ctx0" brushRef="#br0">22103.000 8421.000 0,'-4.000'75.000'0,"-12.000"43.000"15,-13.000 21.000 1,-6.000 7.000 0,-7.000-7.000-1,-1.000-14.000-15,6.000-16.000 16,3.000-20.000-16,6.000-20.000 15,5.000-27.000 1,8.000-33.000-16,5.000-12.000 16</inkml:trace>
  <inkml:trace contextRef="#ctx0" brushRef="#br0">22086.000 8907.000 0,'43.000'8.000'15,"14.000"9.000"1,-2.000 5.000-16,-12.000 8.000 16,-16.000-1.000-1,-13.000 0.000-15,-19.000-2.000 16,-19.000-1.000-1,-15.000-2.000-15,-15.000 0.000 16,-5.000-3.000 0,1.000-6.000-16,9.000-4.000 15,11.000-4.000 1,15.000-2.000 0,10.000 0.000-16,13.000 2.000 15,13.000 1.000-15,12.000 5.000 16,14.000 5.000-1,9.000 7.000-15,5.000 4.000 16,0.000 6.000 0,-5.000 1.000-16,-6.000-9.000 15,-6.000-3.000 1,-9.000-5.000-16,-4.000-5.000 16,-4.000-5.000-1,-8.000-6.000-15,-3.000-12.000 16,-6.000-16.000-16,-2.000-16.000 15,0.000-14.000 1,5.000-13.000-16,2.000-7.000 16,-1.000 16.000-1</inkml:trace>
  <inkml:trace contextRef="#ctx0" brushRef="#br0">22725.000 8498.000 0,'-3.000'31.000'15,"-7.000"22.000"-15,-6.000 8.000 16,-10.000 4.000-1,0.000-8.000-15,6.000-15.000 16</inkml:trace>
  <inkml:trace contextRef="#ctx0" brushRef="#br0">23028.000 9495.000 0,'0.000'0.000'15,"0.000"0.000"-15</inkml:trace>
  <inkml:trace contextRef="#ctx0" brushRef="#br0">3014.000 11689.000 0,'0.000'0.000'0,"-6.000"21.000"16,-10.000 13.000 0,-7.000 7.000-16,-3.000 0.000 15,-3.000-1.000 1,1.000-8.000-16,4.000-4.000 15,8.000-8.000-15,4.000-7.000 16,12.000-13.000 0,6.000 8.000-16,14.000-2.000 15,15.000-4.000 1,15.000-4.000-16,6.000-2.000 16,3.000-1.000-1,-6.000-3.000-15,-10.000 4.000 16,-9.000 2.000-16,-13.000 1.000 15,-21.000 1.000 1,11.000-1.000-16</inkml:trace>
  <inkml:trace contextRef="#ctx0" brushRef="#br0">3006.000 11749.000 0,'0.000'0.000'16,"0.000"29.000"-16,-2.000 29.000 15,-5.000 20.000 1,0.000 11.000-16,-7.000-3.000 16,-2.000-20.000-1</inkml:trace>
  <inkml:trace contextRef="#ctx0" brushRef="#br0">2762.000 11621.000 0,'0.000'0.000'16,"-18.000"11.000"-16,-14.000 21.000 15,1.000 23.000 1,4.000 23.000-16,12.000 18.000 16,16.000 10.000-1,13.000-6.000 1,11.000-12.000-16,13.000-20.000 15,13.000-18.000-15,14.000-18.000 16,14.000-18.000 0,5.000-18.000-16,2.000-13.000 15,-3.000-12.000 1,-11.000-10.000-16,-9.000-11.000 16,-14.000-12.000-1,-15.000-10.000-15,-21.000-9.000 16,-21.000-7.000-1,-21.000-6.000 1,-20.000 8.000-16,-14.000 16.000 16,-10.000 16.000-16,-5.000 18.000 15,3.000 18.000 1,6.000 21.000 0,10.000 14.000-16,12.000 16.000 15,12.000 13.000 1,15.000-4.000-16</inkml:trace>
  <inkml:trace contextRef="#ctx0" brushRef="#br0">3628.000 11988.000 0,'2.000'-14.000'0</inkml:trace>
  <inkml:trace contextRef="#ctx0" brushRef="#br0">4687.000 11621.000 0,'0.000'0.000'16,"0.000"0.000"0,0.000 0.000-16,0.000 0.000 15,4.000-17.000-15,18.000-11.000 16,17.000-1.000 0,18.000-2.000-1,8.000 2.000-15,6.000 4.000 16,-4.000 4.000-16,-6.000 2.000 15,-9.000 7.000 1,-12.000 6.000 0,-12.000 9.000-16,-16.000 8.000 15,-19.000 13.000-15,-26.000 16.000 16,-21.000 13.000 0,-12.000 2.000-16,3.000-9.000 15,14.000-11.000 1,17.000-14.000-16,15.000-9.000 15,16.000-11.000 1,12.000-9.000-16,20.000-7.000 16,12.000-5.000-1,10.000-3.000-15,2.000-1.000 16,-8.000 2.000 0,-5.000 0.000-16,-15.000 2.000 15,-15.000-2.000 1,-10.000 7.000-16</inkml:trace>
  <inkml:trace contextRef="#ctx0" brushRef="#br0">4848.000 11492.000 0,'0.000'0.000'0,"13.000"26.000"15,4.000 18.000-15,-3.000 22.000 16,-15.000 18.000 0,-20.000 20.000-1,-13.000 14.000-15,-8.000-6.000 16,-1.000-25.000 0,10.000-26.000-16,10.000-23.000 15,9.000-28.000-15,10.000-29.000 16,4.000-7.000-1</inkml:trace>
  <inkml:trace contextRef="#ctx0" brushRef="#br0">5025.000 11775.000 0,'0.000'0.000'16,"13.000"19.000"-1,2.000 4.000-15,-4.000-8.000 16,-4.000-7.000 0</inkml:trace>
  <inkml:trace contextRef="#ctx0" brushRef="#br0">5309.000 11594.000 0,'0.000'0.000'16,"-9.000"25.000"-16,-25.000 23.000 16,-21.000 9.000-1,-11.000 3.000-15,5.000-5.000 16,11.000-14.000 0,17.000-12.000-16,20.000-16.000 15,17.000-10.000 1,21.000-12.000-16,15.000-7.000 15,13.000-1.000 1,2.000-2.000-16,-9.000 5.000 16,-12.000 5.000-1,-13.000 7.000-15,-16.000 10.000 16,-20.000 11.000 0,-26.000 14.000-16,-23.000 10.000 15,-14.000 7.000-15,-2.000-1.000 16,14.000-7.000-1,23.000-15.000-15,19.000-12.000 16,26.000-8.000 0,27.000-12.000-1,25.000-6.000-15,20.000-8.000 16,13.000-1.000 0,4.000 0.000-16,-8.000 2.000 15,-11.000 2.000 1,-18.000 4.000-1,-20.000 4.000-15,-22.000-1.000 0,-21.000 0.000 16,-7.000-2.000 0</inkml:trace>
  <inkml:trace contextRef="#ctx0" brushRef="#br0">5016.000 12014.000 0,'7.000'33.000'0,"1.000"24.000"16,-2.000 8.000 0,0.000 1.000-16,-4.000-11.000 15,-2.000-16.000 1</inkml:trace>
  <inkml:trace contextRef="#ctx0" brushRef="#br0">5209.000 11876.000 0,'15.000'76.000'16,"-2.000"47.000"0,-7.000 21.000-16,-8.000-12.000 15,-5.000-32.000 1</inkml:trace>
  <inkml:trace contextRef="#ctx0" brushRef="#br0">6041.000 11672.000 0,'29.000'-12.000'0,"7.000"-5.000"16,-1.000 3.000-16,-10.000 0.000 15,-8.000 4.000 1</inkml:trace>
  <inkml:trace contextRef="#ctx0" brushRef="#br0">5864.000 11621.000 0,'0.000'33.000'16,"-1.000"28.000"-16,-2.000 16.000 15,-4.000 7.000 1,-5.000-6.000-16,0.000-18.000 16</inkml:trace>
  <inkml:trace contextRef="#ctx0" brushRef="#br0">5646.000 12141.000 0,'0.000'0.000'15,"0.000"0.000"1,44.000-1.000-16,30.000-7.000 15,14.000-7.000 1,6.000-3.000-16,-4.000-1.000 16,-7.000 3.000-1,-13.000-1.000 1,-12.000 3.000-16,-16.000 0.000 16,-13.000-4.000-16,-12.000 1.000 15</inkml:trace>
  <inkml:trace contextRef="#ctx0" brushRef="#br0">6639.000 11561.000 0,'0.000'0.000'0,"27.000"-10.000"15,26.000-6.000 1,22.000-1.000-16,10.000 3.000 16,5.000 4.000-1,1.000 1.000-15,-7.000 3.000 16,-11.000 2.000-1,-13.000 0.000-15,-16.000 0.000 16,-18.000-1.000-16</inkml:trace>
  <inkml:trace contextRef="#ctx0" brushRef="#br0">7252.000 11586.000 0,'30.000'75.000'0,"10.000"44.000"16,-12.000 15.000 0,-10.000 0.000-16,-13.000-10.000 15,-13.000-20.000 1,-9.000-23.000-16,-6.000-24.000 16,-6.000-27.000-16,-6.000-30.000 15,0.000-28.000 1,-6.000-28.000-1,-3.000-28.000-15,-4.000-13.000 16,2.000 1.000 0,-1.000 9.000-16,11.000 23.000 15</inkml:trace>
  <inkml:trace contextRef="#ctx0" brushRef="#br0">6874.000 11826.000 0,'0.000'0.000'16,"0.000"0.000"-16,0.000 0.000 15,-3.000 15.000 1,0.000 4.000-16,2.000-4.000 16,9.000-8.000-1,16.000-11.000-15,14.000-12.000 16,6.000-5.000 0,0.000 2.000-16,-7.000 6.000 15,-9.000 11.000 1,-8.000 16.000-16,-14.000 15.000 15,-14.000 9.000 1,-12.000 0.000-16,-6.000-8.000 16,-1.000-12.000-1,11.000-27.000-15,18.000-39.000 16,24.000-34.000 0,24.000-30.000-16,23.000-15.000 15,15.000-2.000 1,12.000 11.000-16,-1.000 23.000 15,-7.000 34.000 1,-16.000 22.000 0,-20.000 15.000-16,-21.000 13.000 0,-16.000 11.000 15,-14.000 16.000 1,-12.000 14.000-16,-10.000 9.000 16,2.000 1.000-1,8.000-1.000-15,15.000-7.000 16,27.000-8.000-1,20.000-8.000-15,13.000-6.000 16,4.000-6.000 0,-7.000 2.000-16,-15.000 1.000 15,-17.000 11.000 1,-20.000 19.000-16,-19.000 23.000 16,-21.000 28.000-1,-17.000 27.000-15,-6.000 22.000 16,-3.000 13.000-1,-2.000-4.000-15,9.000-17.000 16,11.000-27.000 0,13.000-33.000-1,6.000-32.000-15,9.000-34.000 16,7.000-38.000-16,3.000-39.000 16,6.000-28.000-1,8.000-17.000-15,1.000 2.000 16,3.000 6.000-1,6.000 19.000-15,7.000 22.000 16,-1.000 31.000 0,1.000 21.000-16,-3.000 14.000 15,1.000 16.000 1,2.000 24.000-16,-1.000 30.000 16,-5.000 37.000-1,-9.000 32.000-15,-7.000 30.000 16,-6.000-1.000-1,-4.000-22.000-15,-3.000-36.000 16,0.000-38.000 0,0.000-37.000-16,-1.000-42.000 15,-2.000-40.000 1,-6.000-39.000-16,-4.000-26.000 16,-5.000-13.000-1,0.000 9.000-15,-1.000 26.000 16,1.000 33.000-1,6.000 36.000-15,0.000 25.000 16,7.000 12.000 0,3.000 6.000-16,2.000 4.000 15,0.000-1.000 1,1.000-6.000-16,0.000-15.000 16,2.000-1.000-1,1.000-24.000-15,10.000-30.000 16,8.000-25.000-16,10.000-17.000 15,7.000-6.000 1,5.000 6.000-16,3.000 13.000 16,-3.000 25.000-1,-6.000 21.000-15,-7.000 16.000 16,-11.000 11.000 0,-9.000 7.000-16,-5.000 10.000 15,-9.000 7.000 1,-5.000 12.000-16,-2.000 2.000 15,2.000 2.000 1,7.000 0.000-16,10.000-1.000 16,16.000-5.000-1,13.000-2.000-15,6.000-3.000 16,2.000 3.000 0,-7.000 5.000-16,-14.000 6.000 15,-18.000 11.000 1,-21.000 13.000-16,-18.000 8.000 15,-9.000 6.000 1,-2.000-4.000-16,8.000-13.000 16,11.000-11.000-1,16.000-14.000-15,19.000-10.000 16,21.000-13.000 0,13.000-11.000-16,6.000-9.000 15,-6.000-5.000 1,-7.000 4.000-16,-15.000 2.000 15,-15.000-2.000 1,-20.000-2.000-16,-20.000-3.000 16,-10.000 2.000-1,-2.000 0.000-15,10.000-3.000 16,22.000-2.000-16,11.000 3.000 16</inkml:trace>
  <inkml:trace contextRef="#ctx0" brushRef="#br0">9027.000 11509.000 0,'-12.000'28.000'15,"-8.000"15.000"-15,1.000 2.000 16,15.000-3.000 0,20.000-8.000-16,27.000-11.000 15,20.000-15.000 1,18.000-12.000-16,7.000-3.000 15,-2.000 0.000 1,-12.000 7.000-16,-17.000 1.000 16,-22.000 10.000-16,-23.000 6.000 15,-30.000 1.000 1,-25.000-12.000-16,1.000-6.000 16</inkml:trace>
  <inkml:trace contextRef="#ctx0" brushRef="#br0">9245.000 11459.000 0,'-4.000'41.000'16,"-9.000"34.000"-1,-16.000 19.000-15,-9.000 4.000 16,0.000-10.000-1,12.000-15.000-15,16.000-16.000 16,18.000-17.000 0,23.000-17.000-16,21.000-10.000 15,10.000-9.000 1,7.000 1.000-16,1.000 5.000 16,-11.000 6.000-1,-12.000 7.000 1,-18.000 4.000-16,-19.000-2.000 15,-16.000-13.000-15,-5.000-5.000 16</inkml:trace>
  <inkml:trace contextRef="#ctx0" brushRef="#br0">9960.000 11424.000 0,'46.000'-3.000'15,"9.000"6.000"-15,-15.000 9.000 16,-15.000-1.000-16</inkml:trace>
  <inkml:trace contextRef="#ctx0" brushRef="#br0">9935.000 11783.000 0,'63.000'-3.000'0,"19.000"-5.000"16,-8.000-2.000-1,-17.000-12.000-15,-20.000 2.000 16</inkml:trace>
  <inkml:trace contextRef="#ctx0" brushRef="#br0">10052.000 11629.000 0,'16.000'32.000'15,"3.000"24.000"1,-6.000 17.000-16,-6.000 3.000 15,-4.000-10.000 1,0.000-16.000-16,0.000-18.000 16,2.000-17.000-1,7.000-15.000-15,10.000-26.000 16,2.000-30.000 0,3.000-23.000-16,-1.000-9.000 15,-1.000 8.000 1,-3.000 16.000-16,-4.000 21.000 15,-2.000 16.000 1,-1.000 20.000-16,-1.000 27.000 16,-5.000 26.000-1,-3.000 21.000-15,-6.000 8.000 16,-4.000-6.000 0,-2.000-13.000-16,1.000-19.000 15,7.000-29.000 1,1.000-12.000-16</inkml:trace>
  <inkml:trace contextRef="#ctx0" brushRef="#br0">10414.000 11347.000 0,'0.000'0.000'0,"0.000"0.000"15,16.000-10.000 1,9.000-4.000-16,7.000 2.000 15,7.000 2.000 1,1.000 9.000-16,3.000 2.000 16,-5.000 2.000-16,-8.000 7.000 15,-6.000 2.000 1,-3.000 17.000-16,-3.000 19.000 16,-6.000 24.000-1,-5.000 18.000-15,-8.000 9.000 16,-3.000-9.000-1,-4.000-12.000-15,2.000-19.000 32,1.000-21.000-32,-2.000-23.000 0,1.000-13.000 15</inkml:trace>
  <inkml:trace contextRef="#ctx0" brushRef="#br0">10599.000 11654.000 0,'-4.000'40.000'15,"-11.000"28.000"-15,-19.000 10.000 16,-11.000-3.000 0,-8.000-14.000-1,0.000-14.000-15,4.000-22.000 16,14.000-25.000-1,14.000-8.000-15</inkml:trace>
  <inkml:trace contextRef="#ctx0" brushRef="#br0">10439.000 11944.000 0,'31.000'50.000'0,"11.000"25.000"15,1.000-4.000 1,-3.000-12.000-16,0.000-18.000 15,3.000-23.000 1,6.000-24.000 0,9.000-31.000-16,7.000-27.000 15,0.000-21.000-15,-5.000-14.000 16,-5.000-6.000 0,-10.000-1.000-16,-14.000 21.000 15</inkml:trace>
  <inkml:trace contextRef="#ctx0" brushRef="#br0">11255.000 11262.000 0,'0.000'0.000'0,"22.000"29.000"16,8.000 16.000-1,-7.000 6.000-15,-9.000-1.000 16,-7.000-9.000-16,-4.000-18.000 15,-1.000-10.000 1</inkml:trace>
  <inkml:trace contextRef="#ctx0" brushRef="#br0">11406.000 11219.000 0,'79.000'-5.000'16,"26.000"7.000"-16,-9.000 17.000 16,-23.000 16.000-1,-29.000 10.000-15,-27.000 5.000 16,-28.000-4.000 0,-25.000-3.000-16,-18.000-15.000 15,-13.000-18.000 1,-3.000-17.000-16,4.000-19.000 15,15.000-1.000 1</inkml:trace>
  <inkml:trace contextRef="#ctx0" brushRef="#br0">11431.000 11356.000 0,'42.000'-9.000'15,"10.000"-4.000"1,-5.000 5.000-16,-14.000 10.000 15,-11.000 5.000-15,-11.000 1.000 16</inkml:trace>
  <inkml:trace contextRef="#ctx0" brushRef="#br0">11390.000 11450.000 0,'0.000'0.000'15,"35.000"-3.000"-15,20.000-1.000 16,5.000 2.000 0,-3.000-1.000-16,-11.000 2.000 15,-13.000 0.000 1,-11.000 3.000-16,-11.000 1.000 16</inkml:trace>
  <inkml:trace contextRef="#ctx0" brushRef="#br0">11104.000 11637.000 0,'36.000'-9.000'16,"35.000"-4.000"0,27.000 2.000-16,22.000 5.000 15,9.000 2.000 1,1.000 4.000-16,-11.000 4.000 31,-15.000 1.000-31,-24.000-1.000 0,-25.000 0.000 16,-29.000-1.000-1,-35.000-2.000-15,-11.000-1.000 16</inkml:trace>
  <inkml:trace contextRef="#ctx0" brushRef="#br0">11264.000 11835.000 0,'4.000'30.000'16,"4.000"9.000"-16,0.000-4.000 16,-1.000-8.000-1,-2.000-11.000-15,4.000-16.000 16,1.000-8.000-1</inkml:trace>
  <inkml:trace contextRef="#ctx0" brushRef="#br0">11440.000 11749.000 0,'7.000'33.000'0,"-2.000"18.000"16,-5.000 8.000-1,-4.000 4.000-15,-2.000-6.000 16,-2.000-10.000 0,1.000-17.000-16,3.000-12.000 15,-2.000-10.000 1,0.000-12.000-16,3.000-11.000 16,2.000-15.000-1,7.000-10.000-15,8.000-3.000 16,10.000-5.000-1,7.000 4.000-15,10.000 6.000 16,9.000 8.000 0,5.000 13.000-16,0.000 14.000 15,-6.000 15.000 1,-11.000 14.000-16,-13.000 12.000 16,-17.000 12.000-1,-17.000 0.000-15,-17.000-1.000 16,-13.000-15.000-1,-8.000-16.000-15,0.000-19.000 16,12.000-16.000 0,20.000-13.000-16,20.000-6.000 15,19.000 6.000 1,14.000 8.000-16,13.000 10.000 16,9.000 14.000-1,2.000 13.000-15,-6.000 7.000 16,-13.000 3.000-1,-12.000-2.000-15,-13.000-10.000 16,-12.000-22.000 0,-4.000-3.000-16</inkml:trace>
  <inkml:trace contextRef="#ctx0" brushRef="#br0">12415.000 11186.000 0,'32.000'-5.000'15,"8.000"2.000"-15,-10.000-2.000 16,-16.000 12.000 0,-20.000 7.000-16,-6.000-1.000 15</inkml:trace>
  <inkml:trace contextRef="#ctx0" brushRef="#br0">12356.000 11330.000 0,'54.000'-5.000'0,"27.000"-4.000"15,-1.000 4.000 1,-10.000 5.000-16,-12.000 1.000 15,-15.000 4.000-15,-18.000 7.000 16,-20.000 6.000 0,-19.000 2.000-16,-19.000 2.000 15,-9.000 1.000 1,-1.000 2.000 0,9.000-3.000-16,12.000-5.000 15,14.000 1.000-15,22.000 2.000 16,17.000-4.000-1,9.000-2.000-15,5.000 0.000 16,-6.000-5.000 0,-13.000-1.000-16,-16.000-1.000 15,-17.000 0.000-15,-5.000-4.000 16</inkml:trace>
  <inkml:trace contextRef="#ctx0" brushRef="#br0">12382.000 11682.000 0,'-22.000'39.000'0,"1.000"26.000"16,8.000 11.000-16,13.000 1.000 15,5.000-7.000 1,4.000-10.000-16,-1.000-14.000 16,-3.000-15.000-1,0.000-15.000-15,-5.000-16.000 16,8.000-8.000-16,2.000-21.000 15,1.000-16.000 1,5.000-12.000-16,6.000-6.000 16,8.000 3.000-1,12.000 8.000 1,12.000 12.000-16,12.000 11.000 16,7.000 15.000-16,4.000 16.000 15,1.000 19.000 1,-1.000 17.000-1,-11.000 19.000-15,-17.000 6.000 16,-17.000 3.000 0,-17.000 0.000-16,-18.000-10.000 15,-17.000-8.000 1,-13.000-13.000-16,-12.000-15.000 16,-14.000-20.000-1,-5.000-19.000-15,4.000-20.000 16,11.000-12.000-1,18.000-6.000-15,21.000 2.000 16,15.000 12.000 0,10.000 11.000-16,7.000 12.000 15,0.000 11.000 1,-5.000 6.000-16,-3.000 8.000 16,-8.000 3.000-1,-13.000 8.000-15,-13.000 3.000 16,-6.000-1.000-16,-6.000-10.000 15,4.000-18.000 1,11.000-19.000-16,16.000-21.000 16,21.000-15.000-1,4.000 11.000-15</inkml:trace>
  <inkml:trace contextRef="#ctx0" brushRef="#br0">13324.000 11484.000 0,'0.000'0.000'16,"0.000"0.000"-16,-12.000 30.000 15,-6.000 10.000 1,-3.000 3.000-16,8.000-10.000 16,13.000-2.000-1,11.000-5.000-15,12.000-3.000 16,0.000 1.000-1,0.000 6.000-15,-4.000 4.000 16,-13.000 8.000 0,-13.000 1.000-16,-13.000-5.000 15,-10.000-15.000 1,-3.000-25.000-16,7.000-8.000 16</inkml:trace>
  <inkml:trace contextRef="#ctx0" brushRef="#br0">13543.000 11126.000 0,'0.000'0.000'0,"18.000"49.000"15,3.000 43.000-15,-10.000 44.000 16,-14.000 30.000-1,-10.000 22.000-15,-9.000-1.000 16,-2.000-17.000 0,10.000-33.000-16,7.000-40.000 15,3.000-36.000 1,4.000-61.000-16,0.000-4.000 16,3.000-54.000-1,-1.000-42.000-15,-2.000-31.000 16,0.000-12.000-1,0.000 2.000-15,-13.000 11.000 16,23.000 24.000 0,13.000 28.000-16,9.000 32.000 15,1.000 18.000 1,3.000 9.000-16,3.000 4.000 16,5.000 6.000-16,5.000 6.000 15,-2.000 9.000 1,-2.000 9.000-16,-9.000 7.000 15,-11.000 8.000 1,-14.000 4.000-16,-18.000 5.000 16,-19.000 7.000-1,-10.000-4.000 1,-6.000-1.000-16,2.000-5.000 16,9.000-11.000-1,12.000-7.000-15,15.000-3.000 16,14.000 0.000-16,15.000-3.000 15,13.000-1.000 1,3.000 3.000-16,1.000 7.000 16,-9.000 5.000-1,-15.000 7.000 1,-16.000 9.000-16,-18.000-1.000 16,-19.000-6.000-1,-14.000-6.000 1,-4.000-10.000-16,1.000-9.000 0,3.000-10.000 15,7.000-6.000 1,10.000-6.000-16,6.000-9.000 16,12.000-4.000-1,11.000 0.000-15,14.000 4.000 16,12.000 8.000 0,16.000 10.000-16,12.000 13.000 15,9.000 14.000 1,2.000 10.000-16,-4.000 6.000 15,-8.000-4.000 1,-11.000-4.000-16,-8.000-7.000 16,-11.000-11.000-1,-6.000-14.000-15,-4.000-24.000 16,0.000-27.000 0,-3.000-26.000-16,-1.000-17.000 15,3.000-9.000 1,4.000 2.000-1,10.000 16.000-15,5.000 25.000 16,9.000 34.000-16,3.000 18.000 16,6.000 8.000-1,0.000 5.000-15,-2.000 4.000 16,-7.000 6.000 0,-9.000 6.000-16,-13.000 9.000 15,-12.000 2.000 1,-8.000-1.000-16,-8.000-9.000 15,-3.000-8.000-15</inkml:trace>
  <inkml:trace contextRef="#ctx0" brushRef="#br0">14375.000 11919.000 0,'36.000'-40.000'0,"14.000"-33.000"16,0.000-23.000-1,-6.000-11.000-15,-10.000-2.000 16,-7.000 15.000 0,-8.000 25.000-1,-6.000 26.000-15,-6.000 16.000 16,1.000 18.000-16,0.000 17.000 16,2.000 15.000-1,4.000 15.000 1,12.000 14.000-16,5.000 6.000 15,3.000 3.000-15,3.000 0.000 16,2.000-4.000 0,-8.000-9.000-1,-6.000-9.000-15,-12.000-8.000 16,-16.000-10.000-16,-20.000-18.000 16,-10.000-17.000-1,5.000-4.000-15</inkml:trace>
  <inkml:trace contextRef="#ctx0" brushRef="#br0">14745.000 11621.000 0,'8.000'21.000'16,"-1.000"19.000"-16,-9.000 10.000 16,-14.000 7.000-1,-16.000 2.000-15,-10.000-7.000 16,-9.000-6.000-1,-2.000-16.000-15,11.000-18.000 16,13.000-11.000 0</inkml:trace>
  <inkml:trace contextRef="#ctx0" brushRef="#br0">14678.000 11971.000 0,'61.000'51.000'15,"21.000"20.000"-15,-1.000 2.000 16,-16.000-7.000 0,-15.000-16.000-16,-11.000-20.000 15,-4.000-26.000 1,-5.000-29.000-16,-8.000-4.000 16</inkml:trace>
  <inkml:trace contextRef="#ctx0" brushRef="#br0">15350.000 11664.000 0,'34.000'15.000'0,"6.000"4.000"15,-16.000 0.000 1,-11.000-4.000-16</inkml:trace>
  <inkml:trace contextRef="#ctx0" brushRef="#br0">15578.000 12150.000 0,'11.000'15.000'0,"3.000"3.000"16</inkml:trace>
  <inkml:trace contextRef="#ctx0" brushRef="#br0">16872.000 11356.000 0,'0.000'0.000'0,"0.000"0.000"15,-8.000 31.000 1,-17.000 23.000-16,-13.000 8.000 16,-11.000 4.000-1,-8.000 0.000-15,-4.000-1.000 16,0.000-9.000-1,13.000-16.000-15,16.000-15.000 16,17.000-14.000 0,18.000-11.000-16,16.000-10.000 15,13.000-4.000 1,7.000 3.000-16,0.000 4.000 16,2.000 7.000-1,-7.000 12.000-15,-8.000 9.000 16,-14.000 14.000-1,-15.000 5.000-15,-12.000 6.000 16,-5.000-2.000 0,-1.000-9.000-16,5.000-10.000 15,5.000-11.000 1,11.000-16.000-16,13.000-15.000 16,9.000-11.000-16,12.000-8.000 15,6.000-5.000 1,4.000 3.000-16,1.000 2.000 15,-1.000 7.000 1,-5.000 8.000-16,-5.000 11.000 16,-7.000 13.000-1,-7.000 9.000-15,-10.000 9.000 16,-8.000 5.000 0,-8.000 6.000-16,-2.000-1.000 15,3.000-4.000 1,3.000-7.000-16,7.000-9.000 15,8.000-14.000 1,9.000-10.000-16,9.000-10.000 16,6.000-9.000-1,1.000-1.000-15,-1.000 3.000 16,-3.000 6.000 0,-6.000 9.000-16,-5.000 9.000 15,-7.000 9.000 1,-9.000 9.000-16,-4.000 6.000 15,-4.000 5.000 1,0.000-2.000-16,0.000-5.000 16,1.000-2.000-16,7.000-6.000 15,9.000-8.000 1,9.000-7.000 0,5.000-5.000-16,6.000-1.000 15,4.000 0.000 1,0.000 3.000-16,0.000 6.000 15,-4.000 6.000-15,-4.000 5.000 16,-5.000 7.000 0,-8.000 2.000-16,-8.000 2.000 15,-8.000 0.000 1,-7.000-4.000 0,-7.000-11.000-16,1.000-4.000 15</inkml:trace>
  <inkml:trace contextRef="#ctx0" brushRef="#br0">17259.000 11586.000 0,'-11.000'0.000'16,"-4.000"6.000"-16,4.000-1.000 15,5.000-3.000 1</inkml:trace>
  <inkml:trace contextRef="#ctx0" brushRef="#br0">17730.000 11441.000 0,'0.000'0.000'0,"4.000"28.000"16,3.000 23.000 0,-1.000 14.000-16,-2.000 4.000 15,3.000-3.000 1,2.000-13.000-16,8.000-11.000 16,14.000-18.000-1,11.000-16.000-15,14.000-15.000 16,11.000-14.000-1,6.000-10.000-15,-4.000-7.000 16,-6.000-3.000 0,-7.000-1.000-16,-15.000-3.000 15,-13.000-2.000 1,-14.000-2.000 0,-14.000 5.000-16,-12.000 1.000 15,-10.000 8.000-15,-4.000 14.000 16,-2.000 13.000-1,-1.000 13.000-15,1.000 13.000 16,-1.000 16.000 0,1.000 20.000-1,7.000 22.000-15,1.000 22.000 16,1.000 22.000 0,0.000 26.000-16,-4.000 22.000 15,1.000 12.000 1,4.000-11.000-16,9.000-33.000 15,9.000-39.000 1,9.000-39.000-16,5.000-37.000 16,-1.000-17.000-1</inkml:trace>
  <inkml:trace contextRef="#ctx0" brushRef="#br0">18681.000 11664.000 0,'35.000'-13.000'16,"24.000"-2.000"-16,3.000 2.000 16,-2.000 5.000-1,-7.000 2.000-15,-4.000 1.000 16,-11.000 2.000 0,-9.000 0.000-16,-10.000 3.000 15</inkml:trace>
  <inkml:trace contextRef="#ctx0" brushRef="#br0">18579.000 11944.000 0,'0.000'0.000'0,"42.000"-3.000"16,24.000 3.000-16,9.000-2.000 15,0.000-1.000 1,-16.000 1.000-16</inkml:trace>
  <inkml:trace contextRef="#ctx0" brushRef="#br0">20110.000 12235.000 0,'-3.000'-17.000'16,"-4.000"-8.000"-16,-9.000 2.000 15,-6.000 7.000 1,-5.000 13.000-16,-6.000 12.000 16,-1.000 16.000-1,-4.000 12.000-15,0.000 14.000 16,6.000 8.000-1,3.000 3.000-15,10.000 0.000 16,9.000-7.000 0,12.000-12.000-16,9.000-8.000 15,9.000-13.000 1,8.000-12.000-16,4.000-19.000 16,5.000-17.000-1,1.000-14.000-15,0.000-17.000 16,2.000-13.000-1,-4.000-8.000-15,-2.000-4.000 16,-3.000 0.000 0,1.000 5.000-16,-1.000 9.000 15,-5.000 10.000 1,-8.000 17.000 0,-8.000 14.000-16,-4.000 12.000 15,-6.000 15.000-15,-2.000 13.000 16,-6.000 27.000-1,-6.000 24.000-15,-1.000 17.000 16,8.000 7.000 0,9.000 1.000-16,9.000-5.000 15,4.000-12.000 1,5.000-16.000-16,4.000-18.000 16,-2.000-19.000-1,-4.000-13.000 1</inkml:trace>
  <inkml:trace contextRef="#ctx0" brushRef="#br0">19555.000 11664.000 0,'43.000'-5.000'0,"35.000"-1.000"16,28.000 0.000-1,17.000 5.000-15,9.000 3.000 16,-3.000 3.000 0,-7.000 1.000-16,-17.000 0.000 15,-18.000-2.000 1,-23.000-4.000-16,-23.000-5.000 16,-18.000-4.000-1</inkml:trace>
  <inkml:trace contextRef="#ctx0" brushRef="#br0">19942.000 10681.000 0,'0.000'0.000'0,"0.000"0.000"16,-7.000 32.000-16,-5.000 29.000 16,0.000 22.000-1,-5.000 10.000 1,0.000-2.000-16,-1.000-2.000 15,-6.000-14.000 1,3.000-16.000-16,6.000-19.000 16</inkml:trace>
  <inkml:trace contextRef="#ctx0" brushRef="#br0">19976.000 10955.000 0,'21.000'-13.000'0,"9.000"-3.000"15,-2.000 7.000 1,-8.000 6.000-16,-8.000 13.000 16,-8.000 7.000-1,-12.000 6.000-15,-10.000 1.000 16,-8.000 0.000-16,-3.000-4.000 15,0.000-3.000 1,-1.000-2.000-16,7.000-7.000 16,9.000-1.000-1,6.000 3.000-15,7.000 4.000 16,14.000 4.000 0,8.000 3.000-16,13.000-1.000 15,4.000 3.000 1,2.000-1.000-16,-7.000-5.000 15,-4.000-4.000 1,-8.000-7.000-16,-9.000-10.000 16,-4.000-4.000-1</inkml:trace>
  <inkml:trace contextRef="#ctx0" brushRef="#br0">20287.000 10785.000 0,'17.000'-6.000'0,"15.000"5.000"16,7.000 14.000-16,2.000 11.000 16,-2.000 18.000-1,2.000 9.000-15,-3.000 6.000 16,-7.000-2.000-1,-5.000-2.000-15,-11.000-9.000 16,-4.000-4.000 0,-7.000-11.000-16,-11.000-12.000 15,0.000-12.000 1</inkml:trace>
  <inkml:trace contextRef="#ctx0" brushRef="#br0">20505.000 10939.000 0,'0.000'0.000'0,"-26.000"50.000"16,-25.000 32.000 0,-9.000 12.000-16,1.000-16.000 15,14.000-22.000 1</inkml:trace>
  <inkml:trace contextRef="#ctx0" brushRef="#br0">20320.000 11749.000 0,'0.000'0.000'15,"0.000"0.000"-15,-6.000 33.000 16,-7.000 17.000 0,3.000 6.000-16,1.000 0.000 15,0.000-14.000 1</inkml:trace>
  <inkml:trace contextRef="#ctx0" brushRef="#br0">21531.000 11553.000 0,'-27.000'11.000'16,"-19.000"7.000"-16,-10.000 3.000 16,-3.000-1.000-1,1.000 3.000-15,5.000 0.000 16,12.000 0.000-1,15.000-3.000-15,10.000 1.000 16,15.000 5.000 0,16.000 2.000-16,19.000 1.000 15,16.000 3.000 1,7.000-1.000-16,2.000 2.000 16,-6.000-3.000-1,-3.000-1.000 1,-11.000-8.000-16,-6.000-15.000 15,-11.000-6.000-15</inkml:trace>
  <inkml:trace contextRef="#ctx0" brushRef="#br0">21977.000 11373.000 0,'13.000'63.000'16,"-1.000"36.000"0,-12.000 21.000-16,-10.000 7.000 15,-6.000-12.000 1,1.000-26.000-16</inkml:trace>
  <inkml:trace contextRef="#ctx0" brushRef="#br0">22414.000 12218.000 0,'0.000'0.000'16,"2.000"-16.000"0</inkml:trace>
  <inkml:trace contextRef="#ctx0" brushRef="#br0">24777.000 10921.000 0,'0.000'61.000'15,"2.000"44.000"1,-6.000 26.000-16,-3.000 7.000 15,-4.000 0.000 1,-3.000-10.000-16,-1.000-16.000 16,-3.000-16.000-1,2.000-22.000-15,1.000-21.000 16,3.000-19.000 0,1.000-26.000-16,0.000-24.000 15,4.000-7.000 1</inkml:trace>
  <inkml:trace contextRef="#ctx0" brushRef="#br0">24819.000 11509.000 0,'44.000'0.000'16,"15.000"1.000"-16,-9.000 6.000 15,-15.000 8.000-15,-18.000 9.000 16,-21.000 4.000 0,-18.000 7.000-16,-21.000 1.000 15,-14.000-4.000 1,-1.000-8.000-16,5.000-5.000 16,16.000-6.000-1,11.000-4.000-15,12.000-2.000 16,10.000 1.000-16,14.000 4.000 15,15.000 3.000 1,13.000 3.000-16,7.000 2.000 16,4.000-2.000-1,-2.000-2.000-15,-3.000-3.000 16,-5.000-7.000 0,-8.000-6.000-16,-4.000-14.000 15,-9.000-4.000 1</inkml:trace>
  <inkml:trace contextRef="#ctx0" brushRef="#br0">25214.000 11689.000 0,'19.000'28.000'16,"2.000"17.000"-16,-10.000 8.000 15,-11.000 1.000 1,-6.000-9.000-16,0.000-11.000 16,2.000-12.000-1,1.000-10.000-15,3.000-12.000 16,0.000-6.000 0,6.000-10.000-16,7.000-14.000 15,8.000-8.000 1,4.000 3.000-16,0.000 4.000 15,2.000 8.000-15,-3.000 9.000 16,1.000 11.000 0,-3.000 11.000-16,-5.000 14.000 15,-7.000 12.000 1,-9.000 7.000 0,-7.000 0.000-16,-3.000-3.000 15,0.000-7.000-15,2.000-13.000 16,2.000-7.000-1,5.000-11.000-15,0.000-5.000 16,6.000-18.000 0,7.000-15.000-16,8.000-14.000 15,7.000-5.000 1,3.000 1.000-16,4.000 9.000 16,0.000 12.000-1,-1.000 10.000-15,-2.000 12.000 16,-3.000 16.000-1,-3.000 16.000-15,-6.000 12.000 16,-8.000 13.000 0,-7.000 5.000-16,-5.000 1.000 15,-2.000-7.000 1,-2.000-5.000-16,1.000-10.000 16,3.000-28.000-16,6.000-1.000 15,3.000-11.000 1</inkml:trace>
  <inkml:trace contextRef="#ctx0" brushRef="#br0">26459.000 11169.000 0,'12.000'13.000'15,"-7.000"12.000"1,-22.000 6.000-16,-22.000 7.000 16,-19.000 3.000-1,-3.000 1.000-15,2.000 2.000 16,13.000-1.000-1,11.000-3.000-15,19.000-3.000 16,18.000-1.000 0,20.000-2.000-16,12.000-1.000 15,13.000-6.000 1,6.000-2.000-16,-2.000-5.000 16,-5.000-4.000-1,-6.000-10.000-15,-11.000-3.000 16</inkml:trace>
  <inkml:trace contextRef="#ctx0" brushRef="#br0">27501.000 11672.000 0,'64.000'66.000'0,"23.000"36.000"16,-10.000 8.000-1,-17.000 1.000-15,-17.000-8.000 16,-15.000-9.000 0,-13.000-15.000-1,-8.000-16.000-15,-10.000-19.000 16,-5.000-22.000 0,-1.000-26.000-1,0.000-10.000-15</inkml:trace>
  <inkml:trace contextRef="#ctx0" brushRef="#br0">27728.000 12057.000 0,'0.000'0.000'16,"-18.000"40.000"-1,-18.000 28.000-15,-12.000 8.000 16,0.000-1.000-1,2.000-8.000-15,5.000-14.000 16,10.000-17.000 0,10.000-21.000-16,14.000-20.000 15,6.000-6.000 1</inkml:trace>
  <inkml:trace contextRef="#ctx0" brushRef="#br0">27013.000 11509.000 0,'0.000'0.000'0,"36.000"-9.000"15,29.000-4.000 1,26.000 4.000-16,16.000 6.000 16,12.000 4.000-1,4.000 5.000-15,1.000 0.000 32,-9.000 0.000-32,-13.000-2.000 0,-21.000-8.000 15,-18.000-9.000 1,-18.000-3.000-16</inkml:trace>
  <inkml:trace contextRef="#ctx0" brushRef="#br0">27762.000 11084.000 0,'-9.000'-27.000'15,"-7.000"-14.000"1,-12.000 0.000-16,-13.000 9.000 16,-7.000 13.000-1,-3.000 19.000-15,2.000 15.000 16,2.000 19.000 0,12.000 14.000-16,14.000 12.000 15,15.000 6.000 1,14.000-6.000-16,14.000-11.000 15,13.000-15.000 1,8.000-19.000-16,6.000-22.000 16,8.000-24.000-1,1.000-22.000-15,-2.000-22.000 16,-6.000-17.000 0,-5.000-12.000-16,-9.000-9.000 15,-4.000-4.000 1,-4.000 9.000-16,-5.000 10.000 15,-6.000 16.000 1,-2.000 18.000-16,-7.000 20.000 16,-5.000 19.000-1,-3.000 25.000-15,-5.000 9.000 16,-11.000 29.000 0,0.000 26.000-16,0.000 22.000 15,5.000 13.000 1,1.000 5.000-1,2.000-4.000-15,4.000-3.000 16,2.000-12.000-16,5.000-13.000 16,6.000-17.000-1,5.000-15.000-15,12.000-20.000 16,-3.000-9.000 0</inkml:trace>
  <inkml:trace contextRef="#ctx0" brushRef="#br0">28444.000 11084.000 0,'-5.000'-16.000'0</inkml:trace>
  <inkml:trace contextRef="#ctx0" brushRef="#br0">4638.000 13029.000 0,'-10.000'11.000'0,"2.000"10.000"16,4.000 9.000-16,7.000 7.000 16,6.000 3.000-1,9.000 4.000 1,-1.000-1.000-16,3.000-3.000 15,-1.000-10.000-15,-7.000-10.000 16</inkml:trace>
  <inkml:trace contextRef="#ctx0" brushRef="#br0">5075.000 12995.000 0,'0.000'0.000'16,"9.000"10.000"-16,0.000 18.000 16,-14.000 13.000-1,-19.000 10.000 1,-17.000 0.000-16,-16.000-4.000 16,-7.000-6.000-16,11.000-15.000 15</inkml:trace>
  <inkml:trace contextRef="#ctx0" brushRef="#br0">4545.000 13515.000 0,'7.000'33.000'15,"2.000"19.000"1,11.000 5.000-16,-1.000-5.000 15,-1.000-7.000-15,-6.000-12.000 16,-2.000-16.000 0,-8.000-17.000-16,-7.000-17.000 15,-6.000-13.000 1,0.000 2.000-16</inkml:trace>
  <inkml:trace contextRef="#ctx0" brushRef="#br0">4587.000 13532.000 0,'0.000'0.000'0,"39.000"-20.000"15,28.000-7.000 1,19.000 4.000 0,4.000 7.000-16,-2.000 9.000 15,-9.000 11.000-15,-16.000 12.000 16,-16.000 15.000-1,-20.000 11.000-15,-25.000 10.000 16,-24.000 4.000 0,-20.000-3.000-16,-15.000-13.000 15,-10.000-16.000 1,11.000-10.000-16</inkml:trace>
  <inkml:trace contextRef="#ctx0" brushRef="#br0">4738.000 13583.000 0,'0.000'0.000'15,"28.000"-1.000"-15,11.000-2.000 16,6.000-1.000 0,2.000 0.000-16,-10.000 6.000 15,-9.000 4.000 1,-14.000 5.000-16,-20.000 8.000 15,-19.000 10.000 1,-24.000 6.000-16,-12.000 7.000 16,-3.000 2.000-1,7.000-5.000-15,16.000-10.000 16,16.000-11.000 0,15.000-8.000-16,20.000-6.000 15,22.000-8.000 1,14.000-8.000-16,13.000-7.000 15,4.000-2.000 1,-6.000-2.000-16,-11.000 4.000 16,-15.000 1.000-1,-12.000 2.000-15,-9.000 0.000 16,-15.000-4.000-16,-11.000-6.000 16,-7.000-2.000-1,-2.000-3.000 1,2.000 3.000-16,3.000 4.000 15,4.000 5.000-15,1.000 4.000 16,4.000 3.000 0,4.000 5.000-16,7.000 7.000 15,0.000 0.000 1,-1.000 13.000-16,5.000 20.000 16,7.000 24.000-1,-1.000 23.000-15,2.000 16.000 16,-3.000 10.000-1,-1.000-2.000-15,-1.000-11.000 16,-2.000-15.000 0,-5.000-23.000-16,-7.000-20.000 15,-4.000-18.000 1,-9.000-21.000-16,-3.000-16.000 16,-9.000-15.000-1,-10.000-10.000-15,-1.000-3.000 16,1.000 3.000-1,8.000 13.000-15,13.000 18.000 16,9.000 10.000 0,12.000 4.000-16,0.000 0.000 15,12.000-3.000-15,18.000-2.000 16,19.000-6.000 0,14.000-1.000-1,8.000-3.000-15,1.000 2.000 16,-4.000-1.000-16,-3.000 0.000 15,-9.000-5.000 1,-13.000-10.000-16,-8.000-15.000 16,-13.000 6.000-1</inkml:trace>
  <inkml:trace contextRef="#ctx0" brushRef="#br0">5437.000 13284.000 0,'9.000'12.000'16,"0.000"16.000"-16,-7.000 20.000 15,-9.000 15.000 1,-9.000 13.000-16,2.000-2.000 16,3.000-8.000-1,8.000-9.000-15,8.000-8.000 16,6.000-5.000-1,9.000-2.000-15,-4.000-2.000 16,1.000-2.000 0,-7.000-4.000-16,-10.000-7.000 15,-9.000-13.000 1,-5.000-20.000-16,2.000-5.000 16</inkml:trace>
  <inkml:trace contextRef="#ctx0" brushRef="#br0">5772.000 13029.000 0,'22.000'-14.000'16,"7.000"-3.000"-16,-4.000 4.000 15,-8.000 18.000 1,-7.000 21.000-16,-13.000 17.000 15,-7.000 10.000 1,3.000 3.000-16,5.000-3.000 16,10.000-5.000-1,7.000-5.000-15,6.000-4.000 16,4.000-2.000 0,2.000-3.000-16,-5.000 3.000 15,-5.000 0.000 1,-8.000-4.000-16,-18.000 1.000 15,-15.000-5.000 1,-17.000-7.000-16,-8.000-12.000 16,-8.000-15.000-1,-2.000-20.000-15,13.000-17.000 16,20.000-8.000 0,23.000 1.000-16,25.000 8.000 15,16.000 9.000 1,10.000 10.000-16,4.000 2.000 15,5.000 4.000-15,1.000 6.000 16,-1.000 5.000 0,-10.000 5.000-16,-10.000 5.000 15,-12.000 13.000 1,-19.000 13.000-16,-20.000 11.000 16,-16.000 7.000-1,-14.000-1.000-15,4.000-5.000 16,7.000-11.000-1,11.000-12.000-15,22.000-20.000 16,0.000 0.000 0,6.000 2.000-16,19.000-11.000 15,10.000-4.000 1,2.000-3.000-16,-4.000 3.000 16,-12.000 5.000-1,-7.000 10.000-15,-18.000 12.000 16,-14.000 16.000-1,-14.000 10.000-15,-4.000 1.000 16,4.000-4.000 0,7.000-6.000-16,14.000-10.000 15,13.000-7.000 1,12.000-9.000-16,11.000-3.000 16,5.000-2.000-16,4.000-4.000 15,-5.000-1.000 1,-7.000 3.000-16,-13.000 7.000 15,-18.000 13.000 1,-22.000 13.000-16,-21.000 9.000 16,-8.000 4.000-1,6.000 0.000-15,14.000-11.000 16,14.000-11.000 0,26.000-22.000-16,6.000 6.000 15,23.000-12.000 1,21.000-7.000-16,8.000-4.000 15,0.000 1.000 1,-6.000 2.000-16,-8.000 3.000 16,-13.000 0.000-1,-16.000-1.000-15,-16.000-7.000 16,-14.000-6.000 0,-12.000-4.000-16,-10.000-5.000 15,-6.000-3.000-15,5.000-3.000 16,13.000 4.000-1,15.000 11.000-15,10.000 9.000 16,3.000 7.000 0,3.000 7.000-16,5.000 14.000 15,6.000 17.000 1,-3.000 23.000 0,-3.000 24.000-16,-12.000 18.000 15,-11.000 5.000-15,0.000-8.000 16,-2.000-22.000-1,4.000-29.000-15,10.000-40.000 16,-6.000-2.000 0,3.000-36.000-16,-3.000-24.000 15,-8.000-15.000 1,-4.000-9.000-16,-10.000-4.000 16,-9.000 3.000-1,-5.000 12.000-15,-2.000 13.000 16,-2.000 15.000-1,6.000 19.000-15,4.000 15.000 16,1.000 22.000-16,5.000 23.000 16,9.000 29.000-1,11.000 22.000-15,15.000 13.000 16,18.000 1.000 0,12.000-10.000-1,14.000-19.000-15,10.000-19.000 16,7.000-24.000-1,4.000-26.000-15,-3.000-22.000 16,-4.000-18.000 0,-6.000-13.000-16,-16.000 7.000 15</inkml:trace>
  <inkml:trace contextRef="#ctx0" brushRef="#br0">6706.000 13046.000 0,'0.000'0.000'15,"-12.000"28.000"-15,-16.000 17.000 16,-9.000 5.000-1,0.000-10.000-15,9.000-9.000 16,18.000-13.000 0,18.000-8.000-16,19.000-5.000 15,10.000-3.000 1,0.000 1.000-16,-3.000 3.000 16,-7.000 3.000-1,-8.000 5.000-15,-14.000 9.000 16,-15.000 9.000-1,-20.000 8.000-15,-17.000 1.000 16,-5.000-2.000 0,-1.000-10.000-16,6.000-10.000 15,17.000-9.000 1,30.000-10.000-16,3.000 10.000 16,23.000 5.000-1,8.000 4.000-15,5.000 10.000 16,1.000 10.000-1,-3.000 12.000-15,-6.000 15.000 16,-12.000 11.000 0,-11.000 3.000-16,-11.000-6.000 15,-7.000-16.000 1,-6.000-24.000-16,3.000-36.000 16,1.000-12.000-1</inkml:trace>
  <inkml:trace contextRef="#ctx0" brushRef="#br0">6925.000 13157.000 0,'0.000'0.000'0,"9.000"50.000"15,-1.000 34.000 1,-9.000 25.000-16,-5.000 12.000 15,-5.000-1.000 1,-3.000-16.000 0,6.000-27.000-16,5.000-33.000 15,3.000-21.000-15</inkml:trace>
  <inkml:trace contextRef="#ctx0" brushRef="#br0">7025.000 13012.000 0,'32.000'-11.000'0,"18.000"-1.000"16,2.000 2.000-1,-1.000 6.000-15,-1.000 1.000 16,-7.000 7.000-1,-10.000 4.000-15,-11.000 5.000 16,-22.000 6.000 0,-21.000 10.000-16,-20.000 6.000 15,-17.000 6.000 1,-3.000 0.000-16,7.000-5.000 16,16.000-8.000-1,17.000-7.000-15,20.000-7.000 16,19.000-10.000-1,22.000-8.000-15,15.000-6.000 16,8.000 0.000 0,-4.000-1.000-16,-10.000 3.000 15,-14.000 4.000 1,-14.000 2.000-16,-13.000 7.000 16,-17.000 7.000-1,-12.000 10.000-15,-8.000 8.000 16,0.000 12.000-1,0.000 10.000-15,8.000 16.000 16,11.000 23.000 0,5.000 26.000-16,7.000 18.000 15,0.000 18.000 1,-7.000 4.000-16,-5.000-11.000 16,-3.000-26.000-1,-1.000-40.000-15,3.000-40.000 16,1.000-45.000-1,1.000-13.000-15</inkml:trace>
  <inkml:trace contextRef="#ctx0" brushRef="#br0">7934.000 12892.000 0,'0.000'0.000'0,"0.000"0.000"16,-30.000 36.000-16,-34.000 20.000 16,-22.000 3.000-1,-4.000-5.000-15,12.000-13.000 16,26.000-13.000-1,24.000-14.000-15,24.000-6.000 16,15.000-3.000 0,15.000 3.000-16,4.000 9.000 15,4.000 8.000 1,0.000 14.000-16,-4.000 12.000 16,-9.000 4.000-1,-8.000 0.000-15,-8.000-7.000 16,-8.000-6.000-1,-8.000-14.000-15,-2.000-23.000 16,5.000-8.000 0</inkml:trace>
  <inkml:trace contextRef="#ctx0" brushRef="#br0">7706.000 13122.000 0,'23.000'5.000'16,"10.000"-2.000"-16,3.000-1.000 16,-3.000 0.000-1,-1.000 1.000-15,-5.000 0.000 16,-2.000 1.000 0,-3.000 2.000-1,-2.000 0.000-15,0.000 6.000 16,-4.000 2.000-16,-2.000 9.000 15,-1.000 7.000 1,2.000 21.000-16,-7.000 20.000 16,-3.000 17.000-1,-4.000 14.000-15,-7.000 14.000 16,0.000 4.000 0,-2.000-7.000-1,-1.000-20.000-15,2.000-22.000 16,1.000-23.000-16,0.000-29.000 15,-1.000-25.000 1,-1.000-28.000-16,2.000-5.000 16</inkml:trace>
  <inkml:trace contextRef="#ctx0" brushRef="#br0">7749.000 13345.000 0,'0.000'0.000'16,"0.000"0.000"-16,25.000-4.000 15,14.000 1.000 1,1.000-2.000-16,-9.000 4.000 16,-9.000 7.000-1,-13.000 9.000-15,-20.000 12.000 16,-12.000 5.000-1,-8.000 3.000-15,-2.000-2.000 16,5.000-6.000 0,6.000-9.000-16,13.000-6.000 15,14.000-4.000 1,12.000-3.000-16,13.000-4.000 16,6.000-1.000-16,2.000 0.000 15,-4.000 2.000 1,-10.000 3.000-16,-7.000 2.000 15,-10.000 8.000 1,-18.000 15.000-16,-16.000 11.000 16,-13.000 6.000-1,-6.000 3.000 1,-1.000-5.000-16,5.000-11.000 16,7.000-18.000-16,10.000-20.000 15,19.000-25.000 1,14.000-20.000-16,4.000 3.000 15</inkml:trace>
  <inkml:trace contextRef="#ctx0" brushRef="#br0">7967.000 13473.000 0,'63.000'-8.000'16,"28.000"-6.000"-1,0.000-3.000-15,-9.000 4.000 16,-16.000 4.000-16,-15.000 1.000 15,-17.000 2.000 1,-17.000-1.000-16,-17.000-6.000 16,-15.000-3.000-1,-11.000 0.000-15,-1.000 2.000 16,5.000 3.000 0,8.000 4.000-16,6.000 5.000 15,8.000 14.000-15,8.000 16.000 16,6.000 22.000-1,3.000 23.000-15,2.000 11.000 16,-8.000 2.000 0,-9.000-6.000-1,-5.000-9.000-15,-6.000-12.000 16,-4.000-14.000 0,-4.000-15.000-16,-7.000-15.000 15,-5.000-15.000 1,0.000-16.000-16,3.000-15.000 15,7.000-10.000-15,12.000-3.000 16,13.000 4.000 0,15.000 8.000-16,5.000 9.000 15,8.000 3.000 1,3.000 2.000-16,4.000-1.000 16,-2.000-7.000-1,-8.000 5.000-15</inkml:trace>
  <inkml:trace contextRef="#ctx0" brushRef="#br0">8816.000 13345.000 0,'22.000'49.000'16,"-1.000"16.000"0,-9.000-12.000-16,-9.000-22.000 15,-3.000-16.000 1</inkml:trace>
  <inkml:trace contextRef="#ctx0" brushRef="#br0">8951.000 13370.000 0,'76.000'-4.000'0,"24.000"3.000"16,-9.000 5.000 0,-22.000 2.000-16,-24.000 1.000 15,-21.000 5.000 1,-21.000 6.000-16,-22.000 4.000 15,-22.000 4.000 1,-15.000 1.000-16,-7.000-3.000 16,0.000-3.000-1,12.000-7.000-15,18.000-2.000 16,14.000-6.000-16,19.000-6.000 16,9.000 2.000-1,22.000 1.000 1,17.000-1.000-16,4.000-5.000 15,1.000-1.000-15,-6.000-7.000 16,-8.000-2.000 0,-12.000-8.000-16,-14.000-5.000 15,-13.000-9.000 1,-13.000-5.000-16,-11.000-6.000 16,-12.000-6.000-1,-6.000 1.000-15,-3.000 0.000 16,4.000 4.000-1,8.000 8.000-15,10.000 10.000 16,9.000 13.000 0,7.000 9.000-16,4.000 19.000 15,8.000 28.000 1,4.000 35.000-16,4.000 36.000 16,-4.000 22.000-1,-6.000 16.000-15,-7.000-2.000 16,0.000-12.000-1,4.000-29.000-15,2.000-34.000 16</inkml:trace>
  <inkml:trace contextRef="#ctx0" brushRef="#br0">9708.000 13311.000 0,'12.000'34.000'0,"5.000"17.000"16,-5.000 1.000-1,-8.000-3.000-15,-8.000-16.000 16,-6.000-18.000 0,3.000-13.000-16</inkml:trace>
  <inkml:trace contextRef="#ctx0" brushRef="#br0">9708.000 13208.000 0,'0.000'0.000'16,"33.000"-7.000"-16,17.000 1.000 16,4.000 5.000-1,-3.000 7.000-15,-2.000 6.000 16,-11.000 8.000 0,-9.000 3.000-16,-20.000 5.000 15,-20.000 4.000 1,-22.000 3.000-16,-25.000 3.000 15,-26.000 1.000 1,-14.000 0.000 0,0.000-3.000-16,15.000-4.000 15,25.000-7.000 1,23.000-8.000-16,29.000-4.000 16,29.000-1.000-16,35.000-6.000 15,29.000-6.000 1,20.000-3.000-1,6.000 0.000-15,-6.000-1.000 16,-16.000-3.000 0,-21.000 1.000-16,-22.000-1.000 15,-27.000-9.000-15,-24.000-13.000 16,-23.000-10.000 0,-19.000-13.000-16,-13.000-6.000 15,-2.000-7.000 1,13.000 11.000-1</inkml:trace>
  <inkml:trace contextRef="#ctx0" brushRef="#br0">9767.000 12969.000 0,'22.000'38.000'0,"11.000"37.000"15,-1.000 28.000 1,-20.000 24.000-16,-22.000 11.000 15,-22.000-4.000 1,-13.000-20.000-16,-6.000-28.000 16,3.000-38.000-1,15.000-38.000-15,12.000-16.000 16</inkml:trace>
  <inkml:trace contextRef="#ctx0" brushRef="#br0">9843.000 13626.000 0,'49.000'50.000'0,"19.000"25.000"16,-6.000 11.000-1,-17.000-8.000-15,-17.000-9.000 16,-15.000-19.000 0,-8.000-27.000-16,-3.000-32.000 15,-2.000-10.000 1</inkml:trace>
  <inkml:trace contextRef="#ctx0" brushRef="#br0">10322.000 13465.000 0,'0.000'0.000'0,"12.000"33.000"16,3.000 14.000-1,-4.000 4.000-15,-5.000-8.000 16,-5.000-13.000 0,-3.000-14.000-16,-6.000-19.000 15,-1.000-26.000 1,6.000-24.000-16,9.000-15.000 16,5.000 1.000-1,3.000 11.000-15,5.000 11.000 16,0.000 13.000-1,5.000 7.000-15,3.000 13.000 16,2.000 13.000 0,0.000 24.000-16,-2.000 23.000 15,-7.000 13.000 1,-10.000 4.000-16,-8.000 0.000 16,-6.000-7.000-1,-3.000-11.000-15,-4.000-12.000 16,0.000-14.000-1,-2.000-15.000-15,-2.000-17.000 16,-4.000-20.000 0,7.000-15.000-16,6.000-13.000 15,10.000 0.000 1,8.000 4.000-16,7.000 10.000 16,1.000 13.000-1,2.000 9.000-15,1.000 10.000 16,-2.000 13.000-1,1.000 19.000-15,-1.000 18.000 16,-9.000 19.000 0,-4.000 2.000-16,-3.000-2.000 15,-5.000-12.000 1,-1.000-12.000-16,-1.000-14.000 16,2.000-18.000-1,2.000 0.000-15,1.000-26.000 16,9.000-25.000-1,8.000-20.000-15,3.000-9.000 16,6.000-6.000 0,2.000 4.000-16,2.000 9.000 15,-3.000 14.000 1,-1.000 14.000-16,-2.000 16.000 16,-1.000 14.000-1,2.000 21.000-15,2.000 28.000 16,0.000 30.000-1,-6.000 37.000-15,-8.000 32.000 16,-8.000 21.000 0,-2.000 16.000-16,-3.000 3.000 15,0.000-4.000 1,-2.000-18.000-16,-3.000-30.000 16,-2.000-37.000-1,1.000-39.000 1,-1.000-38.000-16,-2.000-36.000 15,-5.000-33.000-15,-3.000-29.000 16,-4.000-30.000 0,-8.000-23.000-16,-4.000-8.000 15,-4.000 4.000 1,7.000 16.000-16,5.000 26.000 16,9.000 34.000-1,10.000 41.000-15,3.000 31.000 16,5.000-5.000-1,7.000 19.000-15,4.000 16.000 16,1.000 10.000 0,-2.000 2.000-16,-10.000-1.000 15,-5.000-8.000 1,0.000-33.000-16,4.000 4.000 16,0.000-12.000-1</inkml:trace>
  <inkml:trace contextRef="#ctx0" brushRef="#br0">11246.000 13216.000 0,'0.000'0.000'16,"0.000"0.000"-16,-1.000 35.000 15,-12.000 22.000 1,-11.000 7.000-16,-2.000-6.000 15,7.000-12.000 1,13.000-8.000-16,14.000-7.000 16,16.000 0.000-1,10.000 3.000-15,6.000 6.000 16,-6.000-1.000 0,-8.000-5.000-16,-18.000-3.000 15,-14.000-9.000 1,-15.000-19.000-16,-5.000-28.000 15,-1.000-29.000 1,11.000-30.000 0,9.000 7.000-16</inkml:trace>
  <inkml:trace contextRef="#ctx0" brushRef="#br0">11583.000 13114.000 0,'0.000'0.000'15,"0.000"27.000"1,-6.000 16.000-16,-8.000 2.000 16,-2.000-5.000-1,7.000-9.000-15,11.000-8.000 16,20.000-1.000 0,21.000-8.000-16,13.000-2.000 15,8.000 4.000 1,-4.000 2.000-16,-12.000 10.000 15,-20.000 12.000 1,-25.000 13.000-16,-23.000 9.000 16,-24.000 1.000-1,-17.000-11.000-15,-9.000-8.000 16,-5.000-20.000 0,9.000-24.000-16,18.000-8.000 15</inkml:trace>
  <inkml:trace contextRef="#ctx0" brushRef="#br0">11575.000 13566.000 0,'40.000'32.000'16,"21.000"20.000"0,2.000 6.000-16,-12.000-3.000 15,-16.000-7.000 1,-10.000-11.000-16,-10.000-14.000 15</inkml:trace>
  <inkml:trace contextRef="#ctx0" brushRef="#br0">11927.000 13216.000 0,'37.000'-7.000'16,"22.000"-2.000"-16,7.000-2.000 16,1.000 0.000-1,-1.000 5.000-15,-4.000 2.000 16,-6.000-2.000 0,-7.000-5.000-16,-13.000-2.000 15</inkml:trace>
  <inkml:trace contextRef="#ctx0" brushRef="#br0">12122.000 13284.000 0,'-10.000'59.000'0,"-3.000"31.000"15,-7.000 7.000 1,3.000-2.000-16,3.000-12.000 15,11.000-15.000 1,16.000-12.000-16,10.000-9.000 16,16.000-10.000-1,11.000-12.000-15,13.000-9.000 16,4.000-15.000 0,-5.000-13.000-16,-6.000-15.000 15,-5.000-10.000 1,-14.000 2.000-16</inkml:trace>
  <inkml:trace contextRef="#ctx0" brushRef="#br0">12541.000 13447.000 0,'0.000'0.000'15,"0.000"0.000"-15,-20.000 35.000 16,-21.000 23.000-1,-15.000 3.000 1,-11.000-10.000-16,-3.000-16.000 16,4.000-22.000-16,12.000-26.000 15,19.000-5.000 1</inkml:trace>
  <inkml:trace contextRef="#ctx0" brushRef="#br0">12146.000 13303.000 0,'56.000'57.000'0,"23.000"33.000"15,-3.000 10.000 1,-13.000-4.000-16,-9.000-7.000 16,-7.000-22.000-1,-13.000-23.000-15</inkml:trace>
  <inkml:trace contextRef="#ctx0" brushRef="#br0">12852.000 13925.000 0,'0.000'0.000'0,"0.000"0.000"16,0.000 0.000-1</inkml:trace>
  <inkml:trace contextRef="#ctx0" brushRef="#br0">13181.000 13114.000 0,'0.000'0.000'15,"18.000"27.000"1,8.000 12.000-16,4.000 2.000 16,-6.000-11.000-1,-6.000-12.000-15</inkml:trace>
  <inkml:trace contextRef="#ctx0" brushRef="#br0">13214.000 13037.000 0,'0.000'0.000'0,"34.000"-19.000"15,31.000-10.000 1,21.000 2.000-16,10.000 9.000 16,-1.000 11.000-1,-7.000 9.000 1,-16.000 9.000-16,-15.000 10.000 16,-20.000 8.000-1,-21.000 7.000-15,-20.000 8.000 16,-21.000 3.000-1,-16.000-9.000-15,-14.000-12.000 16,7.000-10.000 0</inkml:trace>
  <inkml:trace contextRef="#ctx0" brushRef="#br0">13383.000 13114.000 0,'0.000'0.000'0,"0.000"0.000"16,20.000-4.000-16,14.000-3.000 16,-1.000 4.000-1,-2.000 0.000-15,-10.000 1.000 16</inkml:trace>
  <inkml:trace contextRef="#ctx0" brushRef="#br0">13374.000 13225.000 0,'0.000'0.000'0,"0.000"0.000"15,35.000-4.000 1,16.000-5.000 0,3.000 1.000-16,-9.000 0.000 15,-11.000 5.000-15,-11.000 2.000 16,-23.000 1.000-1,-3.000 3.000-15,-26.000 3.000 16,-15.000 5.000 0,1.000-1.000-16</inkml:trace>
  <inkml:trace contextRef="#ctx0" brushRef="#br0">12929.000 13438.000 0,'88.000'-16.000'0,"50.000"-6.000"15,16.000-2.000-15,-7.000 1.000 16,-15.000 4.000 0,-14.000 8.000-16,-20.000 6.000 15,-22.000 3.000 1,-24.000 4.000-16,-25.000 0.000 15,-25.000 0.000 1,-23.000-4.000-16,-5.000 0.000 16</inkml:trace>
  <inkml:trace contextRef="#ctx0" brushRef="#br0">13206.000 13482.000 0,'0.000'0.000'16,"9.000"27.000"-1,4.000 14.000-15,-2.000-3.000 16,-2.000-6.000-16,-2.000-11.000 16,0.000-15.000-1,0.000-12.000-15,2.000-11.000 16,0.000-3.000-1,6.000 4.000-15,0.000 12.000 16,-2.000 6.000 0,-4.000 7.000-16,-2.000 10.000 15,3.000 13.000 1,-4.000 13.000-16,-3.000 12.000 16,-3.000 8.000-1,-3.000 4.000-15,-2.000-6.000 16,-5.000-11.000-1,3.000-12.000-15,0.000-13.000 16,0.000-16.000 0,-2.000-15.000-16,-1.000-17.000 15,0.000-18.000 1,-2.000-15.000-16,6.000-13.000 16,11.000-2.000-1,9.000 1.000-15,6.000 11.000 16,10.000 7.000-1,11.000 14.000-15,6.000 16.000 16,4.000 13.000 0,-4.000 15.000-16,-5.000 16.000 15,-9.000 7.000 1,-17.000 10.000-16,-16.000 7.000 16,-14.000 0.000-1,-16.000-8.000-15,-8.000-8.000 16,-6.000-15.000-1,5.000-17.000-15,12.000-13.000 16,15.000-6.000 0,14.000-6.000-16,14.000 2.000 15,11.000 6.000 1,11.000 10.000 0,6.000 7.000-16,-1.000 8.000 15,1.000 9.000 1,-6.000 3.000-16,-8.000 3.000 15,-6.000-7.000 1,-6.000-13.000-16,-2.000-20.000 16,-5.000-5.000-16</inkml:trace>
  <inkml:trace contextRef="#ctx0" brushRef="#br0">14206.000 12952.000 0,'0.000'0.000'0,"23.000"2.000"16,4.000 5.000 0,-10.000 8.000-1,-11.000 0.000-15,-9.000-2.000 16</inkml:trace>
  <inkml:trace contextRef="#ctx0" brushRef="#br0">14291.000 13139.000 0,'33.000'-4.000'0,"22.000"-3.000"15,-2.000-1.000 1,-10.000 6.000-16,-12.000 5.000 15,-12.000 8.000-15,-20.000 8.000 16,-18.000 8.000 0,-12.000 4.000-1,-5.000 1.000-15,7.000-4.000 16,8.000-4.000 0,12.000-3.000-16,15.000 1.000 15,13.000-1.000-15,9.000-3.000 16,2.000-1.000-1,-5.000-2.000-15,-7.000-3.000 16,-13.000 1.000 0,-18.000 1.000-16,-21.000 0.000 15,1.000-2.000 1</inkml:trace>
  <inkml:trace contextRef="#ctx0" brushRef="#br0">13988.000 13685.000 0,'26.000'47.000'15,"8.000"8.000"1,-6.000-9.000-16,-7.000-13.000 16,-9.000-13.000-1,-5.000-16.000-15,-2.000-14.000 16,-3.000-13.000-1,0.000-12.000-15,7.000-5.000 16,7.000-2.000 0,9.000 0.000-16,6.000 1.000 15,11.000 5.000 1,8.000 9.000-16,11.000 10.000 16,9.000 11.000-1,2.000 15.000-15,-3.000 17.000 16,-7.000 11.000-1,-12.000 10.000-15,-19.000 8.000 16,-20.000-3.000 0,-17.000 1.000-1,-17.000-6.000-15,-11.000-11.000 16,-11.000-11.000-16,-4.000-17.000 16,-1.000-13.000-1,7.000-17.000-15,11.000-14.000 16,17.000-6.000-1,19.000 0.000-15,13.000 3.000 16,12.000 11.000 0,3.000 10.000-16,0.000 12.000 15,-4.000 10.000 1,-6.000 11.000 0,-14.000 9.000-16,-14.000 7.000 15,-14.000-1.000-15,-8.000-9.000 16,-3.000-11.000-1,8.000-23.000 1,7.000-7.000-16</inkml:trace>
  <inkml:trace contextRef="#ctx0" brushRef="#br0">14972.000 13311.000 0,'0.000'0.000'0,"-8.000"23.000"16,-6.000 9.000-1,2.000 0.000 1,5.000-3.000-16,7.000-1.000 16,9.000-6.000-1,6.000 1.000-15,2.000 2.000 16,-3.000 3.000-16,-3.000 2.000 15,-5.000 5.000 1,-9.000-3.000-16,-12.000-5.000 16,-10.000-8.000-1,-5.000-25.000-15,2.000-26.000 16,5.000-5.000 0</inkml:trace>
  <inkml:trace contextRef="#ctx0" brushRef="#br0">15064.000 12935.000 0,'27.000'45.000'0,"10.000"39.000"15,-5.000 30.000-15,-14.000 28.000 16,-13.000 15.000-1,-6.000 5.000-15,-5.000-12.000 16,-1.000-24.000 0,-3.000-37.000-1,0.000-33.000-15,-1.000-43.000 16,2.000-39.000-16,4.000-8.000 16</inkml:trace>
  <inkml:trace contextRef="#ctx0" brushRef="#br0">15233.000 13139.000 0,'33.000'-9.000'16,"19.000"1.000"-1,3.000 2.000-15,-7.000 9.000 16,-8.000 13.000-1,-16.000 11.000-15,-16.000 12.000 16,-17.000 7.000 0,-13.000 7.000-16,-8.000-5.000 15,0.000-5.000 1,6.000-11.000-16,9.000-7.000 16,14.000-2.000-1,15.000-4.000-15,15.000 2.000 16,10.000 0.000-1,3.000 1.000-15,-1.000 1.000 16,-9.000 1.000 0,-9.000 5.000-16,-15.000 5.000 15,-18.000 7.000-15,-22.000 2.000 16,-16.000-2.000 0,-10.000-8.000-1,-6.000-11.000-15,2.000-12.000 16,11.000-11.000-1,14.000-8.000-15,16.000-5.000 16,14.000-3.000 0,16.000 0.000-16,9.000 5.000 15,12.000 5.000 1,10.000 9.000-16,4.000 9.000 16,2.000 10.000-1,-2.000 5.000-15,-1.000 5.000 16,-4.000-2.000-1,-5.000-5.000-15,-7.000-5.000 16,-6.000-9.000 0,-5.000-10.000-16,-7.000-24.000 15,-1.000-22.000 1,-1.000 2.000-16</inkml:trace>
  <inkml:trace contextRef="#ctx0" brushRef="#br0">15771.000 13328.000 0,'0.000'0.000'15,"19.000"13.000"-15,2.000 8.000 16,-4.000 11.000 0,-14.000 4.000-16,-6.000-6.000 15</inkml:trace>
  <inkml:trace contextRef="#ctx0" brushRef="#br0">15737.000 13728.000 0,'29.000'-19.000'16,"10.000"-25.000"-16,5.000-25.000 15,-3.000-20.000 1,-5.000-9.000-16,-4.000 3.000 15,-5.000 13.000 1,-5.000 22.000-16,-7.000 21.000 16,-6.000 16.000-1,-4.000 9.000-15,-5.000 14.000 16,0.000 0.000 0,6.000-1.000-16,7.000 10.000 15,10.000 17.000-15,6.000 12.000 16,8.000 6.000-1,1.000 10.000-15,1.000-2.000 16,-7.000-8.000 0,-7.000-1.000-16,-13.000-8.000 15,-9.000-6.000 1,-13.000-11.000-16,-12.000-16.000 16,0.000-8.000-1</inkml:trace>
  <inkml:trace contextRef="#ctx0" brushRef="#br0">16115.000 13455.000 0,'-4.000'50.000'16,"-17.000"25.000"-1,-16.000 9.000-15,-10.000-8.000 16,-2.000-10.000-1,7.000-20.000-15,10.000-16.000 16</inkml:trace>
  <inkml:trace contextRef="#ctx0" brushRef="#br0">16107.000 13813.000 0,'44.000'40.000'0,"15.000"14.000"16,-6.000-2.000 0,-15.000-11.000-16,-8.000-20.000 15,-10.000-12.000 1</inkml:trace>
  <inkml:trace contextRef="#ctx0" brushRef="#br0">16645.000 13455.000 0,'19.000'5.000'16,"2.000"1.000"-16,-12.000 3.000 15,-8.000-2.000 1</inkml:trace>
  <inkml:trace contextRef="#ctx0" brushRef="#br0">16729.000 13779.000 0,'21.000'22.000'0,"1.000"3.000"15,-8.000-6.000-15</inkml:trace>
  <inkml:trace contextRef="#ctx0" brushRef="#br0">17797.000 13268.000 0,'0.000'0.000'0,"0.000"0.000"15,0.000 0.000-15,-8.000 35.000 16,-11.000 22.000 0,-12.000 10.000-16,-3.000 1.000 15,-2.000-6.000 1,1.000-11.000-16,5.000-13.000 15,10.000-12.000 1,10.000-13.000-16,10.000-13.000 16,8.000-6.000-1,16.000-14.000-15,13.000-4.000 16,4.000 3.000 0,-2.000 4.000-16,-4.000 8.000 15,-7.000 9.000 1,-8.000 13.000-16,-12.000 9.000 15,-11.000 10.000 1,-7.000 6.000-16,-7.000-1.000 16,-4.000 1.000-1,-1.000-8.000-15,2.000-7.000 16,8.000-12.000 0,6.000-13.000-16,10.000-15.000 15,10.000-14.000 1,13.000-11.000-16,8.000-5.000 15,8.000-2.000 1,0.000 5.000-16,-4.000 10.000 16,-6.000 13.000-1,-10.000 9.000-15,-5.000 11.000 16,-6.000 14.000 0,-7.000 7.000-16,-6.000 11.000 15,-8.000 3.000 1,-2.000 1.000-16,1.000-9.000 15,3.000-8.000 1,3.000-8.000-16,4.000-10.000 16,6.000-4.000-16,9.000-13.000 15,5.000-8.000 1,2.000-6.000-16,2.000 4.000 16,-2.000 6.000-1,-5.000 7.000-15,-3.000 9.000 16,-5.000 8.000-1,-3.000 9.000-15,-4.000 8.000 16,-4.000 9.000 0,-2.000 1.000-16,0.000-1.000 15,-2.000 0.000 1,3.000-8.000-16,4.000-5.000 16,-1.000-16.000-1,3.000 1.000-15,10.000-13.000 16,7.000-11.000-16,1.000-4.000 15,6.000-1.000 1,0.000-2.000-16,-2.000 7.000 16,-2.000 5.000-1,-2.000 9.000-15,2.000 3.000 16,-1.000 9.000 0,-5.000 9.000-16,-2.000 5.000 15,-3.000 6.000 1,-5.000 2.000-16,-5.000 0.000 15,-3.000-8.000 1,-4.000-15.000-16,1.000-6.000 16</inkml:trace>
  <inkml:trace contextRef="#ctx0" brushRef="#br0">18150.000 13353.000 0,'0.000'0.000'0,"0.000"0.000"16,0.000 0.000-16</inkml:trace>
  <inkml:trace contextRef="#ctx0" brushRef="#br0">18571.000 13319.000 0,'2.000'28.000'15,"1.000"21.000"1,-1.000 5.000-16,1.000-4.000 15,4.000-9.000 1,5.000-10.000-16,10.000-11.000 16,6.000-11.000-1,6.000-13.000-15,5.000-10.000 16,1.000-11.000 0,3.000-7.000-16,-4.000-4.000 15,-8.000-3.000 1,-8.000 0.000-16,-8.000-2.000 15,-7.000 0.000 1,-14.000 2.000-16,-10.000 9.000 16,-4.000 8.000-1,-1.000 12.000-15,-1.000 9.000 16,1.000 12.000 0,-1.000 15.000-16,0.000 17.000 15,2.000 23.000 1,3.000 19.000-16,2.000 19.000 15,-2.000 18.000 1,-4.000 9.000-16,1.000 3.000 16,1.000-11.000-1,4.000-17.000-15,5.000-24.000 16,0.000-28.000 0,2.000-35.000-16,4.000-16.000 15</inkml:trace>
  <inkml:trace contextRef="#ctx0" brushRef="#br0">19159.000 13507.000 0,'56.000'-17.000'16,"21.000"-1.000"-16,-4.000 1.000 16,-11.000 8.000-1,-15.000 2.000-15,-12.000 7.000 16,-13.000 7.000-1,-22.000-7.000-15,6.000 5.000 16</inkml:trace>
  <inkml:trace contextRef="#ctx0" brushRef="#br0">19109.000 13711.000 0,'0.000'0.000'0,"41.000"0.000"16,22.000-4.000-16,5.000-8.000 15,-12.000 0.000 1</inkml:trace>
  <inkml:trace contextRef="#ctx0" brushRef="#br0">20480.000 13993.000 0,'0.000'0.000'0,"-16.000"-14.000"16,-8.000-1.000-16,-8.000 13.000 16,-7.000 15.000-1,0.000 20.000 1,1.000 19.000-16,2.000 15.000 15,7.000 6.000 1,10.000-2.000-16,13.000-10.000 16,10.000-15.000-16,12.000-16.000 15,5.000-15.000 1,7.000-19.000-16,5.000-15.000 16,1.000-18.000-1,-3.000-16.000-15,1.000-17.000 16,-2.000-12.000-1,-2.000-12.000-15,2.000-5.000 16,-2.000 2.000 0,1.000 4.000-16,-4.000 9.000 15,-4.000 15.000 1,-8.000 18.000 0,-5.000 15.000-16,-3.000 17.000 15,-5.000 18.000-15,-10.000 25.000 16,-8.000 26.000-1,-9.000 26.000 1,3.000 18.000-16,3.000 5.000 16,10.000-2.000-16,10.000-4.000 15,6.000-11.000 1,8.000-14.000-16,5.000-14.000 16,4.000-16.000-1,3.000-21.000-15,-8.000-12.000 16</inkml:trace>
  <inkml:trace contextRef="#ctx0" brushRef="#br0">19866.000 13438.000 0,'0.000'0.000'16,"39.000"-4.000"-1,31.000-3.000-15,26.000-1.000 16,21.000 3.000 0,16.000 2.000-1,5.000-1.000 1,4.000 2.000-16,-4.000 2.000 0,-10.000 0.000 16,-18.000 4.000-1,-22.000 1.000-15,-22.000-3.000 16,-25.000-11.000-1,-17.000-2.000-15</inkml:trace>
  <inkml:trace contextRef="#ctx0" brushRef="#br0">20269.000 12722.000 0,'0.000'0.000'15,"0.000"0.000"-15,-8.000 40.000 16,-5.000 32.000 0,0.000 15.000-16,-3.000 3.000 15,-5.000-6.000 1,2.000-11.000-16,4.000-15.000 16,4.000-20.000-1,11.000-38.000-15,-4.000 15.000 16</inkml:trace>
  <inkml:trace contextRef="#ctx0" brushRef="#br0">20261.000 12995.000 0,'16.000'-11.000'16,"5.000"2.000"-16,4.000 1.000 15,5.000 11.000 1,-3.000 6.000-16,-2.000 5.000 16,-8.000 4.000-1,-8.000 1.000 1,-9.000 2.000-16,-8.000-3.000 16,-9.000-3.000-16,-10.000 1.000 15,-6.000-2.000 1,-5.000-1.000-16,4.000-2.000 15,8.000-1.000 1,8.000-1.000-16,11.000 2.000 16,12.000-2.000-1,13.000 1.000-15,14.000-4.000 16,8.000-1.000 0,4.000 0.000-16,-2.000-3.000 15,-4.000-2.000 1,-6.000-4.000-16,-12.000-2.000 15</inkml:trace>
  <inkml:trace contextRef="#ctx0" brushRef="#br0">20614.000 12840.000 0,'30.000'-6.000'0,"15.000"2.000"15,1.000 6.000-15,-2.000 6.000 16,-1.000 7.000 0,-2.000 7.000-16,0.000 5.000 15,-5.000 6.000 1,-4.000 6.000-16,-5.000 4.000 15,-10.000 4.000 1,-7.000 2.000-16,-9.000-4.000 16,-6.000-8.000-1,-8.000-15.000-15,3.000-19.000 16,2.000-7.000 0</inkml:trace>
  <inkml:trace contextRef="#ctx0" brushRef="#br0">20934.000 12978.000 0,'0.000'0.000'0,"-29.000"36.000"16,-21.000 27.000-16,-11.000 15.000 15,-5.000-10.000 1,12.000-19.000-16</inkml:trace>
  <inkml:trace contextRef="#ctx0" brushRef="#br0">21909.000 13268.000 0,'0.000'0.000'16,"0.000"0.000"-16,-38.000 15.000 15,-26.000 10.000 1,-14.000 8.000-16,2.000 1.000 16,11.000-2.000-1,14.000-4.000 1,15.000 3.000-16,19.000 1.000 15,17.000 7.000-15,17.000 2.000 16,15.000 3.000 0,12.000 0.000-1,7.000-1.000-15,5.000-7.000 16,-10.000-10.000 0</inkml:trace>
  <inkml:trace contextRef="#ctx0" brushRef="#br0">22582.000 13166.000 0,'0.000'0.000'16,"-8.000"24.000"-16,-16.000 18.000 16,-11.000 10.000-1,-9.000-1.000-15,-3.000-6.000 16,6.000-7.000 0,10.000-13.000-1,11.000-7.000-15,20.000-18.000 16,-1.000 8.000-16,16.000-2.000 15,6.000-1.000 1,6.000 2.000 0,1.000 4.000-16,-3.000 6.000 15,-10.000 5.000-15,-8.000 9.000 16,-12.000 3.000 0,-11.000 3.000-16,-9.000 0.000 15,0.000-6.000 1,7.000-11.000-16,3.000-8.000 15,11.000-12.000-15,11.000-12.000 16,13.000-10.000 0,11.000-10.000-16,12.000-7.000 15,7.000 2.000 1,-1.000 5.000-16,-3.000 7.000 16,-8.000 8.000-1,-8.000 8.000-15,-6.000 10.000 16,-8.000 11.000-1,-10.000 9.000 1,-7.000 8.000-16,-8.000 6.000 16,-1.000-3.000-16,1.000-7.000 15,2.000-11.000 1,7.000-14.000-16,0.000 0.000 16,8.000-6.000-1,9.000-13.000-15,8.000-7.000 16,3.000-6.000-1,3.000 0.000-15,1.000 3.000 16,-5.000 6.000 0,-2.000 10.000-16,-7.000 4.000 15,-4.000 8.000 1,-2.000 6.000-16,-4.000 13.000 16,-9.000 8.000-1,-8.000 4.000-15,-1.000-1.000 16,1.000-6.000-16,4.000-7.000 15,4.000-6.000 1,1.000-10.000 0,7.000 0.000-16,7.000-9.000 15,8.000-8.000-15,2.000-5.000 16,0.000 0.000 0,-1.000 5.000-16,-4.000-1.000 15,-2.000 6.000 1,0.000 7.000-16,-5.000 5.000 15,1.000 9.000-15,-3.000 6.000 16,-1.000 8.000 0,-3.000 2.000-1,1.000-1.000-15,0.000-5.000 16,0.000-4.000-16,-1.000-5.000 16,2.000-13.000-1,-3.000-11.000-15,-3.000-3.000 16</inkml:trace>
  <inkml:trace contextRef="#ctx0" brushRef="#br0">22877.000 13293.000 0,'0.000'0.000'16,"0.000"0.000"-16,0.000 0.000 16,0.000 0.000-1</inkml:trace>
  <inkml:trace contextRef="#ctx0" brushRef="#br0">23381.000 13319.000 0,'18.000'31.000'16,"6.000"12.000"-16,1.000-1.000 16,2.000-4.000-1,4.000-9.000-15,3.000-15.000 16,7.000-14.000-1,5.000-13.000-15,1.000-10.000 16,-2.000-9.000 0,-6.000-7.000-16,-8.000-8.000 15,-7.000-3.000 1,-14.000 0.000 0,-15.000 3.000-16,-9.000 5.000 15,-9.000 13.000-15,-4.000 11.000 16,-3.000 15.000-1,-3.000 17.000-15,0.000 17.000 16,-1.000 22.000 0,0.000 26.000-16,0.000 22.000 15,1.000 21.000 1,4.000 10.000-16,3.000 3.000 16,9.000-10.000-1,4.000-17.000-15,3.000-21.000 16,2.000-27.000-1,3.000-29.000-15,5.000-34.000 16,2.000-11.000 0</inkml:trace>
  <inkml:trace contextRef="#ctx0" brushRef="#br0">23734.000 13728.000 0,'-7.000'65.000'0,"-13.000"30.000"16,-9.000-4.000-1,3.000-25.000-15</inkml:trace>
  <inkml:trace contextRef="#ctx0" brushRef="#br0">24045.000 13498.000 0,'0.000'0.000'0,"0.000"0.000"15,0.000 0.000 1,7.000-16.000-16,8.000-5.000 15,16.000 1.000 1,13.000 8.000-16,6.000 3.000 16,2.000 5.000-1,-2.000 3.000-15,-4.000 0.000 16,-7.000 3.000 0,-8.000 2.000-16,-6.000 1.000 15,-13.000-8.000 1,-8.000-1.000-16</inkml:trace>
  <inkml:trace contextRef="#ctx0" brushRef="#br0">24045.000 13695.000 0,'0.000'0.000'16,"34.000"3.000"-1,23.000 4.000-15,5.000 2.000 16,2.000-1.000-16,-1.000-2.000 16,-4.000-6.000-1,-15.000-1.000-15</inkml:trace>
  <inkml:trace contextRef="#ctx0" brushRef="#br0">25298.000 13857.000 0,'0.000'0.000'0,"0.000"0.000"16,-19.000-9.000 0,-11.000 4.000-16,-9.000 14.000 15,1.000 19.000 1,1.000 17.000-16,4.000 13.000 16,2.000 7.000-1,7.000 6.000 1,8.000-6.000-16,10.000-5.000 15,7.000-10.000-15,8.000-13.000 16,5.000-16.000 0,5.000-15.000-1,6.000-16.000-15,4.000-15.000 16,-1.000-12.000-16,3.000-13.000 16,-3.000-7.000-1,-4.000-2.000-15,-3.000 7.000 16,-3.000 7.000-1,-7.000 18.000-15,-2.000 10.000 16,-5.000 7.000 0,-4.000 10.000-16,0.000 0.000 15,3.000 3.000-15,1.000 12.000 16,4.000 11.000 0,7.000 11.000-16,8.000 7.000 15,5.000 2.000 1,4.000 1.000-16,1.000-9.000 15,-1.000-6.000 1,-4.000-13.000-16,-6.000-17.000 16,-6.000-16.000-1,-12.000-12.000 1,-5.000 1.000-16</inkml:trace>
  <inkml:trace contextRef="#ctx0" brushRef="#br0">24835.000 13601.000 0,'0.000'0.000'0,"27.000"-11.000"16,25.000-4.000-16,20.000 0.000 15,13.000 6.000-15,9.000 6.000 16,-3.000 7.000 0,-6.000 5.000-1,-10.000 3.000-15,-13.000-1.000 16,-14.000-9.000-16,-15.000-3.000 15</inkml:trace>
  <inkml:trace contextRef="#ctx0" brushRef="#br0">25004.000 13012.000 0,'0.000'0.000'0,"4.000"-15.000"0,4.000-9.000 15,5.000 2.000 1,3.000 3.000-16,5.000 1.000 16,-1.000 8.000-1,1.000 4.000-15,-1.000 5.000 16,1.000 7.000 0,3.000 6.000-16,-2.000 10.000 15,-1.000 13.000 1,-4.000 11.000-16,-2.000 10.000 15,-4.000 5.000 1,-2.000 1.000-16,0.000-4.000 16,-4.000-6.000-1,-3.000-4.000-15,-2.000-10.000 16,3.000-10.000 0,-3.000-10.000-16,0.000-18.000 15,-5.000-5.000 1,1.000-8.000-16</inkml:trace>
  <inkml:trace contextRef="#ctx0" brushRef="#br0">25197.000 13114.000 0,'0.000'0.000'16,"0.000"0.000"0,-8.000 27.000-16,-11.000 21.000 15,-8.000 10.000 1,-5.000 0.000-16,-6.000-10.000 16,6.000-13.000-1</inkml:trace>
  <inkml:trace contextRef="#ctx0" brushRef="#br0">26787.000 13941.000 0,'0.000'0.000'16,"0.000"0.000"-16</inkml:trace>
  <inkml:trace contextRef="#ctx0" brushRef="#br0">28552.000 13114.000 0,'10.000'51.000'16,"-3.000"30.000"-1,-7.000 16.000-15,-10.000 10.000 16,-8.000 3.000-1,-8.000 1.000-15,-3.000-6.000 16,3.000-10.000 0,4.000-13.000-16,5.000-16.000 15,7.000-20.000 1,2.000-19.000-16,4.000-12.000 16</inkml:trace>
  <inkml:trace contextRef="#ctx0" brushRef="#br0">28586.000 13558.000 0,'30.000'-5.000'0,"17.000"-1.000"15,5.000 4.000-15,-2.000 3.000 16,-3.000 9.000-1,-9.000 5.000-15,-10.000 5.000 16,-13.000 5.000 0,-15.000 5.000-1,-16.000 3.000-15,-21.000 3.000 16,-11.000-3.000-16,-10.000-2.000 16,-5.000-5.000-1,6.000-6.000-15,13.000-6.000 16,12.000-8.000-1,15.000-1.000-15,17.000-5.000 16,2.000 5.000 0,16.000 3.000-16,16.000 4.000 15,12.000-1.000 1,7.000 4.000-16,1.000-1.000 16,1.000 3.000-1,-4.000-1.000-15,-4.000 2.000 16,-8.000-1.000-1,-7.000 0.000-15,-13.000-4.000 16,-9.000-5.000 0,-5.000-4.000-16</inkml:trace>
  <inkml:trace contextRef="#ctx0" brushRef="#br0">29133.000 13882.000 0,'8.000'25.000'0,"-1.000"12.000"15,-3.000 6.000 1,-8.000 2.000 0,-3.000-2.000-16,-4.000-7.000 15,1.000-8.000-15,1.000-10.000 16,4.000-6.000-1,5.000-12.000-15,-3.000-1.000 16,5.000-10.000 0,6.000-12.000-1,8.000-9.000-15,2.000-4.000 16,4.000-3.000-16,5.000 3.000 16,-2.000 7.000-1,-3.000 7.000-15,-4.000 9.000 16,-2.000 7.000-1,-4.000 8.000-15,-3.000 12.000 16,-2.000 11.000 0,-4.000 8.000-16,-4.000 4.000 15,-6.000 2.000 1,2.000-5.000-16,1.000-9.000 16,2.000-10.000-16,1.000-5.000 15,1.000-10.000 1,0.000 0.000-16,1.000-7.000 15,4.000-18.000 1,6.000-9.000-16,4.000-8.000 16,4.000-3.000-1,3.000 7.000-15,0.000 6.000 16,2.000 5.000 0,3.000 8.000-16,0.000 9.000 15,-3.000 9.000 1,2.000 9.000-16,-2.000 11.000 15,-4.000 16.000-15,-9.000 11.000 16,-6.000 13.000 0,-7.000 8.000-16,-4.000-5.000 15,-3.000-6.000 1,-1.000-14.000 0,3.000-21.000-16,0.000-22.000 15,-6.000-23.000-15,3.000-1.000 16</inkml:trace>
  <inkml:trace contextRef="#ctx0" brushRef="#br0">29359.000 13054.000 0,'-15.000'46.000'15,"-11.000"28.000"-15,-7.000 3.000 16,5.000-16.000 0</inkml:trace>
  <inkml:trace contextRef="#ctx0" brushRef="#br0">30646.000 13447.000 0,'0.000'0.000'16,"0.000"0.000"0,-33.000 15.000-16,-28.000 9.000 15,-15.000 2.000 1,-5.000 2.000-16,-1.000-3.000 16,7.000-1.000-1,7.000-1.000-15,10.000-5.000 16,15.000-5.000-1,16.000-3.000-15,14.000 2.000 16,13.000 3.000 0,18.000 7.000-16,15.000 8.000 15,15.000 6.000 1,14.000 1.000-16,5.000 3.000 16,4.000 1.000-1,-1.000-4.000-15,-2.000-3.000 16,-16.000-12.000-1</inkml:trace>
  <inkml:trace contextRef="#ctx0" brushRef="#br0">31605.000 14010.000 0,'0.000'0.000'15,"-21.000"-13.000"-15,-14.000 4.000 16,-7.000 16.000-16,-5.000 19.000 16,-1.000 22.000-1,1.000 15.000-15,11.000 12.000 16,11.000 1.000 0,14.000-2.000-1,8.000-9.000-15,11.000-11.000 16,10.000-14.000-16,6.000-16.000 15,4.000-14.000 1,-1.000-17.000 0,4.000-17.000-16,-3.000-16.000 15,-1.000-12.000-15,-3.000-6.000 16,-6.000-2.000 0,-5.000 4.000-1,-4.000 11.000-15,-4.000 16.000 16,-1.000 12.000-16,-3.000 7.000 15,-1.000 10.000 1,8.000 7.000-16,7.000 16.000 16,13.000 11.000-1,7.000 10.000-15,8.000 4.000 16,-2.000-4.000 0,-4.000-3.000-16,0.000-9.000 15,-5.000-15.000-15,-4.000-17.000 16,-6.000-17.000-1,-6.000-5.000-15</inkml:trace>
  <inkml:trace contextRef="#ctx0" brushRef="#br0">31075.000 13634.000 0,'66.000'0.000'16,"35.000"3.000"-16,12.000 6.000 15,-2.000 4.000 1,-7.000 0.000-16,-9.000-5.000 16,-10.000-4.000-16,-10.000-11.000 15,-20.000-4.000 1</inkml:trace>
  <inkml:trace contextRef="#ctx0" brushRef="#br0">31705.000 13200.000 0,'-18.000'-45.000'0,"-14.000"-15.000"16,-11.000 10.000-1,-3.000 16.000-15,0.000 21.000 16,2.000 23.000 0,6.000 21.000-1,7.000 13.000-15,8.000 15.000 16,13.000 4.000-16,12.000-2.000 16,9.000-6.000-1,11.000-12.000-15,7.000-17.000 16,6.000-16.000-1,4.000-21.000-15,6.000-25.000 16,1.000-19.000 0,-2.000-21.000-16,-4.000-16.000 15,-7.000-9.000 1,-7.000-9.000-16,-4.000-3.000 16,-1.000 4.000-1,-2.000 6.000-15,-2.000 12.000 16,1.000 17.000-1,-6.000 20.000-15,-2.000 16.000 16,-7.000 19.000 0,-4.000 22.000-16,-3.000 18.000 15,-6.000 28.000 1,-3.000 22.000-16,-3.000 20.000 16,3.000 9.000-1,1.000 8.000-15,0.000-1.000 16,6.000-6.000-1,6.000-11.000-15,7.000-13.000 16,6.000-17.000 0,6.000-15.000-16,9.000-24.000 15,-5.000-14.000-15</inkml:trace>
  <inkml:trace contextRef="#ctx0" brushRef="#br0">32354.000 13243.000 0,'0.000'0.000'16,"0.000"0.000"-16</inkml:trace>
  <inkml:trace contextRef="#ctx0" brushRef="#br0">3167.000 15127.000 0,'-22.000'42.000'0,"-10.000"18.000"16,-1.000 2.000-1,5.000-9.000-15,3.000-9.000 16,7.000-7.000-1,6.000-8.000-15,7.000-8.000 16,8.000-5.000 0,12.000-3.000-1,8.000-4.000-15,9.000-2.000 16,5.000-1.000-16,2.000 2.000 16,-6.000 1.000-1,-5.000 3.000-15,-6.000 9.000 16,-15.000 10.000-1,-12.000 12.000-15,-21.000 12.000 16,-11.000 3.000 0,-18.000-9.000-16,-4.000-15.000 15,-1.000-25.000 1,16.000-10.000-16</inkml:trace>
  <inkml:trace contextRef="#ctx0" brushRef="#br0">3123.000 15298.000 0,'42.000'-4.000'16,"21.000"-3.000"-16,2.000-1.000 15,-4.000 7.000-15,-7.000 0.000 16,-12.000-3.000-1,-9.000-4.000 1,-13.000-1.000-16</inkml:trace>
  <inkml:trace contextRef="#ctx0" brushRef="#br0">3132.000 14889.000 0,'-61.000'43.000'0,"-24.000"35.000"16,2.000 25.000 0,13.000 22.000-16,18.000 15.000 15,15.000 7.000 1,20.000-8.000-16,21.000-12.000 15,13.000-16.000 1,18.000-16.000-16,14.000-17.000 16,9.000-19.000-1,7.000-20.000-15,8.000-21.000 16,5.000-26.000 0,0.000-25.000-16,-7.000-20.000 15,-8.000-21.000 1,-6.000-26.000-16,-10.000-21.000 15,-6.000-17.000 1,-10.000-8.000 0,-7.000 4.000-16,-10.000 14.000 15,-12.000 16.000-15,-16.000 20.000 16,-16.000 18.000 0,-20.000 20.000-1,-23.000 26.000-15,-18.000 24.000 16,-10.000 18.000-16,4.000 15.000 15,10.000 8.000 1,19.000 3.000-16,24.000-6.000 16,18.000-10.000-1</inkml:trace>
  <inkml:trace contextRef="#ctx0" brushRef="#br0">3444.000 15204.000 0</inkml:trace>
  <inkml:trace contextRef="#ctx0" brushRef="#br0">4898.000 14948.000 0,'-1.000'27.000'15,"-7.000"19.000"1,-19.000 21.000-16,-14.000 18.000 15,-12.000 13.000 1,-6.000 3.000-16,2.000-8.000 16,3.000-11.000-1,10.000-24.000-15,12.000-29.000 16,9.000-35.000 0,11.000-13.000-16</inkml:trace>
  <inkml:trace contextRef="#ctx0" brushRef="#br0">5067.000 15239.000 0,'27.000'41.000'0,"11.000"22.000"15,-5.000 8.000-15,-12.000 3.000 16,-5.000-7.000-1,-10.000-11.000-15,-3.000-16.000 16,-6.000-18.000 0,-1.000-11.000-16</inkml:trace>
  <inkml:trace contextRef="#ctx0" brushRef="#br0">4772.000 15649.000 0,'26.000'-9.000'16,"20.000"-4.000"0,9.000 1.000-16,3.000 5.000 15,-1.000 10.000-15,-3.000 10.000 16,-9.000 13.000-1,-10.000 14.000-15,-17.000 14.000 16,-19.000 17.000 0,-21.000 15.000-16,-20.000 7.000 15,-12.000-1.000 1,-9.000-16.000-16,-8.000-26.000 16,14.000-21.000-1</inkml:trace>
  <inkml:trace contextRef="#ctx0" brushRef="#br0">4907.000 15657.000 0,'-19.000'49.000'0,"-16.000"26.000"16,-8.000 9.000-16,1.000-8.000 15,3.000-23.000 1,9.000-20.000-16</inkml:trace>
  <inkml:trace contextRef="#ctx0" brushRef="#br0">5612.000 15043.000 0,'0.000'0.000'16,"0.000"0.000"-1,0.000 0.000-15,2.000 18.000 16,-3.000 4.000-16,-9.000-6.000 15,-2.000-6.000 1</inkml:trace>
  <inkml:trace contextRef="#ctx0" brushRef="#br0">5563.000 15171.000 0,'21.000'6.000'16,"16.000"1.000"-16,3.000 1.000 15,-4.000 0.000-15,-8.000 4.000 16,-6.000 8.000 0,-19.000 11.000-16,-18.000 13.000 15,-15.000 5.000 1,-11.000-3.000-16,0.000-8.000 16,5.000-13.000-1,17.000-21.000-15,18.000-19.000 16,20.000-17.000-1,20.000-6.000-15,12.000-1.000 16,13.000 7.000 0,-1.000 11.000-16,-12.000 8.000 15,-15.000 5.000 1,-13.000 8.000-16,-14.000 12.000 16,-16.000 13.000-1,-21.000 14.000-15,-17.000 13.000 16,-12.000 4.000-1,-2.000-2.000-15,6.000-12.000 16,16.000-14.000 0,13.000-12.000-16,24.000-16.000 15,6.000 3.000 1,25.000-13.000-16,19.000-8.000 16,11.000-5.000-1,1.000 1.000-15,-10.000 4.000 16,-17.000 7.000-1,-12.000 8.000-15,-25.000 19.000 16,-29.000 20.000 0,-31.000 18.000-16,-17.000 12.000 15,-7.000 3.000 1,15.000-9.000 0,20.000-17.000-16,23.000-11.000 0,24.000-11.000 15,23.000-11.000 1,21.000-8.000-1,13.000-9.000-15,7.000-4.000 16,0.000-1.000 0,-4.000-3.000-16,-7.000 5.000 15,-9.000 2.000-15,-13.000 2.000 16,-12.000 1.000 0,-15.000 2.000-16,-16.000-4.000 15,-5.000-7.000 1,-6.000-4.000-16,-5.000-5.000 15,8.000-2.000 1,4.000 3.000-16,11.000 8.000 16,6.000 6.000-1,3.000 8.000-15,0.000 0.000 16,0.000 6.000-16,0.000 18.000 31,-1.000 15.000-31,-1.000 18.000 0,-2.000 15.000 16,-4.000 3.000-1,-3.000 2.000-15,0.000-4.000 16,-5.000-12.000 0,4.000-17.000-16,-2.000-23.000 15,-1.000-27.000 1,4.000-25.000-16,11.000-23.000 16,3.000 4.000-1</inkml:trace>
  <inkml:trace contextRef="#ctx0" brushRef="#br0">5941.000 15470.000 0,'22.000'9.000'0,"2.000"9.000"16,-5.000 5.000-16,-13.000 1.000 15,-7.000-6.000 1,0.000-18.000-16,3.000-24.000 15,5.000-21.000 1,7.000-24.000-16,4.000-12.000 16,2.000-6.000-1,-1.000 9.000-15,-1.000 13.000 16,3.000 18.000 0,-5.000 18.000-16,-6.000 15.000 15,-4.000 7.000 1,0.000 16.000-16,3.000 20.000 15,-2.000 26.000 1,-2.000 35.000-16,-9.000 27.000 16,-10.000 29.000-1,-5.000 12.000-15,-3.000-1.000 16,2.000-17.000 0,7.000-27.000-16,5.000-35.000 15,0.000-40.000 1,-2.000-39.000-16,-2.000-44.000 15,-1.000-40.000 1,5.000 3.000-16</inkml:trace>
  <inkml:trace contextRef="#ctx0" brushRef="#br0">6319.000 14854.000 0,'12.000'28.000'0,"-6.000"18.000"16,-9.000 10.000-1,-16.000 5.000-15,-6.000-6.000 16,4.000-10.000 0,10.000-7.000-16,10.000-10.000 15,12.000-10.000 1,9.000-9.000-16,11.000-3.000 15,3.000-3.000 1,1.000 0.000-16,-7.000 2.000 16,-7.000-1.000-1,-11.000 5.000-15,-10.000 9.000 16,-16.000 9.000 0,-16.000 14.000-16,-6.000 2.000 15,3.000-2.000 1,6.000-7.000-16,14.000-13.000 15,17.000-7.000 1,18.000-9.000 0,15.000-6.000-16,9.000-6.000 15,4.000-3.000-15,-6.000 0.000 16,-9.000 5.000 0,-11.000 4.000-16,-13.000 7.000 15,-15.000 14.000 1,-16.000 10.000-16,-8.000 8.000 15,-2.000 5.000 1,-2.000 4.000-16,1.000-4.000 16,-3.000-3.000-1,1.000-6.000-15,-4.000-6.000 16,-1.000-6.000-16,8.000-6.000 16,10.000-5.000-1,8.000-5.000 1,14.000-6.000-16,8.000 5.000 15,22.000-3.000-15,21.000-5.000 16,16.000-5.000 0,8.000-6.000-16,1.000-4.000 15,-3.000-1.000 1,-7.000 2.000-16,-14.000 2.000 16,-13.000 2.000-1,-17.000 3.000-15,-16.000 2.000 16,-16.000-6.000-1,-15.000-4.000-15,-9.000-3.000 16,0.000 3.000-16,5.000 6.000 16,10.000 3.000-1,6.000 4.000-15,6.000 2.000 16,7.000 3.000 0,-3.000 8.000-16,1.000 24.000 15,1.000 28.000 1,-4.000 27.000-1,-3.000 16.000-15,4.000 7.000 16,2.000-13.000-16,1.000-19.000 16,6.000-29.000-1,6.000-33.000-15,5.000-30.000 16,-2.000-9.000 0</inkml:trace>
  <inkml:trace contextRef="#ctx0" brushRef="#br0">6984.000 15393.000 0,'56.000'-4.000'0,"25.000"-1.000"16,3.000-2.000-1,-8.000-1.000-15,-7.000-3.000 16,-10.000 0.000 0,-11.000-4.000-16,-11.000-8.000 15,-15.000-6.000-15,-16.000-13.000 16,-11.000-8.000 0,-15.000-7.000-1,-10.000 1.000-15,-2.000 1.000 16,-3.000 9.000-1,4.000 24.000-15,9.000 16.000 16,7.000 6.000-16,7.000 8.000 16,7.000 17.000-1,2.000 25.000-15,4.000 28.000 16,-1.000 23.000 0,1.000 24.000-16,-5.000 19.000 15,-6.000 7.000 1,-2.000 1.000-16,1.000-10.000 15,3.000-19.000 1,1.000-22.000-16,3.000-33.000 16,-1.000-35.000-16,-2.000-39.000 15,0.000-12.000 1</inkml:trace>
  <inkml:trace contextRef="#ctx0" brushRef="#br0">7269.000 15470.000 0,'-35.000'62.000'0,"-26.000"29.000"16,-10.000 5.000-1,3.000-14.000-15,15.000-26.000 16,14.000-30.000-1,14.000-18.000-15,9.000-7.000 16</inkml:trace>
  <inkml:trace contextRef="#ctx0" brushRef="#br0">7344.000 15487.000 0,'48.000'64.000'16,"18.000"36.000"-16,-6.000 10.000 15,-13.000-3.000 1,-20.000-12.000-16,-11.000-19.000 16,-10.000-25.000-1,-6.000-29.000-15,-1.000-14.000 16</inkml:trace>
  <inkml:trace contextRef="#ctx0" brushRef="#br0">7126.000 15683.000 0,'-8.000'18.000'16,"1.000"4.000"-16,17.000-7.000 16,23.000-9.000-1,21.000-16.000-15,15.000-19.000 16,8.000-10.000-1,-3.000-8.000-15,-1.000-4.000 16,-18.000 9.000 0</inkml:trace>
  <inkml:trace contextRef="#ctx0" brushRef="#br0">8026.000 14991.000 0,'0.000'0.000'0,"-7.000"23.000"15,-21.000 22.000-15,-22.000 17.000 16,-17.000 6.000 0,-9.000-5.000-16,9.000-18.000 15,16.000-26.000 1,19.000-14.000-16</inkml:trace>
  <inkml:trace contextRef="#ctx0" brushRef="#br0">7925.000 15256.000 0,'44.000'23.000'0,"7.000"7.000"15,-12.000 4.000 1,-23.000-2.000-16,-18.000-8.000 15,-13.000-12.000-15,-1.000-9.000 16</inkml:trace>
  <inkml:trace contextRef="#ctx0" brushRef="#br0">7908.000 15588.000 0,'14.000'14.000'0,"5.000"10.000"16,-4.000 10.000 0,-8.000 12.000-16,-11.000 3.000 15,-6.000 1.000-15,-5.000 0.000 16,-2.000-3.000 0,4.000-11.000-1,6.000-8.000-15,8.000-10.000 16,8.000-5.000-16,8.000-11.000 15,10.000-13.000 1,11.000-16.000-16,9.000-22.000 16,2.000-18.000-1,1.000-16.000-15,1.000-14.000 16,-1.000-11.000 0,-2.000-5.000-16,-6.000 0.000 15,2.000 11.000 1,-1.000 25.000-16,0.000 32.000 15,-4.000 22.000 1,-1.000 19.000 0,-5.000 8.000-16,-5.000 9.000 15,-6.000 2.000-15,-7.000 6.000 16,-5.000 2.000 0,-10.000 5.000-16,-12.000 1.000 15,-10.000-4.000 1,-7.000-5.000-16,-9.000-7.000 15,-6.000 0.000 1,-6.000-1.000 0,0.000 3.000-16,9.000 4.000 15,11.000 6.000-15,13.000 7.000 16,10.000 12.000 0,9.000 8.000-16,4.000 8.000 15,1.000 4.000 1,-5.000-3.000-16,-4.000-4.000 15,-7.000-10.000 1,-4.000-22.000-16,-2.000-23.000 16,2.000-22.000-1,5.000-4.000-15</inkml:trace>
  <inkml:trace contextRef="#ctx0" brushRef="#br0">8278.000 15487.000 0,'57.000'-3.000'0,"24.000"3.000"16,1.000-1.000-1,-6.000 0.000-15,-10.000 6.000 16,-15.000 4.000 0,-10.000 8.000-16,-20.000 8.000 15,-20.000 9.000-15,-18.000 2.000 16,-13.000-2.000-1,-7.000-10.000-15,-2.000-15.000 16,7.000-20.000 0,8.000-4.000-16</inkml:trace>
  <inkml:trace contextRef="#ctx0" brushRef="#br0">8513.000 15495.000 0,'-3.000'43.000'0,"-9.000"32.000"16,-16.000 17.000-16,-14.000 4.000 16,-13.000-5.000-1,-3.000-16.000-15,4.000-27.000 16,13.000-32.000 0,12.000-16.000-1</inkml:trace>
  <inkml:trace contextRef="#ctx0" brushRef="#br0">8371.000 15819.000 0,'69.000'75.000'0,"28.000"25.000"16,-7.000-11.000-16,-18.000-20.000 15,-16.000-21.000 1,-12.000-26.000-16,-13.000-24.000 15,-9.000-25.000 1,-7.000-3.000-16</inkml:trace>
  <inkml:trace contextRef="#ctx0" brushRef="#br0">9077.000 15434.000 0,'19.000'20.000'0,"-4.000"5.000"16,-6.000-4.000-16</inkml:trace>
  <inkml:trace contextRef="#ctx0" brushRef="#br0">9237.000 15845.000 0,'15.000'31.000'0,"0.000"6.000"15,-18.000-12.000-15,-7.000-12.000 16</inkml:trace>
  <inkml:trace contextRef="#ctx0" brushRef="#br0">9952.000 15204.000 0,'0.000'0.000'16,"0.000"0.000"-1,0.000 0.000-15,0.000 0.000 16,-19.000 19.000-1,-16.000 17.000-15,-4.000 13.000 16,-2.000 9.000-16,3.000 7.000 16,1.000 1.000-1,7.000 3.000 1,5.000 4.000-16,5.000 1.000 16,8.000 1.000-1,10.000 0.000-15,13.000-5.000 16,7.000-6.000-1,9.000-9.000-15,2.000-11.000 16,0.000-9.000 0,-1.000-14.000-1,-3.000-17.000-15,-3.000-23.000 16,-4.000-22.000-16,-4.000 1.000 16</inkml:trace>
  <inkml:trace contextRef="#ctx0" brushRef="#br0">10380.000 14948.000 0,'0.000'0.000'15,"0.000"0.000"-15,0.000 0.000 16,-6.000 33.000 0,-15.000 19.000-16,-8.000 9.000 15,-4.000-1.000 1,7.000-12.000-16,10.000-10.000 16,9.000-12.000-1,10.000-10.000 1,12.000-10.000-16,10.000-8.000 15,9.000-6.000-15,5.000-1.000 16,-2.000 2.000-16,-11.000 3.000 16,-4.000 6.000-1,-6.000 9.000-15,-13.000 15.000 16,-15.000 11.000 0,-14.000 11.000-16,-6.000 6.000 15,-1.000-6.000 1,11.000-9.000-16,10.000-13.000 15,14.000-11.000 1,13.000-9.000-16,13.000-4.000 16,7.000-4.000-16,1.000-2.000 15,-1.000 3.000 1,-4.000 2.000-16,-6.000 8.000 16,-7.000 6.000-1,-9.000 6.000 1,-7.000 5.000-16,-8.000-3.000 15,1.000-4.000-15,1.000-8.000 16,2.000-12.000 0,3.000-18.000-16,3.000-15.000 15,-1.000 2.000 1</inkml:trace>
  <inkml:trace contextRef="#ctx0" brushRef="#br0">10389.000 15555.000 0,'-59.000'49.000'0,"-23.000"19.000"15,0.000 1.000 1,12.000-16.000-16,13.000-19.000 16,14.000-24.000-1,17.000-20.000 1,17.000-13.000-16,15.000-3.000 15,12.000 6.000-15,16.000 4.000 16,3.000 7.000 0,-2.000 9.000-1,-2.000 7.000-15,4.000 7.000 16,6.000 8.000-16,7.000 7.000 16,7.000 8.000-1,5.000 4.000-15,3.000 2.000 16,7.000-2.000-1,1.000-4.000-15,-7.000-6.000 16,-6.000-13.000 0,-4.000-11.000-16,-8.000-19.000 15,-6.000-18.000 1,-11.000-19.000-16,-10.000-16.000 16,-8.000-12.000-16,-7.000-12.000 15,-3.000-9.000 1,-3.000-5.000-16,0.000 4.000 15,3.000 10.000 1,7.000 23.000-16,2.000 21.000 16,-3.000 19.000-1,-2.000 12.000 1,-7.000 14.000-16,0.000 10.000 16,-5.000 20.000-16,-5.000 18.000 15,0.000 9.000 1,9.000 4.000-16,11.000-3.000 15,11.000-6.000 1,15.000-12.000-16,6.000-8.000 16,9.000-15.000-1,2.000-17.000-15,-1.000-11.000 16,-6.000-12.000-16,-6.000-9.000 16,-10.000-8.000-1,-18.000-6.000-15,-11.000-6.000 16,-13.000 4.000-1,-11.000 11.000 1,1.000 10.000-16,4.000 10.000 16,2.000 11.000-16,4.000 14.000 15,1.000 19.000 1,2.000 22.000-16,3.000 22.000 16,2.000 16.000-1,1.000 11.000 1,2.000 2.000-16,-2.000-10.000 15,-1.000-23.000 1,4.000-36.000-16,7.000-38.000 16,1.000-12.000-16</inkml:trace>
  <inkml:trace contextRef="#ctx0" brushRef="#br0">11440.000 14974.000 0,'14.000'19.000'0,"0.000"25.000"16,-15.000 19.000 0,-12.000 12.000-16,-6.000 1.000 15,2.000-11.000 1,10.000-9.000-16,9.000-16.000 31,15.000-14.000-31,17.000-12.000 0,16.000-9.000 16,8.000-8.000-1,4.000-8.000-15,-5.000-1.000 16,-9.000-1.000 0,-15.000 3.000-16,-33.000 10.000 15,3.000 6.000 1,-26.000 11.000-16,-26.000 11.000 15,-9.000 12.000 1,1.000 10.000-16,15.000 5.000 16,20.000-10.000-1,13.000-12.000-15,11.000-11.000 16,16.000-10.000-16,17.000-10.000 16,11.000-8.000-1,7.000-8.000-15,0.000-6.000 16,-3.000-7.000-1,-5.000 1.000-15,-11.000 0.000 16,-12.000-4.000 0,-11.000 6.000-16</inkml:trace>
  <inkml:trace contextRef="#ctx0" brushRef="#br0">11625.000 15213.000 0,'0.000'0.000'15,"7.000"36.000"-15,2.000 28.000 16,-4.000 27.000 0,-5.000 16.000-1,-3.000 9.000-15,-1.000 1.000 16,-2.000-12.000-1,3.000-23.000-15,2.000-26.000 16,-4.000-26.000 0,1.000-16.000-16</inkml:trace>
  <inkml:trace contextRef="#ctx0" brushRef="#br0">11373.000 15947.000 0,'-7.000'19.000'16,"6.000"4.000"-16,19.000 0.000 15,18.000-8.000 1,21.000-9.000 0,9.000-7.000-16,5.000-5.000 15,0.000-3.000 1,-8.000-2.000-16,-11.000-6.000 15,-14.000-4.000-15,-14.000-14.000 16,-10.000 4.000 0</inkml:trace>
  <inkml:trace contextRef="#ctx0" brushRef="#br0">11844.000 15102.000 0,'18.000'3.000'16,"10.000"3.000"-1,5.000 9.000-15,8.000 17.000 16,10.000 19.000 0,0.000 17.000-16,-7.000 10.000 15,-3.000 12.000 1,-14.000 9.000-16,-13.000 7.000 15,-18.000 3.000 1,-17.000-4.000-16,-14.000-6.000 16,-17.000-13.000-1,-12.000-27.000-15,3.000-33.000 16,16.000-15.000 0</inkml:trace>
  <inkml:trace contextRef="#ctx0" brushRef="#br0">12307.000 15854.000 0,'11.000'5.000'0,"-14.000"-9.000"16,-5.000-2.000-1</inkml:trace>
  <inkml:trace contextRef="#ctx0" brushRef="#br0">13533.000 15691.000 0,'0.000'0.000'16,"0.000"0.000"-16,4.000 27.000 15,-9.000 18.000 1,-4.000 15.000-16,-7.000 12.000 16,-8.000 10.000-1,-5.000 4.000 1,-1.000 6.000-16,-2.000 2.000 15,0.000-3.000-15,0.000-7.000 16,4.000-4.000 0,2.000-12.000-16,3.000-6.000 15,3.000-18.000 1,1.000-17.000-16,1.000-21.000 16,5.000-22.000-1,4.000-1.000-15</inkml:trace>
  <inkml:trace contextRef="#ctx0" brushRef="#br0">13492.000 15777.000 0,'45.000'-7.000'0,"17.000"-1.000"16,-5.000 2.000-1,-6.000 6.000-15,-9.000 7.000 16,-6.000 5.000-1,-7.000 6.000-15,-9.000 4.000 16,-6.000 6.000 0,-10.000 6.000-1,-10.000 6.000-15,-12.000 2.000 16,-8.000 4.000-16,-10.000 1.000 16,-12.000 2.000-1,-7.000-1.000-15,-7.000-7.000 16,4.000-11.000-1,10.000-7.000-15,13.000-8.000 16,13.000-6.000 0,12.000-6.000-16,10.000-3.000 15,0.000 0.000-15,0.000 0.000 16,0.000 0.000 0,3.000 6.000-16,15.000 4.000 15,9.000 4.000 1,4.000 1.000-1,7.000 6.000-15,2.000 3.000 16,7.000 6.000-16,-3.000 0.000 16,3.000 5.000-1,-4.000 3.000-15,1.000-1.000 16,-1.000 3.000 0,-5.000-2.000-16,-1.000-3.000 15,-3.000-6.000 1,-1.000-14.000-16,-5.000-11.000 15,-6.000-5.000 1</inkml:trace>
  <inkml:trace contextRef="#ctx0" brushRef="#br0">14190.000 16040.000 0,'34.000'5.000'0,"15.000"1.000"16,9.000-3.000-16,1.000-2.000 15,1.000-1.000 1,-2.000-1.000-16,-1.000-1.000 31,-3.000 2.000-31,-4.000-2.000 16,-6.000 1.000-16,-10.000 2.000 16,-13.000-2.000-16,-21.000 1.000 15,2.000 0.000 1,-15.000 1.000-16,-2.000-1.000 15</inkml:trace>
  <inkml:trace contextRef="#ctx0" brushRef="#br0">14165.000 16322.000 0,'22.000'9.000'15,"18.000"0.000"-15,9.000-2.000 16,6.000 0.000 0,4.000-2.000-1,4.000 3.000-15,0.000 0.000 16,-2.000-2.000-1,-3.000-5.000-15,-1.000-8.000 16,-12.000-1.000-16</inkml:trace>
  <inkml:trace contextRef="#ctx0" brushRef="#br0">15653.000 15231.000 0,'22.000'-13.000'16,"21.000"-6.000"0,13.000-4.000-16,6.000 1.000 15,3.000 6.000 1,-4.000 5.000-16,-4.000 6.000 16,-11.000 5.000-1,-8.000 5.000-15,-10.000 13.000 16,-5.000 10.000-1,-4.000 8.000-15,-2.000 9.000 16,-3.000 10.000-16,-2.000 8.000 16,-3.000 3.000-1,0.000 1.000-15,1.000 1.000 16,2.000-2.000 0,-5.000-10.000-1,-1.000-13.000-15,-2.000-11.000 16,-4.000-32.000-1,-1.000 7.000-15,-2.000-11.000 16</inkml:trace>
  <inkml:trace contextRef="#ctx0" brushRef="#br0">16107.000 15434.000 0,'0.000'0.000'0,"-29.000"35.000"16,-21.000 18.000 0,-7.000 7.000-16,1.000-1.000 15,4.000-9.000-15,5.000-12.000 16,7.000-12.000-1,10.000-8.000-15</inkml:trace>
  <inkml:trace contextRef="#ctx0" brushRef="#br0">15224.000 15955.000 0,'52.000'6.000'0,"23.000"0.000"15,12.000 3.000-15,6.000-6.000 16,2.000-3.000 0,8.000-3.000-16,6.000-1.000 15,7.000-3.000 1,0.000-1.000 0,-4.000 2.000-16,-2.000 2.000 15,-4.000 3.000-15,-11.000 2.000 16,-14.000 1.000-1,-15.000 4.000-15,-19.000 1.000 16,-18.000-2.000 0,-29.000-5.000-16,9.000 3.000 15</inkml:trace>
  <inkml:trace contextRef="#ctx0" brushRef="#br0">15729.000 16407.000 0,'11.000'6.000'16,"-3.000"4.000"-16,-16.000 14.000 15,-23.000 16.000 1,-21.000 15.000-16,-11.000 8.000 15,-4.000 1.000 1,1.000-4.000 0,12.000-6.000-16,13.000-11.000 15,10.000-13.000-15,11.000-12.000 16,11.000-5.000 0,9.000-3.000-16,9.000-1.000 15,13.000-3.000-15,10.000-5.000 16,9.000-2.000-1,10.000-2.000-15,6.000 0.000 16,1.000-2.000 0,2.000 1.000-16,2.000-3.000 15,-4.000 1.000 1,-6.000 0.000-16,-6.000-2.000 16,-9.000 4.000-1,-12.000 2.000-15,-11.000 1.000 16,-14.000 1.000-1,5.000-7.000-15,-10.000-6.000 16,-7.000-7.000 0,-7.000-9.000-16,-5.000-6.000 15,2.000-4.000-15,0.000-2.000 16,1.000 2.000 0,6.000 0.000-16,6.000 5.000 15,2.000 5.000 1,6.000 3.000-16,2.000 0.000 15,3.000 2.000 1,5.000 2.000-16,-1.000 1.000 16,-2.000-1.000-16,-3.000 4.000 15</inkml:trace>
  <inkml:trace contextRef="#ctx0" brushRef="#br0">16048.000 16349.000 0,'44.000'-15.000'16,"13.000"-2.000"-1,0.000-4.000-15,-10.000 8.000 16,-7.000 5.000-1,-5.000 6.000-15,-5.000 9.000 16,-4.000 8.000 0,-4.000 9.000-16,-3.000 11.000 15,-1.000 8.000-15,-3.000 9.000 16,0.000 8.000 0,-2.000 8.000-1,0.000 0.000-15,-2.000-2.000 16,-2.000-7.000-1,1.000-7.000-15,-5.000-9.000 16,-3.000-11.000-16,-1.000-9.000 16,-4.000-13.000-1,-6.000-13.000-15,-5.000-12.000 16,2.000-2.000 0</inkml:trace>
  <inkml:trace contextRef="#ctx0" brushRef="#br0">16359.000 16527.000 0,'0.000'0.000'15,"-3.000"31.000"-15,-17.000 29.000 16,-24.000 21.000-1,-16.000 10.000-15,-12.000-2.000 16,-2.000-16.000 0,16.000-21.000-16</inkml:trace>
  <inkml:trace contextRef="#ctx0" brushRef="#br0">17166.000 15854.000 0,'14.000'0.000'0,"2.000"1.000"15,0.000 2.000-15,4.000 2.000 16,2.000-3.000-1,8.000-4.000-15,4.000-3.000 16,6.000-1.000 0,4.000 0.000-16,6.000-3.000 15,0.000 1.000-15,0.000 2.000 16,0.000 2.000 0,-5.000 0.000-16,-5.000 4.000 15,-12.000-2.000 1,-9.000 2.000-16</inkml:trace>
  <inkml:trace contextRef="#ctx0" brushRef="#br0">17142.000 16075.000 0,'0.000'0.000'0,"0.000"0.000"15,28.000 8.000-15,18.000 0.000 16,12.000-3.000 0,9.000-1.000-16,3.000-4.000 15,5.000-4.000 1,-4.000 2.000 0,-12.000-2.000-16,-9.000 0.000 15,-15.000 1.000 1</inkml:trace>
  <inkml:trace contextRef="#ctx0" brushRef="#br0">18419.000 15204.000 0,'7.000'41.000'16,"-4.000"23.000"-16,-5.000 22.000 15,-8.000 15.000 1,-2.000 15.000-16,-2.000 10.000 16,0.000-1.000-1,-2.000-5.000-15,2.000-8.000 16,0.000-11.000-1,-1.000-10.000-15,1.000-14.000 16,2.000-12.000 0,3.000-19.000-16,3.000-15.000 15,1.000-19.000-15,-2.000-19.000 16,-2.000-20.000 0,2.000-17.000-16,2.000 2.000 15</inkml:trace>
  <inkml:trace contextRef="#ctx0" brushRef="#br0">18327.000 15896.000 0,'39.000'-21.000'16,"17.000"-7.000"-16,-3.000 4.000 15,-4.000 12.000-15,-10.000 9.000 16,-9.000 7.000 0,-8.000 6.000-16,-7.000 4.000 15,-7.000 5.000 1,-6.000 3.000-16,-9.000 5.000 16,-13.000-2.000-1,-8.000 2.000-15,-7.000-2.000 16,-10.000 0.000-1,-3.000-6.000-15,6.000-6.000 16,8.000-6.000 0,8.000-1.000-16,10.000-2.000 15,8.000-2.000 1,8.000-2.000-16,2.000 4.000 16,12.000 0.000-1,8.000 3.000-15,8.000 1.000 16,8.000 6.000-1,-2.000 6.000-15,4.000 3.000 16,0.000 3.000 0,-3.000-1.000-16,-4.000 0.000 15,-2.000 2.000 1,-3.000-2.000-16,-7.000-7.000 16,-5.000-4.000-16,-2.000-7.000 15,0.000-5.000 1,1.000-9.000-16,6.000-22.000 15,7.000-15.000 1,5.000-17.000-16,2.000-4.000 16,-5.000 1.000-1,-5.000 1.000-15,-7.000 9.000 16,-4.000 14.000 0</inkml:trace>
  <inkml:trace contextRef="#ctx0" brushRef="#br0">19285.000 15495.000 0,'11.000'14.000'0,"-3.000"13.000"15,-11.000 14.000-15,-9.000 15.000 16,-11.000 17.000 0,-6.000 12.000-16,-2.000 8.000 15,2.000 2.000 1,2.000-4.000-16,6.000-2.000 15,5.000-5.000 1,2.000-15.000-16,5.000-19.000 16,5.000-19.000-1,4.000-31.000-15,0.000 2.000 16,4.000-25.000 0,4.000-20.000-16,2.000-11.000 15,-2.000 5.000 1</inkml:trace>
  <inkml:trace contextRef="#ctx0" brushRef="#br0">19328.000 15640.000 0,'0.000'0.000'0,"9.000"30.000"15,7.000 23.000 1,5.000 15.000-16,0.000 10.000 16,0.000 1.000-1,2.000-1.000-15,1.000-4.000 16,2.000-2.000 0,-2.000-4.000-16,-1.000-9.000 15,-1.000-16.000 1,-4.000-13.000-16,-7.000-19.000 15,-4.000-15.000 1,-1.000-16.000-16,-2.000-13.000 16,-2.000 4.000-1</inkml:trace>
  <inkml:trace contextRef="#ctx0" brushRef="#br0">19723.000 15358.000 0,'12.000'33.000'15,"-3.000"31.000"-15,-9.000 19.000 16,-8.000 21.000 0,-12.000 11.000-16,-3.000 5.000 15,-1.000-3.000 1,-1.000-15.000-16,5.000-17.000 16,7.000-26.000-1</inkml:trace>
  <inkml:trace contextRef="#ctx0" brushRef="#br0">22204.000 15725.000 0,'0.000'0.000'0,"0.000"0.000"16,0.000 0.000-16,0.000 0.000 16,-8.000-23.000-1,-9.000-11.000-15,-2.000-2.000 16,-4.000 3.000 0,-1.000 4.000-16,2.000 6.000 15,2.000 2.000 1,-1.000 4.000-16,1.000 4.000 15,-1.000 0.000 1,-3.000 5.000-16,-2.000 3.000 16,-3.000 7.000-1,-1.000 8.000-15,-2.000 13.000 16,-4.000 11.000 0,-2.000 13.000-16,-2.000 8.000 15,-1.000 8.000 1,-2.000 6.000-16,0.000 2.000 15,0.000 2.000 1,-5.000-2.000-16,0.000-7.000 16,-2.000-7.000-1,-1.000-8.000-15,2.000-6.000 16,-2.000-10.000 0,0.000-8.000-16,-5.000-9.000 15,-2.000-12.000 1,-2.000-10.000-16,5.000-8.000 15,7.000-5.000 1,2.000-8.000-16,8.000-2.000 16,8.000-4.000-1,6.000-6.000-15,7.000-1.000 16,7.000-2.000 0,9.000 1.000-16,7.000 2.000 15,10.000 3.000 1,9.000 6.000-16,4.000 3.000 15,8.000 7.000 1,5.000 5.000-16,6.000 2.000 16,3.000 6.000-1,3.000 4.000-15,4.000 5.000 16,2.000 5.000-16,0.000 5.000 16,0.000 11.000-1,-1.000 9.000 1,0.000 4.000-16,-2.000 5.000 15,-2.000 6.000-15,-1.000-1.000 16,0.000 9.000 0,0.000 3.000-1,-1.000 3.000 1,5.000-1.000-16,3.000-3.000 16,8.000-9.000-16,8.000-16.000 15,9.000-21.000 1,3.000-19.000-16,1.000-14.000 15,-6.000-10.000 1,-20.000 4.000-16</inkml:trace>
  <inkml:trace contextRef="#ctx0" brushRef="#br0">23516.000 15009.000 0,'-4.000'30.000'0,"-1.000"19.000"16,-7.000 13.000-1,-7.000 14.000-15,-2.000 10.000 16,-6.000 10.000-16,-1.000 12.000 16,-2.000 5.000-1,0.000 0.000 1,2.000-1.000-16,0.000-5.000 16,4.000-13.000-1,2.000-9.000 1,2.000-13.000-16,3.000-14.000 15,2.000-15.000-15,-2.000-19.000 16,6.000-12.000 0,3.000-21.000-16,3.000-6.000 15</inkml:trace>
  <inkml:trace contextRef="#ctx0" brushRef="#br0">23381.000 15691.000 0,'35.000'-16.000'15,"13.000"-7.000"-15,-2.000 4.000 16,-9.000 8.000-1,-8.000 5.000-15,-9.000 12.000 16,-8.000 8.000 0,-10.000 10.000-16,-12.000 8.000 15,-7.000 6.000 1,-8.000 4.000-16,-6.000-5.000 16,-3.000-2.000-1,-2.000-7.000-15,-3.000-5.000 16,4.000-7.000-1,7.000-8.000-15,10.000-5.000 16,5.000-2.000 0,6.000-1.000-16,7.000 0.000 15,0.000 0.000-15,2.000 2.000 16,10.000 1.000 0,7.000 2.000-16,7.000 5.000 15,2.000 2.000 1,6.000 3.000-16,2.000 4.000 15,-1.000 5.000 1,-1.000 2.000-16,-3.000 2.000 16,-6.000-3.000-1,-5.000-5.000-15,-7.000-6.000 16,-2.000-6.000 0,-4.000-2.000-16,-1.000-6.000 15,2.000-11.000 1,6.000-10.000-16,1.000-8.000 15,6.000-5.000 1,0.000 4.000-16,-2.000 4.000 16,-2.000 6.000-16,0.000 5.000 15,5.000 4.000 1,4.000 1.000-16,-4.000 3.000 16</inkml:trace>
  <inkml:trace contextRef="#ctx0" brushRef="#br0">24113.000 16050.000 0,'2.000'63.000'0,"-12.000"17.000"16,-4.000-15.000-16</inkml:trace>
  <inkml:trace contextRef="#ctx0" brushRef="#br0">25214.000 15393.000 0,'0.000'0.000'15,"0.000"0.000"-15,0.000 0.000 16,0.000 0.000-1,0.000 0.000-15,0.000 0.000 16,0.000 0.000-16,0.000 0.000 16,-17.000 30.000-1,-9.000 16.000-15,-6.000 3.000 16,1.000 2.000 0,1.000 3.000-16,3.000 5.000 15,-2.000 3.000 1,0.000 2.000-16,-5.000 5.000 15,0.000 5.000 1,-1.000 0.000-16,4.000-8.000 16,2.000-7.000-1,8.000-8.000 1,4.000-11.000-16,4.000-16.000 16,5.000-17.000-16,1.000-17.000 15,0.000-2.000 1</inkml:trace>
  <inkml:trace contextRef="#ctx0" brushRef="#br0">25138.000 15366.000 0,'19.000'16.000'0,"7.000"15.000"15,-1.000 10.000 1,-1.000 0.000-16,-5.000 6.000 15,-3.000 5.000 1,-3.000 5.000 0,0.000 5.000-16,-3.000 0.000 15,-2.000-1.000-15,1.000-5.000 16,3.000-5.000 0,1.000-8.000-16,-1.000-11.000 15,1.000-9.000 1,0.000-9.000-16,2.000-12.000 15,-3.000-11.000 1,-1.000-12.000-16,-4.000-14.000 16,-1.000-10.000-1,-2.000 4.000-15</inkml:trace>
  <inkml:trace contextRef="#ctx0" brushRef="#br0">25575.000 15273.000 0,'19.000'0.000'0,"-3.000"9.000"16,-3.000 9.000-1,-10.000 15.000-15,-7.000 13.000 16,-5.000 9.000 0,-5.000 9.000-1,-5.000 4.000-15,-3.000 7.000 16,-1.000 0.000-16,-1.000-3.000 16,4.000-10.000-1,-1.000-18.000-15,3.000-15.000 16</inkml:trace>
  <inkml:trace contextRef="#ctx0" brushRef="#br0">17478.000 16988.000 0,'0.000'0.000'0,"0.000"0.000"16,0.000 0.000-16,-7.000 21.000 15,-5.000 11.000 1,-4.000 4.000-16,-2.000 4.000 15,-5.000 6.000 1,-7.000 5.000-16,-3.000 8.000 16,-7.000 2.000-1,-2.000 1.000 1,-2.000 1.000-16,-1.000 2.000 16,3.000-2.000-16,2.000-7.000 15,4.000-9.000 1,7.000-17.000-16,3.000-18.000 15,7.000-8.000 1</inkml:trace>
  <inkml:trace contextRef="#ctx0" brushRef="#br0">17368.000 17440.000 0,'39.000'25.000'15,"15.000"10.000"1,-1.000 3.000-16,-9.000 3.000 16,-8.000-1.000-16,-6.000-4.000 15,-8.000-4.000 1,-5.000-7.000-16,-6.000-6.000 15,-3.000-6.000 1,-8.000-13.000-16,-6.000-1.000 16,-10.000-10.000-16,-8.000-6.000 15,0.000 2.000 1</inkml:trace>
  <inkml:trace contextRef="#ctx0" brushRef="#br0">17201.000 17748.000 0,'-7.000'14.000'16,"1.000"2.000"-16,5.000-4.000 16,8.000-3.000-1,9.000-4.000-15,4.000-3.000 16,4.000 0.000-16,-2.000-1.000 15,-3.000 10.000 1,-5.000 6.000-16,-11.000 7.000 16,-12.000 9.000-1,-13.000 5.000-15,-15.000 0.000 16,-8.000 1.000 0,3.000-2.000-16,8.000-6.000 15,15.000-5.000 1,17.000-10.000-16,7.000-5.000 15,9.000-11.000-15,9.000-7.000 16,7.000-7.000 0,11.000-7.000-16,8.000-1.000 15,2.000-3.000 1,1.000 3.000-16,-6.000 5.000 16,-5.000 3.000-1,-10.000 8.000 1,-9.000 3.000-16,-7.000 5.000 15,-13.000 2.000-15,-12.000-5.000 16,-13.000-7.000 0,3.000 1.000-16</inkml:trace>
  <inkml:trace contextRef="#ctx0" brushRef="#br0">17351.000 17876.000 0,'0.000'0.000'0,"0.000"0.000"16,5.000 43.000-16,1.000 28.000 16,3.000 16.000-1,0.000 5.000 1,1.000-6.000-16,-2.000-12.000 16,-4.000-13.000-1,-4.000-15.000-15,-4.000-11.000 16,-5.000-12.000-16,-10.000-18.000 15,-10.000-14.000 1,3.000-4.000-16</inkml:trace>
  <inkml:trace contextRef="#ctx0" brushRef="#br0">17217.000 18226.000 0,'-11.000'32.000'16,"-9.000"12.000"-16,-7.000-6.000 15,-4.000-12.000 1,4.000-9.000-16</inkml:trace>
  <inkml:trace contextRef="#ctx0" brushRef="#br0">17453.000 18226.000 0,'26.000'27.000'16,"8.000"7.000"-16,-10.000-7.000 15,-24.000-27.000 1,10.000 9.000-16</inkml:trace>
  <inkml:trace contextRef="#ctx0" brushRef="#br0">17738.000 17338.000 0,'0.000'0.000'0,"0.000"0.000"15,10.000 11.000-15,4.000 10.000 16,-5.000 7.000 0,-7.000 4.000-16,-2.000 3.000 15,-3.000 3.000 1,-3.000 0.000-16,-1.000 0.000 15,2.000-2.000 1,2.000-4.000-16,0.000-2.000 16,-1.000 1.000-16,-4.000 3.000 15,-6.000 3.000 1,-5.000 1.000-16,-5.000 0.000 16,0.000-7.000-1,6.000-9.000-15,5.000-8.000 16,5.000-7.000-1,8.000-7.000-15,2.000 7.000 16,10.000-2.000 0,9.000 1.000-16,10.000-5.000 15,5.000-1.000-15,11.000-3.000 16,3.000-5.000 0,6.000-2.000-16,-1.000-1.000 15,-2.000 3.000 1,-6.000-2.000-16,-6.000 2.000 15,-9.000 1.000 1,-9.000 1.000-16,-7.000 1.000 16,-7.000-8.000-1,-8.000-8.000-15,-10.000-13.000 16,-10.000-10.000-16,-7.000-12.000 16,5.000 8.000-1</inkml:trace>
  <inkml:trace contextRef="#ctx0" brushRef="#br0">17991.000 17330.000 0,'0.000'0.000'0,"0.000"0.000"16,0.000 0.000 0,-7.000 24.000-16,-1.000 27.000 15,1.000 25.000 1,3.000 23.000-16,1.000 22.000 15,2.000 7.000 1,0.000 4.000-16,3.000-2.000 16,0.000-7.000-16,-1.000-10.000 15,-1.000-16.000 1,0.000-15.000-16,0.000-22.000 16,-3.000-22.000-16,0.000-18.000 15</inkml:trace>
  <inkml:trace contextRef="#ctx0" brushRef="#br0">18613.000 17713.000 0,'0.000'40.000'0,"-9.000"22.000"15,-10.000 7.000-15,-8.000 0.000 16,-9.000-7.000 0,2.000-10.000-16,4.000-13.000 15,9.000-22.000 1,2.000-17.000-16,9.000-18.000 16,4.000-20.000-1,4.000-10.000-15,4.000 5.000 16</inkml:trace>
  <inkml:trace contextRef="#ctx0" brushRef="#br0">18478.000 17526.000 0,'25.000'25.000'16,"14.000"16.000"-16,9.000 12.000 15,-1.000 10.000 1,-1.000 2.000-16,-3.000 5.000 16,0.000-2.000-1,-1.000-6.000-15,-5.000-7.000 16,-2.000-17.000 0,-7.000-19.000-16,-6.000-10.000 15</inkml:trace>
  <inkml:trace contextRef="#ctx0" brushRef="#br0">19336.000 16980.000 0,'0.000'0.000'0,"0.000"0.000"16,-35.000 22.000 0,-28.000 16.000-16,-12.000 7.000 15,0.000 0.000 1,12.000-5.000-16,19.000-6.000 15,15.000-11.000 1,15.000-3.000-16,10.000-4.000 16,7.000 2.000-1,8.000 1.000-15,11.000 3.000 16,4.000 5.000 0,2.000 8.000-16,-2.000 5.000 15,-5.000 11.000 1,-5.000 5.000-16,-6.000-3.000 15,-3.000-7.000 1,-5.000-14.000-16,-9.000-15.000 16,0.000-19.000-16,1.000-7.000 15</inkml:trace>
  <inkml:trace contextRef="#ctx0" brushRef="#br0">19042.000 17252.000 0,'39.000'-5.000'0,"14.000"-4.000"16,-2.000 0.000-16,-9.000 4.000 15,-8.000 3.000 1,-5.000 2.000-16,-7.000 4.000 15,-6.000 3.000 1,-3.000 1.000-16,-3.000 2.000 16,-4.000 3.000-16,-3.000 5.000 15,-1.000 9.000 1,-2.000 9.000 0,0.000 11.000-16,0.000 12.000 15,0.000 12.000-15,4.000 10.000 16,2.000 7.000-1,0.000 3.000 1,-2.000-4.000-16,-1.000-5.000 16,-2.000-7.000-1,-2.000-16.000-15,0.000-13.000 16,-2.000-16.000-16,-2.000-18.000 16,-3.000-22.000-1,-5.000-21.000-15,-4.000-21.000 16,-4.000-18.000-1,4.000 10.000-15</inkml:trace>
  <inkml:trace contextRef="#ctx0" brushRef="#br0">19159.000 17406.000 0,'0.000'0.000'16,"0.000"0.000"-16,0.000 0.000 16,20.000 7.000-1,5.000 2.000-15,0.000-1.000 16,-3.000 2.000 0,-4.000-2.000-16,-7.000 4.000 15,-8.000 9.000 1,-10.000 6.000-1,-10.000 3.000-15,-4.000 2.000 16,1.000-9.000-16,7.000-7.000 16,5.000-6.000-1,8.000-10.000-15,2.000 5.000 16,8.000-2.000-16,6.000 0.000 16,2.000-2.000-1,-1.000 2.000-15,-1.000-1.000 16,-4.000-1.000-1,-12.000-1.000-15,2.000 8.000 16,-12.000 12.000 0,-14.000 16.000-16,-15.000 8.000 15,-3.000-1.000 1,1.000-5.000-16,12.000-13.000 16,11.000-17.000-16,12.000-12.000 15,11.000-17.000 1,13.000-13.000-16,7.000-10.000 15,7.000-7.000 1,7.000 1.000-16,6.000 1.000 16,8.000 10.000-1,-4.000 12.000-15,-5.000 10.000 16,-4.000 9.000 0,-5.000 7.000-16,-1.000 2.000 15,0.000 1.000 1,-3.000 3.000-16,0.000 0.000 15,-2.000-1.000-15,-1.000-3.000 16,0.000-4.000 0,-4.000-6.000-16,-1.000-3.000 15,-9.000-9.000 1,-6.000-5.000-16,-6.000-5.000 16,-5.000-4.000-1,-2.000 5.000-15</inkml:trace>
  <inkml:trace contextRef="#ctx0" brushRef="#br0">19698.000 17270.000 0,'4.000'32.000'0,"2.000"26.000"16,0.000 11.000 0,-4.000 10.000-16,0.000 5.000 15,3.000-2.000 1,-3.000-7.000-16,1.000-9.000 15,-3.000-14.000 1,-3.000-10.000-16,-6.000-8.000 16,-6.000-10.000-16,-9.000-5.000 15,-8.000-11.000 1,-1.000-10.000-16,1.000-9.000 16,9.000-5.000-1,11.000-1.000 1,11.000-3.000-16,13.000-2.000 15,13.000 3.000-15,11.000-3.000 16,1.000-1.000 0,-6.000 4.000-1</inkml:trace>
  <inkml:trace contextRef="#ctx0" brushRef="#br0">20336.000 17168.000 0,'-15.000'45.000'15,"-4.000"28.000"-15,3.000 7.000 16,0.000 5.000 0,6.000-1.000-16,3.000-3.000 15,-1.000-2.000 1,1.000-2.000-16,-3.000-8.000 15,-1.000-13.000 1,2.000-18.000-16,5.000-15.000 16,6.000-11.000-16,7.000-12.000 15,7.000-1.000 1,4.000-3.000-16,6.000-2.000 16,6.000-2.000-1,6.000-3.000-15,-2.000-3.000 16,2.000 0.000-1,-3.000 1.000-15,-6.000 4.000 16,-9.000 0.000-16,-17.000-4.000 16,-7.000 1.000-1</inkml:trace>
  <inkml:trace contextRef="#ctx0" brushRef="#br0">20488.000 17406.000 0,'-29.000'36.000'16,"-15.000"23.000"-16,-7.000 7.000 16,4.000-6.000-1,8.000-19.000-15,14.000-23.000 16,10.000-13.000-1</inkml:trace>
  <inkml:trace contextRef="#ctx0" brushRef="#br0">20682.000 17185.000 0,'18.000'8.000'0,"5.000"17.000"16,-8.000 22.000 0,-9.000 22.000-16,-10.000 9.000 15,-2.000 0.000 1,2.000-3.000 0,5.000-14.000-16,9.000-14.000 15,9.000-12.000-15,9.000-7.000 16,4.000-13.000-1,5.000-10.000-15,4.000-10.000 16,-2.000-6.000 0,-1.000-6.000-16,-5.000-3.000 15,-4.000-3.000-15,-8.000-1.000 16,-9.000 2.000 0,-8.000-1.000-1,-10.000-4.000-15,-8.000 1.000 16,-6.000 0.000-16,-10.000 6.000 15,-1.000 5.000 1,-1.000 8.000-16,4.000 7.000 16,2.000 6.000-1,9.000 1.000 1,7.000 3.000-16,13.000 1.000 16,11.000-11.000-16,9.000-13.000 15,-4.000-4.000-15</inkml:trace>
  <inkml:trace contextRef="#ctx0" brushRef="#br0">21271.000 17185.000 0,'28.000'3.000'0,"12.000"3.000"16,2.000-3.000-1,1.000-5.000-15,-5.000-2.000 16,-2.000 0.000-16,-5.000 1.000 16,-4.000 3.000-1,-4.000 2.000-15,-6.000 3.000 16,-2.000 5.000 0,-7.000 7.000-16,-5.000 10.000 15,-3.000 14.000 1,-5.000 11.000-16,-4.000 8.000 15,-4.000 1.000 1,3.000-8.000-16,1.000-13.000 16,1.000-13.000-16,4.000-11.000 15,1.000-7.000-15,3.000-9.000 16,4.000 1.000 0,10.000-8.000-16,4.000-13.000 15,7.000-10.000-15,8.000-9.000 16,1.000-5.000-1,3.000 3.000 1,-1.000 9.000-16,-6.000 7.000 16,-6.000 10.000-16,-2.000 8.000 15,-6.000 3.000 1,-6.000 5.000-16,-10.000-1.000 16,-6.000 0.000-1,-13.000 1.000-15,-1.000 1.000 16</inkml:trace>
  <inkml:trace contextRef="#ctx0" brushRef="#br0">21505.000 17363.000 0,'-11.000'46.000'0,"-6.000"22.000"15,0.000 8.000 1,0.000 1.000-16,6.000-9.000 16,2.000-12.000-1,2.000-13.000 1,3.000-12.000-16,-2.000-10.000 16,-1.000-9.000-16,-5.000-10.000 15,0.000-9.000 1,-3.000-6.000-16,-6.000-3.000 15,-7.000-1.000 1,-3.000 2.000-16,-1.000 7.000 16,5.000 7.000-16,11.000 7.000 15,10.000 3.000 1,6.000-9.000-16,4.000 8.000 16,8.000-1.000-1,10.000-3.000-15,15.000 0.000 16,9.000-2.000-1,13.000-4.000-15,6.000-2.000 16,6.000 0.000-16,-3.000 1.000 16,-2.000 1.000-1,-2.000-1.000 1,-6.000-3.000-16,-10.000-8.000 16,-9.000-7.000-16,-12.000 2.000 15</inkml:trace>
  <inkml:trace contextRef="#ctx0" brushRef="#br0">22288.000 17320.000 0,'41.000'-4.000'16,"7.000"3.000"0,-11.000 14.000-16,-20.000 11.000 15,-21.000 15.000 1,-15.000 7.000-16,-9.000 3.000 16,-5.000 3.000-1,-3.000-2.000-15,5.000-8.000 16,4.000-14.000-1,4.000-16.000-15,1.000-16.000 16,5.000-18.000-16,5.000 0.000 16</inkml:trace>
  <inkml:trace contextRef="#ctx0" brushRef="#br0">22229.000 17124.000 0,'47.000'38.000'0,"24.000"22.000"16,2.000 9.000-16,-4.000 0.000 16,-8.000 4.000-1,-8.000-2.000-15,-10.000-3.000 16,-9.000-10.000-1,-2.000-11.000-15,-7.000-19.000 16,-7.000-18.000 0,-8.000-10.000-16</inkml:trace>
  <inkml:trace contextRef="#ctx0" brushRef="#br0">23103.000 16640.000 0,'6.000'12.000'0,"-15.000"16.000"15,-20.000 10.000 1,-19.000 8.000-16,-7.000-2.000 16,0.000-4.000-16,6.000-6.000 15,14.000-10.000 1,12.000-10.000-16,23.000-14.000 16,0.000 0.000-1,0.000 5.000-15,13.000-5.000 16,6.000 4.000-16,1.000 2.000 15,2.000 6.000 1,-2.000 13.000-16,-2.000 18.000 16,-5.000 14.000-1,-7.000 9.000-15,-6.000 4.000 16,-5.000-2.000 0,-2.000-7.000-16,3.000-14.000 15,-2.000-26.000 1,3.000-27.000-16,2.000-8.000 15</inkml:trace>
  <inkml:trace contextRef="#ctx0" brushRef="#br0">22952.000 17005.000 0,'0.000'0.000'0,"18.000"5.000"16,11.000-4.000 0,5.000-3.000-16,1.000-6.000 15,-2.000 1.000 1,-4.000 4.000-16,-4.000 2.000 16,-7.000 4.000-16,1.000 6.000 15,-3.000 11.000 1,-4.000 14.000-16,-6.000 15.000 15,-6.000 19.000 1,-4.000 21.000 0,-3.000 16.000-16,-1.000 5.000 15,1.000-7.000 1,3.000-14.000-16,3.000-15.000 16,2.000-20.000-1,1.000-21.000-15,-2.000-33.000 16,-3.000-3.000-16,-3.000-26.000 15,-5.000-23.000 1,-4.000-21.000-16,3.000 9.000 16</inkml:trace>
  <inkml:trace contextRef="#ctx0" brushRef="#br0">23019.000 17022.000 0,'0.000'0.000'16,"16.000"9.000"-16,8.000 3.000 15,2.000 3.000 1,-2.000-1.000-16,-2.000 1.000 16,-6.000 0.000-1,-7.000 3.000-15,-10.000 3.000 16,-11.000 4.000-1,-6.000 3.000-15,-5.000 0.000 16,4.000-3.000 0,4.000-8.000-16,6.000-6.000 15,1.000-5.000 1,8.000-6.000-16,8.000 4.000 16,5.000-2.000-16,5.000-3.000 15,0.000 0.000 1,2.000 1.000-16,-6.000 3.000 15,-4.000 3.000 1,-3.000 8.000-16,-5.000 7.000 16,-6.000 6.000-1,-5.000 1.000-15,-2.000-3.000 16,1.000-5.000-16,1.000-7.000 16,9.000-13.000-1,-4.000 9.000-15,4.000-9.000 16,-2.000 10.000-1,-3.000 2.000-15,-8.000 3.000 16,-12.000 8.000 0,-13.000 3.000-16,-8.000-2.000 15,2.000-8.000 1,9.000-12.000-16,14.000-16.000 16,14.000-12.000-1,16.000-5.000-15,12.000-5.000 16,13.000-1.000-1,8.000 3.000-15,5.000 7.000 16,-6.000 5.000 0,-5.000 6.000-16,-2.000 3.000 15,-4.000 6.000-15,3.000 1.000 16,4.000 4.000 0,7.000 1.000-16,4.000 0.000 15,1.000-2.000 1,2.000 0.000-16,1.000-4.000 15,-2.000-3.000 1,-2.000-4.000-16,-4.000-7.000 16,-7.000-3.000-1,-5.000-7.000-15,-9.000-3.000 16,-13.000-9.000 0,-17.000-4.000-16,-7.000-3.000 15,-6.000 6.000 1,1.000 10.000-16,5.000 12.000 15,5.000 9.000 1,9.000 11.000-16,0.000 0.000 16,-7.000 10.000-1,1.000 21.000-15,5.000 20.000 16,1.000 17.000-16,5.000 15.000 16,-2.000 6.000-1,2.000-3.000-15,0.000-9.000 16,-3.000-15.000-1,-2.000-12.000-15,-5.000-11.000 16,-9.000-8.000 0,-11.000-10.000-16,-12.000-12.000 15,-5.000-13.000 1,4.000-6.000 0,6.000-2.000-16,13.000-3.000 15,16.000-5.000-15,14.000-4.000 16,17.000-6.000-1,17.000-5.000-15,1.000-2.000 16,-10.000 9.000 0</inkml:trace>
  <inkml:trace contextRef="#ctx0" brushRef="#br0">23978.000 16954.000 0,'32.000'2.000'0,"21.000"1.000"16,13.000 0.000 0,8.000-3.000-16,1.000-1.000 15,4.000-2.000 1,-4.000-3.000-16,-7.000-2.000 16,-12.000-1.000-16,-13.000-6.000 15,-12.000-1.000 1,-19.000-7.000-1,-16.000-6.000-15,-19.000-5.000 16,-10.000-2.000-16,-1.000 1.000 16,-1.000 12.000-1,6.000 11.000-15,8.000 11.000 16,9.000 2.000 0,3.000 4.000-16,0.000 11.000 15,-4.000 14.000 1,-13.000 19.000-16,-13.000 24.000 15,-14.000 17.000 1,-11.000 12.000-16,-6.000 1.000 16,0.000-8.000-1,7.000-22.000 1,12.000-29.000-16,15.000-19.000 16</inkml:trace>
  <inkml:trace contextRef="#ctx0" brushRef="#br0">24172.000 17185.000 0,'24.000'74.000'16,"3.000"36.000"-16,-11.000 8.000 16,-11.000-5.000-1,-8.000-16.000-15,-2.000-24.000 16,-2.000-26.000-1,2.000-22.000-15,0.000-12.000 16</inkml:trace>
  <inkml:trace contextRef="#ctx0" brushRef="#br0">24221.000 17185.000 0,'0.000'0.000'0,"20.000"-1.000"16,9.000-3.000-1,7.000-3.000-15,0.000-3.000 16,3.000 3.000 0,-1.000 2.000-16,-4.000 3.000 15,-3.000 2.000-15,-6.000 3.000 16,-5.000 4.000-1,-1.000 9.000-15,-7.000 11.000 16,-3.000 11.000 0,-7.000 9.000-16,-5.000 17.000 15,-5.000 16.000-15,0.000 16.000 16,2.000 15.000 0,1.000-1.000-16,4.000-13.000 15,4.000-19.000 1,2.000-22.000-16,1.000-23.000 15,-6.000-33.000-15,4.000-1.000 16,-8.000-24.000 0,-2.000-3.000-16,2.000 6.000 15</inkml:trace>
  <inkml:trace contextRef="#ctx0" brushRef="#br0">24331.000 17287.000 0,'0.000'0.000'15,"0.000"0.000"1,0.000 0.000-16,0.000 0.000 0,0.000 0.000 16,9.000 15.000-1,0.000 11.000 1,-10.000 4.000-16,-7.000 4.000 15,-2.000 4.000-15,-2.000-4.000 16,0.000 1.000 0,3.000-3.000-16,4.000-7.000 15,10.000-12.000-15,9.000-17.000 16,14.000-23.000 0,16.000-20.000-16,8.000-13.000 15,-8.000 10.000 1</inkml:trace>
  <inkml:trace contextRef="#ctx0" brushRef="#br0">24970.000 16902.000 0,'47.000'-3.000'0,"29.000"-6.000"16,10.000-1.000-16,-2.000 2.000 15,-10.000 4.000 1,-11.000 3.000-16,-13.000 4.000 15,-9.000-3.000 1,-13.000 0.000-16,-12.000-10.000 16,-13.000-13.000-1,-5.000-2.000-15</inkml:trace>
  <inkml:trace contextRef="#ctx0" brushRef="#br0">25349.000 16801.000 0,'4.000'43.000'16,"-1.000"31.000"-1,-3.000 25.000-15,-5.000 24.000 16,-9.000 27.000 0,-1.000 18.000-16,0.000 11.000 15,-1.000-3.000 1,-1.000-23.000-16,2.000-31.000 15,3.000-38.000-15,1.000-38.000 16,-2.000-37.000 0,-4.000-38.000-1,0.000-31.000-15,-5.000-28.000 16,0.000-16.000-16,3.000-13.000 16,1.000-6.000-1,4.000 2.000-15,5.000 3.000 16,7.000 9.000-1,11.000 15.000-15,2.000 27.000 16,-3.000 25.000 0,-1.000 17.000-16,-1.000 14.000 15,-3.000 12.000-15,-1.000 20.000 16,-2.000 23.000 0,-5.000 11.000-16,-5.000 5.000 15,-2.000 0.000-15,1.000-12.000 16,5.000-19.000-1,6.000-29.000-15,5.000-7.000 16,7.000-31.000 0,-1.000-2.000-1,6.000-17.000-15,1.000-3.000 16,0.000 2.000-16,-1.000 13.000 16,1.000 14.000-1,-3.000 12.000-15,-4.000 7.000 16,-3.000 7.000-1,-1.000-1.000-15,0.000 2.000 16,6.000 0.000 0,14.000-1.000-16,9.000-1.000 15,9.000 2.000-15,-1.000 3.000 16,0.000 1.000 0,-6.000 5.000-16,-10.000 5.000 15,-9.000 9.000 1,-12.000 9.000-16,-16.000 10.000 15,-14.000 7.000 1,-13.000 1.000-16,-4.000-5.000 16,2.000-12.000-1,9.000-11.000 1,6.000-13.000-16,8.000-10.000 16,5.000-11.000-16,5.000-7.000 15,2.000-5.000 1,2.000 3.000-16,3.000 0.000 15,0.000 5.000 1,-1.000 2.000-16,3.000 4.000 16,5.000 3.000-16,6.000 2.000 15,5.000 4.000 1,5.000 0.000 0,1.000 4.000-16,-1.000 4.000 15,-2.000 0.000-15,-6.000 4.000 16,-5.000 4.000-16,-6.000 3.000 15,-8.000 11.000 1,-11.000 4.000-16,-13.000 7.000 16,-9.000 5.000-1,-12.000 4.000 1,-10.000-3.000 0,-3.000-7.000-16,-1.000-3.000 0,0.000-7.000 15,0.000-6.000 1,7.000-4.000-16,13.000-6.000 15,12.000-2.000 1,13.000-4.000-16,16.000-3.000 16,8.000 7.000-1,24.000 5.000-15,21.000 6.000 16,20.000 4.000 0,11.000 7.000-16,7.000 8.000 15,6.000 4.000 1,-3.000 1.000-16,-7.000-4.000 15,-5.000-11.000 1,-12.000-13.000-16,-13.000-14.000 16,-18.000-4.000-1</inkml:trace>
  <inkml:trace contextRef="#ctx0" brushRef="#br0">26080.000 16622.000 0,'14.000'15.000'0,"4.000"9.000"15,-3.000 2.000 1,1.000-1.000-16,-5.000-2.000 16,-9.000-9.000-1,-3.000-5.000-15</inkml:trace>
  <inkml:trace contextRef="#ctx0" brushRef="#br0">25996.000 16869.000 0,'69.000'-5.000'16,"29.000"-3.000"-16,-10.000 2.000 16,-16.000 3.000-1,-25.000 3.000-15,-18.000 7.000 16,-20.000 11.000-1,-19.000 9.000-15,-18.000 5.000 16,-6.000-2.000 0,4.000-8.000-16,11.000-8.000 15,6.000-3.000-15,13.000-4.000 16,10.000 0.000 0,9.000-1.000-1,5.000 1.000-15,4.000-1.000 16,-3.000 0.000-16,-6.000-2.000 15,-11.000 3.000 1,-14.000 1.000-16,-21.000-4.000 16,-1.000-1.000-16,-8.000-4.000 15</inkml:trace>
  <inkml:trace contextRef="#ctx0" brushRef="#br0">25912.000 17244.000 0,'19.000'42.000'0,"6.000"20.000"15,1.000 3.000-15,-7.000 1.000 16,-7.000-9.000 0,-4.000-10.000-16,-5.000-11.000 15,-3.000-13.000 1,-2.000-10.000-16,-2.000-12.000 15,-3.000-10.000 1,-3.000-11.000-16,3.000-11.000 16,3.000-7.000-1,8.000-9.000-15,11.000 0.000 16,6.000 6.000-16,9.000 6.000 16,8.000 6.000-1,5.000 3.000 1,10.000 3.000-16,9.000 6.000 15,6.000 6.000-15,6.000 9.000 16,4.000 14.000 0,-1.000 10.000-16,-11.000 13.000 15,-13.000 12.000 1,-17.000 8.000-16,-18.000 5.000 16,-19.000-1.000-1,-22.000-2.000-15,-12.000-7.000 16,-13.000-8.000-1,-6.000-15.000-15,-1.000-14.000 16,4.000-14.000 0,4.000-19.000-16,6.000-10.000 15,12.000-9.000 1,11.000-6.000-16,11.000-1.000 16,11.000 1.000-1,11.000 2.000-15,9.000 4.000 16,6.000 6.000-1,6.000 7.000-15,-1.000 13.000 16,-5.000 7.000-16,-6.000 11.000 16,-9.000 9.000-1,-17.000 12.000-15,-14.000 7.000 16,-14.000 7.000 0,-8.000-3.000-16,-3.000-9.000 15,4.000-18.000 1,9.000-18.000-1,15.000-25.000-15,16.000-15.000 16,17.000-16.000-16,14.000-12.000 16,10.000-6.000-1,8.000-1.000-15,-2.000 1.000 16,12.000 4.000 0,6.000 3.000-16,24.000 5.000 15,-10.000 3.000 1,-6.000 4.000-16,-4.000 16.000 15,-3.000 18.000 1,-8.000 20.000-16,-16.000 9.000 16,-19.000 4.000-1,-12.000 9.000-15,-14.000 11.000 16,-15.000 12.000-16,-18.000 10.000 16,-12.000 3.000-1,-1.000-9.000-15,7.000-16.000 16,9.000-17.000-1,11.000-7.000-15</inkml:trace>
  <inkml:trace contextRef="#ctx0" brushRef="#br0">27005.000 17168.000 0,'2.000'54.000'15,"1.000"23.000"-15,-8.000 5.000 16,-8.000-10.000-1,-3.000-20.000-15,4.000-24.000 16,6.000-25.000-16,6.000-22.000 16,10.000-16.000-1,5.000-13.000-15,9.000-7.000 16,5.000 4.000 0,1.000 6.000-1,1.000 12.000-15,1.000 7.000 16,-2.000 11.000-16,-4.000 4.000 15,0.000 14.000 1,-6.000 13.000-16,-4.000 19.000 16,-5.000 12.000-1,-8.000 9.000-15,-6.000 2.000 16,-3.000-4.000 0,-4.000-9.000-16,-3.000-12.000 15,1.000-11.000 1,-3.000-17.000-16,-2.000-24.000 15,0.000-22.000 1,8.000-17.000-16,8.000-12.000 16,8.000-2.000-1,9.000 7.000-15,9.000 5.000 16,5.000 8.000 0,3.000 10.000-16,1.000 9.000 15,-2.000 13.000 1,-3.000 12.000-16,-2.000 13.000 15,-2.000 20.000 1,0.000 19.000-16,0.000 20.000 16,-1.000 20.000-1,-2.000 14.000-15,-3.000 8.000 16,-7.000 2.000 0,-5.000-1.000-16,-8.000-7.000 15,-6.000-14.000 1,-7.000-22.000-16,-7.000-23.000 15,-5.000-29.000-15,-4.000-29.000 16,-5.000-30.000 0,0.000-30.000-1,4.000-25.000-15,14.000-11.000 16,7.000 21.000-16</inkml:trace>
  <inkml:trace contextRef="#ctx0" brushRef="#br0">27367.000 17320.000 0,'15.000'35.000'16,"4.000"13.000"-16,-6.000-8.000 15,-6.000-17.000 1</inkml:trace>
  <inkml:trace contextRef="#ctx0" brushRef="#br0">27947.000 16459.000 0,'16.000'41.000'0,"-8.000"26.000"16,-17.000 11.000-16,-23.000 6.000 15,-12.000-3.000 1,-7.000-7.000-16,-1.000-15.000 16,11.000-19.000-1,18.000-25.000-15,20.000-22.000 16,18.000-15.000-1,16.000-12.000 1,12.000-6.000-16,5.000 5.000 16,7.000 12.000-1,2.000 21.000-15,-3.000 12.000 16,-5.000 9.000-16,-2.000 8.000 16,-1.000 5.000-1,-2.000 3.000-15,-5.000 2.000 16,-4.000 5.000-1,-5.000-1.000-15,-6.000-3.000 16,-6.000-11.000 0,-7.000-14.000-16,-11.000-13.000 15,3.000 0.000 1</inkml:trace>
  <inkml:trace contextRef="#ctx0" brushRef="#br0">27821.000 17159.000 0,'41.000'20.000'0,"24.000"3.000"15,9.000-1.000-15,1.000-2.000 16,-6.000 0.000-1,-7.000 6.000-15,-9.000 6.000 16,-12.000 12.000 0,-15.000 10.000-16,-20.000 13.000 15,-20.000 7.000 1,-23.000-1.000-16,-16.000-10.000 16,-9.000-19.000-1,0.000-24.000-15,8.000-27.000 16,12.000-25.000-1,13.000-3.000-15</inkml:trace>
  <inkml:trace contextRef="#ctx0" brushRef="#br0">28082.000 17355.000 0,'-30.000'46.000'0,"-24.000"21.000"15,-7.000 3.000 1,5.000-12.000-16,13.000-28.000 16,14.000-16.000-1</inkml:trace>
  <inkml:trace contextRef="#ctx0" brushRef="#br0">28611.000 16562.000 0,'23.000'-14.000'16,"1.000"-12.000"-16,-12.000-2.000 16,-6.000 4.000-1</inkml:trace>
  <inkml:trace contextRef="#ctx0" brushRef="#br0">28594.000 16536.000 0,'3.000'18.000'0,"0.000"10.000"16,4.000-4.000-16,6.000-3.000 15,12.000-2.000 1,4.000-2.000-16,3.000-3.000 16,-2.000-4.000-1,-4.000-3.000-15,-10.000 1.000 16,-6.000 8.000-1,-10.000 2.000-15,-15.000 5.000 16,-15.000 8.000 0,-9.000-1.000-16,-4.000-3.000 15,9.000-5.000 1,10.000-7.000-16,9.000-5.000 16,9.000-3.000-1,9.000-2.000-15,11.000 1.000 16,8.000-3.000-16,9.000 0.000 15,3.000-1.000 1,-1.000 0.000-16,-7.000 3.000 16,-5.000 1.000-1,-10.000 6.000-15,-5.000 6.000 16,-13.000 7.000-16,-11.000 5.000 16,-8.000 4.000-1,-3.000 0.000-15,-1.000-4.000 16,5.000-8.000-1,8.000-8.000-15,4.000-5.000 16,13.000-9.000-16,0.000 0.000 16,0.000 6.000-1,11.000 0.000-15,0.000 0.000 16,-2.000 1.000 0,-8.000 4.000-16,-10.000 10.000 15,-15.000 8.000 1,-7.000 3.000-16,-2.000-1.000 15,7.000-7.000 1,10.000-6.000-16,13.000-3.000 16,16.000-5.000-1,20.000-4.000-15,20.000-8.000 16,13.000 0.000 0,8.000-5.000-16,-2.000 0.000 15,-7.000 0.000 1,-14.000 1.000-16,-17.000 2.000 15,-15.000-2.000 1,-13.000 0.000-16,-17.000-5.000 16,-12.000-5.000-16,-10.000-11.000 15,-3.000-1.000 1,-1.000-2.000-16,5.000 1.000 16,5.000 2.000-1,9.000 8.000-15,8.000 8.000 16,10.000 11.000-1,0.000 0.000-15,0.000 10.000 16,7.000 25.000-16,5.000 27.000 16,0.000 31.000-1,-4.000 25.000-15,-2.000 22.000 16,-11.000 10.000 0,-4.000-2.000-16,-3.000-9.000 15,-3.000-22.000 1,-2.000-30.000-16,-3.000-36.000 15,2.000-42.000 1,5.000-16.000-16,0.000-56.000 16,2.000-9.000-1</inkml:trace>
  <inkml:trace contextRef="#ctx0" brushRef="#br0">28964.000 16920.000 0,'12.000'23.000'0,"-4.000"7.000"16,-8.000-6.000-16,0.000-19.000 15,-1.000-9.000 1</inkml:trace>
  <inkml:trace contextRef="#ctx0" brushRef="#br0">29074.000 16391.000 0,'0.000'0.000'16,"0.000"0.000"-16,11.000 25.000 16,1.000 27.000-1,0.000 32.000-15,-8.000 34.000 16,-6.000 23.000 0,-3.000 13.000-16,-1.000 0.000 15,0.000-10.000-15,6.000-12.000 16,0.000-15.000-1,-2.000-16.000-15,-5.000-21.000 16,-3.000-24.000 0,-7.000-35.000-16,-5.000-33.000 15,-2.000-42.000 1,3.000-33.000-16,6.000-27.000 16,5.000-16.000-1,4.000-6.000-15,0.000 3.000 16,2.000 27.000-1</inkml:trace>
  <inkml:trace contextRef="#ctx0" brushRef="#br0">29200.000 16357.000 0,'0.000'0.000'15,"12.000"16.000"-15,-3.000 9.000 16,-7.000 2.000-1,-6.000-8.000 1,-2.000-11.000-16,1.000-3.000 16</inkml:trace>
  <inkml:trace contextRef="#ctx0" brushRef="#br0">29174.000 16484.000 0,'2.000'18.000'0,"8.000"4.000"15,0.000-1.000 1,6.000-2.000-16,5.000-3.000 16,5.000-1.000-1,-2.000-1.000-15,-1.000 0.000 16,-6.000 3.000-16,-5.000 0.000 16,-10.000 9.000-1,-8.000 3.000-15,-7.000 2.000 16,-10.000-1.000-1,-3.000 2.000-15,1.000-2.000 16,4.000-6.000 0,8.000-9.000-16,11.000-3.000 15,12.000-3.000-15,8.000-5.000 16,10.000 1.000 0,1.000-1.000-16,-1.000 0.000 15,-8.000 2.000-15,-8.000 6.000 16,-8.000 9.000-1,-13.000 8.000-15,-14.000 6.000 16,-11.000 6.000 0,-3.000-4.000-16,3.000-10.000 15,9.000-6.000 1,17.000-10.000-16,18.000-5.000 16,20.000-5.000-1,14.000 1.000 1,7.000 2.000-16,-3.000 1.000 15,-14.000 5.000-15,-13.000 7.000 16,-17.000 8.000 0,-28.000 11.000-16,-24.000 7.000 15,-14.000 4.000 1,-6.000-2.000-16,4.000-4.000 16,13.000-13.000-1,18.000-10.000-15,15.000-8.000 16,17.000-4.000-1,21.000-1.000-15,23.000-3.000 16,12.000-2.000-16,15.000 2.000 16,2.000-2.000-1,-1.000 1.000-15,-2.000 5.000 16,-11.000 1.000 0,-11.000 1.000-16,-16.000-2.000 15,-11.000-4.000 1,-9.000-1.000-1,-5.000-4.000-15,-4.000-7.000 16,-6.000-10.000-16,-7.000-6.000 16,-7.000-10.000-1,1.000-2.000-15,-5.000 1.000 16,2.000 9.000-16,8.000 10.000 16,3.000 8.000-1,1.000 6.000-15,1.000 12.000 16,-3.000 23.000-1,-8.000 35.000-15,2.000 40.000 16,0.000 33.000 0,7.000 25.000-16,6.000-3.000 15,5.000-26.000 1,1.000-39.000-16,5.000-34.000 16</inkml:trace>
  <inkml:trace contextRef="#ctx0" brushRef="#br0">29814.000 17031.000 0,'0.000'0.000'0,"0.000"0.000"16,33.000 0.000-1,29.000-5.000-15,18.000-3.000 16,8.000 1.000 0,-1.000 2.000-16,-4.000 1.000 15,-8.000 3.000 1,-12.000-3.000-16,-10.000 0.000 15,-12.000-3.000 1,-14.000-9.000-16,-18.000-6.000 16,-15.000-6.000-1,-14.000-10.000-15,-10.000-6.000 16,4.000 8.000 0</inkml:trace>
  <inkml:trace contextRef="#ctx0" brushRef="#br0">30209.000 16357.000 0,'0.000'0.000'16,"0.000"0.000"-16,8.000 45.000 16,3.000 34.000-1,1.000 24.000-15,-4.000 25.000 16,-2.000 21.000-1,-4.000 20.000-15,2.000 10.000 16,-1.000-8.000 0,0.000-20.000-16,2.000-28.000 15,2.000-30.000 1,-1.000-30.000-16,-2.000-32.000 16,-2.000-31.000-16,-2.000-11.000 15</inkml:trace>
  <inkml:trace contextRef="#ctx0" brushRef="#br0">30251.000 16954.000 0,'-41.000'81.000'16,"-25.000"36.000"-1,-10.000 8.000-15,6.000-11.000 16,10.000-24.000-16,13.000-27.000 16,15.000-33.000-1,18.000-34.000-15,16.000-30.000 16,21.000-24.000-1,12.000-17.000-15,11.000-8.000 16,3.000 4.000 0,-10.000 19.000-16</inkml:trace>
  <inkml:trace contextRef="#ctx0" brushRef="#br0">30268.000 17091.000 0,'51.000'68.000'16,"19.000"35.000"-1,-7.000 4.000-15,-13.000-11.000 16,-15.000-18.000-16,-8.000-18.000 16,-8.000-21.000-1,-6.000-20.000 1,-6.000-21.000-16,-7.000-6.000 16,-2.000 1.000-16</inkml:trace>
  <inkml:trace contextRef="#ctx0" brushRef="#br0">30075.000 17372.000 0,'0.000'0.000'0,"30.000"5.000"15,21.000-4.000 1,11.000-9.000-16,6.000-8.000 15,2.000-10.000 1,-19.000 0.000-16,6.000-7.000 16,-9.000 0.000-16</inkml:trace>
  <inkml:trace contextRef="#ctx0" brushRef="#br0">30890.000 16629.000 0,'27.000'-3.000'0,"-3.000"17.000"15,-21.000 21.000 1,-27.000 23.000-16,-21.000 11.000 15,-13.000 2.000 1,-2.000-6.000 0,9.000-10.000-16,17.000-21.000 15,15.000-23.000-15,20.000-21.000 16,21.000-24.000 0,9.000-15.000-16,-2.000 6.000 15</inkml:trace>
  <inkml:trace contextRef="#ctx0" brushRef="#br0">31033.000 16851.000 0,'32.000'32.000'16,"11.000"12.000"-16,-4.000 1.000 16,-9.000-6.000-1,-11.000-5.000-15,-11.000-9.000 16,-12.000-13.000-1,-8.000-13.000-15,-6.000-15.000 16,2.000-1.000 0</inkml:trace>
  <inkml:trace contextRef="#ctx0" brushRef="#br0">30882.000 17022.000 0,'8.000'24.000'0,"4.000"4.000"16,5.000 2.000-1,-2.000-7.000-15,-2.000-10.000 16,-4.000-8.000-16,-9.000-5.000 16,2.000-2.000-1</inkml:trace>
  <inkml:trace contextRef="#ctx0" brushRef="#br0">30848.000 17363.000 0,'41.000'12.000'0,"15.000"3.000"15,-7.000 0.000 1,-14.000-3.000-16,-13.000 4.000 15,-16.000 7.000 1,-12.000 8.000-16,-12.000 10.000 16,-1.000 1.000-1,4.000-4.000-15,8.000-8.000 16,14.000-13.000 0,13.000-17.000-16,12.000-19.000 15,9.000-22.000-15,7.000-19.000 16,2.000-16.000-1,-6.000-8.000-15,-11.000-3.000 16,-11.000-8.000 0,-14.000-3.000-16,-6.000 21.000 15</inkml:trace>
  <inkml:trace contextRef="#ctx0" brushRef="#br0">31294.000 16587.000 0,'46.000'10.000'0,"13.000"1.000"16,-12.000 3.000-1,-12.000 0.000-15,-14.000 7.000 16,-21.000 13.000 0,-20.000 2.000-16,-16.000-1.000 15,-10.000-4.000 1,-1.000-4.000-16,8.000-9.000 15,11.000-7.000 1,10.000-3.000-16,9.000-2.000 16,9.000-6.000-16,0.000 0.000 15,0.000 11.000 1,7.000 5.000-16,3.000 9.000 16,0.000 11.000-16,1.000 17.000 15,-4.000 11.000 1,-2.000 9.000-16,-5.000 1.000 15,-3.000-6.000 1,-2.000-11.000-16,2.000-20.000 16,2.000-21.000-1,0.000-18.000-15,1.000-8.000 16,0.000 1.000 0</inkml:trace>
  <inkml:trace contextRef="#ctx0" brushRef="#br0">31327.000 17005.000 0,'23.000'6.000'16,"9.000"1.000"-16,3.000 0.000 16,0.000-4.000-1,0.000-1.000-15,0.000-1.000 16,-3.000-1.000-1,-2.000 2.000 1,-6.000 1.000-16,-5.000 1.000 16,-5.000 6.000-16,-5.000 6.000 15,-4.000 11.000-15,-8.000 9.000 16,-2.000 10.000 0,-3.000 8.000-1,1.000 2.000-15,-1.000-5.000 16,-2.000-8.000-16,-1.000-11.000 15,1.000-13.000 1,2.000-12.000-16,2.000-11.000 16,3.000-4.000-1,2.000-11.000-15,0.000 0.000 16</inkml:trace>
  <inkml:trace contextRef="#ctx0" brushRef="#br0">31530.000 17261.000 0,'-11.000'38.000'0,"-11.000"22.000"16,-11.000 8.000-16,-6.000 1.000 16,-3.000-5.000-1,1.000-11.000 1,2.000-8.000-16,7.000-13.000 15,8.000-7.000-15,6.000-14.000 16,8.000-14.000 0,9.000-12.000-16,5.000-3.000 15</inkml:trace>
  <inkml:trace contextRef="#ctx0" brushRef="#br0">31462.000 17645.000 0,'32.000'23.000'0,"17.000"12.000"16,2.000 3.000-1,-3.000-2.000-15,-1.000-4.000 16,-3.000-6.000 0,-2.000-10.000-16,-2.000-11.000 15,-2.000-12.000 1,-2.000-9.000-16,-8.000-1.000 15</inkml:trace>
  <inkml:trace contextRef="#ctx0" brushRef="#br0">32261.000 17808.000 0,'6.000'0.000'0,"2.000"0.000"0,-6.000-12.000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2-11T08:23:56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1686.000 1551.000 0,'0.000'0.000'15,"0.000"0.000"-15,0.000 0.000 16,0.000 0.000 0,0.000 29.000-16,-3.000 14.000 15,-5.000 11.000 1,-5.000 2.000-16,-3.000 3.000 16,2.000 3.000-1,-4.000-1.000-15,3.000-5.000 16,-1.000-2.000-1,4.000-6.000-15,3.000-8.000 16,3.000-5.000 0,1.000-10.000-16,1.000-9.000 15</inkml:trace>
  <inkml:trace contextRef="#ctx0" brushRef="#br0">1787.000 2174.000 0,'0.000'0.000'15,"0.000"0.000"-15,0.000 0.000 16</inkml:trace>
  <inkml:trace contextRef="#ctx0" brushRef="#br0">2284.000 1722.000 0,'0.000'0.000'16,"30.000"-9.000"-16,17.000-10.000 15,7.000-1.000 1,2.000-1.000-16,-5.000 2.000 16,-4.000 0.000-1,-5.000 5.000-15,-7.000 2.000 16,-8.000 5.000-16,-11.000 2.000 16,-16.000 5.000-1,5.000-6.000-15,-8.000-2.000 16,-9.000-3.000-1,-10.000 1.000-15,-7.000 1.000 16,-1.000 1.000 0,1.000-3.000-16,6.000-1.000 15,1.000 2.000 1,6.000 4.000-16,7.000 2.000 16,9.000 4.000-1,-4.000 3.000-15,4.000 7.000 16,4.000 10.000-16,-1.000 6.000 15,-1.000 11.000 1,-4.000 12.000-16,-2.000 5.000 16,-1.000 6.000-1,-1.000 1.000-15,-3.000-3.000 16,2.000-8.000 0,-3.000-7.000-16,4.000-9.000 15,1.000-9.000 1,-2.000-10.000-16,-2.000-7.000 15,-3.000-9.000 1,-4.000-7.000-16,-4.000-11.000 16,3.000-6.000-1,1.000 2.000-15,6.000 2.000 16,3.000 5.000 0,6.000 1.000-16,13.000-1.000 15,12.000 0.000-15,13.000-7.000 16,12.000-4.000-1,9.000-7.000 1,6.000 0.000-16,1.000-2.000 16,-2.000 0.000-1,-6.000 8.000-15,-11.000 6.000 16,-8.000 13.000 0,-12.000 9.000-16,-6.000 11.000 15,-7.000 12.000-15,-6.000 11.000 16,-8.000 6.000-1,-7.000 4.000-15,-2.000 4.000 16,-1.000-8.000 0,-2.000-8.000-16,4.000-11.000 15,2.000-12.000 1,0.000-14.000-16,-1.000-20.000 16,1.000-3.000-1</inkml:trace>
  <inkml:trace contextRef="#ctx0" brushRef="#br0">2762.000 1491.000 0,'0.000'50.000'15,"-4.000"26.000"1,-6.000 9.000-16,-6.000 0.000 15,-7.000-9.000 1,-3.000-14.000-16,4.000-16.000 31,3.000-15.000-31,-1.000-19.000 0,3.000-12.000 16</inkml:trace>
  <inkml:trace contextRef="#ctx0" brushRef="#br0">2585.000 1876.000 0,'0.000'0.000'0,"24.000"15.000"16,9.000 9.000-16,0.000 2.000 16,-3.000 0.000-1,-8.000-5.000-15,-9.000-6.000 16,-5.000-3.000-1</inkml:trace>
  <inkml:trace contextRef="#ctx0" brushRef="#br0">2234.000 2337.000 0,'37.000'-6.000'0,"32.000"-6.000"15,23.000-4.000 1,4.000 2.000-16,-2.000 1.000 16,-5.000 1.000-1,-10.000-4.000-15,-12.000 0.000 16,-19.000 1.000-1</inkml:trace>
  <inkml:trace contextRef="#ctx0" brushRef="#br0">3318.000 1560.000 0,'0.000'0.000'0,"17.000"10.000"0,7.000 7.000 15,1.000 5.000 1,-3.000 2.000-16,-10.000-2.000 15,-10.000-10.000 1,-4.000-6.000-16</inkml:trace>
  <inkml:trace contextRef="#ctx0" brushRef="#br0">3485.000 1483.000 0,'0.000'0.000'0,"21.000"11.000"15,9.000 7.000 1,-6.000-10.000-16,-2.000-13.000 16,-5.000 0.000-16</inkml:trace>
  <inkml:trace contextRef="#ctx0" brushRef="#br0">3788.000 1483.000 0,'0.000'0.000'16,"-21.000"31.000"-16,-21.000 19.000 15,-20.000 13.000 1,-15.000-14.000-1,11.000-16.000-15</inkml:trace>
  <inkml:trace contextRef="#ctx0" brushRef="#br0">3226.000 1883.000 0,'0.000'0.000'15,"0.000"0.000"-15,15.000 19.000 16,3.000 14.000 0,-6.000 5.000-16,0.000-5.000 15,-8.000-7.000 1,-1.000-8.000-16,-3.000-18.000 16,8.000 6.000-16,-1.000-14.000 15,1.000-7.000 1,1.000-9.000-16,0.000-3.000 15,4.000 3.000 1,0.000 3.000-16,1.000 4.000 16,5.000 0.000-1,9.000 5.000-15,9.000-1.000 16,9.000 0.000 0,6.000-2.000-16,4.000 1.000 15,1.000 4.000 1,0.000 5.000-16,-6.000 7.000 15,-16.000 1.000 1,-17.000 1.000-16,-19.000 1.000 16,-6.000 2.000-16</inkml:trace>
  <inkml:trace contextRef="#ctx0" brushRef="#br0">3518.000 2038.000 0,'22.000'0.000'16,"8.000"0.000"-16,1.000 4.000 15,-10.000 5.000-15,-9.000 6.000 16,-12.000 0.000 0,-10.000 6.000-16,-8.000 5.000 15,1.000 1.000 1,3.000-2.000-16,4.000 1.000 15,7.000-5.000 1,6.000 2.000-16,7.000 2.000 16,6.000 2.000-16,0.000-1.000 15,-1.000 1.000 1,-5.000-4.000-16,-4.000-3.000 16,-6.000-5.000-1,-7.000-3.000-15,-8.000-3.000 16,-10.000-2.000-1,-6.000-7.000-15,-4.000-4.000 16,4.000-3.000 0,5.000-7.000-16,6.000-3.000 15,12.000-2.000 1,12.000-2.000-16,15.000-2.000 16,17.000-3.000-16,15.000-2.000 15,11.000-2.000 1,8.000-2.000-16,0.000 5.000 31,-3.000 7.000-31,-12.000 6.000 0,-14.000 3.000 16,-15.000 4.000-1,-8.000 7.000-15,-18.000 0.000 16,-3.000 0.000 0,-14.000-4.000-16,-3.000-12.000 15,3.000-3.000 1</inkml:trace>
  <inkml:trace contextRef="#ctx0" brushRef="#br0">4376.000 1542.000 0,'0.000'0.000'0,"0.000"0.000"16,-16.000 41.000-16,-20.000 10.000 16,2.000-9.000-1</inkml:trace>
  <inkml:trace contextRef="#ctx0" brushRef="#br0">4183.000 2106.000 0,'2.000'19.000'0,"-1.000"11.000"15,-4.000-2.000 1,-1.000-6.000-16,0.000-8.000 16,4.000-14.000-16,4.000-4.000 15,9.000-12.000 1,7.000-12.000-16,7.000-10.000 15,9.000-3.000 1,1.000-1.000-16,6.000 4.000 16,-2.000 2.000-1,-2.000 8.000-15,-3.000 11.000 16,-4.000 10.000 0,-3.000 11.000-16,-5.000 13.000 15,-1.000 12.000 1,-7.000 6.000-16,-4.000 7.000 15,-8.000 1.000-15,-8.000-5.000 16,-7.000-6.000 0,-1.000-9.000-1,-1.000-9.000-15,0.000-10.000 16,-4.000-14.000-16,2.000-16.000 16,-1.000-16.000-1,3.000-12.000-15,9.000-6.000 16,7.000-5.000-1,11.000-2.000-15,9.000 5.000 16,8.000 6.000 0,12.000 3.000-1,2.000 7.000-15,3.000 12.000 16,-2.000 10.000 0,-2.000 10.000-16,-5.000 12.000 15,-7.000 13.000 1,-5.000 14.000-16,-6.000 14.000 15,-3.000 11.000 1,-9.000 12.000-16,0.000 13.000 16,-7.000 5.000-16,-2.000 5.000 15,-2.000 4.000 1,-7.000-2.000-16,0.000-3.000 16,-5.000-8.000-1,-3.000-16.000-15,1.000-16.000 16,-2.000-18.000-16,2.000-20.000 15,-3.000-25.000 1,-5.000-23.000 0,3.000 1.000-16</inkml:trace>
  <inkml:trace contextRef="#ctx0" brushRef="#br0">4687.000 2089.000 0,'0.000'0.000'0,"0.000"0.000"15,13.000 9.000-15,-2.000 0.000 16,-3.000-4.000 0</inkml:trace>
  <inkml:trace contextRef="#ctx0" brushRef="#br0">5276.000 1730.000 0,'121.000'-25.000'16,"39.000"-6.000"-1,-14.000 5.000-15,-32.000 4.000 16,-39.000 5.000-16,-28.000 4.000 16,-25.000-3.000-1,-20.000 1.000-15,-18.000-2.000 16,-17.000-4.000-1,-15.000-3.000-15,-4.000-1.000 16,-3.000 0.000-16,2.000 10.000 16,7.000 7.000-1,7.000 8.000-15,10.000 5.000 16,8.000 4.000 0,6.000 2.000-16,8.000 8.000 15,2.000 12.000 1,1.000 15.000-16,-3.000 15.000 15,-4.000 11.000 1,-1.000 9.000 0,-4.000 2.000-16,3.000-5.000 15,4.000-12.000-15,6.000-17.000 16,5.000-16.000 0,4.000-22.000-16,6.000-27.000 15,5.000-23.000 1,-5.000-1.000-16</inkml:trace>
  <inkml:trace contextRef="#ctx0" brushRef="#br0">5714.000 1209.000 0,'13.000'40.000'16,"5.000"24.000"-16,-5.000 15.000 16,-7.000 12.000-1,-6.000 4.000-15,-3.000 0.000 16,-3.000-8.000 0,2.000-8.000-16,2.000-11.000 15,2.000-13.000 1,0.000-12.000-16,-1.000-14.000 15,-2.000-11.000-15,-3.000-14.000 16,-1.000-15.000 0,-6.000-9.000-16,0.000 0.000 15</inkml:trace>
  <inkml:trace contextRef="#ctx0" brushRef="#br0">5453.000 1894.000 0,'0.000'0.000'0,"0.000"0.000"15,30.000-5.000-15,12.000 1.000 16,2.000-8.000 0,-11.000-7.000-16,-9.000 3.000 15</inkml:trace>
  <inkml:trace contextRef="#ctx0" brushRef="#br0">5437.000 1995.000 0,'33.000'-1.000'16,"17.000"-2.000"-1,3.000-5.000-15,-2.000 0.000 16,-5.000-2.000 0,-9.000 1.000-16,-12.000-6.000 15,-16.000 2.000-15,-7.000 4.000 16</inkml:trace>
  <inkml:trace contextRef="#ctx0" brushRef="#br0">5252.000 2191.000 0,'27.000'-10.000'16,"23.000"-5.000"-1,10.000-6.000-15,5.000-1.000 16,3.000 1.000-1,-7.000 1.000-15,-4.000 7.000 16,-10.000 4.000 0,-13.000 8.000-16,-14.000 7.000 15,-13.000 9.000-15,-24.000 7.000 16,-21.000 9.000 0,-20.000 11.000-16,-9.000 3.000 15,0.000 0.000 1,3.000-5.000-16,13.000-9.000 15,16.000-12.000 1,19.000-20.000-16,19.000-21.000 16,17.000-17.000-1,18.000-6.000-15,12.000 4.000 16,8.000 11.000 0,7.000 18.000-16,-3.000 7.000 15,-7.000 5.000 1,-6.000 0.000-16,2.000 5.000 15,-5.000 1.000 1,-5.000 3.000-16,-13.000 0.000 16,-10.000 1.000-1,-11.000 0.000-15,-11.000-11.000 16,-9.000-9.000-16,-2.000-1.000 16</inkml:trace>
  <inkml:trace contextRef="#ctx0" brushRef="#br0">5520.000 2337.000 0,'0.000'0.000'16,"35.000"0.000"-16,22.000-4.000 16,5.000-2.000-1,-4.000-6.000-15,-8.000-5.000 16,-10.000-7.000-1,-12.000 2.000-15,-14.000 2.000 16,-6.000 5.000 0</inkml:trace>
  <inkml:trace contextRef="#ctx0" brushRef="#br0">5646.000 2217.000 0,'2.000'39.000'16,"2.000"13.000"-16,2.000-2.000 16,1.000-9.000-1,2.000-13.000-15,5.000-12.000 16,5.000-14.000-16,8.000-15.000 16,8.000-15.000-1,7.000-24.000 1,2.000-17.000-16,4.000-13.000 15,-10.000 13.000-15</inkml:trace>
  <inkml:trace contextRef="#ctx0" brushRef="#br0">6135.000 1910.000 0,'60.000'-19.000'15,"30.000"-7.000"-15,8.000 3.000 16,-4.000 11.000 0,-11.000 1.000-16,-14.000 4.000 15,-13.000 2.000 1,-16.000 0.000-16,-9.000-3.000 16,-15.000-6.000-16,-14.000-12.000 15,-14.000-8.000 1,-4.000 3.000-16</inkml:trace>
  <inkml:trace contextRef="#ctx0" brushRef="#br0">6429.000 1363.000 0,'0.000'0.000'0,"0.000"0.000"15,0.000 0.000 1,0.000 0.000-16,0.000 0.000 0,0.000 0.000 16,0.000 36.000-1,-5.000 28.000 1,-2.000 15.000-16,0.000 14.000 16,2.000 9.000-1,-1.000 6.000-15,2.000 2.000 16,3.000 0.000-1,2.000-4.000-15,1.000-12.000 16,-1.000-11.000 0,-1.000-17.000-16,0.000-16.000 15,0.000-19.000 1,0.000-31.000-16,-4.000-8.000 16,1.000-33.000-16,-1.000-24.000 15,1.000 5.000 1</inkml:trace>
  <inkml:trace contextRef="#ctx0" brushRef="#br0">6370.000 2038.000 0,'-34.000'24.000'0,"-20.000"16.000"15,-4.000 11.000 1,6.000 0.000-16,11.000-7.000 15,11.000-12.000 1,16.000-23.000-16,7.000-13.000 16</inkml:trace>
  <inkml:trace contextRef="#ctx0" brushRef="#br0">6429.000 1971.000 0,'24.000'17.000'0,"13.000"10.000"16,-1.000 11.000 0,-3.000 5.000-16,-8.000 5.000 15,-7.000-1.000 1,-5.000-6.000-16,-6.000-13.000 16,-8.000-13.000-1,-5.000-13.000-15,-1.000-5.000 16</inkml:trace>
  <inkml:trace contextRef="#ctx0" brushRef="#br0">6277.000 2243.000 0,'0.000'0.000'0,"37.000"-4.000"16,25.000-3.000-16,7.000-12.000 15,-2.000-11.000 1,-15.000 6.000-16</inkml:trace>
  <inkml:trace contextRef="#ctx0" brushRef="#br0">7177.000 1894.000 0,'28.000'-14.000'15,"18.000"-9.000"-15,12.000-2.000 16,2.000 1.000-1,-3.000-2.000-15,-5.000 3.000 16,-7.000 3.000 0,-5.000 6.000-1,-10.000 1.000-15,-9.000 3.000 16,-10.000 2.000-16,-8.000-5.000 16,-7.000-2.000-1,-7.000-5.000-15,-6.000-6.000 16,-6.000-6.000-1,-5.000-3.000-15,-4.000-3.000 16,4.000 1.000 0,2.000 5.000-16,7.000 9.000 15,5.000 9.000 1,5.000 6.000-16,9.000 8.000 16,0.000 0.000-16,-4.000 8.000 15,4.000 17.000 1,3.000 14.000-16,-1.000 21.000 15,-2.000 20.000 1,-7.000 17.000 0,-4.000 13.000-16,-2.000 7.000 15,-1.000-1.000 1,2.000-9.000-16,2.000-15.000 16,6.000-22.000-16,3.000-18.000 15,3.000-17.000 1,0.000-16.000-16,-2.000-19.000 15,2.000-9.000-15,0.000-27.000 16,-7.000-20.000 0,-2.000 4.000-16</inkml:trace>
  <inkml:trace contextRef="#ctx0" brushRef="#br0">7320.000 1927.000 0,'-10.000'33.000'0,"-12.000"24.000"16,-6.000 7.000-1,-5.000 0.000-15,0.000-8.000 16,3.000-14.000 0,10.000-29.000-1,13.000-26.000-15,13.000-17.000 16,16.000-19.000-16,10.000-9.000 15,7.000 2.000 1,5.000 19.000-16,-2.000 13.000 16,-12.000 13.000-1,-5.000 10.000-15,-5.000 7.000 16,1.000 10.000 0,0.000 8.000-16,-2.000 5.000 15,3.000 2.000 1,-4.000-2.000-16,-2.000-9.000 15,-2.000-17.000 1,0.000-19.000-16,-1.000-18.000 16,-2.000-16.000-1,-6.000-11.000-15,-3.000 9.000 16</inkml:trace>
  <inkml:trace contextRef="#ctx0" brushRef="#br0">7572.000 1705.000 0,'13.000'-17.000'0,"14.000"-12.000"16,7.000 0.000-1,7.000-1.000-15,3.000 7.000 16,-1.000 3.000 0,-2.000 5.000-1,-11.000 7.000-15,-9.000 7.000 16,-6.000 5.000-16,-6.000 5.000 15,-4.000 8.000-15,-3.000 7.000 16,-5.000 10.000 0,-5.000 9.000-16,-4.000 11.000 15,-3.000 4.000 1,1.000-2.000-16,3.000-7.000 16,4.000-7.000-1,4.000-10.000-15,3.000-11.000 16,0.000-9.000-1,0.000-18.000-15,-3.000-11.000 16,0.000-3.000 0</inkml:trace>
  <inkml:trace contextRef="#ctx0" brushRef="#br0">7714.000 1798.000 0,'22.000'-9.000'0,"11.000"-4.000"16,3.000 0.000 0,-2.000 3.000-16,-7.000 7.000 15,-9.000 5.000-15,-12.000 9.000 16,-15.000 8.000 0,-12.000 8.000-16,-9.000 0.000 15,-2.000 4.000 1,1.000-2.000-16,6.000-1.000 15,10.000-6.000 1,7.000-4.000-16,14.000-8.000 16,12.000-9.000-1,14.000-9.000-15,10.000-9.000 16,-1.000-3.000 0,-7.000 0.000-16,-7.000 4.000 15,-9.000 2.000 1,-13.000 1.000-16,-14.000 4.000 15,-17.000 1.000-15,-9.000-3.000 16,-13.000-2.000 0,8.000 0.000-1</inkml:trace>
  <inkml:trace contextRef="#ctx0" brushRef="#br0">7647.000 1798.000 0,'7.000'55.000'16,"-7.000"27.000"-16,-9.000 4.000 15,-6.000-5.000 1,-1.000-14.000-16,6.000-17.000 16,5.000-16.000-1,8.000-15.000-15,10.000-17.000 16,11.000-17.000-1,8.000-16.000-15,2.000-6.000 16,-3.000 4.000 0,-8.000 7.000-16,-7.000 16.000 15,0.000 11.000 1,-6.000 17.000-16,-7.000 14.000 16,-6.000 8.000-1,-4.000 7.000-15,-2.000-5.000 16,2.000-11.000-1,2.000-15.000-15,6.000-25.000 16,6.000-23.000 0,2.000-24.000-16,3.000-19.000 15,1.000-13.000 1,-5.000 14.000-16</inkml:trace>
  <inkml:trace contextRef="#ctx0" brushRef="#br0">7917.000 1662.000 0,'53.000'-21.000'0,"20.000"-1.000"16,-6.000 12.000-1,-16.000 15.000-15,-21.000 16.000 16,-25.000 14.000 0,-25.000 10.000-16,-17.000 10.000 15,-8.000 1.000 1,1.000-5.000-16,9.000-7.000 15,13.000-9.000 1,9.000-11.000-16,18.000-9.000 16,17.000-10.000-1,19.000-10.000-15,15.000-12.000 16,3.000-2.000 0,-6.000-7.000-16,-10.000 3.000 15,-12.000 11.000 1,-14.000-1.000-16,-16.000 1.000 15,-13.000-1.000-15,-13.000-6.000 16,-10.000-7.000 0,3.000 3.000-16</inkml:trace>
  <inkml:trace contextRef="#ctx0" brushRef="#br0">8085.000 1817.000 0,'0.000'31.000'16,"-2.000"16.000"-1,-6.000 14.000-15,-10.000 4.000 16,-13.000 2.000 0,-5.000-9.000-16,0.000-10.000 15,5.000-20.000 1,8.000-22.000 0,15.000-21.000-16,14.000-15.000 15,15.000-7.000-15,10.000 8.000 16,7.000 20.000-1,-1.000 9.000-15,-8.000 8.000 16,-10.000 8.000 0,-4.000 10.000-16,-6.000 9.000 15,-5.000 9.000 1,-2.000 2.000-16,-2.000-5.000 16,6.000-7.000-1,6.000-10.000-15,10.000-12.000 16,14.000-15.000-1,13.000-17.000-15,8.000-6.000 16,3.000-9.000 0,-5.000 0.000-16,-5.000 3.000 15,-12.000 6.000 1,-16.000 7.000-16,-11.000 1.000 16,-15.000-4.000-1,-10.000-8.000-15,-6.000-18.000 16,-2.000-22.000-1,3.000 9.000-15</inkml:trace>
  <inkml:trace contextRef="#ctx0" brushRef="#br0">9068.000 1304.000 0,'-27.000'36.000'16,"-29.000"25.000"-16,-17.000 11.000 15,0.000-7.000 1,10.000-23.000-16,17.000-18.000 16</inkml:trace>
  <inkml:trace contextRef="#ctx0" brushRef="#br0">8909.000 1467.000 0,'49.000'2.000'16,"24.000"4.000"-1,3.000 4.000-15,-10.000 1.000 16,-10.000 0.000-16,-13.000 3.000 15,-11.000-2.000 1,-11.000-1.000 0,-21.000-11.000-16,-5.000 0.000 15,-9.000-4.000-15</inkml:trace>
  <inkml:trace contextRef="#ctx0" brushRef="#br0">8951.000 1672.000 0,'0.000'0.000'0,"24.000"4.000"15,8.000 4.000 1,-2.000 2.000-16,-30.000-10.000 16,14.000 4.000-1</inkml:trace>
  <inkml:trace contextRef="#ctx0" brushRef="#br0">8951.000 1817.000 0,'39.000'-4.000'0,"13.000"3.000"15,-5.000 2.000 1,-14.000 3.000-16,-13.000 6.000 15,-12.000 2.000-15,-13.000 6.000 16,-11.000 2.000 0,-2.000 1.000-16,1.000 0.000 15,2.000-1.000 1,7.000-1.000-16,6.000-4.000 16,10.000-4.000-1,3.000 0.000-15,4.000-1.000 16,-2.000-2.000-1,-4.000 2.000-15,-10.000 5.000 16,-13.000 9.000-16,-17.000 3.000 16,-13.000 9.000-1,-6.000 1.000-15,2.000 0.000 16,14.000 1.000 0,13.000-4.000-1,17.000-3.000-15,22.000-10.000 16,20.000-8.000-16,19.000-11.000 15,12.000-5.000 1,0.000-6.000-16,-4.000-5.000 16,-12.000 1.000-1,-12.000 3.000-15,-15.000 2.000 16,-10.000 0.000 0,-18.000-5.000-16,-21.000-4.000 15,-17.000-1.000 1,-6.000 1.000-16,3.000 0.000 15,10.000 3.000-15,19.000 1.000 16,22.000-3.000 0,18.000 1.000-16,18.000 3.000 15,16.000-2.000 1,10.000 2.000-16,-1.000 6.000 16,-6.000 2.000-1,-11.000 2.000-15,-13.000 6.000 16,-11.000 4.000-1,-13.000 5.000 1,-16.000-6.000-16,-6.000-5.000 16</inkml:trace>
  <inkml:trace contextRef="#ctx0" brushRef="#br0">9893.000 2191.000 0,'0.000'0.000'16</inkml:trace>
  <inkml:trace contextRef="#ctx0" brushRef="#br0">3494.000 3267.000 0,'0.000'0.000'0,"0.000"0.000"15,9.000-21.000-15,2.000-11.000 16,3.000 0.000 0,-2.000 6.000-16,-1.000 9.000 15,1.000 9.000 1,-3.000 1.000-16,-2.000 0.000 15,-3.000-1.000 1,0.000 5.000-16,-4.000 3.000 16,0.000 0.000-16,3.000 5.000 15,-7.000 14.000 1,-9.000 8.000-16,-10.000 9.000 16,-13.000 6.000-1,-11.000 4.000-15,-10.000 4.000 16,-8.000-1.000-1,-4.000-2.000-15,4.000-6.000 16,10.000-6.000 0,10.000-8.000-1,9.000-22.000-15,11.000-17.000 16,10.000-5.000-16</inkml:trace>
  <inkml:trace contextRef="#ctx0" brushRef="#br0">3410.000 3344.000 0,'0.000'0.000'0,"0.000"0.000"16,-3.000 27.000-16,-13.000 19.000 15,-11.000 8.000 1,-11.000-2.000-16,-3.000-2.000 15,-3.000-6.000 1,9.000-10.000-16,11.000-12.000 16,10.000-8.000-1,14.000-14.000-15,10.000-3.000 16,18.000-10.000 0,12.000-5.000-16,7.000-1.000 15,4.000-2.000 1,-8.000 4.000-16,-6.000 7.000 15,-11.000 9.000 1,-10.000 8.000-16,-19.000 10.000 16,-16.000 13.000-1,-16.000 10.000-15,-15.000 4.000 16,-5.000 2.000 0,-3.000-3.000-16,7.000-5.000 15,9.000-11.000 1,14.000-8.000-16,15.000-15.000 15,22.000-9.000 1,20.000-16.000-16,25.000-7.000 16,13.000-6.000-16,13.000-1.000 31,5.000 8.000-31,-3.000 8.000 0,-11.000 11.000 16,-18.000 8.000-1,-16.000 8.000-15,-19.000 9.000 16,-20.000 4.000-1,-20.000 5.000-15,-15.000 0.000 16,-10.000-2.000 0,-4.000-13.000-16,-4.000-12.000 15,10.000-5.000 1</inkml:trace>
  <inkml:trace contextRef="#ctx0" brushRef="#br0">3359.000 3864.000 0,'9.000'24.000'0,"4.000"16.000"15,-5.000 9.000-15,-4.000 4.000 16,-1.000 3.000 0,-6.000 0.000-16,-1.000-10.000 15,1.000-7.000 1,2.000-11.000-1,0.000-9.000-15,-2.000-18.000 16,-5.000-18.000-16,0.000-2.000 16</inkml:trace>
  <inkml:trace contextRef="#ctx0" brushRef="#br0">3182.000 4102.000 0,'0.000'0.000'16,"-13.000"18.000"-16,-2.000 3.000 15,4.000-19.000-15,3.000-10.000 16</inkml:trace>
  <inkml:trace contextRef="#ctx0" brushRef="#br0">3552.000 4035.000 0,'18.000'11.000'0,"3.000"10.000"16,-4.000 5.000 0,-7.000-1.000-16,-5.000-9.000 15,-4.000-8.000 1</inkml:trace>
  <inkml:trace contextRef="#ctx0" brushRef="#br0">4033.000 3556.000 0,'0.000'0.000'0,"-5.000"28.000"0,-5.000 18.000 16,-4.000 8.000-1,2.000 1.000-15,2.000-4.000 16,9.000-7.000 0,10.000-5.000-16,5.000-3.000 15,6.000-3.000 1,-5.000-3.000-16,-1.000 0.000 15,-6.000 2.000 1,-9.000-3.000-16,-8.000 0.000 16,-11.000-11.000-1,-3.000-15.000-15,0.000-25.000 16,7.000-8.000 0</inkml:trace>
  <inkml:trace contextRef="#ctx0" brushRef="#br0">4402.000 3326.000 0,'0.000'0.000'0,"-27.000"22.000"15,-14.000 10.000 1,-3.000 2.000-16,9.000-3.000 15,19.000-10.000 1,18.000-5.000-16,20.000-8.000 16,19.000-9.000-1,17.000-8.000-15,8.000 0.000 16,-3.000-2.000 0,-9.000 6.000-16,-15.000 3.000 15,-16.000 11.000 1,-19.000 13.000-16,-26.000 7.000 15,-21.000 10.000 1,-16.000 1.000-16,-8.000-4.000 16,7.000 0.000-1,14.000-9.000-15,17.000-10.000 16,29.000-17.000 0,7.000 2.000-16,31.000-8.000 15,17.000-6.000 1,5.000-3.000-1,0.000 1.000-15,-6.000 3.000 16,-14.000 7.000-16,-15.000 6.000 16,-12.000 12.000-16,-20.000 11.000 15,-22.000 10.000 1,-16.000 8.000-16,-14.000 10.000 16,-10.000 6.000-1,-5.000 1.000-15,8.000-5.000 16,14.000-9.000-1,10.000-13.000-15,20.000-14.000 16,18.000-27.000 0,19.000-26.000-16,3.000-2.000 15</inkml:trace>
  <inkml:trace contextRef="#ctx0" brushRef="#br0">4477.000 3924.000 0,'-8.000'36.000'0,"-8.000"18.000"15,0.000 4.000-15,7.000-11.000 16,5.000-12.000 0,12.000-12.000-16,12.000-12.000 15,13.000-13.000 1,12.000-15.000-16,9.000-6.000 15,3.000-6.000 1,-3.000 0.000-16,-7.000 2.000 16,-13.000 3.000-1,-9.000 1.000-15,-11.000 4.000 16,-7.000-7.000-16,-16.000 0.000 16,-7.000-3.000-1,-10.000 3.000-15,-1.000 7.000 16,3.000 5.000-1,8.000-2.000-15,4.000 0.000 16</inkml:trace>
  <inkml:trace contextRef="#ctx0" brushRef="#br0">5143.000 4077.000 0,'0.000'0.000'16,"0.000"0.000"-1</inkml:trace>
  <inkml:trace contextRef="#ctx0" brushRef="#br0">5748.000 3216.000 0,'0.000'0.000'0,"0.000"0.000"16,0.000 0.000 0,0.000 0.000-16,-5.000 20.000 15,-4.000 13.000-15,-5.000 4.000 16,-5.000 5.000-1,-2.000-3.000-15,4.000 2.000 16,2.000 5.000 0,3.000-1.000-1,2.000 2.000-15,-3.000 3.000 16,4.000 6.000 0,2.000 2.000-16,3.000 4.000 15,4.000-3.000 1,6.000-3.000-16,4.000-3.000 15,7.000-7.000 1,4.000-2.000-16,5.000-2.000 16,4.000-6.000-1,0.000-5.000-15,1.000-2.000 16,-4.000-4.000-16,-1.000-4.000 16,-2.000-3.000-1,-7.000-6.000-15,-3.000-1.000 16,-5.000-7.000-1,-2.000-14.000-15,-2.000-14.000 16,-1.000-2.000 0</inkml:trace>
  <inkml:trace contextRef="#ctx0" brushRef="#br0">6234.000 3411.000 0,'0.000'0.000'15,"0.000"0.000"-15,15.000-12.000 16,8.000-3.000 0,8.000 4.000-16,2.000 7.000 15,-1.000 6.000 1,-5.000 5.000-16,-10.000 2.000 15,-7.000 9.000-15,-8.000 3.000 32,-12.000 8.000-32,-6.000 5.000 15,-6.000 7.000-15,-1.000 2.000 16,6.000 0.000 0,7.000 3.000-16,10.000-1.000 15,11.000-1.000-15,7.000 1.000 16,7.000-5.000-1,-2.000-4.000-15,-2.000-2.000 16,-5.000-1.000 0,-10.000-1.000-1,-11.000 2.000-15,-13.000-4.000 16,-12.000-6.000-16,-7.000-4.000 16,0.000-8.000-1,2.000-7.000-15,4.000-12.000 16,7.000-9.000-1,10.000-7.000-15,9.000-8.000 16,11.000-1.000 0,15.000-3.000-16,14.000 0.000 15,12.000 3.000 1,8.000 5.000-16,-1.000 8.000 16,-5.000 3.000-1,-8.000 5.000-15,-11.000 5.000 16,-9.000 0.000-1,-7.000 0.000-15,-9.000-6.000 16,-5.000-3.000 0,-7.000-13.000-16,-5.000-19.000 15,2.000 5.000 1</inkml:trace>
  <inkml:trace contextRef="#ctx0" brushRef="#br0">7059.000 3224.000 0,'0.000'0.000'16,"-41.000"29.000"-16,-33.000 24.000 16,-14.000 8.000-1,-1.000 0.000-15,7.000-3.000 16,15.000-9.000-1,18.000-11.000 1,21.000-13.000-16,21.000-11.000 16,16.000-7.000-16,12.000-5.000 15,6.000 0.000 1,0.000 3.000-16,-3.000 13.000 16,-8.000 5.000-1,-13.000 11.000-15,-12.000 7.000 16,-12.000 7.000-1,-6.000-1.000-15,1.000-4.000 16,1.000-4.000 0,5.000-8.000-16,11.000-12.000 15,11.000-11.000-15,13.000-15.000 16,13.000-9.000 0,6.000-8.000-16,4.000 1.000 15,-7.000 6.000 1,-7.000 7.000-16,-10.000 8.000 15,-7.000 11.000 1,-4.000 10.000-16,-4.000 8.000 16,-8.000 5.000-1,0.000 0.000-15,1.000-1.000 16,2.000-6.000 0,3.000-6.000-16,3.000-6.000 15,8.000-4.000-15,6.000-9.000 16,5.000-7.000-1,6.000-6.000-15,-1.000-7.000 16,1.000-9.000 0,-5.000-2.000-16,-4.000 7.000 15,-6.000 8.000 1,-6.000 6.000-16,-4.000 10.000 16,0.000 0.000-1,4.000 2.000-15,-2.000 11.000 16,0.000 5.000-16,1.000 2.000 15,0.000-1.000 1,1.000-1.000-16,-1.000-8.000 16,-3.000-10.000-1,3.000-1.000-15,-3.000-13.000 16,-1.000-11.000 0,-2.000-12.000-16,-4.000-5.000 15,-2.000-8.000 1,-2.000-4.000-16,1.000 4.000 15,1.000 7.000 1,1.000 7.000-16,2.000 8.000 16,2.000 8.000-16,7.000 6.000 15,9.000 10.000 1,12.000 11.000 0,9.000 9.000-1,6.000 12.000-15,3.000 10.000 0,-1.000 8.000 16,-4.000 9.000-1,1.000 7.000-15,2.000 4.000 16,-2.000-1.000 0,-2.000-7.000-1,-3.000-14.000-15,-4.000-12.000 16,-6.000-18.000 0,-2.000-23.000-16,-5.000-23.000 15,-6.000-20.000 1,-5.000 4.000-16</inkml:trace>
  <inkml:trace contextRef="#ctx0" brushRef="#br0">7606.000 3157.000 0,'19.000'7.000'16,"1.000"7.000"-16,-16.000 9.000 16,-19.000 3.000-1,-21.000-7.000-15,1.000-6.000 16</inkml:trace>
  <inkml:trace contextRef="#ctx0" brushRef="#br0">7336.000 3496.000 0,'54.000'-3.000'0,"18.000"-4.000"16,-2.000 2.000-16,-12.000 4.000 16,-12.000 5.000-1,-13.000 5.000-15,-14.000 4.000 16,-14.000 12.000-1,-13.000 13.000-15,-17.000 9.000 16,-11.000 6.000 0,-8.000-1.000-16,3.000-7.000 15,6.000-12.000 1,17.000-19.000-16,17.000-19.000 16,16.000-17.000-1,1.000 0.000 1</inkml:trace>
  <inkml:trace contextRef="#ctx0" brushRef="#br0">7908.000 3642.000 0,'0.000'0.000'0,"-14.000"27.000"16,-17.000 13.000-1,-14.000 6.000-15,-12.000 0.000 16,-8.000-1.000-1,-4.000-9.000-15,-2.000-8.000 16,3.000-9.000 0,5.000-10.000-16,15.000-6.000 15</inkml:trace>
  <inkml:trace contextRef="#ctx0" brushRef="#br0">7311.000 3992.000 0,'67.000'-11.000'0,"31.000"-2.000"15,2.000-2.000 1,-8.000 6.000 0,-14.000 4.000-16,-14.000 1.000 15,-14.000-2.000 1,-14.000-4.000-16,-13.000-6.000 16,-10.000 0.000-16</inkml:trace>
  <inkml:trace contextRef="#ctx0" brushRef="#br0">8236.000 3924.000 0,'10.000'0.000'0,"-6.000"-10.000"15,-4.000 1.000-15</inkml:trace>
  <inkml:trace contextRef="#ctx0" brushRef="#br0">8875.000 3275.000 0,'34.000'3.000'0,"15.000"3.000"15,3.000-3.000-15,-3.000-3.000 16,-3.000 0.000 0,-8.000-3.000-16,-4.000 0.000 15,-7.000 2.000 1,-4.000-2.000-16,-8.000-4.000 16,-6.000-6.000-1,0.000-6.000-15,-6.000-3.000 16,-6.000 1.000-1,-5.000-1.000-15,1.000 6.000 16</inkml:trace>
  <inkml:trace contextRef="#ctx0" brushRef="#br0">9178.000 3148.000 0,'0.000'21.000'16,"-3.000"15.000"-16,-4.000 8.000 15,-4.000 2.000 1,-3.000 2.000-16,-3.000-7.000 16,1.000-7.000-1,2.000-14.000-15,-2.000-13.000 16,3.000-7.000-16</inkml:trace>
  <inkml:trace contextRef="#ctx0" brushRef="#br0">8892.000 3489.000 0,'0.000'0.000'16,"27.000"7.000"-16,17.000 1.000 16,8.000-7.000-1,0.000-2.000-15,-3.000-2.000 16,-6.000-4.000-1,-10.000-9.000-15,-11.000 1.000 16,-9.000 3.000-16</inkml:trace>
  <inkml:trace contextRef="#ctx0" brushRef="#br0">8800.000 3796.000 0,'61.000'-14.000'0,"26.000"-2.000"15,-2.000-2.000 1,-8.000 1.000-16,-17.000 2.000 16,-16.000-1.000-1,-19.000 0.000-15,-16.000-5.000 16,-7.000 4.000-1</inkml:trace>
  <inkml:trace contextRef="#ctx0" brushRef="#br0">9018.000 3677.000 0,'0.000'0.000'16,"0.000"0.000"-16,5.000 24.000 15,1.000 14.000 1,-3.000 5.000-16,-6.000-5.000 16,-7.000-9.000-1,-4.000-8.000-15,1.000-7.000 16</inkml:trace>
  <inkml:trace contextRef="#ctx0" brushRef="#br0">8842.000 4061.000 0,'0.000'0.000'16,"36.000"-9.000"-16,23.000-6.000 15,9.000-9.000 1,4.000-3.000-16,-2.000-6.000 16,-8.000-3.000-1,-9.000-2.000-15,-13.000 4.000 16,-13.000 3.000-1</inkml:trace>
  <inkml:trace contextRef="#ctx0" brushRef="#br0">9296.000 3616.000 0,'41.000'-22.000'0,"27.000"-10.000"15,10.000 2.000 1,-4.000 5.000-16,-4.000 7.000 16,-12.000 2.000-1,-8.000 0.000-15,-13.000-3.000 16,-17.000-2.000 0,-12.000-9.000-16,-12.000-8.000 15,-4.000 5.000-15</inkml:trace>
  <inkml:trace contextRef="#ctx0" brushRef="#br0">9514.000 3070.000 0,'0.000'0.000'16,"10.000"36.000"-1,4.000 21.000-15,-2.000 16.000 16,0.000 5.000 0,3.000 11.000-16,-3.000 1.000 15,-1.000 7.000 1,-2.000 5.000-16,-4.000 0.000 16,-3.000-3.000-1,-5.000-8.000-15,-6.000-13.000 16,-5.000-21.000-1,-5.000-22.000-15,-6.000-25.000 16,-5.000-30.000 0,-2.000-22.000-16,6.000 3.000 15</inkml:trace>
  <inkml:trace contextRef="#ctx0" brushRef="#br0">9363.000 3812.000 0,'0.000'0.000'16,"26.000"5.000"-16,12.000 1.000 16,-2.000-6.000-1,-7.000-10.000-15,-8.000-3.000 16</inkml:trace>
  <inkml:trace contextRef="#ctx0" brushRef="#br0">10019.000 3096.000 0,'26.000'-3.000'0,"8.000"6.000"16,-11.000 2.000-16,-10.000 1.000 16</inkml:trace>
  <inkml:trace contextRef="#ctx0" brushRef="#br0">10069.000 3513.000 0,'9.000'43.000'16,"2.000"24.000"-1,-4.000 11.000-15,-6.000-6.000 16,-5.000-9.000-16,0.000-20.000 16,3.000-18.000-1,6.000-20.000-15,1.000-8.000 16</inkml:trace>
  <inkml:trace contextRef="#ctx0" brushRef="#br0">10322.000 3386.000 0,'66.000'-48.000'16,"24.000"-15.000"-16,-3.000 5.000 16,-16.000 14.000-16,-12.000 16.000 15,-13.000 10.000 1,-8.000 9.000-16,-8.000 7.000 16,-7.000 8.000-1,-8.000 10.000-15,-5.000 9.000 16,-6.000 12.000-1,-2.000 8.000-15,0.000 9.000 16,-2.000 13.000 0,3.000 10.000-1,2.000 12.000-15,4.000 7.000 16,1.000 6.000-16,-2.000-4.000 16,-5.000-13.000-1,-1.000-14.000-15,-4.000-15.000 16,-1.000-17.000-1,-4.000-13.000-15,-6.000-10.000 16,-9.000-15.000 0,-7.000-12.000-16,-12.000-15.000 15,-12.000-13.000 1,-8.000-11.000-16,-10.000-5.000 16,0.000-2.000-1,15.000 13.000-15</inkml:trace>
  <inkml:trace contextRef="#ctx0" brushRef="#br0">10195.000 3710.000 0,'31.000'-14.000'15,"21.000"-11.000"1,7.000 0.000-16,3.000 2.000 16,-2.000 1.000-1,0.000-6.000-15,-7.000 1.000 16,-13.000 4.000-1</inkml:trace>
  <inkml:trace contextRef="#ctx0" brushRef="#br0">10490.000 3428.000 0,'9.000'41.000'16,"5.000"21.000"-16,-2.000 14.000 15,-8.000 4.000 1,-4.000-3.000-16,0.000-3.000 16,-3.000-9.000-1,-3.000-12.000 1,-1.000-10.000-16,-1.000-13.000 15,1.000-13.000-15,-3.000-17.000 16,-4.000-19.000 0,-1.000-16.000-16,-1.000-9.000 15,10.000-4.000 1,8.000 0.000-16,0.000 14.000 16,-2.000 10.000-1,0.000 7.000-15,0.000 7.000 16,0.000 10.000-1,-3.000-6.000-15,-8.000 7.000 16,-11.000 10.000-16,-11.000 15.000 16,-11.000 13.000-1,-7.000 11.000 1,0.000 1.000-16,9.000-10.000 16,13.000-19.000-1,11.000-12.000-15</inkml:trace>
  <inkml:trace contextRef="#ctx0" brushRef="#br0">11171.000 3914.000 0,'0.000'0.000'0,"0.000"0.000"15</inkml:trace>
  <inkml:trace contextRef="#ctx0" brushRef="#br0">11835.000 3326.000 0,'82.000'-19.000'0,"34.000"-6.000"15,-5.000 0.000 1,-16.000 3.000-16,-22.000 7.000 16,-23.000 6.000-1,-20.000 1.000-15,-30.000 8.000 16,-1.000 0.000 0,-27.000 13.000-16,-3.000 1.000 15</inkml:trace>
  <inkml:trace contextRef="#ctx0" brushRef="#br0">11768.000 3685.000 0,'30.000'-5.000'16,"26.000"-7.000"-1,13.000-7.000 1,15.000-7.000-16,4.000-1.000 15,-1.000 4.000-15,-10.000 5.000 16,-9.000 3.000 0,-12.000 5.000-16,-15.000 3.000 15,-14.000 1.000 1,-15.000 1.000-16,-15.000-2.000 16,-19.000 0.000-1,-3.000 2.000-15</inkml:trace>
  <inkml:trace contextRef="#ctx0" brushRef="#br0">12012.000 3505.000 0,'-4.000'41.000'15,"-3.000"18.000"1,-1.000 4.000-16,0.000-10.000 15,5.000-18.000 1,3.000-35.000-16,3.000 4.000 16,4.000-14.000-1</inkml:trace>
  <inkml:trace contextRef="#ctx0" brushRef="#br0">12104.000 3386.000 0,'6.000'38.000'15,"5.000"24.000"-15,-4.000 12.000 16,-4.000 7.000 0,-1.000-1.000-16,0.000 4.000 15,-2.000-1.000 1,1.000-8.000-1,1.000-11.000-15,0.000-12.000 16,3.000-17.000-16,3.000-17.000 16,1.000-21.000-1,0.000-19.000-15,-1.000-1.000 16</inkml:trace>
  <inkml:trace contextRef="#ctx0" brushRef="#br0">12862.000 3020.000 0,'31.000'8.000'16,"9.000"10.000"0,-12.000 11.000-16,-20.000 8.000 15,-20.000-3.000 1,-5.000-9.000-16</inkml:trace>
  <inkml:trace contextRef="#ctx0" brushRef="#br0">12710.000 3386.000 0,'0.000'0.000'15,"34.000"-2.000"-15,25.000-9.000 16,10.000-5.000 0,5.000-9.000-16,-3.000 0.000 15,-7.000 3.000 1,-11.000 0.000-16,-14.000 9.000 15,-22.000 6.000 1,-9.000 2.000-16</inkml:trace>
  <inkml:trace contextRef="#ctx0" brushRef="#br0">13004.000 3455.000 0,'22.000'47.000'15,"7.000"19.000"-15,-5.000 8.000 16,-14.000-5.000 0,-14.000-3.000-1,-10.000-12.000-15,-5.000-13.000 16,-5.000-15.000 0,2.000-25.000-16,3.000-23.000 15,2.000-2.000-15</inkml:trace>
  <inkml:trace contextRef="#ctx0" brushRef="#br0">12954.000 3471.000 0,'-10.000'36.000'0,"-9.000"21.000"16,-8.000 9.000-1,-2.000-1.000-15,-1.000-19.000 16,5.000-24.000 0,8.000-14.000-1</inkml:trace>
  <inkml:trace contextRef="#ctx0" brushRef="#br0">13307.000 3130.000 0,'-6.000'26.000'16,"-9.000"16.000"-16,-3.000 11.000 16,-2.000 1.000-1,4.000-5.000-15,4.000-11.000 16,11.000-12.000-1,17.000-14.000-15,13.000-14.000 16,12.000-10.000 0,9.000-11.000-16,0.000-4.000 15,-1.000 7.000 1,-9.000 6.000-16,-12.000 10.000 16,-8.000 13.000-1,-11.000 13.000 1,-13.000 18.000-16,-15.000 11.000 15,-10.000 12.000-15,-9.000 6.000 16,-4.000 7.000 0,-5.000-3.000-16,0.000-8.000 15,1.000-15.000 1,3.000-20.000-16,3.000-24.000 16,12.000-12.000-1</inkml:trace>
  <inkml:trace contextRef="#ctx0" brushRef="#br0">13214.000 3573.000 0,'31.000'26.000'0,"17.000"14.000"16,3.000 5.000-1,2.000 3.000-15,-5.000 1.000 16,-7.000-9.000-1,-6.000-10.000-15,-3.000-18.000 16,-3.000-19.000 0,-4.000-11.000-16,-10.000-3.000 15</inkml:trace>
  <inkml:trace contextRef="#ctx0" brushRef="#br0">13710.000 2916.000 0,'63.000'32.000'0,"22.000"24.000"16,-12.000 22.000 0,-19.000 18.000-16,-20.000 15.000 15,-15.000 7.000 1,-22.000 3.000 0,-17.000 2.000-16,-12.000-5.000 15,-10.000-8.000 1,-7.000-18.000-16,1.000-20.000 15,6.000-28.000-15,11.000-19.000 16</inkml:trace>
  <inkml:trace contextRef="#ctx0" brushRef="#br0">14240.000 3992.000 0,'0.000'0.000'16,"0.000"0.000"-16,0.000 0.000 16</inkml:trace>
  <inkml:trace contextRef="#ctx0" brushRef="#br0">15442.000 3190.000 0,'0.000'0.000'0,"40.000"-19.000"16,23.000-11.000-1,8.000-2.000-15,0.000 3.000 16,-1.000 2.000-1,-5.000 2.000 1,-5.000 3.000-16,-9.000 9.000 0,-11.000 6.000 16,-15.000 7.000-1,-8.000 6.000-15,-14.000 10.000 16,-9.000 9.000-16,-15.000 13.000 16,-14.000 14.000-1,-9.000 9.000 1,1.000 1.000-16,6.000-5.000 15,6.000-12.000-15,9.000-20.000 16,9.000-12.000 0</inkml:trace>
  <inkml:trace contextRef="#ctx0" brushRef="#br0">16217.000 3157.000 0,'-10.000'25.000'16,"-18.000"23.000"-16,-12.000 11.000 15,-21.000 9.000 1,-14.000 3.000-16,-7.000 3.000 16,2.000-6.000-1,9.000-10.000-15,14.000-15.000 16,22.000-14.000-1,22.000-13.000-15,23.000-15.000 16,24.000-9.000 0,25.000-12.000-16,14.000-8.000 15,10.000-2.000 1,-2.000 5.000-16,-10.000 3.000 16,-15.000 2.000-1,-16.000 8.000-15,-15.000 5.000 16,-13.000-1.000-1,-17.000-1.000-15,-19.000-3.000 16,-11.000-11.000-16,-8.000-7.000 16,7.000 5.000-1</inkml:trace>
  <inkml:trace contextRef="#ctx0" brushRef="#br0">15956.000 3301.000 0,'0.000'0.000'0,"6.000"42.000"16,4.000 29.000-16,-7.000 17.000 15,-4.000 12.000 1,-6.000 7.000-16,0.000 0.000 16,0.000-5.000-1,0.000-17.000 1,4.000-17.000-16,2.000-25.000 15,1.000-43.000 1,1.000-1.000-16,1.000-16.000 16</inkml:trace>
  <inkml:trace contextRef="#ctx0" brushRef="#br0">16755.000 2968.000 0,'0.000'0.000'0,"-14.000"36.000"15,-21.000 23.000 1,-15.000 6.000-16,-7.000 2.000 15,5.000-10.000 1,8.000-14.000-16,17.000-18.000 16,18.000-21.000-1,16.000-16.000-15,16.000-7.000 16,15.000-3.000 0,8.000 10.000-16,2.000 12.000 15,-10.000 7.000 1,-10.000 2.000-16,-15.000 10.000 15,-13.000 9.000-15,-22.000 11.000 16,-15.000 6.000 0,-14.000 5.000-1,-4.000-1.000-15,3.000-6.000 16,15.000-17.000 0,20.000-8.000-16,19.000-14.000 15,18.000-4.000-15,8.000-5.000 16,5.000 2.000-1,1.000 5.000-15,-2.000 6.000 16,-1.000 11.000 0,-6.000 14.000-16,-6.000 11.000 15,-7.000 4.000 1,-9.000 0.000-16,-7.000 0.000 16,-3.000-9.000-1,-1.000-11.000-15,8.000-28.000 16,0.000-7.000-1,8.000-28.000-15,3.000-28.000 16,8.000-12.000 0,-2.000 14.000-16</inkml:trace>
  <inkml:trace contextRef="#ctx0" brushRef="#br0">17024.000 2985.000 0,'0.000'0.000'0,"-16.000"18.000"16,-13.000 7.000-16,-2.000 10.000 15,1.000 2.000 1,8.000-5.000-16,9.000-6.000 16,18.000-8.000-1,19.000-6.000-15,17.000-7.000 16,13.000-7.000-1,5.000 0.000-15,-4.000-1.000 16,-11.000 8.000 0,-13.000 7.000-16,-19.000 9.000 15,-27.000 14.000 1,-24.000 12.000-16,-22.000 8.000 16,-14.000 3.000-1,-4.000 3.000-15,8.000-6.000 16,18.000-6.000-1,22.000-12.000-15,28.000-13.000 16,33.000-19.000 0,31.000-13.000-16,22.000-10.000 15,7.000-7.000 1,-4.000-1.000-16,-20.000 8.000 16,-21.000 2.000-1,-23.000 4.000-15,-29.000 3.000 16,-25.000 3.000-1,-22.000-7.000-15,-11.000-6.000 16,1.000-1.000 0,11.000 2.000-16,12.000 6.000 15,12.000 18.000 1,15.000 9.000-16,8.000 2.000 16,7.000 8.000-1,3.000 7.000-15,1.000 13.000 16,-7.000 8.000-1,-8.000 8.000-15,-8.000 3.000 16,-9.000-1.000 0,-1.000-10.000-1,-2.000-19.000-15,2.000-27.000 16,7.000-12.000-16</inkml:trace>
  <inkml:trace contextRef="#ctx0" brushRef="#br0">16931.000 3753.000 0,'36.000'21.000'16,"11.000"14.000"-1,-3.000 5.000-15,-10.000-2.000 16,-12.000-6.000 0,-8.000-5.000-16,-9.000-11.000 15,-3.000-17.000 1,3.000-25.000-16,-2.000-27.000 15,-2.000 1.000 1</inkml:trace>
  <inkml:trace contextRef="#ctx0" brushRef="#br0">17469.000 3036.000 0,'57.000'-8.000'16,"21.000"3.000"0,-10.000 14.000-16,-19.000 14.000 15,-23.000 3.000 1,-25.000-1.000-16,-27.000-3.000 16,-15.000-1.000-16,-15.000-1.000 15,-5.000 4.000 1,3.000 6.000-16,10.000 2.000 15,15.000-9.000 1,21.000-8.000-16,24.000-7.000 16,22.000-10.000-1,19.000-4.000-15,11.000-9.000 16,2.000 0.000 0,-7.000 0.000-16,-10.000-1.000 15,-15.000 0.000 1,-15.000-2.000-16,-18.000 4.000 15,-7.000 7.000 1</inkml:trace>
  <inkml:trace contextRef="#ctx0" brushRef="#br0">17663.000 3267.000 0,'-5.000'22.000'0,"4.000"15.000"16,9.000 8.000-1,5.000 7.000-15,3.000 5.000 16,-3.000 11.000-1,-5.000 6.000 1,-5.000 9.000-16,-1.000 6.000 16,-6.000 1.000-1,-2.000-3.000-15,-2.000-6.000 16,-3.000-8.000 0,0.000-11.000-16,-2.000-15.000 15,0.000-14.000 1,1.000-10.000-16,-2.000-17.000 15,-7.000-13.000 1,-8.000-21.000-16,-7.000-26.000 16,0.000-9.000-1,9.000-5.000-15,13.000-5.000 16,13.000 0.000 0,12.000-3.000-16,2.000 18.000 15</inkml:trace>
  <inkml:trace contextRef="#ctx0" brushRef="#br0">18126.000 3242.000 0,'42.000'-8.000'16,"21.000"-7.000"-16,8.000 2.000 16,4.000 2.000-1,-4.000 0.000-15,-5.000-1.000 16,-9.000-3.000 0,-10.000-4.000-16,-16.000 0.000 15,-14.000-2.000 1,-13.000-4.000-16,-17.000 0.000 15,-12.000 2.000 1,-7.000 10.000-16,-3.000 9.000 16,0.000 9.000-1,4.000 13.000-15,2.000 11.000 16,4.000 12.000 0,-2.000 13.000-16,1.000 7.000 15,-6.000 7.000 1,-8.000 3.000-16,-9.000-2.000 15,1.000-12.000 1,5.000-20.000-16,9.000-18.000 16,11.000-12.000-1</inkml:trace>
  <inkml:trace contextRef="#ctx0" brushRef="#br0">18496.000 3386.000 0,'38.000'0.000'0,"16.000"5.000"16,-5.000 3.000 0,-15.000 7.000-16,-16.000-5.000 15,-18.000-16.000 1,-6.000-6.000-16</inkml:trace>
  <inkml:trace contextRef="#ctx0" brushRef="#br0">18419.000 3592.000 0,'-26.000'49.000'0,"-19.000"18.000"15,-3.000 2.000 1,6.000-8.000-16,13.000-11.000 15,19.000-15.000 1,18.000-8.000-16,18.000-9.000 16,16.000-7.000-1,15.000-10.000-15,6.000-8.000 16,-1.000-3.000 0,-6.000-4.000-16,-10.000 0.000 15,-12.000-4.000 1,-12.000-4.000-16,-12.000-9.000 15,-12.000-3.000 1,-10.000 2.000 0,-6.000 5.000-16,2.000 9.000 15,8.000 6.000-15,8.000 1.000 16,11.000 2.000-16,16.000 2.000 16,15.000 4.000-1,13.000 3.000 1,13.000 3.000-16,0.000 2.000 15,-5.000 5.000-15,-10.000 2.000 16,-13.000-2.000 0,-14.000-1.000-16,-26.000-9.000 15,9.000 2.000 1</inkml:trace>
  <inkml:trace contextRef="#ctx0" brushRef="#br0">19059.000 3880.000 0,'17.000'-3.000'0</inkml:trace>
  <inkml:trace contextRef="#ctx0" brushRef="#br0">19714.000 2976.000 0,'0.000'0.000'16,"0.000"0.000"-16,-15.000 19.000 16,-9.000 11.000-1,-4.000 11.000 1,1.000 6.000-16,-6.000 7.000 15,-1.000 7.000 1,1.000 4.000-16,2.000 6.000 16,5.000 4.000-1,9.000 2.000-15,10.000-1.000 16,7.000-5.000 0,4.000-6.000-16,5.000-7.000 15,2.000-7.000 1,2.000-4.000-16,2.000-8.000 15,-3.000-5.000 1,-1.000-5.000-16,-6.000-9.000 16,1.000-14.000-1,-1.000-16.000-15,0.000-4.000 16</inkml:trace>
  <inkml:trace contextRef="#ctx0" brushRef="#br0">19858.000 3293.000 0,'15.000'-11.000'15,"20.000"-4.000"1,13.000 3.000-16,8.000 3.000 16,-3.000 3.000-1,-12.000 2.000-15,-14.000 2.000 16,-11.000 2.000 0</inkml:trace>
  <inkml:trace contextRef="#ctx0" brushRef="#br0">19807.000 3513.000 0,'0.000'0.000'16,"0.000"0.000"-16,31.000-4.000 15,19.000-2.000 1,0.000-3.000-1,-2.000 1.000-15,-7.000 0.000 16,-8.000 5.000-16,-11.000 6.000 16,-12.000 9.000-1,-18.000 9.000-15,-17.000 13.000 16,-17.000 9.000 0,-12.000 7.000-16,-2.000 0.000 15,5.000 0.000 1,8.000-9.000-16,12.000-9.000 15,12.000-11.000 1,18.000-10.000-16,15.000-14.000 16,18.000-12.000-1,15.000-7.000-15,7.000 0.000 16,-2.000 2.000 0,-4.000 7.000-16,-10.000 8.000 15,-10.000 12.000 1,-12.000 11.000-16,-10.000 12.000 15,-11.000 9.000 1,-9.000 1.000-16,-5.000-3.000 16,3.000-5.000-1,3.000-11.000-15,4.000-19.000 16,9.000-19.000 0,10.000-24.000-16,2.000 3.000 15</inkml:trace>
  <inkml:trace contextRef="#ctx0" brushRef="#br0">20185.000 3523.000 0,'47.000'-23.000'0,"18.000"-6.000"16,1.000 1.000-16,-8.000 11.000 15,-10.000 7.000 1,-9.000 7.000-16,-10.000 8.000 16,-8.000 11.000-1,-9.000 10.000-15,-9.000 14.000 16,-11.000 12.000 0,-10.000 10.000-16,-9.000 5.000 15,-4.000-4.000 1,-1.000-9.000-16,3.000-10.000 15,7.000-13.000 1,2.000-12.000-16,3.000-16.000 16,4.000-19.000-1,3.000-22.000-15,7.000-28.000 16,2.000-18.000 0,2.000-7.000-16,1.000 18.000 15</inkml:trace>
  <inkml:trace contextRef="#ctx0" brushRef="#br0">20429.000 3216.000 0,'-38.000'93.000'0,"-15.000"39.000"15,-3.000-6.000 1,5.000-18.000-16,11.000-31.000 15,15.000-29.000 1,12.000-32.000 0,18.000-29.000-16,4.000-8.000 15</inkml:trace>
  <inkml:trace contextRef="#ctx0" brushRef="#br0">20639.000 3293.000 0,'79.000'-11.000'0,"28.000"-1.000"16,1.000-1.000-1,-16.000 2.000-15,-21.000 3.000 16,-19.000 1.000-1,-19.000 1.000-15,-16.000-3.000 16,-14.000-11.000 0,-15.000-10.000-16,-1.000 1.000 15</inkml:trace>
  <inkml:trace contextRef="#ctx0" brushRef="#br0">20968.000 3080.000 0,'-18.000'50.000'15,"-17.000"29.000"1,-12.000 7.000-16,-9.000-4.000 16,-1.000-13.000-16,11.000-22.000 15,12.000-27.000 1,13.000-12.000-16</inkml:trace>
  <inkml:trace contextRef="#ctx0" brushRef="#br0">20875.000 3395.000 0,'29.000'8.000'0,"9.000"3.000"15,-3.000 3.000-15,-10.000 3.000 16,-12.000-7.000-1,-13.000-10.000-15,7.000 1.000 16</inkml:trace>
  <inkml:trace contextRef="#ctx0" brushRef="#br0">20942.000 3531.000 0,'-8.000'26.000'15,"-8.000"16.000"-15,-11.000 5.000 16,-5.000 3.000 0,-4.000-3.000-16,3.000-4.000 15,9.000-8.000 1,11.000-4.000-16,12.000-4.000 16,15.000-6.000-1,17.000-5.000-15,10.000-4.000 16,5.000-9.000-1,5.000-6.000-15,-4.000-4.000 16,-7.000-3.000-16,-9.000-1.000 16,-7.000-7.000-1,-9.000-6.000-15,-12.000-3.000 16,-9.000-2.000 0,-13.000 6.000-16,0.000 6.000 15,3.000 4.000 1,6.000 5.000-16,11.000 3.000 15,13.000 4.000 1,14.000 0.000-16,16.000-1.000 16,6.000-1.000-1,3.000-1.000-15,-1.000 4.000 16,-10.000 2.000-16,-10.000-2.000 16,-12.000 2.000-1,-11.000 4.000-15,-13.000-1.000 16,-12.000-2.000-1,-2.000-7.000-15,-5.000-7.000 16,6.000 0.000 0</inkml:trace>
  <inkml:trace contextRef="#ctx0" brushRef="#br0">21548.000 3113.000 0,'68.000'-18.000'16,"28.000"-8.000"-16,-2.000 5.000 16,-11.000 6.000-1,-18.000 9.000-15,-17.000 3.000 16,-19.000-1.000-1,-29.000 4.000-15,3.000 4.000 16,-9.000 3.000-16</inkml:trace>
  <inkml:trace contextRef="#ctx0" brushRef="#br0">21724.000 3344.000 0,'-11.000'40.000'0,"-3.000"12.000"16,2.000-8.000-1,12.000-25.000-15,3.000-14.000 16</inkml:trace>
  <inkml:trace contextRef="#ctx0" brushRef="#br0">22153.000 3317.000 0,'-45.000'35.000'16,"-31.000"18.000"-1,-16.000 9.000-15,1.000 2.000 16,9.000-5.000 0,18.000-11.000-16,22.000-13.000 15,26.000-10.000 1,23.000-10.000-16,27.000-12.000 15,22.000-10.000 1,13.000-6.000-16,7.000-3.000 16,-7.000 0.000-1,-10.000 2.000-15,-17.000 6.000 16,-13.000-3.000-16,-17.000-1.000 16,-18.000-4.000-1,-13.000-6.000-15,-13.000-9.000 16,-5.000-8.000-1,0.000-3.000 1,8.000 11.000-16</inkml:trace>
  <inkml:trace contextRef="#ctx0" brushRef="#br0">21859.000 3344.000 0,'0.000'0.000'15,"13.000"31.000"-15,7.000 26.000 16,-2.000 14.000-1,-5.000 14.000-15,-8.000 6.000 16,-4.000 9.000 0,-4.000 1.000-16,-1.000-4.000 15,0.000-15.000 1,3.000-18.000-16,5.000-20.000 16,6.000-27.000-1,6.000-33.000-15,1.000-22.000 16,-2.000-3.000-1,-5.000 9.000-15</inkml:trace>
  <inkml:trace contextRef="#ctx0" brushRef="#br0">22700.000 3036.000 0,'0.000'0.000'15,"-34.000"28.000"-15,-29.000 17.000 16,-14.000 5.000 0,7.000-6.000-16,17.000-10.000 15,20.000-8.000 1,26.000-11.000-16,26.000-5.000 15,19.000-5.000 1,13.000-3.000-16,1.000-1.000 16,-5.000 4.000-16,-11.000 0.000 15,-10.000 8.000 1,-15.000 5.000-16,-17.000 4.000 16,-18.000 5.000-1,-15.000 3.000-15,-9.000-3.000 16,2.000-3.000-1,8.000-2.000-15,9.000-7.000 16,15.000-2.000 0,14.000-2.000-16,12.000 0.000 15,6.000 1.000 1,5.000 1.000-16,1.000 7.000 16,-4.000 3.000-1,-4.000 8.000-15,-10.000 2.000 16,-8.000 9.000-16,-8.000 1.000 15,-5.000 1.000 1,0.000-3.000-16,-2.000-7.000 16,4.000-11.000-1,2.000-17.000-15,8.000-22.000 16,10.000-23.000 0,2.000-1.000-16</inkml:trace>
  <inkml:trace contextRef="#ctx0" brushRef="#br0">22859.000 3080.000 0,'0.000'0.000'0,"0.000"0.000"16,2.000 23.000-16,5.000 10.000 15,6.000 3.000 1,6.000-5.000-16,7.000-3.000 16,10.000-7.000-1,1.000-3.000-15,-5.000-1.000 16,-7.000 2.000 0,-14.000 5.000-16,-22.000 4.000 15,-26.000 9.000 1,-22.000 3.000-16,-12.000 5.000 15,1.000-1.000 1,13.000-4.000-16,18.000-8.000 16,18.000-6.000-1,26.000-7.000-15,26.000-11.000 16,23.000-11.000 0,14.000-9.000-16,8.000-3.000 15,-6.000-2.000 1,-13.000 0.000-16,-18.000 0.000 15,-22.000-1.000 1,-21.000-5.000-16,-21.000 2.000 16,-17.000-1.000-1,-7.000 6.000-15,1.000 14.000 16,6.000 7.000 0,11.000 9.000-16,9.000 7.000 15,8.000 12.000 1,4.000 8.000-16,4.000 4.000 15,-2.000 2.000 1,-9.000 5.000-16,-4.000-2.000 16,-5.000-7.000-16,-1.000-14.000 15,3.000-25.000 1,9.000-16.000-16,4.000-5.000 16</inkml:trace>
  <inkml:trace contextRef="#ctx0" brushRef="#br0">22868.000 3745.000 0,'36.000'19.000'0,"11.000"13.000"15,-5.000 2.000 1,-12.000 0.000-16,-12.000-2.000 16,-8.000-11.000-1,-5.000-17.000-15,1.000-25.000 16,-3.000-24.000-16,0.000 3.000 15</inkml:trace>
  <inkml:trace contextRef="#ctx0" brushRef="#br0">23322.000 3096.000 0,'50.000'-5.000'16,"12.000"9.000"-16,-19.000 5.000 15,-23.000 0.000 1,-14.000-1.000 0</inkml:trace>
  <inkml:trace contextRef="#ctx0" brushRef="#br0">23179.000 3344.000 0,'53.000'9.000'15,"26.000"0.000"1,6.000-5.000-16,-4.000-6.000 16,-6.000-7.000-1,-11.000-8.000-15,-18.000-4.000 16,-19.000 5.000-16,-14.000 3.000 15</inkml:trace>
  <inkml:trace contextRef="#ctx0" brushRef="#br0">23423.000 3480.000 0,'18.000'39.000'0,"4.000"26.000"15,-7.000 3.000 1,-6.000 7.000-16,-9.000 1.000 16,-3.000 0.000-1,-4.000-3.000 1,-1.000-14.000-16,1.000-13.000 16,1.000-11.000-1,-2.000-17.000-15,-1.000-14.000 16,-11.000-14.000-16,-11.000-20.000 15,-8.000-15.000 1,-1.000-20.000-16,-1.000-4.000 16,8.000 12.000-1</inkml:trace>
  <inkml:trace contextRef="#ctx0" brushRef="#br0">23910.000 2882.000 0,'54.000'50.000'0,"18.000"34.000"16,-6.000 28.000-16,-25.000 19.000 15,-26.000 13.000 1,-27.000 2.000 0,-22.000-4.000-16,-18.000-15.000 15,-8.000-10.000 1,-6.000-23.000-16,2.000-21.000 16,12.000-30.000-16,17.000-20.000 15</inkml:trace>
  <inkml:trace contextRef="#ctx0" brushRef="#br0">24221.000 4171.000 0,'10.000'-14.000'16</inkml:trace>
  <inkml:trace contextRef="#ctx0" brushRef="#br0">25626.000 3157.000 0,'0.000'0.000'0,"32.000"-6.000"16,21.000-6.000 0,13.000-9.000-1,1.000-4.000-15,-5.000-1.000 16,-6.000 1.000-1,-6.000 2.000-15,-7.000 2.000 16,-9.000 5.000-16,-10.000 2.000 16,-11.000-1.000-1,-10.000-1.000-15,-10.000 1.000 16,-11.000 3.000 0,-9.000-2.000-16,-3.000 2.000 15,-3.000 8.000-15,4.000 5.000 16,5.000 5.000-1,6.000 7.000-15,8.000 8.000 16,4.000 11.000 0,5.000 10.000-16,2.000 11.000 15,1.000 13.000 1,-2.000 9.000 0,-3.000 2.000-16,0.000-2.000 15,-2.000-13.000 1,-2.000-9.000-16,3.000-15.000 15,0.000-15.000 1,4.000-23.000-16,-7.000 10.000 16,-2.000-18.000-16,-7.000-12.000 15,-6.000-8.000 1,-8.000-2.000-16,-4.000 2.000 16,2.000 8.000-1,7.000 5.000-15,7.000 8.000 16,9.000 3.000-1,11.000-2.000-15,16.000-6.000 16,14.000-9.000 0,18.000-6.000-16,10.000-10.000 15,9.000-2.000-15,3.000-1.000 16,-2.000 4.000 0,-6.000 6.000-1,-8.000 9.000-15,-12.000 7.000 16,-10.000 13.000-16,-10.000 13.000 15,-10.000 11.000 1,-6.000 14.000-16,-8.000 9.000 16,-5.000 11.000-1,-1.000 1.000-15,-1.000-4.000 16,0.000-7.000 0,-2.000-13.000-16,1.000-16.000 15,1.000-16.000-15,-1.000-20.000 16,-2.000-22.000-1,1.000-21.000 1,3.000 5.000-16</inkml:trace>
  <inkml:trace contextRef="#ctx0" brushRef="#br0">26206.000 2891.000 0,'-11.000'95.000'0,"-14.000"40.000"16,-15.000 5.000-16,-7.000-17.000 15,4.000-26.000 1,4.000-27.000-16,13.000-36.000 16,10.000-28.000-1,7.000-13.000-15</inkml:trace>
  <inkml:trace contextRef="#ctx0" brushRef="#br0">26030.000 3301.000 0,'26.000'24.000'16,"14.000"14.000"-16,-2.000 4.000 15,-5.000 2.000 1,-12.000-8.000-16,-9.000-5.000 15,-12.000-3.000 1,-4.000-8.000-16</inkml:trace>
  <inkml:trace contextRef="#ctx0" brushRef="#br0">25702.000 3932.000 0,'64.000'-4.000'0,"37.000"-6.000"15,6.000-1.000 1,-3.000-1.000-16,-13.000-4.000 16,-20.000 0.000-1,-12.000-2.000-15,-16.000-9.000 16,-17.000-7.000-1,-10.000 5.000-15</inkml:trace>
  <inkml:trace contextRef="#ctx0" brushRef="#br0">26500.000 3053.000 0,'78.000'-33.000'15,"25.000"-2.000"-15,-9.000 14.000 16,-24.000 16.000-16,-25.000 12.000 16,-19.000 15.000-1,-23.000 15.000-15,-19.000 14.000 16,-17.000 6.000-1,-5.000 4.000-15,-4.000-7.000 16,7.000-13.000 0,10.000-13.000-16,9.000-11.000 15</inkml:trace>
  <inkml:trace contextRef="#ctx0" brushRef="#br0">27283.000 3028.000 0,'-6.000'39.000'15,"-21.000"25.000"1,-24.000 12.000-16,-16.000 1.000 16,-8.000-5.000-16,-1.000-10.000 15,10.000-9.000 1,14.000-12.000-16,16.000-14.000 15,21.000-10.000 1,18.000-9.000-16,21.000-9.000 16,22.000-5.000-16,17.000-6.000 15,15.000-8.000 1,-1.000 0.000-16,-5.000 5.000 16,-16.000 0.000-1,-18.000 6.000 1,-19.000-2.000-16,-20.000-1.000 15,-19.000-4.000 1,-19.000-6.000-16,-15.000-10.000 16,8.000 7.000-16</inkml:trace>
  <inkml:trace contextRef="#ctx0" brushRef="#br0">26896.000 3250.000 0,'19.000'62.000'16,"6.000"33.000"0,-6.000 15.000-16,-13.000 12.000 15,-11.000 5.000 1,-9.000-5.000-16,-2.000-14.000 16,6.000-19.000-1,2.000-26.000-15,8.000-29.000 16,6.000-32.000-1,2.000-14.000-15,4.000-48.000 16,-3.000-6.000 0</inkml:trace>
  <inkml:trace contextRef="#ctx0" brushRef="#br0">27830.000 2789.000 0,'0.000'0.000'16,"-4.000"24.000"-16,-16.000 14.000 16,-24.000 9.000-1,-19.000 0.000-15,-11.000-2.000 16,7.000-4.000-16,13.000-9.000 15,22.000-7.000 1,25.000-8.000-16,25.000-6.000 16,26.000-6.000-1,13.000-3.000 1,5.000-2.000-16,-5.000 2.000 16,-14.000 0.000-16,-15.000 8.000 15,-16.000 8.000 1,-21.000 5.000-16,-18.000 8.000 15,-14.000 3.000 1,-7.000 1.000-16,1.000 0.000 16,5.000-2.000-1,9.000-6.000-15,13.000-2.000 16,12.000-9.000 0,11.000-4.000-16,12.000-2.000 15,7.000-4.000 1,1.000-2.000-16,-1.000 3.000 15,-2.000 1.000-15,-2.000 5.000 16,-5.000 11.000 0,-7.000 8.000-16,-6.000 4.000 15,-5.000 10.000 1,-5.000 11.000 0,-3.000 3.000-16,1.000-1.000 15,0.000-7.000-15,2.000-10.000 16,2.000-13.000-1,2.000-11.000 1,6.000-18.000-16,-7.000-8.000 0,1.000-25.000 16,2.000-5.000-1</inkml:trace>
  <inkml:trace contextRef="#ctx0" brushRef="#br0">28064.000 2943.000 0,'0.000'0.000'16,"-15.000"23.000"-16,-11.000 12.000 15,-6.000 0.000 1,5.000-5.000-16,7.000-9.000 15,12.000-9.000 1,17.000-10.000 0,16.000-7.000-16,16.000-7.000 15,3.000 2.000-15,0.000 3.000 16,-5.000 7.000 0,-11.000 10.000-16,-12.000 13.000 15,-16.000 7.000 1,-20.000 10.000-16,-15.000 3.000 15,-10.000-1.000-15,-7.000-6.000 16,0.000-7.000 0,2.000-11.000-16,12.000-10.000 15,12.000-3.000 1</inkml:trace>
  <inkml:trace contextRef="#ctx0" brushRef="#br0">27779.000 3419.000 0,'6.000'20.000'16,"7.000"7.000"0,0.000-2.000-16,3.000-7.000 15,-1.000-6.000 1,3.000-12.000-16,1.000-9.000 16,8.000-10.000-16,4.000-8.000 15,3.000-2.000 1,3.000 0.000-16,1.000 8.000 15,-1.000 9.000 1,-5.000 7.000 0,-3.000 11.000-16,-12.000 10.000 15,-11.000 9.000-15,-18.000 7.000 16,-17.000 3.000 0,-8.000-2.000-16,-12.000 2.000 15,-4.000-5.000 1,0.000-6.000-16,12.000-8.000 15,11.000-7.000 1,14.000-2.000-16,15.000-7.000 16,19.000-4.000-16,15.000-4.000 15,16.000-4.000 1,12.000-2.000-16,8.000-6.000 16,-7.000-1.000-1,-12.000 1.000-15,-13.000-2.000 16,-19.000 1.000-1,-16.000 0.000-15,-17.000 2.000 16,-19.000 8.000 0,-13.000 12.000-16,-1.000 16.000 15,9.000 1.000 1,9.000 2.000-16,9.000 0.000 16,3.000 7.000-1,1.000 3.000-15,1.000 9.000 16,-6.000 8.000-1,-5.000 0.000-15,-3.000-1.000 16,-5.000-9.000 0,3.000-22.000-16,8.000-15.000 15,9.000-6.000 1,14.000-13.000-16,13.000-4.000 16,13.000 6.000-1,12.000 8.000-15,4.000 6.000 16,2.000 9.000-1,3.000 5.000 1,3.000 8.000-16,-2.000 6.000 16,-6.000 2.000-1,-6.000 3.000-15,-8.000-1.000 16,-8.000-8.000-16,-9.000-12.000 16,-4.000-13.000-1,-4.000-17.000-15,-8.000-22.000 16,-11.000-24.000-1,0.000 7.000-15</inkml:trace>
  <inkml:trace contextRef="#ctx0" brushRef="#br0">28326.000 3130.000 0,'43.000'-9.000'0,"13.000"4.000"16,-19.000 10.000 0,-29.000 13.000-16,-28.000 4.000 15,-22.000-5.000 1,-9.000 8.000-16,3.000 6.000 16,16.000-5.000-1,22.000-8.000-15,24.000-8.000 16,25.000-9.000-1,17.000-5.000 1,14.000-3.000-16,0.000-1.000 16,-4.000-2.000-16,-9.000 0.000 15,-17.000-3.000 1,-13.000 3.000-16,-11.000 2.000 16</inkml:trace>
  <inkml:trace contextRef="#ctx0" brushRef="#br0">28460.000 3411.000 0,'22.000'41.000'0,"9.000"24.000"16,-7.000 14.000-16,-13.000 7.000 15,-12.000 1.000 1,-9.000-4.000-1,-3.000-8.000-15,1.000-12.000 16,2.000-14.000 0,3.000-17.000-16,1.000-14.000 15,-3.000-15.000-15,-8.000-11.000 16,-7.000-22.000 0,-9.000-24.000-1,-11.000-32.000-15,5.000-21.000 16,9.000 13.000-16</inkml:trace>
  <inkml:trace contextRef="#ctx0" brushRef="#br0">28948.000 2814.000 0,'35.000'-8.000'15,"22.000"-4.000"1,3.000 0.000-16,0.000 5.000 16,-6.000 6.000-1,-7.000 5.000-15,-8.000 4.000 16,-8.000 6.000-16,-11.000 6.000 15,-12.000 13.000 1,-12.000 17.000-16,-13.000 15.000 16,-13.000 18.000-16,-16.000 23.000 15,-13.000 18.000 1,-8.000 20.000-16,-4.000 4.000 16,3.000-4.000-1,8.000-18.000 1,11.000-25.000-16,13.000-29.000 15,13.000-29.000-15,11.000-33.000 16,7.000-13.000 0,0.000-4.000-16</inkml:trace>
  <inkml:trace contextRef="#ctx0" brushRef="#br0">29528.000 3053.000 0,'0.000'0.000'16,"-21.000"31.000"0,-26.000 21.000-16,-21.000 5.000 15,-4.000-16.000 1,13.000-15.000-16</inkml:trace>
  <inkml:trace contextRef="#ctx0" brushRef="#br0">29107.000 3361.000 0,'29.000'26.000'16,"5.000"15.000"-16,-1.000 2.000 15,-8.000-2.000 1,-6.000-7.000-16,-7.000-11.000 16,-4.000-8.000-1,-8.000-15.000-15,5.000-7.000 16,0.000-18.000-16,0.000-15.000 16,0.000-6.000-1,0.000-1.000-15,2.000 10.000 16,9.000 12.000-1,2.000 10.000-15,3.000 4.000 16,3.000 4.000 0,4.000 4.000-16,6.000 3.000 15,1.000 9.000 1,-1.000 5.000-16,-7.000 6.000 16,-8.000 6.000-1,-11.000 1.000-15,-15.000-1.000 16,-12.000-6.000-1,-7.000-1.000-15,-6.000-5.000 16,-1.000-9.000 0,3.000-4.000-16,8.000-3.000 15,6.000-4.000 1,9.000-4.000-16,6.000 3.000 0,1.000 7.000 16,3.000-4.000-1,3.000 2.000-15,0.000 6.000 16,-4.000 6.000-1,-3.000 7.000-15,-6.000 5.000 16,-5.000 6.000 0,0.000 1.000-16,3.000 1.000 15,4.000 0.000 1,10.000-2.000-16,6.000 3.000 16,8.000-1.000-16,3.000-1.000 15,1.000 0.000 1,-3.000-3.000-16,-8.000 6.000 15,-6.000-2.000 1,-16.000-1.000-16,-10.000-4.000 16,-12.000-3.000-1,-10.000-10.000-15,-2.000-9.000 16,2.000-9.000 0,7.000-10.000-16,14.000-12.000 15,17.000-4.000 1,20.000-5.000-16,22.000-6.000 15,17.000 1.000 1,11.000 0.000-16,5.000-4.000 16,-1.000-5.000-16,-18.000 9.000 15</inkml:trace>
  <inkml:trace contextRef="#ctx0" brushRef="#br0">29973.000 3080.000 0,'64.000'0.000'0,"19.000"1.000"15,-15.000 0.000 1,-21.000-1.000-16</inkml:trace>
  <inkml:trace contextRef="#ctx0" brushRef="#br0">29855.000 3411.000 0,'59.000'-3.000'0,"29.000"-4.000"15,0.000-3.000 1,-11.000-3.000-16,-16.000-2.000 16,-17.000-3.000-16,-18.000-4.000 15,-19.000-5.000 1,-8.000 5.000-16,-2.000 5.000 16</inkml:trace>
  <inkml:trace contextRef="#ctx0" brushRef="#br0">30066.000 3275.000 0,'2.000'60.000'0,"1.000"22.000"16,0.000-3.000 0,-2.000-9.000-16,1.000-17.000 15,3.000-12.000-15,2.000-17.000 16,2.000-12.000-1,9.000-16.000-15,4.000-20.000 16,7.000-18.000 0,0.000-21.000-16,1.000-12.000 15,-2.000-10.000 1,-6.000 4.000-16,-2.000 11.000 16,-7.000 17.000-1,-5.000 16.000-15,-2.000 15.000 16,-6.000 22.000-1,3.000 1.000-15,0.000 19.000 16,3.000 15.000-16,2.000 13.000 16,5.000 9.000-1,-4.000-2.000-15,0.000-3.000 16,0.000-10.000 0,0.000-14.000-1,-1.000-12.000-15,-2.000-16.000 16,1.000-20.000-16,-1.000-26.000 15,-5.000-21.000 1,-11.000-16.000-16,-3.000-2.000 16,1.000 14.000-16</inkml:trace>
  <inkml:trace contextRef="#ctx0" brushRef="#br0">30352.000 2934.000 0,'56.000'-8.000'15,"28.000"0.000"-15,-2.000 8.000 16,-10.000 10.000 0,-16.000 7.000-16,-16.000 10.000 15,-15.000 7.000-15,-16.000 8.000 32,-16.000 8.000-32,-15.000 7.000 0,-12.000 1.000 15,-13.000-8.000 1,2.000-17.000-16</inkml:trace>
  <inkml:trace contextRef="#ctx0" brushRef="#br0">30361.000 3275.000 0,'43.000'-8.000'0,"19.000"-1.000"15,-3.000 3.000 1,-11.000 9.000-16,-17.000 5.000 16,-16.000 10.000-16,-19.000 8.000 15,-16.000 5.000 1,-12.000 2.000-16,-8.000 1.000 16,-1.000 0.000-1,1.000-4.000-15,12.000-5.000 16,9.000-6.000-1,15.000-9.000-15,19.000-8.000 16,19.000-11.000 0,12.000-8.000-16,4.000-7.000 15,-3.000 0.000 1,-9.000-1.000-16,-12.000 2.000 16,-11.000-7.000-1,-16.000 3.000-15,-6.000 3.000 16,2.000 8.000-1</inkml:trace>
  <inkml:trace contextRef="#ctx0" brushRef="#br0">30479.000 3096.000 0,'15.000'57.000'16,"3.000"29.000"-16,-10.000 9.000 15,-9.000-4.000 1,-5.000-3.000 0,-4.000-11.000-16,1.000-12.000 15,-1.000-10.000-15,2.000-19.000 16,2.000-15.000 0,3.000-9.000-16</inkml:trace>
  <inkml:trace contextRef="#ctx0" brushRef="#br0">30335.000 3625.000 0,'0.000'0.000'0,"0.000"0.000"16,0.000 0.000-16,31.000 2.000 15,14.000 3.000 1,6.000 2.000-16,-1.000-1.000 15,-9.000-1.000 1,-8.000 3.000-16,-8.000 4.000 16,-13.000 13.000-1,-13.000 5.000-15,-14.000 8.000 16,-14.000-1.000-16,-6.000 2.000 16,3.000-7.000-1,9.000-5.000 1,10.000-9.000-16,13.000-18.000 15,9.000 9.000-15,18.000-15.000 16,19.000-7.000 0,11.000-9.000-1,8.000-7.000-15,-12.000 4.000 16,12.000-13.000-16,-8.000-1.000 16</inkml:trace>
  <inkml:trace contextRef="#ctx0" brushRef="#br0">31075.000 3736.000 0,'0.000'0.000'15,"0.000"0.000"-15</inkml:trace>
  <inkml:trace contextRef="#ctx0" brushRef="#br0">3250.000 5153.000 0,'0.000'0.000'15,"33.000"-6.000"1,14.000-5.000 0,6.000 1.000-16,-8.000-2.000 15,-4.000 2.000-15,-16.000 0.000 16,-9.000 1.000-16</inkml:trace>
  <inkml:trace contextRef="#ctx0" brushRef="#br0">3233.000 5478.000 0,'35.000'-12.000'0,"22.000"-6.000"16,5.000-2.000 0,-4.000 1.000-16,-11.000-2.000 15,-7.000 5.000 1,-12.000-6.000-16,-15.000-1.000 16,-4.000 3.000-1</inkml:trace>
  <inkml:trace contextRef="#ctx0" brushRef="#br0">3377.000 5332.000 0,'0.000'0.000'0,"7.000"35.000"15,2.000 23.000 1,2.000 9.000-1,-5.000 0.000-15,0.000-11.000 16,2.000-16.000-16,0.000-13.000 16,4.000-16.000-1,5.000-20.000-15,6.000-20.000 16,4.000-22.000 0,2.000-15.000-16,-5.000-20.000 15,-5.000 0.000 1,-3.000 5.000-16,-1.000 20.000 15,-2.000 19.000 1,-4.000 19.000-16,0.000 14.000 16,4.000 16.000-1,-7.000 13.000-15,3.000 13.000 16,-3.000 13.000 0,2.000 5.000-16,-2.000 2.000 15,0.000-8.000 1,3.000-8.000-16,0.000-11.000 15,-9.000-26.000 1,8.000 0.000-16,1.000-26.000 16,-7.000-23.000-16,-7.000-17.000 15,-7.000-9.000 1,-2.000 14.000-16</inkml:trace>
  <inkml:trace contextRef="#ctx0" brushRef="#br0">3654.000 5041.000 0,'30.000'-21.000'16,"22.000"-8.000"-16,7.000 1.000 15,4.000 7.000 1,-4.000 4.000-16,-2.000 6.000 16,-8.000 6.000-1,-9.000 7.000-15,-7.000 7.000 16,-15.000 14.000-1,-8.000 14.000-15,-8.000 10.000 16,-7.000 10.000 0,-11.000 5.000-16,-3.000-3.000 15,0.000-6.000 1,3.000-9.000-16,2.000-11.000 16,4.000-15.000-1,0.000-18.000-15,-1.000-7.000 16</inkml:trace>
  <inkml:trace contextRef="#ctx0" brushRef="#br0">3830.000 5212.000 0,'0.000'0.000'16,"26.000"-5.000"-16,9.000 0.000 15,-5.000 1.000 1,-8.000 6.000-16,-11.000 7.000 16,-17.000 10.000-16,-14.000 5.000 15,-15.000 6.000 1,-4.000 4.000-16,2.000 0.000 16,8.000-2.000-1,9.000-5.000-15,12.000-5.000 16,15.000-6.000-1,16.000-15.000 1,13.000-9.000-16,7.000-7.000 16,3.000-8.000-16,-2.000-1.000 15,-9.000 1.000 1,-11.000 5.000-16,-11.000 5.000 16,-19.000 0.000-1,-18.000 1.000-15,-10.000 2.000 16,-7.000-5.000-1,-1.000-7.000-15,10.000 2.000 16</inkml:trace>
  <inkml:trace contextRef="#ctx0" brushRef="#br0">3805.000 5135.000 0,'14.000'31.000'16,"6.000"21.000"-16,-5.000 16.000 15,-3.000 9.000 1,-6.000 3.000-16,-2.000-3.000 16,-4.000-9.000-1,0.000-11.000-15,0.000-11.000 16,0.000-14.000 0,-7.000-20.000-16,-6.000-15.000 15,-1.000-3.000 1</inkml:trace>
  <inkml:trace contextRef="#ctx0" brushRef="#br0">3762.000 5613.000 0,'0.000'0.000'0,"29.000"-4.000"16,15.000-3.000-1,-1.000 4.000-15,-6.000 4.000 16,-11.000 9.000-1,-5.000 6.000-15,-9.000 6.000 16,-7.000 5.000 0,-5.000 1.000-16,-3.000 0.000 15,1.000-4.000 1,0.000-6.000-16,6.000-9.000 16,16.000-16.000-1,13.000-19.000-15,12.000-20.000 16,8.000-21.000-1,0.000-11.000-15,0.000-6.000 16,-5.000 2.000 0,-13.000 19.000-16</inkml:trace>
  <inkml:trace contextRef="#ctx0" brushRef="#br0">4292.000 5161.000 0,'77.000'-25.000'0,"29.000"-13.000"16,6.000-1.000-1,-18.000 7.000-15,-19.000 4.000 16,-22.000 10.000 0,-16.000 3.000-16,-19.000 4.000 15,-12.000 1.000 1,-16.000 0.000-16,-15.000 1.000 15,-11.000-5.000 1,-2.000 0.000-16,-1.000-5.000 16,4.000-6.000-1,7.000 0.000-15,8.000-4.000 16,5.000 6.000 0,9.000 5.000-16,2.000 6.000 15,2.000 4.000 1,2.000 8.000-16,2.000 8.000 15,0.000 12.000-15,-2.000 21.000 16,2.000 22.000 0,-2.000 18.000-16,-3.000 7.000 15,2.000 0.000 1,0.000-7.000-16,4.000-12.000 16,0.000-11.000-1,0.000-10.000-15,1.000-16.000 16,-2.000-14.000-1,-2.000-15.000-15,-2.000-23.000 16,-6.000-18.000 0,1.000 0.000-16</inkml:trace>
  <inkml:trace contextRef="#ctx0" brushRef="#br0">4569.000 5186.000 0,'-17.000'19.000'0,"-14.000"13.000"16,-1.000 5.000-16,-1.000-1.000 16,7.000-9.000-1,8.000-15.000-15,10.000-20.000 16,16.000-15.000 0,3.000-2.000-16</inkml:trace>
  <inkml:trace contextRef="#ctx0" brushRef="#br0">4654.000 5170.000 0,'0.000'0.000'0,"21.000"9.000"16,8.000 3.000-16,-7.000 3.000 15,-7.000 3.000 1,-6.000-7.000 0,-6.000-12.000-16,0.000-11.000 15,-3.000-18.000 1,0.000 2.000-16</inkml:trace>
  <inkml:trace contextRef="#ctx0" brushRef="#br0">4856.000 4990.000 0,'12.000'31.000'16,"2.000"22.000"-1,-7.000 10.000-15,-6.000-1.000 16,-3.000-6.000-1,-3.000-12.000-15,0.000-16.000 16,5.000-14.000-16,8.000-18.000 16,-3.000-22.000-1,5.000-22.000-15,-1.000-18.000 16,-4.000-6.000 0,-3.000-1.000-16,-2.000 6.000 15,3.000 14.000 1,6.000 16.000-16,2.000 12.000 15,4.000 2.000 1,3.000 1.000 0,6.000 1.000-16,4.000 2.000 15,-2.000 0.000-15,2.000 6.000 16,-3.000 7.000 0,1.000 1.000-16,-6.000 5.000 15,-3.000 6.000 1,-6.000-1.000-16,-3.000 5.000 15,0.000 5.000 1,-2.000 7.000-16,-4.000 9.000 16,-2.000 6.000-1,-3.000 12.000-15,0.000 10.000 16,-2.000 9.000 0,-1.000 8.000-16,0.000 1.000 15,4.000-7.000 1,3.000-8.000-16,3.000-12.000 15,4.000-12.000 1,-3.000-11.000-16,-2.000-11.000 16,-3.000-16.000-1,-1.000-7.000-15,-9.000-19.000 16,-6.000-20.000-16,-10.000-11.000 16,-9.000-2.000-1,7.000 12.000-15</inkml:trace>
  <inkml:trace contextRef="#ctx0" brushRef="#br0">4931.000 5102.000 0,'29.000'-5.000'16,"17.000"-1.000"-16,0.000 2.000 16,-2.000 4.000-1,-8.000 5.000-15,-14.000 2.000 16,-13.000 5.000-1,-17.000 4.000-15,-13.000 3.000 16,-13.000 6.000 0,-12.000 3.000-16,1.000 2.000 15,0.000-2.000 1,6.000-4.000 0,11.000-6.000-16,13.000-6.000 0,15.000-12.000 15,8.000 2.000 1,19.000-10.000-16,11.000-3.000 15,3.000-2.000 1,1.000 2.000-16,-6.000-1.000 16,-12.000 6.000-1,-11.000 6.000-15,-11.000 6.000 16,-11.000 9.000 0,-9.000 3.000-16,-9.000 2.000 15,-4.000 1.000-15,-3.000 1.000 16,0.000 1.000-1,-1.000-1.000-15,-4.000 2.000 16,1.000 1.000 0,3.000 4.000-16,7.000-3.000 15,3.000-1.000 1,2.000 1.000 0,5.000 2.000-16,6.000 3.000 15,9.000 3.000 1,8.000-2.000-16,15.000-4.000 15,10.000-9.000-15,11.000-10.000 16,11.000-5.000 0,4.000-11.000-16,0.000-2.000 15,-7.000-4.000 1,-9.000 1.000-16,-9.000 0.000 16,-15.000-4.000-1,-14.000-2.000-15,-16.000-5.000 16,-10.000 0.000-1,-4.000 1.000-15,5.000 8.000 16,8.000 3.000 0,13.000 4.000-16,17.000 1.000 15,14.000 1.000 1,15.000-2.000-16,13.000 0.000 16,8.000 0.000-16,0.000-2.000 15,-8.000 2.000 1,-13.000 1.000-16,-10.000 3.000 15,-14.000 3.000 1,-20.000 0.000-16,0.000-4.000 16,-13.000-7.000-1,-12.000-17.000-15,-5.000-14.000 16,6.000 5.000-16</inkml:trace>
  <inkml:trace contextRef="#ctx0" brushRef="#br0">5663.000 4768.000 0,'0.000'0.000'16,"0.000"0.000"-16,-6.000 27.000 15,-7.000 10.000 1,7.000-1.000-16,8.000-5.000 15,15.000-6.000 1,20.000-13.000-16,14.000-6.000 16,13.000-9.000-1,1.000-2.000-15,-7.000-4.000 16,-14.000 1.000 0,-17.000 7.000-16,-22.000 9.000 15,-24.000 3.000 1,-21.000 3.000-1,-21.000 7.000-15,-8.000 4.000 16,8.000 11.000-16,13.000 4.000 16,19.000-6.000-1,23.000-11.000-15,26.000-10.000 16,21.000-11.000 0,16.000-4.000-16,6.000-4.000 15,-4.000 3.000 1,-10.000 0.000-16,-17.000-2.000 15,-32.000 5.000 1,11.000-4.000-16</inkml:trace>
  <inkml:trace contextRef="#ctx0" brushRef="#br0">5537.000 5442.000 0,'59.000'-7.000'0,"32.000"-5.000"16,5.000-5.000 0,-11.000 3.000-16,-16.000 6.000 15,-24.000 3.000 1,-16.000 10.000-16,-22.000 13.000 16,-20.000 12.000-1,-18.000 17.000-15,-9.000 10.000 16,1.000 5.000-1,10.000-6.000-15,13.000-5.000 16,18.000-14.000 0,20.000-16.000-16,19.000-17.000 15,20.000-21.000 1,9.000-13.000-16,6.000-8.000 16,-9.000-3.000-1,-13.000 0.000-15,-17.000 4.000 16,-13.000 4.000-1,-21.000 2.000-15,-19.000 2.000 16,-6.000-3.000 0,-4.000-7.000-16,5.000-17.000 15,16.000-9.000 1,7.000 12.000-16</inkml:trace>
  <inkml:trace contextRef="#ctx0" brushRef="#br0">6731.000 4863.000 0,'-29.000'23.000'16,"-23.000"18.000"0,-7.000 6.000-16,4.000-7.000 15,16.000-13.000 1,13.000-10.000-16</inkml:trace>
  <inkml:trace contextRef="#ctx0" brushRef="#br0">6580.000 5203.000 0,'15.000'49.000'0,"7.000"19.000"15,-6.000 3.000-15,-10.000-8.000 16,-9.000-9.000-1,-1.000-16.000-15,-1.000-20.000 16,-2.000-20.000 0,0.000-7.000-16</inkml:trace>
  <inkml:trace contextRef="#ctx0" brushRef="#br0">6815.000 5195.000 0,'76.000'-27.000'0,"30.000"-7.000"15,0.000 3.000 1,-12.000 9.000-16,-18.000 8.000 16,-17.000 4.000-16,-19.000 5.000 15,-16.000-1.000 1,-15.000-6.000-16,-13.000-8.000 15,-15.000-10.000 1,-2.000 5.000-16</inkml:trace>
  <inkml:trace contextRef="#ctx0" brushRef="#br0">6992.000 4606.000 0,'13.000'34.000'16,"2.000"25.000"-16,-6.000 23.000 15,-3.000 22.000 1,-3.000 15.000-16,-3.000 11.000 16,2.000 1.000-1,1.000-1.000-15,3.000-7.000 16,0.000-12.000-1,2.000-13.000-15,1.000-18.000 16,-1.000-21.000 0,-4.000-21.000-16,-4.000-20.000 15,-4.000-23.000 1,-6.000-27.000-16,-6.000-24.000 16,-2.000-13.000-1,5.000 7.000-15</inkml:trace>
  <inkml:trace contextRef="#ctx0" brushRef="#br0">7033.000 5230.000 0,'0.000'0.000'16,"-20.000"37.000"-1,-25.000 28.000-15,-12.000 13.000 16,-3.000-2.000-16,8.000-14.000 15,7.000-21.000 1,16.000-26.000-16,13.000-13.000 16</inkml:trace>
  <inkml:trace contextRef="#ctx0" brushRef="#br0">7084.000 5170.000 0,'43.000'43.000'16,"13.000"26.000"-1,-5.000 14.000-15,-13.000-4.000 16,-12.000-6.000 0,-12.000-12.000-16,-5.000-13.000 15,-4.000-19.000 1,-6.000-14.000-16,-2.000-10.000 15</inkml:trace>
  <inkml:trace contextRef="#ctx0" brushRef="#br0">6874.000 5588.000 0,'33.000'-9.000'0,"26.000"-7.000"16,13.000-4.000 0,6.000-7.000-16,-4.000-1.000 15,-3.000-8.000 1,-6.000 1.000-16,-16.000 5.000 16</inkml:trace>
  <inkml:trace contextRef="#ctx0" brushRef="#br0">7808.000 5179.000 0,'0.000'0.000'15,"17.000"10.000"1,-2.000 8.000-16,-5.000-1.000 15</inkml:trace>
  <inkml:trace contextRef="#ctx0" brushRef="#br0">7841.000 5571.000 0,'12.000'11.000'16,"1.000"4.000"-1</inkml:trace>
  <inkml:trace contextRef="#ctx0" brushRef="#br0">9691.000 5442.000 0,'27.000'3.000'0,"12.000"-1.000"15,2.000-2.000 1,-5.000 1.000-16,-11.000 1.000 15,-9.000 0.000-15</inkml:trace>
  <inkml:trace contextRef="#ctx0" brushRef="#br0">9691.000 5903.000 0,'27.000'-15.000'16,"14.000"-16.000"0,6.000-13.000-16,-3.000-10.000 15,-7.000-7.000 1,-9.000 12.000-16</inkml:trace>
  <inkml:trace contextRef="#ctx0" brushRef="#br0">9993.000 5179.000 0,'0.000'0.000'16,"9.000"30.000"-16,-2.000 31.000 16,-3.000 21.000-1,-8.000 22.000 1,-3.000 19.000-16,-7.000 3.000 15,0.000-9.000 1,5.000-14.000-16,5.000-18.000 16,8.000-23.000-1,2.000-21.000-15,3.000-29.000 16,3.000-21.000 0,1.000-26.000-16,-3.000 0.000 15</inkml:trace>
  <inkml:trace contextRef="#ctx0" brushRef="#br0">10103.000 5613.000 0,'52.000'-18.000'0,"23.000"-7.000"16,1.000-2.000-1,-10.000 4.000 1,-11.000-3.000-16,-12.000 2.000 16,-12.000-4.000-16,-7.000-1.000 15,-15.000-6.000 1,-7.000 6.000-16</inkml:trace>
  <inkml:trace contextRef="#ctx0" brushRef="#br0">10305.000 5221.000 0,'0.000'64.000'16,"-4.000"40.000"-16,-8.000 13.000 16,-9.000 4.000-1,-8.000-8.000-15,-5.000-17.000 16,1.000-23.000-1,6.000-28.000-15,9.000-27.000 16,11.000-24.000 0,6.000-11.000-16</inkml:trace>
  <inkml:trace contextRef="#ctx0" brushRef="#br0">10246.000 5750.000 0,'39.000'34.000'15,"17.000"21.000"1,0.000 6.000-16,-12.000-5.000 16,-10.000-10.000-16,-10.000-17.000 15,-9.000-15.000 1,-3.000-20.000-16,-9.000-23.000 16,-3.000-2.000-16</inkml:trace>
  <inkml:trace contextRef="#ctx0" brushRef="#br0">10439.000 5170.000 0,'29.000'12.000'0,"10.000"3.000"15,-2.000 0.000-15,-7.000-2.000 16,-11.000-4.000 0</inkml:trace>
  <inkml:trace contextRef="#ctx0" brushRef="#br0">10818.000 5366.000 0,'47.000'-9.000'16,"31.000"-7.000"-16,4.000-1.000 15,-7.000 2.000 1,-10.000 2.000-16,-15.000-1.000 16,-15.000 2.000-16,-16.000-5.000 15,-18.000-5.000 1,-6.000 3.000-1</inkml:trace>
  <inkml:trace contextRef="#ctx0" brushRef="#br0">11112.000 5179.000 0,'-6.000'33.000'0,"-15.000"26.000"15,-19.000 18.000 1,-17.000 6.000-16,-11.000-4.000 16,1.000-16.000-16,17.000-23.000 15</inkml:trace>
  <inkml:trace contextRef="#ctx0" brushRef="#br0">10994.000 5485.000 0,'50.000'10.000'15,"10.000"1.000"1,-16.000 1.000-16,-17.000-3.000 16</inkml:trace>
  <inkml:trace contextRef="#ctx0" brushRef="#br0">10986.000 5742.000 0,'-3.000'30.000'0,"-12.000"18.000"15,-8.000 4.000-15,-2.000-2.000 16,4.000-7.000-1,5.000-10.000-15,12.000-4.000 16,16.000-10.000 0,19.000-11.000-16,14.000-8.000 15,9.000-5.000 1,6.000-5.000-16,-2.000-1.000 16,-5.000-2.000-1,-10.000-4.000-15,-9.000 3.000 16,-13.000-3.000-1,-15.000-4.000 1,-12.000-3.000-16,-16.000-4.000 16,-9.000 4.000-16,-1.000 0.000 15,6.000 9.000 1,9.000 6.000-16,8.000 4.000 16,14.000 1.000-1,16.000 1.000-15,17.000-4.000 16,13.000-6.000-16,5.000 1.000 15,1.000 1.000 1,-7.000-1.000-16,-10.000 4.000 16,-11.000 3.000-1,-10.000 2.000-15,-12.000-8.000 16,-12.000-7.000 0,-3.000 1.000-16</inkml:trace>
  <inkml:trace contextRef="#ctx0" brushRef="#br0">11819.000 5195.000 0,'49.000'-3.000'0,"14.000"3.000"15,-10.000 10.000-15,-19.000 2.000 16,-24.000-2.000 0,-11.000-3.000-16</inkml:trace>
  <inkml:trace contextRef="#ctx0" brushRef="#br0">11650.000 5554.000 0,'52.000'-9.000'0,"30.000"-9.000"16,12.000-7.000-1,-3.000 0.000-15,-4.000-5.000 16,-9.000-4.000 0,-17.000 2.000-1,-21.000 6.000-15</inkml:trace>
  <inkml:trace contextRef="#ctx0" brushRef="#br0">12012.000 5597.000 0,'21.000'31.000'15,"8.000"19.000"-15,-6.000 12.000 16,-14.000 1.000-1,-17.000-7.000 1,-13.000-11.000-16,-11.000-11.000 16,-5.000-15.000-16,-3.000-21.000 15,9.000-7.000 1</inkml:trace>
  <inkml:trace contextRef="#ctx0" brushRef="#br0">11970.000 5588.000 0,'-3.000'27.000'15,"-13.000"17.000"-15,-12.000 12.000 16,-6.000 0.000 0,-1.000-11.000-1,9.000-22.000-15,14.000-27.000 16,8.000-9.000-16</inkml:trace>
  <inkml:trace contextRef="#ctx0" brushRef="#br0">12592.000 5118.000 0,'-28.000'41.000'0,"-20.000"22.000"16,-3.000 5.000-1,7.000-5.000-15,18.000-10.000 16,17.000-11.000 0,23.000-15.000-16,22.000-14.000 15,18.000-13.000 1,14.000-11.000-16,4.000-12.000 15,0.000-3.000 1,-12.000 0.000-16,-12.000-2.000 16,-21.000-1.000-1,-21.000-3.000-15,-7.000 6.000 16</inkml:trace>
  <inkml:trace contextRef="#ctx0" brushRef="#br0">12584.000 5340.000 0,'17.000'51.000'0,"6.000"28.000"15,-9.000 6.000 1,-8.000 2.000-16,-6.000-2.000 16,-7.000-5.000-1,-4.000-9.000-15,1.000-13.000 16,0.000-20.000-1,5.000-20.000-15,2.000-12.000 16</inkml:trace>
  <inkml:trace contextRef="#ctx0" brushRef="#br0">12651.000 5571.000 0,'0.000'0.000'0,"-28.000"27.000"16,-25.000 20.000-1,-16.000 15.000-15,-3.000 2.000 16,-1.000-6.000 0,7.000-14.000-1,12.000-20.000-15,19.000-23.000 16,19.000-24.000-16,8.000-5.000 15</inkml:trace>
  <inkml:trace contextRef="#ctx0" brushRef="#br0">12449.000 5597.000 0,'61.000'37.000'16,"22.000"19.000"-1,-2.000 4.000-15,-16.000-6.000 16,-14.000-15.000-16,-11.000-10.000 16,-11.000-13.000-1,-6.000-22.000-15,-10.000-21.000 16,-7.000-3.000 0</inkml:trace>
  <inkml:trace contextRef="#ctx0" brushRef="#br0">12852.000 5221.000 0,'20.000'27.000'0,"5.000"17.000"16,-4.000 5.000-1,-9.000-6.000-15,-9.000-18.000 16,-4.000-21.000 0,-2.000-8.000-16</inkml:trace>
  <inkml:trace contextRef="#ctx0" brushRef="#br0">12911.000 5135.000 0,'61.000'2.000'0,"20.000"7.000"16,-13.000 4.000 0,-21.000 6.000-1,-28.000 5.000-15,-23.000 2.000 16,-22.000 1.000-16,-12.000 0.000 15,-9.000 5.000 1,5.000-4.000-16,8.000-5.000 16,13.000-4.000-1,17.000-4.000-15,19.000-7.000 16,13.000-6.000 0,14.000-5.000-16,7.000-8.000 15,-1.000-3.000 1,-7.000 3.000-16,-13.000 2.000 15,-10.000 3.000-15</inkml:trace>
  <inkml:trace contextRef="#ctx0" brushRef="#br0">12886.000 5604.000 0,'76.000'-12.000'0,"25.000"-6.000"16,-10.000-1.000 0,-26.000 8.000-16,-31.000 5.000 15,-19.000 3.000 1</inkml:trace>
  <inkml:trace contextRef="#ctx0" brushRef="#br0">12921.000 5759.000 0,'66.000'-14.000'15,"24.000"-5.000"-15,-4.000-3.000 16,-12.000-4.000 0,-25.000 0.000-1,-16.000 6.000-15</inkml:trace>
  <inkml:trace contextRef="#ctx0" brushRef="#br0">13114.000 5655.000 0,'0.000'0.000'0,"4.000"31.000"16,-1.000 14.000-1,-1.000 5.000-15,-5.000-6.000 16,-6.000-9.000 0,-4.000-13.000-16,4.000-7.000 15</inkml:trace>
  <inkml:trace contextRef="#ctx0" brushRef="#br0">12844.000 5972.000 0,'36.000'-5.000'15,"24.000"-5.000"-15,15.000-3.000 16,6.000 0.000 0,6.000 2.000-1,-5.000 0.000-15,-10.000 2.000 16,-10.000 2.000-16,-7.000 2.000 15,-11.000-2.000 1,-13.000-9.000-16,-11.000-10.000 16,-10.000 4.000-1</inkml:trace>
  <inkml:trace contextRef="#ctx0" brushRef="#br0">13846.000 5434.000 0,'0.000'0.000'16,"11.000"18.000"-16,-3.000 7.000 16,-4.000-5.000-1</inkml:trace>
  <inkml:trace contextRef="#ctx0" brushRef="#br0">13811.000 5809.000 0,'16.000'12.000'0,"3.000"2.000"16</inkml:trace>
  <inkml:trace contextRef="#ctx0" brushRef="#br0">15442.000 5648.000 0,'0.000'0.000'0,"0.000"0.000"16,7.000 19.000-16,-1.000 14.000 16,-6.000 13.000-1,-7.000 10.000 1,-2.000 9.000-16,-1.000 10.000 16,-6.000 12.000-16,-8.000 12.000 15,-2.000 9.000 1,0.000 1.000-16,0.000-1.000 15,3.000-8.000 1,0.000-13.000 0,3.000-17.000-16,8.000-19.000 15,1.000-16.000-15,5.000-19.000 16,3.000-22.000 0,0.000-23.000-16,0.000-2.000 15</inkml:trace>
  <inkml:trace contextRef="#ctx0" brushRef="#br0">15384.000 5767.000 0,'51.000'-19.000'16,"24.000"-1.000"-16,0.000 13.000 15,-8.000 13.000 1,-8.000 10.000-16,-13.000 8.000 16,-12.000 2.000-16,-15.000 3.000 15,-13.000 1.000 1,-18.000 3.000-1,-17.000 4.000-15,-18.000-1.000 16,-11.000-1.000 0,-5.000-3.000-16,8.000-5.000 15,10.000-9.000 1,10.000-15.000-16,14.000-9.000 16,9.000-5.000-16</inkml:trace>
  <inkml:trace contextRef="#ctx0" brushRef="#br0">16065.000 5494.000 0,'18.000'19.000'15,"4.000"22.000"-15,-2.000 18.000 16,-5.000 20.000 0,-7.000 8.000-16,-5.000 6.000 15,3.000 1.000 1,-3.000-10.000-16,3.000-9.000 16,2.000-9.000-1,1.000-14.000-15,0.000-12.000 16,0.000-16.000-1,1.000-14.000-15,3.000-17.000 16,4.000-23.000 0,9.000-21.000-16,7.000-19.000 15,9.000-12.000 1,5.000-11.000-16,5.000-6.000 16,5.000-1.000-1,-4.000 0.000-15,-5.000 6.000 16,-9.000 14.000-1,-8.000 17.000-15,-8.000 15.000 16,-7.000 13.000 0,-4.000 5.000-16,-4.000 9.000 15</inkml:trace>
  <inkml:trace contextRef="#ctx0" brushRef="#br0">17066.000 5759.000 0,'49.000'-4.000'15,"26.000"1.000"1,3.000 0.000-16,-7.000-1.000 16,-5.000 0.000-1,-10.000 1.000-15,-12.000-3.000 16,-11.000 0.000-1,-12.000 0.000-15,-18.000 2.000 16,-6.000 0.000-16</inkml:trace>
  <inkml:trace contextRef="#ctx0" brushRef="#br0">16973.000 6107.000 0,'0.000'0.000'16,"56.000"-9.000"-16,31.000-6.000 15,16.000 0.000 1,2.000 4.000 0,-10.000 4.000-16,-12.000 4.000 15,-16.000-1.000-15,-17.000-1.000 16,-19.000 0.000-1</inkml:trace>
  <inkml:trace contextRef="#ctx0" brushRef="#br0">18050.000 5707.000 0,'22.000'13.000'0,"21.000"-2.000"15,16.000-4.000-15,17.000-4.000 16,11.000-5.000 0,13.000-5.000-16,10.000-1.000 31,8.000-1.000-31,6.000-2.000 0,3.000-1.000 16,-2.000 1.000-1,-6.000 3.000 1,-11.000 5.000-16,-17.000 1.000 15,-16.000 4.000 1,-17.000 1.000-16,-16.000-3.000 16,-16.000-5.000-16,-11.000-3.000 15</inkml:trace>
  <inkml:trace contextRef="#ctx0" brushRef="#br0">18496.000 6118.000 0,'-17.000'23.000'16,"-9.000"16.000"0,-9.000 15.000-16,-5.000 9.000 15,-5.000 8.000 1,1.000-1.000-16,6.000-11.000 16,5.000-11.000-1,10.000-20.000 1,9.000-23.000-16,8.000-11.000 15</inkml:trace>
  <inkml:trace contextRef="#ctx0" brushRef="#br0">18487.000 6099.000 0,'19.000'23.000'16,"6.000"14.000"0,3.000 3.000-16,-4.000 3.000 15,0.000-2.000-15,-5.000-6.000 16,-1.000-7.000 0,2.000-7.000-16,5.000-11.000 15,2.000-11.000 1,5.000-11.000-16,1.000-13.000 15,3.000-10.000 1,1.000-6.000-16,-2.000-7.000 16,3.000-1.000-1,0.000 1.000-15,0.000 5.000 16,-1.000 9.000-16,-6.000 9.000 16,-3.000 6.000-1,-4.000 12.000-15,-4.000 11.000 16,0.000 11.000-1,-4.000 10.000-15,-1.000 13.000 16,-1.000 11.000 0,-3.000 7.000-16,-1.000 7.000 15,-1.000 6.000 1,-1.000 0.000-16,0.000 1.000 16,-2.000-3.000-1,1.000-7.000 1,-1.000-6.000-16,2.000-7.000 15,1.000-9.000 1,0.000-7.000-16,-3.000-11.000 16,-3.000-8.000-1,1.000-16.000-15,-4.000-13.000 16,-2.000-3.000-16</inkml:trace>
  <inkml:trace contextRef="#ctx0" brushRef="#br0">20017.000 5400.000 0,'0.000'0.000'15,"2.000"28.000"-15,-3.000 16.000 16,-8.000 12.000-1,-8.000 16.000-15,-8.000 13.000 16,-4.000 3.000 0,-2.000 2.000-16,-1.000-5.000 15,4.000-10.000 1,7.000-9.000-16,7.000-14.000 16,4.000-15.000-1,3.000-19.000-15,0.000-20.000 16,2.000-8.000-1</inkml:trace>
  <inkml:trace contextRef="#ctx0" brushRef="#br0">19976.000 5442.000 0,'0.000'0.000'15,"31.000"8.000"1,16.000 7.000-16,4.000 2.000 16,-8.000 5.000-1,-2.000 2.000-15,-10.000 2.000 16,-13.000-2.000-1,-9.000 1.000-15,-10.000 2.000 16,-14.000 3.000 0,-17.000 2.000-16,-13.000 2.000 15,-6.000 1.000 1,0.000-4.000-16,4.000 0.000 16,9.000 0.000-1,8.000-4.000-15,12.000-2.000 16,11.000-1.000-1,10.000 5.000 1,12.000 2.000-16,13.000 2.000 16,13.000 1.000-16,8.000-2.000 15,5.000-1.000 1,-2.000-6.000-16,-5.000-5.000 16,-4.000-6.000-1,-8.000-3.000-15,-7.000-6.000 16,-7.000-11.000-16,-10.000-15.000 15,-11.000-9.000 1,-5.000 1.000 0</inkml:trace>
  <inkml:trace contextRef="#ctx0" brushRef="#br0">20572.000 5434.000 0,'0.000'0.000'0,"0.000"0.000"16,29.000-5.000-16,22.000-1.000 16,15.000-2.000-1,7.000 0.000-15,2.000 3.000 32,-5.000 1.000-32,-8.000 2.000 15,-8.000 1.000-15,-12.000-3.000 16,-15.000-8.000-16,-17.000 0.000 15,-8.000 3.000 1</inkml:trace>
  <inkml:trace contextRef="#ctx0" brushRef="#br0">20850.000 5470.000 0,'-3.000'30.000'16,"-4.000"23.000"-16,-7.000 7.000 15,-1.000 9.000 1,-1.000 3.000-16,2.000 2.000 16,-1.000-2.000-1,4.000 1.000-15,1.000-3.000 16,2.000-3.000-1,1.000-7.000 1,-1.000-8.000-16,-4.000-9.000 16,0.000-19.000-1,3.000-16.000-15,3.000-8.000 16</inkml:trace>
  <inkml:trace contextRef="#ctx0" brushRef="#br0">20993.000 6211.000 0,'0.000'0.000'0,"-1.000"-13.000"16</inkml:trace>
  <inkml:trace contextRef="#ctx0" brushRef="#br0">17932.000 4863.000 0,'16.000'21.000'0,"2.000"11.000"0,3.000 6.000 15,-4.000 5.000 1,-6.000-1.000-1,-5.000 5.000-15,-5.000 4.000 16,-5.000-4.000 0,-2.000 0.000-16,0.000-4.000 15,-1.000-6.000 1,2.000-11.000-16,1.000-8.000 16,1.000-7.000-16,3.000-11.000 15,-1.000-3.000 1,2.000-11.000-16,5.000-9.000 15,1.000-10.000 1,5.000-7.000-16,2.000-4.000 16,3.000 1.000-1,2.000-1.000-15,0.000 3.000 16,3.000 1.000 0,1.000 2.000-16,-1.000 10.000 15,-2.000 5.000 1,-4.000 6.000-16,-4.000 11.000 15,-4.000 6.000 1,-2.000 9.000-16,0.000 10.000 16,-4.000 8.000-1,-4.000 9.000-15,-1.000 4.000 16,-1.000 3.000 0,0.000-3.000-16,0.000-2.000 15,0.000-7.000 1,2.000-6.000-16,1.000-6.000 15,1.000-8.000-15,0.000-11.000 16,0.000 0.000 0,2.000 0.000-16,0.000-10.000 15,4.000-11.000 1,5.000-11.000-16,7.000-5.000 16,3.000-4.000-1,0.000-4.000-15,3.000-2.000 16,0.000-2.000-1,0.000 3.000-15,-1.000 2.000 16,-2.000 4.000 0,0.000 5.000-16,0.000 6.000 15,-4.000 10.000 1,-5.000 6.000-16,-2.000 6.000 16,-1.000 7.000-1,-2.000 7.000-15,-3.000 11.000 16,-3.000 7.000-16,-4.000 9.000 15,0.000 9.000 1,-4.000 4.000-16,0.000 7.000 16,-2.000 1.000-1,2.000 1.000-15,4.000 0.000 16,1.000-6.000 0,5.000-5.000-1,7.000-6.000-15,4.000-7.000 16,3.000-8.000-16,1.000-7.000 15,3.000-6.000 1,3.000-9.000-16,-3.000-6.000 16,1.000-10.000-1,3.000-9.000-15,-3.000-7.000 16,-2.000-4.000 0,-4.000 6.000-16</inkml:trace>
  <inkml:trace contextRef="#ctx0" brushRef="#br0">18882.000 5025.000 0,'4.000'19.000'15,"-3.000"12.000"-15,-5.000 5.000 16,-8.000 3.000 0,-3.000-1.000-16,-2.000-3.000 15,0.000-10.000 1,4.000-10.000-16,2.000-13.000 15,7.000-10.000 1,2.000-1.000-16</inkml:trace>
  <inkml:trace contextRef="#ctx0" brushRef="#br0">18857.000 5118.000 0,'22.000'0.000'0,"16.000"-1.000"16,2.000-5.000-16,0.000 0.000 15,-4.000 0.000 1,-1.000 2.000-16,-7.000 0.000 16,-5.000-2.000-1,-11.000-1.000-15,-10.000 0.000 16,-5.000 3.000-1</inkml:trace>
  <inkml:trace contextRef="#ctx0" brushRef="#br0">18890.000 5298.000 0,'34.000'-5.000'16,"11.000"-2.000"-16,-1.000 0.000 16,-8.000 2.000-1,-12.000-3.000-15,-8.000 2.000 16,-8.000 2.000-16,-4.000 1.000 16</inkml:trace>
  <inkml:trace contextRef="#ctx0" brushRef="#br0">18789.000 5434.000 0,'32.000'-2.000'0,"19.000"-2.000"16,3.000-7.000-16,-5.000 1.000 15,-2.000-2.000 1,-6.000-1.000-16,-8.000 4.000 16,-5.000 3.000-1,-9.000 2.000-15,-7.000 4.000 16,-12.000 0.000 0,3.000 9.000-1,-9.000 4.000-15,-5.000 5.000 16,-5.000 7.000-16,-2.000 4.000 15,-1.000 2.000 1,5.000-3.000-16,3.000-2.000 16,8.000-5.000-1,8.000-6.000-15,11.000-5.000 16,11.000-7.000-16,12.000-6.000 16,4.000-4.000-1,2.000-4.000-15,-5.000-5.000 16,-1.000-3.000-1,-4.000-7.000-15,-5.000-1.000 16,-7.000-2.000 0,-6.000-4.000-16,-11.000-3.000 15,-10.000-5.000 1,-10.000-10.000-16,2.000 6.000 16</inkml:trace>
  <inkml:trace contextRef="#ctx0" brushRef="#br0">8631.000 5809.000 0,'0.000'0.000'0,"0.000"0.000"16,0.000 29.000 0,0.000 21.000-16,-3.000 8.000 15,0.000 7.000 1,-4.000-3.000-16,1.000-2.000 15,1.000-10.000 1,5.000-8.000-16,5.000-13.000 16,5.000-13.000-16,9.000-14.000 15,7.000-14.000 1,3.000-12.000-16,5.000-13.000 16,1.000-8.000-1,2.000-9.000 1,0.000-3.000-16,-6.000-4.000 15,-4.000 0.000 1,-6.000 3.000-16,-13.000 4.000 16,-11.000 5.000-1,-14.000 7.000-15,-15.000 9.000 16,-9.000 10.000 0,-6.000 13.000-16,-4.000 15.000 15,-9.000 17.000 1,-8.000 19.000-16,1.000 10.000 15,6.000 12.000 1,8.000 10.000-16,8.000 5.000 16,13.000-1.000-1,12.000-5.000-15,19.000-8.000 16,13.000-13.000 0,19.000-15.000-16,13.000-11.000 15,15.000-18.000 1,7.000-20.000-16,4.000-13.000 15,-15.000 0.000 1</inkml:trace>
  <inkml:trace contextRef="#ctx0" brushRef="#br0">8985.000 6150.000 0,'0.000'0.000'0</inkml:trace>
  <inkml:trace contextRef="#ctx0" brushRef="#br0">4612.000 8071.000 0,'0.000'0.000'0,"0.000"0.000"16,0.000 0.000-1,21.000-4.000-15,14.000-7.000 16,4.000 2.000-1,-3.000 4.000 1,-5.000 5.000-16,-10.000 5.000 0,-7.000 6.000 16,-12.000 8.000-1,-6.000 8.000-15,-6.000 5.000 16,-5.000 4.000 0,-4.000 6.000-16,-5.000-2.000 15,2.000-2.000 1,6.000-9.000-16,6.000-10.000 15,12.000-8.000 1,17.000-11.000-16,8.000-9.000 16,9.000-8.000-1,3.000-6.000-15,4.000-1.000 16,-4.000 0.000 0,-8.000 2.000-16,-8.000-4.000 15,-9.000-3.000 1,-9.000-1.000-16,-4.000 8.000 15</inkml:trace>
  <inkml:trace contextRef="#ctx0" brushRef="#br0">4569.000 7875.000 0,'0.000'0.000'0,"-17.000"19.000"16,-14.000 20.000-1,-1.000 21.000-15,-1.000 10.000 16,9.000 10.000 0,9.000 4.000-1,10.000-4.000-15,10.000-11.000 16,13.000-12.000-1,16.000-11.000-15,14.000-15.000 16,11.000-15.000-16,5.000-15.000 16,1.000-13.000-1,-2.000-14.000 1,-2.000-10.000-16,-4.000-14.000 16,-6.000-11.000-1,-1.000-9.000-15,-10.000-3.000 16,-9.000-1.000-1,-14.000 3.000 1,-17.000 10.000-16,-20.000 6.000 16,-14.000 11.000-16,-15.000 12.000 15,-12.000 12.000 1,-6.000 11.000-16,-3.000 11.000 16,5.000 9.000-1,6.000 7.000-15,11.000 6.000 16,15.000-4.000-1</inkml:trace>
  <inkml:trace contextRef="#ctx0" brushRef="#br0">5234.000 8096.000 0,'0.000'0.000'16</inkml:trace>
  <inkml:trace contextRef="#ctx0" brushRef="#br0">5831.000 7995.000 0,'0.000'0.000'16,"0.000"0.000"-16,0.000 0.000 16,0.000 0.000-1,0.000 0.000-15,2.000 30.000 16,-1.000 19.000-1,-4.000 10.000 1,-5.000 3.000-16,0.000-4.000 0,1.000-7.000 16,1.000-8.000-1,4.000-10.000-15,1.000-13.000 16,1.000-20.000 0,-2.000 0.000-16,0.000-7.000 15</inkml:trace>
  <inkml:trace contextRef="#ctx0" brushRef="#br0">5789.000 8011.000 0,'0.000'0.000'15,"0.000"0.000"-15,20.000-16.000 16,13.000-10.000-1,7.000-3.000-15,-1.000 4.000 16,3.000 2.000 0,-3.000 5.000-16,-2.000 5.000 15,-5.000 3.000 1,-2.000 4.000-16,-2.000-1.000 16,-2.000 2.000-1,1.000 4.000-15,-5.000 4.000 16,-3.000 7.000-1,0.000 4.000-15,-5.000 12.000 16,-2.000 9.000 0,-4.000 9.000-16,-1.000 12.000 15,-4.000 12.000-15,-4.000 7.000 16,1.000 0.000 0,-3.000 1.000-16,3.000-3.000 15,3.000-11.000 1,-1.000-9.000-16,-3.000-12.000 15,-5.000-9.000 1,0.000-8.000-16,0.000-6.000 16,-9.000-13.000-1,-6.000-13.000 1,-4.000-22.000-16,-6.000-22.000 16,3.000-18.000-16,6.000-13.000 15,7.000 12.000 1</inkml:trace>
  <inkml:trace contextRef="#ctx0" brushRef="#br0">6159.000 7627.000 0,'0.000'0.000'15,"-9.000"42.000"1,-14.000 28.000-16,-12.000 19.000 15,-4.000 2.000 1,-3.000-8.000-16,0.000-11.000 16,10.000-21.000-1,6.000-22.000-15,16.000-25.000 16,6.000-11.000 0</inkml:trace>
  <inkml:trace contextRef="#ctx0" brushRef="#br0">6126.000 7995.000 0,'13.000'18.000'0,"6.000"13.000"15,4.000-1.000 1,-3.000-3.000-16,-3.000-7.000 16,-8.000-8.000-1,-9.000-12.000-15,5.000 5.000 16</inkml:trace>
  <inkml:trace contextRef="#ctx0" brushRef="#br0">6596.000 7567.000 0,'0.000'0.000'0,"0.000"0.000"16,-3.000 21.000-1,-4.000 15.000-15,-2.000-2.000 16,3.000-4.000 0,8.000-5.000-16,13.000-7.000 15,12.000-9.000-15,10.000-4.000 16,7.000-11.000-1,4.000-1.000-15,-6.000 1.000 16,-3.000 2.000 0,-9.000 4.000-16,-12.000 10.000 15,-12.000 14.000 1,-14.000 17.000 0,-18.000 12.000-16,-12.000 18.000 15,-11.000 12.000-15,-1.000 9.000 16,1.000-2.000-1,7.000-4.000-15,7.000-9.000 16,11.000-17.000 0,7.000-15.000-16,10.000-16.000 15,7.000-29.000 1,3.000-4.000-16,2.000-12.000 16</inkml:trace>
  <inkml:trace contextRef="#ctx0" brushRef="#br0">6882.000 7925.000 0,'10.000'29.000'0,"8.000"21.000"15,1.000 14.000 1,-5.000 18.000-16,-5.000 14.000 15,-6.000 12.000 1,-5.000 7.000 0,1.000-5.000-16,0.000-15.000 15,4.000-21.000-15,0.000-21.000 16,0.000-21.000 0,-3.000-32.000-16,0.000-8.000 15,-7.000-32.000 1,-6.000-31.000-16,-3.000-18.000 15,-7.000-6.000 1,3.000 4.000-16,5.000 20.000 16</inkml:trace>
  <inkml:trace contextRef="#ctx0" brushRef="#br0">6832.000 8114.000 0,'-4.000'31.000'0,"-3.000"12.000"15,2.000 0.000 1,2.000-7.000-16,1.000-13.000 16,1.000-12.000-1</inkml:trace>
  <inkml:trace contextRef="#ctx0" brushRef="#br0">7059.000 7748.000 0,'0.000'0.000'15,"0.000"0.000"1,0.000 0.000-16,0.000 0.000 16,-4.000 29.000-16,-8.000 18.000 15,-4.000-2.000 1,6.000-1.000-16,9.000-8.000 15,14.000-8.000 1,15.000-10.000-16,9.000-6.000 16,7.000-6.000-1,2.000 0.000-15,-2.000 2.000 16,-6.000 3.000 0,-14.000 2.000-16,-16.000 10.000 15,-21.000 11.000 1,-20.000 9.000-16,-12.000 8.000 15,-4.000 8.000 1,6.000-3.000-16,11.000-8.000 16,13.000-10.000-1,16.000-8.000-15,16.000-10.000 16,15.000-12.000 0,12.000-8.000-16,8.000-5.000 15,4.000-6.000 1,-1.000-3.000-16,-14.000 2.000 15,-9.000 0.000 1,-14.000 1.000-16,-14.000-6.000 16,-13.000-3.000-1,-14.000 3.000-15,-8.000-3.000 16,-4.000 5.000 0,2.000 0.000-16,12.000 0.000 15,12.000-4.000-15,19.000-7.000 16,7.000 1.000-1</inkml:trace>
  <inkml:trace contextRef="#ctx0" brushRef="#br0">7841.000 7977.000 0,'0.000'0.000'0,"12.000"15.000"16,-3.000 6.000-1,-7.000 0.000-15,-5.000-5.000 16</inkml:trace>
  <inkml:trace contextRef="#ctx0" brushRef="#br0">7891.000 8326.000 0,'9.000'6.000'15,"1.000"-1.000"1</inkml:trace>
  <inkml:trace contextRef="#ctx0" brushRef="#br0">9068.000 7533.000 0,'0.000'0.000'15,"14.000"19.000"1,1.000 13.000-16,-8.000 10.000 15,-13.000 11.000 1,-10.000 6.000-16,-7.000 3.000 16,-2.000-10.000-16,1.000-14.000 15,1.000-15.000 1,7.000-19.000 0,8.000-7.000-16</inkml:trace>
  <inkml:trace contextRef="#ctx0" brushRef="#br0">9127.000 7814.000 0,'42.000'-25.000'0,"19.000"-11.000"16,4.000 4.000-1,-7.000 7.000 1,-7.000 6.000-16,-7.000 7.000 15,-7.000 8.000 1,-9.000 6.000-16,-6.000 4.000 16,-7.000 4.000-16,-3.000 12.000 15,-5.000 11.000 1,-5.000 16.000-16,-5.000 15.000 16,-4.000 14.000-1,-5.000 4.000-15,1.000-7.000 16,-2.000-12.000-16,3.000-15.000 15,4.000-14.000 1,2.000-11.000-16,-1.000-11.000 16,-1.000-10.000-1,-7.000-15.000 1,-8.000-19.000-16,-9.000-17.000 16,3.000 6.000-16</inkml:trace>
  <inkml:trace contextRef="#ctx0" brushRef="#br0">9288.000 7814.000 0,'-17.000'32.000'0,"-16.000"19.000"15,-8.000 4.000 1,-1.000-10.000-16,1.000-16.000 15,10.000-15.000 1</inkml:trace>
  <inkml:trace contextRef="#ctx0" brushRef="#br0">9296.000 7849.000 0,'0.000'0.000'0,"6.000"21.000"15,-6.000 18.000-15,-13.000 12.000 16,-17.000 5.000 0,-8.000-2.000-16,-1.000-4.000 15,7.000-13.000 1,7.000-13.000-16,10.000-10.000 16</inkml:trace>
  <inkml:trace contextRef="#ctx0" brushRef="#br0">9068.000 8250.000 0,'-33.000'28.000'16,"-23.000"18.000"0,-8.000 1.000-16,8.000-4.000 15,14.000-4.000-15,20.000-3.000 16,17.000 3.000-16,20.000 0.000 15,19.000-2.000 1,11.000 1.000-16,9.000-5.000 16,9.000-2.000-1,5.000-8.000-15,1.000-8.000 16,-3.000-5.000 0,-6.000-3.000-16,-11.000-7.000 15,-11.000-3.000 1,-17.000-5.000-16,-16.000-9.000 15,-14.000-6.000 1,-14.000-8.000 0,-9.000-2.000-16,5.000-2.000 15,5.000 0.000-15,12.000 5.000 16,16.000 8.000 0,14.000 5.000-16,13.000 7.000 15,14.000 3.000 1,7.000 6.000-16,8.000 4.000 15,0.000 1.000 1,-3.000 4.000-16,-10.000 2.000 16,-14.000 1.000-1,-11.000-1.000-15,-14.000-3.000 16,-10.000-9.000 0,-12.000-12.000-16,-8.000-14.000 15,5.000 1.000-15</inkml:trace>
  <inkml:trace contextRef="#ctx0" brushRef="#br0">9792.000 8019.000 0,'19.000'38.000'16,"2.000"20.000"-1,-9.000 4.000-15,-8.000-8.000 16,-7.000-14.000 0,-5.000-19.000-16,2.000-18.000 15,2.000-6.000 1</inkml:trace>
  <inkml:trace contextRef="#ctx0" brushRef="#br0">9918.000 7952.000 0,'41.000'-20.000'0,"16.000"-5.000"16,4.000 1.000 0,-7.000 6.000-16,-8.000 5.000 15,-7.000 7.000 1,-11.000 6.000-16,-7.000 6.000 15,-8.000 13.000 1,-10.000 13.000-16,-4.000 12.000 16,-6.000 11.000-1,-4.000 9.000-15,0.000 1.000 16,4.000-2.000 0,2.000-3.000-1,5.000-10.000-15,3.000-8.000 16,-1.000-14.000-16,0.000-13.000 15,-2.000-16.000-15,-1.000-19.000 16,0.000-2.000 0</inkml:trace>
  <inkml:trace contextRef="#ctx0" brushRef="#br0">9977.000 8088.000 0,'36.000'-16.000'0,"13.000"-5.000"15,-3.000-3.000-15,-11.000-1.000 16,-11.000 6.000 0</inkml:trace>
  <inkml:trace contextRef="#ctx0" brushRef="#br0">10052.000 7959.000 0,'-6.000'19.000'15,"-6.000"17.000"-15,-1.000 13.000 16,-1.000 7.000 0,-3.000 3.000-16,2.000 3.000 15,5.000-7.000 1,2.000-5.000-16,5.000-13.000 15,8.000-13.000 1,9.000-16.000-16,6.000-18.000 16,12.000-22.000-16,4.000-22.000 15,5.000-21.000 1,2.000-14.000-16,0.000-12.000 16,0.000 1.000-1,-2.000 5.000 1,-4.000 11.000-16,-4.000 14.000 15,-9.000 20.000 1,-10.000 13.000-16,-6.000 12.000 16,-5.000 13.000-16,-3.000 12.000 15,2.000 3.000 1,3.000 10.000-16,6.000 2.000 16,10.000 6.000-1,10.000 3.000-15,3.000 3.000 16,3.000 11.000-1,-6.000 10.000 1,-11.000 5.000-16,-17.000 4.000 16,-14.000 2.000-16,-15.000-3.000 15,-12.000-5.000 1,-5.000-8.000-16,-5.000-14.000 16,5.000-17.000-1,3.000-17.000-15,10.000-23.000 16,13.000-16.000-1,8.000 5.000-15</inkml:trace>
  <inkml:trace contextRef="#ctx0" brushRef="#br0">10347.000 7901.000 0,'37.000'12.000'0,"19.000"6.000"16,6.000 7.000-1,-2.000 0.000-15,-5.000 1.000 16,-7.000-3.000-1,-4.000-4.000-15,-10.000-2.000 16,-5.000-5.000 0,-13.000-1.000-16,-13.000 1.000 15,-15.000 6.000-15,-13.000 1.000 16,-9.000 6.000 0,-4.000 5.000-16,0.000 4.000 15,2.000 1.000 1,8.000 1.000-16,2.000-5.000 15,9.000-9.000 1,10.000-5.000-16,9.000-9.000 16,12.000-8.000-1,11.000-6.000-15,9.000-8.000 16,10.000-5.000 0,-1.000 0.000-1,-4.000 2.000-15,-5.000 8.000 16,-10.000 7.000-16,-5.000 13.000 15,-10.000 17.000 1,-10.000 8.000-16,-10.000 6.000 16,-11.000 2.000-1,-5.000 0.000-15,-4.000-9.000 16,1.000-7.000 0,0.000-10.000-16,6.000-7.000 15,0.000-16.000 1,5.000-11.000-16,7.000-11.000 15,4.000-12.000-15,8.000-10.000 16,10.000-2.000 0,4.000 7.000-16,-1.000 13.000 15</inkml:trace>
  <inkml:trace contextRef="#ctx0" brushRef="#br0">11347.000 7594.000 0,'-13.000'31.000'0,"-17.000"23.000"16,-14.000 11.000 0,-7.000-3.000-16,1.000-9.000 15,7.000-15.000 1,12.000-13.000-16</inkml:trace>
  <inkml:trace contextRef="#ctx0" brushRef="#br0">11457.000 7713.000 0,'35.000'6.000'0,"18.000"11.000"16,4.000 7.000 0,-6.000 5.000-16,-12.000 1.000 15,-16.000-2.000 1,-12.000-7.000-16,-8.000-10.000 15</inkml:trace>
  <inkml:trace contextRef="#ctx0" brushRef="#br0">11230.000 7995.000 0,'0.000'0.000'0,"0.000"0.000"15,43.000-1.000 1,27.000 1.000-16,11.000 4.000 16,-3.000 5.000-16,-8.000 3.000 15,-13.000 7.000 1,-15.000 15.000-16,-15.000 8.000 16,-21.000 8.000-1,-19.000 6.000-15,-20.000 1.000 16,-15.000-9.000-1,-7.000-15.000-15,0.000-19.000 16,12.000-11.000 0</inkml:trace>
  <inkml:trace contextRef="#ctx0" brushRef="#br0">11440.000 8131.000 0,'-12.000'23.000'16,"-17.000"24.000"0,-15.000 11.000-16,-7.000 7.000 15,0.000-10.000 1,6.000-20.000-16,15.000-23.000 16,11.000-12.000-1</inkml:trace>
  <inkml:trace contextRef="#ctx0" brushRef="#br0">11961.000 7781.000 0,'35.000'-4.000'15,"13.000"4.000"1,-3.000 9.000-16,-13.000 11.000 15,-16.000 8.000-15,-14.000 9.000 16,-11.000 3.000 0,-5.000 6.000-16,-1.000-1.000 15,8.000 1.000 1,7.000 1.000-16,11.000 0.000 16,8.000-1.000-1,3.000 2.000 1,2.000-1.000-16,-3.000-3.000 15,-6.000-1.000 1,-5.000-9.000-16,-11.000-7.000 16,-11.000-9.000-16,-12.000-6.000 15,-7.000-12.000 1,-6.000-11.000 0,2.000-10.000-16,5.000-5.000 15,9.000-6.000 1,16.000-1.000-16,20.000 3.000 15,19.000 2.000 1,22.000 2.000-16,13.000-3.000 16,5.000 3.000-1,-4.000 3.000-15,-10.000 1.000 16,-16.000 8.000 0,-17.000-2.000-16,-21.000-1.000 15,-18.000-5.000-15,-13.000-9.000 16,1.000 7.000-1</inkml:trace>
  <inkml:trace contextRef="#ctx0" brushRef="#br0">12677.000 7525.000 0,'18.000'6.000'0,"7.000"11.000"15,-3.000 6.000 1,-13.000 5.000-16,-6.000-6.000 16</inkml:trace>
  <inkml:trace contextRef="#ctx0" brushRef="#br0">12677.000 8036.000 0,'11.000'29.000'15,"4.000"18.000"1,-2.000 2.000-16,-2.000 2.000 16,-2.000-12.000-1,-4.000-15.000-15,-5.000-24.000 16,2.000 8.000-16</inkml:trace>
  <inkml:trace contextRef="#ctx0" brushRef="#br0">13047.000 7704.000 0,'46.000'-33.000'16,"20.000"-6.000"-1,-4.000 4.000-15,-10.000 5.000 16,-12.000 14.000-1,-12.000 9.000-15,-5.000 13.000 16,-5.000 15.000-16,-4.000 15.000 16,-2.000 20.000-1,0.000 16.000-15,-2.000 15.000 16,-1.000 8.000 0,1.000 4.000-16,-4.000 0.000 15,2.000-8.000 1,-5.000-5.000-1,-6.000-17.000-15,-6.000-11.000 16,-8.000-18.000-16,-5.000-22.000 16,-8.000-25.000-1,-10.000-24.000-15,-4.000-21.000 16,6.000 2.000 0</inkml:trace>
  <inkml:trace contextRef="#ctx0" brushRef="#br0">12862.000 7943.000 0,'0.000'0.000'0,"4.000"27.000"16,1.000 7.000 0,-3.000 4.000-16,-2.000-6.000 15,-2.000-11.000-15,-1.000-9.000 16,3.000-15.000-1,2.000-12.000-15,2.000-14.000 16,4.000-9.000 0,5.000-2.000-16,2.000 4.000 15,5.000 7.000 1,5.000 7.000-16,3.000 10.000 16,0.000 11.000-1,6.000 14.000-15,0.000 12.000 16,-3.000 8.000-1,-9.000 9.000-15,-5.000 3.000 16,-7.000-2.000 0,-7.000-5.000-16,-10.000-12.000 15,-5.000-6.000 1,-8.000-11.000-16,-4.000-13.000 16,-4.000-11.000-16,3.000-10.000 15,5.000-4.000 1,10.000 0.000-16,9.000 3.000 15,13.000 4.000 1,17.000 3.000-16,8.000 1.000 16,-3.000 4.000-1</inkml:trace>
  <inkml:trace contextRef="#ctx0" brushRef="#br0">13702.000 7858.000 0,'31.000'-1.000'0,"26.000"-3.000"16,10.000 0.000-16,2.000 1.000 16,-3.000-3.000-1,-7.000 0.000-15,-6.000-4.000 16,-13.000-1.000 0,-12.000-2.000-16,-11.000-8.000 15,-15.000-5.000 1,-15.000-10.000-16,-8.000-9.000 15,-8.000-3.000 1,-3.000-5.000-16,-3.000 7.000 16,-2.000 13.000-1,4.000 16.000-15,6.000 10.000 16,9.000 10.000 0,7.000 15.000-16,8.000 18.000 15,6.000 19.000 1,7.000 15.000-16,1.000 13.000 15,4.000 12.000 1,-4.000 2.000-16,-4.000-3.000 16,-5.000 0.000-1,-2.000-4.000-15,-3.000-12.000 16,-3.000-19.000 0,0.000-20.000-16,2.000-21.000 15,-2.000-22.000-15,2.000-7.000 16</inkml:trace>
  <inkml:trace contextRef="#ctx0" brushRef="#br0">13895.000 8046.000 0,'0.000'0.000'0,"-15.000"23.000"16,-13.000 11.000-1,-4.000-1.000-15,5.000-12.000 16,10.000-20.000 0,10.000-8.000-16</inkml:trace>
  <inkml:trace contextRef="#ctx0" brushRef="#br0">14021.000 7985.000 0,'23.000'29.000'16,"9.000"11.000"-16,-5.000 4.000 16,-12.000-4.000-1,-6.000-13.000-15,-9.000-27.000 16,5.000-6.000 0,-1.000-10.000-1</inkml:trace>
  <inkml:trace contextRef="#ctx0" brushRef="#br0">14232.000 7832.000 0,'11.000'32.000'0,"1.000"26.000"16,-4.000 15.000 0,-6.000 2.000-16,-7.000-2.000 15,-4.000-4.000 1,-2.000-17.000-1,2.000-16.000-15,9.000-36.000 16,-4.000-1.000-16,6.000-32.000 16,4.000-27.000-1,6.000-19.000-15,2.000-6.000 16,2.000-1.000 0,0.000 9.000-16,-1.000 10.000 15,-3.000 11.000 1,2.000 4.000-16,5.000 11.000 15,2.000 4.000 1,-1.000 7.000-16,0.000 6.000 16,2.000 6.000-1,2.000 7.000-15,-2.000 6.000 16,-1.000 7.000 0,-4.000 10.000-16,3.000 8.000 15,-7.000 15.000 1,-7.000 16.000-16,-3.000 16.000 15,-6.000 15.000 1,0.000 10.000-16,2.000 4.000 16,0.000-2.000-1,-2.000-8.000-15,-1.000-10.000 16,0.000-14.000 0,0.000-18.000-16,0.000-16.000 15,-2.000-23.000 1,-5.000-21.000-1,-4.000-23.000-15,-9.000-22.000 0,-4.000-9.000 16,7.000 13.000 0</inkml:trace>
  <inkml:trace contextRef="#ctx0" brushRef="#br0">14308.000 7943.000 0,'0.000'0.000'16,"21.000"-4.000"-1,12.000 3.000-15,0.000 3.000 16,-7.000 7.000-16,-10.000 3.000 16,-10.000 4.000-1,-6.000 3.000-15,-7.000 4.000 16,-9.000-6.000 0,-3.000 6.000-16,-2.000 0.000 15,2.000-2.000 1,4.000 0.000-16,3.000-2.000 15,5.000-5.000 1,3.000-1.000 0,3.000-1.000-16,6.000-1.000 15,3.000 2.000-15,4.000 0.000 16,-4.000 2.000 0,-4.000 4.000-16,-4.000 0.000 15,-4.000 1.000 1,-3.000-8.000-16,0.000-1.000 15,-2.000-7.000 1,5.000-14.000-16,9.000-17.000 16,12.000-20.000-16,11.000-19.000 15,0.000 8.000 1</inkml:trace>
  <inkml:trace contextRef="#ctx0" brushRef="#br0">14779.000 7704.000 0,'26.000'-13.000'16,"16.000"-1.000"-16,0.000 3.000 15,-4.000 7.000 1,-10.000 9.000-16,-9.000 11.000 16,-15.000 10.000-1,-17.000 10.000-15,-13.000 9.000 16,-6.000 7.000-1,-4.000 3.000-15,2.000 1.000 16,8.000-8.000 0,10.000-14.000-16,20.000-6.000 15,13.000-14.000 1,14.000-14.000-16,7.000-15.000 16,7.000-15.000-1,-7.000-6.000-15,-11.000-1.000 16,-13.000 7.000-1,-15.000 15.000-15,-15.000 14.000 16,-2.000 5.000 0,3.000 0.000-16,4.000-1.000 15,11.000-3.000 1,7.000 3.000-16,15.000-1.000 16,11.000 2.000-16,5.000-1.000 15,0.000 4.000 1,-6.000 6.000-16,-8.000 5.000 15,-12.000 10.000 1,-17.000 6.000-16,-20.000 10.000 16,-15.000 5.000-1,-12.000 0.000-15,-6.000-5.000 16,-3.000-9.000 0,13.000-12.000-16</inkml:trace>
  <inkml:trace contextRef="#ctx0" brushRef="#br0">14702.000 8370.000 0,'59.000'-9.000'0,"33.000"-6.000"16,11.000-2.000 0,-4.000 0.000-16,-5.000 5.000 15,-10.000 4.000 1,-13.000 0.000-16,-18.000 2.000 15,-18.000 0.000 1,-17.000-4.000-16,-8.000 1.000 16</inkml:trace>
  <inkml:trace contextRef="#ctx0" brushRef="#br0">15830.000 7515.000 0,'0.000'0.000'0,"-17.000"26.000"16,-26.000 16.000-16,-24.000 11.000 15,-15.000 4.000 1,3.000-10.000-16,9.000-10.000 15,21.000-18.000 1,23.000-18.000-16,23.000-12.000 16,20.000 0.000-1,13.000 5.000-15,9.000 7.000 16,2.000 8.000 0,-4.000 10.000-16,0.000 15.000 15,-9.000 15.000 1,-6.000 16.000-16,-12.000 11.000 15,-7.000 8.000 1,-10.000-7.000-16,-3.000-13.000 16,-4.000-19.000-1,4.000-29.000-15,4.000-26.000 16,3.000-10.000 0</inkml:trace>
  <inkml:trace contextRef="#ctx0" brushRef="#br0">16048.000 7515.000 0,'0.000'0.000'0,"0.000"0.000"16,-31.000 18.000-1,-24.000 10.000-15,-7.000 2.000 16,5.000-2.000-1,15.000-11.000-15,19.000-7.000 16,17.000-12.000 0,15.000-6.000-16,15.000-2.000 15,7.000 4.000 1,2.000 6.000-16,2.000 9.000 16,-7.000 14.000-1,-1.000 17.000 1,-9.000 24.000-16,-9.000 20.000 15,-11.000 23.000-15,-7.000 13.000 16,4.000 5.000 0,-9.000-10.000-16,2.000-16.000 15,1.000-24.000 1,6.000-21.000-16,2.000-24.000 16,2.000-26.000-16,1.000-27.000 15,-2.000-26.000 1,0.000 1.000-16</inkml:trace>
  <inkml:trace contextRef="#ctx0" brushRef="#br0">16023.000 7789.000 0,'22.000'-6.000'15,"14.000"-3.000"1,0.000 5.000-16,-8.000 5.000 15,-12.000 7.000 1,-15.000 10.000-16,-13.000 6.000 16,-11.000 2.000-1,-7.000 2.000-15,-1.000-2.000 16,8.000 0.000 0,12.000-1.000-16,12.000-3.000 15,12.000-4.000 1,14.000-3.000-16,7.000 0.000 15,1.000-1.000 1,-5.000 2.000-16,-8.000-1.000 16,-12.000 4.000-16,-20.000 3.000 15,-18.000-1.000 1,-13.000-10.000 0,-3.000-22.000-16,9.000-4.000 15</inkml:trace>
  <inkml:trace contextRef="#ctx0" brushRef="#br0">16519.000 7696.000 0,'18.000'40.000'15,"-3.000"28.000"-15,-9.000 18.000 16,-8.000 5.000-1,-11.000-7.000-15,-3.000-20.000 16,1.000-21.000 0,4.000-26.000-16,5.000-14.000 15</inkml:trace>
  <inkml:trace contextRef="#ctx0" brushRef="#br0">16629.000 7594.000 0,'45.000'-29.000'15,"25.000"-12.000"-15,6.000-1.000 16,0.000 11.000 0,-5.000 4.000-16,-3.000 9.000 15,-6.000 6.000 1,-9.000 8.000-16,-9.000 7.000 15,-10.000 7.000 1,-6.000 11.000-16,-10.000 13.000 16,-8.000 16.000-1,-10.000 19.000-15,-4.000 17.000 16,-2.000 18.000 0,2.000 6.000-16,6.000-2.000 15,4.000 0.000 1,3.000-7.000-16,4.000-11.000 15,2.000-15.000 1,-3.000-14.000-16,-6.000-18.000 16,-7.000-14.000-16,-10.000-18.000 15,-12.000-22.000 1,-9.000-23.000-16,-10.000-27.000 16,-4.000-7.000-1,8.000 11.000-15</inkml:trace>
  <inkml:trace contextRef="#ctx0" brushRef="#br0">16780.000 7883.000 0,'46.000'-16.000'16,"16.000"-5.000"-1,-2.000 5.000-15,-13.000 8.000 16,-17.000 10.000-1,-21.000 10.000-15,-18.000 10.000 16,-15.000 3.000 0,-18.000 5.000-16,-11.000 1.000 15,-1.000-4.000-15,10.000-4.000 16,11.000-6.000 0,16.000-6.000-16,23.000-3.000 15,24.000-4.000 1,24.000-5.000-16,10.000-8.000 15,2.000-6.000 1,-6.000-2.000-16,-7.000-4.000 16,-13.000-3.000-1,-16.000-8.000-15,-13.000 6.000 16</inkml:trace>
  <inkml:trace contextRef="#ctx0" brushRef="#br0">16864.000 7636.000 0,'16.000'38.000'0,"2.000"28.000"16,-6.000 21.000-16,-10.000 5.000 16,-14.000 1.000-1,-6.000-10.000 1,2.000-22.000-16</inkml:trace>
  <inkml:trace contextRef="#ctx0" brushRef="#br0">17671.000 7679.000 0,'32.000'-5.000'15,"18.000"-7.000"1,10.000-4.000-16,4.000 0.000 16,3.000-6.000-1,-2.000-6.000-15,-4.000 0.000 16,-8.000-3.000 0,-12.000 1.000-16,-13.000 2.000 15,-14.000 1.000 1,-12.000 2.000-16,-14.000 4.000 15,-12.000 9.000 1,-7.000 11.000-16,-7.000 17.000 16,1.000 16.000-1,1.000 18.000-15,8.000 16.000 16,6.000 17.000 0,11.000 6.000-16,5.000 2.000 15,9.000-12.000 1,5.000-15.000-16,2.000-14.000 15,2.000-15.000 1,-3.000-15.000-16,-9.000-20.000 16,-1.000-4.000-16,-14.000-19.000 15,-12.000-16.000 1,-11.000-2.000-16,-10.000 0.000 16,-2.000 4.000-1,5.000 9.000-15,16.000 4.000 16,15.000 3.000-1,22.000-4.000-15,25.000-6.000 16,29.000-3.000 0,21.000-1.000-1,15.000-2.000-15,9.000 4.000 16,-4.000 1.000 0,-6.000 7.000-16,-15.000 4.000 15,-19.000 8.000 1,-21.000 7.000-16,-18.000 13.000 15,-18.000 13.000 1,-18.000 20.000-16,-12.000 10.000 16,-9.000 3.000-1,2.000-3.000-15,6.000-9.000 16,6.000-14.000 0,6.000-23.000-16,6.000-24.000 15,2.000-2.000 1</inkml:trace>
  <inkml:trace contextRef="#ctx0" brushRef="#br0">18302.000 7336.000 0,'2.000'31.000'15,"-3.000"27.000"-15,-3.000 21.000 16,-9.000 13.000-1,-8.000 2.000-15,-5.000-6.000 16,-3.000-15.000 0,3.000-27.000-16,3.000-26.000 15,6.000-15.000 1</inkml:trace>
  <inkml:trace contextRef="#ctx0" brushRef="#br0">18058.000 7789.000 0,'41.000'12.000'15,"18.000"7.000"1,-1.000 1.000-16,-7.000 2.000 16,-14.000-7.000-1,-15.000-3.000-15</inkml:trace>
  <inkml:trace contextRef="#ctx0" brushRef="#br0">17848.000 8104.000 0,'31.000'0.000'15,"24.000"4.000"1,19.000 2.000-16,6.000 2.000 15,-1.000 8.000 1,-9.000 5.000-16,-16.000 10.000 16,-15.000 3.000-1,-19.000 3.000-15,-20.000 0.000 16,-21.000-4.000 0,-13.000-17.000-16,-10.000-23.000 15,3.000-7.000 1</inkml:trace>
  <inkml:trace contextRef="#ctx0" brushRef="#br0">18209.000 7908.000 0,'-25.000'59.000'16,"-23.000"30.000"-1,-10.000 6.000-15,-3.000-17.000 16,8.000-27.000 0,17.000-23.000-16</inkml:trace>
  <inkml:trace contextRef="#ctx0" brushRef="#br0">18781.000 7252.000 0,'19.000'-5.000'16,"-4.000"9.000"-16,-13.000 10.000 15,-13.000 10.000-15,-7.000 5.000 16,6.000-1.000-1,11.000-4.000-15,18.000-10.000 16,20.000-8.000 0,19.000-11.000-16,10.000-6.000 15,6.000-3.000 1,-6.000 6.000-16,-13.000 2.000 16,-16.000 13.000-1,-19.000 15.000-15,-16.000 16.000 16,-19.000 20.000-1,-21.000 24.000-15,-13.000 23.000 16,-7.000 14.000 0,-2.000 8.000-16,6.000-7.000 15,7.000-15.000 1,9.000-17.000 0,11.000-26.000-16,12.000-30.000 15,11.000-35.000-15,7.000-10.000 16</inkml:trace>
  <inkml:trace contextRef="#ctx0" brushRef="#br0">19051.000 7594.000 0,'30.000'15.000'0,"14.000"22.000"16,3.000 25.000-1,-5.000 28.000-15,-16.000 32.000 16,-7.000 16.000 0,-13.000 7.000-1,-8.000-10.000-15,-2.000-22.000 16,0.000-24.000-16,0.000-30.000 16,0.000-32.000-1,-3.000-31.000-15,-4.000-36.000 16,-8.000-32.000-1,-4.000-31.000-15,-4.000 10.000 16,5.000 25.000-16</inkml:trace>
  <inkml:trace contextRef="#ctx0" brushRef="#br0">19042.000 7858.000 0,'16.000'34.000'0,"1.000"17.000"15,-3.000-1.000 1,-7.000-14.000-16,-7.000-36.000 16,2.000 1.000-1,-3.000-14.000-15</inkml:trace>
  <inkml:trace contextRef="#ctx0" brushRef="#br0">19403.000 7285.000 0,'10.000'10.000'0,"-3.000"13.000"16,-12.000 12.000-1,-12.000 5.000-15,-3.000 2.000 16,5.000-2.000-1,12.000-6.000-15,15.000-5.000 16,22.000-11.000 0,22.000-10.000-16,10.000-3.000 15,3.000-2.000 1,-6.000 2.000 0,-15.000 4.000-16,-19.000 7.000 15,-20.000 7.000-15,-19.000 14.000 16,-25.000 14.000-1,-19.000 10.000-15,-13.000 8.000 16,0.000 3.000 0,10.000-2.000-16,20.000-7.000 15,21.000-10.000 1,32.000-11.000-16,24.000-14.000 16,21.000-14.000-1,13.000-13.000-15,6.000-6.000 16,-11.000-8.000-1,-16.000-4.000-15,-22.000-2.000 16,-24.000-5.000 0,-27.000 2.000-16,-25.000 3.000 15,-18.000 6.000 1,-7.000 6.000-16,2.000 3.000 16,15.000-4.000-1,28.000-8.000-15,16.000-1.000 16</inkml:trace>
  <inkml:trace contextRef="#ctx0" brushRef="#br0">20220.000 8019.000 0,'0.000'0.000'0,"0.000"0.000"15</inkml:trace>
  <inkml:trace contextRef="#ctx0" brushRef="#br0">20917.000 7320.000 0,'0.000'0.000'15,"6.000"29.000"1,2.000 16.000-16,-1.000 7.000 16,-5.000 4.000-16,-3.000-4.000 31,-2.000-4.000-31,0.000-11.000 16,-1.000-12.000-16,4.000-25.000 15,-6.000-5.000-15,2.000-10.000 16</inkml:trace>
  <inkml:trace contextRef="#ctx0" brushRef="#br0">21001.000 7235.000 0,'22.000'-26.000'16,"11.000"-11.000"-1,1.000 1.000-15,-3.000 10.000 16,-3.000 6.000-16,-5.000 4.000 16,-2.000 5.000-1,-3.000 5.000 1,-1.000 5.000-16,-1.000 4.000 16,-2.000 9.000-16,1.000 10.000 15,-5.000 9.000 1,-5.000 9.000-16,-5.000 9.000 15,-2.000 9.000 1,-3.000 5.000-16,-2.000 6.000 16,0.000-5.000-1,1.000-7.000 1,7.000-10.000-16,3.000-7.000 16,-1.000-10.000-16,-1.000-9.000 15,-2.000-8.000 1,-4.000-14.000-1,-9.000-12.000-15,2.000-1.000 16</inkml:trace>
  <inkml:trace contextRef="#ctx0" brushRef="#br0">21043.000 7449.000 0,'0.000'0.000'15,"0.000"0.000"-15,19.000-8.000 16,11.000 0.000 0,1.000-1.000-16,-1.000 5.000 15,-9.000 5.000 1,-11.000 9.000-16,-13.000 7.000 16,-16.000 5.000-1,-12.000 3.000-15,-6.000 6.000 16,-5.000 1.000-1,-1.000-1.000-15,9.000-5.000 16,10.000-8.000 0,15.000-5.000-16,16.000-6.000 15,16.000-10.000 1,14.000-7.000-16,9.000-6.000 16,3.000-4.000-1,-4.000 4.000-15,-12.000 7.000 16,-18.000 9.000-1,-21.000 13.000-15,-20.000 9.000 16,-24.000 4.000 0,-18.000 9.000-16,-4.000 4.000 15,3.000 4.000 1,13.000-2.000-16,18.000-11.000 16,18.000-12.000-1,20.000-12.000-15,21.000-10.000 16,20.000-11.000-1,15.000-5.000-15,9.000-3.000 16,3.000-2.000 0,-5.000 6.000-16,-12.000 4.000 15,-17.000 11.000 1,-12.000 11.000-16,-16.000 15.000 16,-14.000 10.000-16,-13.000 11.000 15,-5.000 7.000 1,-3.000-4.000-16,8.000 1.000 15,7.000-7.000 1,11.000-11.000 0,11.000-16.000-16,11.000-11.000 15,14.000-13.000-15,9.000-15.000 16,6.000-10.000 0,-2.000-2.000-16,-8.000-2.000 15,-15.000 2.000 1,-18.000 4.000-1,-22.000 11.000-15,-16.000 15.000 16,-16.000 12.000-16,-6.000 15.000 16,-10.000 15.000-1,1.000 2.000-15,0.000 5.000 16,3.000-1.000 0,8.000 3.000-16,5.000-8.000 15,9.000-2.000 1,10.000-9.000-16,6.000-10.000 15,7.000-12.000 1,8.000-16.000-16,6.000-3.000 16</inkml:trace>
  <inkml:trace contextRef="#ctx0" brushRef="#br0">20875.000 8063.000 0,'32.000'30.000'0,"19.000"13.000"16,14.000 4.000 0,6.000-4.000-16,7.000-8.000 15,3.000-7.000 1,-1.000-10.000 0,-2.000-10.000-16,-3.000-7.000 15,-12.000-8.000-15,-16.000-8.000 16,-14.000-13.000-1,-11.000 2.000-15</inkml:trace>
  <inkml:trace contextRef="#ctx0" brushRef="#br0">22322.000 7158.000 0,'11.000'12.000'0,"-10.000"11.000"16,-25.000 11.000-16,-20.000 3.000 15,-17.000 6.000 1,-10.000-1.000-16,-3.000-5.000 15,8.000-5.000 1,8.000-2.000-16,16.000-6.000 16,13.000-1.000-1,13.000-3.000-15,10.000 1.000 16,11.000 3.000 0,8.000 4.000-16,4.000 10.000 15,2.000 11.000 1,-7.000 16.000-16,0.000 15.000 15,-8.000 14.000 1,-8.000 9.000-16,-6.000 1.000 16,3.000-9.000-1,1.000-17.000-15,2.000-22.000 16,1.000-23.000 0,3.000-33.000-16,-2.000-8.000 15,1.000-16.000 1</inkml:trace>
  <inkml:trace contextRef="#ctx0" brushRef="#br0">21960.000 7619.000 0,'43.000'-13.000'15,"19.000"1.000"-15,-3.000 9.000 16,-15.000 15.000 0,-17.000 10.000-16,-21.000 7.000 15,-17.000 8.000 1,-15.000 5.000-16,-14.000 2.000 16,-3.000-5.000-1,1.000-4.000-15,9.000-11.000 16,10.000-5.000-1,23.000-19.000-15,-1.000 2.000 16,21.000-15.000 0,21.000-9.000-16,11.000-13.000 15,7.000-14.000 1,3.000-7.000-16,1.000-11.000 16,-13.000 12.000-1</inkml:trace>
  <inkml:trace contextRef="#ctx0" brushRef="#br0">22649.000 7380.000 0,'0.000'0.000'0,"-32.000"19.000"16,-24.000 10.000 0,-12.000-1.000-16,1.000-5.000 15,10.000-7.000 1,18.000-14.000-16,16.000-3.000 15,23.000 1.000 1,-3.000 6.000-16,11.000 5.000 16,5.000 7.000-1,-2.000 13.000 1,-2.000 15.000-16,-7.000 15.000 16,-3.000 6.000-16,-5.000 7.000 15,-3.000-1.000 1,-3.000-4.000-16,0.000-12.000 15,5.000-14.000 1,2.000-18.000-16,5.000-25.000 16,5.000-3.000-1,2.000-13.000-15</inkml:trace>
  <inkml:trace contextRef="#ctx0" brushRef="#br0">22430.000 7679.000 0,'50.000'-17.000'16,"18.000"-7.000"-16,-4.000 1.000 16,-11.000 0.000-1,-15.000 1.000-15,-13.000 5.000 16</inkml:trace>
  <inkml:trace contextRef="#ctx0" brushRef="#br0">22574.000 7713.000 0,'2.000'66.000'0,"1.000"41.000"16,-4.000 11.000-1,-6.000-1.000-15,-4.000-14.000 16,-1.000-19.000 0,7.000-20.000-16,7.000-27.000 15,7.000-26.000 1,8.000-24.000-16,1.000-22.000 16,6.000-29.000-1,3.000-23.000-15,1.000-17.000 16,3.000-6.000-1,-4.000-1.000-15,-5.000 5.000 16,-6.000 25.000 0</inkml:trace>
  <inkml:trace contextRef="#ctx0" brushRef="#br0">22961.000 7449.000 0,'87.000'-18.000'16,"31.000"-5.000"-1,-5.000 6.000-15,-22.000 6.000 16,-22.000 1.000 0,-18.000-4.000-16,-19.000-4.000 15,-17.000-7.000-15,-16.000-7.000 16,-6.000 5.000 0</inkml:trace>
  <inkml:trace contextRef="#ctx0" brushRef="#br0">23247.000 7209.000 0,'-13.000'52.000'0,"-16.000"33.000"16,-16.000 14.000 0,-15.000-2.000-16,-8.000-7.000 15,3.000-18.000 1,12.000-20.000-1,16.000-26.000-15,13.000-26.000 16,15.000-19.000-16,16.000-14.000 16,11.000-5.000-1,9.000 7.000-15,10.000 20.000 16,0.000 11.000 0,-4.000 12.000-16,-2.000 14.000 15,-3.000 12.000 1,-6.000 18.000-16,-12.000 19.000 15,-12.000 12.000 1,-9.000-2.000-16,-4.000-10.000 16,-2.000-22.000-1,10.000-28.000-15,7.000-30.000 16,5.000-29.000 0,5.000-27.000-16,3.000-23.000 15,1.000 18.000 1,-3.000 23.000-16</inkml:trace>
  <inkml:trace contextRef="#ctx0" brushRef="#br0">23196.000 7610.000 0,'21.000'-13.000'0,"13.000"-6.000"16,1.000 1.000-1,-1.000 5.000-15,-4.000 1.000 16,-2.000 7.000-1,-3.000 3.000-15,-4.000 7.000 16,-6.000 4.000 0,-5.000 6.000-16,-4.000 11.000 15,-4.000 12.000 1,-9.000 16.000-16,1.000 17.000 16,-3.000 10.000-1,-3.000 14.000-15,6.000 2.000 16,6.000-5.000-1,0.000-9.000-15,0.000-13.000 16,0.000-13.000 0,-4.000-15.000-16,-3.000-20.000 15,-4.000-22.000 1,-9.000-26.000-16,-6.000-24.000 16,-3.000-19.000-16,4.000 6.000 15</inkml:trace>
  <inkml:trace contextRef="#ctx0" brushRef="#br0">23154.000 7713.000 0,'22.000'-5.000'16,"12.000"-1.000"0,-1.000 5.000-16,-8.000 9.000 15,-14.000 11.000 1,-13.000 9.000-16,-11.000 10.000 15,-9.000 0.000 1,2.000-1.000-16,5.000-9.000 16,6.000-4.000-1,8.000-9.000-15,16.000-13.000 16,18.000-19.000 0,14.000-22.000-16,10.000-19.000 15,6.000-10.000 1,-12.000 13.000-16</inkml:trace>
  <inkml:trace contextRef="#ctx0" brushRef="#br0">24054.000 7167.000 0,'-27.000'53.000'0,"-28.000"33.000"16,-14.000 1.000-16,-1.000-13.000 15,9.000-24.000 1,20.000-28.000-1,16.000-18.000-15</inkml:trace>
  <inkml:trace contextRef="#ctx0" brushRef="#br0">24146.000 7397.000 0,'44.000'18.000'16,"10.000"15.000"-16,-12.000 1.000 15,-18.000-5.000-15,-16.000-12.000 16,-9.000-9.000 0</inkml:trace>
  <inkml:trace contextRef="#ctx0" brushRef="#br0">23818.000 7696.000 0,'37.000'-11.000'16,"27.000"-3.000"-16,14.000 5.000 15,3.000 6.000 1,-9.000 6.000-16,-9.000 7.000 16,-15.000 9.000-1,-17.000 10.000-15,-22.000 14.000 16,-23.000 10.000-1,-22.000 10.000-15,-20.000 2.000 16,-14.000-10.000 0,-2.000-10.000-16,1.000-20.000 15,11.000-22.000 1,18.000-8.000-16</inkml:trace>
  <inkml:trace contextRef="#ctx0" brushRef="#br0">24012.000 7781.000 0,'-52.000'49.000'0,"-29.000"20.000"16,-2.000-4.000-16,15.000-21.000 15,26.000-28.000 1,16.000-14.000-16</inkml:trace>
  <inkml:trace contextRef="#ctx0" brushRef="#br0">24709.000 7372.000 0,'38.000'-4.000'0,"8.000"8.000"16,-11.000 8.000 0,-19.000 15.000-16,-17.000 8.000 15,-9.000 5.000 1,-2.000 1.000-16,1.000 3.000 16,5.000 3.000-1,8.000 6.000-15,14.000-2.000 16,10.000 5.000-1,6.000 4.000-15,-5.000-2.000 16,-7.000-1.000 0,-8.000-9.000-16,-9.000-9.000 15,-8.000-9.000 1,-8.000-8.000-16,-9.000-13.000 16,-6.000-9.000-1,-5.000-9.000-15,-2.000-15.000 16,9.000-10.000-1,9.000-5.000-15,14.000-3.000 16,18.000 0.000 0,21.000 1.000-16,14.000 0.000 15,13.000 7.000 1,6.000 2.000-16,-6.000 7.000 16,-13.000 8.000-1,-15.000 6.000-15,-14.000 5.000 16,-12.000 1.000-16,-8.000-6.000 15,-2.000-2.000 1</inkml:trace>
  <inkml:trace contextRef="#ctx0" brushRef="#br0">25340.000 7397.000 0,'31.000'-11.000'0,"25.000"-4.000"16,15.000-4.000-16,11.000-4.000 15,3.000 1.000 1,-1.000-1.000-16,-8.000 3.000 31,-14.000 1.000-31,-17.000-1.000 0,-20.000 2.000 16,-19.000-1.000 0,-21.000 3.000-16,-15.000 2.000 15,-12.000 2.000 1,-3.000 2.000-16,3.000 6.000 15,7.000 8.000 1,11.000 13.000-16,10.000 4.000 16,13.000 7.000-1,10.000 8.000-15,9.000 7.000 16,4.000 6.000 0,-1.000 6.000-16,-6.000 1.000 15,-7.000 2.000 1,-7.000-5.000-16,-5.000-6.000 15,-11.000-8.000 1,-6.000-13.000 0,-8.000-11.000-16,-6.000-11.000 15,-4.000-10.000-15,1.000-1.000 16,7.000-4.000 0,6.000-2.000-16,12.000-7.000 15,15.000-6.000 1,19.000-8.000-16,22.000-3.000 15,17.000-2.000 1,13.000 1.000-16,8.000-1.000 16,3.000 2.000-1,-4.000 5.000-15,-7.000 6.000 16,-16.000 11.000 0,-16.000 7.000-16,-13.000 15.000 15,-12.000 11.000 1,-15.000 16.000-16,-15.000 11.000 15,-9.000 8.000 1,-2.000-1.000-16,0.000-4.000 16,4.000-9.000-1,4.000-9.000-15,3.000-19.000 16,5.000-18.000 0,2.000-21.000-16,4.000-3.000 15</inkml:trace>
  <inkml:trace contextRef="#ctx0" brushRef="#br0">26047.000 7158.000 0,'0.000'0.000'0,"-3.000"44.000"16,-7.000 26.000-1,-7.000 15.000-15,-6.000 3.000 16,-5.000-7.000-1,-1.000-17.000 1,5.000-27.000-16,7.000-28.000 16,7.000-25.000-16,3.000-21.000 15,4.000-11.000 1,1.000 5.000-16,3.000 15.000 16,6.000 23.000-16,5.000 13.000 31,-1.000 0.000-31,4.000 3.000 0,6.000 5.000 15,8.000 1.000 1,1.000 8.000-16,-1.000 0.000 16,-7.000 1.000-1,-9.000-4.000 1,-8.000-9.000-16,-11.000-5.000 16,-8.000-11.000-16,-1.000-4.000 15</inkml:trace>
  <inkml:trace contextRef="#ctx0" brushRef="#br0">25601.000 7883.000 0,'46.000'-6.000'15,"27.000"-5.000"-15,11.000-1.000 16,1.000 4.000-1,-7.000-3.000-15,-14.000-2.000 16,-15.000-5.000 0,-15.000 4.000-16</inkml:trace>
  <inkml:trace contextRef="#ctx0" brushRef="#br0">26694.000 7201.000 0,'59.000'-16.000'16,"24.000"-1.000"0,-1.000 13.000-16,-14.000 1.000 15,-20.000 2.000 1</inkml:trace>
  <inkml:trace contextRef="#ctx0" brushRef="#br0">26812.000 7457.000 0,'29.000'1.000'16,"17.000"4.000"0,13.000-4.000-16,3.000 0.000 15,-8.000-1.000 1,-13.000 2.000-16,-14.000 5.000 15,-15.000 3.000 1,-16.000 8.000-16,-19.000 2.000 16,-12.000 5.000-1,-7.000 3.000 1,-3.000-1.000-16,6.000-5.000 0,9.000-6.000 16,14.000-3.000-1,10.000-2.000-15,18.000-3.000 16,19.000-3.000-1,11.000-3.000-15,6.000 4.000 16,-3.000 4.000 0,-9.000 5.000-16,-12.000 6.000 15,-19.000 5.000 1,-21.000 3.000-16,-22.000-2.000 16,-17.000-9.000-1,-9.000-19.000-15,-2.000-22.000 16,-2.000-9.000-1,17.000 6.000 1</inkml:trace>
  <inkml:trace contextRef="#ctx0" brushRef="#br0">26585.000 7490.000 0,'14.000'25.000'16,"3.000"16.000"-1,-8.000 9.000-15,-12.000 2.000 16,-13.000 3.000-16,-12.000-2.000 16,-5.000-7.000-1,-5.000-11.000-15,6.000-11.000 16,8.000-9.000 0,9.000-9.000-16,15.000-6.000 15,7.000 3.000 1,18.000 1.000-16,18.000 6.000 15,14.000 10.000 1,8.000 11.000-16,6.000 6.000 16,6.000-4.000-1,0.000-3.000-15,-1.000-8.000 16,-1.000-11.000-16,-5.000-8.000 16,-7.000-13.000-1,-7.000-18.000-15,-10.000-23.000 16,-14.000-25.000-1,-14.000 9.000-15</inkml:trace>
  <inkml:trace contextRef="#ctx0" brushRef="#br0">27417.000 7328.000 0,'34.000'-1.000'16,"22.000"1.000"-16,3.000 6.000 16,-8.000 2.000-1,-11.000 7.000-15,-18.000 5.000 16,-19.000 3.000 0,-18.000 2.000-16,-16.000 2.000 15,-11.000-1.000 1,-7.000 4.000-16,1.000-1.000 15,8.000 0.000 1,7.000-8.000-16,15.000-3.000 16,15.000-8.000-1,20.000-11.000-15,23.000-8.000 16,8.000-1.000 0,6.000-1.000-16,-10.000 4.000 15,-14.000 6.000 1,-15.000 10.000-16,-19.000 14.000 15,-23.000 13.000 1,-16.000 10.000-16,-10.000 3.000 16,-1.000-2.000-1,10.000-7.000-15,14.000-12.000 16,16.000-10.000 0,23.000-10.000-16,23.000-12.000 15,21.000-10.000 1,9.000-2.000-16,0.000 1.000 15,-9.000 6.000 1,-16.000 8.000-16,-14.000 10.000 16,-18.000 15.000-1,-19.000 13.000-15,-20.000 9.000 16,-8.000-1.000 0,-1.000-9.000-16,5.000-9.000 15,13.000-23.000 1,18.000-32.000-16,20.000-23.000 15,14.000-14.000-15,1.000 12.000 16</inkml:trace>
  <inkml:trace contextRef="#ctx0" brushRef="#br0">27771.000 7542.000 0,'31.000'-7.000'15,"27.000"-1.000"-15,12.000-2.000 16,5.000 7.000 0,-2.000 3.000-16,-10.000 7.000 15,-15.000 4.000 1,-14.000 14.000-16,-19.000 13.000 16,-19.000 17.000-1,-22.000 14.000-15,-16.000 7.000 16,-10.000-4.000-1,-2.000-12.000-15,7.000-16.000 16,7.000-21.000 0,12.000-32.000-16,11.000-7.000 15</inkml:trace>
  <inkml:trace contextRef="#ctx0" brushRef="#br0">28064.000 7354.000 0,'-3.000'31.000'15,"-11.000"32.000"1,-16.000 20.000-16,-15.000 15.000 16,-5.000-1.000-1,-1.000-19.000-15,11.000-31.000 16,11.000-21.000-16</inkml:trace>
  <inkml:trace contextRef="#ctx0" brushRef="#br0">28434.000 7328.000 0,'42.000'-8.000'0,"19.000"-3.000"16,2.000 5.000-1,-8.000 5.000-15,-10.000 0.000 16,-11.000-3.000 0,-10.000 1.000-16</inkml:trace>
  <inkml:trace contextRef="#ctx0" brushRef="#br0">28444.000 7490.000 0,'8.000'12.000'16,"14.000"-1.000"-16,15.000-7.000 15,7.000-2.000 1,4.000-2.000-16,-9.000 0.000 15,-12.000 2.000 1,-13.000 5.000-16,-11.000 12.000 16,-19.000 6.000-16,-13.000 9.000 15,-12.000 6.000 1,-7.000-1.000-16,6.000-4.000 16,3.000-3.000-1,14.000-10.000 1,11.000-10.000-16,20.000-12.000 15,16.000-7.000-15,16.000-6.000 16,11.000-1.000 0,2.000 7.000-16,-5.000 6.000 15,-10.000 10.000 1,-11.000 16.000-16,-16.000 12.000 16,-13.000 5.000-1,-15.000 1.000-15,-10.000-7.000 16,0.000-15.000-1,4.000-22.000-15,15.000-28.000 16,6.000-2.000 0</inkml:trace>
  <inkml:trace contextRef="#ctx0" brushRef="#br0">28889.000 7490.000 0,'38.000'2.000'0,"18.000"-3.000"16,4.000 5.000-1,2.000 3.000-15,-8.000 1.000 16,-7.000 6.000 0,-8.000 0.000-16,-13.000 9.000 15,-10.000 15.000 1,-16.000 9.000-16,-16.000 11.000 15,-15.000 8.000 1,-12.000-4.000-16,-7.000-8.000 16,0.000-21.000-1,4.000-27.000-15,12.000-30.000 16,13.000-7.000 0</inkml:trace>
  <inkml:trace contextRef="#ctx0" brushRef="#br0">29150.000 7354.000 0,'-10.000'41.000'0,"-16.000"28.000"16,-18.000 14.000-1,-14.000-3.000-15,0.000-22.000 16,13.000-35.000-1,16.000-18.000 1</inkml:trace>
  <inkml:trace contextRef="#ctx0" brushRef="#br0">29544.000 6928.000 0,'0.000'0.000'16,"-9.000"23.000"-1,-9.000 11.000-15,0.000 3.000 16,3.000 0.000 0,11.000-10.000-16,17.000-4.000 15,14.000-14.000 1,15.000-6.000-16,2.000-6.000 15,3.000 1.000-15,-6.000-1.000 16,-14.000 5.000 0,-9.000 11.000-16,-14.000 15.000 15,-19.000 18.000 1,-19.000 19.000 0,-14.000 26.000-16,-13.000 18.000 15,-9.000 9.000 1,5.000-2.000-16,8.000-16.000 15,15.000-16.000 1,16.000-24.000-16,12.000-23.000 16,14.000-37.000-16,3.000 0.000 15,11.000-39.000 1,10.000-33.000 0,2.000-18.000-16,1.000-9.000 15,2.000 3.000-15,-8.000 25.000 16</inkml:trace>
  <inkml:trace contextRef="#ctx0" brushRef="#br0">29595.000 7380.000 0,'23.000'19.000'0,"12.000"22.000"16,6.000 21.000-16,-6.000 22.000 16,-9.000 23.000-1,-13.000 21.000 1,-7.000 12.000-16,-6.000 6.000 15,0.000-13.000 1,0.000-26.000 0,2.000-33.000-16,1.000-31.000 15,3.000-31.000-15,-1.000-35.000 16,-2.000-40.000 0,-9.000-33.000-16,-10.000-19.000 15,-13.000-2.000 1,1.000 24.000-16</inkml:trace>
  <inkml:trace contextRef="#ctx0" brushRef="#br0">29544.000 7610.000 0,'11.000'26.000'0,"0.000"4.000"16,0.000-17.000-1,-2.000-9.000-15</inkml:trace>
  <inkml:trace contextRef="#ctx0" brushRef="#br0">29898.000 7227.000 0,'-1.000'24.000'0,"-8.000"13.000"16,-9.000 7.000-1,-6.000 1.000-15,4.000-2.000 16,10.000-7.000 0,10.000-7.000-1,16.000-7.000-15,13.000-5.000 16,8.000-9.000-16,3.000 2.000 15,-4.000 2.000 1,-6.000 6.000-16,-11.000 7.000 16,-16.000 5.000-1,-20.000 14.000-15,-16.000 2.000 16,-8.000 4.000 0,-6.000-2.000-16,6.000-5.000 15,11.000-5.000 1,18.000-9.000-16,20.000-7.000 15,20.000-9.000 1,18.000-13.000-16,10.000-6.000 16,3.000-3.000-1,-8.000-2.000-15,-12.000 1.000 16,-12.000-3.000 0,-14.000-1.000-16,-9.000-2.000 15,-14.000-4.000 1,-10.000 1.000-16,-5.000 2.000 15,0.000 0.000 1,7.000-6.000-16,15.000-13.000 16,6.000 1.000-1</inkml:trace>
  <inkml:trace contextRef="#ctx0" brushRef="#br0">30487.000 7294.000 0,'9.000'19.000'0,"-1.000"6.000"16,-3.000-4.000-16</inkml:trace>
  <inkml:trace contextRef="#ctx0" brushRef="#br0">30605.000 7167.000 0,'-34.000'53.000'0,"-13.000"22.000"16,5.000-7.000-16,10.000-13.000 16,12.000-17.000-1,10.000-15.000-15,5.000-4.000 16,4.000-6.000-1,0.000 2.000 1,3.000 7.000-16,-2.000 2.000 16,-1.000 10.000-16,1.000 3.000 15,-5.000 6.000 1,1.000 1.000-16,0.000-4.000 16,-2.000-6.000-1,-1.000-6.000-15,1.000-10.000 16,6.000-18.000-1,0.000 0.000-15,3.000-3.000 16,6.000-15.000 0,4.000-10.000-16,7.000-4.000 15,4.000-2.000 1,1.000 3.000-16,2.000 5.000 16,0.000 6.000-1,2.000 6.000-15,-2.000 10.000 16,-3.000 10.000-16,-4.000 13.000 15,-8.000 11.000 1,-5.000 7.000 0,-7.000 6.000-16,-7.000-2.000 15,-8.000-4.000 1,-1.000-8.000-16,-5.000-10.000 16,2.000-12.000-16,-1.000-12.000 15,5.000-19.000 1,7.000-13.000-16,8.000-13.000 15,9.000-8.000 1,9.000-1.000-16,7.000 1.000 16,7.000 3.000-1,3.000 2.000 1,2.000 3.000-16,3.000 8.000 16,-2.000 5.000-16,-2.000 10.000 15,-5.000 6.000 1,-3.000 13.000-16,-4.000 10.000 15,-3.000 16.000 1,-5.000 14.000 0,-5.000 14.000-16,-6.000 18.000 15,-6.000 17.000-15,-5.000 11.000 16,2.000 7.000 0,0.000 0.000-16,3.000-11.000 15,-2.000-14.000 1,-5.000-15.000-16,-7.000-16.000 15,-8.000-22.000 1,-12.000-28.000-16,-1.000-27.000 16,-2.000-31.000-1,0.000-20.000 1,10.000-2.000-16,10.000 23.000 16,14.000 20.000-1,11.000 17.000-15,8.000 13.000 16,9.000 14.000-1,12.000 13.000-15,1.000 8.000 16,-6.000-1.000-16,-9.000-7.000 16</inkml:trace>
  <inkml:trace contextRef="#ctx0" brushRef="#br0">31168.000 7056.000 0,'19.000'18.000'0,"10.000"14.000"16,2.000-2.000-16,-9.000-1.000 15,-6.000-6.000 1</inkml:trace>
  <inkml:trace contextRef="#ctx0" brushRef="#br0">31731.000 7006.000 0,'0.000'0.000'16,"0.000"0.000"-16,-21.000 34.000 15,-24.000 22.000 1,-21.000 4.000-16,-10.000-14.000 15,15.000-16.000 1</inkml:trace>
  <inkml:trace contextRef="#ctx0" brushRef="#br0">31252.000 7345.000 0,'9.000'19.000'0,"7.000"13.000"15,-1.000 7.000-15,1.000 4.000 16,-3.000-2.000 0,-3.000-4.000-16,-3.000-11.000 15,0.000-12.000 1,1.000-20.000-16,0.000-14.000 16,2.000-15.000-1,-4.000 4.000-15</inkml:trace>
  <inkml:trace contextRef="#ctx0" brushRef="#br0">31394.000 7422.000 0,'0.000'0.000'0,"0.000"0.000"16,19.000 11.000-16,8.000 5.000 15,3.000-2.000 1,-3.000-2.000-16,-4.000-3.000 15,-6.000-1.000 1,-8.000 6.000-16,-7.000 1.000 16,-11.000 9.000-1,-12.000 7.000-15,-11.000 8.000 16,-12.000 9.000 0,-10.000 2.000-1,-3.000 2.000-15,0.000-6.000 16,12.000-8.000-16,13.000-6.000 15,15.000-5.000 1,22.000 0.000-16,19.000-2.000 16,20.000 4.000-1,11.000 1.000-15,8.000 0.000 16,0.000-3.000 0,-5.000-8.000-16,-11.000-5.000 15,-14.000-4.000 1,-10.000-10.000-16,-14.000-11.000 15,-11.000-8.000 1,-15.000-8.000-16,-12.000-5.000 16,-10.000 0.000-1,1.000 4.000-15,6.000 0.000 16,19.000 0.000 0,17.000 2.000-16,18.000 1.000 15,19.000 2.000 1,16.000 9.000-16,5.000 5.000 15,1.000 8.000 1,-2.000 9.000-16,-10.000-1.000 16,-10.000 1.000-1,-13.000-2.000-15,-12.000-4.000 16,-16.000-2.000-16,1.000-7.000 16,-11.000-20.000-1,-9.000-23.000-15,3.000 1.000 16</inkml:trace>
  <inkml:trace contextRef="#ctx0" brushRef="#br0">32404.000 7063.000 0,'8.000'29.000'16,"-11.000"20.000"-16,-29.000 13.000 16,-26.000-6.000-1,-16.000-14.000-15,11.000-18.000 16</inkml:trace>
  <inkml:trace contextRef="#ctx0" brushRef="#br0">32185.000 7542.000 0,'69.000'-7.000'0,"22.000"-3.000"16,-10.000-2.000-16,-22.000-5.000 16,-24.000-7.000-1,-24.000-3.000-15,-11.000 3.000 16</inkml:trace>
  <inkml:trace contextRef="#ctx0" brushRef="#br0">32328.000 7414.000 0,'10.000'47.000'15,"3.000"28.000"1,-3.000 14.000-16,-7.000 3.000 15,-4.000-2.000 1,-3.000-11.000 0,0.000-11.000-16,0.000-18.000 15,3.000-16.000-15,1.000-34.000 16,-3.000 4.000 0,0.000-27.000-16,1.000-6.000 15</inkml:trace>
  <inkml:trace contextRef="#ctx0" brushRef="#br0">32328.000 7661.000 0,'-14.000'22.000'0,"-15.000"19.000"15,-16.000 5.000 1,-8.000-1.000-16,-1.000-6.000 15,7.000-12.000 1,12.000-23.000-16,16.000-24.000 16,12.000-5.000-1</inkml:trace>
  <inkml:trace contextRef="#ctx0" brushRef="#br0">32303.000 7729.000 0,'36.000'27.000'0,"13.000"14.000"32,-3.000 2.000-32,-9.000-4.000 15,-12.000-12.000-15,-7.000-14.000 16,-6.000-21.000 0,-6.000-6.000-16</inkml:trace>
  <inkml:trace contextRef="#ctx0" brushRef="#br0">32589.000 7559.000 0,'18.000'27.000'15,"6.000"15.000"-15,-2.000 5.000 16,-7.000-3.000-1,-9.000-11.000-15,-6.000-16.000 16,-2.000-20.000-16,0.000-7.000 16</inkml:trace>
  <inkml:trace contextRef="#ctx0" brushRef="#br0">32698.000 7499.000 0,'43.000'9.000'15,"11.000"7.000"-15,-8.000 5.000 16,-13.000 4.000 0,-16.000 5.000-16,-15.000 2.000 15,-17.000 1.000-15,-10.000-3.000 16,-8.000-1.000-1,-2.000-1.000-15,1.000-2.000 16,7.000-7.000 0,9.000-4.000-16,10.000-2.000 15,17.000-5.000 1,16.000-5.000-16,17.000-6.000 16,7.000-6.000-1,1.000-9.000-15,-8.000 1.000 16</inkml:trace>
  <inkml:trace contextRef="#ctx0" brushRef="#br0">33068.000 7892.000 0,'0.000'0.000'16,"0.000"0.000"-16,0.000 0.000 15</inkml:trace>
  <inkml:trace contextRef="#ctx0" brushRef="#br0">9077.000 9257.000 0,'0.000'0.000'0,"0.000"0.000"15,9.000 23.000 1,1.000 14.000-16,2.000 4.000 15,-6.000 2.000 1,-2.000-1.000-16,-8.000-1.000 16,-3.000-7.000-1,-6.000-10.000-15,-2.000-15.000 16,2.000-6.000 0</inkml:trace>
  <inkml:trace contextRef="#ctx0" brushRef="#br0">9103.000 9172.000 0,'38.000'-26.000'15,"16.000"-9.000"-15,-2.000 2.000 16,-9.000 8.000-1,-13.000 7.000-15,-10.000 8.000 16,-8.000 3.000 0,-12.000 7.000-16,0.000 0.000 15,8.000 3.000 1,-3.000 7.000-16,-2.000 7.000 16,-2.000 7.000-1,-5.000 11.000-15,-2.000 9.000 16,-1.000 6.000-1,-1.000 5.000-15,1.000-1.000 16,2.000-1.000 0,-2.000-3.000-16,1.000-6.000 15,2.000-9.000 1,3.000-9.000-16,-3.000-8.000 16,0.000-9.000-16,-3.000-10.000 15,1.000-4.000 1</inkml:trace>
  <inkml:trace contextRef="#ctx0" brushRef="#br0">9111.000 9350.000 0,'26.000'-8.000'15,"14.000"-6.000"-15,1.000 3.000 16,-10.000 4.000 0,-5.000 5.000-16,-13.000 5.000 15,-10.000 6.000 1,-6.000 3.000-16,-10.000 3.000 16,-3.000 3.000-1,-7.000 2.000-15,-1.000 1.000 16,2.000-2.000-1,3.000 0.000-15,12.000 0.000 16,9.000-4.000 0,9.000-7.000-16,11.000-5.000 15,10.000-7.000 1,2.000-3.000-16,3.000-5.000 16,-7.000 0.000-1,-14.000 2.000-15,-20.000 6.000 16,-21.000 8.000-1,-2.000 3.000-15</inkml:trace>
  <inkml:trace contextRef="#ctx0" brushRef="#br0">8733.000 9726.000 0,'47.000'-13.000'0,"34.000"-10.000"15,21.000-5.000 1,7.000-2.000-16,-3.000 3.000 16,-8.000 1.000-1,-11.000 4.000-15,-15.000 3.000 16,-21.000 6.000 0,-21.000 1.000-16,-23.000 2.000 15,-11.000 4.000-15</inkml:trace>
  <inkml:trace contextRef="#ctx0" brushRef="#br0">9195.000 9676.000 0,'0.000'34.000'16,"0.000"17.000"-1,-4.000 5.000-15,1.000-5.000 16,2.000-11.000-1,-1.000-8.000-15,4.000-14.000 16,7.000-8.000 0,9.000-13.000-16,16.000-11.000 15,11.000-12.000 1,2.000-9.000-16,4.000-4.000 16,-6.000-2.000-1,-9.000 4.000-15,-14.000 4.000 16,-17.000 10.000-1,-18.000 8.000-15,-17.000 11.000 16,-16.000 16.000 0,-7.000 7.000-16,-4.000 6.000 15,-4.000 4.000 1,0.000 1.000-16,1.000 1.000 16,0.000 1.000-1,2.000-4.000-15,13.000-9.000 16</inkml:trace>
  <inkml:trace contextRef="#ctx0" brushRef="#br0">8976.000 9957.000 0,'37.000'25.000'0,"19.000"11.000"15,11.000 2.000 1,7.000-4.000-16,2.000-7.000 16,2.000-9.000-1,0.000-9.000 1,0.000-11.000-16,-9.000-5.000 16,-6.000-7.000-16,-9.000-9.000 15,-14.000-13.000 1,-12.000 5.000-16</inkml:trace>
  <inkml:trace contextRef="#ctx0" brushRef="#br0">10078.000 9128.000 0,'0.000'0.000'0,"0.000"0.000"16,10.000 27.000 0,1.000 21.000-16,-6.000 28.000 15,-8.000 24.000 1,-5.000 16.000-16,-8.000 14.000 15,-4.000 3.000 1,1.000-5.000-16,8.000-21.000 16,2.000-22.000-1,5.000-25.000-15,3.000-24.000 16,0.000-31.000 0,1.000-32.000-16,0.000-6.000 15</inkml:trace>
  <inkml:trace contextRef="#ctx0" brushRef="#br0">10272.000 9317.000 0,'9.000'40.000'16,"0.000"19.000"-1,0.000-3.000-15,-8.000-10.000 16,-3.000-17.000 0,2.000-29.000-16,-3.000 0.000 15,1.000-26.000-15,2.000-26.000 16,3.000-11.000 0,7.000-1.000-1,4.000 12.000-15,4.000 15.000 16,2.000 11.000-16,6.000 12.000 15,8.000 11.000 1,8.000 10.000-16,1.000 12.000 16,1.000 10.000-1,-3.000 6.000-15,-13.000 4.000 16,-12.000 2.000 0,-16.000 1.000-16,-16.000-3.000 15,-13.000-10.000 1,-13.000-11.000-1,-4.000-11.000-15,1.000-11.000 16,9.000-8.000 0,16.000-8.000-16,15.000-7.000 15,17.000-3.000-15,17.000 3.000 16,13.000 0.000 0,5.000 8.000-1,1.000 3.000-15,-6.000 9.000 16,-11.000 5.000-16,-19.000 9.000 15,-15.000 2.000 1,-4.000 0.000-16</inkml:trace>
  <inkml:trace contextRef="#ctx0" brushRef="#br0">10162.000 9821.000 0,'24.000'35.000'0,"7.000"13.000"16,-7.000-4.000-1,-8.000-10.000-15,-5.000-16.000 16,-6.000-15.000-16,-3.000-7.000 16</inkml:trace>
  <inkml:trace contextRef="#ctx0" brushRef="#br0">10280.000 9769.000 0,'66.000'-16.000'0,"29.000"-12.000"16,8.000 0.000-16,-10.000 9.000 15,-14.000 10.000 1,-19.000 11.000-1,-19.000 10.000-15,-25.000 10.000 16,-26.000 12.000-16,-27.000 2.000 16,-20.000-4.000-1,7.000-8.000-15</inkml:trace>
  <inkml:trace contextRef="#ctx0" brushRef="#br0">10398.000 9786.000 0,'0.000'0.000'15,"9.000"25.000"-15,2.000 10.000 16,-6.000 2.000 0,-2.000-8.000-16</inkml:trace>
  <inkml:trace contextRef="#ctx0" brushRef="#br0">10642.000 9684.000 0,'-20.000'52.000'16,"-17.000"17.000"-1,-1.000-14.000-15</inkml:trace>
  <inkml:trace contextRef="#ctx0" brushRef="#br0">10069.000 10093.000 0,'34.000'-6.000'0,"33.000"-10.000"15,25.000-8.000 1,17.000-4.000-16,10.000-1.000 16,2.000 1.000-1,-3.000 6.000-15,-9.000 1.000 16,-14.000 6.000 0,-19.000-4.000-16,-22.000-1.000 15,-21.000 3.000 1</inkml:trace>
  <inkml:trace contextRef="#ctx0" brushRef="#br0">11390.000 8975.000 0,'-34.000'40.000'0,"-7.000"13.000"16,8.000-6.000-16,22.000-10.000 15,19.000-12.000 1,19.000-6.000-16,6.000-5.000 15,1.000-3.000 1,-6.000 6.000-16,-6.000 12.000 16,-14.000 17.000-1,-18.000 19.000-15,-17.000 18.000 16,-17.000 13.000 0,-13.000 5.000-16,-4.000 2.000 15,1.000-9.000 1,9.000-16.000-16,17.000-19.000 15,11.000-22.000 1,23.000-37.000-16,-10.000 10.000 16</inkml:trace>
  <inkml:trace contextRef="#ctx0" brushRef="#br0">11272.000 9531.000 0,'33.000'-9.000'0,"32.000"-5.000"16,17.000-2.000 0,5.000 0.000-16,2.000 2.000 15,-8.000 2.000 1,-13.000-2.000-16,-15.000-6.000 16,-20.000-1.000-1,-23.000 1.000-15,-13.000 5.000 16</inkml:trace>
  <inkml:trace contextRef="#ctx0" brushRef="#br0">11406.000 9454.000 0,'0.000'31.000'0,"2.000"19.000"16,2.000-1.000-16,0.000-9.000 15,5.000-22.000 1,0.000-13.000-16</inkml:trace>
  <inkml:trace contextRef="#ctx0" brushRef="#br0">11642.000 9325.000 0,'0.000'0.000'16,"-4.000"32.000"-16,1.000 19.000 15,8.000 10.000-15,10.000 5.000 16,7.000-7.000 0,5.000-5.000-16,-2.000-8.000 15,-4.000-11.000 1,-12.000-2.000-16,-18.000-2.000 15,-21.000 1.000-15,-18.000-2.000 16,-15.000-7.000 0,-5.000-8.000-16,2.000-12.000 15,12.000-10.000 1,22.000-8.000-16,22.000 1.000 16,22.000 2.000-1,25.000 6.000-15,23.000 10.000 16,17.000 8.000-1,4.000 11.000 1,-2.000 4.000-16,-11.000-1.000 16,-16.000-2.000-16,-17.000-7.000 15,-15.000-9.000 1,-12.000-8.000-16,-12.000-17.000 16,-4.000-4.000-1</inkml:trace>
  <inkml:trace contextRef="#ctx0" brushRef="#br0">12492.000 9240.000 0,'0.000'0.000'15,"-5.000"31.000"-15,-21.000 13.000 16,-23.000 1.000 0,3.000-10.000-1</inkml:trace>
  <inkml:trace contextRef="#ctx0" brushRef="#br0">12197.000 9658.000 0,'22.000'23.000'0,"9.000"9.000"16,-6.000-1.000-1,-8.000-8.000-15,-7.000-17.000 32,2.000-29.000-17,3.000-12.000 1,8.000-8.000-16,6.000 1.000 15,-1.000 4.000-15,4.000 9.000 16,-1.000 9.000 0,1.000 9.000-16,1.000 14.000 15,1.000 15.000 1,-5.000 12.000-16,-5.000 9.000 16,-9.000 5.000-1,-6.000 0.000-15,-8.000-4.000 16,-2.000-7.000-1,-3.000-8.000 1,-2.000-12.000-16,-1.000-17.000 16,-3.000-19.000-16,-7.000-16.000 15,4.000-15.000 1,4.000-14.000 0,11.000-4.000-16,8.000 1.000 15,8.000 5.000-15,5.000 9.000 16,9.000 5.000-1,12.000 15.000-15,6.000 8.000 16,6.000 13.000 0,0.000 15.000-16,-4.000 21.000 15,-5.000 20.000 1,-10.000 18.000-16,-13.000 25.000 16,-13.000 16.000-1,-19.000 9.000-15,-5.000 0.000 16,-8.000-5.000-1,-3.000-18.000 1,2.000-22.000-16,0.000-30.000 16,-4.000-33.000-16,2.000-32.000 15,6.000-6.000 1</inkml:trace>
  <inkml:trace contextRef="#ctx0" brushRef="#br0">12760.000 9479.000 0,'24.000'21.000'15,"5.000"11.000"1,-8.000-1.000-16,-8.000-9.000 16</inkml:trace>
  <inkml:trace contextRef="#ctx0" brushRef="#br0">13433.000 8890.000 0,'12.000'27.000'15,"3.000"13.000"-15,1.000 0.000 16,-2.000-11.000 0,-3.000-12.000-16</inkml:trace>
  <inkml:trace contextRef="#ctx0" brushRef="#br0">13862.000 9010.000 0,'0.000'0.000'0,"0.000"0.000"0,-32.000 24.000 16,-27.000 9.000-1,-16.000-8.000-15,11.000-7.000 16</inkml:trace>
  <inkml:trace contextRef="#ctx0" brushRef="#br0">13340.000 9249.000 0,'0.000'0.000'16,"20.000"23.000"-16,9.000 15.000 15,0.000 6.000 1,-11.000 1.000-16,-8.000-8.000 16,-8.000-9.000-1,-3.000-10.000-15,0.000-16.000 16,-3.000-15.000 0,1.000-4.000-1</inkml:trace>
  <inkml:trace contextRef="#ctx0" brushRef="#br0">13533.000 9155.000 0,'50.000'-6.000'0,"29.000"-3.000"16,5.000 9.000 0,-4.000 12.000-16,-7.000 12.000 15,-11.000 7.000 1,-16.000 6.000-16,-21.000 1.000 15,-22.000-7.000 1,-23.000 6.000-16,-23.000-9.000 16,-21.000-11.000-1,-16.000-11.000-15,-2.000-9.000 16,16.000-3.000-16</inkml:trace>
  <inkml:trace contextRef="#ctx0" brushRef="#br0">13533.000 9360.000 0,'42.000'-10.000'0,"26.000"-2.000"16,7.000 2.000-16,-6.000 6.000 15,-18.000 6.000 1,-14.000 7.000-16,-25.000 3.000 16,-26.000 8.000-1,-26.000 1.000-15,-22.000 4.000 16,-19.000 0.000-1,0.000 0.000-15,14.000 0.000 16,18.000-8.000 0,20.000-5.000-16,23.000-4.000 15,32.000-2.000 1,22.000-9.000-16,24.000-8.000 16,4.000-5.000-1,-1.000 0.000-15,-8.000-2.000 16,-12.000 2.000-1,-18.000-6.000-15,-22.000-4.000 16,-10.000 4.000-16</inkml:trace>
  <inkml:trace contextRef="#ctx0" brushRef="#br0">13618.000 9257.000 0,'22.000'32.000'16,"11.000"22.000"-16,-3.000 16.000 16,-10.000 14.000-1,-11.000 9.000-15,-5.000 3.000 16,-4.000-3.000 0,-2.000-7.000-16,-1.000-14.000 15,-2.000-13.000 1,-3.000-16.000-16,3.000-15.000 15</inkml:trace>
  <inkml:trace contextRef="#ctx0" brushRef="#br0">13425.000 9794.000 0,'0.000'0.000'15,"28.000"0.000"-15,27.000-4.000 16,17.000-3.000 0,11.000-3.000-16,-2.000-3.000 15,0.000-3.000 1,-5.000-6.000-16,-6.000-10.000 16,-22.000 5.000-1</inkml:trace>
  <inkml:trace contextRef="#ctx0" brushRef="#br0">14610.000 9069.000 0,'0.000'0.000'16,"0.000"0.000"-16,-22.000 25.000 15,-32.000 13.000 1,-19.000 2.000-16,-7.000-5.000 16,9.000-11.000-1,19.000-15.000-15,23.000-9.000 16,22.000-6.000 0,17.000 4.000-16,13.000 4.000 15,9.000 4.000 1,2.000 4.000-16,4.000 12.000 15,-5.000 19.000 1,-6.000 18.000-16,-9.000 14.000 16,-9.000 10.000-1,-9.000-1.000-15,-2.000-8.000 16,-2.000-11.000 0,0.000-18.000-16,2.000-16.000 15,5.000-24.000 1,2.000-10.000-16</inkml:trace>
  <inkml:trace contextRef="#ctx0" brushRef="#br0">14627.000 9249.000 0,'73.000'-23.000'15,"35.000"-2.000"-15,1.000 9.000 16,-18.000 5.000 0,-18.000 4.000-16,-21.000 3.000 15,-16.000-7.000-15,-22.000-6.000 16,-10.000 0.000 0</inkml:trace>
  <inkml:trace contextRef="#ctx0" brushRef="#br0">14930.000 8984.000 0,'0.000'0.000'0,"-3.000"49.000"16,-13.000 19.000-16,-17.000 16.000 15,-12.000-5.000 1,-5.000-17.000-16,2.000-19.000 15,12.000-15.000 1</inkml:trace>
  <inkml:trace contextRef="#ctx0" brushRef="#br0">14627.000 9504.000 0,'6.000'32.000'0,"4.000"15.000"16,5.000 12.000-1,-6.000-2.000-15,-7.000-9.000 16,-6.000-3.000 0,-2.000-22.000-16,-1.000-21.000 15,1.000-22.000 1,1.000 1.000-16</inkml:trace>
  <inkml:trace contextRef="#ctx0" brushRef="#br0">14761.000 9436.000 0,'32.000'-7.000'0,"19.000"3.000"15,2.000 7.000-15,-10.000 8.000 16,-4.000 17.000 0,-12.000 18.000-1,-14.000 6.000 1,-14.000 5.000-16,-10.000-4.000 15,-7.000-13.000-15,-7.000-12.000 16,-2.000-18.000 0,5.000-9.000-16</inkml:trace>
  <inkml:trace contextRef="#ctx0" brushRef="#br0">14838.000 9547.000 0,'0.000'0.000'16,"15.000"27.000"-16,0.000 16.000 16,-11.000 11.000-1,-11.000 0.000-15,-13.000-6.000 16,-10.000-11.000 0,5.000-11.000-16</inkml:trace>
  <inkml:trace contextRef="#ctx0" brushRef="#br0">14425.000 9931.000 0,'0.000'0.000'0,"36.000"-12.000"16,30.000-3.000-1,24.000 1.000-15,17.000 8.000 16,10.000 0.000-1,-2.000 6.000-15,-9.000 3.000 16,-8.000 2.000 0,-16.000-2.000-16,-21.000-2.000 15,-21.000-2.000 1,-16.000-2.000-16</inkml:trace>
  <inkml:trace contextRef="#ctx0" brushRef="#br0">15939.000 9043.000 0,'0.000'0.000'16,"0.000"0.000"-16,19.000-4.000 15,12.000 1.000 1,5.000 6.000-16,-2.000 2.000 16,-5.000 11.000-1,-8.000 6.000 1,-6.000 4.000-16,-2.000 5.000 16,-11.000 8.000-16,-6.000 5.000 15,-6.000 3.000 1,-3.000 5.000-16,0.000 5.000 15,-1.000 1.000 1,4.000 1.000-16,3.000-4.000 16,6.000 0.000-1,3.000-7.000-15,2.000-3.000 16,2.000-11.000 0,-3.000 0.000-16,-3.000-5.000 15,-2.000-7.000 1,-8.000-7.000-16,-5.000-9.000 15,-11.000-15.000-15,-7.000-10.000 16,-7.000-20.000 0,-5.000-15.000-16,0.000-12.000 15,0.000 4.000 1,9.000 1.000 0,11.000 5.000-16,14.000 8.000 15,16.000 7.000-15,16.000 9.000 16,12.000 7.000-1,11.000 5.000 1,5.000 8.000-16,1.000 11.000 16,-8.000 6.000-16,-10.000 10.000 15,-10.000 4.000 1,-22.000 13.000-16,-19.000 7.000 16,-19.000 3.000-1,-20.000 7.000 1,-12.000 2.000-16,-5.000 7.000 15,6.000-9.000 1,16.000-11.000-16,20.000-9.000 16,30.000-6.000-1,31.000-10.000-15,28.000-10.000 16,28.000-4.000-16,18.000-6.000 16,9.000-1.000-1,-5.000 2.000-15,-8.000 2.000 16,-21.000 2.000-1,-21.000 1.000 1,-22.000 1.000-16,-19.000 0.000 16,-18.000-7.000-16,-17.000-10.000 15,-7.000-10.000 1,4.000 1.000-16</inkml:trace>
  <inkml:trace contextRef="#ctx0" brushRef="#br0">16359.000 9454.000 0,'0.000'0.000'0,"16.000"40.000"15,3.000 37.000-15,-6.000 18.000 16,-11.000 8.000 0,-9.000-6.000-1,-3.000-19.000-15,0.000-23.000 16,2.000-22.000-16</inkml:trace>
  <inkml:trace contextRef="#ctx0" brushRef="#br0">16763.000 8942.000 0,'0.000'0.000'15,"39.000"4.000"1,22.000-1.000-16,8.000-7.000 16,0.000-1.000-1,-5.000-1.000-15,-11.000 9.000 16,-13.000 2.000-1,-17.000 4.000-15,-21.000 7.000 16,-24.000 7.000-16,-25.000 11.000 16,-27.000 9.000-1,-15.000 6.000-15,3.000-2.000 16,13.000-8.000 0,23.000-10.000-16,30.000-11.000 15,32.000-10.000 1,33.000-11.000-1,27.000-7.000-15,23.000-3.000 16,8.000-3.000-16,-8.000-2.000 16,-14.000-1.000-1,-19.000 1.000-15,-23.000-5.000 16,-27.000 0.000 0,-24.000-9.000-16,-23.000-8.000 15,1.000 6.000 1</inkml:trace>
  <inkml:trace contextRef="#ctx0" brushRef="#br0">16981.000 8814.000 0,'10.000'67.000'15,"-1.000"44.000"1,-1.000 21.000-16,1.000 11.000 15,3.000-5.000 1,3.000-10.000 0,6.000-17.000-16,1.000-23.000 15,2.000-21.000-15,1.000-26.000 16,-2.000-25.000 0,-5.000-15.000-16</inkml:trace>
  <inkml:trace contextRef="#ctx0" brushRef="#br0">17183.000 9564.000 0,'-17.000'30.000'0,"-17.000"18.000"15,-13.000 2.000-15,-5.000 1.000 16,-1.000-11.000-1,8.000-15.000-15,13.000-21.000 16,13.000-24.000 0,21.000-27.000-16,19.000-18.000 15,19.000-21.000 1,13.000-18.000-16,15.000-4.000 16,11.000 1.000-1,7.000 6.000 1,-2.000 13.000-16,-8.000 17.000 15,-14.000 20.000 1,-19.000 16.000-16,-17.000 16.000 16,-14.000 17.000-16,-8.000 15.000 15,-12.000 16.000 1,-1.000 11.000 0,6.000 4.000-16,8.000 0.000 15,16.000-2.000 1,20.000-7.000-16,16.000 2.000 15,6.000 1.000 1,-2.000 0.000-16,-8.000 0.000 16,-16.000 5.000-1,-19.000 8.000-15,-19.000 6.000 16,-24.000 1.000 0,-19.000-2.000-16,-11.000-8.000 15,-5.000-7.000 1,1.000-14.000-16,3.000-10.000 15,5.000-14.000 1,9.000-16.000-16,11.000-16.000 16,16.000-8.000-1,15.000-4.000-15,16.000 8.000 16,14.000 7.000 0,14.000 13.000-16,13.000 13.000 15,8.000 13.000 1,4.000 9.000-16,1.000 7.000 15,-5.000 5.000 1,-10.000 1.000-16,-8.000-1.000 16,-16.000-9.000-1,-11.000-13.000-15,-8.000-18.000 16,-5.000-4.000-16</inkml:trace>
  <inkml:trace contextRef="#ctx0" brushRef="#br0">18445.000 9632.000 0,'0.000'0.000'15,"0.000"0.000"-15</inkml:trace>
  <inkml:trace contextRef="#ctx0" brushRef="#br0">25668.000 8377.000 0,'0.000'0.000'15,"0.000"0.000"-15,0.000 0.000 16,0.000 0.000-16,0.000 0.000 16,0.000 0.000-1,0.000 0.000-15,0.000 0.000 16,0.000 0.000 0,0.000 0.000-16,24.000 0.000 15,17.000-2.000 1,3.000-3.000-16,6.000-6.000 15,2.000 3.000 1,4.000-3.000-16,3.000 2.000 16,3.000 2.000-1,1.000-1.000-15,2.000 3.000 16,1.000 2.000 0,4.000-2.000-16,2.000 0.000 15,4.000-1.000 1,3.000-1.000-16,3.000-1.000 15,3.000 2.000 1,2.000-3.000 0,0.000 4.000-16,-2.000 1.000 15,-4.000 0.000-15,-1.000 1.000 16,3.000 2.000 0,0.000 1.000-16,-1.000-3.000 15,1.000 1.000 1,1.000 0.000-16,1.000-1.000 15,4.000 0.000 1,2.000 3.000-16,-2.000-1.000 16,1.000-1.000-1,-2.000 1.000-15,-1.000 0.000 16,3.000 1.000 0,-3.000 0.000-16,-2.000 0.000 15,1.000 0.000 1,-1.000-2.000-16,0.000 1.000 15,-1.000 1.000 1,0.000 2.000-16,0.000-1.000 16,-3.000-1.000-1,1.000-2.000-15,-2.000-1.000 16,-3.000 2.000 0,2.000-1.000-16,-1.000 0.000 15,3.000 0.000 1,-4.000 1.000-16,-3.000 1.000 15,-5.000 3.000-15,0.000 0.000 16,-2.000-3.000 0,-15.000 0.000-1</inkml:trace>
  <inkml:trace contextRef="#ctx0" brushRef="#br0">7295.000 10844.000 0,'0.000'0.000'16,"0.000"27.000"-16,-10.000 17.000 15,-12.000 10.000 1,-14.000 6.000-1,-6.000-3.000-15,0.000-6.000 16,3.000-10.000-16,7.000-12.000 16,8.000-18.000-1,7.000-9.000-15</inkml:trace>
  <inkml:trace contextRef="#ctx0" brushRef="#br0">7395.000 10955.000 0,'27.000'31.000'16,"12.000"14.000"0,2.000 4.000-16,-4.000-3.000 15,-6.000-3.000 1,-4.000-9.000-16,-5.000-6.000 15,-6.000-13.000-15,-6.000-9.000 16</inkml:trace>
  <inkml:trace contextRef="#ctx0" brushRef="#br0">7185.000 11305.000 0,'0.000'0.000'0,"0.000"0.000"16,30.000-6.000-1,17.000-2.000-15,9.000 5.000 16,-1.000 6.000 0,-10.000 6.000-16,-9.000 7.000 15,-8.000 7.000 1,-10.000 9.000-16,-15.000 6.000 15,-20.000 7.000 1,-20.000 6.000-16,-16.000-1.000 16,-7.000-4.000-1,1.000-15.000-15,8.000-19.000 16,14.000-9.000 0</inkml:trace>
  <inkml:trace contextRef="#ctx0" brushRef="#br0">7446.000 11262.000 0,'-25.000'34.000'16,"-10.000"19.000"-16,-7.000 2.000 15,5.000-11.000 1,10.000-23.000-16,11.000-12.000 15</inkml:trace>
  <inkml:trace contextRef="#ctx0" brushRef="#br0">7967.000 10904.000 0,'41.000'-7.000'15,"18.000"-1.000"-15,0.000 7.000 16,-9.000 9.000 0,-10.000 6.000-16,-11.000 7.000 15,-9.000 9.000 1,-8.000 8.000-16,-10.000 5.000 16,-8.000 8.000-1,-8.000 5.000-15,-1.000 5.000 16,4.000 2.000-1,11.000 0.000-15,9.000-5.000 16,8.000-5.000 0,3.000-9.000-16,5.000-11.000 15,-6.000-10.000 1,-3.000-8.000 0,-9.000-4.000-16,-16.000 1.000 0,-16.000-3.000 15,-17.000-6.000 1,-14.000-4.000-1,-3.000-6.000-15,6.000-6.000 16,11.000-6.000-16,20.000-3.000 16,21.000-7.000-1,22.000-1.000-15,21.000-3.000 16,19.000-3.000 0,12.000 2.000-1,2.000 2.000-15,-3.000 6.000 16,-12.000 8.000-16,-18.000 5.000 15,-13.000 3.000 1,-15.000 5.000-16,-18.000-2.000 16,-6.000 2.000-1</inkml:trace>
  <inkml:trace contextRef="#ctx0" brushRef="#br0">8842.000 10879.000 0,'0.000'0.000'0,"0.000"0.000"15,38.000-6.000-15,23.000-5.000 16,9.000-3.000-1,-4.000-2.000-15,-7.000-6.000 32,-7.000-5.000-32,-7.000 1.000 0,-11.000-5.000 15,-12.000-1.000 1,-14.000-2.000-16,-12.000-2.000 16,-5.000 8.000-1</inkml:trace>
  <inkml:trace contextRef="#ctx0" brushRef="#br0">9094.000 10571.000 0,'-27.000'76.000'0,"-8.000"31.000"15,8.000 1.000 1,16.000-17.000-16,14.000-24.000 16,13.000-19.000-1,13.000-20.000-15,5.000-23.000 16,7.000-18.000-1,2.000-17.000-15,-2.000-8.000 16,-7.000-4.000 0,-9.000 7.000-16,-10.000 13.000 15,-13.000 11.000 1,-16.000 18.000-16,-15.000 18.000 16,-16.000 12.000-1,-11.000 13.000-15,-10.000 0.000 16,2.000 0.000-1,7.000-10.000-15,14.000-11.000 16,13.000-10.000 0,20.000-18.000-16,19.000-16.000 15,22.000-6.000 1,10.000 4.000-16,8.000 3.000 16,-1.000 11.000-1,-8.000 16.000-15,-6.000 11.000 16,-10.000 13.000-1,-9.000 13.000-15,-10.000 4.000 16,-11.000 2.000 0,-4.000-9.000-16,0.000-11.000 15,2.000-14.000 1,3.000-17.000-16,7.000-21.000 16,4.000-18.000-1,8.000-15.000-15,8.000-9.000 16,1.000 10.000-1,0.000 13.000-15,-4.000 12.000 16,-4.000 17.000 0,-1.000 12.000-16,-3.000 13.000 15,-6.000 12.000 1,-4.000 7.000-16,-5.000 3.000 16,-5.000 5.000-1,-7.000-6.000-15,-3.000-4.000 16,-3.000-12.000-1,2.000-10.000-15,2.000-18.000 16,3.000-26.000 0,11.000-26.000-16,15.000-21.000 15,14.000-14.000 1,16.000-8.000-16,6.000 2.000 16,6.000 1.000-1,10.000 11.000-15,-2.000 9.000 16,-3.000 10.000-1,-11.000 14.000-15,-5.000 17.000 16,-9.000 12.000 0,-2.000 15.000-16,-4.000 15.000 15,-11.000 14.000 1,-6.000 13.000-16,-3.000 4.000 16,0.000 2.000-1,-1.000 2.000-15,0.000-5.000 16,4.000-1.000-16,6.000-2.000 15,5.000 3.000 1,4.000 2.000 0,0.000-2.000-16,-1.000 0.000 15,-2.000-5.000 1,-9.000 2.000-16,-11.000-2.000 16,-14.000-5.000-1,-11.000-4.000-15,-7.000-8.000 16,-6.000-12.000-16,-5.000-17.000 15,2.000-17.000 1,10.000-13.000-16,12.000-4.000 16,10.000 4.000-1,4.000 11.000-15,6.000 15.000 16,3.000 13.000 0,1.000 13.000-1,7.000 25.000-15,-7.000 21.000 16,-4.000 24.000-16,-6.000 25.000 15,-6.000 24.000 1,-5.000 14.000-16,-1.000-1.000 16,8.000-19.000-1,7.000-31.000-15,4.000-32.000 16,7.000-38.000 0,7.000-47.000-16,5.000-44.000 15,-5.000 1.000 1</inkml:trace>
  <inkml:trace contextRef="#ctx0" brushRef="#br0">10330.000 10622.000 0,'24.000'8.000'0,"7.000"8.000"15,-11.000 10.000 1,-20.000 8.000-16,-8.000-4.000 16</inkml:trace>
  <inkml:trace contextRef="#ctx0" brushRef="#br0">10087.000 10964.000 0,'60.000'-14.000'0,"28.000"-7.000"16,-3.000 2.000-1,-14.000 10.000-15,-21.000 9.000 16,-20.000 11.000 0,-24.000 16.000-16,-28.000 13.000 15,-19.000 15.000 1,-18.000 8.000-16,-4.000 1.000 15,2.000-8.000 1,11.000-13.000-16,12.000-19.000 16,18.000-21.000-1,9.000-11.000-15</inkml:trace>
  <inkml:trace contextRef="#ctx0" brushRef="#br0">10272.000 11101.000 0,'13.000'25.000'0,"10.000"22.000"16,0.000 16.000 0,-5.000 3.000-16,-11.000-3.000 15,-3.000-13.000 1,-2.000-21.000-16,-2.000-29.000 16,2.000 9.000-1</inkml:trace>
  <inkml:trace contextRef="#ctx0" brushRef="#br0">10439.000 11134.000 0,'14.000'23.000'15,"4.000"7.000"-15,-6.000-2.000 16,-5.000-14.000-16,-5.000-7.000 15</inkml:trace>
  <inkml:trace contextRef="#ctx0" brushRef="#br0">10583.000 10879.000 0,'13.000'26.000'15,"6.000"22.000"1,-8.000 11.000 0,-11.000 4.000-16,-7.000-10.000 15,-4.000-23.000-15,2.000-15.000 16</inkml:trace>
  <inkml:trace contextRef="#ctx0" brushRef="#br0">10650.000 10708.000 0,'28.000'-11.000'15,"14.000"-1.000"-15,-1.000 2.000 16,-4.000 3.000-16,-9.000 1.000 15,-7.000 2.000 1,1.000 6.000-16,1.000 1.000 16,-9.000 14.000-1,-7.000 15.000-15,-7.000 14.000 16,-4.000 15.000 0,-2.000 11.000-16,3.000 7.000 15,2.000 0.000 1,0.000-6.000-16,3.000-12.000 15,2.000-10.000 1,-2.000-14.000-16,-8.000-19.000 16,0.000-11.000-1</inkml:trace>
  <inkml:trace contextRef="#ctx0" brushRef="#br0">10725.000 10980.000 0,'-3.000'55.000'0,"-7.000"24.000"16,-14.000 3.000-16,-4.000-13.000 16,-4.000-19.000-1,2.000-23.000-15,8.000-13.000 16</inkml:trace>
  <inkml:trace contextRef="#ctx0" brushRef="#br0">10700.000 11356.000 0,'31.000'25.000'15,"10.000"5.000"-15,-2.000-5.000 16,1.000-17.000-1,-1.000-17.000-15,0.000-29.000 16,6.000-25.000 0,2.000-19.000-16,2.000-17.000 15,-6.000-13.000 1,-11.000 21.000-16</inkml:trace>
  <inkml:trace contextRef="#ctx0" brushRef="#br0">11423.000 10622.000 0,'0.000'0.000'0,"-19.000"28.000"16,-25.000 19.000-1,-20.000 7.000-15,-5.000-4.000 16,8.000-14.000 0,16.000-19.000-16,24.000-18.000 15,24.000-11.000 1,14.000-1.000-16,16.000 10.000 15,8.000 7.000 1,0.000 8.000-16,0.000 12.000 16,-3.000 18.000-1,-5.000 24.000-15,-4.000 15.000 16,-16.000 9.000 0,-12.000 2.000-16,-10.000-11.000 15,-5.000-22.000 1,4.000-31.000-16,4.000-17.000 15</inkml:trace>
  <inkml:trace contextRef="#ctx0" brushRef="#br0">11793.000 10605.000 0,'0.000'0.000'0,"0.000"0.000"16,-48.000 28.000-16,-34.000 12.000 15,-9.000 4.000 1,8.000-8.000-16,24.000-13.000 16,28.000-13.000-1,28.000-11.000-15,22.000-2.000 16,16.000 2.000-1,2.000 1.000-15,5.000 3.000 16,-1.000 9.000 0,-8.000 8.000-16,-5.000 22.000 15,-11.000 21.000 1,-6.000 20.000-16,-9.000 20.000 16,-8.000 10.000-1,-4.000 2.000-15,-3.000-3.000 16,2.000-11.000-1,4.000-19.000 1,4.000-23.000-16,0.000-25.000 16,1.000-31.000-16,1.000-12.000 15</inkml:trace>
  <inkml:trace contextRef="#ctx0" brushRef="#br0">11709.000 10870.000 0,'24.000'-12.000'15,"16.000"-3.000"-15,5.000 4.000 16,-9.000 9.000 0,-7.000 9.000-16,-14.000 10.000 15,-19.000 9.000 1,-16.000 2.000-16,-11.000 1.000 15,-2.000-1.000 1,1.000-2.000-16,11.000-6.000 16,11.000-2.000-1,17.000-3.000-15,21.000-2.000 16,14.000 2.000 0,9.000 0.000-16,-3.000-1.000 15,-5.000 1.000 1,-12.000 2.000-16,-20.000 7.000 15,-25.000 4.000 1,-27.000 1.000-16,-16.000-2.000 16,-9.000-11.000-1,5.000-17.000-15,17.000-6.000 16</inkml:trace>
  <inkml:trace contextRef="#ctx0" brushRef="#br0">12348.000 10887.000 0,'6.000'49.000'0,"-1.000"31.000"16,-7.000 11.000-1,-6.000-4.000 1,-2.000-14.000-16,1.000-21.000 16</inkml:trace>
  <inkml:trace contextRef="#ctx0" brushRef="#br0">12424.000 10742.000 0,'37.000'-16.000'16,"19.000"-7.000"0,6.000 0.000-16,0.000 3.000 15,-3.000 3.000 1,-5.000 2.000-16,-7.000 4.000 15,-8.000 2.000 1,-7.000 5.000-16,-7.000 3.000 16,-8.000 6.000-16,-3.000 15.000 15,-8.000 13.000 1,-3.000 19.000-16,-7.000 19.000 16,-2.000 16.000-1,5.000 15.000 1,7.000 3.000-16,8.000 4.000 15,3.000 2.000 1,2.000-8.000-16,-5.000-10.000 16,-7.000-14.000-1,-11.000-20.000-15,-11.000-20.000 16,-12.000-28.000 0,-10.000-36.000-16,-6.000-38.000 15,-2.000-33.000 1,-1.000-20.000-16,7.000-2.000 15,10.000 23.000-15</inkml:trace>
  <inkml:trace contextRef="#ctx0" brushRef="#br0">12677.000 10802.000 0,'0.000'0.000'0,"0.000"0.000"15,-1.000 47.000-15,-14.000 28.000 16,-16.000 8.000-1,-12.000-5.000-15,-8.000-20.000 16,5.000-25.000 0,7.000-30.000-16,14.000-11.000 15</inkml:trace>
  <inkml:trace contextRef="#ctx0" brushRef="#br0">12466.000 10870.000 0,'39.000'27.000'16,"20.000"19.000"-16,1.000 11.000 16,-9.000 7.000-1,-12.000-3.000-15,-7.000-8.000 16,-7.000-12.000 0,-5.000-19.000-16,-3.000-14.000 15</inkml:trace>
  <inkml:trace contextRef="#ctx0" brushRef="#br0">13071.000 10921.000 0,'9.000'21.000'16,"-2.000"13.000"0,-2.000 10.000-16,-4.000 5.000 15,-5.000-1.000 1,-3.000-3.000 0,1.000-8.000-16,1.000-13.000 15,5.000-24.000-15,-3.000 10.000 16</inkml:trace>
  <inkml:trace contextRef="#ctx0" brushRef="#br0">13181.000 10476.000 0,'0.000'0.000'16,"0.000"0.000"-16,0.000 0.000 15,0.000 0.000 1,0.000 0.000-16,0.000 0.000 16,0.000 0.000-1,0.000 0.000-15,0.000 0.000 16,0.000 0.000-1,9.000 14.000-15,3.000 4.000 16,0.000-1.000 0,2.000-1.000-16,-5.000 0.000 15,-2.000 6.000-15,-1.000 5.000 16,-4.000 9.000 0,-4.000 13.000-16,-1.000 9.000 15,-1.000 15.000 1,3.000 12.000-1,4.000 8.000-15,-3.000 1.000 16,0.000-1.000 0,-3.000-1.000-16,2.000-6.000 15,-3.000-8.000 1,-5.000-7.000-16,-4.000-16.000 16,1.000-9.000-1,-7.000-15.000-15,-3.000-12.000 16,-7.000-16.000-1,-7.000-12.000-15,-2.000-14.000 16,3.000-9.000 0,10.000 4.000-16</inkml:trace>
  <inkml:trace contextRef="#ctx0" brushRef="#br0">13820.000 10742.000 0,'11.000'-5.000'16,"4.000"4.000"0,-10.000 14.000-16,-18.000 21.000 15,-9.000 13.000 1,-2.000 8.000-16,6.000-1.000 16,15.000-6.000-1,17.000-7.000-15,8.000-11.000 16,18.000-9.000-1,8.000-15.000-15,4.000-13.000 16,-1.000-7.000-16,-7.000-11.000 16,-10.000-6.000-1,-9.000 5.000-15</inkml:trace>
  <inkml:trace contextRef="#ctx0" brushRef="#br0">13913.000 10819.000 0,'-1.000'98.000'16,"-5.000"41.000"0,-2.000 1.000-16,1.000-28.000 15,3.000-37.000 1</inkml:trace>
  <inkml:trace contextRef="#ctx0" brushRef="#br0">14273.000 10613.000 0,'0.000'0.000'16,"-9.000"34.000"0,-6.000 20.000-16,-2.000 2.000 15,12.000-1.000 1,12.000-6.000-16,18.000-11.000 16,12.000-13.000-1,13.000-14.000-15,5.000-7.000 16,-1.000-13.000-1,-4.000-7.000-15,-13.000 1.000 16</inkml:trace>
  <inkml:trace contextRef="#ctx0" brushRef="#br0">14165.000 11186.000 0,'0.000'0.000'15,"42.000"4.000"-15,24.000-3.000 16,10.000-9.000 0,-7.000-7.000-1,-7.000-10.000-15,-8.000-10.000 16,-16.000 3.000 0</inkml:trace>
  <inkml:trace contextRef="#ctx0" brushRef="#br0">14358.000 10733.000 0,'10.000'27.000'0,"-1.000"23.000"15,0.000 12.000-15,-4.000 5.000 16,-2.000 1.000-1,-6.000-2.000-15,-5.000-8.000 16,-5.000-8.000 0,-2.000-13.000-16,4.000-13.000 15</inkml:trace>
  <inkml:trace contextRef="#ctx0" brushRef="#br0">14039.000 11373.000 0,'30.000'0.000'16,"24.000"-6.000"-1,15.000-4.000-15,12.000 0.000 16,10.000-1.000 0,0.000 4.000-16,-6.000-1.000 15,-10.000 5.000 1,-14.000 2.000-1,-14.000 0.000-15,-13.000 1.000 16,-9.000-6.000-16,-18.000-7.000 16,-7.000 1.000-1</inkml:trace>
  <inkml:trace contextRef="#ctx0" brushRef="#br0">15334.000 10468.000 0,'0.000'0.000'16,"0.000"0.000"-1,-22.000 34.000-15,-25.000 20.000 16,-23.000 5.000-1,-9.000-6.000-15,-3.000-10.000 16,19.000-15.000 0</inkml:trace>
  <inkml:trace contextRef="#ctx0" brushRef="#br0">14946.000 10921.000 0,'17.000'30.000'16,"4.000"18.000"-16,-1.000 6.000 15,-7.000 0.000 1,-6.000-4.000-16,-5.000-7.000 16,-5.000-8.000-1,-2.000-12.000-15,-3.000-17.000 16,1.000-21.000 0,4.000-17.000-16,5.000-16.000 15,6.000-5.000 1,5.000 2.000-16,4.000 9.000 15,4.000 10.000 1,5.000 12.000-16,2.000 10.000 16,-1.000 9.000-16,-2.000 14.000 15,0.000 10.000 1,-4.000 17.000 0,-7.000 8.000-16,-8.000 4.000 15,-13.000 1.000 1,-4.000-9.000-1,-10.000-10.000-15,-3.000-11.000 16,-1.000-17.000-16,2.000-17.000 16,5.000-14.000-1,11.000-19.000-15,13.000-11.000 16,15.000-5.000 0,10.000 0.000-16,6.000 2.000 15,7.000 3.000 1,2.000 3.000-16,4.000 4.000 15,-4.000 4.000 1,-1.000 9.000-16,-12.000 12.000 16,-7.000 15.000-1,-6.000 13.000-15,1.000 22.000 16,-5.000 29.000 0,-4.000 18.000-16,-4.000 17.000 15,-1.000 9.000 1,0.000 1.000-16,0.000-2.000 15,-5.000-14.000 1,0.000-17.000-16,-4.000-17.000 16,-6.000-19.000-1,-2.000-17.000-15,-8.000-18.000 16,-7.000-27.000 0,-7.000-31.000-16,-7.000-25.000 15,-5.000-10.000-15,7.000 21.000 16</inkml:trace>
  <inkml:trace contextRef="#ctx0" brushRef="#br0">15367.000 11007.000 0,'27.000'9.000'0,"9.000"8.000"16,2.000-1.000-1,-8.000-5.000 1</inkml:trace>
  <inkml:trace contextRef="#ctx0" brushRef="#br0">16174.000 11186.000 0</inkml:trace>
  <inkml:trace contextRef="#ctx0" brushRef="#br0">16940.000 10537.000 0,'0.000'0.000'0,"0.000"0.000"0,8.000 21.000 16,8.000 12.000 0,1.000 2.000-16,-1.000 2.000 15,-2.000-6.000 1,-4.000-7.000-16,-4.000-9.000 15</inkml:trace>
  <inkml:trace contextRef="#ctx0" brushRef="#br0">17386.000 10528.000 0,'0.000'0.000'16,"-9.000"19.000"0,-12.000 12.000-16,-17.000 4.000 15,-12.000-1.000 1,6.000-8.000-16</inkml:trace>
  <inkml:trace contextRef="#ctx0" brushRef="#br0">16981.000 10775.000 0,'7.000'26.000'0,"-2.000"12.000"16,-2.000 6.000 0,1.000-1.000-16,-4.000-1.000 15,-5.000-9.000 1,-1.000-8.000-16,-1.000-17.000 15,3.000-16.000 1,4.000-14.000-16,3.000-8.000 16,8.000-9.000-1,4.000 4.000-15,2.000 5.000 16,1.000 7.000 0,6.000 6.000-16,1.000 8.000 15,0.000 5.000-15,0.000 7.000 16,-2.000 5.000-1,-2.000 7.000-15,-5.000 0.000 16,-7.000 5.000 0,-9.000 1.000-16,-7.000 1.000 15,-8.000-4.000 1,-6.000-3.000-16,2.000-7.000 16,0.000-2.000-1,5.000-3.000 1,4.000 0.000-16,10.000-3.000 15,1.000 6.000-15,7.000 3.000 16,4.000 2.000 0,0.000 1.000-16,1.000 1.000 15,-7.000 4.000-15,-9.000 7.000 16,-17.000 6.000 0,-19.000 11.000-16,-16.000 9.000 15,-5.000 7.000 1,4.000 3.000-16,12.000-4.000 15,18.000-9.000 1,27.000-6.000 0,22.000-6.000-16,21.000-8.000 15,18.000-8.000 1,11.000-9.000-16,3.000-8.000 16,-4.000-4.000-16,-10.000-3.000 15,-15.000-3.000 1,-16.000 2.000-1,-15.000-7.000-15,-19.000-7.000 16,-16.000-2.000-16,-11.000-5.000 16,-5.000-6.000-1,8.000-1.000-15,9.000 2.000 16,16.000 9.000 0,14.000 6.000-16,13.000 6.000 15,15.000 4.000 1,18.000 2.000-16,10.000 4.000 15,6.000 2.000 1,-5.000 2.000-16,-9.000 2.000 16,-13.000 3.000-1,-15.000 0.000-15,-11.000-1.000 16,-21.000-7.000 0,4.000-4.000-16,-13.000-12.000 15,-4.000-4.000 1</inkml:trace>
  <inkml:trace contextRef="#ctx0" brushRef="#br0">18327.000 10546.000 0,'0.000'0.000'0,"-15.000"24.000"15,-25.000 18.000 1,-21.000 9.000-16,-12.000-1.000 15,-1.000-10.000 1,6.000-11.000-16,17.000-17.000 16,17.000-9.000-1</inkml:trace>
  <inkml:trace contextRef="#ctx0" brushRef="#br0">17957.000 10879.000 0,'21.000'52.000'0,"6.000"31.000"15,-8.000 11.000 1,-9.000 1.000-16,-9.000-10.000 16,-6.000-17.000-1,-4.000-19.000 1,-3.000-25.000-16,2.000-14.000 16</inkml:trace>
  <inkml:trace contextRef="#ctx0" brushRef="#br0">18067.000 10896.000 0,'0.000'0.000'0,"0.000"0.000"16,23.000-9.000-1,15.000 1.000-15,0.000 1.000 16,0.000 1.000-1,-4.000 4.000-15,-3.000 3.000 16,-4.000 5.000 0,-4.000 3.000-16,-7.000 5.000 15,0.000 7.000 1,-3.000 7.000-16,-7.000 11.000 16,-9.000 13.000-1,-3.000 11.000-15,-7.000 12.000 16,2.000-1.000-1,5.000-1.000-15,4.000-10.000 16,3.000-16.000 0,1.000-11.000-16,-2.000-14.000 15,0.000-22.000-15,-4.000-6.000 16,-1.000-10.000 0</inkml:trace>
  <inkml:trace contextRef="#ctx0" brushRef="#br0">18075.000 11015.000 0,'0.000'0.000'16,"22.000"-7.000"0,12.000 2.000-16,3.000-2.000 15,-3.000 7.000 1,-10.000 5.000-16,-8.000 2.000 15,-10.000 5.000-15,-14.000 3.000 16,-11.000 5.000 0,-8.000 1.000-16,-2.000 1.000 15,6.000-4.000 1,7.000 2.000 0,8.000-5.000-16,12.000 2.000 15,9.000-6.000-15,8.000 2.000 16,3.000-2.000-1,-3.000 2.000-15,-7.000 4.000 16,-9.000 7.000 0,-12.000 4.000-16,-10.000 6.000 15,-7.000-2.000 1,4.000-5.000-16,8.000-7.000 16,12.000-20.000-1,11.000-2.000-15,22.000-23.000 16,21.000-16.000-16,11.000-11.000 15,5.000-8.000 1,-2.000-3.000-16,-8.000 5.000 16,-13.000 10.000-1,-16.000 13.000-15,-11.000 15.000 16,-8.000 17.000 0,-9.000 15.000-1,-7.000 16.000-15,-1.000 13.000 16,0.000 10.000-16,6.000 4.000 15,1.000-5.000 1,2.000-7.000-16,1.000-12.000 16,2.000-14.000-1,-2.000-17.000-15,0.000-16.000 16,-1.000-3.000 0</inkml:trace>
  <inkml:trace contextRef="#ctx0" brushRef="#br0">18714.000 10904.000 0,'37.000'-13.000'0,"22.000"-3.000"16,7.000-1.000-16,2.000 5.000 16,-3.000 9.000-1,-7.000 6.000-15,-10.000 8.000 16,-11.000 12.000-1,-11.000 18.000-15,-16.000 16.000 16,-16.000 14.000 0,-13.000 5.000-16,-9.000 2.000 15,0.000-10.000 1,3.000-14.000-16,5.000-17.000 16,3.000-16.000-1,4.000-22.000-15,4.000-8.000 16</inkml:trace>
  <inkml:trace contextRef="#ctx0" brushRef="#br0">18773.000 11084.000 0,'0.000'0.000'0,"34.000"-6.000"16,20.000 2.000-16,6.000 0.000 15,-5.000-2.000 1,-11.000 7.000-16,-20.000 8.000 16,-19.000 8.000-1,-25.000 7.000-15,-22.000 9.000 16,-17.000 9.000 0,-5.000 1.000-16,7.000-6.000 15,15.000-10.000 1,23.000-5.000-16,21.000-7.000 15,24.000-9.000 1,21.000-8.000-16,16.000-6.000 16,5.000-7.000-1,-4.000-2.000-15,-10.000 0.000 16,-16.000-3.000-16,-20.000-5.000 16,-18.000-4.000-1,-17.000-7.000-15,-15.000-12.000 16,-9.000-18.000-1,-2.000 0.000-15,7.000 11.000 16</inkml:trace>
  <inkml:trace contextRef="#ctx0" brushRef="#br0">18941.000 10613.000 0,'6.000'67.000'15,"-10.000"45.000"-15,-12.000 14.000 16,-10.000-8.000 0,1.000-24.000-16,7.000-34.000 15,11.000-34.000-15,7.000-18.000 16</inkml:trace>
  <inkml:trace contextRef="#ctx0" brushRef="#br0">19538.000 10323.000 0,'0.000'0.000'15,"-17.000"21.000"-15,-9.000 14.000 16,1.000-1.000-1,12.000-3.000-15,19.000-6.000 16,24.000-9.000 0,20.000-12.000-16,15.000-4.000 15,2.000-4.000 1,-5.000 4.000-16,-13.000 8.000 16,-19.000 17.000-16,-34.000 20.000 15,-32.000 35.000 1,-22.000 30.000-1,-18.000 22.000-15,-10.000 12.000 16,2.000-5.000 0,13.000-18.000-16,17.000-27.000 15,18.000-29.000 1,17.000-28.000-16,18.000-25.000 16,13.000-33.000-1,6.000-30.000-15,4.000-30.000 16,3.000-17.000-16,-8.000 14.000 15</inkml:trace>
  <inkml:trace contextRef="#ctx0" brushRef="#br0">19488.000 10844.000 0,'51.000'-1.000'15,"32.000"-5.000"1,7.000-1.000-16,-2.000 3.000 15,-11.000-5.000 1,-8.000-4.000-16,-19.000 0.000 16</inkml:trace>
  <inkml:trace contextRef="#ctx0" brushRef="#br0">19706.000 10742.000 0,'-8.000'43.000'16,"-3.000"20.000"-16,5.000-3.000 15,5.000-14.000 1,5.000-21.000-16,11.000-29.000 16,-1.000-11.000-1</inkml:trace>
  <inkml:trace contextRef="#ctx0" brushRef="#br0">19933.000 10657.000 0,'-34.000'62.000'0,"-3.000"24.000"16,10.000-7.000-16,17.000-16.000 15,19.000-19.000 1,20.000-17.000-16,8.000-11.000 16,3.000-4.000-1,1.000-2.000-15,-8.000 8.000 16,-11.000 9.000 0,-16.000 11.000-16,-23.000 5.000 15,-16.000 6.000 1,-12.000-6.000-16,-9.000-9.000 15,-4.000-11.000 1,1.000-13.000-16,4.000-13.000 16,7.000-13.000-1,14.000-12.000-15,15.000-6.000 16,14.000 2.000 0,14.000 7.000-16,10.000 8.000 15,9.000 11.000 1,9.000 8.000-16,10.000 10.000 15,4.000 11.000 1,-5.000 7.000-16,-5.000 5.000 16,-6.000-2.000-1,-3.000-5.000-15,-8.000-9.000 16,-1.000-17.000-16,-1.000-22.000 16,-4.000-1.000-1</inkml:trace>
  <inkml:trace contextRef="#ctx0" brushRef="#br0">20614.000 10835.000 0,'22.000'9.000'0,"9.000"4.000"16,-6.000 5.000-1,-13.000 4.000-15,-7.000-2.000 16</inkml:trace>
  <inkml:trace contextRef="#ctx0" brushRef="#br0">20724.000 11203.000 0,'21.000'33.000'15</inkml:trace>
  <inkml:trace contextRef="#ctx0" brushRef="#br0">9808.000 12354.000 0,'0.000'0.000'15,"16.000"25.000"-15,10.000 15.000 16,0.000 2.000 0,1.000-3.000-16,-8.000-6.000 15,-1.000-9.000 1,-2.000-17.000-16,-3.000-9.000 16</inkml:trace>
  <inkml:trace contextRef="#ctx0" brushRef="#br0">10389.000 12252.000 0,'7.000'23.000'0,"-7.000"14.000"15,-19.000 12.000 1,-19.000 4.000-16,-24.000-3.000 15,-11.000-9.000 1,13.000-13.000 0</inkml:trace>
  <inkml:trace contextRef="#ctx0" brushRef="#br0">9784.000 12637.000 0,'6.000'31.000'0,"6.000"22.000"16,4.000 10.000 0,-3.000 5.000-16,-1.000-1.000 15,-3.000-6.000 1,-2.000-12.000 0,-1.000-19.000-16,1.000-24.000 15,-1.000-9.000-15</inkml:trace>
  <inkml:trace contextRef="#ctx0" brushRef="#br0">9817.000 12755.000 0,'44.000'-15.000'0,"31.000"-10.000"16,16.000 1.000-1,5.000 6.000-15,5.000 7.000 16,-10.000 6.000 0,-13.000 7.000-1,-19.000 9.000-15,-22.000 15.000 16,-25.000 11.000-16,-25.000 14.000 16,-26.000 9.000-1,-21.000-4.000-15,-10.000-10.000 16,-1.000-17.000-1,15.000-15.000-15</inkml:trace>
  <inkml:trace contextRef="#ctx0" brushRef="#br0">10002.000 12884.000 0,'0.000'0.000'0,"34.000"-5.000"15,15.000-3.000 1,3.000 1.000-16,-6.000-1.000 16,-9.000 5.000-1,-12.000 2.000-15</inkml:trace>
  <inkml:trace contextRef="#ctx0" brushRef="#br0">9943.000 13089.000 0,'0.000'0.000'16,"39.000"-7.000"-16,24.000-5.000 15,10.000-5.000 1,-1.000-6.000 0,-7.000-6.000-16,-9.000-3.000 15,-15.000 0.000-15,-14.000-4.000 16,-19.000 1.000-1,-9.000 8.000-15</inkml:trace>
  <inkml:trace contextRef="#ctx0" brushRef="#br0">10128.000 12747.000 0,'10.000'43.000'15,"2.000"33.000"-15,-1.000 20.000 16,-2.000 8.000 0,-5.000 6.000-16,-2.000-3.000 15,-4.000-10.000 1,-1.000-15.000-16,-1.000-17.000 16,-5.000-21.000-1,0.000-17.000-15</inkml:trace>
  <inkml:trace contextRef="#ctx0" brushRef="#br0">9817.000 13379.000 0,'41.000'-6.000'0,"27.000"-8.000"15,16.000 0.000 1,8.000 1.000-16,-5.000-1.000 16,-7.000 1.000-1,-14.000 3.000-15,-16.000-6.000 16,-14.000-4.000 0,-12.000 1.000-16</inkml:trace>
  <inkml:trace contextRef="#ctx0" brushRef="#br0">10851.000 12338.000 0,'21.000'-13.000'15,"14.000"-3.000"-15,12.000 1.000 16,-1.000 8.000 0,2.000 7.000-16,-3.000 7.000 15,-7.000 10.000 1,-9.000 7.000-16,-14.000 13.000 16,-17.000 23.000-1,-20.000 24.000-15,-23.000 32.000 16,-18.000 29.000-1,-13.000 15.000 1,-5.000-4.000-16,8.000-19.000 16,16.000-27.000-16,15.000-32.000 15,16.000-36.000 1,16.000-36.000-16,7.000-13.000 16</inkml:trace>
  <inkml:trace contextRef="#ctx0" brushRef="#br0">11398.000 12509.000 0,'0.000'0.000'16,"-19.000"23.000"-16,-26.000 14.000 15,-22.000 3.000 1,-11.000-3.000-16,14.000-8.000 16</inkml:trace>
  <inkml:trace contextRef="#ctx0" brushRef="#br0">11020.000 12858.000 0,'18.000'29.000'16,"8.000"10.000"0,-1.000-3.000-16,-7.000-6.000 15,-7.000-10.000 1,-4.000-7.000-16,-7.000-13.000 16,-3.000-4.000-16,-3.000-16.000 15,-2.000-12.000 1,5.000-9.000-1,2.000 5.000-15</inkml:trace>
  <inkml:trace contextRef="#ctx0" brushRef="#br0">11230.000 12764.000 0,'66.000'2.000'0,"15.000"4.000"16,-18.000 5.000-1,-35.000 3.000-15,-34.000 5.000 16,-30.000 2.000-16,-21.000-2.000 16,-7.000-4.000-1,5.000-7.000-15,15.000-2.000 16,15.000-4.000 0,29.000-2.000-16,-1.000 0.000 15,14.000 2.000 1,13.000 4.000-1,2.000 3.000-15,5.000 6.000 16,-5.000 7.000-16,-3.000 9.000 16,-5.000 8.000-1,-5.000 8.000-15,-7.000 7.000 16,-5.000 7.000 0,1.000 0.000-16,-1.000-4.000 15,-4.000-5.000 1,-3.000-5.000-16,-6.000-10.000 15,-7.000-9.000 1,-8.000-8.000-16,-11.000-13.000 16,-3.000-16.000-1,1.000-9.000-15,3.000-7.000 16,14.000-2.000 0,18.000-4.000-16,16.000-4.000 15,24.000 1.000 1,15.000 0.000-16,12.000-1.000 15,6.000 6.000 1,-2.000-1.000-16,-5.000 2.000 16,-9.000-4.000-1,-17.000 7.000-15</inkml:trace>
  <inkml:trace contextRef="#ctx0" brushRef="#br0">11810.000 12610.000 0,'74.000'-4.000'0,"24.000"9.000"16,-12.000 14.000-1,-20.000 18.000-15,-23.000 17.000 16,-19.000 12.000-1,-13.000 9.000-15,-11.000 8.000 16,-8.000 0.000 0,-4.000-5.000-16,-6.000-10.000 15,3.000-9.000 1,0.000-14.000-16,2.000-16.000 16,-7.000-14.000-1,-4.000-19.000-15,-10.000-13.000 16,-5.000-11.000-1,0.000-6.000-15,8.000 0.000 16,11.000-1.000 0,19.000 0.000-16,23.000 0.000 15,18.000 3.000 1,19.000 3.000-16,17.000 2.000 16,4.000 7.000-1,0.000 5.000-15,-8.000 4.000 16,-16.000 4.000-1,-19.000 3.000-15,-19.000 0.000 16,-17.000-2.000-16,-12.000-9.000 16,-1.000-1.000-1</inkml:trace>
  <inkml:trace contextRef="#ctx0" brushRef="#br0">12962.000 12235.000 0,'6.000'38.000'0,"-15.000"27.000"15,-22.000 12.000-15,-21.000-1.000 16,-11.000-13.000-1,2.000-16.000-15,11.000-28.000 16,15.000-14.000 0</inkml:trace>
  <inkml:trace contextRef="#ctx0" brushRef="#br0">13122.000 12397.000 0,'38.000'31.000'16,"14.000"23.000"-16,-4.000 1.000 16,-10.000 1.000-1,-10.000-6.000 1,-9.000-8.000-16,-3.000-13.000 16,-7.000-13.000-16</inkml:trace>
  <inkml:trace contextRef="#ctx0" brushRef="#br0">12862.000 12798.000 0,'0.000'0.000'0,"43.000"10.000"15,28.000 5.000 1,11.000 5.000-16,-3.000 2.000 15,-10.000 3.000-15,-14.000 4.000 16,-18.000 5.000 0,-27.000 6.000-1,-23.000 4.000-15,-23.000 1.000 16,-17.000-8.000 0,-6.000-14.000-16,0.000-20.000 15,15.000-11.000 1</inkml:trace>
  <inkml:trace contextRef="#ctx0" brushRef="#br0">13088.000 12926.000 0,'-16.000'32.000'15,"-21.000"22.000"-15,-15.000 8.000 16,-8.000-7.000-1,2.000-13.000-15,12.000-20.000 16,19.000-25.000 0,15.000-8.000-16</inkml:trace>
  <inkml:trace contextRef="#ctx0" brushRef="#br0">13651.000 12500.000 0,'20.000'2.000'15,"4.000"5.000"-15,-3.000 5.000 16,-4.000 8.000 0,-6.000 10.000-16,3.000 4.000 15,2.000 4.000 1,9.000 2.000-16,6.000 2.000 15,8.000 0.000 1,0.000 1.000-16,-1.000 3.000 16,-7.000 1.000-1,-7.000 2.000-15,-13.000 3.000 16,-13.000 1.000 0,-10.000-7.000-16,-10.000-4.000 15,-2.000-13.000 1,1.000-6.000-16,-3.000-11.000 15,2.000-9.000 1,1.000-14.000-16,2.000-13.000 16,-4.000-11.000-1,1.000-6.000-15,3.000 2.000 16,6.000 6.000 0,8.000 4.000-16,12.000 4.000 15,19.000 2.000 1,21.000-1.000-16,15.000 1.000 15,12.000 2.000 1,4.000 3.000-16,1.000 2.000 16,-11.000 2.000-1,-14.000 5.000-15,-19.000 3.000 16,-17.000-1.000 0,-17.000-9.000-16,-12.000-10.000 15,-3.000 2.000 1</inkml:trace>
  <inkml:trace contextRef="#ctx0" brushRef="#br0">14535.000 12610.000 0,'31.000'12.000'0,"10.000"9.000"16,-9.000 3.000-1,-10.000-5.000-15</inkml:trace>
  <inkml:trace contextRef="#ctx0" brushRef="#br0">14635.000 13046.000 0,'12.000'23.000'16,"2.000"4.000"-16</inkml:trace>
  <inkml:trace contextRef="#ctx0" brushRef="#br0">15451.000 12747.000 0,'0.000'0.000'0,"0.000"0.000"15,0.000 0.000 1,0.000 0.000-16,0.000 0.000 15,0.000 0.000 1,0.000 0.000-16,0.000 0.000 16,0.000 0.000-16,0.000 0.000 15,0.000 0.000 1,0.000 0.000-16,0.000 0.000 16,0.000 0.000-1,0.000 0.000-15,0.000 0.000 16,0.000 0.000-16,0.000 0.000 15,0.000 0.000 1,0.000 0.000-16,0.000 0.000 16,0.000 0.000-1,18.000-8.000-15,6.000-6.000 16,6.000-6.000 0,1.000-6.000-16,1.000-2.000 15,-3.000 1.000 1,2.000 4.000-16,-6.000 4.000 15,-7.000 3.000 1,-5.000 7.000-16,-7.000 2.000 16,-6.000 7.000-1,2.000 7.000-15,-6.000 12.000 16,-6.000 12.000 0,-3.000 12.000-16,-2.000 13.000 15,-1.000 7.000-15,3.000 0.000 16,1.000-6.000-1,6.000-6.000-15,8.000-8.000 16,10.000-10.000 0,6.000-9.000-16,7.000-7.000 15,4.000-10.000 1,-1.000-10.000-16,-3.000-15.000 16,-6.000-17.000-1,-8.000-20.000-15,-6.000-12.000 16,-3.000 9.000-1</inkml:trace>
  <inkml:trace contextRef="#ctx0" brushRef="#br0">15712.000 12218.000 0,'18.000'12.000'15,"1.000"6.000"1,-4.000 4.000-16,-7.000-5.000 16,-3.000-4.000-1</inkml:trace>
  <inkml:trace contextRef="#ctx0" brushRef="#br0">15981.000 12610.000 0,'34.000'2.000'0,"23.000"-3.000"16,8.000-1.000 0,3.000-1.000-16,-3.000-1.000 15,-2.000 0.000-15,-9.000 3.000 16,-9.000 1.000 0,-11.000 0.000-16,-16.000 1.000 15,-18.000-1.000 1,5.000 3.000-16</inkml:trace>
  <inkml:trace contextRef="#ctx0" brushRef="#br0">16023.000 12884.000 0,'26.000'0.000'0,"21.000"-2.000"15,11.000-5.000-15,5.000 2.000 16,0.000-1.000 0,-8.000-5.000-16,-2.000-1.000 15,-6.000 3.000 1,-1.000-9.000-16,-5.000-3.000 16,-11.000 1.000-1</inkml:trace>
  <inkml:trace contextRef="#ctx0" brushRef="#br0">16847.000 12577.000 0,'37.000'5.000'16,"22.000"-1.000"-16,4.000-1.000 15,0.000-2.000 1,-1.000-2.000-16,-6.000-4.000 16,-7.000-1.000-1,-8.000-4.000-15,-8.000-5.000 16,-11.000-5.000 0,-8.000 4.000-16</inkml:trace>
  <inkml:trace contextRef="#ctx0" brushRef="#br0">17091.000 12321.000 0,'0.000'0.000'16,"0.000"0.000"-1,0.000 38.000-15,-4.000 26.000 16,-8.000 25.000-1,-8.000 13.000-15,-2.000-1.000 16,10.000-10.000 0,5.000-15.000-16,10.000-21.000 15,11.000-15.000 1,10.000-20.000-16,12.000-17.000 16,10.000-23.000-1,7.000-23.000-15,1.000-15.000 16,-1.000 1.000-1,-13.000 15.000-15</inkml:trace>
  <inkml:trace contextRef="#ctx0" brushRef="#br0">17738.000 12627.000 0,'0.000'0.000'0,"25.000"0.000"15,15.000 0.000 1,9.000 0.000-16,6.000 0.000 15,1.000-2.000 1,3.000 1.000-16,0.000-2.000 16,-5.000-3.000-16,-8.000 2.000 15,-9.000-2.000 1,-12.000-1.000-16</inkml:trace>
  <inkml:trace contextRef="#ctx0" brushRef="#br0">17671.000 12858.000 0,'43.000'4.000'0,"33.000"-4.000"16,15.000-4.000-16,4.000 1.000 15,-1.000 0.000 1,-11.000-2.000-16,-12.000-3.000 16,-13.000-4.000-1,-14.000-5.000-15,-14.000 1.000 16</inkml:trace>
  <inkml:trace contextRef="#ctx0" brushRef="#br0">18554.000 12244.000 0,'30.000'11.000'16,"15.000"7.000"-16,7.000 0.000 15,-2.000 0.000 1,-2.000 1.000-16,-10.000 3.000 15,-10.000 3.000 1,-12.000 4.000-16,-17.000 5.000 16,-15.000 1.000-1,-13.000 0.000-15,-9.000-2.000 16,-4.000 3.000 0,4.000-2.000-16,12.000-1.000 15,9.000-2.000 1,14.000-3.000-16,14.000 2.000 15,14.000-2.000 1,9.000 0.000-16,6.000-3.000 16,0.000 0.000-1,-2.000 3.000-15,-9.000-2.000 16,-14.000 4.000 0,-15.000 4.000-16,-18.000 1.000 15,-21.000 1.000 1,-14.000-3.000-16,-4.000-4.000 15,2.000-11.000 1,14.000-16.000-16,13.000-6.000 16</inkml:trace>
  <inkml:trace contextRef="#ctx0" brushRef="#br0">19344.000 13106.000 0,'0.000'0.000'15,"-8.000"-13.000"-15</inkml:trace>
  <inkml:trace contextRef="#ctx0" brushRef="#br0">20993.000 12474.000 0,'18.000'-9.000'16,"12.000"-4.000"0,1.000-3.000-16,3.000 0.000 15,-1.000 2.000 1,-1.000 5.000-16,-4.000 2.000 15,-3.000 3.000 1,-6.000 7.000-16,-5.000 5.000 16,-4.000 11.000-16,-10.000 12.000 15,-11.000 12.000 1,-12.000 6.000 0,-9.000 5.000-16,-3.000-5.000 15,-1.000-3.000 1,2.000-9.000-16,4.000-12.000 15,4.000-13.000-15,7.000-17.000 16,0.000-15.000 0,6.000 0.000-1</inkml:trace>
  <inkml:trace contextRef="#ctx0" brushRef="#br0">21009.000 12533.000 0,'23.000'32.000'0,"10.000"15.000"16,5.000 3.000 0,-2.000-3.000-1,-3.000-3.000-15,-6.000-8.000 16,-8.000-9.000 0,-9.000-8.000-16</inkml:trace>
  <inkml:trace contextRef="#ctx0" brushRef="#br0">21371.000 12465.000 0,'22.000'-9.000'16,"18.000"-10.000"-1,12.000 0.000-15,-3.000 5.000 16,-4.000 4.000-16,-9.000 9.000 16,-7.000 8.000-1,-13.000 11.000-15,-9.000 14.000 16,-18.000 11.000 0,-14.000 8.000-16,-12.000-1.000 15,-8.000-5.000 1,-7.000-11.000-16,-1.000-13.000 15,13.000-9.000 1</inkml:trace>
  <inkml:trace contextRef="#ctx0" brushRef="#br0">21371.000 12568.000 0,'39.000'41.000'15,"13.000"16.000"1,1.000 5.000-16,-8.000-6.000 16,-6.000-6.000-1,-6.000-9.000-15,-4.000-13.000 32,-7.000-19.000-32,-1.000-17.000 0,-4.000-18.000 15,-4.000-2.000 1</inkml:trace>
  <inkml:trace contextRef="#ctx0" brushRef="#br0">21859.000 12022.000 0,'0.000'0.000'16,"31.000"-17.000"0,19.000-12.000-16,18.000 4.000 15,2.000 6.000 1,-1.000 5.000-16,-7.000 7.000 16,-6.000 6.000-1,-14.000 3.000-15,-11.000 8.000 16,-19.000 15.000-16,-18.000 14.000 15,-20.000 16.000 1,-18.000 21.000 0,-14.000 28.000-16,-11.000 26.000 15,-4.000 17.000 1,-2.000 2.000 0,10.000-16.000-16,10.000-26.000 15,17.000-35.000-15,14.000-31.000 16,14.000-36.000-1,6.000-12.000-15</inkml:trace>
  <inkml:trace contextRef="#ctx0" brushRef="#br0">22430.000 12141.000 0,'-26.000'23.000'16,"-24.000"14.000"0,-12.000 0.000-16,2.000-6.000 15,15.000-7.000-15,16.000-6.000 16,14.000-2.000-1,14.000-2.000-15,7.000-1.000 16,10.000 2.000 0,5.000 1.000-16,4.000-1.000 15,0.000-1.000 1,-1.000-5.000-16,-7.000-4.000 16,-4.000-1.000-1,-5.000-2.000-15,-8.000-2.000 16,-1.000-1.000-16,-8.000 0.000 15,-2.000-2.000 1,4.000 2.000-16,7.000 1.000 16,0.000 0.000-1,0.000 0.000-15,-2.000 7.000 16,5.000 4.000 0,4.000 7.000-16,3.000 7.000 15,2.000 2.000 1,4.000 11.000-16,2.000 5.000 15,1.000 3.000 1,-3.000-3.000-16,3.000-2.000 16,-8.000-3.000-1,-3.000-5.000-15,-5.000-4.000 16,-9.000-10.000 0,-9.000-6.000-16,-13.000-4.000 15,-7.000-10.000 1,-9.000-5.000-16,3.000-4.000 15,9.000-1.000-15,12.000-2.000 16,18.000-10.000 0,21.000-4.000-16,17.000-4.000 15,18.000-3.000 1,6.000-3.000 0,2.000-3.000-16,-2.000-1.000 15,-6.000-3.000 1,-15.000 10.000-16</inkml:trace>
  <inkml:trace contextRef="#ctx0" brushRef="#br0">22700.000 12193.000 0,'35.000'-5.000'0,"16.000"0.000"16,3.000 7.000-1,-9.000 7.000-15,-10.000 16.000 16,-9.000 13.000 0,-9.000 9.000-16,-10.000 5.000 15,-3.000 4.000-15,-2.000-1.000 16,1.000-2.000 0,2.000 3.000-1,3.000-3.000-15,2.000-3.000 16,-3.000-4.000-1,-4.000-9.000-15,-3.000-6.000 16,-9.000-6.000-16,-10.000-9.000 16,-9.000-11.000-1,-10.000-9.000-15,-2.000-9.000 16,2.000-8.000 0,10.000-4.000-16,16.000-7.000 15,22.000 0.000 1,23.000-5.000-16,16.000-1.000 15,12.000 5.000 1,1.000 5.000 0,-5.000 7.000-16,-13.000 7.000 15,-11.000 8.000-15,-13.000 1.000 16,-6.000 4.000 0,-14.000 1.000-16,0.000-7.000 15,-7.000-8.000 1,0.000-2.000-16</inkml:trace>
  <inkml:trace contextRef="#ctx0" brushRef="#br0">23709.000 12244.000 0,'0.000'0.000'0,"2.000"18.000"16,-3.000 6.000 0,-1.000-3.000-16</inkml:trace>
  <inkml:trace contextRef="#ctx0" brushRef="#br0">23759.000 12585.000 0,'0.000'0.000'0,"5.000"12.000"16,0.000 2.000 0</inkml:trace>
  <inkml:trace contextRef="#ctx0" brushRef="#br0">24357.000 12397.000 0,'0.000'0.000'0,"0.000"0.000"15,0.000 0.000-15,0.000 0.000 16,0.000 0.000 0,0.000 0.000-16,17.000-20.000 15,15.000-15.000 1,9.000-3.000-16,2.000 1.000 15,-2.000 9.000 1,-5.000 7.000-16,-11.000 7.000 16,-11.000 6.000-1,-14.000 8.000-15,5.000 4.000 16,-5.000 16.000 0,-3.000 12.000-16,-5.000 16.000 15,-4.000 14.000 1,0.000 16.000-16,0.000-1.000 15,1.000-4.000 1,5.000-13.000-16,8.000-16.000 16,8.000-15.000-1,8.000-19.000-15,3.000-21.000 16,0.000-25.000 0,-3.000-26.000-16,-9.000-21.000 15,-5.000-14.000 1,-2.000 18.000-16</inkml:trace>
  <inkml:trace contextRef="#ctx0" brushRef="#br0">24592.000 11835.000 0,'0.000'0.000'15,"0.000"0.000"-15,0.000 0.000 16</inkml:trace>
  <inkml:trace contextRef="#ctx0" brushRef="#br0">24886.000 12227.000 0,'24.000'-1.000'0,"18.000"-3.000"16,8.000 0.000-1,-1.000 3.000-15,-1.000 0.000 16,-2.000 1.000 0,0.000 2.000-16,-7.000-2.000 15,-11.000 2.000 1,-9.000 4.000-16,-7.000-2.000 16</inkml:trace>
  <inkml:trace contextRef="#ctx0" brushRef="#br0">24945.000 12465.000 0,'0.000'0.000'16,"22.000"10.000"-16,18.000 4.000 15,10.000-5.000 1,2.000-3.000-16,4.000-3.000 15,-2.000-8.000 1,2.000-6.000 0,-13.000 0.000-16</inkml:trace>
  <inkml:trace contextRef="#ctx0" brushRef="#br0">25937.000 12201.000 0,'34.000'-5.000'16,"26.000"-2.000"-1,11.000-3.000-15,1.000 3.000 16,-4.000 4.000 0,-10.000 2.000-16,-8.000 1.000 15,-10.000 2.000 1,-11.000-2.000-16,-11.000-4.000 16,-10.000-8.000-16,-6.000-1.000 15</inkml:trace>
  <inkml:trace contextRef="#ctx0" brushRef="#br0">26232.000 11928.000 0,'-9.000'50.000'0,"-7.000"34.000"15,-1.000 18.000 1,7.000-1.000 0,7.000-15.000-16,7.000-14.000 15,5.000-16.000-15,6.000-14.000 16,7.000-16.000 0,2.000-18.000-16,12.000-20.000 15,-6.000-3.000 1</inkml:trace>
  <inkml:trace contextRef="#ctx0" brushRef="#br0">26685.000 12329.000 0,'18.000'15.000'16,"3.000"3.000"-16,-4.000-5.000 16,-2.000-6.000-1,-6.000-6.000-15</inkml:trace>
  <inkml:trace contextRef="#ctx0" brushRef="#br0">26787.000 12304.000 0,'40.000'0.000'0,"27.000"-4.000"16,9.000 1.000-1,-2.000-3.000 1,-5.000 1.000-16,-6.000 2.000 15,-9.000-1.000-15,-9.000 1.000 16,-12.000 0.000 0,-11.000-1.000-16,-7.000-3.000 15,-13.000-7.000 1,-11.000-2.000-16,-4.000 2.000 16</inkml:trace>
  <inkml:trace contextRef="#ctx0" brushRef="#br0">27114.000 12125.000 0,'0.000'0.000'0,"-1.000"30.000"15,-4.000 26.000 1,-4.000 19.000-16,-3.000 16.000 15,-3.000-1.000 1,3.000-14.000 0,3.000-23.000-1,11.000-29.000-15,5.000-16.000 0</inkml:trace>
  <inkml:trace contextRef="#ctx0" brushRef="#br0">26720.000 12321.000 0,'0.000'0.000'16,"0.000"0.000"-16,0.000 0.000 15,-12.000-2.000-15,-3.000 1.000 16,2.000-1.000-16,6.000 2.000 16,7.000 0.000-1,0.000 0.000-15,2.000-4.000 16,7.000 1.000 0,5.000-3.000-16,4.000-1.000 15,0.000 1.000 1,2.000-1.000-16,0.000 4.000 15,-1.000 2.000 1,0.000 1.000-16,-4.000 0.000 16,2.000 0.000-16,-3.000-1.000 15,4.000-3.000 1,-2.000 0.000-16,2.000 0.000 16,0.000 0.000-1,-2.000-2.000 1,2.000 2.000-16,-3.000 0.000 15,-4.000 4.000-15,-1.000 0.000 16,-10.000 0.000 0,9.000 3.000-16,-9.000-3.000 15,0.000 0.000-15,0.000 0.000 16,9.000 3.000 0,-9.000-3.000-16,3.000-3.000 15,-3.000-1.000 1</inkml:trace>
  <inkml:trace contextRef="#ctx0" brushRef="#br0">27745.000 11988.000 0,'0.000'0.000'16,"8.000"19.000"-1,4.000 18.000 1,-3.000 17.000-16,-3.000 17.000 15,-4.000 8.000-15,-2.000 5.000 16,-2.000-6.000 0,-1.000-6.000-16,0.000-13.000 15,-2.000-11.000 1,-2.000-14.000-16,1.000-13.000 16,2.000-9.000-1,0.000-10.000-15,1.000-12.000 16,0.000-11.000-1,2.000-9.000-15,3.000-8.000 16,7.000-7.000 0,11.000-7.000-16,9.000 0.000 15,12.000-4.000 1,9.000 6.000-16,2.000 4.000 16,-2.000 5.000-1,-4.000 7.000-15,-5.000 7.000 16,-11.000 8.000-1,-9.000 7.000-15,-8.000 4.000 16,-8.000-1.000 0,-3.000 0.000-16</inkml:trace>
  <inkml:trace contextRef="#ctx0" brushRef="#br0">27098.000 11962.000 0,'0.000'0.000'16,"0.000"0.000"-16,0.000 0.000 15,0.000 0.000 1,0.000 0.000-16,0.000 0.000 16,0.000 0.000-16,0.000 0.000 15,0.000 0.000 1,0.000 0.000-16,0.000 0.000 15,0.000 0.000 1,0.000 0.000-16,0.000 0.000 16,0.000 0.000-1,0.000 0.000-15,0.000 0.000 16,0.000 0.000-16,2.000 14.000 16,3.000 9.000-1,-1.000 0.000-15,1.000-1.000 16,-1.000-4.000-1,-1.000-2.000-15,0.000-1.000 16,-3.000 4.000 0,-2.000 1.000-16,1.000-2.000 15,0.000 0.000 1,-3.000-1.000-16,-1.000 1.000 16,1.000-1.000-1,1.000-2.000-15,1.000-2.000 16,-1.000 1.000-1,-1.000-6.000-15,-3.000-7.000 16,-1.000-3.000 0</inkml:trace>
  <inkml:trace contextRef="#ctx0" brushRef="#br0">28544.000 12193.000 0,'0.000'0.000'0,"0.000"0.000"16,0.000 0.000-1,29.000 6.000-15,12.000 2.000 16,10.000-5.000 0,1.000-1.000-16,-1.000-2.000 15,-3.000 0.000 1,-5.000-1.000-16,-6.000-3.000 16,-10.000-1.000-1,-7.000-3.000-15,-9.000 3.000 16</inkml:trace>
  <inkml:trace contextRef="#ctx0" brushRef="#br0">28477.000 12525.000 0,'37.000'0.000'15,"27.000"-6.000"1,10.000-1.000-16,2.000-3.000 16,-3.000 6.000-1,-8.000 0.000-15,-8.000 4.000 16,-8.000-4.000 0,-13.000-1.000-16</inkml:trace>
  <inkml:trace contextRef="#ctx0" brushRef="#br0">30075.000 11766.000 0,'0.000'0.000'0,"0.000"0.000"15,-21.000 40.000-15,-11.000 20.000 16,0.000 15.000 0,5.000 0.000-1,11.000-2.000-15,12.000-2.000 16,14.000-4.000-1,11.000-1.000-15,8.000 0.000 16,4.000-8.000 0,3.000-4.000-16,-8.000 0.000 15,-12.000-2.000 1,-20.000 0.000 0,-22.000-2.000-16,-21.000-6.000 15,-14.000-10.000-15,-5.000-15.000 16,3.000-15.000-1,14.000-16.000-15,9.000-19.000 16,11.000-20.000 0,11.000 6.000-16</inkml:trace>
  <inkml:trace contextRef="#ctx0" brushRef="#br0">29924.000 11988.000 0,'40.000'-1.000'15,"21.000"0.000"-15,9.000 0.000 16,-2.000 3.000 0,4.000 5.000-16,-3.000 5.000 15,-2.000-1.000 1,-2.000 4.000-16,-3.000-3.000 15,-15.000-7.000 1</inkml:trace>
  <inkml:trace contextRef="#ctx0" brushRef="#br0">30739.000 12525.000 0,'8.000'-9.000'0</inkml:trace>
  <inkml:trace contextRef="#ctx0" brushRef="#br0">25677.000 10870.000 0,'0.000'0.000'0,"13.000"-17.000"16,10.000-10.000-1,6.000 3.000-15,4.000 4.000 16,-3.000 7.000 0,-4.000 7.000-16,-6.000 8.000 15,-8.000 9.000 1,-12.000 10.000-16,-7.000 8.000 16,-8.000 12.000-1,-8.000 2.000-15,-5.000 4.000 16,2.000-5.000-1,6.000-6.000-15,8.000-11.000 16,5.000-9.000-16</inkml:trace>
  <inkml:trace contextRef="#ctx0" brushRef="#br0">26055.000 10879.000 0,'-9.000'18.000'16,"-14.000"18.000"-1,-6.000 12.000-15,-16.000 12.000 16,-10.000 2.000 0,-5.000-1.000-16,6.000-9.000 15,10.000-11.000 1,12.000-13.000-16,15.000-12.000 15,17.000-16.000 1,2.000-1.000-16,19.000-9.000 16,17.000-7.000-1,12.000-2.000-15,5.000 1.000 16,0.000 3.000 0,-2.000 2.000-16,-7.000 3.000 15,-9.000 1.000 1,-10.000-1.000-16,-13.000-4.000 15,-6.000 0.000 1</inkml:trace>
  <inkml:trace contextRef="#ctx0" brushRef="#br0">25878.000 10989.000 0,'0.000'0.000'16,"-3.000"23.000"0,3.000 22.000-16,3.000 27.000 15,2.000 22.000 1,3.000 22.000-16,0.000 4.000 31,-3.000-14.000-31,0.000-27.000 0,0.000-27.000 16,-1.000-22.000-1</inkml:trace>
  <inkml:trace contextRef="#ctx0" brushRef="#br0">26215.000 10989.000 0,'0.000'0.000'0,"0.000"0.000"15,14.000-7.000 1,1.000-1.000-16</inkml:trace>
  <inkml:trace contextRef="#ctx0" brushRef="#br0">26156.000 11178.000 0,'0.000'0.000'0,"16.000"-11.000"16,9.000-2.000-16,4.000 2.000 15,-6.000 7.000 1,-5.000 7.000-16,-8.000 8.000 15,-13.000 9.000 1,-11.000 10.000-16,-8.000 8.000 16,-6.000 2.000-1,-6.000 2.000-15,1.000-3.000 16,7.000-8.000 0,11.000-10.000-16,5.000-7.000 15,12.000-13.000-15,14.000-12.000 16,9.000-11.000-1,9.000-5.000-15,2.000-2.000 16,0.000 6.000 0,-3.000 6.000-16,-7.000 11.000 15,-6.000 11.000 1,-11.000 11.000-16,-7.000 6.000 16,-8.000 8.000-1,-5.000-1.000-15,-1.000-7.000 16,1.000-10.000-1,3.000-10.000-15,6.000-16.000 16,1.000-12.000-16,0.000 1.000 16</inkml:trace>
  <inkml:trace contextRef="#ctx0" brushRef="#br0">26366.000 11126.000 0,'0.000'0.000'0,"26.000"-3.000"16,12.000-3.000-1,9.000 1.000-15,-3.000 3.000 16,-8.000 6.000 0,-4.000 7.000-16,-7.000 8.000 15,-8.000 12.000 1,-14.000 8.000-16,-11.000 1.000 15,-9.000 2.000 1,-5.000-8.000-16,-5.000-9.000 16,6.000-11.000-1</inkml:trace>
  <inkml:trace contextRef="#ctx0" brushRef="#br0">26610.000 10896.000 0,'-11.000'30.000'16,"-12.000"30.000"-16,-5.000 12.000 16,-5.000 7.000-1,-1.000-1.000-15,1.000-11.000 16,6.000-18.000-1,8.000-18.000-15</inkml:trace>
  <inkml:trace contextRef="#ctx0" brushRef="#br0">26803.000 11356.000 0,'0.000'0.000'16</inkml:trace>
  <inkml:trace contextRef="#ctx0" brushRef="#br0">27694.000 11015.000 0,'27.000'-14.000'0,"11.000"-5.000"16,3.000-1.000-1,-3.000 5.000-15,-4.000 3.000 16,-5.000 3.000 0,-8.000 1.000-16,-7.000 0.000 15,-4.000 1.000-15</inkml:trace>
  <inkml:trace contextRef="#ctx0" brushRef="#br0">27796.000 10826.000 0,'0.000'0.000'16,"-4.000"32.000"-16,-1.000 17.000 15,-5.000 8.000 1,-6.000 3.000 0,-4.000-4.000-16,1.000-10.000 15,4.000-8.000 1,5.000-11.000-16,9.000-11.000 16,9.000-12.000-1,9.000-8.000-15,10.000-6.000 16,9.000-6.000-16,4.000-3.000 15,3.000-2.000 1,-3.000-2.000-16,-4.000 6.000 16,-8.000 3.000-1,-10.000 3.000-15,-12.000 2.000 16,-13.000 2.000 0,-9.000-2.000-16,3.000-1.000 15</inkml:trace>
  <inkml:trace contextRef="#ctx0" brushRef="#br0">27854.000 11049.000 0,'0.000'0.000'15,"0.000"0.000"1,5.000 34.000-16,3.000 22.000 16,0.000 9.000-1,-1.000 11.000-15,-4.000 3.000 16,-2.000-7.000-1,1.000-12.000-15,-1.000-17.000 16,-5.000-18.000 0,1.000-11.000-16</inkml:trace>
  <inkml:trace contextRef="#ctx0" brushRef="#br0">27771.000 11398.000 0,'0.000'0.000'16,"0.000"0.000"-1,13.000-12.000-15,13.000-12.000 16,11.000-2.000 0,7.000 1.000-16,-2.000-1.000 15,-4.000-2.000 1,-10.000 5.000-16</inkml:trace>
  <inkml:trace contextRef="#ctx0" brushRef="#br0">28115.000 11015.000 0,'0.000'0.000'0,"19.000"-11.000"15,10.000-2.000-15,10.000-3.000 16,0.000 5.000 0,-6.000 1.000-16,-11.000 3.000 15</inkml:trace>
  <inkml:trace contextRef="#ctx0" brushRef="#br0">28141.000 11186.000 0,'0.000'0.000'0,"26.000"-8.000"16,14.000-6.000 0,3.000-7.000-16,0.000 0.000 15,-6.000-3.000-15,-9.000 4.000 31,-9.000 0.000-31,-10.000 3.000 0,-7.000 1.000 16</inkml:trace>
  <inkml:trace contextRef="#ctx0" brushRef="#br0">28292.000 10793.000 0,'-10.000'31.000'0,"-9.000"21.000"15,-5.000 11.000 1,4.000 1.000-16,7.000-9.000 16,9.000-8.000-16,12.000-11.000 15,10.000-12.000 1,4.000-7.000-16,9.000-8.000 15,0.000-6.000 1,1.000-1.000-16,-8.000-1.000 16,-6.000 7.000-1,-10.000 8.000-15,-16.000 11.000 16,-18.000 7.000 0,-11.000 4.000-16,-9.000-1.000 15,1.000-5.000 1,6.000-6.000-16,12.000-8.000 15,11.000-5.000 1,15.000-5.000-16,13.000-1.000 16,12.000-4.000-16,13.000-6.000 15,6.000-4.000 1,-1.000-3.000-16,-1.000-6.000 16,-1.000-8.000-1,-10.000-11.000-15,-12.000 3.000 16</inkml:trace>
  <inkml:trace contextRef="#ctx0" brushRef="#br0">28477.000 10862.000 0,'17.000'-13.000'15,"8.000"4.000"1,-5.000 6.000-16,-7.000 1.000 16</inkml:trace>
  <inkml:trace contextRef="#ctx0" brushRef="#br0">28460.000 11041.000 0,'0.000'0.000'16,"0.000"0.000"-16,28.000-7.000 15,12.000-3.000-15,-5.000 0.000 16,-10.000 4.000 0,-9.000 6.000-16,-14.000 12.000 15,-11.000 14.000 1,-13.000 11.000-16,-8.000 5.000 15,-2.000-2.000 1,2.000-4.000-16,6.000-11.000 16,10.000-8.000-1,14.000-17.000-15,3.000 3.000 16,14.000-14.000 0,11.000-9.000-16,7.000-5.000 15,0.000 3.000 1,-5.000 5.000-16,-6.000 10.000 15,-5.000 14.000 1,-11.000 11.000-16,-7.000 10.000 16,-8.000 6.000-1,-3.000-1.000-15,-2.000-7.000 16,3.000-8.000 0,9.000-18.000-16,0.000-1.000 15,5.000-22.000 1,1.000-3.000-16</inkml:trace>
  <inkml:trace contextRef="#ctx0" brushRef="#br0">28721.000 11024.000 0,'0.000'0.000'16,"0.000"0.000"-1,21.000-6.000-15,10.000 4.000 16,2.000 2.000 0,1.000 3.000-16,1.000 6.000 15,-5.000 7.000 1,-7.000 10.000-16,-7.000 9.000 16,-14.000 11.000-1,-15.000 7.000-15,-10.000 4.000 16,-8.000-6.000-1,-2.000-10.000-15,3.000-16.000 16,2.000-17.000 0,8.000-21.000-16,7.000-22.000 15,2.000 0.000 1</inkml:trace>
  <inkml:trace contextRef="#ctx0" brushRef="#br0">28981.000 10775.000 0,'-11.000'41.000'0,"-20.000"31.000"16,-11.000 10.000 0,-3.000 0.000-1,3.000-12.000-15,10.000-21.000 16</inkml:trace>
  <inkml:trace contextRef="#ctx0" brushRef="#br0">29243.000 11041.000 0,'0.000'0.000'15,"0.000"0.000"1</inkml:trace>
  <inkml:trace contextRef="#ctx0" brushRef="#br0">26114.000 10246.000 0,'0.000'0.000'16,"0.000"0.000"-16,19.000-6.000 15,13.000-5.000-15,5.000 1.000 16,4.000 2.000 0,-1.000 3.000-16,-4.000 5.000 15,-3.000 2.000 1,-6.000 3.000-16,-5.000 7.000 16,-10.000 9.000-1,-13.000 8.000-15,-12.000 3.000 16,-10.000 4.000-1,-7.000-1.000-15,2.000-10.000 16,8.000-7.000 0,6.000-6.000-16,14.000-12.000 15,4.000 2.000-15,11.000-4.000 16,10.000 2.000 0,10.000-4.000-16,2.000 4.000 15,-3.000-1.000 1,-5.000 2.000-16,-8.000 7.000 15,-13.000 5.000 1,-14.000 6.000-16,-17.000 12.000 16,-12.000 7.000-1,-7.000 2.000-15,-5.000-6.000 16,9.000-9.000 0</inkml:trace>
  <inkml:trace contextRef="#ctx0" brushRef="#br0">28107.000 10221.000 0,'0.000'0.000'0,"15.000"-13.000"16,13.000-5.000-1,5.000 8.000-15,5.000 8.000 16,1.000 7.000-1,-4.000 6.000-15,-7.000 7.000 16,-13.000 8.000 0,-13.000 7.000-16,-15.000 9.000 15,-17.000 5.000 1,-8.000 3.000-16,-2.000-7.000 16,5.000-7.000-1,11.000-10.000-15,13.000-10.000 16,13.000-9.000-1,18.000-10.000-15,18.000-8.000 16,19.000-7.000 0,8.000-3.000-1,3.000-2.000-15,-2.000 1.000 16,-3.000-5.000-16,-15.000 4.000 16</inkml:trace>
  <inkml:trace contextRef="#ctx0" brushRef="#br0">28981.000 10315.000 0,'0.000'0.000'0,"0.000"0.000"15</inkml:trace>
  <inkml:trace contextRef="#ctx0" brushRef="#br0">10272.000 13711.000 0,'0.000'0.000'16,"0.000"0.000"-16,0.000 0.000 15,-2.000 25.000-15,-11.000 18.000 16,-10.000 6.000-1,-9.000 5.000-15,-9.000 3.000 16,-5.000 0.000 0,1.000-7.000-16,5.000-7.000 15,3.000-9.000 1,12.000-12.000-16,8.000-9.000 16,6.000-7.000-1,11.000-6.000-15,3.000-1.000 16,13.000-7.000-16,9.000-6.000 15,7.000-2.000 1,4.000-3.000-16,2.000 1.000 16,1.000 4.000-1,-1.000 4.000-15,-5.000 4.000 16,-6.000 6.000 0,-9.000 6.000-16,-12.000 10.000 15,-12.000 13.000 1,-18.000 12.000-16,-16.000 11.000 15,-11.000 7.000 1,-3.000 0.000 0,-1.000-3.000-16,5.000-12.000 15,8.000-18.000-15,13.000-20.000 16,10.000-22.000 0,12.000-20.000-16,4.000 1.000 15</inkml:trace>
  <inkml:trace contextRef="#ctx0" brushRef="#br0">10103.000 14139.000 0,'0.000'0.000'16,"0.000"0.000"-16,8.000 18.000 16,-3.000 1.000-1,-3.000-4.000-15,-4.000-6.000 16</inkml:trace>
  <inkml:trace contextRef="#ctx0" brushRef="#br0">10439.000 13916.000 0,'16.000'14.000'16,"-1.000"13.000"-16,-18.000 16.000 16,-21.000 12.000-1,-14.000 8.000-15,-11.000-4.000 16,1.000-3.000 0,7.000-11.000-16,10.000-13.000 15,13.000-12.000 1,11.000-8.000-16,7.000-12.000 15,9.000 6.000-15,12.000-10.000 16,7.000-4.000 0,6.000-3.000-16,-3.000 2.000 15,-5.000 5.000 1,-7.000 6.000-16,-3.000 7.000 16,-10.000 12.000-1,-16.000 14.000-15,-13.000 11.000 16,-15.000 7.000-1,-12.000 9.000-15,-6.000 2.000 16,-1.000-9.000 0,0.000-10.000-16,4.000-18.000 15,10.000-20.000 1,13.000-11.000-16</inkml:trace>
  <inkml:trace contextRef="#ctx0" brushRef="#br0">10213.000 14411.000 0,'0.000'0.000'0,"13.000"14.000"16,5.000 9.000 0,-2.000 0.000-16,2.000-7.000 15,-4.000-6.000 1</inkml:trace>
  <inkml:trace contextRef="#ctx0" brushRef="#br0">10750.000 13933.000 0,'23.000'-23.000'0,"16.000"-12.000"15,12.000-2.000-15,3.000 6.000 16,-1.000 6.000 0,-5.000 11.000-16,-9.000 9.000 15,-10.000 6.000 1,-10.000 12.000-16,-14.000 20.000 15,-20.000 22.000 1,-20.000 25.000-16,-19.000 23.000 16,-14.000 15.000-1,-2.000 10.000 1,-2.000-3.000-16,12.000-22.000 16,12.000-24.000-16,17.000-29.000 15,15.000-32.000 1,11.000-32.000-16,6.000-8.000 15</inkml:trace>
  <inkml:trace contextRef="#ctx0" brushRef="#br0">11255.000 13873.000 0,'0.000'0.000'0,"-17.000"24.000"16,-22.000 15.000-16,-15.000 8.000 15,-10.000 6.000 1,-1.000-13.000-16,14.000-13.000 16</inkml:trace>
  <inkml:trace contextRef="#ctx0" brushRef="#br0">11045.000 14130.000 0,'6.000'21.000'0,"1.000"11.000"16,1.000 4.000-16,-4.000 1.000 15,-1.000-5.000 1,-3.000-7.000-16,2.000-7.000 15,0.000-8.000 1,1.000-10.000-16,2.000-10.000 16,3.000-12.000-1,4.000-8.000-15,-1.000-4.000 16,2.000 0.000 0,0.000 2.000-16,2.000 0.000 15,6.000 5.000 1,4.000 0.000-16,3.000 2.000 15,4.000 4.000 1,1.000 6.000-16,-2.000 8.000 16,-6.000 8.000-16,-7.000 9.000 15,-9.000 6.000 1,-11.000 11.000-16,-13.000 6.000 16,-8.000 2.000-1,-5.000 1.000 1,-1.000-1.000-16,1.000-10.000 15,5.000-7.000 1,6.000-6.000-16,7.000-8.000 16,10.000-4.000-16,0.000-3.000 15,9.000 0.000 1,6.000 3.000-16,6.000 3.000 16,4.000 9.000-1,2.000 9.000 1,1.000 11.000-16,-4.000 8.000 15,-2.000 6.000-15,-6.000 0.000 16,-8.000-1.000 0,-9.000-5.000-16,-7.000-7.000 15,-6.000-10.000 1,-9.000-10.000-16,-5.000-15.000 16,-2.000-12.000-1,1.000-11.000-15,1.000-4.000 16,10.000-2.000-16,9.000 2.000 15,9.000 2.000 1,11.000 3.000-16,11.000 5.000 16,12.000-1.000-1,8.000 4.000-15,-2.000-3.000 16,3.000-4.000 0,4.000-9.000-16,-11.000 6.000 15</inkml:trace>
  <inkml:trace contextRef="#ctx0" brushRef="#br0">11768.000 13865.000 0,'21.000'6.000'0,"13.000"9.000"16,3.000 7.000-1,1.000 9.000-15,0.000 13.000 16,-5.000 9.000 0,-6.000 4.000-16,-13.000 7.000 15,-9.000 4.000 1,-7.000-3.000-16,-6.000-5.000 16,-6.000-9.000-1,-3.000-10.000-15,-2.000-12.000 16,2.000-10.000-1,-6.000-11.000 1,-2.000-12.000-16,-3.000-17.000 16,-1.000-13.000-16,1.000-11.000 15,7.000-5.000 1,10.000 9.000-16,14.000 6.000 16,16.000 3.000-1,16.000 4.000-15,15.000 9.000 16,9.000 5.000-1,6.000 8.000-15,-2.000 3.000 16,-8.000 7.000 0,-10.000 2.000-16,-10.000 1.000 15,-10.000 0.000 1,-11.000-7.000-16,-11.000-10.000 16,-6.000 0.000-1</inkml:trace>
  <inkml:trace contextRef="#ctx0" brushRef="#br0">12693.000 13626.000 0,'22.000'4.000'16,"4.000"7.000"-16,-13.000 12.000 15,-19.000 16.000 1,-24.000 21.000-16,-21.000 7.000 16,-6.000 9.000-1,-4.000-7.000-15,12.000-21.000 16,14.000-15.000-1</inkml:trace>
  <inkml:trace contextRef="#ctx0" brushRef="#br0">12895.000 13771.000 0,'21.000'26.000'0,"14.000"18.000"15,1.000 6.000 1,-2.000 0.000-16,3.000 0.000 16,-5.000-5.000-1,-6.000-10.000 1,-9.000-11.000-16,-17.000-24.000 16,8.000 12.000-16</inkml:trace>
  <inkml:trace contextRef="#ctx0" brushRef="#br0">12592.000 14147.000 0,'0.000'0.000'0,"34.000"-4.000"16,23.000-5.000-1,10.000 4.000-15,1.000 2.000 16,-6.000 4.000-1,-6.000 9.000-15,-17.000 11.000 16,-15.000 11.000 0,-22.000 14.000-16,-25.000 13.000 15,-19.000 3.000 1,-19.000 0.000-16,-8.000-15.000 16,3.000-18.000-1,11.000-26.000 1,17.000-8.000-16</inkml:trace>
  <inkml:trace contextRef="#ctx0" brushRef="#br0">12862.000 14121.000 0,'-30.000'42.000'0,"-24.000"20.000"16,-7.000 6.000-1,4.000-11.000-15,15.000-16.000 16,16.000-25.000-16,18.000-28.000 16,7.000-6.000-1</inkml:trace>
  <inkml:trace contextRef="#ctx0" brushRef="#br0">13374.000 13771.000 0,'40.000'-3.000'0,"14.000"3.000"16,0.000 5.000 0,-13.000 8.000-16,-8.000 8.000 15,-14.000 10.000 1,-14.000 10.000-16,-9.000 3.000 15,-3.000 6.000 1,2.000-2.000-16,3.000 4.000 16,5.000-2.000-1,11.000 0.000-15,7.000-3.000 16,5.000-1.000 0,0.000-3.000-16,-6.000-4.000 15,-6.000-4.000 1,-15.000-4.000-16,-16.000-6.000 15,-14.000-3.000 1,-15.000-4.000-16,-12.000-8.000 16,-2.000-9.000-16,5.000-8.000 15,16.000-8.000 1,12.000-5.000-16,20.000-5.000 16,16.000-7.000-1,21.000-3.000-15,16.000-3.000 16,13.000-4.000-1,11.000 2.000-15,5.000 2.000 16,0.000 6.000 0,-1.000 2.000-1,-9.000 10.000-15,-11.000 6.000 16,-16.000 4.000-16,-14.000 4.000 16,-13.000-3.000-1,-8.000-8.000 1,-3.000 1.000-16</inkml:trace>
  <inkml:trace contextRef="#ctx0" brushRef="#br0">14450.000 13796.000 0,'19.000'24.000'0,"-4.000"13.000"16,-3.000-5.000-16</inkml:trace>
  <inkml:trace contextRef="#ctx0" brushRef="#br0">14585.000 14232.000 0,'9.000'21.000'15,"-10.000"0.000"-15,-6.000-5.000 16</inkml:trace>
  <inkml:trace contextRef="#ctx0" brushRef="#br0">15493.000 14062.000 0,'27.000'-20.000'16,"10.000"-7.000"-16,3.000-5.000 15,-3.000 1.000 1,-5.000 4.000-16,-2.000 4.000 15,-2.000 7.000 1,-5.000 2.000-16,-3.000 5.000 16,-6.000 4.000-1,-1.000 1.000-15,-5.000 7.000 16,-1.000 5.000-16,-5.000 10.000 16,-5.000 14.000-1,-6.000 11.000 1,-3.000 13.000-16,-3.000 4.000 15,4.000-4.000 1,5.000-7.000-16,2.000-12.000 16,7.000-12.000-1,3.000-9.000-15,6.000-10.000 16,1.000-15.000-16,3.000-16.000 16,4.000-17.000-1,-5.000-18.000 1,-5.000 9.000-16</inkml:trace>
  <inkml:trace contextRef="#ctx0" brushRef="#br0">15821.000 13507.000 0,'0.000'0.000'16,"0.000"0.000"-16,0.000 0.000 15,7.000 17.000 1,0.000 4.000-16</inkml:trace>
  <inkml:trace contextRef="#ctx0" brushRef="#br0">16166.000 13882.000 0,'0.000'0.000'16,"32.000"-5.000"-1,17.000-1.000-15,6.000-1.000 16,1.000 2.000 0,-4.000 0.000-16,-9.000 1.000 15,-10.000 2.000 1,-10.000 1.000-16,-23.000 1.000 15,9.000 0.000 1</inkml:trace>
  <inkml:trace contextRef="#ctx0" brushRef="#br0">16149.000 14095.000 0,'0.000'0.000'0,"0.000"0.000"16,28.000 0.000-1,20.000 0.000 1,11.000 0.000-16,1.000-1.000 16,-4.000 1.000-1,-4.000 1.000-15,-3.000-4.000 16,-7.000-6.000-16,-12.000-1.000 15</inkml:trace>
  <inkml:trace contextRef="#ctx0" brushRef="#br0">16855.000 13857.000 0,'27.000'-7.000'16,"17.000"-5.000"0,8.000-3.000-16,1.000 2.000 15,-2.000 3.000 1,-6.000 6.000-16,-5.000 5.000 16,-4.000 3.000-1,-9.000 0.000-15,-5.000-2.000 16,-9.000-2.000-1,-8.000-3.000-15,-4.000-1.000 16</inkml:trace>
  <inkml:trace contextRef="#ctx0" brushRef="#br0">17125.000 13583.000 0,'-4.000'32.000'0,"-1.000"22.000"16,-5.000 17.000-1,1.000 12.000-15,-4.000 4.000 16,-1.000-5.000 0,3.000-11.000-1,6.000-15.000-15,5.000-16.000 16,11.000-12.000-16,5.000-15.000 16,10.000-17.000-1,8.000-16.000-15,1.000-11.000 16,5.000-9.000-1,3.000-6.000-15,-10.000 8.000 16</inkml:trace>
  <inkml:trace contextRef="#ctx0" brushRef="#br0">17545.000 13882.000 0,'43.000'-5.000'0,"19.000"-2.000"16,2.000-2.000-1,-1.000-2.000-15,-7.000 2.000 16,-9.000 0.000 0,-9.000 1.000-16,-9.000-1.000 15,-14.000-4.000 1,-6.000 0.000-16</inkml:trace>
  <inkml:trace contextRef="#ctx0" brushRef="#br0">17839.000 13736.000 0,'-3.000'36.000'15,"0.000"25.000"-15,-7.000 14.000 16,-5.000 0.000 0,-3.000-6.000-16,1.000-19.000 15,4.000-19.000 1</inkml:trace>
  <inkml:trace contextRef="#ctx0" brushRef="#br0">18276.000 13541.000 0,'14.000'41.000'0,"2.000"25.000"15,-5.000 12.000-15,-9.000 3.000 16,-5.000 0.000 0,-7.000-4.000-1,-2.000-6.000 1,0.000-10.000-16,1.000-10.000 16,2.000-15.000-16,4.000-12.000 15,5.000-24.000-15,0.000 3.000 16,3.000-17.000-1,2.000-17.000 1,5.000-14.000-16,6.000-8.000 16,6.000-9.000-1,4.000-5.000-15,9.000-4.000 16,1.000 0.000 0,4.000 7.000-16,0.000 8.000 15,-2.000 13.000 1,-6.000 15.000-16,-7.000 11.000 15,0.000 8.000 1,-6.000 2.000-16,-7.000 5.000 16</inkml:trace>
  <inkml:trace contextRef="#ctx0" brushRef="#br0">18983.000 13779.000 0,'21.000'-6.000'15,"18.000"-4.000"-15,10.000 0.000 16,5.000 4.000-1,0.000 2.000-15,1.000 4.000 16,-3.000 2.000 0,-1.000 0.000-16,-5.000 1.000 15,-9.000-6.000-15,-9.000-5.000 16,-8.000-2.000 0</inkml:trace>
  <inkml:trace contextRef="#ctx0" brushRef="#br0">18966.000 14045.000 0,'0.000'0.000'0,"29.000"2.000"16,18.000-1.000-1,13.000-3.000-15,8.000-3.000 16,4.000 1.000 0,-3.000-5.000-16,-2.000-5.000 15,-5.000-4.000 1,-14.000 1.000-16</inkml:trace>
  <inkml:trace contextRef="#ctx0" brushRef="#br0">20429.000 13208.000 0,'-50.000'57.000'15,"-32.000"37.000"-15,-10.000 23.000 16,5.000 11.000-1,12.000 1.000-15,14.000 0.000 16,15.000-9.000 0,17.000-13.000-16,16.000-13.000 15,11.000-18.000 1,13.000-17.000-16,16.000-19.000 16,10.000-19.000-1,4.000-17.000-15,5.000-18.000 16,2.000-18.000-1,-6.000-15.000-15,-5.000-10.000 16,-11.000-6.000 0,-11.000 1.000-16,-15.000 2.000 15,-15.000 8.000 1,-11.000 10.000-16,-10.000 11.000 16,-5.000 10.000-1,-1.000 9.000-15,6.000 8.000 16,8.000 4.000-1,9.000 0.000-15,5.000 0.000 16</inkml:trace>
  <inkml:trace contextRef="#ctx0" brushRef="#br0">20564.000 13908.000 0,'17.000'-8.000'0</inkml:trace>
  <inkml:trace contextRef="#ctx0" brushRef="#br0">4494.000 14804.000 0,'0.000'0.000'15,"0.000"0.000"-15,0.000 0.000 16,0.000 0.000-1,0.000 0.000-15,0.000 0.000 16,0.000 0.000 0,23.000 2.000-16,12.000 4.000 15,5.000-2.000-15,-4.000 0.000 16,-4.000 2.000 0,-7.000 1.000-16,-5.000 1.000 15,-6.000 5.000 1,-11.000 1.000-16,-7.000 5.000 15,-11.000 4.000 1,-8.000 3.000-16,-7.000 2.000 16,-5.000-1.000-1,1.000-2.000-15,5.000-3.000 16,11.000-6.000-16,12.000-4.000 16,12.000-2.000-1,13.000-7.000-15,11.000-2.000 16,4.000 1.000-1,1.000 0.000-15,-6.000 2.000 16,-6.000 5.000 0,-10.000 2.000-16,-16.000 11.000 15,-16.000 10.000 1,-14.000 6.000-16,-6.000 6.000 16,-2.000 1.000-1,1.000 2.000-15,13.000-7.000 16,7.000-8.000-1,16.000-7.000-15,13.000-6.000 16,17.000-9.000-16,13.000-8.000 16,14.000-11.000-1,11.000-14.000-15,2.000-7.000 16,1.000-11.000 0,-4.000-5.000-16,-5.000-7.000 15,-8.000-8.000 1,-13.000-2.000-1,-13.000-5.000-15,-19.000-6.000 16,-12.000 0.000 0,-17.000-1.000-16,-11.000 3.000 15,-11.000 8.000 1,-6.000 17.000-16,-9.000 12.000 16,-12.000 19.000-1,1.000 14.000-15,-1.000 16.000 16,-2.000 19.000-1,3.000 15.000-15,5.000 14.000 16,9.000 11.000 0,18.000 6.000-16,20.000 5.000 15,21.000 0.000 1,19.000-6.000-16,18.000-2.000 16,19.000-9.000-1,11.000-14.000-15,5.000-11.000 16,4.000-13.000-1,-1.000-20.000-15,1.000-20.000 16,-3.000-18.000 0,-16.000 3.000-1</inkml:trace>
  <inkml:trace contextRef="#ctx0" brushRef="#br0">5402.000 15325.000 0,'0.000'0.000'0,"0.000"0.000"16</inkml:trace>
  <inkml:trace contextRef="#ctx0" brushRef="#br0">5730.000 15043.000 0,'17.000'9.000'15,"7.000"1.000"-15,9.000-7.000 16,12.000-9.000 0,8.000-9.000-16,3.000-5.000 15,3.000-2.000-15,-2.000-1.000 16,-3.000 0.000-1,-8.000-2.000-15,-4.000-4.000 16,-7.000 2.000 0,-8.000-4.000-16,-10.000-3.000 15,-6.000-3.000 1,-9.000 0.000 0,-7.000-2.000-16,-9.000 3.000 15,-4.000 1.000-15,-1.000 6.000 16,-3.000 6.000-1,4.000 6.000-15,1.000 6.000 16,2.000 7.000 0,1.000 8.000-16,3.000 15.000 15,-1.000 20.000 1,4.000 21.000-16,2.000 23.000 16,0.000 24.000-1,2.000 12.000-15,3.000 1.000 16,3.000-9.000-1,2.000-13.000-15,2.000-14.000 16,-1.000-19.000 0,-4.000-19.000-16,1.000-17.000 15,-2.000-29.000 1,-3.000-4.000-16,-2.000-9.000 16</inkml:trace>
  <inkml:trace contextRef="#ctx0" brushRef="#br0">6167.000 14991.000 0,'0.000'0.000'16,"-11.000"29.000"-16,-12.000 13.000 15,-10.000 8.000 1,-1.000 0.000-16,-4.000-1.000 15,2.000-9.000 1,7.000-12.000-16,7.000-19.000 16,11.000-18.000-1,6.000-5.000-15</inkml:trace>
  <inkml:trace contextRef="#ctx0" brushRef="#br0">6151.000 15102.000 0,'21.000'29.000'0,"14.000"14.000"16,-4.000 2.000-16,-7.000-2.000 15,-5.000-9.000 1,-8.000-12.000-16,-11.000-22.000 16,2.000-6.000-1,-5.000-24.000-15,-1.000-2.000 16</inkml:trace>
  <inkml:trace contextRef="#ctx0" brushRef="#br0">6285.000 14829.000 0,'47.000'-15.000'15,"24.000"-12.000"1,6.000 1.000-16,-2.000 4.000 15,-9.000 3.000 1,-10.000 3.000-16,-14.000 3.000 31,-14.000 4.000-31,-17.000-5.000 0,-17.000-7.000 16,-14.000-6.000 0,-12.000-6.000-16,-1.000 3.000 15</inkml:trace>
  <inkml:trace contextRef="#ctx0" brushRef="#br0">6470.000 14565.000 0,'-1.000'55.000'16,"1.000"23.000"-16,-1.000-1.000 16,0.000-16.000-16,0.000-25.000 15,1.000-36.000 1,3.000 10.000-16</inkml:trace>
  <inkml:trace contextRef="#ctx0" brushRef="#br0">6588.000 14445.000 0,'6.000'27.000'0,"1.000"21.000"16,-5.000 19.000-1,-6.000 10.000-15,-4.000-3.000 16,-5.000-8.000 0,-2.000-15.000-16,-1.000-19.000 15,3.000-13.000 1</inkml:trace>
  <inkml:trace contextRef="#ctx0" brushRef="#br0">6378.000 14813.000 0,'-1.000'62.000'0,"1.000"23.000"15,1.000-1.000-15,1.000-15.000 32,1.000-17.000-32,-3.000-21.000 15,0.000-31.000 1,10.000-1.000-16,1.000-22.000 0,2.000-18.000 15,0.000-6.000 1,-4.000-3.000-16,1.000 2.000 16,3.000 7.000-1,4.000 9.000-15,3.000 12.000 16,7.000 10.000 0,6.000 7.000-16,3.000 7.000 15,4.000 9.000 1,-3.000 4.000-16,-5.000 5.000 15,-9.000 2.000 1,-9.000 3.000-16,-13.000-2.000 16,-19.000-1.000-1,-16.000-6.000-15,-11.000-14.000 16,-6.000-8.000 0,5.000-13.000-16,8.000-1.000 15,13.000-3.000 1,18.000 9.000-16,17.000 1.000 15,6.000 2.000 1,11.000 3.000-16,4.000 0.000 16,-2.000 2.000-16,-4.000 1.000 15,-10.000 4.000 1,-12.000 9.000-16,-15.000 14.000 16,-14.000 6.000-1,-8.000 6.000-15,-2.000-2.000 16,8.000-7.000-1,8.000-7.000 1,15.000-8.000-16,17.000-9.000 16,15.000-11.000-16,15.000-5.000 15,3.000-1.000 1,3.000 2.000-16,-7.000-1.000 16,-12.000 4.000-1,-12.000 4.000-15,-20.000 11.000 16,-22.000 12.000-1,-22.000 14.000-15,-20.000 10.000 16,-13.000 9.000 0,0.000 1.000-16,9.000-1.000 15,18.000-10.000 1,20.000-11.000-16,23.000-12.000 16,26.000-11.000-16,25.000-13.000 15,24.000-12.000 1,16.000-10.000-1,8.000-7.000-15,1.000-1.000 16,-10.000 0.000 0,-12.000 4.000-16,-19.000 4.000 15,-18.000-1.000-15,-21.000 2.000 16,-23.000 2.000 0,-17.000 0.000-16,1.000 7.000 15</inkml:trace>
  <inkml:trace contextRef="#ctx0" brushRef="#br0">6604.000 15051.000 0,'-1.000'41.000'15,"0.000"28.000"-15,-8.000 15.000 16,-11.000 2.000 0,-8.000-8.000-16,0.000-12.000 15,3.000-22.000 1,4.000-25.000-16,12.000-28.000 15,10.000-27.000 1,12.000-18.000-16,16.000-3.000 16,5.000 6.000-1,7.000 18.000-15,3.000 27.000 16,2.000 19.000 0,-3.000 12.000-16,0.000 13.000 15,-1.000 9.000 1,-9.000 4.000-16,-7.000-1.000 15,-6.000-7.000 1,-8.000-12.000-16,-12.000-31.000 16,5.000-10.000-1,-6.000-38.000-15,-2.000-3.000 16</inkml:trace>
  <inkml:trace contextRef="#ctx0" brushRef="#br0">7084.000 14668.000 0,'54.000'-18.000'16,"23.000"-3.000"-16,0.000 4.000 16,-15.000 7.000-1,-13.000 6.000-15,-15.000 8.000 16,-19.000 2.000-16,-10.000-2.000 15</inkml:trace>
  <inkml:trace contextRef="#ctx0" brushRef="#br0">7067.000 14948.000 0,'26.000'17.000'15,"26.000"-7.000"1,15.000-12.000-16,9.000-14.000 15,0.000-10.000 1,-1.000-7.000-16,-13.000-4.000 16,-16.000-3.000-1,-18.000 5.000-15,-20.000-3.000 16,-8.000 11.000 0</inkml:trace>
  <inkml:trace contextRef="#ctx0" brushRef="#br0">7210.000 14769.000 0,'6.000'68.000'16,"-1.000"26.000"-16,-2.000-4.000 16,-3.000-17.000-1,1.000-28.000-15,5.000-33.000 16,-1.000-16.000-1</inkml:trace>
  <inkml:trace contextRef="#ctx0" brushRef="#br0">7403.000 14668.000 0,'15.000'61.000'0,"-1.000"30.000"15,-9.000 9.000-15,-11.000-8.000 16,-3.000-17.000 0,1.000-26.000-16,7.000-30.000 15,9.000-27.000 1,6.000-27.000-16,0.000-2.000 16</inkml:trace>
  <inkml:trace contextRef="#ctx0" brushRef="#br0">7639.000 14684.000 0,'16.000'55.000'15,"0.000"22.000"-15,-8.000 0.000 16,-10.000-13.000 0,-5.000-17.000-16,0.000-25.000 15,1.000-28.000 1,6.000-31.000-16,2.000-28.000 15,2.000 5.000 1</inkml:trace>
  <inkml:trace contextRef="#ctx0" brushRef="#br0">7791.000 14318.000 0,'15.000'50.000'0,"1.000"38.000"15,-4.000 21.000-15,-7.000 10.000 16,-3.000-2.000 0,-6.000-10.000-1,-3.000-13.000-15,-3.000-15.000 16,-2.000-20.000 0,1.000-21.000-16,-5.000-20.000 15,-7.000-15.000 1,2.000-3.000-16</inkml:trace>
  <inkml:trace contextRef="#ctx0" brushRef="#br0">7218.000 15316.000 0,'87.000'-8.000'16,"27.000"-6.000"0,-11.000-5.000-16,-24.000-2.000 15,-28.000-8.000-15,-23.000-6.000 16,-16.000 5.000 0</inkml:trace>
  <inkml:trace contextRef="#ctx0" brushRef="#br0">7505.000 15102.000 0,'2.000'48.000'16,"-1.000"24.000"0,-6.000 4.000-16,-6.000-8.000 15,0.000-12.000 1,-3.000-16.000-16,-2.000-19.000 15,2.000-12.000 1</inkml:trace>
  <inkml:trace contextRef="#ctx0" brushRef="#br0">7126.000 15572.000 0,'30.000'0.000'0,"20.000"-2.000"16,17.000-3.000 0,11.000-1.000-16,7.000 4.000 15,7.000-1.000 1,0.000 0.000-16,-6.000 3.000 16,-8.000-2.000-1,-11.000-5.000-15,-14.000-5.000 16,-13.000-11.000-1,-15.000-11.000-15,-9.000 2.000 16</inkml:trace>
  <inkml:trace contextRef="#ctx0" brushRef="#br0">8261.000 14940.000 0,'27.000'25.000'16,"4.000"7.000"-1,-12.000 2.000-15,-12.000-7.000 16,-8.000-8.000-16,-4.000-7.000 16</inkml:trace>
  <inkml:trace contextRef="#ctx0" brushRef="#br0">8354.000 15325.000 0,'21.000'43.000'16,"0.000"13.000"-16,-11.000-16.000 15,-7.000-16.000 1</inkml:trace>
  <inkml:trace contextRef="#ctx0" brushRef="#br0">6874.000 16262.000 0,'10.000'-22.000'0,"-1.000"-11.000"16,-6.000 1.000-1,-8.000 6.000-15,-8.000 5.000 16,-6.000 8.000 0,-7.000 10.000-16,-1.000 8.000 15,-1.000 11.000 1,0.000 13.000-16,-3.000 14.000 16,-3.000 17.000-1,-1.000 15.000-15,4.000 5.000 16,8.000-1.000-1,10.000-8.000-15,10.000-15.000 16,11.000-15.000 0,7.000-18.000-16,11.000-22.000 15,6.000-18.000 1,3.000-14.000-16,2.000-14.000 16,1.000-13.000-16,-3.000-7.000 15,-5.000 6.000 1,-4.000 10.000-16,-8.000 9.000 15,-5.000 14.000 1,-5.000 9.000-16,-8.000 17.000 16,6.000 3.000-1,-2.000 19.000 1,0.000 11.000-16,3.000 5.000 16,5.000 1.000-16,4.000-2.000 15,2.000 0.000 1,4.000-8.000-16,-1.000-5.000 15,-2.000-5.000-15,1.000-9.000 16,-4.000-16.000 0,-4.000-3.000-16</inkml:trace>
  <inkml:trace contextRef="#ctx0" brushRef="#br0">7202.000 16459.000 0,'0.000'0.000'0,"0.000"0.000"15,0.000 0.000-15</inkml:trace>
  <inkml:trace contextRef="#ctx0" brushRef="#br0">7529.000 16195.000 0,'0.000'0.000'0,"23.000"-11.000"15,17.000-6.000 1,10.000-4.000-16,9.000-2.000 16,3.000 1.000-1,3.000 0.000-15,-1.000 1.000 16,1.000 1.000 0,-5.000-3.000-16,-7.000-1.000 15,-12.000 2.000 1,-11.000 2.000-16,-13.000 0.000 15,-17.000-5.000 1,-17.000-4.000-16,-15.000 0.000 16,-1.000 6.000-1</inkml:trace>
  <inkml:trace contextRef="#ctx0" brushRef="#br0">7816.000 15811.000 0,'9.000'44.000'16,"7.000"35.000"0,-2.000 23.000-16,-5.000 14.000 15,1.000 7.000 1,-3.000-8.000-16,-2.000-14.000 16,-2.000-16.000-1,-3.000-20.000-15,-1.000-18.000 16,-5.000-16.000-1,-9.000-17.000-15,-8.000-12.000 16,-9.000-18.000 0,-9.000-15.000-16,3.000-11.000 15,2.000 1.000 1,12.000 3.000-16,11.000 4.000 16,14.000-1.000-1,12.000-2.000-15,14.000-2.000 16,14.000-3.000-1,12.000-2.000-15,4.000 4.000 16,2.000 1.000 0,-3.000 4.000-16,-6.000-3.000 15,-11.000 6.000-15</inkml:trace>
  <inkml:trace contextRef="#ctx0" brushRef="#br0">8287.000 15819.000 0,'0.000'0.000'0,"-24.000"13.000"16,-15.000 11.000 0,-9.000 7.000-16,7.000-1.000 15,10.000-6.000 1,10.000-10.000-1,12.000-4.000-15,11.000-5.000 16,13.000-3.000-16,6.000 2.000 16,5.000 1.000-1,2.000 11.000-15,-3.000 6.000 16,0.000 14.000-16,0.000 20.000 16,-8.000 19.000-1,-7.000 18.000-15,-5.000 24.000 16,-8.000 16.000-1,-2.000 8.000-15,1.000-9.000 16,1.000-19.000 0,5.000-26.000-16,3.000-24.000 15,3.000-32.000 1,2.000-32.000-16,0.000-35.000 16,0.000-37.000-1,1.000-38.000-15,-2.000 12.000 16</inkml:trace>
  <inkml:trace contextRef="#ctx0" brushRef="#br0">8497.000 15742.000 0,'0.000'23.000'0,"-3.000"14.000"15,-10.000 6.000 1,-10.000-4.000-16,1.000-9.000 16</inkml:trace>
  <inkml:trace contextRef="#ctx0" brushRef="#br0">8363.000 16050.000 0,'27.000'-6.000'16,"16.000"-5.000"0,1.000 1.000-16,-1.000 4.000 15,-9.000-1.000 1,-7.000 6.000-16,-12.000 7.000 16,-13.000 8.000-1,-13.000 7.000-15,-11.000 8.000 16,-6.000 1.000-1,-2.000 1.000-15,4.000-8.000 16,6.000-3.000 0,9.000-6.000-16,9.000 1.000 15,11.000-4.000-15,13.000-7.000 16,7.000-4.000 0,2.000 0.000-16,-6.000-4.000 15,-7.000 1.000 1,-18.000 3.000-16,1.000 9.000 15,-18.000 12.000 1,-15.000 10.000-16,-10.000 7.000 16,-2.000 3.000-1,12.000-4.000-15,12.000-10.000 16,13.000-6.000 0,17.000-10.000-16,15.000-7.000 15,12.000-8.000 1,7.000-7.000-16,4.000-4.000 15,-1.000-9.000 1,-5.000-4.000-16,-7.000-5.000 16,-11.000-5.000-1,-10.000-7.000-15,-11.000-2.000 16,-13.000-1.000 0,-1.000 10.000-16</inkml:trace>
  <inkml:trace contextRef="#ctx0" brushRef="#br0">8598.000 16023.000 0,'-10.000'46.000'0,"-4.000"25.000"15,2.000 9.000 1,3.000 5.000-16,8.000-3.000 16,6.000-13.000-1,6.000-9.000-15,11.000-11.000 16,6.000-12.000-1,6.000-11.000-15,3.000-13.000 16,1.000-13.000 0,-1.000-16.000-16,-2.000-19.000 15,-1.000-19.000 1,-2.000-22.000-16,-8.000-14.000 16,-7.000 14.000-1</inkml:trace>
  <inkml:trace contextRef="#ctx0" brushRef="#br0">9001.000 15784.000 0,'64.000'-21.000'0,"30.000"-4.000"16,-4.000 3.000-16,-14.000 10.000 15,-17.000 5.000 1,-21.000 9.000-16,-16.000 11.000 15,-18.000 4.000 1,-18.000 2.000-16,-12.000-1.000 16,-12.000-4.000-16,-10.000-5.000 15,-2.000-4.000 1,4.000-1.000-16,4.000 4.000 16,11.000 5.000-1,8.000 7.000-15,9.000 10.000 16,2.000 6.000-1,0.000 8.000-15,-1.000 4.000 16,3.000-1.000 0,4.000-3.000-16,11.000-7.000 15,17.000-10.000 1,14.000-12.000-16,17.000-16.000 16,10.000-13.000-1,8.000-6.000-15,-1.000-3.000 16,-11.000 3.000-1,-19.000 4.000-15,-40.000 16.000 16,-1.000 2.000 0,-37.000 17.000-16,-29.000 12.000 15,-12.000 9.000 1,-1.000 5.000-16,11.000 3.000 16,21.000-6.000-1,23.000-15.000-15,28.000-9.000 16,26.000-11.000-1,21.000-12.000-15,19.000-8.000 16,9.000-4.000-16,4.000-3.000 16,-6.000 0.000-1,-16.000 4.000-15,-20.000 2.000 16,-20.000 0.000 0,-21.000 1.000-16,-23.000 3.000 15,-13.000-3.000 1,-9.000 2.000-16,-4.000 0.000 15,2.000 1.000 1,14.000 3.000-16,11.000 8.000 16,11.000 3.000-1,11.000 6.000-15,9.000 14.000 16,10.000 13.000 0,0.000 22.000-16,-3.000 21.000 15,2.000 20.000 1,-4.000 11.000-16,-8.000-1.000 15,-5.000-14.000 1,-3.000-16.000-16,1.000-21.000 16,2.000-26.000-16,0.000-28.000 15,-5.000-28.000 1,-9.000-22.000-16,-5.000-23.000 16,0.000 7.000-1</inkml:trace>
  <inkml:trace contextRef="#ctx0" brushRef="#br0">9237.000 16475.000 0,'17.000'22.000'0,"4.000"5.000"16,-3.000-7.000 0,-4.000-17.000-16,-4.000-6.000 15</inkml:trace>
  <inkml:trace contextRef="#ctx0" brushRef="#br0">9649.000 15896.000 0,'39.000'-15.000'0,"14.000"-8.000"16,-3.000 5.000 0,-9.000 6.000-16,-8.000 4.000 15,-8.000 11.000 1,-6.000 5.000-16,-9.000 6.000 16,-5.000 10.000-16,-8.000 16.000 15,-11.000 23.000 1,-17.000 21.000-16,-14.000 26.000 15,-7.000 11.000 1,-2.000-8.000-16,4.000-12.000 16,4.000-20.000-1,9.000-22.000 1,12.000-27.000-16,8.000-27.000 16,11.000-28.000-16,6.000-5.000 15</inkml:trace>
  <inkml:trace contextRef="#ctx0" brushRef="#br0">9775.000 16349.000 0,'49.000'3.000'15,"20.000"4.000"-15,-2.000 3.000 16,-8.000-3.000-1,-10.000-8.000-15,-9.000-10.000 16,-12.000 1.000 0</inkml:trace>
  <inkml:trace contextRef="#ctx0" brushRef="#br0">9935.000 16212.000 0,'-5.000'49.000'0,"-6.000"27.000"15,-2.000 7.000-15,-2.000-5.000 16,7.000-13.000 0,8.000-15.000-16,11.000-11.000 15,8.000-11.000 1,9.000-11.000-16,10.000-12.000 15,6.000-10.000 1,2.000-11.000-16,-3.000-9.000 16,-5.000-14.000-1,-11.000-10.000-15,-8.000 8.000 16</inkml:trace>
  <inkml:trace contextRef="#ctx0" brushRef="#br0">9977.000 16417.000 0,'19.000'17.000'15,"3.000"4.000"1,-2.000-6.000-16,-5.000-18.000 16,-3.000-7.000-16</inkml:trace>
  <inkml:trace contextRef="#ctx0" brushRef="#br0">10246.000 15828.000 0,'36.000'-21.000'15,"15.000"-7.000"-15,1.000 6.000 16,-7.000 10.000 0,-4.000 11.000-16,-7.000 12.000 15,-8.000 11.000 1,-12.000 8.000-16,-18.000 10.000 16,-15.000 6.000-1,-19.000 4.000-15,-7.000-1.000 16,3.000 2.000-1,5.000-2.000-15,16.000-1.000 16,20.000-4.000 0,16.000-6.000-16,12.000-3.000 15,8.000-2.000 1,2.000-3.000-16,-5.000 0.000 16,-6.000 0.000-1,-12.000 7.000-15,-15.000 2.000 16,-17.000 0.000-1,-11.000-1.000-15,-9.000-7.000 16,3.000-19.000-16,3.000-21.000 16,11.000-21.000-1,11.000-24.000-15,6.000 2.000 16</inkml:trace>
  <inkml:trace contextRef="#ctx0" brushRef="#br0">10574.000 15819.000 0,'19.000'17.000'0,"0.000"9.000"16,-8.000 2.000 0,-7.000-1.000-16,0.000-3.000 15,2.000-6.000-15,13.000-5.000 16,14.000-6.000-1,20.000-6.000 1,9.000-4.000-16,-2.000 3.000 16,-14.000 2.000-16,-15.000 2.000 15,-18.000 7.000 1,-24.000 10.000-16,-25.000 5.000 16,-21.000 8.000-1,-12.000 0.000-15,0.000 3.000 16,9.000-4.000-1,17.000-8.000-15,27.000-10.000 16,24.000-7.000 0,24.000-4.000-16,24.000-2.000 15,16.000-2.000 1,6.000 3.000-16,-12.000 1.000 16,-14.000 1.000-1,-19.000 8.000-15,-21.000 6.000 16,-23.000 4.000-1,-20.000 2.000-15,-14.000-4.000 16,-6.000-7.000-16,-1.000-14.000 16,9.000-17.000-1,11.000-3.000-15</inkml:trace>
  <inkml:trace contextRef="#ctx0" brushRef="#br0">10818.000 16050.000 0,'2.000'38.000'16,"-9.000"25.000"-1,-16.000 15.000-15,-15.000 10.000 16,-4.000 1.000 0,2.000-9.000-16,13.000-15.000 15,16.000-12.000 1,20.000-13.000-16,20.000-14.000 15,18.000-15.000-15,11.000-13.000 16,5.000-12.000 0,0.000-5.000-16,-6.000 2.000 15,-13.000 5.000 1,-14.000 8.000-16,-12.000 13.000 16,-13.000 11.000-1,-11.000 13.000-15,-12.000 1.000 16,-5.000-6.000-1,1.000-13.000-15,7.000-27.000 16,12.000-27.000 0,5.000 0.000-16</inkml:trace>
  <inkml:trace contextRef="#ctx0" brushRef="#br0">11532.000 16032.000 0,'5.000'18.000'0,"-12.000"7.000"16,-2.000-5.000 0</inkml:trace>
  <inkml:trace contextRef="#ctx0" brushRef="#br0">11499.000 16425.000 0,'16.000'44.000'0,"1.000"7.000"16</inkml:trace>
  <inkml:trace contextRef="#ctx0" brushRef="#br0">12760.000 15725.000 0,'0.000'0.000'0,"0.000"0.000"15,0.000 0.000 1,0.000 0.000-16,0.000 0.000 16,-29.000 4.000-1,-18.000 6.000-15,-14.000 6.000 16,-2.000 2.000-1,8.000-3.000-15,12.000-2.000 16,12.000-7.000 0,8.000-2.000-16,9.000-4.000 15,6.000 0.000 1,8.000 0.000-16,-7.000 0.000 16,7.000 0.000-16,0.000 0.000 15,-6.000 4.000 1,1.000 9.000-16,0.000 9.000 15,5.000 10.000 1,4.000 9.000-16,2.000 13.000 16,2.000 10.000-1,4.000 14.000-15,-1.000 15.000 16,-5.000 8.000 0,-3.000 2.000-16,-3.000-2.000 15,-1.000-10.000 1,-2.000-16.000-1,0.000-22.000-15,1.000-17.000 16,2.000-36.000-16,2.000 2.000 16,5.000-28.000-1,0.000-21.000-15,2.000-19.000 16,-1.000-13.000 0,-2.000-10.000-1,-1.000-2.000-15,-1.000 20.000 16</inkml:trace>
  <inkml:trace contextRef="#ctx0" brushRef="#br0">12407.000 15930.000 0,'0.000'0.000'0,"23.000"12.000"15,14.000 2.000-15,16.000-7.000 16,10.000-4.000-1,2.000-4.000-15,1.000-5.000 16,-5.000-3.000 0,-6.000 2.000-16,-9.000 1.000 15,-13.000-3.000 1,-11.000-7.000-16,-16.000-7.000 16,-6.000 1.000-1</inkml:trace>
  <inkml:trace contextRef="#ctx0" brushRef="#br0">12836.000 15751.000 0,'-14.000'33.000'16,"-11.000"19.000"-16,-13.000 7.000 15,-6.000-2.000 1,-2.000-8.000-16,2.000-10.000 15,1.000-7.000 1,6.000-11.000-16,10.000-8.000 16,9.000-7.000-1,18.000-6.000-15,0.000 0.000 16,0.000 0.000 0,3.000 6.000-16,16.000 4.000 15,3.000 9.000-15,3.000 8.000 16,-2.000 10.000-1,-1.000 10.000-15,-7.000 6.000 16,-5.000-4.000 0,-3.000 0.000-16,-4.000-9.000 15,-1.000-10.000 1,-3.000-15.000-16,0.000-19.000 16,0.000-19.000-1,-2.000-17.000-15,-1.000-9.000 16,2.000 7.000-1</inkml:trace>
  <inkml:trace contextRef="#ctx0" brushRef="#br0">12659.000 16134.000 0,'0.000'0.000'16,"0.000"0.000"-16,27.000 6.000 15,9.000-4.000 1,4.000 2.000-16,5.000 1.000 15,-4.000 1.000 1,-1.000 6.000-16,-5.000 3.000 16,-10.000 7.000-1,-7.000 3.000-15,-10.000 7.000 16,-9.000 2.000 0,-9.000 3.000-16,-7.000-2.000 15,-4.000-7.000-15,-6.000-11.000 16,1.000-18.000-1,-1.000-18.000-15,5.000-14.000 16,8.000 4.000 0</inkml:trace>
  <inkml:trace contextRef="#ctx0" brushRef="#br0">12819.000 16220.000 0,'4.000'24.000'0,"-3.000"16.000"16,-10.000 14.000-1,-9.000 10.000-15,-10.000 7.000 16,-5.000-4.000 0,0.000-11.000-16,7.000-15.000 15,7.000-19.000 1,12.000-24.000-16,9.000-19.000 16,8.000-17.000-16,10.000-11.000 15,6.000-5.000 1,5.000 10.000-16,3.000 15.000 15,3.000 23.000 1,-2.000 19.000-16,-4.000 10.000 16,-2.000 12.000-1,0.000 7.000-15,-4.000-2.000 16,-3.000 4.000 0,-5.000-5.000-16,-1.000-11.000 15,0.000-17.000 1,-2.000-7.000-16</inkml:trace>
  <inkml:trace contextRef="#ctx0" brushRef="#br0">13433.000 15896.000 0,'50.000'-1.000'0,"20.000"-1.000"16,-4.000 1.000 0,-12.000 1.000-16,-12.000 0.000 15,-10.000-3.000 1,-11.000-5.000-16,-10.000-6.000 15,-9.000-7.000-15,-9.000-7.000 16,-2.000 4.000 0</inkml:trace>
  <inkml:trace contextRef="#ctx0" brushRef="#br0">13450.000 15708.000 0,'0.000'0.000'0,"-1.000"30.000"16,3.000 20.000 0,1.000 7.000-16,-1.000-1.000 15,0.000-3.000 1,-3.000-3.000-16,0.000-10.000 16,1.000-12.000-1,2.000-12.000-15,-2.000-16.000 16,-4.000 0.000-1,-3.000-7.000-15,-4.000 2.000 16,-4.000 4.000-16,2.000 6.000 16,4.000 7.000-1,3.000 6.000-15,4.000 12.000 16,1.000 9.000 0,0.000 1.000-16,0.000-5.000 15,0.000-6.000 1,-2.000-8.000-1,3.000-21.000-15,-4.000 0.000 16,3.000-18.000-16,1.000-14.000 16,0.000-7.000-1,-1.000-3.000-15,0.000 3.000 16,3.000 5.000 0,8.000 11.000-16,3.000 7.000 15,6.000 10.000 1,6.000 3.000-16,10.000 6.000 15,4.000 3.000-15,2.000 2.000 16,2.000-2.000 0,-7.000 2.000-16,-5.000-1.000 15,-12.000 3.000 1,-12.000 2.000-16,-14.000 6.000 16,-15.000 3.000-1,-16.000 4.000-15,-11.000 4.000 16,-3.000-1.000-1,8.000 0.000-15,6.000-6.000 16,16.000-5.000 0,16.000-5.000-16,17.000-6.000 15,15.000-4.000 1,12.000-5.000-16,10.000-10.000 16,1.000 0.000-1,1.000 1.000-15,-6.000 3.000 16,-8.000 2.000-1,-11.000 5.000-15,-25.000 2.000 16,2.000-5.000 0,-8.000 1.000-16</inkml:trace>
  <inkml:trace contextRef="#ctx0" brushRef="#br0">13232.000 16442.000 0,'15.000'41.000'0,"6.000"12.000"16,2.000-7.000-16,-6.000-15.000 16,-3.000-20.000-1,-3.000-15.000 1,-4.000-6.000-16</inkml:trace>
  <inkml:trace contextRef="#ctx0" brushRef="#br0">13391.000 16475.000 0,'20.000'42.000'0,"5.000"8.000"16,-6.000-11.000-16,-7.000-22.000 15,-2.000-23.000 1,-5.000-9.000-16</inkml:trace>
  <inkml:trace contextRef="#ctx0" brushRef="#br0">13643.000 16519.000 0,'6.000'18.000'15,"1.000"6.000"1,0.000-2.000-16,-5.000-9.000 16,-2.000-16.000-16,1.000-17.000 15,1.000-1.000 1</inkml:trace>
  <inkml:trace contextRef="#ctx0" brushRef="#br0">13811.000 16391.000 0,'22.000'40.000'0,"4.000"15.000"15,-13.000-7.000-15,-8.000-12.000 16,-5.000-15.000 0,-1.000-10.000-16</inkml:trace>
  <inkml:trace contextRef="#ctx0" brushRef="#br0">14106.000 16195.000 0,'-6.000'-23.000'0,"0.000"-3.000"15,4.000 2.000-15,8.000 9.000 16,9.000 3.000-1,15.000 5.000-15,16.000-2.000 16,12.000 0.000 0,9.000-2.000-16,5.000-1.000 15,0.000 1.000 1,-1.000 2.000-16,-7.000-3.000 16,-11.000-1.000-1,-11.000 5.000-15,-13.000-3.000 16,-17.000-9.000-1,-16.000-5.000-15,-13.000-13.000 16,-12.000-6.000-16,-9.000-5.000 16,0.000-4.000-1,0.000-1.000 1,7.000 3.000-16,4.000 6.000 16,12.000 10.000-1,7.000 10.000-15,3.000 8.000 16,1.000 6.000-16,4.000 11.000 15,-2.000 6.000 1,2.000 22.000-16,2.000 22.000 16,-1.000 27.000-1,1.000 21.000 1,-3.000 18.000-16,3.000 3.000 16,2.000 2.000-16,4.000-8.000 15,1.000-13.000 1,2.000-15.000-16,-4.000-20.000 15,-2.000-19.000 1,-6.000-19.000-16,-4.000-22.000 16,-2.000-25.000-1,0.000-20.000-15,-3.000-20.000 16,1.000 6.000 0</inkml:trace>
  <inkml:trace contextRef="#ctx0" brushRef="#br0">14450.000 16040.000 0,'-3.000'28.000'0,"-7.000"15.000"16,-9.000 8.000-16,-9.000 2.000 16,-4.000-3.000-1,2.000-10.000-15,8.000-20.000 16,9.000-23.000-1,8.000-6.000-15</inkml:trace>
  <inkml:trace contextRef="#ctx0" brushRef="#br0">14501.000 16144.000 0,'46.000'67.000'16,"13.000"18.000"-1,-11.000-9.000-15,-16.000-29.000 16,-13.000-26.000-16,-6.000-27.000 16,-7.000-26.000-1,-3.000 0.000-15</inkml:trace>
  <inkml:trace contextRef="#ctx0" brushRef="#br0">14627.000 15683.000 0,'29.000'-1.000'16,"16.000"-2.000"-16,11.000-4.000 16,4.000-1.000-1,2.000-2.000-15,-1.000 0.000 16,-3.000-2.000-1,-10.000 3.000-15,-9.000-3.000 16,-11.000-4.000 0,-11.000-6.000-16,-14.000-7.000 15,-15.000-6.000 1,-17.000-4.000-16,-12.000 1.000 16,6.000 10.000-1</inkml:trace>
  <inkml:trace contextRef="#ctx0" brushRef="#br0">14804.000 15454.000 0,'-3.000'59.000'16,"2.000"26.000"-16,1.000-1.000 15,2.000-14.000-15,0.000-18.000 16,0.000-22.000 0,4.000-21.000-16,2.000-22.000 15,-1.000-4.000 1</inkml:trace>
  <inkml:trace contextRef="#ctx0" brushRef="#br0">14871.000 15384.000 0,'11.000'50.000'16,"4.000"23.000"-1,-6.000 4.000-15,-8.000 1.000 16,-5.000-12.000 0,-2.000-13.000-16,0.000-22.000 15,-1.000-15.000 1,1.000-13.000-16,2.000-5.000 16</inkml:trace>
  <inkml:trace contextRef="#ctx0" brushRef="#br0">14828.000 15845.000 0,'8.000'63.000'15,"-3.000"21.000"-15,-3.000-11.000 16,-2.000-21.000 0,-4.000-22.000-16,-2.000-21.000 15,1.000-20.000 1,2.000-19.000-16,3.000-8.000 15,3.000-6.000 1,6.000 0.000 0,-1.000 5.000-16,6.000 11.000 15,5.000 10.000-15,4.000 5.000 16,3.000 6.000 0,4.000 7.000-16,2.000 3.000 15,0.000 6.000-15,-6.000 8.000 16,-6.000 8.000-1,-6.000 7.000 1,-10.000 3.000-16,-12.000-1.000 16,-10.000-1.000-1,-5.000-6.000-15,-5.000-8.000 16,-1.000-8.000-16,-1.000-14.000 16,6.000-10.000-1,6.000-5.000-15,9.000-5.000 16,8.000-1.000-1,7.000 2.000-15,3.000 2.000 16,1.000 11.000 0,-1.000 1.000-1,-3.000 8.000-15,-1.000 8.000 16,-6.000 8.000-16,-5.000 7.000 16,-4.000-2.000-16,-2.000 1.000 15,3.000-4.000 1,5.000-3.000-16,13.000-7.000 15,12.000-5.000 1,10.000-3.000-16,2.000-3.000 16,2.000 0.000-1,-6.000 3.000-15,-10.000 2.000 16,-12.000 9.000 0,-22.000 8.000-16,-18.000 9.000 15,-18.000 7.000 1,-15.000 4.000-16,0.000 1.000 15,8.000-5.000 1,17.000-7.000-16,21.000-10.000 16,23.000-9.000-1,24.000-6.000 1,24.000-6.000-16,15.000-6.000 16,13.000-5.000-16,0.000-1.000 15,-4.000-1.000 1,-12.000 1.000-16,-17.000 2.000 15,-18.000-2.000 1,-16.000-4.000-16,-22.000-3.000 16,-20.000-5.000-1,-18.000-2.000-15,-8.000-1.000 16,9.000 7.000 0</inkml:trace>
  <inkml:trace contextRef="#ctx0" brushRef="#br0">14905.000 16109.000 0,'15.000'63.000'0,"-2.000"22.000"16,-11.000 0.000-16,-8.000-9.000 15,-8.000-14.000 1,-4.000-18.000-16,-2.000-23.000 16,5.000-22.000-1,7.000-19.000-15,4.000-2.000 16</inkml:trace>
  <inkml:trace contextRef="#ctx0" brushRef="#br0">15023.000 16425.000 0,'40.000'58.000'16,"13.000"15.000"-1,-10.000-12.000-15,-13.000-21.000 16,-11.000-27.000-1,-10.000-32.000-15,-4.000-7.000 16</inkml:trace>
  <inkml:trace contextRef="#ctx0" brushRef="#br0">15292.000 15811.000 0,'33.000'0.000'0,"14.000"0.000"15,3.000-2.000 1,-6.000-1.000-16,-3.000-6.000 16,-5.000-1.000-1,-12.000 7.000-15,-10.000 8.000 16,-19.000 12.000-1,-18.000 10.000-15,-18.000 12.000 16,-10.000 6.000 0,-3.000 5.000-16,11.000-7.000 15,12.000-9.000 1,11.000-13.000-16,17.000-9.000 16,24.000-9.000-16,20.000-8.000 15,20.000-12.000 1,14.000-5.000-16,0.000-3.000 15,-3.000 1.000 1,-7.000 0.000-16,-12.000 6.000 16,-20.000 3.000-1,-17.000 4.000-15,-19.000 0.000 16,-16.000-1.000 0,-16.000 0.000-16,-16.000-5.000 15,-9.000-1.000-15,-7.000 2.000 16,-2.000 8.000-1,9.000 12.000-15,14.000 18.000 16,18.000 6.000 0,18.000 0.000-16,13.000 8.000 15,13.000 8.000 1,1.000 5.000 0,-5.000 1.000-16,-4.000-2.000 15,-2.000-6.000-15,-1.000-12.000 16,4.000-19.000-1,2.000-18.000-15,0.000-16.000 16,2.000-15.000 0,-3.000-9.000-16,-1.000-4.000 15,-3.000 0.000 1,0.000 8.000-16,0.000 16.000 16,0.000 14.000-1,-6.000 13.000-15,7.000 5.000 16,2.000 17.000-16,-2.000 17.000 15,-1.000 9.000 1,-3.000 1.000-16,-3.000-2.000 16,-2.000-11.000-16,2.000-9.000 15,0.000-27.000 1,6.000-2.000-16,3.000-9.000 16</inkml:trace>
  <inkml:trace contextRef="#ctx0" brushRef="#br0">15788.000 15675.000 0,'17.000'72.000'15,"-1.000"25.000"1,-4.000-15.000-16,-5.000-32.000 15,2.000-35.000 1,-3.000-15.000-16</inkml:trace>
  <inkml:trace contextRef="#ctx0" brushRef="#br0">15973.000 15333.000 0,'11.000'43.000'0,"5.000"33.000"15,-4.000 19.000 1,-4.000 15.000-16,-6.000 6.000 16,1.000-2.000-1,-2.000-14.000-15,1.000-12.000 16,2.000-18.000-1,1.000-14.000-15,0.000-17.000 16,-5.000-14.000 0,-6.000-14.000-16,-1.000-7.000 15</inkml:trace>
  <inkml:trace contextRef="#ctx0" brushRef="#br0">15451.000 16494.000 0,'56.000'-1.000'16,"26.000"-5.000"-1,1.000-7.000-15,-9.000-1.000 16,-12.000-6.000-1,-8.000-3.000-15,-15.000-1.000 16,-16.000-2.000 0,-16.000-1.000-16,-7.000 5.000 15</inkml:trace>
  <inkml:trace contextRef="#ctx0" brushRef="#br0">15653.000 16169.000 0,'6.000'27.000'16,"5.000"17.000"-16,-2.000 4.000 15,-2.000 5.000-15,-4.000 3.000 16,-4.000-2.000 0,-3.000-7.000-16,-2.000-12.000 15,-1.000-9.000 1,-5.000-9.000-16,2.000-9.000 15</inkml:trace>
  <inkml:trace contextRef="#ctx0" brushRef="#br0">15418.000 16629.000 0,'21.000'6.000'0,"20.000"-5.000"16,9.000-8.000-16,9.000-5.000 16,10.000-3.000-1,9.000-1.000-15,7.000 2.000 16,3.000 2.000 0,-4.000 2.000-16,-2.000 3.000 15,-9.000 0.000 1,-10.000-4.000-16,-19.000 1.000 15</inkml:trace>
  <inkml:trace contextRef="#ctx0" brushRef="#br0">16519.000 16519.000 0,'0.000'0.000'16,"0.000"0.000"-16,0.000 0.000 15</inkml:trace>
  <inkml:trace contextRef="#ctx0" brushRef="#br0">17865.000 15512.000 0,'11.000'38.000'0,"5.000"21.000"16,-4.000 11.000 0,-2.000 6.000-16,-8.000 2.000 15,-7.000 1.000 1,-6.000-4.000 0,1.000-8.000-16,-3.000-4.000 15,-1.000-7.000-15,3.000-10.000 16,2.000-9.000-1,2.000-10.000-15,3.000-9.000 16,4.000-18.000 0,0.000 0.000-16,-1.000 0.000 15,3.000-17.000 1,4.000-11.000-16,4.000-2.000 16,4.000-4.000-1,6.000-3.000-15,1.000-1.000 16,3.000 4.000-16,0.000 1.000 15,3.000 3.000 1,1.000 7.000-16,-2.000 7.000 16,-2.000 10.000-1,-2.000 8.000-15,-4.000 7.000 16,-3.000 10.000 0,-4.000 5.000-16,-2.000 6.000 15,-7.000 4.000 1,-9.000 2.000-16,-7.000-2.000 15,-7.000 1.000 1,-5.000-3.000-16,-7.000-1.000 16,-6.000-8.000-1,-4.000-2.000-15,-4.000-1.000 16,2.000-3.000 0,3.000-2.000-1,6.000-2.000-15,8.000-6.000 16,9.000-8.000-16,11.000-10.000 15,14.000-9.000 1,15.000-7.000-16,1.000 4.000 16</inkml:trace>
  <inkml:trace contextRef="#ctx0" brushRef="#br0">18335.000 16288.000 0,'0.000'0.000'0,"0.000"0.000"16,-11.000-5.000-1</inkml:trace>
  <inkml:trace contextRef="#ctx0" brushRef="#br0">18764.000 15784.000 0,'14.000'36.000'0,"2.000"19.000"15,-3.000 7.000 1,-2.000 6.000-16,-2.000 3.000 15,-6.000-1.000 1,-6.000-3.000-16,-2.000-8.000 16,1.000-13.000-1,2.000-17.000-15,-4.000-15.000 16,0.000-20.000 0,1.000-6.000-16</inkml:trace>
  <inkml:trace contextRef="#ctx0" brushRef="#br0">18807.000 15938.000 0,'18.000'-6.000'0,"12.000"-6.000"15,3.000-1.000 1,5.000-3.000-16,0.000 0.000 16,2.000 0.000-1,3.000 1.000 1,0.000-1.000-16,1.000-3.000 16,-2.000 4.000-16,-4.000 2.000 15,-3.000 4.000 1,-6.000 3.000-16,-5.000 3.000 15,-7.000 9.000 1,-5.000 2.000-16,-4.000 9.000 16,0.000 7.000-1,-1.000 7.000-15,0.000 10.000 16,-3.000 11.000 0,-3.000 11.000-1,-3.000 7.000-15,-4.000 1.000 16,-1.000 0.000-16,-1.000-5.000 15,1.000-13.000 1,-2.000-10.000-16,-1.000-10.000 16,0.000-11.000-1,-1.000-8.000-15,-7.000-14.000 16,-6.000-21.000 0,-5.000-23.000-16,-1.000-20.000 15,8.000 6.000-15</inkml:trace>
  <inkml:trace contextRef="#ctx0" brushRef="#br0">19126.000 15563.000 0,'-3.000'60.000'16,"0.000"24.000"-16,-4.000 2.000 16,-4.000-10.000-1,-3.000-16.000-15,-3.000-22.000 16,2.000-26.000 0,3.000-12.000-16</inkml:trace>
  <inkml:trace contextRef="#ctx0" brushRef="#br0">19236.000 15922.000 0,'6.000'24.000'0,"6.000"7.000"16,4.000-4.000-1,-5.000-12.000-15,-4.000-7.000 16</inkml:trace>
  <inkml:trace contextRef="#ctx0" brushRef="#br0">19807.000 15239.000 0,'0.000'0.000'0,"0.000"0.000"15,-16.000 38.000 1,-10.000 19.000-16,0.000 3.000 16,5.000-13.000-1,11.000-13.000-15,10.000-11.000 16,19.000-12.000-1,11.000-8.000-15,11.000-8.000 16,5.000-3.000 0,1.000 3.000-16,-6.000 2.000 15,-12.000 5.000-15,-7.000 9.000 16,-13.000 15.000 0,-13.000 13.000-16,-15.000 19.000 15,-14.000 15.000 1,-9.000 16.000-16,-6.000 13.000 15,-2.000 11.000 1,4.000 0.000 0,8.000-11.000-16,10.000-17.000 15,10.000-24.000 1,1.000-25.000-16,9.000-33.000 16,5.000-31.000-16,3.000-7.000 15</inkml:trace>
  <inkml:trace contextRef="#ctx0" brushRef="#br0">19958.000 15751.000 0,'17.000'33.000'16,"7.000"27.000"-1,2.000 18.000-15,-1.000 18.000 16,-3.000 12.000 0,-1.000 7.000-16,-3.000-9.000 15,-4.000-13.000 1,-4.000-26.000-16,-5.000-23.000 16,-5.000-44.000-1,-8.000 0.000-15,-11.000-40.000 16,0.000-6.000-1</inkml:trace>
  <inkml:trace contextRef="#ctx0" brushRef="#br0">19942.000 16032.000 0,'-7.000'19.000'0,"3.000"9.000"15,3.000-5.000 1,0.000-7.000-16,-3.000-14.000 16,-2.000-21.000-1,0.000-3.000-15</inkml:trace>
  <inkml:trace contextRef="#ctx0" brushRef="#br0">20185.000 15454.000 0,'0.000'0.000'0,"7.000"20.000"16,-4.000 19.000 0,-9.000 16.000-1,-10.000 9.000-15,-5.000 5.000 16,1.000-9.000-1,7.000-14.000-15,11.000-13.000 16,16.000-11.000-16,14.000-12.000 16,9.000-7.000-1,10.000-5.000-15,4.000-2.000 16,-5.000 3.000 0,-11.000 3.000-16,-15.000 11.000 15,-17.000 14.000 1,-17.000 14.000-16,-14.000 13.000 15,-10.000 6.000 1,-3.000 6.000-16,7.000-3.000 16,12.000-5.000-1,9.000-10.000 1,19.000-14.000-16,15.000-9.000 16,9.000-11.000-16,10.000-13.000 15,10.000-11.000 1,1.000-8.000-16,-3.000-8.000 15,-3.000-3.000 1,-8.000 1.000-16,-11.000-1.000 16,-12.000 2.000-1,-10.000 3.000-15,-11.000 4.000 16,-13.000 4.000 0,-8.000 6.000-1,-5.000 6.000-15,-1.000 3.000 16,4.000 2.000-16,9.000-1.000 15,7.000-8.000-15,13.000-16.000 16,15.000-16.000 0,10.000-17.000-16,1.000 5.000 15</inkml:trace>
  <inkml:trace contextRef="#ctx0" brushRef="#br0">20968.000 15607.000 0,'13.000'22.000'0,"5.000"11.000"15,-4.000 3.000-15,-4.000-6.000 16,-8.000-7.000 0,-3.000-11.000-16,0.000-6.000 15</inkml:trace>
  <inkml:trace contextRef="#ctx0" brushRef="#br0">21086.000 15947.000 0,'2.000'50.000'16,"-8.000"3.000"-16,-5.000-11.000 16</inkml:trace>
  <inkml:trace contextRef="#ctx0" brushRef="#br0">22464.000 15580.000 0,'0.000'0.000'0,"7.000"18.000"15,0.000 16.000-15,-2.000 12.000 16,-2.000 13.000 0,-4.000 12.000-16,-2.000 10.000 15,-1.000 3.000 1,-3.000-3.000-16,0.000-12.000 15,4.000-14.000 1,0.000-18.000-16,3.000-37.000 16,-1.000 2.000-1,1.000-13.000-15</inkml:trace>
  <inkml:trace contextRef="#ctx0" brushRef="#br0">22507.000 15607.000 0,'6.000'-27.000'0,"6.000"-15.000"15,11.000 1.000 1,9.000 2.000-16,5.000 3.000 15,5.000 5.000 1,4.000 5.000-16,1.000 4.000 16,-2.000 5.000-16,-1.000 4.000 15,-6.000 4.000 1,-7.000 6.000 0,-3.000 2.000-16,-8.000 6.000 15,-5.000 10.000-15,-4.000 9.000 16,-4.000 9.000-1,-4.000 8.000-15,-4.000 10.000 16,0.000 12.000 0,-5.000 13.000-16,2.000 13.000 15,2.000 7.000 1,-2.000 6.000 0,0.000 4.000-16,-2.000-7.000 15,2.000-11.000 1,0.000-13.000-16,0.000-9.000 15,-1.000-18.000 1,-1.000-18.000-16,-3.000-17.000 16,-1.000-26.000-1,-1.000-22.000-15,-6.000-22.000 16,2.000-17.000 0,0.000-15.000-16,6.000 16.000 15</inkml:trace>
  <inkml:trace contextRef="#ctx0" brushRef="#br0">22893.000 15530.000 0,'0.000'0.000'0,"-9.000"25.000"16,-14.000 22.000-1,-8.000 10.000-15,-7.000 2.000 16,2.000-8.000-1,2.000-13.000 1,2.000-15.000-16,3.000-20.000 16,8.000-17.000-16,8.000-14.000 15,4.000-9.000 1,6.000-2.000-16,6.000 3.000 16,11.000 14.000-1,8.000 14.000-15,-2.000 11.000 16,-4.000 14.000-1,-4.000 11.000-15,4.000 5.000 16,2.000 6.000 0,5.000 3.000-16,4.000-2.000 15,1.000-3.000 1,1.000-10.000-16,-2.000-12.000 16,-2.000-15.000-1,0.000-21.000-15,-4.000-4.000 16</inkml:trace>
  <inkml:trace contextRef="#ctx0" brushRef="#br0">23188.000 15478.000 0,'13.000'35.000'16,"2.000"20.000"-16,-7.000 4.000 15,-7.000-2.000 1,-3.000-10.000-16,-1.000-15.000 16,3.000-32.000-1,2.000-1.000-15,0.000-13.000 16</inkml:trace>
  <inkml:trace contextRef="#ctx0" brushRef="#br0">23373.000 15016.000 0,'9.000'55.000'0,"5.000"35.000"16,-2.000 20.000-1,3.000 10.000-15,-2.000-2.000 16,-6.000-9.000 0,-3.000-9.000-16,-4.000-13.000 15,-5.000-9.000 1,-2.000-12.000-16,-6.000-9.000 16,-4.000-7.000-1,-5.000-4.000-15,-3.000-8.000 16,-2.000-10.000-1,-8.000-13.000-15,2.000-14.000 16,3.000-13.000 0,11.000-10.000-16,9.000-6.000 15,9.000-4.000 1,5.000 4.000-16</inkml:trace>
  <inkml:trace contextRef="#ctx0" brushRef="#br0">23961.000 15256.000 0,'0.000'0.000'15,"-17.000"28.000"-15,-19.000 14.000 16,-15.000 8.000-16,-4.000 2.000 16,4.000-7.000-1,12.000-11.000-15,14.000-12.000 16,11.000-12.000-1,14.000-10.000-15,6.000-3.000 16,15.000-7.000 0,5.000 0.000-16,11.000 16.000 15,1.000 14.000 1,-1.000 18.000-16,-5.000 15.000 16,-12.000 18.000-1,-9.000 9.000-15,-9.000 5.000 16,-5.000-4.000-1,-4.000-8.000-15,-2.000-12.000 16,0.000-25.000 0,4.000-27.000-1,5.000-28.000-15,2.000-7.000 16</inkml:trace>
  <inkml:trace contextRef="#ctx0" brushRef="#br0">24020.000 15580.000 0,'26.000'-4.000'15,"20.000"-6.000"1,9.000-1.000-16,7.000-5.000 16,5.000 3.000-16,1.000-1.000 15,-4.000 2.000 1,-9.000 4.000-16,-10.000 3.000 15,-14.000 0.000 1,-14.000-2.000-16,-17.000-10.000 16,-15.000-7.000-1,-10.000-11.000 1,-7.000-13.000-16,3.000 6.000 16</inkml:trace>
  <inkml:trace contextRef="#ctx0" brushRef="#br0">24348.000 15000.000 0,'0.000'0.000'15,"0.000"0.000"-15,-1.000 47.000 16,-5.000 38.000 0,-1.000 30.000-16,2.000 20.000 15,4.000 13.000 1,6.000 1.000-16,4.000-1.000 15,2.000-7.000 1,-4.000-13.000-16,-1.000-18.000 16,-4.000-25.000-1,-3.000-26.000-15,-3.000-31.000 16,-5.000-30.000 0,2.000-28.000-16,-3.000-25.000 15,3.000-25.000 1,0.000-18.000-1,-3.000-8.000-15,0.000 3.000 16,0.000 1.000-16,3.000 13.000 16,1.000 15.000-1,5.000 21.000-15,2.000 28.000 16,-1.000 25.000 0,-8.000 1.000-16,-8.000 20.000 15,-10.000 16.000 1,-4.000 12.000-16,-7.000 8.000 15,1.000-2.000 1,5.000-11.000-16,13.000-15.000 16,18.000-29.000-1,0.000 0.000-15,15.000-23.000 16,13.000-11.000-16,8.000-8.000 16,5.000 3.000-1,3.000 7.000-15,0.000 13.000 16,-2.000 13.000-1,-8.000 16.000 1,-6.000 21.000-16,1.000 16.000 16,-5.000 15.000-1,0.000 5.000-15,0.000 0.000 16,-3.000-8.000 0,-4.000-9.000-16,-1.000-16.000 15,-5.000-19.000-15,-4.000-17.000 16,-4.000-7.000-1</inkml:trace>
  <inkml:trace contextRef="#ctx0" brushRef="#br0">24172.000 15913.000 0,'0.000'0.000'16,"33.000"-8.000"-16,20.000-14.000 16,2.000-7.000-1,1.000-5.000-15,-2.000 3.000 16,-14.000 5.000 0</inkml:trace>
  <inkml:trace contextRef="#ctx0" brushRef="#br0">24777.000 15478.000 0,'60.000'-28.000'16,"34.000"-15.000"-16,3.000 2.000 15,-5.000 8.000-15,-12.000 8.000 16,-10.000 5.000 0,-15.000 8.000-16,-12.000 5.000 15,-13.000 1.000-15,-9.000 3.000 16,-12.000-1.000 0,-15.000-5.000-16,-14.000-5.000 15,-13.000-6.000 1,-10.000-7.000-16,8.000 2.000 15</inkml:trace>
  <inkml:trace contextRef="#ctx0" brushRef="#br0">25079.000 14932.000 0,'9.000'75.000'0,"-2.000"48.000"15,-11.000 36.000 1,-2.000 12.000-16,2.000 1.000 16,3.000-10.000-1,1.000-24.000 1,0.000-22.000-16,0.000-28.000 16,0.000-31.000-16,-1.000-31.000 15,-1.000-16.000 1</inkml:trace>
  <inkml:trace contextRef="#ctx0" brushRef="#br0">25063.000 15487.000 0,'-9.000'40.000'15,"-14.000"30.000"-15,-5.000 6.000 16,-2.000-7.000 0,5.000-17.000-16,8.000-24.000 15,5.000-25.000 1,11.000-23.000-16,4.000-4.000 16</inkml:trace>
  <inkml:trace contextRef="#ctx0" brushRef="#br0">25164.000 15623.000 0,'28.000'50.000'16,"9.000"16.000"-16,-5.000-6.000 16,-6.000-18.000-1,-9.000-17.000-15,-6.000-22.000 16,-3.000-21.000-16,-2.000-20.000 15,0.000 2.000 1</inkml:trace>
  <inkml:trace contextRef="#ctx0" brushRef="#br0">25349.000 15316.000 0,'33.000'-3.000'15,"20.000"-6.000"1,5.000-3.000-16,3.000-2.000 16,2.000 2.000-16,2.000 2.000 15,-2.000-1.000 1,-2.000 2.000-16,-7.000-1.000 16,-11.000 0.000-1,-12.000 0.000-15,-14.000-5.000 16,-13.000-5.000-1,-16.000-8.000-15,-13.000-6.000 16,-14.000 0.000 0,-4.000 4.000-16,-1.000 8.000 15,3.000 18.000 1,10.000 9.000-16,9.000 8.000 16,8.000 12.000-1,1.000 13.000-15,1.000 16.000 16,1.000 10.000-1,-2.000 5.000-15,3.000-6.000 16,-2.000-16.000 0,3.000-17.000-16,9.000-30.000 15,-4.000 10.000 1</inkml:trace>
  <inkml:trace contextRef="#ctx0" brushRef="#br0">25719.000 15026.000 0,'8.000'24.000'0,"3.000"20.000"16,-4.000 19.000 0,-11.000 13.000-1,-10.000 3.000-15,-2.000-4.000 16,1.000-13.000-1,5.000-20.000-15,2.000-18.000 16,2.000-14.000-16,1.000-9.000 16</inkml:trace>
  <inkml:trace contextRef="#ctx0" brushRef="#br0">25542.000 15572.000 0,'-3.000'60.000'0,"2.000"12.000"16,0.000-13.000-1,-2.000-23.000-15,3.000-36.000 16,-5.000-1.000-16,5.000-28.000 16,3.000-16.000-1,2.000-10.000-15,2.000 1.000 16,3.000 7.000-1,5.000 11.000-15,7.000 15.000 16,4.000 10.000 0,2.000 7.000-1,3.000 5.000-15,3.000 7.000 16,1.000 7.000-16,-3.000 3.000 16,-1.000 7.000-1,-7.000 2.000-15,-9.000 5.000 16,-9.000-5.000-1,-10.000-4.000-15,-14.000 0.000 16,-11.000-8.000-16,-6.000-7.000 16,-4.000-11.000-1,2.000-10.000-15,6.000-5.000 16,9.000-3.000 0,12.000 1.000-16,10.000 2.000 15,8.000 2.000 1,7.000 4.000-16,0.000 2.000 15,-1.000 5.000 1,-5.000 5.000-16,-6.000 8.000 16,-9.000 13.000-1,-7.000 8.000 1,-10.000 4.000-16,-1.000 1.000 16,3.000-8.000-16,11.000-12.000 15,12.000-6.000 1,17.000-6.000-16,13.000-4.000 15,14.000-2.000 1,5.000 0.000-16,-1.000 0.000 16,-10.000 3.000-1,-12.000 3.000-15,-17.000 6.000 16,-21.000 9.000-16,-25.000 9.000 16,-20.000 12.000-1,-23.000 8.000-15,-9.000 3.000 16,-3.000-5.000-1,16.000-9.000-15,24.000-9.000 16,22.000-10.000 0,28.000-16.000-16,11.000 3.000 15,32.000-10.000 1,23.000-5.000 0,12.000-4.000-16,7.000-3.000 15,0.000 0.000-15,-8.000 2.000 16,-12.000 4.000-1,-15.000 6.000-15,-19.000 3.000 16,-18.000-3.000 0,-17.000-2.000-16,-19.000-7.000 15,-13.000-8.000-15,1.000 1.000 16</inkml:trace>
  <inkml:trace contextRef="#ctx0" brushRef="#br0">25685.000 15759.000 0,'9.000'53.000'15,"-2.000"23.000"-15,-14.000 8.000 16,-13.000-5.000 0,-13.000-13.000-16,-6.000-20.000 15,1.000-26.000 1,10.000-13.000-16</inkml:trace>
  <inkml:trace contextRef="#ctx0" brushRef="#br0">25660.000 16118.000 0,'51.000'50.000'15,"17.000"11.000"-15,-10.000-7.000 16,-14.000-14.000-1,-13.000-17.000-15,-12.000-23.000 16,-8.000-6.000 0</inkml:trace>
  <inkml:trace contextRef="#ctx0" brushRef="#br0">26299.000 15204.000 0,'43.000'0.000'0,"19.000"-2.000"16,7.000-1.000 0,-3.000-2.000-16,-3.000-3.000 15,-4.000-2.000 1,-10.000 0.000-16,-13.000 1.000 16,-13.000 2.000-1</inkml:trace>
  <inkml:trace contextRef="#ctx0" brushRef="#br0">26282.000 15461.000 0,'46.000'-1.000'0,"33.000"-8.000"15,14.000-5.000 1,5.000-1.000-16,-7.000-2.000 15,-13.000 3.000 1,-11.000 4.000-16,-15.000 1.000 16,-15.000-1.000-1,-19.000 0.000-15,-21.000 1.000 16,-17.000-7.000-16,-2.000 2.000 16</inkml:trace>
  <inkml:trace contextRef="#ctx0" brushRef="#br0">26492.000 15239.000 0,'2.000'54.000'16,"-3.000"28.000"-1,-5.000 2.000-15,-3.000-12.000 16,-1.000-24.000-1,6.000-23.000-15,6.000-27.000 16,1.000-9.000 0</inkml:trace>
  <inkml:trace contextRef="#ctx0" brushRef="#br0">26594.000 15256.000 0,'6.000'53.000'0,"1.000"27.000"16,-2.000 6.000-1,-5.000-9.000-15,-2.000-17.000 16,3.000-23.000 0,1.000-20.000-1</inkml:trace>
  <inkml:trace contextRef="#ctx0" brushRef="#br0">26946.000 15221.000 0,'14.000'35.000'16,"2.000"25.000"-16,-6.000 10.000 15,-6.000-4.000-15,-3.000-17.000 16,1.000-24.000 0,6.000-29.000-16,0.000-7.000 15</inkml:trace>
  <inkml:trace contextRef="#ctx0" brushRef="#br0">27190.000 14897.000 0,'4.000'25.000'16,"1.000"27.000"0,-2.000 22.000-16,-1.000 21.000 15,-2.000 11.000 1,-3.000 1.000-16,-1.000-3.000 15,6.000-13.000 1,3.000-19.000-16,-2.000-17.000 16,-2.000-17.000-1,-4.000-16.000-15,-9.000-12.000 16,0.000-6.000 0</inkml:trace>
  <inkml:trace contextRef="#ctx0" brushRef="#br0">26594.000 15887.000 0,'64.000'-6.000'0,"22.000"-8.000"15,-2.000-2.000 1,-14.000-1.000-16,-17.000-5.000 16,-13.000-1.000-1,-14.000 0.000-15,-14.000-1.000 16,-9.000 5.000 0</inkml:trace>
  <inkml:trace contextRef="#ctx0" brushRef="#br0">26795.000 15588.000 0,'8.000'38.000'16,"0.000"25.000"0,-7.000 11.000-16,-7.000 4.000 15,-1.000 0.000-15,-3.000-8.000 16,1.000-11.000-1,0.000-15.000-15,1.000-13.000 16,0.000-12.000 0,2.000-9.000-16</inkml:trace>
  <inkml:trace contextRef="#ctx0" brushRef="#br0">26374.000 16195.000 0,'19.000'7.000'16,"16.000"-3.000"0,15.000-1.000-16,12.000-7.000 15,10.000-7.000 1,10.000-2.000-16,7.000-2.000 15,2.000 1.000 1,1.000 8.000-16,-5.000-2.000 16,-6.000 0.000-1,-11.000-3.000-15,-10.000-4.000 16,-12.000-6.000-16,-14.000 3.000 16</inkml:trace>
  <inkml:trace contextRef="#ctx0" brushRef="#br0">27568.000 15999.000 0,'31.000'23.000'0,"0.000"-1.000"16,-31.000-22.000-16,14.000 5.000 16</inkml:trace>
  <inkml:trace contextRef="#ctx0" brushRef="#br0">7059.000 17629.000 0,'0.000'0.000'16,"16.000"6.000"-16,1.000 1.000 16,-2.000-2.000-1,-15.000-5.000-15,0.000 0.000 16,2.000-3.000 0,-9.000-3.000-16,-5.000-3.000 15,-5.000-4.000 1,-5.000 2.000-16,-1.000 4.000 15,2.000 1.000-15,-2.000 6.000 16,-3.000 3.000 0,3.000 2.000-16,0.000 4.000 15,1.000-1.000 1,0.000 9.000-16,-1.000 4.000 16,3.000 10.000-16,2.000 9.000 15,3.000 6.000 1,6.000 4.000-1,6.000-3.000-15,9.000-3.000 16,7.000-7.000 0,4.000-3.000-16,4.000-5.000 15,5.000-4.000-15,4.000-5.000 16,1.000-2.000 0,0.000-6.000-16,2.000-2.000 15,0.000-2.000 1,-3.000-5.000-16,0.000-4.000 15,1.000-8.000 1,0.000-10.000-16,3.000-11.000 16,-6.000-7.000-1,-7.000 6.000-15</inkml:trace>
  <inkml:trace contextRef="#ctx0" brushRef="#br0">7564.000 17876.000 0,'6.000'9.000'16,"-8.000"-3.000"-16,-3.000-4.000 15</inkml:trace>
  <inkml:trace contextRef="#ctx0" brushRef="#br0">7883.000 17483.000 0,'-6.000'8.000'15,"-3.000"2.000"-15,9.000-10.000 16,0.000 0.000 0,-1.000 0.000-16,9.000-4.000 15,4.000-3.000 1,5.000 2.000-16,7.000-5.000 16,7.000-1.000-1,10.000-2.000-15,3.000 2.000 16,1.000 1.000-1,-4.000 3.000-15,-5.000 7.000 16,-10.000 7.000-16,-12.000 11.000 16,-17.000 16.000-1,-16.000 13.000-15,-18.000 9.000 16,-13.000 6.000 0,-5.000 0.000-16,-1.000-2.000 15,4.000-3.000 1,8.000-11.000-16,10.000-12.000 15,10.000-13.000 1,9.000-13.000-16,7.000-16.000 16,8.000-14.000-1,7.000-11.000-15,2.000 3.000 16</inkml:trace>
  <inkml:trace contextRef="#ctx0" brushRef="#br0">8043.000 17748.000 0,'-4.000'54.000'0,"-8.000"21.000"15,-4.000-2.000 1,2.000-15.000 0,3.000-19.000-16,4.000-19.000 15,3.000-21.000-15,5.000-19.000 16,7.000-16.000-1,7.000-5.000-15,5.000 3.000 16,6.000 9.000 0,1.000 6.000-16,-2.000 9.000 15,-4.000 8.000-15,-1.000 6.000 16,-4.000 2.000 0,-1.000 4.000-16,-2.000 7.000 15,-6.000 5.000 1,-8.000 10.000-16,-7.000 4.000 15,-7.000 3.000 1,-2.000-1.000-16,-2.000-5.000 16,-4.000-4.000-1,-5.000-11.000-15,2.000-21.000 16,4.000-26.000 0,9.000-26.000-1,6.000 3.000-15</inkml:trace>
  <inkml:trace contextRef="#ctx0" brushRef="#br0">8346.000 17278.000 0,'6.000'28.000'0,"-1.000"11.000"15,-5.000 1.000 1,-3.000-9.000-16,3.000-31.000 15,-1.000 14.000-15</inkml:trace>
  <inkml:trace contextRef="#ctx0" brushRef="#br0">8665.000 17244.000 0,'-13.000'29.000'0,"-17.000"18.000"16,-14.000 16.000 0,-5.000 2.000-16,2.000-1.000 15,8.000-10.000 1,10.000-11.000-16,11.000-14.000 16,12.000-13.000-1,14.000-14.000-15,14.000-14.000 16,13.000-15.000-1,9.000-8.000-15,-1.000 4.000 16,-3.000 5.000 0,-7.000 13.000-16,-8.000 13.000 15,-7.000 11.000-15,-9.000 15.000 16,-11.000 18.000 0,-11.000 16.000-16,-10.000 14.000 15,-4.000 12.000 1,0.000-2.000-16,6.000-12.000 15,7.000-15.000 1,8.000-22.000-16,9.000-24.000 16,13.000-29.000-1,7.000-26.000-15,6.000-23.000 16,2.000-17.000 0,0.000-6.000-16,-1.000 8.000 15,0.000 21.000 1,-2.000 33.000-16,-3.000 23.000 15,-7.000 23.000-15,-6.000 15.000 16,-6.000 17.000 0,-6.000 14.000-16,-7.000 4.000 15,-4.000 4.000 1,-5.000-6.000-16,-2.000-11.000 16,-1.000-22.000-1,6.000-15.000-15</inkml:trace>
  <inkml:trace contextRef="#ctx0" brushRef="#br0">8463.000 17799.000 0,'-1.000'18.000'0,"1.000"10.000"16,6.000-8.000-1,4.000-16.000-15,1.000-7.000 16</inkml:trace>
  <inkml:trace contextRef="#ctx0" brushRef="#br0">9018.000 17730.000 0,'0.000'0.000'16,"-25.000"34.000"-16,-25.000 19.000 16,-21.000 10.000-1,-12.000 2.000-15,-4.000-2.000 16,5.000-2.000 0,12.000-6.000-16,16.000-10.000 15,22.000-11.000 1,23.000-11.000-16,22.000-12.000 15,23.000-10.000 1,20.000-4.000-16,15.000-6.000 16,8.000-11.000-1,0.000-1.000-15,-4.000 1.000 16,-10.000-2.000 0,-10.000-6.000-16,-16.000-6.000 15,-14.000-4.000 1,-11.000 7.000-16</inkml:trace>
  <inkml:trace contextRef="#ctx0" brushRef="#br0">9178.000 17629.000 0,'34.000'-3.000'0,"15.000"-6.000"15,4.000-3.000 1,3.000-5.000-16,-5.000-5.000 16,-7.000-1.000-1,-5.000 0.000-15,-8.000-2.000 16,-13.000 2.000 0,-13.000-1.000-16,-11.000-2.000 15,-11.000-5.000 1,-9.000-2.000-16,4.000 7.000 15</inkml:trace>
  <inkml:trace contextRef="#ctx0" brushRef="#br0">9371.000 17236.000 0,'9.000'56.000'15,"0.000"35.000"-15,-1.000 16.000 16,-2.000 9.000-1,1.000-3.000-15,1.000-8.000 16,-2.000-14.000 0,-1.000-13.000-16,-1.000-12.000 15,-3.000-16.000 1,-1.000-12.000 0,-4.000-14.000-16,-6.000-12.000 0,-8.000-19.000 15,-7.000-18.000 1,0.000-16.000-16,0.000-10.000 15,5.000 2.000 1,6.000 9.000-16,7.000 8.000 16,8.000 6.000-1,7.000 6.000-15,8.000 0.000 16,12.000-3.000 0,3.000 1.000-16,3.000 0.000 15,0.000-1.000 1,-5.000-6.000-16,-8.000-9.000 15,-9.000 3.000 1</inkml:trace>
  <inkml:trace contextRef="#ctx0" brushRef="#br0">9682.000 16980.000 0,'22.000'8.000'16,"0.000"8.000"-1,-14.000 8.000-15,-18.000 12.000 16,-17.000 8.000-16,-4.000-3.000 16,3.000-4.000-1,12.000-10.000-15,16.000-9.000 16,19.000-9.000-1,19.000-9.000-15,17.000-5.000 16,4.000-4.000 0,-7.000 3.000-16,-12.000 3.000 15,-11.000 4.000-15,-17.000 12.000 16,-18.000 14.000 0,-21.000 10.000-16,-20.000 5.000 15,-6.000-2.000 1,3.000-8.000-16,13.000-19.000 15,12.000-12.000 1</inkml:trace>
  <inkml:trace contextRef="#ctx0" brushRef="#br0">10170.000 17168.000 0,'14.000'16.000'0,"-11.000"12.000"15,-24.000 11.000 1,-24.000 5.000-16,-22.000 2.000 16,-14.000-3.000-1,-9.000-5.000 1,8.000-6.000-16,19.000-7.000 16,23.000-9.000-16,23.000-10.000 15,24.000-6.000-15,24.000-4.000 16,21.000-6.000-1,14.000-4.000-15,4.000-1.000 16,-5.000-5.000 0,-8.000 4.000-16,-16.000 3.000 15,-15.000 8.000 1,-26.000 5.000-16,-5.000 5.000 16,-27.000 16.000-1,-19.000 9.000-15,-6.000 13.000 16,-1.000 6.000-1,3.000 1.000-15,8.000-4.000 16,11.000-8.000 0,13.000-11.000-16,13.000-12.000 15,12.000-12.000-15,10.000-11.000 16,15.000-15.000 0,13.000-11.000-16,8.000-1.000 15,3.000 8.000 1,1.000 11.000-16,-3.000 10.000 15,-9.000 12.000 1,-14.000 7.000 0,-15.000 9.000-16,-17.000 9.000 15,-15.000 3.000-15,-11.000-3.000 16,-10.000-4.000 0,1.000-11.000-16,3.000-11.000 15,9.000-5.000 1,13.000-6.000-16,13.000-2.000 15,12.000 1.000 1,8.000 4.000-16,7.000 7.000 16,0.000 8.000-1,-2.000 11.000-15,-1.000 11.000 16,-9.000 9.000 0,-7.000 9.000-16,-7.000 2.000 15,-5.000-2.000 1,-6.000-4.000-16,-5.000-11.000 15,-2.000-12.000-15,-2.000-11.000 16,-5.000-15.000 0,-1.000-12.000-1,1.000-10.000-15,6.000-7.000 16,11.000-2.000-16,10.000 1.000 16,8.000 3.000-1,13.000 5.000-15,7.000 10.000 16,5.000 9.000-1,-1.000 5.000-15,-5.000 8.000 16,-3.000 5.000 0,-8.000 13.000-16,-4.000 5.000 15,-3.000 2.000 1,-2.000 0.000-16,2.000-5.000 16,1.000-8.000-1,2.000-7.000-15,7.000-18.000 16,4.000-19.000-16,3.000-20.000 15,3.000-14.000 1,-2.000-10.000-16,-6.000 11.000 16</inkml:trace>
  <inkml:trace contextRef="#ctx0" brushRef="#br0">10549.000 17141.000 0,'9.000'24.000'16,"0.000"13.000"-16,-1.000 6.000 16,-9.000-1.000-1,-7.000-11.000-15,0.000-16.000 16,7.000-20.000 0,4.000-7.000-16</inkml:trace>
  <inkml:trace contextRef="#ctx0" brushRef="#br0">10742.000 17065.000 0,'16.000'9.000'15,"3.000"12.000"-15,-7.000 11.000 16,-14.000 11.000-16,-16.000 9.000 16,-15.000 6.000-1,-6.000-1.000 1,-2.000-3.000-16,8.000-11.000 15,10.000-11.000-15,16.000-8.000 16,14.000-6.000 0,20.000-6.000-16,14.000-6.000 15,8.000-4.000 1,1.000-2.000-16,-11.000 0.000 16,-10.000 4.000-1,-14.000 5.000-15,-19.000 12.000 16,-21.000 14.000-1,-19.000 9.000-15,-13.000 5.000 16,-1.000 2.000 0,7.000-5.000-16,13.000-11.000 15,17.000-11.000 1,21.000-9.000-16,21.000-6.000 16,21.000-5.000-16,10.000-1.000 15,4.000 3.000 1,-3.000 9.000-1,-16.000 15.000-15,-20.000 14.000 16,-27.000 13.000-16,-20.000 5.000 16,-17.000-5.000-1,-7.000-13.000 1,8.000-20.000-16,9.000-27.000 16,18.000-30.000-16,8.000-4.000 15</inkml:trace>
  <inkml:trace contextRef="#ctx0" brushRef="#br0">11061.000 17040.000 0,'47.000'12.000'0,"7.000"6.000"15,-6.000 2.000-15,-15.000 2.000 16,-16.000 3.000 0,-23.000 5.000-16,-23.000 4.000 15,-18.000 2.000 1,-14.000-1.000-16,-2.000 1.000 16,5.000-6.000-1,12.000-2.000-15,13.000-3.000 16,19.000 0.000-1,12.000 4.000-15,11.000 5.000 16,9.000 2.000 0,1.000 4.000-16,0.000 1.000 15,-3.000 0.000-15,-7.000-5.000 16,-5.000-1.000 0,-2.000-12.000-16,-5.000-11.000 15,-3.000-17.000 1,-2.000-18.000-16,1.000-13.000 15,3.000 2.000 1</inkml:trace>
  <inkml:trace contextRef="#ctx0" brushRef="#br0">11095.000 17483.000 0,'32.000'4.000'15,"15.000"3.000"1,1.000 4.000-16,-4.000 10.000 15,-8.000 11.000 1,-8.000 12.000-16,-15.000 9.000 16,-15.000 0.000-16,-13.000-2.000 15,-14.000-7.000 1,-6.000-10.000-16,-4.000-18.000 16,3.000-20.000-1,3.000-18.000-15,10.000-1.000 16</inkml:trace>
  <inkml:trace contextRef="#ctx0" brushRef="#br0">11104.000 17670.000 0,'9.000'63.000'16,"-1.000"24.000"-1,-16.000-4.000-15,-14.000-18.000 16,-5.000-27.000-16,0.000-29.000 15,8.000-11.000 1</inkml:trace>
  <inkml:trace contextRef="#ctx0" brushRef="#br0">11188.000 17995.000 0,'41.000'60.000'16,"9.000"12.000"-16,-8.000-11.000 15,-19.000-21.000-15,-23.000-40.000 16,9.000-7.000 0,-7.000-18.000-16</inkml:trace>
  <inkml:trace contextRef="#ctx0" brushRef="#br0">11650.000 17048.000 0,'24.000'19.000'0,"13.000"19.000"16,-3.000 15.000-16,-10.000 12.000 15,-8.000 14.000 1,-9.000 6.000-16,-8.000-5.000 15,-4.000-7.000 1,-5.000-14.000-16,-1.000-15.000 16,-2.000-15.000-1,-9.000-18.000-15,-6.000-18.000 16,-6.000-20.000 0,-4.000-19.000-16,-4.000-12.000 15,10.000 3.000 1,14.000 5.000-16,15.000 7.000 15,17.000 8.000 1,18.000 3.000-16,12.000 4.000 16,7.000 7.000-16,5.000 7.000 15,-4.000 8.000 1,-8.000 7.000-16,-11.000 10.000 16,-10.000 10.000-1,-15.000 12.000-15,-18.000 6.000 16,-14.000 3.000-1,-7.000-2.000-15,-1.000-5.000 16,9.000-5.000 0,11.000-5.000-16,16.000 1.000 15,18.000-2.000 1,15.000-3.000-16,4.000-4.000 16,0.000-3.000-1,-13.000-3.000-15,-13.000 0.000 16,-19.000 4.000-1,-25.000 6.000-15,-27.000 8.000 16,-20.000 7.000 0,-13.000 5.000-16,2.000 1.000 15,18.000-5.000 1,21.000-8.000-16,26.000-5.000 16,31.000-7.000-16,32.000-7.000 15,26.000-7.000 1,20.000-8.000-16,11.000-2.000 15,0.000-1.000 1,-9.000-1.000-16,-13.000 3.000 16,-18.000 1.000-1,-20.000-2.000-15,-16.000 3.000 16,-20.000-6.000 0,-20.000-5.000-16,-18.000-5.000 15,-10.000-3.000 1,-8.000-5.000-1,-1.000 1.000-15,10.000 5.000 16,16.000 10.000-16,10.000 3.000 16,8.000 11.000-1,9.000 16.000-15,8.000 22.000 16,2.000 27.000 0,-2.000 34.000-16,-4.000 31.000 15,-7.000 9.000 1,-2.000-15.000-16,4.000-24.000 15,2.000-32.000-15</inkml:trace>
  <inkml:trace contextRef="#ctx0" brushRef="#br0">12516.000 17431.000 0,'0.000'0.000'16,"0.000"0.000"-16,0.000 0.000 16,0.000 0.000-16,0.000 0.000 15,0.000 0.000 1,0.000 0.000-16,-3.000-26.000 15,2.000-16.000 1,0.000-3.000-16,2.000 1.000 16,2.000 2.000-1,5.000 1.000-15,1.000 2.000 16,-2.000 9.000 0,-1.000 5.000-16,2.000 11.000 15,-5.000 6.000 1,-3.000 8.000-16,4.000 7.000 15,-1.000 12.000-15,-2.000 10.000 16,-5.000 9.000 0,-7.000 6.000-16,-9.000 6.000 15,-8.000 7.000 1,-11.000 3.000-16,-6.000-3.000 16,3.000-7.000-1,7.000-9.000-15,9.000-12.000 16,8.000-11.000-1,10.000-4.000-15,7.000 0.000 16,5.000-3.000-16,10.000 2.000 16,4.000-8.000-1,9.000-2.000-15,13.000-7.000 16,8.000-11.000 0,9.000-7.000-16,3.000 1.000 15,1.000 1.000 1,-9.000 2.000-16,-9.000 3.000 15,-12.000 4.000-15,-14.000 6.000 16,-10.000-3.000 0,-14.000-5.000-16,-8.000-6.000 15,-11.000-3.000 1,-3.000-6.000 0,-1.000-1.000-16,2.000 3.000 15,7.000 8.000-15,7.000 7.000 16,6.000 4.000-16,0.000 7.000 15,5.000 13.000 1,2.000 18.000-16,1.000 16.000 16,0.000 13.000-16,0.000 18.000 15,2.000 9.000 1,0.000 7.000-16,3.000 3.000 16,0.000-7.000-1,3.000-6.000-15,-1.000-15.000 16,2.000-18.000-1,-1.000-24.000-15,-4.000-24.000 16,-4.000-26.000-16,-2.000-3.000 16</inkml:trace>
  <inkml:trace contextRef="#ctx0" brushRef="#br0">12584.000 17629.000 0,'-12.000'26.000'0,"-13.000"17.000"16,-11.000 7.000-16,-9.000 10.000 15,-6.000 0.000 1,-2.000-2.000-16,1.000-14.000 16,7.000-12.000-1,10.000-24.000-15,12.000-21.000 16,14.000-16.000-1,15.000-16.000-15,16.000-8.000 16,12.000 0.000-16,7.000 4.000 16,5.000 12.000-1,8.000 18.000-15,-1.000 16.000 16,0.000 16.000 0,-1.000 12.000-16,1.000 13.000 15,1.000 8.000 1,3.000 4.000-16,-3.000 5.000 15,-6.000-3.000 1,-2.000-5.000 0,-6.000-5.000-16,-5.000-16.000 15,-10.000-17.000-15,-6.000-16.000 16,-14.000-21.000 0,-5.000-3.000-16</inkml:trace>
  <inkml:trace contextRef="#ctx0" brushRef="#br0">12862.000 17552.000 0,'15.000'49.000'0,"1.000"16.000"15,-6.000-5.000-15,-7.000-10.000 16,-4.000-26.000-1,-3.000-24.000-15,-2.000-21.000 16,-4.000-17.000 0,3.000 3.000-16</inkml:trace>
  <inkml:trace contextRef="#ctx0" brushRef="#br0">12895.000 17491.000 0,'0.000'0.000'16,"25.000"9.000"-16,12.000 4.000 15,1.000 5.000 1,-7.000 4.000-16,-5.000 2.000 16,-12.000 3.000-1,-12.000 4.000-15,-9.000 2.000 16,-8.000 2.000 0,-4.000-2.000-16,0.000-4.000 15,4.000-6.000-15,7.000-7.000 16,5.000-1.000-1,6.000-5.000-15,8.000-9.000 16,9.000-20.000 0,4.000-22.000-16,-2.000 3.000 15</inkml:trace>
  <inkml:trace contextRef="#ctx0" brushRef="#br0">13576.000 17073.000 0,'0.000'0.000'16,"0.000"0.000"0,-23.000 14.000-16,-22.000 8.000 15,-12.000 1.000 1,-2.000-1.000-16,5.000-4.000 15,14.000-5.000 1,12.000-1.000-16,13.000-1.000 16,9.000 3.000-16,11.000 5.000 15,4.000 9.000 1,3.000 5.000-16,5.000 19.000 16,-2.000 11.000-1,-3.000 14.000-15,-2.000 6.000 16,-3.000 4.000-1,1.000-1.000-15,0.000-8.000 16,-6.000-8.000 0,-4.000-17.000-16,-4.000-22.000 15,0.000-26.000 1,1.000-10.000 0</inkml:trace>
  <inkml:trace contextRef="#ctx0" brushRef="#br0">13324.000 17330.000 0,'0.000'0.000'0,"0.000"0.000"16,20.000 2.000-1,12.000 1.000-15,7.000-3.000 16,1.000-2.000-1,3.000-1.000-15,3.000-2.000 16,-2.000-1.000 0,-2.000 3.000-16,-6.000 2.000 15,-7.000 3.000 1,-7.000 1.000-16,-3.000 7.000 16,-8.000 5.000-1,-5.000 7.000-15,-6.000 15.000 16,-8.000 14.000-16,-3.000 17.000 15,-2.000 13.000 1,-1.000 9.000-16,4.000 11.000 16,4.000 1.000-1,3.000-8.000-15,7.000-12.000 16,0.000-17.000 0,1.000-20.000-16,-1.000-18.000 15,-4.000-27.000-15,-1.000 3.000 16,-1.000-22.000-1,-4.000-21.000-15,-6.000-12.000 16,2.000 6.000 0</inkml:trace>
  <inkml:trace contextRef="#ctx0" brushRef="#br0">13433.000 17526.000 0,'0.000'0.000'0,"0.000"0.000"16,0.000 0.000-1,19.000 0.000-15,7.000 0.000 16,-3.000 0.000 0,-4.000 2.000-16,-6.000 7.000 15,-8.000 7.000 1,-16.000 11.000-16,-7.000 8.000 15,-5.000 4.000-15,-3.000-3.000 16,3.000-3.000 0,8.000-7.000-16,8.000-6.000 15,9.000-5.000 1,10.000-4.000-16,9.000-6.000 16,7.000-7.000-1,-4.000-1.000-15,0.000 3.000 16,-5.000 2.000-1,-12.000 5.000-15,-12.000 9.000 16,-14.000 13.000-16,-10.000 8.000 16,-7.000 8.000-1,1.000 1.000-15,7.000-6.000 16,15.000-10.000 0,16.000-12.000-16,15.000-16.000 15,19.000-14.000 1,12.000-17.000-16,11.000-14.000 15,3.000-9.000 1,0.000-6.000-16,-1.000 2.000 16,-8.000 3.000-1,-11.000 9.000-15,-10.000 9.000 16,-9.000 6.000 0,-8.000 11.000-16,-7.000 9.000 15,-9.000 9.000 1,8.000 5.000-16,4.000 14.000 15,-1.000 14.000-15,-3.000 14.000 16,4.000 11.000 0,-3.000 2.000-16,0.000-7.000 15,2.000-9.000 1,-3.000-13.000-16,0.000-14.000 16,1.000-15.000-1,1.000-15.000-15,-3.000-19.000 16,-3.000-16.000-1,-2.000-9.000 1,-7.000-3.000-16,-3.000-1.000 0,-3.000 4.000 16,6.000 7.000-1,4.000 12.000 1,2.000 16.000-16,4.000 8.000 16,7.000 6.000-16,6.000 2.000 15,12.000-3.000 1,11.000-2.000-16,8.000-3.000 15,5.000 2.000 1,3.000-1.000-16,2.000 0.000 16,-5.000 4.000-1,-7.000 6.000-15,-8.000 8.000 16,-8.000 5.000-16,-6.000 14.000 16,-10.000 22.000-1,-13.000 20.000 1,-6.000 20.000-16,-8.000 7.000 15,-2.000 2.000 1,-1.000-9.000-16,-1.000-13.000 16,0.000-17.000-1,3.000-17.000-15,-1.000-19.000 16,2.000-24.000-16,0.000-17.000 16,-4.000-21.000-1,-6.000-12.000-15,-2.000-7.000 16,2.000 11.000-1</inkml:trace>
  <inkml:trace contextRef="#ctx0" brushRef="#br0">14114.000 17688.000 0,'21.000'4.000'0,"14.000"-1.000"16,6.000 0.000-16,3.000-7.000 15,-2.000 0.000 1,-4.000 4.000-16,-5.000 0.000 16,-12.000 2.000-1,-15.000 14.000-15,-18.000 7.000 16,-17.000 14.000 0,-18.000 11.000-16,-10.000 1.000 15,0.000-2.000 1,8.000-6.000-16,12.000-10.000 15,11.000-11.000 1,19.000-8.000-16,18.000-5.000 16,20.000-3.000-1,16.000-7.000-15,11.000-7.000 16,10.000-2.000 0,0.000-3.000-16,0.000 1.000 15,-7.000 1.000-15,-10.000 2.000 16,-15.000 0.000-1,-13.000 1.000-15,-15.000-5.000 16,-12.000-5.000 0,-17.000-12.000-16,-10.000-10.000 15,1.000 4.000 1</inkml:trace>
  <inkml:trace contextRef="#ctx0" brushRef="#br0">14265.000 17159.000 0,'0.000'0.000'15,"0.000"0.000"-15,0.000 0.000 16,0.000 53.000 0,-3.000 37.000-16,-2.000 21.000 15,-2.000 8.000 1,0.000-6.000-16,5.000-15.000 15,8.000-24.000 1,6.000-30.000-16,-1.000-22.000 16</inkml:trace>
  <inkml:trace contextRef="#ctx0" brushRef="#br0">14989.000 17099.000 0,'47.000'-1.000'0,"12.000"9.000"15,-13.000 16.000 1,-25.000 18.000-16,-30.000 16.000 16,-27.000 9.000-1,-21.000 2.000-15,-6.000-9.000 16,1.000-13.000 0,13.000-16.000-16</inkml:trace>
  <inkml:trace contextRef="#ctx0" brushRef="#br0">14712.000 17722.000 0,'43.000'-2.000'0,"26.000"-3.000"16,12.000-4.000 0,-2.000-4.000-16,-7.000-1.000 15,-7.000-4.000-15,-8.000-1.000 16,-10.000-1.000-1,-9.000 0.000-15,-11.000-2.000 16,-12.000-2.000 0,-10.000-6.000-16,-9.000-2.000 15,-7.000 0.000-15,-11.000 1.000 16,-6.000 4.000 0,-2.000 7.000-16,1.000 15.000 15,6.000 19.000 1,11.000 9.000-1,9.000 6.000 1,8.000 12.000-16,6.000 11.000 0,-1.000 13.000 16,-2.000 9.000-1,-3.000 9.000-15,-3.000 2.000 16,-1.000-4.000 0,-1.000-10.000-16,2.000-10.000 15,1.000-20.000 1,-1.000-20.000-16,0.000-21.000 15,-2.000-21.000 1,0.000-1.000-16</inkml:trace>
  <inkml:trace contextRef="#ctx0" brushRef="#br0">15182.000 17629.000 0,'-6.000'30.000'16,"-13.000"20.000"0,-16.000 7.000-16,-14.000 1.000 15,-6.000-2.000 1,-1.000-6.000-16,5.000-10.000 16,10.000-8.000-1,12.000-17.000-15,12.000-15.000 16,16.000-15.000-16,11.000-17.000 15,1.000 2.000 1</inkml:trace>
  <inkml:trace contextRef="#ctx0" brushRef="#br0">15266.000 17834.000 0,'47.000'53.000'15,"12.000"15.000"-15,-10.000-10.000 16,-19.000-20.000 0,-14.000-22.000-16,-11.000-25.000 15,-9.000-26.000-15,-3.000-1.000 16</inkml:trace>
  <inkml:trace contextRef="#ctx0" brushRef="#br0">15342.000 17091.000 0,'18.000'38.000'0,"1.000"13.000"16,-4.000-5.000-1,-9.000-8.000-15,-2.000-17.000 16,-1.000-19.000 0,-1.000-9.000-16</inkml:trace>
  <inkml:trace contextRef="#ctx0" brushRef="#br0">15434.000 17091.000 0,'0.000'0.000'15,"0.000"0.000"1,25.000-5.000-16,12.000-2.000 16,5.000 4.000-1,-1.000 5.000 1,-5.000 5.000-16,-7.000 2.000 16,-8.000 5.000-16,-10.000 2.000 15,-8.000 3.000 1,-13.000 6.000-16,-15.000 2.000 15,-12.000 3.000-15,-7.000 3.000 32,4.000-4.000-32,7.000-5.000 15,12.000-8.000-15,11.000-3.000 16,16.000-2.000-16,17.000-6.000 16,13.000-5.000-1,5.000 0.000-15,5.000 0.000 16,-4.000-1.000-1,-9.000 1.000-15,-10.000 0.000 16,-13.000 7.000 0,-17.000 8.000-16,-20.000 12.000 15,-19.000 6.000 1,-13.000 3.000-16,-7.000 6.000 16,7.000-4.000-1,13.000-8.000-15,18.000-10.000 16,21.000-6.000-16,19.000-4.000 15,17.000-4.000 1,18.000-6.000 0,11.000-9.000-16,5.000-2.000 15,-3.000 1.000-15,-8.000 2.000 16,-12.000 1.000 0,-15.000 4.000-16,-16.000 10.000 15,-17.000 7.000 1,-18.000 11.000-16,-16.000 9.000 15,-11.000 6.000-15,-3.000 0.000 16,4.000-2.000 0,12.000-8.000-1,15.000-9.000-15,15.000-9.000 16,13.000-3.000-16,18.000-5.000 16,16.000-4.000-1,9.000-4.000-15,8.000-2.000 16,1.000-2.000-1,-5.000-2.000-15,-9.000-2.000 16,-11.000-4.000 0,-13.000-5.000-16,-8.000-3.000 15,-6.000 1.000-15</inkml:trace>
  <inkml:trace contextRef="#ctx0" brushRef="#br0">15578.000 17654.000 0,'13.000'25.000'0,"3.000"15.000"16,-4.000 11.000 0,-6.000 12.000-16,-6.000 6.000 15,1.000-1.000 1,-4.000-7.000-16,2.000-8.000 15,-2.000-10.000-15,-1.000-12.000 16,-1.000-13.000 0,-3.000-14.000-16,-6.000-7.000 15,1.000-3.000 1</inkml:trace>
  <inkml:trace contextRef="#ctx0" brushRef="#br0">15375.000 18088.000 0,'25.000'13.000'0,"16.000"-1.000"16,14.000-3.000 0,8.000-7.000-16,6.000-3.000 15,5.000-5.000 1,-5.000-1.000-16,-2.000 2.000 15,-8.000-1.000 1,-12.000 2.000-16,-9.000 2.000 16,-10.000-1.000-16,-14.000-3.000 15,-7.000-1.000 1</inkml:trace>
  <inkml:trace contextRef="#ctx0" brushRef="#br0">16444.000 17500.000 0,'6.000'18.000'0,"4.000"7.000"0,0.000 4.000 15,-1.000-1.000 1,-8.000 2.000-16,-8.000-2.000 16,-6.000-10.000-1,2.000-7.000-15</inkml:trace>
  <inkml:trace contextRef="#ctx0" brushRef="#br0">16561.000 17919.000 0,'-3.000'40.000'0</inkml:trace>
  <inkml:trace contextRef="#ctx0" brushRef="#br0">17410.000 17517.000 0,'0.000'0.000'15,"0.000"0.000"1,0.000 0.000-16,0.000 0.000 16,0.000 0.000-16,22.000-1.000 15,16.000-6.000 1,12.000-6.000 0,7.000-6.000-16,5.000 0.000 15,-2.000-1.000 1,-2.000 4.000-16,-8.000-1.000 15,-9.000 3.000-15,-9.000 1.000 16,-11.000 5.000 0,-5.000 0.000-16,-6.000-2.000 15,-9.000-5.000 1,-13.000-5.000-16,-2.000 3.000 16</inkml:trace>
  <inkml:trace contextRef="#ctx0" brushRef="#br0">17756.000 17099.000 0,'0.000'0.000'0,"0.000"0.000"16,-9.000 43.000-16,-15.000 29.000 15,-10.000 13.000 1,-8.000 7.000-16,-3.000 4.000 15,-4.000 1.000 1,-1.000-7.000-16,6.000-11.000 16,4.000-15.000-1,11.000-22.000-15,6.000-17.000 16,6.000-28.000 0,5.000-6.000-16</inkml:trace>
  <inkml:trace contextRef="#ctx0" brushRef="#br0">17571.000 17730.000 0,'-4.000'46.000'0,"1.000"32.000"16,-4.000 13.000-1,-2.000 2.000-15,-7.000-14.000 16,-4.000-25.000-1,2.000-21.000-15</inkml:trace>
  <inkml:trace contextRef="#ctx0" brushRef="#br0">17587.000 17688.000 0,'0.000'0.000'16,"8.000"-21.000"-16,7.000-10.000 15,4.000-1.000 1,3.000 6.000-16,2.000 10.000 16,1.000 8.000-1,-5.000 6.000-15,2.000 5.000 16,-3.000 3.000-1,-2.000 5.000-15,-1.000 1.000 16,-4.000 3.000 0,-3.000 3.000-16,-1.000 6.000 15,-5.000 8.000 1,-4.000 7.000-16,-3.000 8.000 16,-3.000 5.000-16,2.000 5.000 15,1.000 11.000 1,-1.000 16.000-1,0.000 15.000-15,1.000 9.000 16,0.000 0.000 0,1.000-9.000-16,5.000-23.000 15,0.000-24.000-15,-2.000-22.000 16,-4.000-24.000 0,-6.000-28.000-16,-8.000-27.000 15,-8.000-24.000 1,5.000 6.000-16</inkml:trace>
  <inkml:trace contextRef="#ctx0" brushRef="#br0">17671.000 17826.000 0,'0.000'0.000'0,"0.000"0.000"16,0.000 0.000-16,0.000 0.000 15,16.000 8.000 1,0.000 12.000-16,-8.000 11.000 16,-10.000 10.000-1,-8.000 3.000-15,-4.000-2.000 16,1.000-8.000 0,4.000-10.000-16,4.000-9.000 15,5.000-15.000-15,10.000 3.000 16,10.000-15.000-1,10.000-24.000-15,6.000-25.000 16,3.000-20.000 0,4.000-16.000-16,5.000-11.000 15,-1.000-2.000 1,3.000 2.000-16,-1.000 8.000 16,2.000 22.000-1,-2.000 22.000-15,-13.000 20.000 16,-12.000 17.000-1,-10.000 7.000-15,-7.000 6.000 16,-7.000 6.000-16,-1.000 6.000 16,-5.000 11.000-1,-7.000-3.000-15,-1.000-4.000 16</inkml:trace>
  <inkml:trace contextRef="#ctx0" brushRef="#br0">18218.000 17330.000 0,'0.000'0.000'15,"0.000"0.000"1,0.000 0.000-16,21.000 8.000 16,5.000 5.000-16,-3.000 5.000 15,-8.000 0.000 1,-10.000 3.000-16,-8.000 2.000 15,-10.000 4.000 1,-6.000 1.000-16,-4.000 1.000 16,-4.000-2.000-1,1.000 1.000-15,6.000-7.000 16,7.000-10.000 0,13.000-11.000-16,5.000-1.000 15,15.000-9.000 1,6.000-6.000-1,5.000 0.000-15,-2.000 2.000 0,-1.000 6.000 16,-6.000 5.000 0,-4.000 9.000-16,-7.000 9.000 15,-4.000 12.000 1,-8.000 17.000-16,-11.000 13.000 16,-10.000 11.000-1,-10.000 7.000-15,-4.000-7.000 16,-2.000-9.000-1,3.000-16.000-15,6.000-23.000 16,7.000-26.000 0,9.000-25.000-16,13.000-17.000 15,12.000-10.000-15,5.000 4.000 16,4.000 11.000 0,2.000 15.000-16,-2.000 18.000 15,2.000 21.000 1,1.000 18.000-16,-3.000 15.000 15,1.000 13.000 1,2.000 4.000-16,-1.000-1.000 16,1.000-5.000-1,-1.000-12.000-15,0.000-14.000 16,-1.000-24.000-16,-1.000-28.000 16,-6.000-32.000-1,-3.000-20.000-15,-3.000-21.000 16,0.000-15.000-1,3.000-6.000-15,8.000 3.000 16,11.000 13.000 0,4.000 17.000-16,-7.000 22.000 15,-6.000 16.000 1,-6.000 15.000-16,-5.000 11.000 16,-11.000 20.000-1,6.000 8.000-15,-4.000 18.000 16,-5.000 13.000-1,-2.000 6.000-15,1.000-2.000 16,5.000-5.000 0,7.000-10.000-16,7.000-7.000 15,11.000-7.000 1,4.000-6.000-16,1.000-2.000 16,-3.000 1.000-16,-4.000 3.000 15,-9.000 8.000 1,-16.000 14.000-16,-18.000 15.000 15,-16.000 10.000 1,-17.000 7.000-16,-6.000-2.000 16,2.000-4.000-1,8.000-14.000-15,10.000-23.000 16,7.000-19.000 0,12.000-23.000-16,9.000-19.000 15,13.000-13.000 1,11.000 1.000-16,8.000 9.000 15,3.000 13.000 1,-2.000 18.000-16,2.000 16.000 16,3.000 21.000-1,0.000 15.000-15,2.000 15.000 16,0.000 10.000-16,2.000 3.000 16,1.000 1.000-1,1.000-1.000-15,-3.000-14.000 16,2.000-14.000-1,-3.000-21.000-15,-5.000-23.000 16,-10.000-23.000 0,-8.000-16.000-16,-8.000-18.000 15,-4.000 9.000-15</inkml:trace>
  <inkml:trace contextRef="#ctx0" brushRef="#br0">18983.000 17330.000 0,'86.000'-21.000'0,"34.000"-8.000"16,-3.000 7.000-1,-17.000 7.000-15,-20.000 9.000 16,-18.000 7.000-1,-14.000-1.000-15,-14.000-3.000 16,-13.000-10.000 0,-17.000-16.000-16,-12.000-10.000 15,-2.000 4.000 1</inkml:trace>
  <inkml:trace contextRef="#ctx0" brushRef="#br0">19445.000 16988.000 0,'-8.000'20.000'16,"-7.000"12.000"-16,-10.000 18.000 15,-5.000 12.000 1,-9.000 11.000-16,-2.000-1.000 16,1.000-11.000-1,2.000-18.000 1,10.000-18.000-16</inkml:trace>
  <inkml:trace contextRef="#ctx0" brushRef="#br0">19227.000 17517.000 0,'10.000'47.000'0,"-1.000"27.000"15,-6.000 10.000-15,-6.000 0.000 16,-2.000-9.000-1,-1.000-11.000-15,0.000-26.000 16,-1.000-27.000 0,5.000-26.000-16,1.000-6.000 15</inkml:trace>
  <inkml:trace contextRef="#ctx0" brushRef="#br0">19378.000 17390.000 0,'21.000'0.000'15,"13.000"2.000"1,1.000 7.000-16,-3.000 12.000 16,-4.000 15.000-1,-7.000 19.000 1,-12.000 13.000-16,-6.000 2.000 15,-7.000-1.000-15,-6.000-6.000 16,-6.000-10.000 0,2.000-13.000-16,-5.000-17.000 15,1.000-17.000 1,0.000-21.000-16,3.000-20.000 16,5.000 0.000-1</inkml:trace>
  <inkml:trace contextRef="#ctx0" brushRef="#br0">19470.000 17535.000 0,'-9.000'50.000'0,"-11.000"29.000"16,-2.000 6.000 0,-2.000-4.000-16,1.000-12.000 15,1.000-15.000 1,3.000-21.000-16,5.000-11.000 15</inkml:trace>
  <inkml:trace contextRef="#ctx0" brushRef="#br0">19067.000 18012.000 0,'44.000'4.000'16,"22.000"-6.000"-16,13.000-6.000 15,6.000-3.000 1,0.000 2.000-16,-6.000 2.000 16,-3.000 0.000-16,-10.000 7.000 15,-8.000 4.000 1,-9.000 1.000-1,-10.000-3.000-15,-20.000-9.000 16,-10.000 0.000-16</inkml:trace>
  <inkml:trace contextRef="#ctx0" brushRef="#br0">20320.000 16962.000 0,'0.000'0.000'16,"-12.000"36.000"-16,-14.000 24.000 15,-15.000 6.000 1,-5.000-9.000-16,4.000-16.000 16,13.000-23.000-1,17.000-20.000-15,18.000-11.000 16,19.000-3.000 0,15.000 6.000-16,5.000 6.000 15,-6.000 1.000 1,-5.000 5.000-16,-12.000 2.000 15,-10.000 9.000 1,-15.000 12.000-16,-15.000 13.000 16,-20.000 8.000-16,-13.000 6.000 15,-11.000-1.000 1,-1.000-5.000-16,7.000-11.000 16,17.000-15.000-1,20.000-10.000-15,19.000-7.000 16,15.000-3.000-1,10.000 0.000 1,5.000 3.000-16,1.000 5.000 16,3.000 6.000-16,-5.000 12.000 15,-1.000 16.000 1,-8.000 18.000-16,-9.000 19.000 16,-9.000 11.000-1,-5.000 0.000-15,-3.000-13.000 16,1.000-18.000-1,3.000-25.000-15,0.000-29.000 16,1.000-24.000 0,0.000-6.000-16</inkml:trace>
  <inkml:trace contextRef="#ctx0" brushRef="#br0">20555.000 17022.000 0,'40.000'0.000'0,"5.000"5.000"15,-11.000 11.000-15,-21.000 16.000 16,-23.000 12.000-1,-22.000 7.000-15,-9.000 8.000 16,-3.000-3.000 0,8.000-10.000-16,11.000-10.000 15,11.000-10.000 1,10.000-6.000-16,9.000-6.000 16,11.000-4.000-1,10.000-4.000-15,8.000-6.000 16,2.000-6.000-16,-2.000-1.000 15,-6.000 4.000 1,-14.000 3.000-16,-15.000 6.000 16,-5.000 1.000-1</inkml:trace>
  <inkml:trace contextRef="#ctx0" brushRef="#br0">20370.000 17697.000 0,'52.000'-7.000'0,"23.000"-6.000"16,-3.000-5.000-1,-10.000 2.000-15,-16.000 3.000 16,-10.000 10.000-16,-13.000 9.000 16,-12.000 12.000-1,-11.000 17.000-15,-13.000 14.000 16,-8.000 7.000-1,-5.000 8.000-15,-2.000-3.000 16,1.000-7.000 0,0.000-14.000-16,3.000-21.000 15,8.000-10.000 1</inkml:trace>
  <inkml:trace contextRef="#ctx0" brushRef="#br0">20463.000 17979.000 0,'0.000'0.000'0,"22.000"8.000"16,16.000-3.000 0,9.000-2.000-16,4.000-2.000 15,-1.000-1.000 1,-3.000 2.000-16,-5.000 2.000 15,-2.000-2.000-15,-2.000-2.000 16,-7.000 0.000 0,-10.000-7.000-16,-8.000-6.000 15,-8.000-1.000 1</inkml:trace>
  <inkml:trace contextRef="#ctx0" brushRef="#br0">21086.000 17475.000 0,'0.000'0.000'0,"21.000"-9.000"15,18.000-4.000-15,7.000-4.000 16,8.000 0.000 0,8.000 2.000-16,5.000 3.000 15,5.000 8.000 1,1.000 1.000-16,-8.000 6.000 16,-8.000 6.000-1,-11.000 7.000-15,-11.000 11.000 16,-12.000 9.000-1,-15.000 10.000-15,-17.000 13.000 16,-17.000 8.000 0,-18.000 5.000-16,-10.000 0.000 15,-5.000-3.000 1,2.000-7.000-16,8.000-15.000 16,9.000-15.000-1,10.000-17.000-15,9.000-15.000 16,7.000-17.000-16,9.000-23.000 15,4.000-21.000 1,2.000 7.000-16</inkml:trace>
  <inkml:trace contextRef="#ctx0" brushRef="#br0">21724.000 17083.000 0,'-24.000'36.000'0,"-26.000"30.000"16,-17.000 22.000-16,-14.000 14.000 16,0.000 5.000-1,4.000-4.000 1,11.000-12.000-16,15.000-22.000 15,15.000-31.000 1,11.000-33.000-16,15.000-34.000 16,7.000-6.000-16</inkml:trace>
  <inkml:trace contextRef="#ctx0" brushRef="#br0">21387.000 17091.000 0,'0.000'0.000'15,"0.000"21.000"-15,-1.000 12.000 16,-4.000-5.000 0,-1.000-8.000-16</inkml:trace>
  <inkml:trace contextRef="#ctx0" brushRef="#br0">21548.000 17466.000 0,'4.000'48.000'0,"-3.000"15.000"16,-5.000-10.000-16,-1.000-17.000 15</inkml:trace>
  <inkml:trace contextRef="#ctx0" brushRef="#br0">22347.000 17483.000 0,'-12.000'-13.000'15,"-16.000"1.000"-15,-7.000 8.000 16,-7.000 12.000 0,-3.000 13.000-16,0.000 14.000 15,3.000 9.000 1,6.000 6.000-16,11.000 1.000 15,12.000-1.000 1,15.000-3.000-16,11.000-11.000 16,10.000-12.000-1,8.000-9.000-15,8.000-16.000 16,1.000-17.000 0,3.000-13.000-16,4.000-12.000 15,-4.000-12.000 1,1.000-12.000-16,-6.000-6.000 15,-2.000-11.000 1,-3.000-7.000-16,-3.000-4.000 16,-2.000 4.000-1,-3.000 6.000-15,-3.000 11.000 16,-4.000 13.000 0,-5.000 15.000-16,-7.000 17.000 15,-3.000 12.000-15,-3.000 17.000 16,-6.000 9.000-1,-8.000 25.000 1,-7.000 22.000-16,-3.000 21.000 16,2.000 8.000-1,1.000 6.000-15,8.000-2.000 16,6.000-5.000 0,7.000-8.000-16,8.000-13.000 15,7.000-13.000 1,10.000-23.000-16,2.000-23.000 15,-3.000-8.000-15</inkml:trace>
  <inkml:trace contextRef="#ctx0" brushRef="#br0">23398.000 16851.000 0,'-10.000'26.000'0,"-17.000"10.000"16,-15.000 5.000-1,-16.000 2.000-15,-9.000 0.000 16,0.000-2.000 0,6.000-7.000-16,12.000-4.000 15,17.000-2.000 1,14.000 0.000-16,12.000 0.000 15,10.000 3.000 1,11.000 4.000-16,9.000 5.000 16,3.000 8.000-16,1.000 4.000 15,-4.000 7.000 1,-5.000 5.000 0,-6.000 5.000-16,-6.000 2.000 15,-7.000-2.000 1,-3.000-14.000-16,-2.000-18.000 15,-3.000-22.000-15,-2.000-26.000 16,1.000-5.000 0</inkml:trace>
  <inkml:trace contextRef="#ctx0" brushRef="#br0">23070.000 17287.000 0,'0.000'0.000'0,"0.000"0.000"15,0.000 0.000-15,0.000 0.000 16,28.000-9.000 0,16.000-4.000-16,3.000 3.000 15,-4.000 2.000 1,-4.000 5.000-16,-8.000 3.000 15,-5.000 3.000 1,-4.000 2.000-16,-4.000 2.000 16,-8.000 10.000-1,-6.000 8.000-15,-2.000 12.000 16,-5.000 13.000-16,-9.000 13.000 16,-3.000 10.000-1,0.000 3.000-15,1.000-4.000 16,2.000-13.000-1,2.000-13.000-15,4.000-17.000 16,6.000-29.000 0,-5.000 2.000-16,1.000-26.000 15,1.000-2.000-15</inkml:trace>
  <inkml:trace contextRef="#ctx0" brushRef="#br0">23213.000 17431.000 0,'0.000'0.000'15,"0.000"0.000"-15,0.000 0.000 16,9.000 20.000-16,4.000 8.000 16,0.000 8.000-1,-6.000 4.000-15,-8.000 6.000 16,-6.000 4.000-1,-8.000 3.000-15,-1.000-4.000 16,0.000-7.000 0,4.000-11.000-16,4.000-9.000 15,4.000-11.000-15,7.000-11.000 16,10.000-17.000 0,14.000-17.000-16,11.000-25.000 15,9.000-20.000 1,5.000-10.000-16,4.000-4.000 15,0.000 1.000 1,-2.000 0.000-16,-5.000 15.000 16,-8.000 17.000-1,-10.000 17.000-15,-13.000 17.000 16,-6.000 15.000 0,-6.000 16.000-16,-7.000 18.000 15,-6.000 13.000 1,0.000 5.000-16,7.000 0.000 15,11.000-4.000-15,10.000-5.000 16,10.000-6.000 0,11.000-7.000-16,4.000-4.000 15,3.000-3.000 1,-3.000 0.000-16,-4.000 3.000 16,-9.000 14.000-1,-11.000 14.000-15,-14.000 21.000 16,-13.000 12.000-1,-10.000 3.000-15,-9.000-1.000 16,-5.000-3.000 0,-3.000-12.000-16,2.000-20.000 15,0.000-15.000 1,1.000-15.000-16,-2.000-19.000 16,3.000-17.000-1,-4.000-17.000-15,8.000-7.000 16,6.000-2.000-1,11.000 7.000-15,6.000 5.000 16,7.000 7.000-16,8.000 6.000 16,6.000 7.000-1,6.000 3.000-15,4.000 2.000 16,0.000-1.000-16,-8.000 4.000 16</inkml:trace>
  <inkml:trace contextRef="#ctx0" brushRef="#br0">24465.000 16878.000 0,'19.000'-13.000'15,"5.000"-4.000"-15,0.000-1.000 16,-2.000 5.000-1,-2.000 1.000-15,-1.000 8.000 16,-3.000 7.000 0,-1.000 5.000-16,-1.000 8.000 15,-3.000 5.000 1,0.000 4.000-16,-1.000 6.000 16,-5.000 7.000-1,-3.000 12.000-15,-5.000 11.000 16,-1.000 14.000-1,-2.000 18.000 1,2.000 10.000-16,-1.000 8.000 16,2.000-1.000-16,0.000-5.000 15,2.000-10.000 1,0.000-11.000-16,0.000-13.000 16,-3.000-16.000-1,-3.000-14.000-15,0.000-18.000 16,-7.000-23.000-1,-6.000-29.000-15,-2.000-30.000 16,3.000-19.000 0,-1.000-12.000-16,4.000 16.000 15</inkml:trace>
  <inkml:trace contextRef="#ctx0" brushRef="#br0">24449.000 17381.000 0,'-28.000'68.000'0,"-15.000"28.000"16,-2.000-12.000-1,6.000-30.000-15,11.000-22.000 16</inkml:trace>
  <inkml:trace contextRef="#ctx0" brushRef="#br0">24878.000 17330.000 0,'33.000'58.000'16,"7.000"21.000"-1,-11.000-3.000-15,-12.000-21.000 16,-9.000-22.000-1</inkml:trace>
  <inkml:trace contextRef="#ctx0" brushRef="#br0">25256.000 17031.000 0,'26.000'-3.000'16,"16.000"-3.000"-16,6.000-1.000 16,-5.000 1.000-16,-6.000 3.000 15,-6.000 3.000 1,-9.000 4.000-1,-13.000 4.000-15,-14.000 9.000 16,-4.000-3.000-16</inkml:trace>
  <inkml:trace contextRef="#ctx0" brushRef="#br0">25189.000 17390.000 0,'44.000'6.000'15,"24.000"-6.000"1,2.000-8.000-16,-4.000-5.000 16,-6.000-4.000-1,-5.000-7.000-15,-11.000-1.000 16,-13.000-4.000 0,-13.000 3.000-16,-16.000-1.000 15,-14.000 5.000 1,-12.000 5.000-16,-12.000 4.000 15,-3.000 7.000 1,-1.000 10.000-16,7.000 4.000 16,10.000 2.000-16,8.000 4.000 15,3.000 7.000 1,3.000 12.000-16,4.000 10.000 16,1.000 18.000-1,-3.000 7.000 1,4.000-2.000-16,6.000-9.000 15,6.000-10.000-15,0.000-11.000 16,3.000-14.000 0,3.000-8.000-16,5.000-22.000 15,8.000-23.000 1,2.000-26.000-16,3.000-17.000 16,-2.000-9.000-1,-3.000 1.000-15,-4.000 12.000 16,-1.000 19.000-1,1.000 21.000-15,-5.000 11.000 16,-2.000 9.000 0,5.000 1.000-16,0.000 1.000 15,5.000 2.000-15,4.000 2.000 16,6.000 2.000 0,5.000-2.000-16,3.000 3.000 15,2.000-1.000 1,-3.000-6.000-16,-6.000-4.000 15,-8.000-4.000 1,-14.000-10.000-16,-14.000-5.000 16,-15.000-8.000-1,-14.000-6.000-15,-11.000 4.000 16,-9.000 2.000-16,-3.000 6.000 16,-1.000 14.000-1,9.000 13.000-15,12.000 5.000 16,11.000 1.000-1,9.000-1.000-15,10.000-6.000 16,9.000-1.000 0,6.000-2.000-16,9.000 0.000 15,4.000 3.000 1,2.000 3.000-16,3.000 4.000 16,-4.000 8.000-16,-3.000-3.000 15,-6.000 6.000 1,-2.000 3.000-1,-5.000 1.000-15,-4.000 8.000 16,-6.000 5.000 0,-6.000 7.000-16,-7.000 8.000 15,-2.000 11.000 1,1.000 19.000-16,-1.000 11.000 16,1.000 15.000-16,7.000 8.000 15,3.000 3.000 1,2.000-4.000-16,1.000-12.000 15,6.000-12.000 1,-1.000-15.000-16,-1.000-17.000 16,-4.000-12.000-16,-3.000-11.000 15,-8.000-15.000 1,-6.000-21.000-16,-9.000-28.000 16,-6.000-25.000-1,3.000 2.000-15</inkml:trace>
  <inkml:trace contextRef="#ctx0" brushRef="#br0">25803.000 17278.000 0,'11.000'10.000'15,"1.000"11.000"1,-12.000 13.000-16,-16.000 15.000 15,-15.000 8.000 1,-7.000-2.000-16,3.000-8.000 16,10.000-13.000-1,11.000-10.000-15,14.000-10.000 16,16.000-11.000 0,17.000-12.000-16,14.000-13.000 15,9.000-10.000 1,11.000-6.000-16,5.000-2.000 15,-3.000-1.000 1,-7.000 5.000-16,-13.000 8.000 16,-12.000 14.000-1,-14.000 18.000-15,-16.000 19.000 16,-10.000 22.000-16,-11.000 17.000 16,1.000 8.000-1,5.000-4.000 1,7.000-14.000-16,8.000-14.000 15,8.000-15.000 1,13.000-21.000-16,5.000-24.000 16,6.000-21.000-16,-3.000-19.000 15,-4.000-15.000 1,-11.000-11.000 0,-6.000 17.000-16</inkml:trace>
  <inkml:trace contextRef="#ctx0" brushRef="#br0">26240.000 16793.000 0,'9.000'17.000'0,"8.000"8.000"16,1.000 4.000-16,-1.000-7.000 15,4.000-10.000 1,-3.000-8.000-16</inkml:trace>
  <inkml:trace contextRef="#ctx0" brushRef="#br0">26526.000 17083.000 0,'76.000'-13.000'0,"24.000"-5.000"0,1.000 6.000 16,-14.000-1.000 0,-15.000 4.000-16,-18.000 2.000 15,-17.000 1.000 1,-15.000-6.000-16,-15.000-11.000 15,-15.000-6.000 1,-14.000-10.000-16,-10.000-4.000 16,2.000 4.000-1</inkml:trace>
  <inkml:trace contextRef="#ctx0" brushRef="#br0">26795.000 16622.000 0,'16.000'71.000'16,"1.000"46.000"-16,-6.000 25.000 15,-7.000 10.000 1,-4.000 2.000-16,-1.000-7.000 16,-3.000-3.000-1,5.000-8.000 1,-1.000-18.000-16,3.000-23.000 15,-3.000-28.000-15,-3.000-35.000 16,0.000-19.000 0</inkml:trace>
  <inkml:trace contextRef="#ctx0" brushRef="#br0">26820.000 17226.000 0,'-14.000'41.000'0,"-15.000"24.000"16,-13.000 12.000 0,-2.000-6.000-16,6.000-18.000 15,11.000-21.000 1</inkml:trace>
  <inkml:trace contextRef="#ctx0" brushRef="#br0">26828.000 17287.000 0,'44.000'71.000'16,"6.000"30.000"-16,-7.000-6.000 15,-15.000-29.000 1,-10.000-27.000-16</inkml:trace>
  <inkml:trace contextRef="#ctx0" brushRef="#br0">27198.000 16835.000 0,'0.000'0.000'16,"0.000"0.000"-16,0.000 0.000 15,0.000 0.000-15,23.000 9.000 16,20.000 3.000 0,18.000-8.000-16,7.000-4.000 15,-2.000-4.000 1,-9.000-1.000-16,-10.000 2.000 16,-9.000 2.000-1,-10.000-2.000-15,-11.000-4.000 16,-15.000-8.000-1,-16.000-6.000-15,-12.000-5.000 16,-9.000-5.000-16,3.000 5.000 16</inkml:trace>
  <inkml:trace contextRef="#ctx0" brushRef="#br0">27275.000 16640.000 0,'-9.000'61.000'16,"-2.000"20.000"0,3.000-12.000-16,3.000-25.000 15,5.000-44.000-15,3.000-1.000 16,4.000-16.000 0</inkml:trace>
  <inkml:trace contextRef="#ctx0" brushRef="#br0">27442.000 16579.000 0,'0.000'0.000'15,"7.000"23.000"-15,-2.000 24.000 16,-9.000 13.000 0,-9.000 7.000-16,-5.000 4.000 15,-2.000-6.000 1,-3.000-15.000-1,3.000-19.000-15,5.000-15.000 0</inkml:trace>
  <inkml:trace contextRef="#ctx0" brushRef="#br0">27182.000 16937.000 0,'-3.000'56.000'0,"-1.000"26.000"16,1.000 2.000 0,1.000-8.000-16,1.000-19.000 15,2.000-14.000 1,1.000-16.000-16,3.000-19.000 16,2.000-16.000-1,1.000-14.000-15,1.000-16.000 16,0.000-6.000-1,-3.000-5.000-15,2.000 6.000 16,2.000 8.000 0,0.000 12.000-16,-2.000 8.000 15,1.000 5.000-15,7.000 1.000 16,3.000 3.000 0,6.000 4.000-1,7.000 6.000-15,3.000 12.000 16,0.000 4.000-16,0.000 5.000 15,-9.000 3.000 1,-6.000 1.000-16,-3.000-2.000 16,-11.000-4.000-1,-10.000-2.000-15,-13.000-6.000 16,-12.000-7.000 0,-9.000-9.000-16,-6.000-10.000 15,-2.000-5.000-15,7.000-3.000 16,11.000 6.000-1,12.000 6.000-15,16.000 7.000 16,0.000 0.000 0,0.000-4.000-16,11.000-1.000 15,5.000 0.000 1,7.000 1.000-16,3.000-1.000 16,-2.000 5.000-1,-5.000 2.000-15,-4.000 5.000 16,-9.000 7.000-1,-6.000 9.000-15,-13.000 6.000 16,-6.000 4.000 0,-4.000-1.000-16,5.000-6.000 15,3.000-9.000-15,11.000-4.000 16,11.000-4.000 0,13.000-7.000-16,11.000-5.000 15,12.000-5.000 1,3.000-1.000-16,-7.000 0.000 15,-10.000 5.000 1,-11.000 4.000-16,-14.000 9.000 16,-25.000 14.000-1,-25.000 14.000-15,-22.000 14.000 16,-14.000 8.000 0,-5.000 1.000-1,8.000-4.000-15,18.000-9.000 16,19.000-17.000-16,21.000-8.000 15,21.000-14.000-15,28.000-8.000 16,23.000-8.000 0,19.000-11.000-1,19.000-7.000-15,8.000-2.000 16,1.000 0.000-16,-5.000 7.000 16,-9.000 5.000-1,-17.000 6.000 1,-20.000 0.000-16,-23.000 3.000 15,-21.000-3.000-15,-22.000-3.000 16,-3.000 0.000 0</inkml:trace>
  <inkml:trace contextRef="#ctx0" brushRef="#br0">27417.000 17423.000 0,'6.000'50.000'16,"-8.000"30.000"-16,-11.000 5.000 15,-13.000-5.000 1,-1.000-20.000-16,2.000-23.000 16,9.000-28.000-16,7.000-10.000 15</inkml:trace>
  <inkml:trace contextRef="#ctx0" brushRef="#br0">27527.000 17697.000 0,'46.000'56.000'0,"10.000"17.000"15,-12.000-18.000 1,-18.000-17.000-16</inkml:trace>
  <inkml:trace contextRef="#ctx0" brushRef="#br0">28031.000 16861.000 0,'0.000'0.000'16,"0.000"0.000"-16,22.000-9.000 15,12.000-1.000-15,6.000 0.000 16,4.000 1.000-1,2.000-1.000-15,0.000 1.000 16,-6.000-1.000 0,-8.000 1.000-16,-12.000 6.000 15,-13.000 8.000-15,-5.000 3.000 16</inkml:trace>
  <inkml:trace contextRef="#ctx0" brushRef="#br0">28015.000 17099.000 0,'-13.000'32.000'0,"9.000"5.000"16,21.000-11.000-1,20.000-15.000-15,20.000-12.000 16,11.000-10.000 0,3.000-3.000-16,-2.000-3.000 15,-9.000 0.000 1,-12.000 1.000-16,-13.000 3.000 15,-16.000-2.000 1,-17.000-3.000-16,-16.000-3.000 16,-17.000-3.000-1,-12.000 0.000-15,-12.000 3.000 16,-3.000 4.000-16,3.000 6.000 16,10.000 11.000-1,14.000 11.000-15,12.000 3.000 16,12.000 1.000-1,6.000 2.000-15,8.000 9.000 16,5.000 9.000-16,-3.000 5.000 16,-2.000 0.000-1,-4.000-2.000-15,-3.000-9.000 16,0.000-29.000 0,8.000 2.000-16,3.000-25.000 15,4.000-18.000 1,-2.000 2.000-16</inkml:trace>
  <inkml:trace contextRef="#ctx0" brushRef="#br0">28317.000 16895.000 0,'10.000'33.000'16,"1.000"20.000"-1,-6.000 4.000-15,-5.000-3.000 16,-4.000-8.000-16,0.000-10.000 15,1.000-16.000 1,3.000-17.000-16,5.000-17.000 16,5.000-13.000-1,5.000-9.000-15,-3.000 7.000 16</inkml:trace>
  <inkml:trace contextRef="#ctx0" brushRef="#br0">28468.000 16920.000 0,'18.000'34.000'16,"3.000"9.000"0,-10.000-3.000-16,-8.000-12.000 15,-6.000-19.000 1,0.000-21.000-16,3.000-22.000 16,2.000-1.000-1</inkml:trace>
  <inkml:trace contextRef="#ctx0" brushRef="#br0">28678.000 16562.000 0,'19.000'2.000'0,"-2.000"16.000"0,-5.000 22.000 15,-9.000 25.000 1,-7.000 18.000-16,-6.000 14.000 15,-1.000 3.000 1,4.000-5.000-16,3.000-14.000 16,6.000-15.000-1,5.000-13.000-15,0.000-13.000 16,0.000-12.000 0,-2.000-13.000-16,-7.000-15.000 15,-8.000-12.000 1,1.000-1.000-16</inkml:trace>
  <inkml:trace contextRef="#ctx0" brushRef="#br0">28259.000 17483.000 0,'40.000'8.000'0,"19.000"-2.000"16,6.000-6.000-16,-5.000-9.000 16,-5.000-2.000-1,-11.000-3.000 1,-10.000-2.000-16,-10.000-4.000 16,-10.000 6.000-16,-5.000 6.000 15</inkml:trace>
  <inkml:trace contextRef="#ctx0" brushRef="#br0">28452.000 17347.000 0,'0.000'28.000'16,"0.000"21.000"-16,-1.000 8.000 15,-2.000 3.000 1,-2.000 0.000-16,-3.000-6.000 15,1.000-11.000 1,-1.000-10.000-16,-3.000-11.000 16,1.000-7.000-16,2.000-7.000 15</inkml:trace>
  <inkml:trace contextRef="#ctx0" brushRef="#br0">28098.000 17826.000 0,'0.000'0.000'0,"28.000"5.000"16,17.000 1.000 0,11.000-5.000-1,6.000-4.000-15,3.000-5.000 16,5.000-2.000-16,1.000-3.000 15,3.000 0.000 1,-3.000 1.000-16,-1.000-5.000 16,-7.000-1.000-1,-6.000-2.000-15,-11.000 0.000 16,-15.000 4.000 0</inkml:trace>
  <inkml:trace contextRef="#ctx0" brushRef="#br0">29040.000 17730.000 0,'22.000'16.000'16,"-2.000"-4.000"-16,-5.000-7.000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2-11T09:06:21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1475.000 1534.000 0,'0.000'0.000'0,"0.000"0.000"16,0.000 0.000 0,-11.000-1.000-16,-2.000 1.000 15,4.000-3.000-15,9.000 3.000 16,4.000-5.000 0,14.000 0.000-16,10.000 3.000 15,7.000 4.000 1,2.000 3.000-16,-4.000 3.000 15,-6.000 3.000 1,-8.000 5.000-16,-6.000 5.000 16,-11.000 3.000-1,-15.000 6.000-15,-9.000 9.000 16,-10.000 2.000 0,-3.000-1.000-16,-1.000-3.000 15,8.000-4.000 1,9.000-10.000-16,11.000-2.000 15,8.000-7.000-15,12.000-2.000 16,14.000-4.000 0,3.000-4.000-16,8.000-4.000 15,-1.000 1.000 1,-3.000 1.000-16,-8.000 6.000 16,-6.000 2.000-1,-10.000 7.000-15,-9.000 12.000 16,-14.000 4.000-1,-11.000 8.000-15,-11.000 7.000 16,-13.000 4.000 0,-6.000 0.000-16,0.000-4.000 15,6.000-7.000 1,6.000-17.000-16,9.000-14.000 16</inkml:trace>
  <inkml:trace contextRef="#ctx0" brushRef="#br0">1854.000 2226.000 0,'0.000'0.000'0,"0.000"0.000"15,0.000 0.000-15</inkml:trace>
  <inkml:trace contextRef="#ctx0" brushRef="#br0">2334.000 1774.000 0,'0.000'0.000'15,"0.000"0.000"-15,0.000 0.000 16,24.000-1.000 0,17.000-5.000-16,10.000-6.000 15,1.000-2.000 1,-2.000-1.000-16,-6.000-2.000 15,-8.000 0.000 1,-5.000 3.000-16,-9.000 3.000 16,-9.000-1.000-16,-6.000 1.000 15,-7.000-2.000 1,-7.000-2.000-16,-8.000-4.000 16,-7.000 6.000-1,-1.000 2.000-15,4.000 5.000 16,7.000 4.000-1,1.000 6.000-15,2.000 5.000 16,3.000 5.000 0,3.000 10.000-16,6.000 9.000 15,5.000 12.000 1,-1.000 6.000-16,0.000 6.000 16,-1.000-2.000-1,-4.000-4.000 1,-2.000-8.000-16,-4.000-10.000 0,0.000-4.000 15,-6.000-11.000 1,-4.000-7.000-16,-2.000-5.000 16,-8.000-9.000-1,-1.000-5.000-15,0.000-6.000 16,1.000-2.000 0,6.000 0.000-16,5.000 0.000 15,5.000 1.000 1,10.000-4.000-16,13.000-5.000 15,15.000-5.000 1,8.000-3.000-16,8.000-1.000 16,6.000 1.000-1,-5.000 5.000-15,0.000 4.000 16,-8.000 9.000 0,-8.000 7.000-16,-7.000 6.000 15,-6.000 8.000 1,-6.000 11.000-1,-6.000 14.000-15,-4.000 9.000 16,-8.000 2.000-16,-2.000 5.000 16,-6.000-6.000-1,-2.000-9.000-15,-2.000-11.000 16,2.000-18.000-16,1.000-24.000 16,4.000-2.000-1</inkml:trace>
  <inkml:trace contextRef="#ctx0" brushRef="#br0">2711.000 1595.000 0,'0.000'0.000'0,"0.000"0.000"16,9.000 35.000-1,2.000 24.000-15,-9.000 15.000 16,-6.000 1.000-1,-7.000-5.000 1,-2.000-10.000-16,1.000-13.000 16,2.000-18.000-16,2.000-21.000 15,3.000-9.000 1</inkml:trace>
  <inkml:trace contextRef="#ctx0" brushRef="#br0">2644.000 1935.000 0,'0.000'0.000'0,"0.000"0.000"16,0.000 0.000-1,22.000 10.000-15,9.000 4.000 16,1.000 1.000 0,-4.000-1.000-16,-7.000-6.000 15,-21.000-8.000 1,7.000 5.000-16</inkml:trace>
  <inkml:trace contextRef="#ctx0" brushRef="#br0">2367.000 2414.000 0,'69.000'-19.000'0,"37.000"-6.000"16,0.000 3.000 0,-12.000 2.000-16,-24.000 1.000 15,-16.000 2.000-15,-17.000 5.000 16</inkml:trace>
  <inkml:trace contextRef="#ctx0" brushRef="#br0">3149.000 1748.000 0,'44.000'-13.000'0,"16.000"-1.000"15,-1.000-2.000 1,-10.000 3.000-16,-8.000 2.000 16,-12.000-1.000-1,-9.000-5.000-15,-7.000 2.000 16</inkml:trace>
  <inkml:trace contextRef="#ctx0" brushRef="#br0">3174.000 2030.000 0,'48.000'-15.000'0,"15.000"-8.000"16,0.000-2.000 0,-11.000-4.000-16,-14.000-2.000 15,-15.000 1.000 1,-17.000 4.000-16,-16.000 7.000 16,-2.000 9.000-1</inkml:trace>
  <inkml:trace contextRef="#ctx0" brushRef="#br0">3300.000 1883.000 0,'-2.000'22.000'0,"0.000"12.000"15,2.000 8.000-15,0.000 5.000 16,2.000 0.000 0,-2.000 0.000-16,0.000-9.000 15,-2.000-10.000 1,4.000-11.000-16,2.000-17.000 15,10.000-18.000 1,5.000-17.000-16,3.000-19.000 16,0.000-18.000-1,-1.000-8.000-15,1.000 11.000 16,-2.000 14.000 0,-7.000 16.000-16,-2.000 19.000 15,-11.000 20.000 1,9.000 1.000-1,-1.000 20.000-15,-6.000 16.000 16,-4.000 10.000-16,-2.000 5.000 16,0.000 2.000-1,-3.000-8.000-15,2.000-11.000 16,1.000-14.000 0,4.000-22.000-16,2.000-27.000 15,1.000-7.000 1</inkml:trace>
  <inkml:trace contextRef="#ctx0" brushRef="#br0">3518.000 1527.000 0,'27.000'-24.000'0,"7.000"-7.000"15,-1.000 1.000-15,-1.000 9.000 16,-6.000 9.000-1,-3.000 4.000-15,-6.000 4.000 16,-1.000 8.000 0,-2.000 3.000-16,0.000 3.000 15,-1.000 5.000 1,0.000 9.000-16,0.000 13.000 16,-2.000 11.000-16,-2.000 14.000 15,-3.000 9.000 1,-4.000 5.000-16,-1.000 5.000 15,-1.000-4.000 1,2.000-9.000-16,1.000-12.000 16,0.000-12.000-1,-3.000-11.000-15,-1.000-15.000 16,-3.000-19.000 0,-1.000-19.000-16,2.000-4.000 15</inkml:trace>
  <inkml:trace contextRef="#ctx0" brushRef="#br0">3695.000 1910.000 0,'-4.000'41.000'16,"-12.000"28.000"-1,-5.000 6.000-15,-12.000 1.000 16,-3.000-10.000-1,2.000-15.000 1,3.000-27.000-16,8.000-15.000 16</inkml:trace>
  <inkml:trace contextRef="#ctx0" brushRef="#br0">3654.000 2209.000 0,'17.000'18.000'15,"9.000"11.000"1,0.000 1.000-16,-1.000-2.000 16,1.000-7.000-1,-1.000-11.000-15,1.000-18.000 16,5.000-16.000 0,-2.000-17.000-16,5.000-22.000 15,1.000-19.000-15,-8.000-10.000 16,-6.000 19.000-1</inkml:trace>
  <inkml:trace contextRef="#ctx0" brushRef="#br0">4175.000 1415.000 0,'0.000'0.000'0,"0.000"0.000"15,-12.000 16.000 1,-6.000 6.000-16,-1.000 5.000 16,10.000 0.000-1,8.000-3.000-15,13.000-8.000 16,17.000-8.000 0,11.000-5.000-16,8.000-7.000 15,1.000 3.000 1,-4.000 2.000-16,-11.000 7.000 15,-9.000 1.000-15,-13.000 7.000 16,-14.000 7.000 0,-23.000 5.000-16,-13.000 0.000 15,-15.000-5.000 1,-6.000-10.000-16,5.000-13.000 16,11.000-13.000-1,14.000-1.000-15,12.000 3.000 16</inkml:trace>
  <inkml:trace contextRef="#ctx0" brushRef="#br0">4074.000 1748.000 0,'6.000'25.000'15,"6.000"12.000"-15,-4.000 7.000 16,4.000 0.000 0,-2.000-1.000-16,-1.000-9.000 15,-2.000-10.000 1,0.000-10.000-16,-1.000-15.000 15,-1.000-23.000 1,-4.000-19.000-16,-3.000-7.000 16,-2.000 8.000-1,4.000 6.000-15,0.000 17.000 16,0.000 8.000 0,2.000 4.000-16,5.000-2.000 15,9.000-2.000-15,13.000-1.000 16,11.000-3.000-1,10.000 0.000-15,4.000 5.000 16,-1.000 4.000 0,0.000 7.000-16,-11.000 10.000 15,-7.000 5.000 1,-13.000 6.000-16,-16.000 3.000 16,-14.000 3.000-1,-20.000-1.000-15,-17.000-3.000 16,-9.000-9.000-1,-2.000-9.000-15,8.000-13.000 16,17.000-3.000 0,12.000-11.000-16,8.000 8.000 15,15.000 9.000-15,7.000 8.000 16,-2.000-2.000 0,-9.000-2.000-16,8.000 6.000 15,-2.000 6.000 1,-7.000 9.000-1,-10.000 7.000-15,-8.000 3.000 16,-11.000 0.000-16,-1.000-6.000 16,6.000-6.000-1,9.000-6.000-15,16.000-13.000 16,5.000 0.000-16,15.000-9.000 16,15.000-11.000-1,7.000-2.000-15,1.000 0.000 16,0.000 7.000-1,-10.000 4.000-15,-11.000 6.000 16,-10.000 5.000 0,-14.000 13.000-16,-17.000 5.000 15,-19.000 12.000-15,-17.000 2.000 16,-8.000 1.000 0,4.000-2.000-16,10.000-7.000 15,16.000-9.000 1,33.000-15.000-1,0.000 3.000-15,29.000-10.000 16,24.000-6.000-16,16.000-2.000 16,8.000 5.000-1,-6.000 5.000-15,-7.000 10.000 16,-11.000 12.000 0,-17.000 15.000-16,-15.000 8.000 15,-19.000 7.000 1,-19.000 3.000-16,-11.000-6.000 15,-11.000-8.000 1,-5.000-13.000-16,-4.000-27.000 16,12.000-23.000-1,12.000-2.000-15</inkml:trace>
  <inkml:trace contextRef="#ctx0" brushRef="#br0">4385.000 2141.000 0,'0.000'0.000'0,"-23.000"18.000"16,-18.000 8.000-16,-5.000 9.000 15,-7.000-5.000 1,8.000-16.000-16,11.000-11.000 16,13.000-10.000-1</inkml:trace>
  <inkml:trace contextRef="#ctx0" brushRef="#br0">4369.000 2217.000 0,'-22.000'23.000'0,"-18.000"12.000"16,-11.000-1.000-1,-2.000-20.000-15,10.000-10.000 16</inkml:trace>
  <inkml:trace contextRef="#ctx0" brushRef="#br0">4790.000 1978.000 0,'0.000'0.000'15,"-33.000"31.000"1,-20.000 16.000-16,-5.000 2.000 16,6.000-5.000-1,17.000-11.000-15,17.000-7.000 16,25.000-11.000 0,20.000-6.000-16,15.000-11.000 15,11.000-1.000 1,-2.000 1.000-16,-4.000-1.000 15,-10.000 3.000 1,-12.000 0.000-16,-14.000-5.000 16,-8.000-3.000-16</inkml:trace>
  <inkml:trace contextRef="#ctx0" brushRef="#br0">5327.000 1270.000 0,'28.000'17.000'16,"11.000"11.000"-16,-5.000 4.000 16,-12.000 4.000-1,-20.000-7.000-15,-7.000-11.000 16</inkml:trace>
  <inkml:trace contextRef="#ctx0" brushRef="#br0">5116.000 1620.000 0,'7.000'24.000'0,"1.000"13.000"15,-1.000 7.000 1,0.000-9.000-16,-5.000-7.000 16,0.000-24.000-16,1.000-16.000 15,0.000-4.000 1</inkml:trace>
  <inkml:trace contextRef="#ctx0" brushRef="#br0">5285.000 1595.000 0,'81.000'-18.000'16,"31.000"0.000"0,-11.000 7.000-16,-22.000 10.000 15,-26.000 11.000 1,-22.000 10.000-16,-21.000 8.000 16,-24.000 6.000-1,-24.000 2.000-15,-24.000-10.000 16,-21.000-7.000-16,-8.000-1.000 15,16.000-3.000 1</inkml:trace>
  <inkml:trace contextRef="#ctx0" brushRef="#br0">5184.000 1910.000 0,'65.000'-19.000'0,"33.000"-7.000"15,-2.000 3.000 1,-15.000 7.000-16,-16.000 4.000 15,-18.000 2.000 1,-20.000-2.000-16,-19.000-6.000 16,-8.000 1.000-1</inkml:trace>
  <inkml:trace contextRef="#ctx0" brushRef="#br0">5386.000 1722.000 0,'-9.000'26.000'16,"-15.000"18.000"-16,-11.000 21.000 15,-13.000 12.000 1,-6.000 8.000-16,1.000-5.000 16,-3.000-21.000-1,13.000-24.000-15</inkml:trace>
  <inkml:trace contextRef="#ctx0" brushRef="#br0">5453.000 2038.000 0,'-15.000'25.000'16,"-19.000"17.000"-1,-9.000 12.000-15,-1.000-3.000 16,4.000-11.000 0,16.000-13.000-16,12.000-15.000 15,23.000-15.000-15,14.000-10.000 16,17.000-10.000 0,7.000-4.000-16,5.000 5.000 15,-12.000 12.000 1,-10.000 7.000-16,-6.000 13.000 15,-15.000 7.000 1,-12.000 11.000-16,-11.000 3.000 16,-7.000-3.000-1,-4.000-8.000-15,1.000-23.000 16,6.000-7.000 0</inkml:trace>
  <inkml:trace contextRef="#ctx0" brushRef="#br0">5864.000 1765.000 0,'50.000'-8.000'16,"15.000"2.000"-1,-12.000 19.000-15,-22.000 14.000 16,-26.000 13.000-1,-22.000 6.000-15,-10.000 1.000 16,-9.000-6.000-16,0.000-11.000 16,-5.000-16.000-1,3.000-20.000-15,4.000-13.000 16,10.000-5.000 0,12.000 6.000-16,12.000 18.000 15,1.000-5.000 1,10.000 10.000-16,5.000 9.000 15,9.000 5.000 1,7.000 5.000-16,4.000 5.000 16,2.000-1.000-1,-3.000-4.000-15,-8.000-3.000 16,-7.000-10.000 0,-1.000-10.000-16,-4.000-15.000 15,-3.000-16.000-15,-6.000-3.000 16</inkml:trace>
  <inkml:trace contextRef="#ctx0" brushRef="#br0">6126.000 1705.000 0,'9.000'37.000'16,"1.000"22.000"-1,-5.000 0.000-15,-6.000-9.000 16,-5.000-21.000 0,-1.000-23.000-16,4.000-19.000 15,3.000-2.000-15</inkml:trace>
  <inkml:trace contextRef="#ctx0" brushRef="#br0">6167.000 1508.000 0,'22.000'-21.000'16,"11.000"-8.000"-1,6.000 2.000-15,1.000 5.000 16,-2.000 8.000 0,-3.000 4.000-16,-5.000 5.000 15,-6.000 2.000 1,-7.000 4.000-16,-3.000 2.000 15,-3.000 8.000-15,-4.000 12.000 16,-4.000 14.000 0,-6.000 15.000-16,-3.000 14.000 15,-1.000 12.000-15,-3.000 4.000 16,1.000 3.000 0,3.000-2.000-1,4.000-10.000-15,4.000-11.000 16,-2.000-15.000-16,0.000-17.000 15,0.000-30.000 1,-7.000 0.000-16,-7.000-25.000 16,4.000-1.000-1</inkml:trace>
  <inkml:trace contextRef="#ctx0" brushRef="#br0">6252.000 1919.000 0,'-4.000'41.000'0,"-11.000"25.000"16,-3.000 7.000-16,-6.000-1.000 15,-6.000-11.000 1,-2.000-17.000-16,-1.000-22.000 16,9.000-12.000-1</inkml:trace>
  <inkml:trace contextRef="#ctx0" brushRef="#br0">6185.000 2217.000 0,'18.000'24.000'0,"13.000"13.000"16,8.000-1.000-1,2.000-8.000-15,-2.000-11.000 16,2.000-14.000-16,2.000-17.000 15,6.000-22.000 1,0.000-24.000 0,1.000-21.000-16,-5.000-8.000 15,-5.000 7.000 1,-10.000 23.000-16</inkml:trace>
  <inkml:trace contextRef="#ctx0" brushRef="#br0">7118.000 1542.000 0,'0.000'0.000'15,"40.000"-2.000"1,19.000-1.000-16,0.000 5.000 16,-13.000 6.000-16,-22.000 0.000 15,-21.000 1.000 1,-8.000-2.000-16</inkml:trace>
  <inkml:trace contextRef="#ctx0" brushRef="#br0">6958.000 1894.000 0,'46.000'-6.000'0,"29.000"-5.000"16,9.000-6.000-1,-1.000 3.000 1,-13.000 0.000-16,-18.000 3.000 16,-18.000 3.000-16,-17.000 0.000 15,-24.000-3.000 1,-19.000-3.000-16,-2.000 4.000 16</inkml:trace>
  <inkml:trace contextRef="#ctx0" brushRef="#br0">7118.000 1798.000 0,'11.000'32.000'0,"5.000"23.000"16,-7.000 12.000-1,-4.000 2.000-15,-2.000-5.000 16,-3.000-16.000-1,3.000-10.000-15,4.000-18.000 16,7.000-13.000 0,10.000-25.000-16,10.000-23.000 15,1.000-22.000 1,4.000-19.000-16,-2.000-4.000 16,-5.000 4.000-1,-3.000 14.000-15,-8.000 18.000 16,-6.000 18.000-1,-6.000 14.000-15,-9.000 18.000 16,8.000 5.000 0,-3.000 22.000-16,-1.000 20.000 15,-2.000 11.000 1,-2.000 5.000-16,0.000-6.000 16,0.000-12.000-1,0.000-13.000-15,0.000-14.000 16,0.000-23.000-1,-4.000-27.000-15,-1.000-27.000 16,-5.000-21.000 0,3.000 13.000-16</inkml:trace>
  <inkml:trace contextRef="#ctx0" brushRef="#br0">7403.000 1449.000 0,'54.000'-24.000'0,"22.000"-5.000"16,0.000 9.000-16,-14.000 13.000 16,-11.000 12.000-1,-13.000 9.000-15,-11.000 7.000 16,-12.000 14.000 0,-11.000 15.000-1,-10.000 10.000-15,-10.000 9.000 16,-4.000 2.000-16,-3.000-1.000 15,-2.000-9.000 1,2.000-24.000-16,2.000-21.000 16,5.000-9.000-1</inkml:trace>
  <inkml:trace contextRef="#ctx0" brushRef="#br0">7529.000 1705.000 0,'31.000'-3.000'15,"14.000"4.000"-15,-3.000 8.000 16,-7.000 4.000-16,-10.000 1.000 16,-13.000 5.000-1,-13.000-1.000-15,-13.000 6.000 16,-14.000 6.000-1,-11.000 0.000 1,0.000 1.000-16,7.000-2.000 16,8.000-4.000-16,9.000-6.000 15,15.000-6.000 1,20.000-8.000-16,14.000-7.000 16,13.000-11.000-1,3.000-6.000-15,-1.000-1.000 16,-10.000 0.000-1,-11.000 1.000-15,-17.000-1.000 16,-14.000 0.000 0,-14.000-3.000-16,-13.000-11.000 15,-14.000-7.000 1,6.000 5.000-16</inkml:trace>
  <inkml:trace contextRef="#ctx0" brushRef="#br0">7572.000 1620.000 0,'9.000'24.000'0,"7.000"23.000"15,-1.000 17.000 1,-6.000 11.000-16,-3.000 4.000 16,-6.000 4.000-16,-3.000 0.000 15,-2.000-4.000 1,1.000-12.000-16,-1.000-18.000 15,1.000-21.000 1,4.000-28.000-16,-7.000-4.000 16,1.000-10.000-1</inkml:trace>
  <inkml:trace contextRef="#ctx0" brushRef="#br0">7496.000 2149.000 0,'0.000'0.000'0,"22.000"-7.000"16,18.000-2.000 0,7.000 6.000-1,-4.000 1.000-15,-4.000 6.000 16,-9.000 2.000-16,-9.000 7.000 16,-11.000 9.000-1,-15.000 9.000-15,-13.000 9.000 16,-13.000 5.000-1,-3.000-2.000-15,4.000-5.000 16,8.000-6.000 0,11.000-9.000-16,16.000-7.000 15,17.000-13.000 1,15.000-13.000-16,15.000-10.000 16,10.000-7.000-1,0.000-2.000-15,-6.000-1.000 16,-12.000 0.000-1,-16.000-6.000-15,-18.000-9.000 16,-8.000 8.000 0</inkml:trace>
  <inkml:trace contextRef="#ctx0" brushRef="#br0">8102.000 1500.000 0,'0.000'0.000'15,"4.000"21.000"-15,-6.000 7.000 16,-2.000-3.000-16</inkml:trace>
  <inkml:trace contextRef="#ctx0" brushRef="#br0">8001.000 2013.000 0,'0.000'43.000'15,"0.000"22.000"1,-1.000-3.000-16,0.000-13.000 16,0.000-17.000-1,5.000-23.000-15,8.000-23.000 16,11.000-28.000-1,7.000-26.000-15,8.000-21.000 16,5.000-16.000 0,6.000-6.000-16,7.000 12.000 15,3.000 7.000 1,-6.000 15.000-16,-10.000 15.000 16,-15.000 19.000-1,-9.000 17.000-15,-9.000 14.000 16,-10.000 12.000-1,-7.000 8.000-15,-15.000 18.000 16,-7.000 9.000 0,1.000 8.000-16,8.000 0.000 15,15.000-3.000 1,20.000-8.000-16,18.000-7.000 16,22.000-11.000-1,9.000-3.000-15,1.000-3.000 16,-8.000 1.000-1,-12.000 3.000-15,-16.000 8.000 16,-22.000 11.000 0,-24.000 12.000-16,-20.000 13.000 15,-17.000 10.000 1,-4.000 5.000-16,4.000 1.000 16,11.000-6.000-1,15.000-13.000-15,19.000-14.000 16,17.000-14.000-16,22.000-15.000 15,17.000-17.000 1,12.000-12.000 0,2.000-11.000-16,-4.000-2.000 15,-11.000-3.000-15,-15.000 4.000 16,-14.000 3.000 0,-18.000 4.000-16,-15.000 6.000 15,-15.000 8.000 1,-11.000 8.000-16,-1.000 6.000 15,-1.000 4.000 1,6.000 0.000-16,13.000-10.000 16,9.000-5.000-1</inkml:trace>
  <inkml:trace contextRef="#ctx0" brushRef="#br0">9144.000 2115.000 0,'0.000'0.000'0,"0.000"0.000"15,0.000 0.000-15</inkml:trace>
  <inkml:trace contextRef="#ctx0" brushRef="#br0">9952.000 1381.000 0,'-34.000'41.000'0,"-18.000"28.000"16,-1.000 17.000-16,5.000 4.000 15,12.000 6.000 1,15.000-3.000-16,18.000-7.000 15,16.000-7.000 1,10.000-8.000-16,11.000-6.000 16,2.000-12.000-1,-3.000-8.000-15,-5.000-11.000 16,-8.000-9.000 0,-5.000-11.000-16,-6.000-23.000 15,-3.000-21.000 1,-8.000-21.000-16,-3.000 4.000 15</inkml:trace>
  <inkml:trace contextRef="#ctx0" brushRef="#br0">10069.000 1628.000 0,'76.000'-34.000'16,"25.000"-11.000"0,-9.000 8.000-16,-20.000 5.000 15,-21.000 9.000 1,-19.000 1.000-16,-14.000 3.000 16,-11.000-1.000-1,-14.000-3.000-15,-7.000 4.000 16,-7.000 4.000-1,-3.000 11.000-15,2.000 7.000 16,2.000 9.000-16,5.000 7.000 16,4.000 6.000-1,7.000 11.000-15,7.000 8.000 16,3.000 9.000-16,3.000 6.000 16,1.000 8.000-1,-4.000 7.000-15,-7.000-6.000 16,-3.000-5.000-1,-3.000-11.000-15,-4.000-9.000 16,-4.000-14.000 0,-4.000-13.000-16,-5.000-11.000 15,-8.000-12.000 1,1.000-13.000-16,0.000-10.000 16,9.000-6.000-1,6.000-3.000-15,11.000 1.000 16,19.000 1.000-1,13.000 0.000-15,18.000-1.000 16,14.000 0.000 0,7.000 3.000-16,3.000 2.000 15,-1.000 2.000 1,-7.000 5.000-16,-8.000 7.000 16,-15.000 7.000-1,-13.000 9.000-15,-10.000 10.000 16,-9.000 14.000-1,-11.000 14.000-15,-11.000 9.000 16,-10.000 6.000-16,-7.000 3.000 16,-1.000-4.000-1,2.000-9.000-15,3.000-21.000 16,6.000-25.000 0,8.000-5.000-16</inkml:trace>
  <inkml:trace contextRef="#ctx0" brushRef="#br0">10591.000 1423.000 0,'0.000'41.000'15,"-6.000"26.000"1,-12.000 22.000-16,-8.000 3.000 15,-7.000-3.000 1,-3.000-15.000-16,0.000-21.000 16,4.000-24.000-16,6.000-15.000 15</inkml:trace>
  <inkml:trace contextRef="#ctx0" brushRef="#br0">10380.000 1808.000 0,'32.000'2.000'16,"16.000"5.000"0,-3.000 8.000-16,-6.000 10.000 15,-11.000-1.000 1,-15.000-3.000-16,-13.000-2.000 16,-4.000-6.000-16</inkml:trace>
  <inkml:trace contextRef="#ctx0" brushRef="#br0">10187.000 2183.000 0,'0.000'0.000'15,"49.000"-5.000"-15,31.000-2.000 16,12.000-2.000-1,-1.000-4.000 1,-3.000 5.000-16,-12.000 0.000 16,-10.000 5.000-1,-11.000 5.000-15,-11.000-3.000 16,-17.000-7.000-16,-9.000 0.000 16</inkml:trace>
  <inkml:trace contextRef="#ctx0" brushRef="#br0">11036.000 1790.000 0,'0.000'0.000'0,"24.000"-10.000"16,22.000-6.000-16,13.000-3.000 15,4.000 2.000 1,4.000 2.000-1,-1.000 1.000-15,-5.000 7.000 16,-8.000 2.000-16,-9.000 3.000 16,-12.000 8.000-1,-7.000 11.000-15,-14.000 10.000 16,-14.000 14.000 0,-12.000 13.000-16,-15.000 8.000 15,-11.000 4.000 1,-6.000-3.000-16,-4.000-8.000 15,3.000-11.000 1,5.000-19.000 0,7.000-18.000-16,5.000-26.000 15,9.000-23.000-15,9.000 0.000 16</inkml:trace>
  <inkml:trace contextRef="#ctx0" brushRef="#br0">11356.000 1508.000 0,'-12.000'38.000'16,"-15.000"30.000"-16,-13.000 17.000 16,-4.000 6.000-1,1.000-6.000-15,4.000-16.000 16,8.000-18.000-1,12.000-25.000 1,16.000-26.000-16,14.000-29.000 16,1.000 0.000-16</inkml:trace>
  <inkml:trace contextRef="#ctx0" brushRef="#br0">11667.000 1389.000 0,'19.000'41.000'0,"2.000"0.000"15,-5.000-10.000 1</inkml:trace>
  <inkml:trace contextRef="#ctx0" brushRef="#br0">11852.000 1262.000 0,'0.000'0.000'16,"0.000"0.000"-1,13.000 24.000-15,6.000 10.000 16,-2.000-10.000 0,3.000-12.000-16,0.000-14.000 15,-5.000-5.000-15</inkml:trace>
  <inkml:trace contextRef="#ctx0" brushRef="#br0">12197.000 1168.000 0,'6.000'37.000'16,"-10.000"17.000"-1,-24.000 7.000-15,-18.000-1.000 16,-17.000-5.000 0,-3.000-10.000-16,14.000-13.000 15</inkml:trace>
  <inkml:trace contextRef="#ctx0" brushRef="#br0">11642.000 1696.000 0,'6.000'25.000'16,"4.000"9.000"-1,-1.000-3.000 1,-2.000-9.000-16,-2.000-10.000 15,5.000-15.000-15,10.000-9.000 16,11.000-15.000 0,16.000-5.000-16,9.000-4.000 15,10.000 0.000 1,7.000 4.000-16,0.000 10.000 16,-4.000 9.000-16,-11.000 11.000 15,-16.000 6.000 1,-13.000 8.000-16,-15.000 6.000 15,-18.000 6.000 1,-19.000 3.000-16,-16.000 0.000 16,-15.000-10.000-1,-3.000-3.000-15,0.000 1.000 16,7.000 2.000 0,15.000 5.000-16,11.000-7.000 15,13.000-2.000 1,11.000-4.000-16,11.000 0.000 15,11.000-3.000 1,2.000 9.000-16,2.000-1.000 16,-3.000 4.000-1,-4.000 3.000-15,-8.000 1.000 16,-4.000 4.000-16,0.000 3.000 16,-3.000 2.000-16,-3.000 4.000 15,-1.000 2.000 1,-3.000-1.000-16,-1.000 2.000 15,-8.000-4.000 1,1.000-6.000-16,-4.000-6.000 16,-1.000-9.000-16,-2.000-8.000 15,-1.000-11.000 1,-4.000-7.000-16,-1.000-9.000 16,6.000-5.000-1,5.000-2.000 1,10.000-3.000-16,13.000-3.000 15,14.000 1.000-15,12.000 2.000 16,12.000 3.000 0,1.000 1.000-16,-1.000 2.000 15,-4.000-1.000 1,-2.000 2.000-16,-8.000-7.000 16,-7.000-4.000-1,-10.000 8.000-15,-6.000 9.000 16</inkml:trace>
  <inkml:trace contextRef="#ctx0" brushRef="#br0">12492.000 1467.000 0,'64.000'60.000'0,"14.000"33.000"15,-20.000 13.000 1,-33.000 2.000-16,-35.000 2.000 16,-34.000-10.000-1,-19.000-24.000-15,7.000-26.000 16</inkml:trace>
  <inkml:trace contextRef="#ctx0" brushRef="#br0">12618.000 2464.000 0</inkml:trace>
  <inkml:trace contextRef="#ctx0" brushRef="#br0">3065.000 3326.000 0,'-17.000'6.000'0,"-4.000"7.000"15,2.000-2.000-15,6.000-1.000 16,7.000-5.000-1,1.000 0.000-15,5.000-5.000 16,5.000 0.000 0,12.000-1.000-16,7.000-1.000 15,11.000-2.000 1,8.000 1.000-16,8.000-1.000 16,-3.000 3.000-1,-2.000 1.000-15,-7.000 2.000 16,-7.000-1.000-1,-10.000-3.000-15,-7.000-8.000 16,-10.000-11.000-16,-2.000 3.000 16</inkml:trace>
  <inkml:trace contextRef="#ctx0" brushRef="#br0">3174.000 3224.000 0,'0.000'22.000'15,"-4.000"17.000"1,-10.000 13.000-16,-5.000 6.000 16,-5.000 4.000-1,0.000-6.000-15,5.000-8.000 16,7.000-10.000-1,8.000-12.000-15,12.000-9.000 16,10.000-11.000 0,14.000-12.000-16,9.000-8.000 15,2.000-2.000 1,-2.000 0.000 0,-9.000 4.000-16,-9.000 1.000 15,-21.000 1.000-15,-8.000 3.000 16</inkml:trace>
  <inkml:trace contextRef="#ctx0" brushRef="#br0">2821.000 3967.000 0,'47.000'-8.000'0,"28.000"-8.000"15,1.000-3.000 1,-3.000-5.000-16,-12.000 3.000 16,-10.000-1.000-1,-10.000 3.000-15,-17.000-5.000 16,-12.000 2.000-16,-10.000 4.000 16</inkml:trace>
  <inkml:trace contextRef="#ctx0" brushRef="#br0">3132.000 3803.000 0,'-9.000'43.000'0,"-1.000"16.000"16,1.000 0.000-1,5.000-7.000-15,6.000-13.000 16,9.000-15.000-1,11.000-17.000-15,8.000-17.000 16,3.000-17.000 0,2.000-15.000-16,-2.000-13.000 15,-3.000-17.000 1,-10.000 11.000-16</inkml:trace>
  <inkml:trace contextRef="#ctx0" brushRef="#br0">3359.000 3616.000 0,'57.000'-16.000'15,"28.000"-11.000"1,4.000 3.000-16,-6.000 0.000 16,-10.000 8.000-16,-15.000 2.000 15,-18.000 3.000 1,-15.000 4.000-1,-14.000-3.000-15,-17.000 1.000 16,-14.000-3.000-16,-15.000-9.000 16,-6.000-9.000-1,6.000 2.000-15</inkml:trace>
  <inkml:trace contextRef="#ctx0" brushRef="#br0">3544.000 3242.000 0,'16.000'35.000'16,"1.000"31.000"-1,-2.000 15.000-15,-10.000 16.000 16,-7.000 9.000 0,-4.000 4.000-16,-4.000-4.000 15,-1.000-11.000 1,1.000-16.000-16,0.000-17.000 15,2.000-19.000 1,-3.000-19.000-16,-4.000-20.000 16,-2.000-19.000-1,-1.000-24.000-15,-2.000-16.000 16,3.000-9.000 0,2.000 8.000-16,6.000 15.000 15,2.000 13.000-15,4.000 12.000 16,5.000 6.000-1,4.000 7.000-15,8.000 6.000 16,5.000 3.000 0,0.000-4.000-16,-8.000-9.000 15,-3.000-3.000 1</inkml:trace>
  <inkml:trace contextRef="#ctx0" brushRef="#br0">3974.000 3121.000 0,'22.000'10.000'16,"8.000"12.000"-16,-9.000 9.000 15,-11.000-1.000 1,-7.000-8.000-16</inkml:trace>
  <inkml:trace contextRef="#ctx0" brushRef="#br0">4006.000 3566.000 0,'5.000'68.000'0,"-5.000"27.000"16,-5.000-7.000 0,-5.000-26.000-16,-1.000-33.000 15,4.000-20.000 1</inkml:trace>
  <inkml:trace contextRef="#ctx0" brushRef="#br0">4317.000 3361.000 0,'56.000'-47.000'16,"15.000"-9.000"-16,-5.000 11.000 15,-19.000 13.000 1,-13.000 17.000-16,-11.000 12.000 15,-7.000 13.000 1,-4.000 12.000-16,-6.000 11.000 16,0.000 14.000-1,0.000 13.000-15,4.000 19.000 16,1.000 12.000 0,-2.000 7.000-1,3.000 5.000-15,-3.000 0.000 16,2.000-7.000-16,-1.000-9.000 15,-3.000-13.000 1,-3.000-11.000-16,-3.000-16.000 16,-7.000-16.000-1,-3.000-17.000-15,-11.000-18.000 16,-11.000-19.000 0,-3.000-21.000-16,-8.000-17.000 15,-3.000-9.000 1,-6.000 3.000-16,-2.000 6.000 15,8.000 13.000-15</inkml:trace>
  <inkml:trace contextRef="#ctx0" brushRef="#br0">4141.000 3694.000 0,'0.000'0.000'16,"36.000"-13.000"-1,16.000-7.000-15,9.000-2.000 16,0.000-1.000-1,-4.000 3.000-15,-10.000 1.000 16,-13.000-1.000 0,-9.000 1.000-16,-11.000-5.000 15,-10.000 3.000-15,-13.000-1.000 16,-12.000 6.000 0,-5.000 6.000-16,2.000 11.000 15,-3.000 8.000 1,8.000 0.000-16,6.000 5.000 15,5.000 12.000 1,6.000 10.000-16,5.000 9.000 16,2.000 9.000-1,-2.000 8.000-15,-3.000 8.000 16,-3.000 4.000 0,-9.000-8.000-16,-3.000-9.000 15,0.000-13.000 1,1.000-25.000-16,4.000-12.000 15</inkml:trace>
  <inkml:trace contextRef="#ctx0" brushRef="#br0">4284.000 3745.000 0,'-21.000'26.000'15,"-19.000"17.000"-15,-11.000 11.000 16,-1.000-16.000 0,11.000-14.000-16</inkml:trace>
  <inkml:trace contextRef="#ctx0" brushRef="#br0">5529.000 3053.000 0,'-21.000'18.000'0,"-24.000"15.000"15,-24.000 9.000 1,-19.000 7.000-16,-6.000-2.000 16,3.000-2.000-1,13.000-18.000-15,19.000-10.000 16</inkml:trace>
  <inkml:trace contextRef="#ctx0" brushRef="#br0">5100.000 3275.000 0,'21.000'16.000'16,"1.000"12.000"-16,-20.000 9.000 15,-24.000 6.000-15,-15.000 1.000 16,-9.000-5.000 0,2.000-5.000-16,12.000-10.000 15,16.000-8.000 1,17.000-11.000-16,20.000-9.000 16,19.000-5.000-1,8.000-7.000-15,7.000 1.000 16,1.000 1.000-16,-8.000 5.000 15,-12.000 6.000 1,-18.000 5.000-16,-18.000 9.000 16,-18.000 6.000-1,-18.000 7.000-15,-9.000-1.000 16,-4.000 3.000 0,6.000-1.000-16,10.000-5.000 15,17.000-2.000 1,22.000-8.000-16,21.000-6.000 15,20.000-7.000 1,12.000-1.000-16,4.000 0.000 16,-5.000 1.000-1,-14.000 0.000-15,-16.000 2.000 16,-28.000 1.000 0,3.000 8.000-16,-24.000 0.000 15,-19.000-6.000 1,-9.000-6.000-16,-1.000-1.000 15,12.000 1.000-15</inkml:trace>
  <inkml:trace contextRef="#ctx0" brushRef="#br0">5108.000 3788.000 0,'22.000'53.000'15,"1.000"20.000"-15,-4.000-1.000 16,-11.000-14.000-1,-11.000-18.000-15,-9.000-22.000 16,-1.000-13.000 0</inkml:trace>
  <inkml:trace contextRef="#ctx0" brushRef="#br0">4966.000 3941.000 0,'0.000'0.000'16,"-12.000"15.000"-1,-2.000-3.000-15,5.000-3.000 16</inkml:trace>
  <inkml:trace contextRef="#ctx0" brushRef="#br0">5368.000 3899.000 0,'0.000'0.000'0,"0.000"0.000"15,15.000 17.000 1,-1.000 8.000-16,-5.000-7.000 16,-8.000-22.000-16,-4.000-6.000 15</inkml:trace>
  <inkml:trace contextRef="#ctx0" brushRef="#br0">5596.000 3275.000 0,'0.000'0.000'0,"0.000"41.000"16,-1.000 27.000 0,0.000 14.000-16,0.000 4.000 15,0.000-6.000 1,0.000-2.000 0,-2.000-8.000-16,-1.000-10.000 15,-3.000-12.000-15,-5.000-12.000 16,-5.000-8.000-1,-2.000-18.000-15,-3.000-24.000 16,4.000-30.000 0,8.000-3.000-16</inkml:trace>
  <inkml:trace contextRef="#ctx0" brushRef="#br0">5933.000 3138.000 0,'0.000'0.000'16,"0.000"0.000"-1,-36.000 28.000-15,-16.000 15.000 16,-3.000 3.000 0,15.000-5.000-16,18.000-11.000 15,26.000-10.000 1,23.000-10.000-16,18.000-10.000 15,14.000-4.000-15,4.000-3.000 16,0.000 0.000 0,-11.000 4.000-16,-14.000 10.000 15,-19.000 7.000 1,-21.000 8.000-16,-24.000 8.000 16,-19.000 8.000-1,-9.000-3.000-15,3.000-3.000 16,12.000-8.000-1,13.000-8.000-15,26.000-16.000 16,5.000 6.000 0,21.000-9.000-16,8.000-1.000 15,2.000 2.000 1,-12.000 7.000-16,-10.000 10.000 16,-16.000 11.000-1,-20.000 12.000-15,-18.000 15.000 16,-14.000 4.000-1,-8.000 2.000-15,-1.000-1.000 16,5.000-8.000 0,10.000-11.000-16,16.000-21.000 15,20.000-26.000 1,7.000-10.000-16</inkml:trace>
  <inkml:trace contextRef="#ctx0" brushRef="#br0">5907.000 3779.000 0,'4.000'27.000'0,"-1.000"13.000"15,0.000 5.000-15,-2.000-6.000 16,3.000-10.000 0,12.000-8.000-16,11.000-13.000 15,11.000-15.000 1,8.000-11.000-16,5.000-8.000 15,-1.000-3.000 1,-10.000 3.000 0,-12.000 1.000-16,-9.000 2.000 15,-12.000-2.000-15,-16.000-2.000 16,-12.000-2.000 0,-6.000-11.000-16,3.000 6.000 15</inkml:trace>
  <inkml:trace contextRef="#ctx0" brushRef="#br0">6832.000 3148.000 0,'2.000'30.000'0,"-11.000"19.000"15,-18.000 4.000-15,-13.000-9.000 16,5.000-13.000 0</inkml:trace>
  <inkml:trace contextRef="#ctx0" brushRef="#br0">6622.000 3608.000 0,'11.000'24.000'16,"5.000"13.000"-16,-2.000-1.000 15,-1.000-5.000 1,-5.000-4.000-16,-3.000-2.000 16,-3.000-7.000-1,0.000-7.000-15,-2.000-11.000 16,7.000-4.000-16,7.000-14.000 16,11.000-9.000-1,8.000-2.000 1,11.000-3.000-16,4.000 4.000 15,-4.000 6.000 1,-3.000 10.000-16,-10.000 12.000 16,-4.000 8.000-1,-9.000 14.000-15,-8.000 10.000 16,-7.000 5.000 0,-11.000 0.000-16,-7.000 0.000 15,-4.000-6.000-15,-5.000-13.000 16,3.000-9.000-1,2.000-10.000-15,4.000-13.000 16,4.000-15.000 0,8.000-12.000-16,8.000-11.000 15,9.000-7.000 1,7.000-4.000-16,7.000 2.000 16,4.000 8.000-1,5.000 6.000-15,1.000 9.000 16,-1.000 10.000-1,-2.000 11.000-15,-1.000 10.000 16,-4.000 17.000 0,-3.000 14.000-16,-6.000 17.000 15,-7.000 17.000 1,-5.000 17.000-16,-7.000 13.000 16,-8.000 3.000-1,-5.000 4.000 1,-5.000-8.000-16,-4.000-13.000 15,-7.000-21.000 1,-1.000-23.000-16,-3.000-30.000 16,7.000-11.000-16</inkml:trace>
  <inkml:trace contextRef="#ctx0" brushRef="#br0">7092.000 3736.000 0,'0.000'0.000'16,"0.000"0.000"0,4.000 9.000-16,2.000 2.000 15</inkml:trace>
  <inkml:trace contextRef="#ctx0" brushRef="#br0">7824.000 3395.000 0,'57.000'0.000'16,"24.000"0.000"-16,0.000 0.000 15,-15.000 0.000 1,-11.000-3.000-16,-11.000-1.000 15,-12.000-3.000 1,-12.000-5.000-16,-10.000-3.000 16,-14.000-5.000-1,-6.000-3.000 1,-12.000-3.000-16,-3.000 1.000 16,-1.000 3.000-16,2.000 12.000 15,3.000 10.000 1,5.000 7.000-16,6.000 6.000 15,9.000 9.000 1,8.000 9.000-16,5.000 10.000 16,3.000 15.000-1,-5.000 9.000-15,-5.000 7.000 16,-10.000 2.000 0,-6.000-1.000-16,-5.000-7.000 15,-4.000-14.000 1,-3.000-11.000-16,-2.000-15.000 15,-1.000-14.000 1,-1.000-14.000-16,1.000-17.000 16,2.000-12.000-1,10.000-10.000-15,10.000-4.000 16,13.000 0.000-16,12.000 10.000 16,10.000 6.000-1,3.000 9.000-15,-6.000 8.000 16,-8.000 5.000-1,-8.000-1.000 1,-8.000-3.000-16,-9.000-1.000 16,-10.000-4.000-16,1.000 1.000 15</inkml:trace>
  <inkml:trace contextRef="#ctx0" brushRef="#br0">7623.000 3326.000 0,'-4.000'73.000'16,"-5.000"37.000"-16,-2.000 9.000 15,1.000-7.000 1,7.000-14.000-16,13.000-19.000 15,18.000-16.000 1,17.000-20.000-16,18.000-18.000 16,16.000-16.000-1,6.000-13.000 1,6.000-7.000-16,-4.000-7.000 16,-12.000-1.000-1,-14.000-9.000-15,-20.000-7.000 16,-16.000 6.000-16</inkml:trace>
  <inkml:trace contextRef="#ctx0" brushRef="#br0">8749.000 3062.000 0,'-29.000'34.000'15,"-23.000"21.000"1,-3.000 8.000-16,10.000-2.000 16,17.000-4.000-1,18.000-9.000-15,19.000-17.000 16,17.000-12.000-1,12.000-13.000-15,8.000-12.000 16,2.000-7.000 0,-2.000-11.000-16,-9.000-14.000 15,-15.000-8.000 1,-10.000 8.000-16</inkml:trace>
  <inkml:trace contextRef="#ctx0" brushRef="#br0">8623.000 3317.000 0,'4.000'50.000'0,"4.000"26.000"15,3.000 9.000 1,-1.000 3.000-16,-2.000-3.000 16,-5.000-5.000-16,-4.000-6.000 15,-5.000-15.000 1,-1.000-16.000-16,-1.000-23.000 15,-1.000-22.000 1,2.000-20.000-16,2.000-2.000 16</inkml:trace>
  <inkml:trace contextRef="#ctx0" brushRef="#br0">8690.000 3634.000 0,'0.000'0.000'16,"-23.000"25.000"-16,-19.000 15.000 16,-11.000 7.000-1,-1.000 1.000-15,7.000-17.000 16,11.000-17.000 0,16.000-24.000-16,11.000-5.000 15</inkml:trace>
  <inkml:trace contextRef="#ctx0" brushRef="#br0">8690.000 3616.000 0,'22.000'25.000'0,"9.000"12.000"16,-6.000 6.000-1,-10.000-1.000-15,-10.000-12.000 16,-5.000-30.000-1,-1.000-2.000-15,-2.000-12.000 16</inkml:trace>
  <inkml:trace contextRef="#ctx0" brushRef="#br0">8892.000 3258.000 0,'4.000'23.000'16,"0.000"15.000"-1,-7.000 5.000-15,-6.000-12.000 16,-2.000-23.000 0,2.000-9.000-16</inkml:trace>
  <inkml:trace contextRef="#ctx0" brushRef="#br0">8985.000 3096.000 0,'0.000'0.000'0,"26.000"3.000"0,11.000 5.000 15,-5.000 9.000 1,-12.000 12.000-16,-16.000 3.000 15,-17.000 3.000 1,-14.000 3.000-16,-5.000 0.000 16,-1.000-7.000-1,7.000-5.000-15,5.000-6.000 16,8.000-7.000-16,13.000-13.000 16,5.000 9.000-1,24.000-6.000-15,12.000-8.000 16,7.000-2.000-1,-3.000 2.000-15,-11.000-5.000 16,-9.000 1.000 0,-25.000 9.000-16,7.000-5.000 15</inkml:trace>
  <inkml:trace contextRef="#ctx0" brushRef="#br0">8901.000 3573.000 0,'43.000'-3.000'0,"22.000"0.000"16,-2.000 0.000-1,-13.000 3.000-15,-16.000 6.000 16,-21.000 6.000 0,-21.000 6.000-16,-17.000 6.000 15,-16.000 3.000 1,-10.000 4.000-16,0.000 0.000 15,8.000-4.000 1,15.000-5.000-16,16.000-10.000 16,19.000-5.000-1,16.000-7.000-15,18.000-6.000 16,8.000-5.000 0,2.000-2.000-16,-6.000 0.000 15,-7.000 0.000 1,-16.000 1.000-16,-12.000-3.000 15,-11.000-1.000 1,-4.000 3.000-16</inkml:trace>
  <inkml:trace contextRef="#ctx0" brushRef="#br0">9027.000 3685.000 0,'0.000'0.000'15,"0.000"0.000"-15,4.000 31.000 16,-1.000 15.000 0,-5.000 8.000-16,-5.000 3.000 15,-6.000-11.000 1,-1.000-13.000-16,3.000-14.000 16</inkml:trace>
  <inkml:trace contextRef="#ctx0" brushRef="#br0">8842.000 4112.000 0,'59.000'-5.000'0,"34.000"-2.000"16,11.000 3.000-16,-3.000-1.000 15,-11.000-7.000 1,-25.000-1.000-16</inkml:trace>
  <inkml:trace contextRef="#ctx0" brushRef="#br0">10642.000 2968.000 0,'-24.000'10.000'16,"-14.000"13.000"0,-11.000 6.000-16,-3.000 4.000 15,1.000 5.000-15,4.000 0.000 16,12.000 1.000 0,12.000 3.000-1,10.000-1.000-15,12.000 3.000 16,10.000 0.000-16,8.000 3.000 15,0.000 3.000 1,4.000 0.000-16,-1.000 0.000 16,-4.000-3.000-1,-8.000-6.000-15,-7.000-6.000 16,-10.000 0.000 0,-16.000-7.000-16,-8.000-4.000 15,-9.000-5.000 1,-5.000-1.000-16,2.000-6.000 15,4.000-4.000 1,10.000-3.000-16,11.000-3.000 16,9.000 4.000-1,11.000-6.000-15,0.000 11.000 16,8.000 2.000-16,7.000 5.000 31,5.000 5.000-31,2.000 5.000 0,-1.000 6.000 16,-3.000 8.000-1,-4.000 9.000 1,-4.000 10.000-16,-2.000 7.000 16,0.000 10.000-16,-3.000 10.000 15,-2.000 8.000 1,0.000 9.000-16,-3.000 5.000 16,4.000-5.000-1,-1.000-1.000 1,1.000-9.000-16,-1.000-6.000 15,2.000-14.000 1,-2.000-22.000-16,0.000-20.000 16</inkml:trace>
  <inkml:trace contextRef="#ctx0" brushRef="#br0">10431.000 5170.000 0,'0.000'0.000'0,"4.000"-20.000"15</inkml:trace>
  <inkml:trace contextRef="#ctx0" brushRef="#br0">10986.000 3105.000 0,'0.000'0.000'0,"22.000"9.000"16,5.000 12.000-1,-9.000 10.000 1,-18.000 4.000-16,-17.000-2.000 16,-1.000-9.000-16</inkml:trace>
  <inkml:trace contextRef="#ctx0" brushRef="#br0">10919.000 3463.000 0,'0.000'0.000'0,"34.000"-12.000"16,16.000-11.000 0,3.000-7.000-16,0.000-16.000 15,-7.000-11.000 1,-5.000-7.000-16,-14.000 10.000 16</inkml:trace>
  <inkml:trace contextRef="#ctx0" brushRef="#br0">11465.000 2781.000 0,'0.000'0.000'0,"0.000"0.000"16,0.000 0.000-16,-36.000 21.000 16,-22.000 9.000-1,-5.000 1.000-15,10.000-7.000 16,14.000-6.000-1,20.000-10.000-15,19.000-8.000 16,0.000 0.000-16,-3.000 5.000 16,14.000-1.000-1,4.000 5.000-15,4.000 5.000 16,4.000 5.000 0,-5.000 13.000-16,0.000 16.000 15,-5.000 16.000 1,-8.000 18.000-16,-6.000 16.000 15,-7.000 9.000 1,-4.000-4.000-16,-2.000-6.000 16,2.000-15.000-1,2.000-20.000-15,0.000-24.000 16,10.000-38.000 0,-2.000 3.000-16,2.000-35.000 15,5.000-28.000 1,4.000-7.000-16,-1.000 15.000 15</inkml:trace>
  <inkml:trace contextRef="#ctx0" brushRef="#br0">11793.000 2728.000 0,'0.000'0.000'0,"0.000"0.000"16,0.000 0.000-16,-23.000 28.000 16,-22.000 6.000-1,0.000-4.000-15</inkml:trace>
  <inkml:trace contextRef="#ctx0" brushRef="#br0">11490.000 2976.000 0,'41.000'10.000'0,"16.000"3.000"16,0.000 1.000-16,-11.000-3.000 15,-16.000-2.000 1,-16.000 3.000-16,-15.000 6.000 16,-14.000-1.000-1,-11.000 3.000-15,-6.000-2.000 16,5.000 3.000-1,4.000-2.000-15,9.000-1.000 16,4.000-5.000 0,10.000-1.000-16,10.000-2.000 15,9.000-2.000-15,6.000 1.000 16,-1.000-3.000 0,-3.000 0.000-1,-7.000 0.000-15,-11.000 7.000 16,-13.000 6.000-16,-14.000 8.000 15,-8.000 0.000 1,-3.000 4.000-16,7.000-2.000 16,7.000-5.000-1,9.000-5.000-15,7.000-6.000 16,8.000-6.000 0,12.000-11.000-16,11.000-9.000 15,6.000-9.000-15,5.000-4.000 16,-6.000-1.000-1,-7.000 3.000-15,-9.000 6.000 16,-9.000 6.000 0,-6.000 12.000-16,-6.000 0.000 15,-12.000 18.000 1,-6.000 14.000-16,-2.000 12.000 16,0.000 8.000-1,5.000 2.000 1,8.000-2.000-16,8.000-9.000 15,8.000-8.000-15,10.000-14.000 16,6.000-15.000 0,8.000-15.000-16,5.000-17.000 15,5.000-17.000 1,1.000-26.000-16,-4.000-16.000 16,-7.000 10.000-1</inkml:trace>
  <inkml:trace contextRef="#ctx0" brushRef="#br0">12054.000 2848.000 0,'41.000'0.000'16,"9.000"6.000"-16,-10.000 6.000 15,-22.000 3.000 1,-20.000 7.000-16,-18.000 0.000 16,-13.000-4.000-1,-3.000-4.000-15,6.000-3.000 16,9.000-2.000-16,7.000-3.000 16,10.000 1.000-1,14.000-1.000-15,16.000 0.000 16,19.000-2.000-1,7.000-3.000-15,3.000 1.000 16,-6.000-2.000-16,-11.000-1.000 16,-13.000 0.000-1,-16.000 6.000-15,-21.000 7.000 16,-22.000 8.000 0,-24.000 2.000-16,-16.000 7.000 15,1.000-1.000 1,10.000 2.000-16,18.000-7.000 15,21.000-4.000 1,25.000-7.000-16,29.000-7.000 16,29.000-8.000-1,21.000-6.000-15,13.000-3.000 16,-1.000-1.000 0,-10.000 0.000-1,-21.000 4.000-15,-20.000-3.000 16,-19.000-1.000-16,-19.000 1.000 15,-23.000-5.000 1,-18.000-15.000-16,-15.000-5.000 16,8.000 5.000-1</inkml:trace>
  <inkml:trace contextRef="#ctx0" brushRef="#br0">12104.000 2746.000 0,'0.000'0.000'0,"8.000"25.000"16,3.000 20.000-16,-8.000 11.000 15,-7.000 8.000 1,-10.000-1.000-16,-4.000-7.000 16,2.000-16.000-1</inkml:trace>
  <inkml:trace contextRef="#ctx0" brushRef="#br0">12037.000 3369.000 0,'8.000'38.000'15,"2.000"18.000"1,-2.000 2.000-16,-7.000-2.000 16,-6.000-6.000-1,-3.000-11.000-15,3.000-18.000 16,4.000-20.000-16,1.000-19.000 15,0.000-2.000 1</inkml:trace>
  <inkml:trace contextRef="#ctx0" brushRef="#br0">12171.000 3301.000 0,'17.000'-8.000'15,"3.000"4.000"-15,2.000 11.000 16,0.000 14.000 0,-5.000 11.000-1,-2.000 7.000-15,-4.000 8.000 16,3.000 6.000-16,-5.000 4.000 16,1.000 1.000-1,0.000 5.000-15,-1.000 0.000 16,-5.000 1.000-1,-5.000-8.000 1,-6.000-10.000-16,-6.000-20.000 16,-3.000-20.000-16,-5.000-22.000 15,-1.000-18.000 1,4.000 3.000-16</inkml:trace>
  <inkml:trace contextRef="#ctx0" brushRef="#br0">12197.000 3419.000 0,'0.000'0.000'0,"0.000"0.000"15,0.000 0.000-15,6.000 24.000 16,-3.000 4.000 0,-3.000-14.000-16,-2.000-8.000 15</inkml:trace>
  <inkml:trace contextRef="#ctx0" brushRef="#br0">12618.000 2814.000 0,'0.000'0.000'16,"-20.000"10.000"-16,-5.000 5.000 16,3.000 2.000-1,4.000-2.000 1,14.000-2.000-16,15.000-1.000 16,22.000-7.000-16,16.000 0.000 15,7.000-1.000 1,0.000-2.000-16,-10.000 2.000 15,-14.000-2.000 1,-14.000 6.000-16,-16.000 4.000 16,-19.000 6.000-16,-21.000 0.000 15,-13.000 3.000 1,-3.000-2.000 0,7.000-2.000-16,15.000-2.000 15,16.000-3.000-15,23.000-7.000 16,18.000 2.000-1,21.000 1.000-15,9.000-1.000 16,2.000 3.000 0,-7.000 1.000-16,-10.000 2.000 15,-15.000 6.000 1,-13.000 5.000-16,-20.000 3.000 16,-19.000 0.000-16,-19.000 2.000 15,-14.000-3.000 1,-6.000-16.000-16,3.000-13.000 15,14.000-1.000 1</inkml:trace>
  <inkml:trace contextRef="#ctx0" brushRef="#br0">12609.000 3242.000 0,'49.000'-4.000'16,"13.000"4.000"-16,-12.000 8.000 15,-22.000 9.000 1,-25.000 7.000-16,-27.000 3.000 16,-20.000 3.000-1,-11.000-5.000-15,-2.000-3.000 16,11.000-7.000 0,14.000-4.000-16,16.000-5.000 15,18.000-3.000 1,26.000-1.000-16,15.000-5.000 15,20.000-4.000-15,5.000-3.000 16,-4.000 1.000 0,-9.000-5.000-16,-13.000 4.000 15,-19.000-3.000 1,-18.000 3.000-16,-19.000 0.000 16,-15.000-9.000-1,-11.000-3.000-15,-8.000-1.000 16,3.000 11.000-1,7.000 4.000-15,12.000 5.000 16,9.000 3.000 0,12.000 5.000-16,11.000 5.000 15,11.000 5.000 1,2.000 13.000-16,2.000 9.000 16,-4.000 9.000-1,-8.000 8.000-15,-10.000 1.000 16,-11.000 1.000-1,-10.000-6.000 1,-4.000-13.000-16,-3.000-14.000 16,1.000-19.000-16,1.000-24.000 15,1.000-21.000-15,7.000 2.000 16</inkml:trace>
  <inkml:trace contextRef="#ctx0" brushRef="#br0">13055.000 2993.000 0,'81.000'-8.000'16,"23.000"-3.000"-16,-17.000 1.000 15,-28.000-6.000-15,-31.000-4.000 16,-18.000 6.000-1</inkml:trace>
  <inkml:trace contextRef="#ctx0" brushRef="#br0">13163.000 2848.000 0,'-16.000'50.000'0,"-19.000"24.000"16,-13.000 5.000 0,-3.000-10.000-16,8.000-18.000 15,19.000-26.000 1,12.000-15.000 0</inkml:trace>
  <inkml:trace contextRef="#ctx0" brushRef="#br0">13181.000 3130.000 0,'50.000'16.000'16,"10.000"9.000"-1,-17.000 4.000-15,-24.000-4.000 16,-25.000-5.000 0,-5.000-7.000-16</inkml:trace>
  <inkml:trace contextRef="#ctx0" brushRef="#br0">13071.000 3419.000 0,'-8.000'44.000'0,"-8.000"17.000"16,-6.000-5.000-1,8.000-12.000 1,14.000-14.000-16,18.000-15.000 15,21.000-13.000 1,18.000-11.000-16,12.000-10.000 16,7.000-5.000-1,-3.000-2.000-15,-10.000-3.000 16,-13.000 0.000 0,-16.000 3.000-16,-18.000 1.000 15,-24.000 0.000 1,-14.000 5.000-16,-7.000 6.000 15,4.000 5.000-15,7.000 6.000 16,18.000 3.000 0,5.000 1.000-16,20.000 4.000 15,17.000 2.000 1,7.000 2.000-16,4.000 1.000 16,-8.000 1.000-1,-11.000 0.000-15,-13.000-3.000 16,-21.000-8.000-16,4.000 0.000 15</inkml:trace>
  <inkml:trace contextRef="#ctx0" brushRef="#br0">14088.000 3045.000 0,'96.000'-17.000'16,"23.000"0.000"-16,-15.000-3.000 15,-30.000 4.000 1,-26.000-2.000-16,-21.000-4.000 16,-19.000 3.000-1,-9.000 3.000-15</inkml:trace>
  <inkml:trace contextRef="#ctx0" brushRef="#br0">14342.000 2882.000 0,'6.000'40.000'16,"1.000"24.000"-1,-2.000 12.000-15,-3.000 7.000 16,-4.000-1.000 0,-6.000-5.000-16,-2.000-12.000 15,-2.000-12.000 1,2.000-12.000-16,1.000-11.000 15,-1.000-12.000-15,-2.000-13.000 16,-7.000-14.000 0,-4.000-13.000-16,-3.000-11.000 15,1.000-6.000 1,8.000-1.000 0,9.000 8.000-16,10.000 4.000 15,10.000 10.000-15,8.000 4.000 16,5.000 4.000-1,1.000-6.000-15,-7.000-5.000 16,-7.000 3.000 0</inkml:trace>
  <inkml:trace contextRef="#ctx0" brushRef="#br0">14088.000 2891.000 0,'-40.000'37.000'0,"-15.000"27.000"15,8.000 15.000-15,14.000 11.000 16,9.000 4.000 0,15.000 0.000-16,12.000-8.000 15,14.000-12.000 1,17.000-14.000-16,14.000-16.000 15,9.000-15.000 1,13.000-20.000-16,12.000-9.000 16,3.000-9.000-1,3.000-14.000-15,-1.000-11.000 16,-8.000-16.000 0,-13.000-7.000-16,-19.000 13.000 15</inkml:trace>
  <inkml:trace contextRef="#ctx0" brushRef="#br0">15199.000 2669.000 0,'-25.000'29.000'15,"-24.000"16.000"1,-9.000 12.000-16,3.000 5.000 16,16.000-5.000-16,19.000-3.000 15,24.000-11.000 1,27.000-15.000-16,21.000-11.000 16,15.000-15.000-1,4.000-12.000-15,-3.000-7.000 16,-8.000-5.000-1,-16.000-9.000-15,-18.000 1.000 16,-12.000 5.000 0</inkml:trace>
  <inkml:trace contextRef="#ctx0" brushRef="#br0">15182.000 2993.000 0,'8.000'45.000'0,"3.000"28.000"16,-1.000 15.000-16,-9.000 6.000 16,-8.000-6.000-1,2.000-7.000-15,-1.000-19.000 16,4.000-20.000 0,3.000-22.000-16,-1.000-21.000 15,0.000-21.000 1,0.000-3.000-1</inkml:trace>
  <inkml:trace contextRef="#ctx0" brushRef="#br0">15216.000 3207.000 0,'0.000'0.000'15,"0.000"0.000"1,-39.000 25.000-16,-25.000 14.000 15,-7.000 3.000 1,8.000-6.000-16,16.000-19.000 16,23.000-22.000-1,14.000-7.000-15</inkml:trace>
  <inkml:trace contextRef="#ctx0" brushRef="#br0">15149.000 3207.000 0,'40.000'18.000'0,"13.000"13.000"16,-10.000 2.000-16,-15.000-1.000 15,-11.000-11.000 1,-9.000-19.000-16,-5.000-18.000 16,-1.000 0.000-1</inkml:trace>
  <inkml:trace contextRef="#ctx0" brushRef="#br0">15477.000 2789.000 0,'9.000'35.000'16,"2.000"22.000"-16,-4.000 0.000 15,-7.000-13.000 1,-4.000-24.000-16,0.000-14.000 16</inkml:trace>
  <inkml:trace contextRef="#ctx0" brushRef="#br0">15552.000 2713.000 0,'43.000'1.000'15,"10.000"9.000"-15,-11.000 11.000 16,-22.000 7.000 0,-24.000 7.000-16,-22.000 2.000 15,-9.000-5.000 1,-7.000-2.000-16,-1.000-6.000 15,9.000-4.000 1,10.000-5.000 0,12.000-6.000-16,13.000-6.000 15,18.000-3.000-15,16.000 0.000 16,11.000-1.000-16,5.000-3.000 16,-4.000 1.000-1,-8.000 4.000-15,-16.000 3.000 16,-11.000 4.000-1,-17.000 8.000-15,-18.000 2.000 16,-16.000 6.000 0,-8.000-1.000-16,0.000-2.000 15,7.000 1.000 1,14.000-4.000-16,16.000-5.000 16,17.000-5.000-1,17.000-4.000-15,13.000-5.000 16,4.000 1.000-16,-2.000 0.000 15,-9.000 2.000 1,-11.000 4.000 0,-19.000 6.000-16,-24.000 3.000 15,-20.000 7.000-15,-15.000 3.000 16,-2.000 2.000 0,6.000-1.000-1,13.000-4.000-15,17.000-2.000 16,21.000-7.000-16,20.000-6.000 15,21.000-7.000 1,17.000-1.000-16,9.000-6.000 16,0.000 0.000-1,-8.000 1.000-15,-11.000-3.000 16,-12.000 2.000-16,-18.000-3.000 16,-15.000-4.000-1,-16.000-4.000-15,-3.000 3.000 16</inkml:trace>
  <inkml:trace contextRef="#ctx0" brushRef="#br0">15560.000 3234.000 0,'10.000'29.000'15,"2.000"17.000"-15,-7.000 7.000 16,-8.000 2.000-16,-7.000-4.000 15,-6.000-6.000-15,0.000-9.000 16,3.000-12.000 0,4.000-7.000-16,9.000-17.000 15,-4.000 2.000 1,1.000-5.000-16</inkml:trace>
  <inkml:trace contextRef="#ctx0" brushRef="#br0">15401.000 3566.000 0,'0.000'0.000'15,"38.000"8.000"-15,28.000 4.000 16,14.000-5.000 0,8.000-9.000-16,2.000-3.000 15,-2.000-7.000 1,-6.000-6.000-16,-5.000-7.000 15,-21.000 3.000 1</inkml:trace>
  <inkml:trace contextRef="#ctx0" brushRef="#br0">16141.000 3616.000 0,'0.000'0.000'15</inkml:trace>
  <inkml:trace contextRef="#ctx0" brushRef="#br0">10835.000 4657.000 0,'20.000'-4.000'0,"15.000"-2.000"15,3.000 1.000 1,2.000 4.000-16,-8.000 4.000 16,-7.000 3.000-1,-8.000-4.000-15,-17.000-2.000 16,3.000-4.000-1,-6.000 0.000-15</inkml:trace>
  <inkml:trace contextRef="#ctx0" brushRef="#br0">10876.000 4759.000 0,'36.000'5.000'0,"17.000"-3.000"15,-2.000-9.000 1,-11.000-2.000-16,-15.000-2.000 16,-13.000 4.000-1</inkml:trace>
  <inkml:trace contextRef="#ctx0" brushRef="#br0">10827.000 4939.000 0,'0.000'0.000'0,"0.000"0.000"16,0.000 0.000-16,30.000-13.000 15,14.000-15.000 1,-1.000-13.000-16,-12.000 5.000 16</inkml:trace>
  <inkml:trace contextRef="#ctx0" brushRef="#br0">11053.000 4461.000 0,'0.000'0.000'15,"4.000"38.000"1,3.000 27.000-16,-4.000 24.000 15,-4.000 8.000 1,-7.000 5.000-16,-1.000-8.000 16,4.000-16.000-1,4.000-23.000-15,4.000-27.000 16,2.000-30.000 0,0.000-7.000-16</inkml:trace>
  <inkml:trace contextRef="#ctx0" brushRef="#br0">11205.000 4352.000 0,'15.000'30.000'15,"3.000"33.000"-15,-7.000 24.000 16,-9.000 17.000 0,-9.000 8.000-16,-3.000 4.000 15,-2.000-6.000 1,2.000-17.000-16,3.000-17.000 16,4.000-16.000-1,1.000-16.000-15,1.000-21.000 16,1.000-23.000-1,-2.000-11.000-15,-1.000-24.000 16,2.000-3.000 0</inkml:trace>
  <inkml:trace contextRef="#ctx0" brushRef="#br0">11230.000 4606.000 0,'31.000'-6.000'16,"10.000"-1.000"-1,2.000 9.000-15,-9.000 3.000 16,-9.000 4.000 0,-10.000 4.000-16,-10.000 4.000 15,-8.000 3.000-15,-9.000 2.000 16,-5.000 2.000-1,-5.000 1.000-15,-1.000-3.000 16,5.000-3.000 0,8.000 0.000-16,5.000 0.000 15,8.000-1.000 1,10.000-3.000-16,2.000 0.000 16,5.000 0.000-1,-2.000-2.000-15,-6.000-3.000 16,-5.000 0.000-1,-7.000 1.000-15,-7.000-1.000 16,-6.000-4.000 0,-9.000-14.000-16,-3.000-17.000 15,2.000-10.000 1,4.000 5.000-16</inkml:trace>
  <inkml:trace contextRef="#ctx0" brushRef="#br0">11768.000 4316.000 0,'31.000'-7.000'16,"10.000"1.000"-16,-5.000 8.000 15,-16.000 10.000 1,-15.000 6.000-16,-16.000 6.000 15,-15.000 3.000-15,-9.000 1.000 16,-6.000-1.000 0,4.000-8.000-1,5.000-6.000-15,13.000-2.000 16,12.000-4.000-16,15.000-3.000 16,16.000-4.000-1,15.000-4.000-15,14.000 3.000 16,6.000-3.000-1,-3.000 2.000-15,-10.000 0.000 16,-13.000 0.000 0,-14.000 6.000-16,-20.000 3.000 15,-22.000 6.000-15,-24.000 9.000 16,-19.000 7.000 0,-8.000 2.000-16,1.000 1.000 15,13.000-4.000 1,18.000-4.000-1,23.000-7.000-15,24.000-6.000 16,26.000-10.000 0,27.000-7.000-1,22.000-7.000-15,9.000-4.000 16,-6.000-2.000-16,-14.000 4.000 16,-18.000-1.000-1,-20.000 0.000-15,-23.000 0.000 16,-21.000-4.000-16,-19.000-7.000 15,-15.000-9.000 1,-11.000-12.000 0,-5.000 0.000-16,13.000 10.000 15</inkml:trace>
  <inkml:trace contextRef="#ctx0" brushRef="#br0">11734.000 4163.000 0,'0.000'0.000'0,"14.000"30.000"16,2.000 21.000 0,-11.000 17.000-16,-11.000 6.000 15,-11.000-1.000 1,-5.000-6.000-16,4.000-16.000 16</inkml:trace>
  <inkml:trace contextRef="#ctx0" brushRef="#br0">11659.000 4887.000 0,'6.000'34.000'16,"1.000"16.000"-16,-4.000 3.000 15,-5.000-3.000 1,-3.000-10.000-16,-1.000-12.000 16,-1.000-14.000-1,4.000-20.000-15,4.000-12.000 16,4.000-12.000-1,-1.000 2.000-15</inkml:trace>
  <inkml:trace contextRef="#ctx0" brushRef="#br0">11768.000 4759.000 0,'19.000'0.000'16,"9.000"4.000"-16,0.000 7.000 15,-6.000 9.000 1,-3.000 11.000-16,-5.000 8.000 16,-4.000 11.000-1,-3.000 14.000-15,1.000 6.000 16,1.000 10.000 0,-4.000 4.000-16,0.000 0.000 15,-2.000-7.000 1,0.000-16.000-16,-4.000-13.000 15,-3.000-16.000 1,-6.000-21.000-16,-1.000-20.000 16,-1.000-19.000-16,-3.000-19.000 15,3.000 5.000 1</inkml:trace>
  <inkml:trace contextRef="#ctx0" brushRef="#br0">11793.000 4948.000 0,'0.000'0.000'0,"0.000"0.000"15,2.000 22.000 1,1.000 0.000-16,-3.000-22.000 16,0.000 8.000-16</inkml:trace>
  <inkml:trace contextRef="#ctx0" brushRef="#br0">12289.000 4299.000 0,'0.000'0.000'15,"0.000"0.000"-15,-21.000 19.000 16,-11.000 7.000 0,4.000 5.000-16,6.000-4.000 15,13.000-7.000 1,19.000-4.000-16,19.000-5.000 16,10.000-7.000-1,7.000-4.000-15,-1.000 3.000 16,-6.000 1.000-1,-15.000 5.000-15,-19.000 8.000 16,-17.000 3.000 0,-23.000 6.000-16,-19.000-1.000 15,-6.000 0.000 1,5.000-1.000-16,13.000-3.000 16,19.000-6.000-1,22.000-4.000-15,23.000-5.000 16,22.000-4.000-1,12.000 0.000 1,0.000 1.000-16,-7.000 5.000 16,-9.000 4.000-16,-14.000 7.000 15,-15.000 7.000 1,-22.000 2.000-16,-17.000 3.000 16,-16.000 1.000-16,-9.000-8.000 15,2.000-16.000 1,10.000-8.000-16</inkml:trace>
  <inkml:trace contextRef="#ctx0" brushRef="#br0">12155.000 4768.000 0,'41.000'-4.000'15,"13.000"3.000"1,-6.000 10.000-16,-16.000 9.000 15,-21.000 6.000-15,-22.000 5.000 16,-14.000-1.000 0,-16.000 0.000-1,-7.000-7.000-15,-3.000 0.000 16,10.000-7.000 0,12.000-6.000-16,15.000-1.000 15,19.000-5.000-15,20.000-2.000 16,23.000-2.000-1,15.000-7.000-15,5.000 0.000 16,-2.000-4.000 0,-7.000-2.000-16,-14.000-2.000 15,-20.000-1.000 1,-18.000-4.000-16,-22.000 1.000 16,-14.000-4.000-1,-16.000 6.000-15,-8.000 4.000 16,4.000 8.000-1,11.000 3.000-15,14.000 0.000 16,11.000 8.000 0,14.000 5.000-16,11.000 12.000 15,10.000 13.000-15,2.000 11.000 16,-4.000 9.000 0,-11.000 9.000-1,-13.000 3.000-15,-13.000-6.000 16,-8.000-9.000-1,-4.000-14.000-15,-2.000-14.000 16,-4.000-20.000 0,3.000-19.000-16,3.000-24.000 15,7.000-22.000-15,5.000-21.000 16,6.000 14.000 0</inkml:trace>
  <inkml:trace contextRef="#ctx0" brushRef="#br0">12500.000 4445.000 0,'123.000'-22.000'0,"34.000"1.000"15,-19.000 5.000 1,-38.000 6.000-16,-37.000 1.000 15,-30.000-2.000 1,-18.000 0.000-16</inkml:trace>
  <inkml:trace contextRef="#ctx0" brushRef="#br0">12828.000 4240.000 0,'0.000'0.000'0,"0.000"33.000"0,-7.000 23.000 16,-11.000 13.000-1,-15.000 6.000 1,-13.000-9.000-16,3.000-16.000 16,8.000-20.000-1</inkml:trace>
  <inkml:trace contextRef="#ctx0" brushRef="#br0">12895.000 4530.000 0,'46.000'20.000'0,"2.000"10.000"15,-20.000-10.000 1,-15.000-9.000-16</inkml:trace>
  <inkml:trace contextRef="#ctx0" brushRef="#br0">12803.000 4845.000 0,'-6.000'31.000'0,"-11.000"18.000"16,-9.000 7.000-1,-4.000-1.000-15,6.000-5.000 16,15.000-6.000 0,16.000-14.000-1,18.000-13.000-15,19.000-13.000 16,14.000-13.000-16,9.000-9.000 16,-2.000 0.000-1,-8.000-2.000-15,-10.000-1.000 16,-14.000 0.000-1,-15.000-3.000 1,-16.000 1.000-16,-19.000-4.000 16,-11.000-1.000-16,-7.000 6.000 15,6.000 7.000 1,9.000 9.000 0,20.000 6.000-16,0.000-4.000 15,20.000 8.000-15,21.000 2.000 16,10.000-2.000-1,8.000-1.000-15,1.000-4.000 16,-8.000-2.000 0,-9.000 0.000-16,-13.000-8.000 15,-11.000-10.000 1,-16.000-9.000-16,-6.000 5.000 16</inkml:trace>
  <inkml:trace contextRef="#ctx0" brushRef="#br0">13559.000 4657.000 0,'84.000'-10.000'0,"28.000"-2.000"15,-9.000 1.000 1,-21.000 3.000-16,-21.000-9.000 15,-21.000-9.000 1,-17.000 5.000-16</inkml:trace>
  <inkml:trace contextRef="#ctx0" brushRef="#br0">13887.000 4512.000 0,'6.000'69.000'15,"-1.000"29.000"1,-7.000 1.000-16,-4.000-14.000 16,-2.000-19.000-1,-2.000-20.000-15,0.000-19.000 16,-2.000-12.000-16,-5.000-12.000 15,-1.000-13.000 1,-5.000-16.000-16,-1.000-6.000 16,4.000-2.000-1,8.000 3.000-15,14.000 5.000 16,16.000 7.000 0,15.000 4.000-1,7.000-2.000-15,4.000-3.000 16,-3.000-6.000-16,-11.000-6.000 15,-12.000 5.000 1</inkml:trace>
  <inkml:trace contextRef="#ctx0" brushRef="#br0">13517.000 4487.000 0,'-3.000'38.000'0,"-4.000"28.000"16,1.000 16.000-16,6.000 5.000 15,10.000 0.000 1,11.000-11.000 0,20.000-14.000-16,17.000-13.000 15,13.000-22.000 1,13.000-14.000-16,2.000-13.000 15,2.000-18.000 1,-2.000-18.000-16,-13.000-18.000 16,-19.000 4.000-1</inkml:trace>
  <inkml:trace contextRef="#ctx0" brushRef="#br0">14694.000 4179.000 0,'-35.000'38.000'16,"-28.000"24.000"-1,-9.000 12.000-15,11.000-2.000 16,18.000-5.000-1,23.000-11.000-15,27.000-13.000 16,24.000-12.000 0,22.000-13.000-16,13.000-12.000 15,4.000-12.000-15,-5.000-13.000 16,-5.000-12.000 0,-12.000-7.000-16,-17.000 5.000 15</inkml:trace>
  <inkml:trace contextRef="#ctx0" brushRef="#br0">14619.000 4436.000 0,'6.000'77.000'15,"-1.000"44.000"1,-3.000 8.000-16,-8.000-5.000 15,-6.000-13.000 1,-4.000-19.000-16,6.000-21.000 16,5.000-23.000-1,3.000-27.000-15,10.000-24.000 16,0.000-8.000 0</inkml:trace>
  <inkml:trace contextRef="#ctx0" brushRef="#br0">14610.000 4786.000 0,'0.000'0.000'16,"0.000"0.000"-16,-34.000 23.000 16,-22.000 14.000-1,-7.000 1.000-15,2.000-11.000 16,9.000-12.000-1,14.000-9.000-15</inkml:trace>
  <inkml:trace contextRef="#ctx0" brushRef="#br0">14551.000 4820.000 0,'32.000'9.000'0,"17.000"6.000"16,-2.000 9.000-1,-10.000 3.000-15,-13.000-9.000 16,-24.000-18.000-16,11.000-2.000 16,-8.000-9.000-1</inkml:trace>
  <inkml:trace contextRef="#ctx0" brushRef="#br0">14854.000 4335.000 0,'14.000'29.000'16,"3.000"20.000"-16,-3.000 6.000 15,-12.000-7.000-15,-5.000-17.000 16,-3.000-14.000-1</inkml:trace>
  <inkml:trace contextRef="#ctx0" brushRef="#br0">14964.000 4256.000 0,'31.000'-4.000'0,"14.000"2.000"16,-2.000 13.000-16,-16.000 12.000 16,-19.000 6.000-1,-18.000 10.000-15,-21.000 0.000 16,-10.000 1.000 0,0.000-7.000-16,3.000-6.000 15,11.000-10.000 1,13.000-6.000-16,15.000-5.000 15,18.000-2.000 1,15.000-4.000-16,13.000-4.000 16,6.000-1.000-1,-2.000 1.000-15,-8.000-1.000 16,-14.000 7.000-16,-15.000 5.000 16,-19.000 7.000-1,-18.000 2.000-15,-16.000 5.000 16,-6.000 1.000-1,-3.000 3.000 1,7.000-6.000-16,13.000-3.000 16,19.000-5.000-1,16.000-5.000-15,21.000-3.000 16,18.000-8.000-16,7.000-2.000 16,-2.000-1.000-1,-11.000 4.000-15,-14.000 5.000 16,-16.000 6.000-1,-23.000 7.000-15,-25.000 7.000 16,-20.000 7.000 0,-6.000 5.000-1,3.000-1.000-15,13.000-4.000 16,18.000-5.000-16,22.000-7.000 16,22.000-7.000-1,21.000-10.000-15,19.000-6.000 16,13.000 2.000-1,0.000-1.000-15,-6.000 1.000 16,-15.000 3.000 0,-14.000-6.000-16,-17.000-5.000 15,-16.000 1.000 1,-11.000-4.000-16,0.000 3.000 16</inkml:trace>
  <inkml:trace contextRef="#ctx0" brushRef="#br0">15081.000 4759.000 0,'0.000'0.000'15,"12.000"22.000"-15,-1.000 15.000 16,-5.000 9.000 0,-9.000 6.000-16,-6.000-4.000 15,-4.000-7.000 1,-3.000-5.000-16,3.000-11.000 15,4.000-12.000 1</inkml:trace>
  <inkml:trace contextRef="#ctx0" brushRef="#br0">14828.000 5143.000 0,'0.000'0.000'0,"0.000"0.000"15,42.000-1.000-15,26.000 1.000 16,15.000 0.000 0,8.000-5.000-16,0.000-6.000 15,3.000-8.000 1,-6.000-2.000-16,-19.000 5.000 16</inkml:trace>
  <inkml:trace contextRef="#ctx0" brushRef="#br0">15645.000 5170.000 0,'0.000'0.000'16,"0.000"0.000"-16,0.000 0.000 15,0.000 0.000-15,0.000 0.000 16</inkml:trace>
  <inkml:trace contextRef="#ctx0" brushRef="#br0">16645.000 3181.000 0,'0.000'0.000'15,"0.000"0.000"-15,0.000 0.000 16,0.000 0.000-16,0.000 0.000 16,0.000 0.000-1,0.000 0.000-15,0.000 0.000 16,0.000 0.000-1,24.000 7.000-15,13.000-1.000 16,4.000-5.000 0,3.000-1.000-16,3.000-2.000 15,2.000-2.000 1,5.000-1.000-16,-1.000 2.000 16,0.000-1.000-1,2.000-2.000-15,3.000-1.000 16,1.000 2.000-1,1.000-1.000-15,2.000 3.000 16,-2.000-1.000 0,0.000 3.000-16,-5.000 2.000 15,-6.000 1.000-15,-7.000-2.000 16,-6.000 2.000 0,-7.000 1.000-1,-1.000 1.000-15,-7.000-2.000 16,-1.000-4.000-16,-1.000-2.000 15,-3.000-3.000 1,0.000-7.000-16,-4.000-2.000 16,-6.000-4.000-1,-4.000 4.000-15,-3.000 2.000 16</inkml:trace>
  <inkml:trace contextRef="#ctx0" brushRef="#br0">17688.000 3003.000 0,'0.000'13.000'0,"4.000"3.000"16,7.000 0.000-16,6.000-4.000 15,9.000-2.000 1,1.000-2.000-16,0.000-2.000 15,-2.000 2.000 1,-8.000 5.000-16,-8.000 5.000 16,-10.000 10.000-1,-15.000 6.000-15,-10.000 6.000 16,-6.000-6.000 0,6.000-12.000-16</inkml:trace>
  <inkml:trace contextRef="#ctx0" brushRef="#br0">18369.000 2882.000 0,'36.000'-4.000'0,"26.000"-7.000"16,13.000 3.000-1,2.000 3.000-15,-5.000 2.000 16,-3.000 5.000 0,-7.000-2.000-16,-11.000-2.000 15,-11.000-1.000 1,-8.000-3.000-1,-11.000-1.000-15</inkml:trace>
  <inkml:trace contextRef="#ctx0" brushRef="#br0">18756.000 2951.000 0,'2.000'24.000'16,"4.000"14.000"-1,7.000 13.000-15,4.000 9.000 16,0.000 4.000 0,-8.000 5.000-16,-7.000 0.000 15,-5.000-3.000 1,-7.000-7.000-16,-4.000-6.000 16,-3.000-12.000-1,-2.000-17.000-15,-4.000-12.000 16,-9.000-15.000-16,-6.000-13.000 15,-4.000-15.000 1,-7.000-22.000-16,1.000-4.000 16,10.000 12.000-1</inkml:trace>
  <inkml:trace contextRef="#ctx0" brushRef="#br0">18361.000 3207.000 0,'0.000'0.000'0,"8.000"21.000"16,3.000 11.000-16,-4.000 1.000 16,-3.000-9.000-1,-2.000-6.000-15,-1.000-5.000 16,-1.000-13.000 0,2.000-4.000-16,4.000-14.000 15,3.000-5.000-15,4.000-7.000 16,6.000 2.000-1,3.000 8.000-15,2.000 11.000 16,3.000 6.000 0,-2.000 11.000-16,-2.000 6.000 15,-8.000 4.000 1,-7.000 0.000-16,-12.000 2.000 16,-8.000-4.000-1,-9.000-2.000-15,-8.000-3.000 16,-5.000-5.000-1,2.000-10.000-15,11.000-13.000 16,13.000-6.000-16,7.000 0.000 16</inkml:trace>
  <inkml:trace contextRef="#ctx0" brushRef="#br0">19051.000 3105.000 0,'0.000'0.000'0,"0.000"0.000"15</inkml:trace>
  <inkml:trace contextRef="#ctx0" brushRef="#br0">19000.000 2951.000 0,'9.000'51.000'15,"0.000"24.000"1,-6.000 5.000-16,-9.000-10.000 16,-3.000-15.000-1,2.000-12.000 1,1.000-12.000-16,3.000-12.000 15,3.000-19.000-15,5.000-2.000 16,6.000-16.000 0,5.000-18.000-16,3.000-10.000 15,2.000-8.000 1,-3.000 9.000-16,-4.000 9.000 16,-3.000 12.000-16,-2.000 10.000 15,-1.000 10.000 1,3.000 9.000-16,1.000 7.000 15,1.000 9.000 1,3.000 2.000-16,-5.000-5.000 16,-2.000-4.000-1,-2.000-5.000-15,0.000-9.000 16,-1.000-14.000 0,6.000-14.000-16,0.000-17.000 15,-3.000 5.000-15</inkml:trace>
  <inkml:trace contextRef="#ctx0" brushRef="#br0">19421.000 2891.000 0,'-4.000'64.000'15,"-11.000"32.000"-15,-15.000 8.000 16,-12.000-8.000-1,-6.000-15.000-15,5.000-18.000 16,4.000-24.000 0,14.000-30.000-16,7.000-13.000 15</inkml:trace>
  <inkml:trace contextRef="#ctx0" brushRef="#br0">19362.000 3428.000 0,'35.000'17.000'0,"12.000"6.000"16,-2.000 0.000-1,-14.000-5.000-15,-12.000-14.000 16,-13.000-11.000 0,-6.000-3.000-16</inkml:trace>
  <inkml:trace contextRef="#ctx0" brushRef="#br0">19866.000 2891.000 0,'81.000'-13.000'0,"30.000"-3.000"16,-5.000 3.000 0,-22.000 6.000-16,-17.000-1.000 15,-20.000-2.000 1,-15.000-6.000-16,-13.000-7.000 16,-19.000-2.000-1,-6.000 5.000-15</inkml:trace>
  <inkml:trace contextRef="#ctx0" brushRef="#br0">20143.000 2755.000 0,'-9.000'40.000'0,"-16.000"23.000"15,-12.000 16.000 1,-16.000 11.000-16,-10.000 1.000 15,-6.000-6.000 1,5.000-22.000 0,12.000-28.000-16,16.000-20.000 15</inkml:trace>
  <inkml:trace contextRef="#ctx0" brushRef="#br0">19967.000 3258.000 0,'10.000'36.000'16,"-1.000"18.000"-1,-4.000 1.000-15,-3.000-15.000 16,-1.000-19.000 0,-1.000-10.000-16</inkml:trace>
  <inkml:trace contextRef="#ctx0" brushRef="#br0">20118.000 3293.000 0,'66.000'-22.000'16,"15.000"-7.000"-16,-18.000-3.000 15,-21.000 8.000 1</inkml:trace>
  <inkml:trace contextRef="#ctx0" brushRef="#br0">20269.000 3138.000 0,'-4.000'25.000'0,"-3.000"18.000"16,0.000 7.000 0,-1.000 3.000-16,-1.000-5.000 15,-2.000-10.000 1,-6.000-12.000-16,4.000-10.000 16</inkml:trace>
  <inkml:trace contextRef="#ctx0" brushRef="#br0">20025.000 3496.000 0,'37.000'-2.000'16,"23.000"-1.000"0,14.000 0.000-16,-2.000-5.000 15,-8.000-4.000-15,-16.000 2.000 16</inkml:trace>
  <inkml:trace contextRef="#ctx0" brushRef="#br0">21127.000 2926.000 0,'-8.000'19.000'0,"7.000"0.000"16,19.000-5.000-16,24.000-7.000 15,13.000-7.000 1,9.000-7.000-16,1.000 1.000 16,-3.000-5.000-1,-9.000 1.000-15,-10.000-1.000 16,-14.000 2.000 0,-13.000-1.000-16,-9.000-1.000 15,-10.000-6.000-15,-13.000 0.000 16,-15.000-1.000-1,-8.000-3.000-15,-3.000-6.000 16,4.000-1.000 0,7.000-3.000-1,8.000 2.000-15,5.000 1.000 16,3.000 9.000-16,7.000 7.000 16,3.000 4.000-16,5.000 8.000 15,1.000 5.000-15,4.000 12.000 16,0.000 18.000-1,0.000 12.000-15,-1.000 15.000 16,1.000 20.000 0,-5.000 16.000-16,-6.000 12.000 15,-3.000 0.000-15,0.000-9.000 16,-3.000-16.000 0,0.000-17.000-1,2.000-20.000-15,-4.000-20.000 16,1.000-28.000-16,2.000-10.000 15</inkml:trace>
  <inkml:trace contextRef="#ctx0" brushRef="#br0">21220.000 3216.000 0,'-27.000'35.000'15,"-13.000"18.000"-15,-6.000-1.000 16,2.000-9.000 0,7.000-20.000-16,10.000-27.000 15,10.000-9.000 1</inkml:trace>
  <inkml:trace contextRef="#ctx0" brushRef="#br0">21312.000 3164.000 0,'32.000'35.000'0,"8.000"16.000"16,-4.000 5.000 0,-16.000-6.000-1,-8.000-20.000-15,-12.000-30.000 16,4.000 9.000-16</inkml:trace>
  <inkml:trace contextRef="#ctx0" brushRef="#br0">21615.000 3121.000 0,'8.000'25.000'16,"1.000"20.000"-16,0.000 12.000 15,-6.000 8.000 1,-8.000-2.000-16,-5.000-9.000 16,3.000-15.000-1,1.000-17.000-15,5.000-23.000 16,4.000-22.000 0,2.000-16.000-16,-1.000-18.000 15,1.000-10.000-15,2.000-9.000 16,-1.000 5.000-1,3.000 12.000 1,-1.000 7.000-16,2.000 5.000 16,1.000 5.000-1,5.000 3.000-15,2.000 6.000 16,4.000 8.000-16,2.000 0.000 16,1.000 6.000-1,2.000 3.000-15,-1.000 3.000 16,-2.000 6.000-1,-6.000 4.000-15,-2.000 4.000 16,-2.000 6.000 0,-3.000 6.000-16,-1.000 10.000 15,0.000 15.000-15,-1.000 13.000 16,-4.000 11.000 0,1.000 14.000-1,-3.000 2.000-15,-1.000 3.000 16,-2.000 0.000-1,0.000-6.000-15,-1.000-13.000 16,-1.000-13.000 0,1.000-12.000-1,0.000-13.000-15,0.000-11.000 16,1.000-17.000-16,-2.000-23.000 16,-4.000-16.000-16,0.000 3.000 15</inkml:trace>
  <inkml:trace contextRef="#ctx0" brushRef="#br0">21757.000 3096.000 0,'0.000'0.000'0,"0.000"0.000"15,0.000 0.000-15,0.000 0.000 16,20.000 7.000-1,4.000 2.000-15,-1.000 0.000 16,-8.000 1.000 0,-7.000-1.000-16,-7.000 0.000 15,-4.000 1.000 1,-3.000 3.000-16,-6.000 4.000 16,-5.000 1.000-16,3.000-1.000 15,1.000 2.000 1,4.000-1.000-16,5.000 1.000 15,7.000-1.000 1,9.000-7.000-16,9.000-4.000 16,4.000-2.000-16,-1.000-2.000 15,-4.000 0.000 1,-4.000 5.000-16,-9.000 7.000 16,-11.000 8.000-1,-16.000 12.000-15,-8.000 6.000 16,-7.000-1.000-1,1.000-4.000-15,5.000-5.000 16,10.000-10.000 0,8.000-5.000-16,15.000-10.000 15,19.000-10.000 1,18.000-10.000-16,10.000-6.000 16,3.000-4.000-16,-1.000-4.000 15,-9.000-6.000 1,-7.000 2.000-16,-12.000 7.000 15</inkml:trace>
  <inkml:trace contextRef="#ctx0" brushRef="#br0">22381.000 2839.000 0,'6.000'77.000'0,"-1.000"38.000"16,-3.000 4.000-1,-4.000-18.000-15,-1.000-22.000 16,-1.000-25.000-1,0.000-27.000-15,-1.000-22.000 16,2.000-18.000 0,0.000-20.000-16,2.000 1.000 15</inkml:trace>
  <inkml:trace contextRef="#ctx0" brushRef="#br0">22422.000 2806.000 0,'52.000'-53.000'0,"23.000"-14.000"15,6.000 8.000-15,-7.000 14.000 16,-7.000 14.000 0,-8.000 8.000-1,-9.000 14.000-15,-11.000 6.000 16,-8.000 8.000-16,-6.000 10.000 15,-2.000 11.000 1,-3.000 14.000-16,-3.000 18.000 16,-2.000 20.000-1,1.000 16.000-15,-3.000 13.000 16,0.000 4.000 0,-5.000 1.000-1,-2.000-1.000-15,-4.000-11.000 16,-2.000-12.000-1,-1.000-15.000-15,-2.000-17.000 16,0.000-19.000 0,-2.000-18.000-16,-4.000-20.000 15,-5.000-28.000 1,-9.000-23.000-16,1.000-12.000 16,3.000 10.000-16</inkml:trace>
  <inkml:trace contextRef="#ctx0" brushRef="#br0">22741.000 2831.000 0,'-18.000'20.000'15,"-12.000"12.000"-15,-5.000 7.000 16,1.000 3.000-1,8.000-5.000-15,14.000-13.000 16,20.000-11.000 0,13.000-13.000-16,14.000-7.000 15,8.000-5.000 1,0.000 0.000-16,2.000 1.000 16,-2.000 6.000-1,-8.000 7.000-15,-9.000 9.000 16,-15.000 9.000-1,-15.000 11.000-15,-19.000 7.000 16,-24.000 7.000 0,-19.000 1.000-16,-9.000-3.000 15,2.000-12.000 1,8.000-14.000-16,11.000-19.000 16,21.000-20.000-1,16.000-13.000-15,8.000 0.000 16</inkml:trace>
  <inkml:trace contextRef="#ctx0" brushRef="#br0">22633.000 3080.000 0,'36.000'13.000'0,"20.000"10.000"16,3.000 2.000 0,-3.000 5.000-1,-8.000 2.000-15,-11.000-3.000 16,-8.000-5.000-1,-11.000-9.000-15,-18.000-15.000 16,2.000 0.000-16,-7.000-8.000 16</inkml:trace>
  <inkml:trace contextRef="#ctx0" brushRef="#br0">22649.000 3284.000 0,'28.000'-6.000'16,"15.000"1.000"-16,0.000-1.000 15,-7.000 3.000 1,-8.000-1.000-16,-13.000-4.000 16,-15.000-1.000-1,-12.000 5.000-15,0.000 4.000 16</inkml:trace>
  <inkml:trace contextRef="#ctx0" brushRef="#br0">22666.000 3361.000 0,'0.000'0.000'0,"31.000"8.000"16,10.000 1.000-16,6.000-2.000 15,-5.000-8.000 1,-9.000-6.000-16,-10.000-3.000 15,-10.000 2.000 1</inkml:trace>
  <inkml:trace contextRef="#ctx0" brushRef="#br0">22515.000 3531.000 0,'40.000'9.000'16,"29.000"1.000"-16,7.000-5.000 16,-2.000-5.000-1,-4.000-9.000 1,-11.000-5.000-16,-17.000 1.000 16</inkml:trace>
  <inkml:trace contextRef="#ctx0" brushRef="#br0">23851.000 2541.000 0,'-40.000'79.000'0,"-12.000"35.000"16,10.000 8.000-1,18.000-7.000-15,17.000-6.000 16,13.000-9.000-16,10.000-11.000 15,4.000-8.000 1,5.000-12.000 0,-2.000-13.000-16,-2.000-6.000 15,-3.000-19.000-15,-3.000-17.000 16,-6.000-13.000 0,-3.000-4.000-16</inkml:trace>
  <inkml:trace contextRef="#ctx0" brushRef="#br0">24230.000 2644.000 0,'0.000'0.000'16,"-19.000"41.000"-16,-13.000 31.000 15,-2.000 14.000 1,9.000 4.000-16,8.000-3.000 16,12.000-11.000-1,15.000-9.000-15,10.000-7.000 16,8.000-5.000 0,6.000-7.000-16,3.000-7.000 15,-3.000-5.000 1,-5.000-7.000-16,-3.000-6.000 15,-11.000-9.000 1,-6.000-9.000-16,-10.000-16.000 16,-5.000-18.000-1,0.000-2.000-15</inkml:trace>
  <inkml:trace contextRef="#ctx0" brushRef="#br0">24230.000 3080.000 0,'0.000'33.000'15,"0.000"20.000"1,-4.000 9.000-16,-8.000-2.000 16,-4.000-11.000-1,-4.000-11.000-15,-3.000-10.000 16,2.000-14.000-1,-6.000-12.000-15,-1.000-8.000 16,-1.000-14.000 0,3.000-7.000-16,6.000-7.000 15,7.000 0.000 1,6.000 2.000-16,8.000 0.000 16,14.000-3.000-1,10.000 2.000-15,8.000 0.000 16,1.000 4.000-16,5.000 2.000 15,-3.000 7.000 1,2.000 7.000-16,-2.000 10.000 16,-6.000 12.000-1,-5.000 12.000-15,-8.000 14.000 16,-6.000 5.000 0,-8.000 0.000-16,-4.000-4.000 15,-3.000-6.000 1,0.000-9.000-16,-1.000-7.000 15,5.000-14.000 1,-4.000-7.000-16,4.000-14.000 16,8.000-10.000-16,4.000-9.000 15,6.000-2.000 1,7.000 8.000-16,3.000 6.000 16,3.000 10.000-1,-2.000 7.000-15,2.000 8.000 16,-4.000 12.000-1,-5.000 5.000-15,-6.000 9.000 16,-6.000 1.000 0,-8.000 0.000-16,-7.000-1.000 15,-9.000-6.000-15,-6.000 3.000 16,-5.000-6.000 0,-4.000-4.000-16,1.000-6.000 15,2.000-4.000-15,2.000-10.000 16,12.000-11.000-1,6.000-2.000-15</inkml:trace>
  <inkml:trace contextRef="#ctx0" brushRef="#br0">24928.000 2866.000 0,'14.000'62.000'15,"0.000"34.000"1,-7.000 8.000-16,-7.000 0.000 15,-4.000-9.000 1,-5.000-9.000-16,-1.000-13.000 16,1.000-14.000-1,2.000-20.000-15,3.000-21.000 16,1.000-19.000 0,2.000-22.000-16,0.000-18.000 15,1.000 0.000-15</inkml:trace>
  <inkml:trace contextRef="#ctx0" brushRef="#br0">25004.000 2866.000 0,'39.000'-6.000'0,"17.000"6.000"15,-5.000 11.000 1,-11.000 11.000-16,-14.000 3.000 16,-14.000 6.000-1,-13.000 0.000-15,-15.000 3.000 16,-11.000 0.000 0,-9.000-1.000-16,-5.000 2.000 15,3.000-5.000 1,3.000-5.000-16,10.000-18.000 15,10.000-8.000 1</inkml:trace>
  <inkml:trace contextRef="#ctx0" brushRef="#br0">25382.000 3157.000 0,'50.000'-9.000'0,"18.000"-1.000"16,-4.000 6.000-16,-14.000 6.000 16,-19.000 2.000-1,-13.000 2.000-15,-18.000-6.000 16,5.000-10.000 0,-5.000-5.000-16</inkml:trace>
  <inkml:trace contextRef="#ctx0" brushRef="#br0">25845.000 2798.000 0,'12.000'27.000'16,"1.000"23.000"-1,-1.000 16.000-15,-4.000 13.000 16,-8.000 2.000 0,0.000-6.000-16,1.000-8.000 15,4.000-14.000 1,7.000-12.000-16,1.000-15.000 16,2.000-12.000-1,4.000-11.000-15,4.000-14.000 16,1.000-13.000-1,1.000-14.000-15,-3.000-9.000 16,0.000-10.000 0,-1.000-10.000-16,1.000 4.000 15,-1.000 6.000 1,-3.000 13.000-16,-5.000 15.000 16,-5.000 9.000-1,-4.000 9.000-15,-2.000 0.000 16,1.000 1.000-1,0.000 1.000-15</inkml:trace>
  <inkml:trace contextRef="#ctx0" brushRef="#br0">26358.000 3317.000 0,'0.000'0.000'16,"0.000"0.000"-16,0.000 0.000 16</inkml:trace>
  <inkml:trace contextRef="#ctx0" brushRef="#br0">26400.000 2814.000 0,'12.000'31.000'16,"-1.000"22.000"-16,-5.000 17.000 15,-7.000 14.000 1,-6.000 7.000-16,-3.000-4.000 16,-1.000-11.000-1,3.000-16.000-15,4.000-17.000 16,4.000-14.000 0,0.000-29.000-16,0.000 0.000 15,1.000 10.000 1</inkml:trace>
  <inkml:trace contextRef="#ctx0" brushRef="#br0">26408.000 2713.000 0,'47.000'-33.000'0,"26.000"-13.000"16,5.000 7.000-1,-4.000 10.000 1,-8.000 12.000-16,-9.000 6.000 16,-7.000 6.000-16,-11.000 5.000 15,-7.000 4.000 1,-4.000 8.000-16,-3.000 10.000 15,-7.000 12.000 1,-4.000 17.000-16,-4.000 19.000 16,-6.000 18.000-1,-4.000 16.000-15,-4.000 10.000 16,-4.000 2.000 0,-4.000-5.000-1,1.000-11.000-15,1.000-13.000 16,3.000-15.000-1,0.000-16.000-15,-3.000-21.000 16,-1.000-20.000-16,-1.000-22.000 16,-2.000-21.000-1,1.000-5.000-15,3.000 11.000 16</inkml:trace>
  <inkml:trace contextRef="#ctx0" brushRef="#br0">26677.000 2789.000 0,'0.000'0.000'0,"0.000"0.000"16,-13.000 19.000-1,-6.000 5.000-15,5.000 1.000 16,6.000-6.000-1,7.000-5.000-15,8.000-6.000 16,9.000-8.000 0,10.000 0.000-16,7.000-2.000 15,5.000 4.000 1,-1.000 1.000-16,-9.000 9.000 16,-5.000 9.000-16,-11.000 4.000 15,-13.000 5.000 1,-14.000 6.000-16,-11.000 2.000 15,-12.000-3.000 1,-12.000-3.000-16,-8.000-5.000 16,-1.000-10.000-1,9.000-11.000-15,15.000-13.000 16,16.000-10.000 0,16.000-9.000-16,15.000 3.000 15,13.000 1.000 1,4.000 8.000-16,6.000 6.000 15,1.000 8.000 1,1.000 8.000-16,1.000 4.000 16,4.000 6.000-16,2.000 0.000 15,-2.000 4.000 1,-4.000 3.000-16,-7.000-1.000 16,-13.000-2.000-1,-13.000-6.000-15,-10.000-10.000 16,-2.000-4.000-1,-1.000-2.000-15</inkml:trace>
  <inkml:trace contextRef="#ctx0" brushRef="#br0">26669.000 3284.000 0,'0.000'0.000'15,"0.000"0.000"1,26.000-2.000-16,11.000 2.000 15,-5.000-1.000-15,-7.000 0.000 16</inkml:trace>
  <inkml:trace contextRef="#ctx0" brushRef="#br0">26661.000 3378.000 0,'0.000'0.000'0,"0.000"0.000"16,26.000 2.000 0,16.000 3.000-16,3.000 0.000 15,-8.000-8.000 1,-11.000 0.000-16,-10.000-3.000 16</inkml:trace>
  <inkml:trace contextRef="#ctx0" brushRef="#br0">26476.000 3566.000 0,'46.000'-4.000'16,"27.000"1.000"-1,13.000-3.000-15,-1.000-9.000 16,-18.000-2.000-1</inkml:trace>
  <inkml:trace contextRef="#ctx0" brushRef="#br0">27325.000 3513.000 0,'0.000'0.000'15,"0.000"0.000"-15</inkml:trace>
  <inkml:trace contextRef="#ctx0" brushRef="#br0">27678.000 2926.000 0,'4.000'47.000'0,"-3.000"29.000"16,-1.000 16.000-1,-4.000 9.000-15,-7.000-2.000 16,-3.000-8.000 0,-2.000-16.000-1,3.000-18.000-15,3.000-19.000 16,3.000-19.000-16,4.000-21.000 16,2.000-8.000-1,1.000 1.000-15</inkml:trace>
  <inkml:trace contextRef="#ctx0" brushRef="#br0">27653.000 2916.000 0,'31.000'-13.000'0,"20.000"-1.000"15,9.000 9.000-15,-2.000 14.000 16,-7.000 12.000 0,-14.000 6.000-1,-15.000 6.000-15,-17.000 2.000 16,-15.000 4.000 0,-16.000-2.000-16,-10.000 1.000 15,-9.000-2.000-15,-2.000-5.000 16,2.000-9.000-1,10.000-9.000-15,12.000-4.000 16</inkml:trace>
  <inkml:trace contextRef="#ctx0" brushRef="#br0">28023.000 3190.000 0,'63.000'-12.000'0,"19.000"3.000"16,-9.000 2.000-1,-14.000 11.000-15,-19.000 2.000 16,-15.000 0.000 0,-11.000 0.000-16,-6.000-2.000 15</inkml:trace>
  <inkml:trace contextRef="#ctx0" brushRef="#br0">28561.000 2858.000 0,'31.000'-3.000'15,"22.000"-4.000"1,5.000 2.000-16,-2.000 0.000 15,-3.000 4.000-15,-8.000 1.000 16,-4.000 2.000 0,-2.000 2.000-1,-9.000-3.000-15,-10.000-1.000 16,-13.000-6.000-16,-14.000-5.000 16,-2.000 1.000-1</inkml:trace>
  <inkml:trace contextRef="#ctx0" brushRef="#br0">28745.000 2985.000 0,'6.000'48.000'16,"-1.000"28.000"-16,-3.000 14.000 16,0.000-1.000-1,-8.000 0.000-15,-3.000-8.000 16,2.000-13.000-1,1.000-20.000-15,2.000-20.000 16,-2.000-24.000 0,1.000-19.000-16,3.000-5.000 15</inkml:trace>
  <inkml:trace contextRef="#ctx0" brushRef="#br0">29115.000 3011.000 0,'8.000'37.000'0,"1.000"23.000"16,-4.000 10.000-1,-7.000 7.000-15,-6.000-10.000 16,-6.000-11.000-1,4.000-15.000-15,2.000-17.000 16,8.000-24.000-16,-5.000 9.000 16</inkml:trace>
  <inkml:trace contextRef="#ctx0" brushRef="#br0">29217.000 2814.000 0,'31.000'-36.000'0,"15.000"-11.000"16,9.000 5.000-16,-1.000 11.000 16,-5.000 8.000-1,-4.000 9.000-15,-7.000 7.000 16,-7.000 3.000-1,-7.000 4.000-15,-4.000 4.000 16,-2.000 2.000-16,-2.000 7.000 16,-2.000 14.000-1,3.000 11.000-15,-3.000 14.000 16,0.000 14.000 0,-4.000 17.000-16,-4.000 11.000 15,-3.000 9.000 1,-4.000 4.000-1,-3.000-4.000-15,-5.000-8.000 16,-4.000-16.000 0,2.000-16.000-16,-2.000-18.000 15,-1.000-17.000-15,-3.000-20.000 16,-1.000-23.000 0,1.000-3.000-16,-9.000-45.000 15,1.000-16.000 1,4.000 10.000-1</inkml:trace>
  <inkml:trace contextRef="#ctx0" brushRef="#br0">29402.000 2839.000 0,'0.000'0.000'0,"-23.000"21.000"16,-12.000 17.000-1,4.000-1.000-15,8.000-2.000 16,12.000-6.000 0,13.000-12.000-16,10.000-10.000 15,13.000-10.000 1,4.000-3.000-16,2.000-2.000 16,-3.000 1.000-16,-3.000 3.000 15,-7.000 11.000 1,-5.000 8.000-16,-10.000 11.000 15,-14.000 7.000 1,-11.000 7.000-16,-13.000 0.000 16,-8.000-6.000-1,-1.000-14.000-15,8.000-11.000 16,13.000-5.000 0</inkml:trace>
  <inkml:trace contextRef="#ctx0" brushRef="#br0">29233.000 3003.000 0,'42.000'24.000'0,"16.000"11.000"16,3.000 4.000-16,-10.000-2.000 16,-14.000-3.000-1,-14.000-11.000-15,-11.000-8.000 16,-5.000-7.000-1</inkml:trace>
  <inkml:trace contextRef="#ctx0" brushRef="#br0">29343.000 3224.000 0,'25.000'10.000'15,"9.000"0.000"-15,1.000-1.000 16,-8.000-4.000 0,-10.000-3.000-16,-12.000-9.000 15,-11.000-3.000 1,-2.000 1.000-16</inkml:trace>
  <inkml:trace contextRef="#ctx0" brushRef="#br0">29318.000 3361.000 0,'0.000'0.000'0,"21.000"2.000"15,11.000 4.000-15,-1.000-2.000 16,-2.000-1.000 0,-9.000-1.000-16,-8.000-3.000 15,-14.000-3.000 1,-12.000 2.000-16,-15.000 6.000 15,3.000-1.000 1</inkml:trace>
  <inkml:trace contextRef="#ctx0" brushRef="#br0">29141.000 3573.000 0,'50.000'-3.000'0,"25.000"-1.000"16,3.000-2.000-1,-10.000 2.000 1,-12.000-3.000-16,-15.000-11.000 16,-12.000-4.000-16,-9.000 3.000 15</inkml:trace>
  <inkml:trace contextRef="#ctx0" brushRef="#br0">29999.000 2644.000 0,'0.000'0.000'15,"8.000"28.000"-15,3.000 23.000 16,-2.000 12.000 0,-6.000 4.000-16,-9.000-4.000 15,-3.000-10.000 1,-5.000-18.000-16,2.000-15.000 16,2.000-8.000-16</inkml:trace>
  <inkml:trace contextRef="#ctx0" brushRef="#br0">30243.000 2686.000 0,'0.000'0.000'0,"-18.000"26.000"16,-9.000 11.000 0,-3.000 2.000-16,4.000-6.000 15,6.000-3.000-15,11.000-9.000 16,9.000-5.000 0,11.000-6.000-16,10.000-10.000 15,10.000-4.000-15,3.000 0.000 16,1.000-3.000-1,-7.000 0.000-15,-7.000 1.000 16,-9.000 2.000 0</inkml:trace>
  <inkml:trace contextRef="#ctx0" brushRef="#br0">30386.000 2686.000 0,'-4.000'28.000'0,"-8.000"18.000"16,-8.000 10.000 0,0.000-5.000-16,5.000-17.000 15,6.000-17.000-15,4.000-7.000 16</inkml:trace>
  <inkml:trace contextRef="#ctx0" brushRef="#br0">30495.000 2669.000 0,'-16.000'25.000'0,"-10.000"12.000"16,6.000 4.000-16,11.000 0.000 16,9.000-6.000-1,12.000-12.000-15,12.000-6.000 16,7.000-7.000 0,-1.000-7.000-16,-4.000-3.000 15,-9.000-8.000 1,-5.000-2.000-16</inkml:trace>
  <inkml:trace contextRef="#ctx0" brushRef="#br0">30109.000 3138.000 0,'38.000'-3.000'16,"21.000"0.000"-1,6.000-5.000-15,-6.000 0.000 16,-7.000-2.000-16,-13.000-3.000 16,-13.000 0.000-1,-13.000 0.000-15,-8.000-2.000 16,-11.000 4.000 0,-13.000 3.000-16,-10.000 8.000 15,-2.000 5.000 1,-1.000 5.000-16,1.000 5.000 15,2.000 9.000 1,7.000 1.000-16,8.000 0.000 16,10.000-1.000-1,11.000-1.000-15,12.000-6.000 16,9.000-8.000-16,5.000-7.000 16,4.000-2.000-1,-5.000-1.000-15,-7.000 0.000 16,-13.000 3.000-1,-14.000 5.000-15,-19.000 9.000 16,-24.000 8.000 0,-15.000 10.000-16,-5.000 3.000 15,6.000-1.000 1,11.000-3.000-16,17.000-8.000 16,16.000-6.000-16,20.000-9.000 15,21.000-10.000 1,15.000-10.000-16,11.000-7.000 15,5.000-3.000 1,-3.000 0.000-16,-8.000 0.000 16,-12.000 5.000-1,-12.000 3.000-15,-13.000 4.000 16,-11.000 8.000 0,-7.000 6.000-16,-3.000 12.000 15,-4.000 9.000 1,1.000 10.000-16,2.000 10.000 15,4.000 5.000 1,1.000 0.000-16,-3.000-5.000 16,2.000-6.000-1,3.000-10.000-15,0.000-7.000 16,-1.000-12.000-16,2.000-9.000 16,-4.000-10.000-1,-7.000-8.000-15,-3.000-10.000 16,-1.000-6.000-16,4.000 2.000 15,2.000 2.000 1,9.000 0.000-16,10.000 0.000 16,15.000-4.000-1,11.000-9.000-15,0.000 7.000 16</inkml:trace>
  <inkml:trace contextRef="#ctx0" brushRef="#br0">30537.000 2626.000 0,'43.000'19.000'16,"17.000"26.000"-1,-1.000 27.000-15,-13.000 14.000 16,-14.000 12.000-16,-10.000 7.000 16,-17.000 7.000-1,-14.000 2.000-15,-15.000 0.000 16,-18.000-1.000 0,-21.000-8.000-16,-18.000-16.000 15,13.000-26.000 1</inkml:trace>
  <inkml:trace contextRef="#ctx0" brushRef="#br0">30579.000 3872.000 0,'0.000'0.000'0</inkml:trace>
  <inkml:trace contextRef="#ctx0" brushRef="#br0">31193.000 2968.000 0,'13.000'8.000'16,"9.000"2.000"-16,4.000-5.000 15,1.000-5.000 1,1.000-4.000-16,-2.000-1.000 16,-4.000 1.000-16,-8.000-1.000 15,-6.000-2.000 1,-5.000-6.000-16,-8.000-5.000 16,-2.000 2.000-1</inkml:trace>
  <inkml:trace contextRef="#ctx0" brushRef="#br0">31109.000 2806.000 0,'0.000'36.000'16,"-1.000"23.000"-16,0.000 11.000 15,-2.000 11.000 1,-2.000 7.000-16,0.000 0.000 16,3.000-12.000-1,2.000-16.000-15,-1.000-13.000 16,-1.000-16.000 0,-3.000-10.000-16,-4.000-4.000 15,-2.000-3.000 1,-3.000-2.000-16,-4.000 0.000 15,-1.000-2.000 1,1.000-3.000-16,5.000-4.000 16,3.000 0.000-1,10.000 2.000-15,13.000 1.000 16,15.000-2.000 0,15.000-1.000-1,9.000-5.000-15,2.000-3.000 16,-1.000-9.000-16,-4.000-10.000 15,-9.000-6.000-15,-12.000 4.000 16</inkml:trace>
  <inkml:trace contextRef="#ctx0" brushRef="#br0">31664.000 2789.000 0,'30.000'-8.000'0,"17.000"-3.000"15,1.000 8.000-15,-11.000 9.000 16,-13.000 8.000-16,-17.000 7.000 15,-17.000 5.000 1,-16.000 0.000 0,-6.000-5.000-16,0.000-2.000 15,9.000-7.000-15,8.000-5.000 16,15.000-7.000-16,0.000 0.000 16,2.000 9.000-1,15.000-3.000 1,11.000 0.000-16,10.000 2.000 15,2.000 0.000-15,-6.000 0.000 16,-9.000 0.000 0,-16.000 6.000-16,-19.000 6.000 15,-26.000 7.000 1,-24.000 9.000-16,-15.000 2.000 16,0.000-4.000-1,11.000-3.000-15,19.000-4.000 16,23.000-6.000-1,25.000-9.000-15,25.000-8.000 16,24.000-10.000-16,21.000-8.000 16,7.000-7.000-1,-2.000 2.000-15,-14.000 4.000 16,-18.000 7.000 0,-17.000-2.000-16,-16.000-1.000 15,-18.000 0.000 1,-16.000-7.000-1,-2.000 0.000-15,-22.000-23.000 16,0.000-2.000-16</inkml:trace>
  <inkml:trace contextRef="#ctx0" brushRef="#br0">31748.000 2610.000 0,'0.000'0.000'0,"0.000"35.000"16,0.000 30.000 0,-1.000 16.000-16,-5.000 9.000 15,-5.000-7.000 1,3.000-22.000 0,2.000-20.000-16</inkml:trace>
  <inkml:trace contextRef="#ctx0" brushRef="#br0">31773.000 3275.000 0,'-14.000'31.000'16,"-10.000"14.000"-16,-9.000 0.000 16,-3.000-13.000-1,-3.000-17.000-15,9.000-9.000 16,3.000-27.000-16,8.000-2.000 15</inkml:trace>
  <inkml:trace contextRef="#ctx0" brushRef="#br0">31656.000 3361.000 0,'22.000'31.000'16,"4.000"16.000"-16,-4.000-1.000 15,-6.000-12.000 1,-6.000-8.000-16,-4.000-12.000 15,-6.000-14.000 1,4.000-4.000-16,-1.000-20.000 16,5.000-17.000-1,1.000-6.000-15,3.000 4.000 16,3.000 12.000 0,1.000 15.000-16,2.000 12.000 15,1.000 11.000-15,2.000 14.000 16,3.000 13.000-1,3.000 10.000-15,3.000 3.000 16,0.000 0.000 0,-2.000-10.000-1,-3.000-7.000-15,-9.000-12.000 16,-3.000-9.000-16,-5.000-20.000 16,-2.000-20.000-1,-4.000-2.000-15</inkml:trace>
  <inkml:trace contextRef="#ctx0" brushRef="#br0">32076.000 3352.000 0,'0.000'0.000'16,"-21.000"21.000"-16,-11.000 7.000 15,2.000-10.000 1,7.000-9.000-1</inkml:trace>
  <inkml:trace contextRef="#ctx0" brushRef="#br0">32319.000 2814.000 0,'44.000'-8.000'0,"14.000"1.000"16,-6.000 9.000-1,-15.000 6.000-15,-15.000 0.000 16,-9.000-1.000 0</inkml:trace>
  <inkml:trace contextRef="#ctx0" brushRef="#br0">32211.000 2993.000 0,'8.000'14.000'16,"16.000"0.000"-16,19.000-7.000 15,17.000-7.000 1,9.000-3.000-16,0.000-3.000 16,-3.000-6.000-1,-7.000-2.000-15,-12.000-4.000 16,-15.000 4.000-1,-10.000 3.000-15</inkml:trace>
  <inkml:trace contextRef="#ctx0" brushRef="#br0">32504.000 3148.000 0,'15.000'40.000'0,"2.000"21.000"15,-1.000 7.000 1,-6.000 1.000-16,-6.000-5.000 16,-5.000-12.000-1,-2.000-11.000-15,-2.000-15.000 16,-2.000-11.000 0,-5.000-15.000-16,-3.000-17.000 15,2.000-2.000 1,4.000 2.000-16</inkml:trace>
  <inkml:trace contextRef="#ctx0" brushRef="#br0">32378.000 3317.000 0,'-11.000'28.000'15,"-6.000"11.000"-15,-1.000 0.000 16,4.000-7.000-1</inkml:trace>
  <inkml:trace contextRef="#ctx0" brushRef="#br0">32757.000 3335.000 0,'21.000'31.000'16,"3.000"8.000"0,-5.000-9.000-16</inkml:trace>
  <inkml:trace contextRef="#ctx0" brushRef="#br0">33094.000 3513.000 0,'0.000'0.000'16,"0.000"13.000"-16</inkml:trace>
  <inkml:trace contextRef="#ctx0" brushRef="#br0">15964.000 4709.000 0,'0.000'0.000'0,"0.000"0.000"16,0.000 0.000 0,9.000 9.000-1,-6.000 8.000-15,-2.000-4.000 16</inkml:trace>
  <inkml:trace contextRef="#ctx0" brushRef="#br0">16040.000 4939.000 0,'0.000'0.000'0,"0.000"0.000"15,0.000 0.000-15,0.000 0.000 16,0.000 0.000-16,0.000 0.000 15,0.000 0.000 1</inkml:trace>
  <inkml:trace contextRef="#ctx0" brushRef="#br0">16502.000 4427.000 0,'25.000'-16.000'15,"17.000"-4.000"-15,12.000 2.000 16,8.000 7.000-1,-1.000 10.000 1,-4.000 7.000-16,-10.000 9.000 16,-9.000 6.000-16,-12.000 7.000 15,-15.000 3.000 1,-21.000 6.000-16,-21.000 11.000 16,-21.000 8.000-1,-14.000 2.000-15,2.000-5.000 16,6.000-3.000-1,12.000-8.000-15,10.000-19.000 16,11.000-16.000 0</inkml:trace>
  <inkml:trace contextRef="#ctx0" brushRef="#br0">16780.000 4803.000 0,'0.000'0.000'16,"9.000"32.000"0,7.000 19.000-16,-2.000 13.000 15,-5.000 0.000 1,-7.000-5.000-16,-9.000-25.000 16,-1.000-15.000-1</inkml:trace>
  <inkml:trace contextRef="#ctx0" brushRef="#br0">17049.000 4691.000 0,'2.000'23.000'0,"4.000"10.000"15,1.000-4.000 1,-7.000-29.000-16,3.000 12.000 16</inkml:trace>
  <inkml:trace contextRef="#ctx0" brushRef="#br0">17427.000 4137.000 0,'0.000'0.000'0,"0.000"0.000"16,0.000 0.000 0,-14.000 29.000-16,-4.000 14.000 15,4.000 1.000 1,9.000-6.000-16,11.000-7.000 16,13.000-10.000-16,12.000-10.000 15,6.000-10.000 1,5.000-4.000-16,-2.000-4.000 15,-5.000 5.000 1,-8.000 9.000-16,-7.000 14.000 16,-15.000 19.000-1,-10.000 16.000-15,-15.000 18.000 16,-14.000 16.000 0,-9.000 8.000-16,4.000 0.000 15,5.000-11.000 1,8.000-13.000-16,7.000-28.000 15,4.000-31.000 1,5.000-15.000-16</inkml:trace>
  <inkml:trace contextRef="#ctx0" brushRef="#br0">17671.000 4623.000 0,'23.000'62.000'0,"9.000"39.000"15,-6.000 20.000 1,-12.000 10.000-16,-12.000-8.000 16,-6.000-24.000-1,-7.000-33.000 1,1.000-26.000-16</inkml:trace>
  <inkml:trace contextRef="#ctx0" brushRef="#br0">17579.000 4913.000 0,'0.000'0.000'0,"0.000"0.000"15,0.000 0.000 1,4.000 25.000-16,2.000 3.000 16,-6.000-28.000-1,5.000 11.000-15</inkml:trace>
  <inkml:trace contextRef="#ctx0" brushRef="#br0">17898.000 4324.000 0,'0.000'0.000'16,"-1.000"29.000"-1,-5.000 21.000-15,-2.000 10.000 16,5.000-3.000-1,11.000-9.000-15,10.000-11.000 16,12.000-15.000 0,8.000-12.000-16,0.000-8.000 15,-5.000-1.000 1,-7.000 2.000-16,-9.000 9.000 16,-10.000 14.000-16,-13.000 13.000 15,-11.000 12.000 1,-17.000 10.000-1,-5.000 2.000-15,4.000-4.000 16,12.000-8.000 0,15.000-11.000-16,18.000-15.000 15,20.000-18.000 1,15.000-20.000-16,9.000-11.000 16,-1.000-5.000-1,-9.000-2.000-15,-10.000 3.000 16,-12.000 2.000-1,-16.000 5.000-15,-13.000 8.000 16,-12.000 5.000-16,-7.000 3.000 16,1.000-2.000-1,6.000-15.000-15,11.000-30.000 16,6.000 1.000 0</inkml:trace>
  <inkml:trace contextRef="#ctx0" brushRef="#br0">18571.000 4487.000 0,'47.000'-13.000'16,"25.000"-4.000"0,6.000 10.000-16,-5.000 10.000 15,-10.000 6.000-15,-9.000 0.000 16,-15.000-11.000-1,-15.000-11.000-15,-10.000-2.000 16</inkml:trace>
  <inkml:trace contextRef="#ctx0" brushRef="#br0">18807.000 4343.000 0,'0.000'0.000'16,"-18.000"42.000"0,-14.000 34.000-16,-15.000 18.000 15,-9.000 8.000 1,-5.000-15.000-16,3.000-29.000 16,16.000-24.000-1</inkml:trace>
  <inkml:trace contextRef="#ctx0" brushRef="#br0">18630.000 4768.000 0,'17.000'19.000'0,"8.000"19.000"16,-3.000 13.000 0,-10.000 8.000-16,-5.000-1.000 15,-8.000-4.000 1,-5.000-15.000-16,-3.000-25.000 15,1.000-14.000 1</inkml:trace>
  <inkml:trace contextRef="#ctx0" brushRef="#br0">18739.000 4854.000 0,'47.000'-5.000'0,"18.000"-2.000"16,-3.000-10.000-16,-14.000-5.000 15,-16.000 4.000 1</inkml:trace>
  <inkml:trace contextRef="#ctx0" brushRef="#br0">18874.000 4742.000 0,'4.000'44.000'16,"4.000"22.000"0,7.000 0.000-16,0.000-6.000 15,0.000-15.000-15,3.000-16.000 16,6.000-18.000-1,8.000-19.000-15,6.000-13.000 16,3.000-16.000 0,5.000-11.000-1,2.000-6.000-15,-3.000 3.000 16,-3.000 4.000-16,-7.000 9.000 16,-6.000 9.000-1,2.000 7.000-15,0.000 6.000 16,6.000 6.000-1,1.000 7.000-15,5.000 3.000 16,5.000 0.000 0,0.000 0.000-16,-6.000-4.000 15,-5.000 0.000 1,-7.000-3.000-16,-7.000-7.000 16,-14.000-6.000-1,-7.000-8.000-15,-8.000-7.000 16,-9.000-3.000-1,-9.000-4.000-15,-1.000 0.000 16,-2.000 2.000 0,1.000 10.000-16,7.000 8.000 15,4.000 8.000 1,7.000 9.000-16,5.000 10.000 16,3.000 22.000-1,0.000 21.000-15,2.000 28.000 16,-1.000 21.000-1,-3.000 15.000-15,1.000 2.000 16,3.000-13.000 0,4.000-18.000-16,3.000-20.000 15,1.000-16.000 1,-4.000-22.000-16,-3.000-23.000 16,-6.000-22.000-1,-1.000-4.000-15</inkml:trace>
  <inkml:trace contextRef="#ctx0" brushRef="#br0">19571.000 4836.000 0,'0.000'0.000'16,"-16.000"25.000"-16,-11.000 11.000 15,-2.000-3.000 1,2.000-18.000-16,7.000-12.000 15</inkml:trace>
  <inkml:trace contextRef="#ctx0" brushRef="#br0">19639.000 4836.000 0,'0.000'0.000'15,"15.000"21.000"-15,5.000 9.000 16,-2.000 4.000-1,-5.000-3.000-15,-3.000-19.000 16,-4.000-22.000 0,-4.000-7.000-16</inkml:trace>
  <inkml:trace contextRef="#ctx0" brushRef="#br0">19799.000 4657.000 0,'6.000'59.000'0,"-1.000"27.000"15,-3.000 3.000 1,-6.000-8.000-16,-1.000-19.000 16,-1.000-28.000-16,5.000-31.000 15,2.000-28.000 1,1.000-5.000-16</inkml:trace>
  <inkml:trace contextRef="#ctx0" brushRef="#br0">19883.000 4495.000 0,'22.000'-39.000'16,"10.000"-15.000"-16,4.000 9.000 15,-1.000 15.000 1,-1.000 16.000-16,-6.000 7.000 16,-4.000 7.000-1,-6.000 8.000-15,-3.000 1.000 16,-3.000 3.000-16,-1.000 7.000 16,0.000 8.000-1,0.000 14.000-15,-2.000 19.000 16,1.000 16.000-1,-4.000 16.000 1,-2.000 10.000-16,-1.000 1.000 16,0.000-3.000-1,-2.000-15.000-15,0.000-15.000 16,0.000-17.000 0,-2.000-18.000-16,1.000-35.000 15,-8.000 0.000 1,-8.000-28.000-16,3.000-4.000 15</inkml:trace>
  <inkml:trace contextRef="#ctx0" brushRef="#br0">19984.000 4717.000 0,'0.000'0.000'15,"0.000"0.000"-15,0.000 0.000 16,0.000 0.000 0,17.000 19.000-16,3.000 4.000 15,-3.000 0.000-15,-11.000-3.000 16,-7.000-4.000 0,-7.000 1.000-16,-5.000-2.000 15,0.000 1.000 1,-1.000-1.000-16,2.000 1.000 15,5.000 1.000 1,6.000-1.000-16,3.000 1.000 16,6.000-3.000-1,6.000-1.000-15,3.000-5.000 16,-1.000 4.000 0,-2.000 1.000-16,-6.000 3.000 15,-6.000 8.000 1,-7.000 4.000-16,-4.000 1.000 15,-4.000-3.000 1,2.000-7.000-16,5.000-8.000 16,6.000-11.000-1,8.000-13.000-15,17.000-25.000 16,12.000-26.000-16,12.000-15.000 16,8.000-10.000-1,3.000-4.000-15,-2.000 2.000 16,-5.000 16.000-1,-6.000 23.000-15,-10.000 25.000 16,-10.000 13.000 0,-11.000 12.000-16,-6.000 14.000 15,-6.000 12.000-15,-3.000 14.000 16,-3.000 18.000 0,-1.000 11.000-16,-3.000 6.000 15,0.000-5.000 1,2.000-15.000-16,3.000-22.000 15,5.000-28.000 1,1.000-10.000-16</inkml:trace>
  <inkml:trace contextRef="#ctx0" brushRef="#br0">20547.000 4335.000 0,'28.000'-39.000'16,"19.000"-12.000"-16,8.000 5.000 15,7.000 11.000 1,-2.000 10.000-16,0.000 7.000 16,-4.000 9.000-1,-8.000 5.000-15,-9.000 4.000 16,-7.000 5.000-16,-6.000 9.000 15,-3.000 8.000 1,-6.000 16.000-16,-4.000 20.000 16,-4.000 24.000-1,-6.000 23.000 1,-7.000 15.000-16,-9.000 7.000 16,0.000-4.000-1,0.000-11.000-15,-2.000-14.000 16,2.000-19.000-1,1.000-20.000-15,2.000-25.000 16,-2.000-33.000-16,-4.000-27.000 16,4.000-4.000-1</inkml:trace>
  <inkml:trace contextRef="#ctx0" brushRef="#br0">20724.000 4393.000 0,'0.000'0.000'16,"-11.000"25.000"-16,-9.000 10.000 15,0.000 1.000 1,7.000-5.000-16,10.000-7.000 15,17.000-11.000-15,16.000-13.000 16,12.000-5.000 0,0.000 1.000-16,-6.000-2.000 15,-7.000 4.000 1,-10.000 7.000-16,-10.000 11.000 16,-12.000 9.000-1,-18.000 12.000 1,-19.000 6.000-16,-15.000 3.000 15,-8.000-5.000-15,-4.000-15.000 16,12.000-13.000 0</inkml:trace>
  <inkml:trace contextRef="#ctx0" brushRef="#br0">20740.000 4649.000 0,'38.000'15.000'16,"17.000"12.000"0,-2.000 5.000-16,-6.000 2.000 15,-16.000-6.000 1,-17.000-16.000-16,-8.000-9.000 16</inkml:trace>
  <inkml:trace contextRef="#ctx0" brushRef="#br0">20775.000 4829.000 0,'0.000'0.000'15,"30.000"6.000"-15,12.000 3.000 16,-6.000-9.000-1,-10.000-3.000 1</inkml:trace>
  <inkml:trace contextRef="#ctx0" brushRef="#br0">20732.000 4964.000 0,'42.000'3.000'0,"10.000"2.000"16,-4.000 0.000-1,-16.000-6.000-15,-15.000-1.000 16</inkml:trace>
  <inkml:trace contextRef="#ctx0" brushRef="#br0">20657.000 5135.000 0,'33.000'8.000'16,"26.000"3.000"-16,5.000-6.000 16,-5.000-12.000-1,-16.000-3.000-15</inkml:trace>
  <inkml:trace contextRef="#ctx0" brushRef="#br0">21724.000 4606.000 0,'50.000'-13.000'0,"16.000"0.000"16,-7.000-4.000-16,-21.000-2.000 16,-14.000 3.000-1</inkml:trace>
  <inkml:trace contextRef="#ctx0" brushRef="#br0">21556.000 4521.000 0,'0.000'0.000'0,"2.000"31.000"15,4.000 19.000-15,0.000 9.000 16,-6.000 3.000 0,-10.000-12.000-16,-2.000-15.000 15</inkml:trace>
  <inkml:trace contextRef="#ctx0" brushRef="#br0">21363.000 4999.000 0,'91.000'-2.000'0,"34.000"-1.000"16,-5.000 2.000-16,-20.000 0.000 15,-23.000-3.000 1,-14.000-5.000-16,-15.000-9.000 15,-12.000-4.000 1,-11.000-6.000-16,-8.000 3.000 16</inkml:trace>
  <inkml:trace contextRef="#ctx0" brushRef="#br0">22245.000 4299.000 0,'42.000'-12.000'16,"23.000"-4.000"-16,4.000 11.000 15,-7.000 5.000 1,-15.000 11.000-16,-16.000 8.000 15,-18.000 2.000 1,-19.000 3.000-16,-18.000-5.000 16,-9.000-1.000-1,-2.000-3.000-15,6.000-2.000 16,8.000-1.000 0,13.000-3.000-16,17.000 1.000 15,23.000 0.000 1,17.000-2.000-16,8.000 0.000 15,-5.000 0.000 1,-7.000 0.000-16,-15.000-2.000 16,-19.000 0.000-1,-22.000 5.000-15,-24.000 1.000 16,-22.000 8.000 0,-17.000-1.000-16,-2.000 5.000 15,11.000 1.000 1,18.000-5.000-16,26.000-1.000 15,23.000-4.000 1,28.000-7.000-16,24.000-4.000 16,17.000-5.000-1,7.000-3.000-15,-2.000-3.000 16,-16.000-3.000 0,-16.000-1.000-16,-16.000-6.000 15,-22.000-2.000 1,-16.000-12.000-16,-17.000-9.000 15,2.000 3.000-15</inkml:trace>
  <inkml:trace contextRef="#ctx0" brushRef="#br0">22473.000 4129.000 0,'8.000'67.000'16,"-6.000"40.000"-16,-12.000 9.000 15,-9.000-14.000 1,2.000-30.000-16</inkml:trace>
  <inkml:trace contextRef="#ctx0" brushRef="#br0">22422.000 4794.000 0,'-15.000'24.000'15,"-17.000"13.000"-15,-12.000 1.000 16,-4.000-4.000 0,1.000-19.000-1,9.000-19.000-15,15.000-17.000 16,13.000-1.000-16</inkml:trace>
  <inkml:trace contextRef="#ctx0" brushRef="#br0">22338.000 4845.000 0,'16.000'25.000'16,"5.000"15.000"0,-2.000 2.000-16,-6.000 0.000 15,-7.000-7.000 1,-3.000-11.000-16,-1.000-10.000 15,4.000-15.000 1,5.000-15.000 0,8.000-14.000-16,5.000-10.000 15,5.000-3.000-15,-1.000 9.000 16,-2.000 11.000 0,1.000 15.000-16,1.000 18.000 15,1.000 18.000-15,0.000 14.000 16,0.000 10.000-1,-1.000 11.000 1,-2.000-1.000-16,-9.000-9.000 16,-8.000-15.000-1,-9.000-38.000-15,8.000 2.000 16,-2.000-15.000-16</inkml:trace>
  <inkml:trace contextRef="#ctx0" brushRef="#br0">22809.000 4820.000 0,'-29.000'28.000'0,"-18.000"15.000"16,-2.000-5.000-1,8.000-25.000-15,12.000-9.000 16</inkml:trace>
  <inkml:trace contextRef="#ctx0" brushRef="#br0">23213.000 4266.000 0,'49.000'-7.000'16,"22.000"9.000"-16,-9.000 8.000 16,-21.000 15.000-1,-27.000 0.000-15,-27.000-2.000 16,-23.000-3.000 0,0.000-3.000-16</inkml:trace>
  <inkml:trace contextRef="#ctx0" brushRef="#br0">23070.000 4521.000 0,'38.000'9.000'16,"28.000"2.000"-1,19.000-2.000-15,3.000-2.000 16,-7.000-5.000 0,-11.000-3.000-1,-14.000-4.000-15,-17.000-5.000 0,-16.000-3.000 16,-13.000 0.000-1</inkml:trace>
  <inkml:trace contextRef="#ctx0" brushRef="#br0">23339.000 4691.000 0,'15.000'69.000'15,"2.000"26.000"-15,-7.000 2.000 16,-11.000-14.000 0,-10.000-15.000-16,-10.000-17.000 15,-1.000-16.000-15,4.000-22.000 16,0.000-28.000 0,5.000-4.000-16</inkml:trace>
  <inkml:trace contextRef="#ctx0" brushRef="#br0">23154.000 4905.000 0,'-19.000'24.000'16,"-14.000"13.000"-16,-3.000 7.000 15,0.000-9.000 1,9.000-13.000-16</inkml:trace>
  <inkml:trace contextRef="#ctx0" brushRef="#br0">23457.000 4990.000 0,'31.000'19.000'15,"10.000"11.000"-15,-3.000-8.000 16,-10.000-9.000 0</inkml:trace>
  <inkml:trace contextRef="#ctx0" brushRef="#br0">24020.000 5186.000 0,'0.000'0.000'16,"0.000"0.000"-16</inkml:trace>
  <inkml:trace contextRef="#ctx0" brushRef="#br0">7051.000 4376.000 0,'0.000'0.000'0,"0.000"0.000"16,0.000 0.000 0,11.000 12.000-16,14.000 3.000 15,12.000-1.000 1,9.000-4.000-16,7.000-3.000 16,9.000-4.000-1,4.000 1.000-15,5.000-4.000 16,-1.000 0.000-1,0.000-4.000-15,-3.000 1.000 16,-4.000 3.000 0,-1.000-2.000-16,-2.000 1.000 15,-1.000 1.000 1,-4.000 0.000-16,-2.000 0.000 16,-7.000 0.000-16,-6.000 0.000 15,-2.000 0.000 1,-5.000 0.000-16,-1.000 3.000 15,-3.000-2.000 1,3.000 0.000-16,0.000-1.000 16,2.000 5.000-1,-1.000-1.000-15,7.000 0.000 16,6.000 0.000 0,5.000 0.000-16,4.000 1.000 15,4.000-3.000 1,2.000 0.000-16,-1.000 0.000 15,-4.000-1.000 1,-3.000-1.000 0,0.000 2.000-16,0.000 4.000 15,0.000 1.000-15,4.000-1.000 16,2.000-1.000 0,3.000 2.000-16,0.000-3.000 15,-4.000-1.000 1,-4.000-2.000-16,-10.000-2.000 15,-12.000-3.000 1,-18.000-9.000-16,-9.000 0.000 16</inkml:trace>
  <inkml:trace contextRef="#ctx0" brushRef="#br0">7866.000 4641.000 0,'-19.000'38.000'16,"-15.000"18.000"-16,-8.000 6.000 15,-6.000 2.000 1,-5.000-2.000-16,-5.000 0.000 16,-5.000 3.000-1,-4.000-1.000 1,-1.000 3.000-16,2.000-5.000 16,3.000 2.000-1,2.000-1.000-15,2.000-1.000 16,4.000-2.000-16,5.000-2.000 15,2.000-8.000 1,5.000-9.000 0,11.000-9.000-16,6.000-11.000 15,8.000-18.000-15,2.000-18.000 16,6.000 0.000 0</inkml:trace>
  <inkml:trace contextRef="#ctx0" brushRef="#br0">6933.000 5340.000 0,'0.000'26.000'0,"-3.000"15.000"16,-6.000 13.000-1,-9.000 9.000-15,-1.000-3.000 16,1.000-5.000 0,7.000-9.000-16,7.000-11.000 15,16.000-11.000 1,15.000-13.000-16,22.000-14.000 16,24.000-14.000-1,18.000-14.000-15,15.000-3.000 16,5.000 0.000-1,-7.000 7.000-15,-8.000 11.000 16,-10.000 15.000 0,-18.000 7.000-16,-22.000 0.000 15,-17.000 1.000-15,-13.000-5.000 16,-11.000-9.000 0,-5.000-1.000-16</inkml:trace>
  <inkml:trace contextRef="#ctx0" brushRef="#br0">2973.000 6740.000 0,'63.000'-9.000'16,"26.000"-4.000"-16,-3.000 1.000 16,-12.000 1.000-16,-15.000 2.000 15,-20.000 4.000 1,-11.000 2.000-16,-13.000 1.000 15,-15.000 2.000 1,0.000 0.000-16,-1.000-4.000 16,-12.000-2.000-1,-7.000-4.000-15,2.000-5.000 16,-1.000-8.000 0,3.000-5.000-16,2.000 1.000 15,5.000-1.000 1,2.000 10.000-16,7.000 18.000 15,0.000 0.000-15,0.000 0.000 16,0.000 0.000 0,-3.000 0.000-16,3.000 17.000 15,1.000 17.000 1,2.000 20.000-16,1.000 15.000 16,-2.000 12.000-1,2.000 7.000-15,-4.000-3.000 16,0.000-10.000-1,2.000-15.000-15,0.000-12.000 16,-2.000-11.000 0,0.000-11.000-16,-8.000-10.000 15,-8.000-12.000 1,-13.000-9.000-16,-3.000-12.000 16,-7.000-5.000-1,4.000 0.000-15,5.000 1.000 16,7.000 1.000-1,3.000 4.000-15,8.000 6.000 16,7.000 3.000 0,8.000-4.000-16,12.000-7.000 15,19.000-7.000 1,15.000-7.000-16,14.000-4.000 16,5.000-2.000-16,4.000-1.000 15,-1.000 3.000 1,-1.000 3.000-1,-5.000 7.000-15,-12.000 9.000 16,-8.000 13.000 0,-9.000 9.000-16,-12.000 15.000 15,-9.000 12.000 1,-8.000 12.000-16,-7.000 5.000 16,-5.000 1.000-1,-8.000-3.000-15,-3.000-8.000 16,2.000-14.000-1,-4.000-15.000-15,5.000-8.000 16</inkml:trace>
  <inkml:trace contextRef="#ctx0" brushRef="#br0">3654.000 6663.000 0,'0.000'0.000'0,"-3.000"43.000"16,-8.000 30.000-1,-7.000 16.000-15,-9.000 4.000 16,-13.000-11.000 0,9.000-19.000-16</inkml:trace>
  <inkml:trace contextRef="#ctx0" brushRef="#br0">3451.000 6995.000 0,'30.000'19.000'0,"11.000"13.000"16,5.000 6.000-16,-9.000-4.000 15,-12.000-5.000 1,-9.000-9.000-16</inkml:trace>
  <inkml:trace contextRef="#ctx0" brushRef="#br0">3107.000 7422.000 0,'36.000'-4.000'0,"28.000"-3.000"16,19.000-1.000-1,4.000-2.000-15,-7.000 0.000 16,-10.000 1.000-1,-12.000-3.000-15,-9.000-3.000 16,-16.000 3.000 0</inkml:trace>
  <inkml:trace contextRef="#ctx0" brushRef="#br0">3981.000 7021.000 0,'45.000'-22.000'0,"21.000"-9.000"16,3.000 7.000-16,-4.000 7.000 16,-6.000 7.000-1,-7.000 9.000-15,-8.000 5.000 16,-5.000 1.000-1,-7.000 5.000-15,-9.000 8.000 16,-7.000 10.000 0,-10.000 11.000-16,-10.000 15.000 15,-12.000 11.000 1,-7.000 2.000-16,-3.000-10.000 16,-2.000-7.000-1,2.000-10.000-15,6.000-14.000 16,1.000-14.000-1,-2.000-12.000-15,1.000-19.000 16,2.000-24.000 0,2.000-19.000-16,7.000 6.000 15</inkml:trace>
  <inkml:trace contextRef="#ctx0" brushRef="#br0">4335.000 6714.000 0,'-9.000'34.000'0,"-12.000"28.000"15,-13.000 19.000-15,-6.000 6.000 16,-1.000-8.000 0,4.000-18.000-16,10.000-23.000 15,13.000-18.000 1</inkml:trace>
  <inkml:trace contextRef="#ctx0" brushRef="#br0">4679.000 6561.000 0,'13.000'34.000'16,"7.000"13.000"0,1.000-7.000-16,-4.000-22.000 15,-3.000-11.000 1</inkml:trace>
  <inkml:trace contextRef="#ctx0" brushRef="#br0">4864.000 6493.000 0,'0.000'0.000'0,"16.000"22.000"16,9.000 3.000-1,5.000-8.000-15,-4.000-9.000 16</inkml:trace>
  <inkml:trace contextRef="#ctx0" brushRef="#br0">5378.000 6424.000 0,'0.000'0.000'0,"-26.000"29.000"15,-24.000 15.000 1,-21.000 5.000-16,-15.000-4.000 16,-7.000-10.000-1,21.000-11.000 1</inkml:trace>
  <inkml:trace contextRef="#ctx0" brushRef="#br0">4671.000 6902.000 0,'0.000'0.000'0,"0.000"0.000"15,6.000 15.000 1,4.000 3.000-16,12.000-5.000 16,12.000-14.000-1,14.000-14.000-15,9.000-10.000 16,8.000-6.000-1,6.000 0.000-15,1.000 3.000 16,-1.000 10.000 0,-13.000 8.000-16,-15.000 12.000 15,-23.000 6.000 1,-24.000 4.000-16,-8.000-1.000 16</inkml:trace>
  <inkml:trace contextRef="#ctx0" brushRef="#br0">4898.000 7090.000 0,'33.000'4.000'15,"20.000"5.000"1,2.000 3.000-16,-6.000 4.000 16,-12.000 6.000-16,-12.000 3.000 15,-10.000 6.000 1,-13.000 3.000-16,-6.000 3.000 15,-4.000 0.000 1,-1.000-1.000-16,0.000-8.000 16,-5.000-2.000-1,1.000-9.000-15,-3.000-8.000 16,-3.000-10.000 0,-9.000-9.000-16,-4.000-9.000 15,1.000-3.000 1,5.000-1.000-16,6.000 4.000 15,13.000-3.000 1,12.000-1.000-16,23.000-1.000 16,21.000-1.000-1,17.000 0.000 1,12.000-1.000-16,4.000 3.000 16,-2.000 4.000-16,-11.000 2.000 15,-12.000 0.000 1,-18.000 2.000-16,-19.000-2.000 15,-13.000 6.000-15</inkml:trace>
  <inkml:trace contextRef="#ctx0" brushRef="#br0">5655.000 7063.000 0,'0.000'0.000'15,"44.000"0.000"1,23.000-2.000-16,10.000 0.000 16,-8.000-1.000-1,-9.000-1.000-15,-14.000-3.000 16,-13.000-2.000-16,-10.000-5.000 15,-13.000-1.000 1,-7.000 1.000-16</inkml:trace>
  <inkml:trace contextRef="#ctx0" brushRef="#br0">5748.000 6381.000 0,'0.000'0.000'0,"0.000"0.000"15,6.000 28.000-15,-1.000 16.000 16,-5.000 13.000 0,-9.000 6.000-16,-11.000-3.000 15,-5.000-14.000 1,5.000-15.000-16</inkml:trace>
  <inkml:trace contextRef="#ctx0" brushRef="#br0">5874.000 6475.000 0,'0.000'0.000'16,"-18.000"21.000"0,-10.000 10.000-16,-5.000 2.000 15,2.000-2.000 1,7.000-4.000-16,15.000-5.000 16,12.000-6.000-16,13.000-4.000 15,7.000-4.000 1,8.000-6.000-16,2.000-5.000 15,-4.000-2.000 1,-1.000-3.000-16,-7.000-8.000 16,-6.000-6.000-1,-3.000-7.000-15,-5.000 4.000 16</inkml:trace>
  <inkml:trace contextRef="#ctx0" brushRef="#br0">6049.000 6304.000 0,'10.000'31.000'16,"-5.000"22.000"-16,-9.000 7.000 16,-7.000 3.000-1,-2.000-7.000-15,-1.000-16.000 16,2.000-18.000-1</inkml:trace>
  <inkml:trace contextRef="#ctx0" brushRef="#br0">6327.000 6329.000 0,'0.000'0.000'16,"-11.000"28.000"-16,-19.000 15.000 16,-11.000 14.000-1,-4.000 1.000-15,4.000-6.000 16,12.000-5.000 0,13.000-9.000-16,14.000-9.000 15,18.000-13.000 1,9.000-6.000-16,9.000-7.000 15,-1.000-3.000 1,-1.000-6.000-16,-6.000-2.000 16,-12.000-4.000-1,-7.000 1.000-15</inkml:trace>
  <inkml:trace contextRef="#ctx0" brushRef="#br0">5646.000 6902.000 0,'0.000'0.000'0,"0.000"0.000"16,0.000 0.000-16,30.000-9.000 15,20.000-4.000 1,9.000-1.000-16,-2.000 0.000 15,-2.000 4.000 1,-2.000 4.000-16,-3.000 3.000 16,-10.000 3.000-1,-6.000 5.000 1,-12.000 3.000-16,-10.000 6.000 16,-13.000 2.000-16,-15.000 3.000 15,-13.000 1.000 1,-14.000 4.000-16,-7.000-2.000 15,-5.000-1.000 1,0.000-4.000-16,9.000-4.000 16,13.000-5.000-1,12.000-3.000-15,9.000-2.000 16,12.000-3.000-16,14.000-4.000 16,14.000-3.000-1,15.000 3.000-15,6.000 0.000 16,2.000 1.000-1,-7.000 1.000-15,-11.000 4.000 16,-12.000-1.000 0,-14.000 5.000-16,-14.000 9.000 15,-21.000 3.000 1,-20.000 4.000-16,-13.000 3.000 16,-6.000-1.000-1,1.000 1.000-15,9.000-2.000 16,15.000-5.000-1,17.000-10.000-15,25.000-8.000 16,5.000 3.000 0,29.000-8.000-16,25.000-6.000 15,22.000 0.000 1,12.000 0.000-16,8.000 7.000 16,0.000 5.000-16,-4.000 6.000 15,-13.000 4.000 1,-13.000 4.000-16,-21.000 3.000 15,-18.000 6.000 1,-17.000 4.000-16,-21.000 0.000 16,-18.000-3.000-1,-19.000-1.000-15,-11.000-13.000 16,-9.000-11.000 0,3.000-11.000-16,14.000-2.000 15</inkml:trace>
  <inkml:trace contextRef="#ctx0" brushRef="#br0">5949.000 6876.000 0,'0.000'0.000'15,"-3.000"31.000"-15,-2.000 23.000 16,-2.000 18.000 0,-1.000 13.000-16,2.000 8.000 15,0.000 2.000 1,2.000-5.000-16,-3.000-8.000 16,-1.000-11.000-1,5.000-17.000-15,0.000-17.000 16,0.000-20.000-1,-1.000-11.000 1</inkml:trace>
  <inkml:trace contextRef="#ctx0" brushRef="#br0">5874.000 7243.000 0,'0.000'0.000'0,"-24.000"28.000"16,-12.000 19.000 0,-7.000 0.000-16,1.000-9.000 15,9.000-17.000-15,9.000-12.000 16</inkml:trace>
  <inkml:trace contextRef="#ctx0" brushRef="#br0">6655.000 6986.000 0,'0.000'0.000'16,"34.000"0.000"0,19.000 7.000-16,5.000 1.000 15,-2.000 1.000 1,-3.000-1.000-16,-8.000-2.000 15,-12.000-3.000-15,-8.000-8.000 16,-9.000-10.000 0,-5.000-2.000-1</inkml:trace>
  <inkml:trace contextRef="#ctx0" brushRef="#br0">7714.000 6381.000 0,'0.000'0.000'15,"0.000"0.000"-15,0.000 0.000 16,0.000 0.000-16,0.000 0.000 15,0.000 0.000 1,0.000 0.000-16,0.000 0.000 16,3.000 18.000-1,-2.000 6.000-15,2.000 0.000 16,2.000-1.000 0,-2.000-2.000-16,-1.000 3.000 15,-1.000 0.000 1,-2.000 0.000-1,-5.000-6.000-15,-11.000-6.000 16,3.000-3.000-16</inkml:trace>
  <inkml:trace contextRef="#ctx0" brushRef="#br0">7446.000 6757.000 0,'0.000'0.000'0,"24.000"4.000"16,21.000-4.000 0,14.000-8.000-16,4.000-7.000 15,0.000-5.000 1,-2.000-1.000-16,-9.000 6.000 16,-11.000 5.000-1,-14.000 10.000-15,-16.000 10.000 16,-16.000 11.000-1,-17.000 10.000-15,-11.000 5.000 16,-7.000 2.000-16,-2.000-8.000 16,6.000-11.000-1,17.000-13.000-15,9.000-4.000 16</inkml:trace>
  <inkml:trace contextRef="#ctx0" brushRef="#br0">7782.000 6910.000 0,'0.000'28.000'0,"-4.000"15.000"16,-10.000 7.000-1,-4.000 3.000-15,-2.000-6.000 16,6.000-10.000 0,14.000-8.000-1,18.000-17.000-15,15.000-12.000 16,10.000-11.000-16,7.000-9.000 15,-6.000-1.000 1,-10.000 5.000-16,-17.000 4.000 16,-21.000 8.000-1,-22.000 9.000-15,-23.000 3.000 16,-17.000-1.000 0,11.000-3.000-16</inkml:trace>
  <inkml:trace contextRef="#ctx0" brushRef="#br0">7462.000 7151.000 0,'-15.000'37.000'15,"-11.000"18.000"-15,-4.000 6.000 16,1.000-12.000-1,2.000-18.000-15,9.000-12.000 16</inkml:trace>
  <inkml:trace contextRef="#ctx0" brushRef="#br0">7539.000 7354.000 0,'31.000'9.000'0,"22.000"9.000"16,6.000 8.000-1,9.000 7.000-15,3.000 5.000 16,4.000-1.000 0,1.000 0.000-16,-5.000-12.000 15,-4.000-11.000 1,-7.000-13.000-16,-4.000-17.000 16,-7.000-16.000-16,-13.000 1.000 15</inkml:trace>
  <inkml:trace contextRef="#ctx0" brushRef="#br0">8657.000 6510.000 0,'0.000'0.000'16,"0.000"0.000"-16,-38.000 25.000 15,-22.000 12.000 1,-4.000 3.000-16,9.000-8.000 16,21.000-8.000-1,18.000-8.000-15,27.000-10.000 16,23.000-6.000-16,19.000-4.000 15,9.000-2.000 1,-1.000 1.000 0,-9.000 2.000-16,-16.000 7.000 15,-19.000 9.000-15,-27.000 13.000 16,-31.000 11.000 0,-24.000 3.000-1,-12.000 4.000-15,-3.000-4.000 16,11.000-7.000-1,18.000-9.000-15,20.000-7.000 16,22.000-6.000 0,21.000-2.000-16,14.000-1.000 15,10.000 4.000 1,8.000 4.000-16,0.000 5.000 16,-3.000 11.000-16,-9.000 8.000 15,-10.000 8.000 1,-11.000-1.000-16,-12.000-1.000 15,-8.000-10.000 1,-3.000-13.000 0,1.000-18.000-16,2.000-8.000 15</inkml:trace>
  <inkml:trace contextRef="#ctx0" brushRef="#br0">8816.000 6628.000 0,'68.000'-22.000'16,"27.000"-7.000"-16,-9.000 9.000 15,-13.000 12.000-15,-15.000 12.000 16,-18.000 11.000-1,-14.000 12.000-15,-11.000 11.000 16,-14.000 10.000 0,-11.000 5.000-16,-7.000 1.000 15,-4.000-6.000 1,-4.000-4.000-16,2.000-10.000 16,2.000-16.000-1,3.000-19.000-15,5.000-7.000 16</inkml:trace>
  <inkml:trace contextRef="#ctx0" brushRef="#br0">8918.000 6765.000 0,'0.000'0.000'0,"33.000"-4.000"15,23.000-1.000 1,12.000 1.000-16,2.000 0.000 15,0.000 3.000 1,-10.000 0.000-16,-14.000-2.000 16,-19.000 5.000-1,-26.000 6.000-15,-28.000 4.000 16,-28.000 6.000 0,-21.000 11.000-1,-10.000 4.000-15,4.000 2.000 16,11.000 0.000-16,17.000-6.000 15,25.000-6.000 1,29.000-7.000-16,32.000-9.000 16,24.000-7.000-1,23.000-5.000-15,9.000-6.000 16,1.000-4.000 0,-8.000-4.000-16,-18.000-1.000 15,-19.000-4.000 1,-23.000 1.000-16,-24.000-9.000 15,-24.000-3.000 1,-20.000-8.000-16,-12.000-5.000 16,-8.000-5.000-1,14.000 8.000-15</inkml:trace>
  <inkml:trace contextRef="#ctx0" brushRef="#br0">8985.000 6288.000 0,'15.000'27.000'15,"4.000"28.000"-15,-4.000 25.000 16,-12.000 19.000-16,-7.000 18.000 16,-6.000 13.000-1,-7.000 8.000 1,4.000 3.000-16,2.000-1.000 15,2.000-8.000 1,4.000-20.000-16,2.000-23.000 16,0.000-28.000-16,-3.000-27.000 15,2.000-18.000 1</inkml:trace>
  <inkml:trace contextRef="#ctx0" brushRef="#br0">8842.000 7158.000 0,'0.000'0.000'0,"26.000"-10.000"16,18.000-3.000-1,6.000 0.000-15,-5.000 6.000 16,-1.000 0.000-16,-10.000 1.000 15,-8.000-1.000 1,-12.000 1.000-16,-7.000 1.000 16</inkml:trace>
  <inkml:trace contextRef="#ctx0" brushRef="#br0">8749.000 7304.000 0,'32.000'0.000'0,"26.000"0.000"16,14.000-3.000-16,7.000-4.000 15,2.000-1.000 1,-3.000-3.000-16,-20.000 0.000 16</inkml:trace>
  <inkml:trace contextRef="#ctx0" brushRef="#br0">9674.000 7090.000 0,'0.000'0.000'16,"0.000"0.000"-16,0.000 0.000 15,4.000 12.000 1,-3.000-1.000 0,-1.000-3.000-16</inkml:trace>
  <inkml:trace contextRef="#ctx0" brushRef="#br0">9674.000 7336.000 0,'0.000'0.000'0,"0.000"0.000"15,0.000 0.000-15,0.000 0.000 16</inkml:trace>
  <inkml:trace contextRef="#ctx0" brushRef="#br0">9876.000 6459.000 0,'0.000'0.000'15,"0.000"0.000"-15,0.000 0.000 16,0.000 0.000 0,0.000 0.000-16,0.000 0.000 15,-1.000 22.000 1,-5.000 12.000-16,-3.000 8.000 16,-3.000 4.000-16,-6.000 0.000 15,-2.000 1.000 1,0.000-2.000-16,4.000 3.000 15,7.000 1.000 1,2.000 3.000-16,1.000 1.000 16,3.000 6.000-1,-3.000 0.000-15,0.000 5.000 16,-1.000 1.000 0,-2.000-2.000-16,3.000-2.000 15,7.000-4.000 1,6.000-7.000-16,7.000-1.000 15,4.000-6.000 1,3.000-4.000-16,3.000-5.000 16,-2.000-2.000-1,-3.000-7.000-15,-6.000-6.000 16,-4.000-6.000 0,-9.000-13.000-16,5.000 0.000 15</inkml:trace>
  <inkml:trace contextRef="#ctx0" brushRef="#br0">10213.000 6646.000 0,'0.000'0.000'15,"0.000"0.000"-15,4.000 26.000 16,1.000 13.000-1,-2.000 6.000-15,-6.000-9.000 16,-5.000-12.000 0,-1.000-10.000-16</inkml:trace>
  <inkml:trace contextRef="#ctx0" brushRef="#br0">10254.000 6612.000 0,'37.000'1.000'15,"17.000"4.000"-15,-4.000 5.000 16,-13.000 6.000 0,-12.000 5.000-16,-21.000 5.000 15,-22.000 8.000 1,-16.000 2.000-16,-15.000 4.000 15,-5.000-2.000 1,1.000-3.000-16,10.000-3.000 16,9.000-5.000-1,19.000-7.000-15,17.000-6.000 16,18.000-3.000 0,15.000-4.000-16,9.000-6.000 15,0.000 1.000 1,-3.000 0.000-16,-7.000 3.000 15,-6.000 3.000 1,-17.000 6.000-16,-19.000 11.000 16,-20.000 12.000-1,-22.000 11.000-15,-14.000 1.000 16,0.000-5.000 0,11.000-13.000-16,14.000-24.000 15,17.000-11.000-15</inkml:trace>
  <inkml:trace contextRef="#ctx0" brushRef="#br0">10422.000 7217.000 0,'40.000'36.000'16,"9.000"11.000"-1,-8.000-7.000-15,-16.000-17.000 16,-12.000-11.000-1</inkml:trace>
  <inkml:trace contextRef="#ctx0" brushRef="#br0">10827.000 6500.000 0,'45.000'-20.000'0,"35.000"-6.000"15,10.000 5.000 1,-9.000 6.000 0,-12.000 10.000-16,-19.000 3.000 15,-19.000 6.000-15,-31.000-4.000 16,13.000 2.000-1</inkml:trace>
  <inkml:trace contextRef="#ctx0" brushRef="#br0">10725.000 6628.000 0,'-4.000'29.000'16,"1.000"16.000"-16,9.000 6.000 15,9.000-1.000 1,3.000-9.000-16,-2.000-13.000 16,-2.000-16.000-1,-4.000-10.000-15</inkml:trace>
  <inkml:trace contextRef="#ctx0" brushRef="#br0">10792.000 6688.000 0,'76.000'-17.000'0,"33.000"-5.000"16,7.000 8.000 0,-16.000 12.000-16,-19.000 7.000 15,-21.000 7.000 1,-23.000 8.000-16,-20.000 1.000 15,-20.000 2.000 1,-24.000-4.000-16,-17.000-8.000 16,-13.000-4.000-1,-7.000-11.000-15,5.000-12.000 16,14.000-1.000-16</inkml:trace>
  <inkml:trace contextRef="#ctx0" brushRef="#br0">10953.000 6561.000 0,'2.000'30.000'0,"-1.000"17.000"15,-1.000 1.000 1,-4.000-8.000-16,1.000-18.000 16,1.000-10.000-1</inkml:trace>
  <inkml:trace contextRef="#ctx0" brushRef="#br0">11162.000 6527.000 0,'0.000'0.000'16,"-8.000"27.000"-16,-17.000 23.000 15,-17.000 11.000 1,-10.000 4.000-16,0.000-5.000 15,9.000-12.000 1,13.000-15.000-16,20.000-13.000 16,20.000-13.000-1,23.000-10.000-15,17.000-6.000 16,7.000-1.000 0,0.000 1.000-16,-13.000 5.000 15,-12.000 8.000 1,-16.000 7.000-16,-24.000 11.000 15,-24.000 7.000 1,-21.000 7.000-16,-8.000 7.000 16,1.000 5.000-1,15.000-5.000-15,18.000-1.000 16,19.000 0.000 0,24.000-8.000-16,22.000-2.000 15,18.000-5.000 1,8.000-4.000-1,1.000-5.000-15,-10.000-6.000 16,-12.000-5.000-16,-14.000-11.000 16,-14.000-10.000-1,-15.000-7.000-15,-16.000-13.000 16,-16.000-11.000-16,0.000-2.000 16,3.000 0.000-1,12.000 8.000-15,9.000 17.000 16,10.000 8.000-1,7.000 6.000-15,8.000 5.000 16,5.000 11.000 0,-3.000 9.000-16,-4.000 10.000 15,-13.000 8.000 1,-15.000 5.000 0,-13.000 2.000-16,-13.000-9.000 15,-6.000-8.000-15,-4.000-13.000 16,1.000-13.000-1,0.000-15.000-15,12.000-1.000 16</inkml:trace>
  <inkml:trace contextRef="#ctx0" brushRef="#br0">10750.000 7072.000 0,'50.000'-4.000'0,"32.000"1.000"16,14.000-2.000-16,6.000 1.000 16,-3.000-5.000-1,-7.000 2.000-15,-7.000-4.000 16,-14.000-2.000 0,-11.000-7.000-16,-19.000-9.000 15,-16.000-5.000 1,-9.000 7.000-16</inkml:trace>
  <inkml:trace contextRef="#ctx0" brushRef="#br0">11667.000 6714.000 0,'87.000'-10.000'16,"24.000"-3.000"-16,-13.000 1.000 16,-24.000-5.000-16,-24.000-3.000 15,-17.000 3.000 1</inkml:trace>
  <inkml:trace contextRef="#ctx0" brushRef="#br0">11760.000 6365.000 0,'13.000'-12.000'0,"10.000"0.000"15,9.000-4.000-15,-1.000 9.000 16,0.000 2.000-1,-5.000 4.000 1,-6.000 4.000-16,-5.000 2.000 16,-6.000 4.000-16,-1.000 4.000 15,-3.000 6.000 1,-2.000 5.000-16,-1.000 13.000 16,-2.000 12.000-1,-3.000 11.000-15,-2.000 11.000 16,-1.000 11.000-1,4.000 4.000-15,2.000 2.000 16,2.000-5.000 0,-2.000-8.000-16,4.000-12.000 15,0.000-7.000 1,-1.000-7.000-16,-6.000-12.000 16,-10.000-13.000-1,-5.000-23.000-15,-5.000-18.000 16,5.000-3.000-1</inkml:trace>
  <inkml:trace contextRef="#ctx0" brushRef="#br0">11760.000 6936.000 0,'-6.000'29.000'16,"-12.000"17.000"-16,-5.000 10.000 15,-2.000 4.000 1,-1.000-7.000-16,8.000-13.000 16,9.000-14.000-1,14.000-15.000-15,18.000-15.000 16,18.000-20.000 0,17.000-16.000-16,12.000-13.000 15,6.000-4.000 1,-5.000 5.000-16,-8.000 11.000 15,-12.000 13.000 1,-13.000 15.000-16,-9.000 17.000 16,-6.000 15.000-1,-8.000 12.000-15,-3.000 3.000 16,-4.000 4.000 0,-5.000-3.000-16,-3.000-8.000 15,-3.000-14.000 1,3.000-21.000-16,0.000-22.000 15,-1.000-3.000 1</inkml:trace>
  <inkml:trace contextRef="#ctx0" brushRef="#br0">12122.000 6466.000 0,'0.000'0.000'0,"0.000"0.000"15,0.000 0.000 1,0.000 0.000-16,15.000 10.000 16,3.000 2.000-1</inkml:trace>
  <inkml:trace contextRef="#ctx0" brushRef="#br0">12760.000 6356.000 0,'-8.000'44.000'16,"-16.000"35.000"-1,-8.000 15.000-15,-4.000 13.000 16,5.000 2.000-1,11.000-5.000-15,17.000-11.000 16,18.000-7.000 0,14.000-12.000-16,14.000-13.000 15,7.000-11.000 1,-4.000-15.000-16,-2.000-9.000 16,-7.000-14.000-1,-12.000-21.000-15,-15.000-21.000 16,-7.000-1.000-1</inkml:trace>
  <inkml:trace contextRef="#ctx0" brushRef="#br0">12769.000 6757.000 0,'13.000'27.000'16,"11.000"19.000"-1,-4.000 13.000-15,-8.000 5.000 16,-12.000 3.000 0,-16.000-2.000-16,-9.000-8.000 15,-14.000-9.000 1,-6.000-10.000-16,-5.000-14.000 16,4.000-15.000-1,2.000-12.000 1,6.000-13.000-16,10.000-11.000 15,11.000-11.000-15,13.000-1.000 16,17.000 4.000 0,14.000 3.000-16,13.000 6.000 15,13.000 5.000 1,6.000 6.000-16,6.000 8.000 16,-3.000 4.000-1,-5.000 3.000-15,-9.000 3.000 16,-10.000-1.000-1,-12.000-5.000-15,-6.000-8.000 16,-6.000-12.000-16,-5.000-15.000 16,-4.000-15.000-1,-1.000 7.000-15</inkml:trace>
  <inkml:trace contextRef="#ctx0" brushRef="#br0">13080.000 6339.000 0,'0.000'0.000'16,"-12.000"33.000"0,-7.000 21.000-16,-6.000 6.000 15,3.000-1.000-15,9.000-8.000 16,11.000-8.000-1,17.000-10.000-15,15.000-8.000 16,17.000-9.000 0,7.000-7.000-16,0.000-2.000 15,-4.000-3.000 1,-11.000 2.000-16,-14.000 7.000 16,-18.000 5.000-1,-17.000 9.000-15,-19.000 6.000 16,-12.000 2.000-1,-8.000 3.000-15,-3.000 2.000 16,5.000-2.000 0,9.000-7.000-16,12.000-5.000 15,17.000-7.000 1,17.000-8.000-16,19.000-4.000 16,10.000-3.000-1,8.000-2.000-15,0.000 1.000 16,-8.000 3.000-1,-6.000 7.000-15,-12.000 5.000 16,-13.000 9.000-16,-17.000 3.000 16,-11.000 1.000-1,-14.000-4.000 1,-5.000-4.000-16,-2.000-10.000 16,-3.000-10.000-1,7.000-15.000-15,6.000-9.000 16,6.000-6.000-16,12.000-5.000 15,17.000-10.000 1,16.000-2.000-16,4.000 10.000 16</inkml:trace>
  <inkml:trace contextRef="#ctx0" brushRef="#br0">13433.000 6510.000 0,'79.000'-10.000'16,"38.000"-1.000"0,2.000 0.000-1,-9.000 5.000-15,-16.000 6.000 16,-16.000-1.000-16,-22.000-3.000 15,-18.000 1.000 1,-18.000-1.000-16</inkml:trace>
  <inkml:trace contextRef="#ctx0" brushRef="#br0">13669.000 6697.000 0,'45.000'12.000'16,"22.000"0.000"0,8.000-4.000-16,-6.000-8.000 15,-7.000-3.000 1,-12.000-8.000-16,-15.000-7.000 16,-13.000-11.000-1,-11.000 6.000-15</inkml:trace>
  <inkml:trace contextRef="#ctx0" brushRef="#br0">13787.000 6168.000 0,'11.000'35.000'16,"2.000"32.000"-16,0.000 26.000 16,-8.000 16.000-1,0.000 11.000-15,-4.000 10.000 16,1.000-3.000 0,-1.000-8.000-16,3.000-13.000 15,4.000-19.000 1,-5.000-15.000-16,-1.000-22.000 15,0.000-25.000 1,1.000-15.000-16</inkml:trace>
  <inkml:trace contextRef="#ctx0" brushRef="#br0">13795.000 7029.000 0,'0.000'0.000'0,"-29.000"17.000"16,-22.000 8.000-16,-6.000 2.000 15,13.000-8.000 1,14.000-7.000-16</inkml:trace>
  <inkml:trace contextRef="#ctx0" brushRef="#br0">13946.000 6945.000 0,'37.000'32.000'0,"10.000"15.000"16,-6.000-3.000-16,-11.000-9.000 15,-9.000-20.000 1,-9.000-8.000-16</inkml:trace>
  <inkml:trace contextRef="#ctx0" brushRef="#br0">14308.000 6493.000 0,'0.000'0.000'0,"17.000"24.000"15,2.000 18.000 1,-9.000 9.000-16,-13.000-1.000 16,-4.000-11.000-1</inkml:trace>
  <inkml:trace contextRef="#ctx0" brushRef="#br0">14240.000 6945.000 0,'0.000'0.000'0,"0.000"0.000"15,28.000-20.000-15,15.000-19.000 16,5.000-13.000 0,1.000-14.000-16,-7.000-9.000 31,-5.000-2.000-31,-5.000 6.000 0,-6.000 5.000 15,-6.000 8.000 1,-8.000 13.000-16,-3.000 15.000 16,-3.000 13.000-1,-4.000 19.000-15,-5.000 19.000 16,2.000 23.000 0,0.000 25.000-16,-4.000 18.000 15,1.000 9.000 1,1.000 9.000-16,-1.000-2.000 15,0.000-3.000 1,-1.000-16.000-16,3.000-18.000 16,-1.000-26.000-1,3.000-40.000-15,-1.000 1.000 16,0.000-15.000 0</inkml:trace>
  <inkml:trace contextRef="#ctx0" brushRef="#br0">14610.000 6757.000 0,'50.000'-13.000'0,"24.000"-2.000"16,4.000 6.000 0,-9.000 2.000-16,-10.000 0.000 15,-11.000-8.000-15,-15.000-5.000 16,-15.000-5.000-1,-8.000 3.000-15</inkml:trace>
  <inkml:trace contextRef="#ctx0" brushRef="#br0">14795.000 6466.000 0,'-8.000'34.000'0,"-5.000"27.000"16,-3.000 21.000-1,-2.000 15.000-15,-1.000 5.000 16,-7.000-1.000 0,0.000-15.000-1,-1.000-22.000-15,7.000-28.000 16,5.000-18.000-16</inkml:trace>
  <inkml:trace contextRef="#ctx0" brushRef="#br0">14753.000 7013.000 0,'41.000'46.000'15,"10.000"19.000"1,-8.000-6.000-16,-12.000-17.000 16,-17.000-25.000-16,-11.000-26.000 15,-3.000-9.000 1</inkml:trace>
  <inkml:trace contextRef="#ctx0" brushRef="#br0">14922.000 6381.000 0,'0.000'0.000'0,"20.000"25.000"15,9.000 10.000 1,-5.000 0.000 0,-7.000-14.000-16,-3.000-8.000 15</inkml:trace>
  <inkml:trace contextRef="#ctx0" brushRef="#br0">15300.000 6424.000 0,'109.000'-8.000'15,"37.000"-2.000"-15,-15.000 2.000 16,-31.000 5.000 0,-36.000-3.000-16,-27.000-7.000 15,-28.000-6.000-15,-10.000 3.000 16</inkml:trace>
  <inkml:trace contextRef="#ctx0" brushRef="#br0">15477.000 6253.000 0,'0.000'0.000'0,"0.000"32.000"16,-7.000 24.000-1,-19.000 16.000-15,-17.000 5.000 16,-17.000-2.000 0,-5.000-15.000-16,13.000-18.000 15</inkml:trace>
  <inkml:trace contextRef="#ctx0" brushRef="#br0">15451.000 6603.000 0,'63.000'10.000'0,"12.000"8.000"15,-22.000 1.000-15,-23.000-6.000 16</inkml:trace>
  <inkml:trace contextRef="#ctx0" brushRef="#br0">15434.000 6876.000 0,'0.000'0.000'0,"-6.000"34.000"16,-11.000 17.000-1,-9.000 2.000-15,-2.000-4.000 16,5.000-6.000-1,10.000-10.000-15,19.000-1.000 16,16.000-7.000 0,17.000-4.000-16,11.000-2.000 15,9.000-9.000 1,0.000-4.000-16,-6.000-6.000 16,-9.000-5.000-1,-13.000-2.000 1,-9.000-9.000-16,-14.000-12.000 15,-15.000-7.000-15,-16.000-6.000 16,-6.000 5.000 0,-1.000 11.000-16,9.000 7.000 15,8.000 6.000 1,16.000 4.000-16,19.000 1.000 16,19.000 1.000-16,18.000 4.000 15,12.000 2.000 1,6.000 3.000-16,-6.000 3.000 15,-14.000 0.000 1,-15.000 2.000-16,-19.000 1.000 16,-15.000 4.000-1,-19.000-10.000-15,-14.000-6.000 16,-12.000-15.000 0,6.000 0.000-16</inkml:trace>
  <inkml:trace contextRef="#ctx0" brushRef="#br0">16452.000 6279.000 0,'0.000'0.000'15,"21.000"23.000"-15,5.000 17.000 16,-3.000 6.000 0,-8.000 1.000-16,-10.000-3.000 15,-8.000-10.000 1,-4.000-22.000-16,1.000-10.000 16</inkml:trace>
  <inkml:trace contextRef="#ctx0" brushRef="#br0">16587.000 6159.000 0,'30.000'-17.000'0,"14.000"-5.000"16,6.000 6.000-1,-6.000 7.000-15,-7.000 6.000 16,-8.000 6.000-16,-8.000 5.000 15,-8.000 9.000 1,-6.000 4.000-16,-6.000 6.000 16,-5.000 7.000-1,-3.000 9.000-15,-5.000 5.000 16,-4.000 4.000 0,0.000-1.000-16,-1.000-7.000 15,1.000-6.000 1,-1.000-13.000-16,0.000-15.000 15,3.000-8.000 1</inkml:trace>
  <inkml:trace contextRef="#ctx0" brushRef="#br0">16528.000 6416.000 0,'23.000'-10.000'0,"21.000"-1.000"16,0.000 7.000 0,-7.000 4.000-1,-2.000 7.000-15,-14.000 1.000 16,-21.000-8.000-16,3.000 9.000 16,-7.000-6.000-1</inkml:trace>
  <inkml:trace contextRef="#ctx0" brushRef="#br0">16367.000 6620.000 0,'54.000'-7.000'16,"26.000"0.000"-1,1.000 0.000-15,-9.000 3.000 16,-16.000 0.000-1,-20.000-3.000-15,-15.000 0.000 16</inkml:trace>
  <inkml:trace contextRef="#ctx0" brushRef="#br0">16267.000 6799.000 0,'72.000'-11.000'16,"37.000"-5.000"-16,2.000 4.000 16,-17.000 5.000-1,-24.000 10.000-15,-20.000 6.000 16,-28.000 8.000 0,-20.000 11.000-16,-18.000 8.000 15,-9.000 6.000 1,-3.000 2.000-16,5.000-1.000 15,6.000-7.000 1,10.000-9.000-16,12.000-6.000 16,17.000-12.000-16,11.000-10.000 15,7.000-9.000 1,0.000-9.000 0,-8.000-4.000-1,-11.000-1.000-15,-15.000 0.000 16,-26.000 3.000-16,-19.000 10.000 15,-18.000 14.000 1,-9.000 12.000-16,-3.000 15.000 16,2.000 7.000-1,16.000 6.000-15,19.000 0.000 16,23.000-7.000 0,28.000-8.000-16,30.000-10.000 15,22.000-9.000 1,14.000-7.000-16,0.000-5.000 15,-6.000-7.000 1,-11.000-4.000-16,-17.000-6.000 16,-16.000 0.000-1</inkml:trace>
  <inkml:trace contextRef="#ctx0" brushRef="#br0">17209.000 6365.000 0,'0.000'0.000'0,"15.000"-4.000"15,6.000-4.000 1,7.000 5.000-16,5.000 3.000 16,6.000 4.000-16,5.000-1.000 15,2.000-4.000 1,1.000-2.000-16,-1.000 3.000 15,-8.000 3.000 1,-8.000 4.000-16,-14.000 7.000 16,-18.000 15.000-1,-23.000 11.000-15,-20.000 3.000 16,-13.000-1.000 0,0.000-8.000-16,16.000-16.000 15,20.000-18.000-15,12.000-5.000 16</inkml:trace>
  <inkml:trace contextRef="#ctx0" brushRef="#br0">17856.000 6493.000 0,'0.000'0.000'0,"-6.000"24.000"15,-19.000 16.000-15,-24.000 7.000 31,-20.000 3.000-31,-15.000 5.000 0,-9.000-7.000 16,4.000-9.000 0,13.000-12.000-16,23.000-10.000 15,23.000-5.000 1,29.000-2.000-16,32.000-5.000 16,24.000-5.000-1,20.000-1.000-15,12.000-2.000 16,0.000-2.000-1,-6.000 1.000-15,-17.000-3.000 16,-20.000-1.000 0,-18.000-6.000-16,-20.000-9.000 15,-15.000-12.000 1,-18.000-14.000-16,-12.000-2.000 16,3.000 10.000-1</inkml:trace>
  <inkml:trace contextRef="#ctx0" brushRef="#br0">17536.000 6543.000 0,'14.000'41.000'0,"5.000"28.000"16,-2.000 18.000-16,-6.000 6.000 16,-6.000 1.000-1,-5.000-6.000-15,0.000-7.000 16,3.000-19.000-16,3.000-24.000 15,1.000-17.000 1</inkml:trace>
  <inkml:trace contextRef="#ctx0" brushRef="#br0">18419.000 6150.000 0,'23.000'9.000'15,"-11.000"9.000"-15,-35.000 10.000 16,-38.000 6.000-1,-27.000 0.000-15,-4.000-3.000 16,12.000-7.000 0,23.000-6.000-16,23.000-10.000 15,34.000-8.000 1,5.000 2.000 0,28.000 5.000-16,17.000 5.000 15,6.000 2.000-15,-6.000 3.000 16,-9.000 4.000-1,-11.000 8.000-15,-14.000 6.000 16,-16.000 5.000 0,-19.000 1.000-16,-14.000-2.000 15,-12.000-5.000 1,-2.000-9.000-16,3.000-10.000 16,5.000-10.000-1,7.000-9.000-15,12.000-4.000 16,20.000 8.000-16,0.000 0.000 15,-4.000 3.000 1,13.000 13.000-16,10.000 16.000 16,6.000 12.000-1,3.000 12.000-15,-4.000 9.000 16,-9.000 9.000 0,-9.000 3.000-16,-9.000-7.000 15,-3.000-10.000 1,0.000-14.000-16,1.000-15.000 15,5.000-31.000 1,3.000 4.000-16,8.000-27.000 16,12.000-24.000-1,8.000-24.000-15,8.000-16.000 16,-1.000-13.000 0,4.000-11.000-16,-1.000 1.000 15,-1.000 2.000 1,-12.000 24.000-16</inkml:trace>
  <inkml:trace contextRef="#ctx0" brushRef="#br0">18520.000 6236.000 0,'0.000'0.000'0,"0.000"0.000"15,0.000 0.000-15,0.000 0.000 16,7.000 29.000-1,7.000 8.000-15,10.000 3.000 16,1.000-6.000 0,3.000-6.000-16,-2.000-7.000 15,-4.000-5.000 1,-6.000 3.000-16,-13.000-1.000 16,-14.000 7.000-1,-18.000 7.000-15,-18.000 3.000 16,-19.000 3.000-1,-7.000 1.000-15,5.000-1.000 16,16.000-3.000 0,25.000-2.000-16,28.000-3.000 15,25.000-3.000 1,27.000-4.000-16,21.000-5.000 16,7.000-3.000-1,-3.000-4.000-15,-6.000-5.000 16,-13.000-3.000-1,-18.000-3.000-15,-16.000-6.000 16,-12.000-7.000 0,-17.000-15.000-16,-9.000-10.000 15,-13.000-2.000-15,-10.000 8.000 16,-2.000 17.000 0,6.000 10.000-1,9.000 6.000-15,10.000 11.000 16,2.000 12.000-1,1.000 14.000-15,0.000 11.000 16,-8.000 12.000 0,-7.000 8.000-16,-11.000-7.000 15,0.000-17.000 1,7.000-19.000-16</inkml:trace>
  <inkml:trace contextRef="#ctx0" brushRef="#br0">18705.000 7046.000 0,'31.000'14.000'15,"9.000"9.000"-15,-3.000 2.000 16,-13.000-4.000 0,-13.000-17.000-16,-8.000-7.000 15</inkml:trace>
  <inkml:trace contextRef="#ctx0" brushRef="#br0">19025.000 6211.000 0,'29.000'-4.000'16,"9.000"2.000"-16,-5.000 13.000 16,-15.000 11.000-1,-22.000 5.000-15,-20.000 3.000 16,-19.000 0.000 0,-5.000-3.000-16,4.000-7.000 15,9.000-4.000-15,12.000-5.000 16,13.000-1.000-1,18.000 1.000 1,20.000-3.000-16,22.000 2.000 16,11.000-3.000-16,1.000 2.000 15,-3.000-3.000 1,-9.000-1.000-16,-9.000 0.000 16,-12.000-3.000-1,-14.000 5.000-15,-13.000 5.000 16,-12.000 8.000-1,-12.000 4.000-15,-4.000 6.000 16,-2.000 12.000 0,-2.000 13.000-16,5.000 18.000 15,5.000 13.000 1,11.000 10.000-16,8.000 5.000 16,1.000 1.000-1,2.000-7.000-15,-2.000-9.000 16,-14.000-15.000-1,-11.000-15.000-15,-10.000-25.000 16,-4.000-31.000 0,2.000-28.000-16,1.000-29.000 15,7.000-28.000 1,8.000 11.000-16</inkml:trace>
  <inkml:trace contextRef="#ctx0" brushRef="#br0">19538.000 6365.000 0,'101.000'-12.000'0,"33.000"4.000"15,-9.000 1.000 1,-30.000 4.000-16,-29.000-8.000 15,-24.000-11.000 1,-18.000-1.000-16</inkml:trace>
  <inkml:trace contextRef="#ctx0" brushRef="#br0">19933.000 6125.000 0,'0.000'0.000'0,"-11.000"39.000"16,-15.000 22.000 0,-16.000 13.000-16,-15.000 0.000 15,-10.000-8.000 1,2.000-21.000 0,15.000-17.000-16</inkml:trace>
  <inkml:trace contextRef="#ctx0" brushRef="#br0">19883.000 6500.000 0,'63.000'3.000'0,"14.000"3.000"16,-17.000 0.000 0,-28.000 0.000-16,-17.000-4.000 15</inkml:trace>
  <inkml:trace contextRef="#ctx0" brushRef="#br0">19791.000 6663.000 0,'0.000'0.000'15,"-5.000"23.000"-15,-14.000 18.000 16,-13.000 11.000-1,-11.000 3.000-15,2.000-3.000 16,13.000-4.000 0,18.000-8.000-16,19.000-8.000 15,17.000-7.000 1,15.000-3.000-16,12.000-8.000 16,8.000-3.000-1,1.000-6.000-15,-7.000-7.000 16,-10.000-2.000-1,-8.000-6.000 1,-14.000-5.000-16,-15.000-12.000 0,-15.000-5.000 16,-12.000-3.000-1,-9.000-1.000 1,-4.000 4.000-16,8.000 10.000 16,8.000 11.000-1,9.000 2.000-15,18.000 6.000 16,18.000 2.000-16,19.000 2.000 15,12.000 1.000 1,9.000 2.000-16,-4.000 1.000 16,-8.000-3.000-1,-13.000 0.000-15,-17.000 0.000 16,-14.000-1.000 0,-15.000-5.000-16,-18.000-10.000 15,-11.000-16.000 1,4.000 1.000-16</inkml:trace>
  <inkml:trace contextRef="#ctx0" brushRef="#br0">20505.000 6118.000 0,'92.000'86.000'16,"21.000"48.000"-16,-27.000 7.000 15,-38.000 0.000 1,-39.000-5.000-16,-35.000-15.000 16,-24.000-14.000-1,-15.000-24.000 1,10.000-26.000-16</inkml:trace>
  <inkml:trace contextRef="#ctx0" brushRef="#br0">20942.000 7312.000 0,'0.000'0.000'16,"-13.000"-12.000"-16</inkml:trace>
  <inkml:trace contextRef="#ctx0" brushRef="#br0">9405.000 8532.000 0,'36.000'-4.000'0,"23.000"1.000"15,11.000 0.000 1,2.000 1.000-16,-3.000 1.000 16,-6.000 0.000-1,-7.000-1.000-15,-9.000-2.000 16,-12.000-5.000 0,-13.000 2.000-16</inkml:trace>
  <inkml:trace contextRef="#ctx0" brushRef="#br0">9371.000 8737.000 0,'0.000'0.000'15,"40.000"6.000"-15,29.000-1.000 16,23.000 1.000-1,12.000 2.000-15,1.000-4.000 16,-4.000-1.000 0,-9.000-3.000-16,-26.000-1.000 15</inkml:trace>
  <inkml:trace contextRef="#ctx0" brushRef="#br0">8590.000 8233.000 0,'0.000'0.000'0,"-12.000"-5.000"15,-10.000 4.000-15,-10.000 10.000 16,-9.000 14.000 0,-7.000 14.000-16,-5.000 14.000 15,1.000 11.000 1,4.000 12.000-16,6.000 4.000 16,10.000 0.000-1,12.000-2.000-15,17.000-9.000 16,16.000-10.000-1,17.000-10.000-15,10.000-16.000 16,11.000-13.000 0,6.000-16.000-1,5.000-19.000-15,6.000-14.000 16,1.000-11.000-16,1.000-10.000 16,-1.000-6.000-1,-9.000-5.000-15,-10.000-5.000 16,-11.000 0.000-1,-18.000 0.000-15,-14.000 4.000 16,-12.000 7.000 0,-14.000 5.000-16,-14.000 9.000 15,-10.000 14.000 1,-7.000 12.000-16,-4.000 9.000 16,1.000 8.000-1,2.000 4.000-15,11.000 1.000 16</inkml:trace>
  <inkml:trace contextRef="#ctx0" brushRef="#br0">8539.000 8566.000 0,'19.000'24.000'0,"10.000"18.000"16,2.000 12.000 0,-6.000 2.000-16,-4.000-1.000 15,-6.000-2.000 1,-6.000-7.000-1,-3.000-12.000-15</inkml:trace>
  <inkml:trace contextRef="#ctx0" brushRef="#br0">10944.000 8309.000 0,'0.000'0.000'15,"0.000"0.000"-15,0.000 0.000 16,0.000 0.000 0,-21.000 41.000-16,-19.000 22.000 15,-14.000 12.000 1,-3.000 0.000-16,2.000-3.000 15,7.000-11.000 1,12.000-8.000 0,9.000-12.000-16,16.000-9.000 15,18.000-6.000-15,22.000-11.000 16,16.000-9.000 0,14.000-6.000-16,6.000-4.000 15,6.000-3.000 1,2.000 3.000-16,-9.000 4.000 15,-8.000 3.000 1,-10.000 1.000-16,-5.000 0.000 16,-12.000 0.000-1,-9.000-6.000-15,-11.000-2.000 16,-7.000-9.000-16,-8.000-4.000 16,-9.000-6.000-1,-5.000-11.000 1,-7.000-4.000-16,-2.000-10.000 15,3.000-6.000-15,2.000-8.000 16,5.000-2.000 0,5.000 3.000-16,3.000 7.000 15,4.000 15.000 1,2.000 9.000 0,0.000 2.000-16,-1.000 7.000 15</inkml:trace>
  <inkml:trace contextRef="#ctx0" brushRef="#br0">11474.000 8164.000 0,'55.000'-4.000'15,"30.000"-3.000"-15,7.000 3.000 16,-8.000 5.000 0,-18.000 3.000-16,-15.000 2.000 15,-16.000 1.000 1,-16.000-7.000-16,-9.000-3.000 15</inkml:trace>
  <inkml:trace contextRef="#ctx0" brushRef="#br0">11516.000 8284.000 0,'0.000'0.000'0,"-8.000"38.000"16,-10.000 25.000-16,-7.000 15.000 16,-1.000 9.000-1,1.000 0.000-15,9.000-12.000 16,12.000-10.000 0,13.000-15.000-16,16.000-12.000 15,22.000-11.000 1,9.000-16.000-16,10.000-11.000 15,2.000-6.000 1,-3.000 1.000-16,-8.000-5.000 16,-11.000-3.000-1,-12.000-5.000-15,-15.000-6.000 16,-10.000 5.000 0</inkml:trace>
  <inkml:trace contextRef="#ctx0" brushRef="#br0">11474.000 8548.000 0,'68.000'-16.000'0,"28.000"-6.000"16,-2.000 0.000-1,-9.000 3.000-15,-25.000 3.000 16</inkml:trace>
  <inkml:trace contextRef="#ctx0" brushRef="#br0">12348.000 8522.000 0,'0.000'0.000'16,"34.000"-5.000"0,23.000-6.000-16,5.000 1.000 15,4.000 2.000-15,-1.000 5.000 16,-3.000 0.000-1,-3.000 0.000-15,-6.000 1.000 16,-9.000-1.000-16,-6.000-2.000 16,-8.000-7.000-1,-9.000-3.000 1,-6.000-5.000-16,-7.000 4.000 16</inkml:trace>
  <inkml:trace contextRef="#ctx0" brushRef="#br0">12726.000 8140.000 0,'0.000'0.000'0,"0.000"0.000"16,0.000 41.000 0,-8.000 30.000-16,-4.000 15.000 15,-6.000 4.000 1,-2.000-2.000-1,7.000-7.000-15,3.000-12.000 16,2.000-19.000-16</inkml:trace>
  <inkml:trace contextRef="#ctx0" brushRef="#br0">13769.000 8079.000 0,'0.000'0.000'0,"-15.000"32.000"16,-13.000 25.000-1,-12.000 15.000-15,-3.000 12.000 16,-1.000 6.000 0,-5.000 4.000-1,1.000-3.000-15,3.000-7.000 16,5.000-14.000-16,3.000-9.000 16,11.000-18.000-1,6.000-13.000 1,5.000-20.000-16,5.000-8.000 15</inkml:trace>
  <inkml:trace contextRef="#ctx0" brushRef="#br0">13753.000 8104.000 0,'0.000'0.000'15,"18.000"17.000"-15,10.000 13.000 16,-6.000 14.000 0,-2.000 15.000-16,-1.000 6.000 15,-7.000 5.000 1,-3.000 5.000-16,-1.000 6.000 15,1.000 1.000 1,4.000-5.000-16,-5.000-2.000 16,-2.000-9.000-1,3.000-8.000 1,-2.000-11.000-16,-4.000-14.000 16,-1.000-15.000-16,-2.000-18.000 15,-1.000 4.000-15</inkml:trace>
  <inkml:trace contextRef="#ctx0" brushRef="#br0">13568.000 8635.000 0,'0.000'0.000'16,"18.000"0.000"-16,14.000 0.000 16,7.000-2.000-1,3.000 0.000-15,-1.000-1.000 16,-1.000-4.000 0,-6.000 0.000-16</inkml:trace>
  <inkml:trace contextRef="#ctx0" brushRef="#br0">14350.000 8720.000 0,'0.000'0.000'0,"-3.000"-10.000"16</inkml:trace>
  <inkml:trace contextRef="#ctx0" brushRef="#br0">7295.000 9018.000 0,'0.000'0.000'16,"0.000"0.000"-16,0.000 0.000 15,0.000 0.000 1,9.000 24.000-16,7.000 8.000 16,0.000 1.000-1,8.000-2.000-15,3.000-6.000 16,11.000-6.000-1,2.000-3.000-15,7.000-9.000 16,6.000-7.000 0,3.000-5.000-16,1.000-1.000 15,1.000 2.000 1,-3.000 1.000-16,-3.000 0.000 16,-2.000 4.000-16,-8.000 2.000 15,-8.000 2.000 1,-2.000 0.000-16,2.000 0.000 15,3.000 2.000 1,5.000-1.000-16,8.000-4.000 16,3.000 0.000-1,6.000-2.000-15,-1.000 0.000 16,-3.000 2.000 0,-2.000 5.000-16,-4.000-2.000 15,7.000 0.000 1,0.000-4.000-16,5.000 1.000 15,1.000-4.000 1,0.000-3.000-16,-6.000-1.000 16,-16.000 3.000-1,-13.000 2.000-15</inkml:trace>
  <inkml:trace contextRef="#ctx0" brushRef="#br0">8035.000 9479.000 0,'-29.000'36.000'0,"-14.000"23.000"16,-6.000 11.000 0,-5.000 8.000-16,-1.000 6.000 15,-1.000-6.000 1,0.000-8.000-1,7.000-6.000-15,7.000-8.000 16,0.000-10.000 0,10.000-10.000-16,6.000-13.000 15,-1.000-13.000-15,6.000-7.000 16</inkml:trace>
  <inkml:trace contextRef="#ctx0" brushRef="#br0">7429.000 9940.000 0,'0.000'0.000'16,"0.000"0.000"-16,-9.000 38.000 16,-10.000 21.000-1,-2.000 10.000-15,-1.000-4.000 16,4.000-11.000-1,10.000-15.000-15,10.000-11.000 16,20.000-19.000 0,17.000-16.000-16,22.000-15.000 15,17.000-8.000 1,9.000-2.000-16,4.000 5.000 16,-2.000 11.000-1,-11.000 4.000-15,-13.000 5.000 16,-20.000 8.000-1,-15.000 1.000-15,-11.000-2.000 16,-11.000-1.000-16</inkml:trace>
  <inkml:trace contextRef="#ctx0" brushRef="#br0">6462.000 10605.000 0,'4.000'36.000'16,"-3.000"23.000"-16,-3.000 7.000 16,-6.000 5.000-1,-5.000-4.000-15,0.000-13.000 16,2.000-16.000 0,5.000-17.000-16</inkml:trace>
  <inkml:trace contextRef="#ctx0" brushRef="#br0">6454.000 10717.000 0,'0.000'0.000'0,"0.000"0.000"15,21.000-2.000-15,10.000 1.000 16,-2.000 5.000-1,-3.000 4.000-15,-7.000 8.000 16,-14.000 11.000 0,-14.000 9.000-16,-10.000 5.000 15,-9.000-4.000 1,0.000-1.000-16,1.000-4.000 16,7.000-5.000-1,4.000-4.000-15,8.000-6.000 16,8.000-4.000-1,9.000-7.000-15,15.000-10.000 16,13.000-15.000 0,11.000-19.000-16,2.000-13.000 15,1.000-12.000 1,-7.000-8.000-16,-11.000 13.000 16</inkml:trace>
  <inkml:trace contextRef="#ctx0" brushRef="#br0">6815.000 10580.000 0,'0.000'0.000'16,"0.000"0.000"-1,0.000 0.000-15,26.000 6.000 16,12.000 4.000 0,2.000 2.000-16,-6.000 4.000 15,-10.000 3.000 1,-9.000 1.000-16,-10.000 6.000 15,-10.000 3.000 1,-6.000 2.000-16,-5.000 6.000 16,-1.000 2.000-1,2.000 2.000-15,6.000 0.000 16,2.000 2.000 0,6.000-5.000-16,1.000-1.000 15,2.000-5.000 1,2.000-3.000-16,-4.000-8.000 15,-7.000-9.000 1,-4.000-5.000-16,-12.000-12.000 16,-12.000-13.000-16,1.000-15.000 15,5.000 1.000 1</inkml:trace>
  <inkml:trace contextRef="#ctx0" brushRef="#br0">6765.000 10674.000 0,'0.000'0.000'0,"-4.000"30.000"15,-6.000 23.000 1,-13.000 13.000-16,-4.000 3.000 16,-5.000-8.000-1,-1.000-14.000 1,5.000-21.000-16,7.000-21.000 15,13.000-24.000-15,12.000-19.000 16,10.000-10.000 0,15.000-2.000-16,8.000 18.000 15,5.000 25.000 1,1.000 14.000-16,-3.000 13.000 16,7.000 10.000-1,3.000 11.000-15,1.000 4.000 16,-1.000 3.000-1,-7.000 0.000-15,2.000-1.000 16,-4.000-9.000 0,-4.000-7.000-16,-9.000-12.000 15,-3.000-16.000-15,-6.000-20.000 16,-7.000-19.000 0,-12.000-13.000-16,-4.000 7.000 15</inkml:trace>
  <inkml:trace contextRef="#ctx0" brushRef="#br0">7320.000 10717.000 0,'47.000'-6.000'0,"31.000"-1.000"15,0.000 0.000 1,-5.000-1.000-16,-10.000 0.000 15,-12.000 0.000-15,-13.000 0.000 16</inkml:trace>
  <inkml:trace contextRef="#ctx0" brushRef="#br0">7555.000 10546.000 0,'7.000'46.000'0,"2.000"25.000"16,-4.000 5.000-16,-3.000-3.000 15,-5.000-13.000 1,-1.000-11.000-16,-2.000-15.000 16,-4.000-15.000-1,-3.000-13.000-15,-6.000-12.000 16,-3.000-7.000-1,-5.000-6.000-15,1.000 0.000 16,6.000 1.000 0,12.000 2.000-16,16.000-5.000 15,18.000-1.000 1,22.000 0.000-16,16.000 2.000 16,13.000 2.000-1,5.000 2.000-15,-2.000 3.000 16,1.000-1.000-16,-12.000 4.000 15,-13.000 3.000 1,-12.000 11.000 0,-23.000 15.000-16,-16.000 18.000 15,-14.000 10.000 1,-13.000 0.000-16,-8.000-2.000 16,-2.000-13.000-1,1.000-16.000-15,8.000-19.000 16,3.000-20.000-16,4.000 1.000 15</inkml:trace>
  <inkml:trace contextRef="#ctx0" brushRef="#br0">7883.000 10546.000 0,'0.000'0.000'15,"-9.000"42.000"1,-11.000 27.000-16,-7.000 9.000 15,-4.000-3.000 1,-4.000-9.000-16,5.000-13.000 16,9.000-21.000-1,7.000-19.000-15,5.000-9.000 16</inkml:trace>
  <inkml:trace contextRef="#ctx0" brushRef="#br0">7706.000 10819.000 0,'25.000'28.000'16,"12.000"13.000"-1,1.000 2.000-15,-8.000-3.000 16,-8.000-5.000-16,-12.000-8.000 16,-7.000-7.000-1,-13.000-8.000-15,-11.000-6.000 16,-11.000-5.000-1,1.000-2.000-15</inkml:trace>
  <inkml:trace contextRef="#ctx0" brushRef="#br0">7437.000 11211.000 0,'65.000'3.000'16,"38.000"-7.000"-16,13.000-1.000 15,-3.000 0.000 1,-6.000-3.000-16,-10.000-6.000 16,-15.000-4.000-1,-22.000 0.000-15</inkml:trace>
  <inkml:trace contextRef="#ctx0" brushRef="#br0">8405.000 11228.000 0,'0.000'0.000'0,"0.000"0.000"16</inkml:trace>
  <inkml:trace contextRef="#ctx0" brushRef="#br0">9052.000 10665.000 0,'-23.000'11.000'15,"-21.000"17.000"1,-11.000 14.000-16,0.000 5.000 16,7.000 6.000-1,16.000 1.000-15,21.000-1.000 16,24.000-7.000-1,17.000-6.000-15,14.000-7.000 16,14.000-9.000 0,3.000-12.000-1,5.000-12.000-15,0.000-10.000 16,-3.000-14.000-16,-6.000-14.000 16,-10.000-12.000-1,-17.000-11.000 1,-16.000-6.000-16,-19.000 0.000 15,-17.000 9.000-15,-11.000 17.000 16,-7.000 18.000 0,-5.000 20.000-16,0.000 15.000 15,5.000 14.000 1,8.000 13.000 0,14.000 12.000-16,18.000 9.000 15,14.000 3.000 1,13.000-2.000-16,11.000-6.000 15,-2.000-9.000 1,-2.000-10.000-16,1.000-14.000 16,-8.000-16.000-1,-9.000-6.000-15</inkml:trace>
  <inkml:trace contextRef="#ctx0" brushRef="#br0">9573.000 10802.000 0,'19.000'-9.000'0,"8.000"-1.000"15,4.000 5.000 1,-3.000 5.000-16,4.000 10.000 16,11.000 7.000-16,3.000 4.000 15,7.000 3.000 1,2.000-1.000 0,0.000 0.000-16,-7.000-1.000 15,-13.000 3.000-15,-17.000-1.000 16,-22.000 5.000-1,-25.000 1.000 1,-20.000 4.000-16,-13.000-3.000 16,-2.000-6.000-1,6.000-11.000-15,19.000-11.000 16,16.000-6.000-16</inkml:trace>
  <inkml:trace contextRef="#ctx0" brushRef="#br0">10422.000 10835.000 0,'-13.000'38.000'16,"-7.000"18.000"-1,0.000 4.000-15,4.000-3.000 16,10.000-9.000 0,16.000-7.000-16,17.000-12.000 15,13.000-11.000-15,14.000-13.000 16,5.000-9.000 0,3.000-11.000-16,-1.000-11.000 15,-7.000-13.000 1,-9.000-6.000-1,-14.000-3.000-15,-19.000-1.000 16,-22.000 7.000-16,-21.000 7.000 16,-19.000 9.000-1,-9.000 14.000 1,-2.000 10.000-16,9.000 2.000 16,15.000 2.000-16</inkml:trace>
  <inkml:trace contextRef="#ctx0" brushRef="#br0">11003.000 11134.000 0,'0.000'0.000'0,"-14.000"-4.000"15</inkml:trace>
  <inkml:trace contextRef="#ctx0" brushRef="#br0">6370.000 11450.000 0,'0.000'0.000'0,"31.000"17.000"16,16.000 10.000-16,2.000 7.000 15,-9.000 3.000 1,-11.000 0.000-16,-12.000-2.000 16,-12.000-3.000-1,-6.000-9.000-15</inkml:trace>
  <inkml:trace contextRef="#ctx0" brushRef="#br0">6210.000 11911.000 0,'0.000'0.000'16,"0.000"0.000"-16,47.000 6.000 15,38.000-1.000 1,15.000-6.000-16,3.000-8.000 15,-9.000-6.000 1,-15.000-2.000-16,-16.000 1.000 16,-23.000-2.000-1,-18.000 4.000-15</inkml:trace>
  <inkml:trace contextRef="#ctx0" brushRef="#br0">6596.000 12030.000 0,'17.000'107.000'0,"-3.000"30.000"16,-8.000-24.000-16,-12.000-38.000 15,-7.000-37.000 1,-10.000-38.000-16,-5.000-33.000 15,1.000-24.000 1,9.000 4.000-16</inkml:trace>
  <inkml:trace contextRef="#ctx0" brushRef="#br0">6496.000 12039.000 0,'-10.000'38.000'0,"-6.000"14.000"15,0.000-4.000 1,0.000-11.000-16,6.000-18.000 16,10.000-25.000-1,5.000-9.000-15</inkml:trace>
  <inkml:trace contextRef="#ctx0" brushRef="#br0">6899.000 11621.000 0,'0.000'0.000'0,"0.000"0.000"15,-6.000 38.000 1,-10.000 22.000-16,-5.000 4.000 16,8.000-3.000-1,15.000-4.000-15,14.000-5.000 16,15.000-8.000-1,10.000-6.000 1,10.000-4.000-16,-1.000 2.000 16,-7.000 5.000-16,-15.000 6.000 15,-15.000 0.000 1,-21.000 0.000-16,-22.000-4.000 16,-18.000-7.000-1,-6.000-13.000 1,-3.000-11.000-16,3.000-13.000 15,10.000-12.000-15,13.000-7.000 16,17.000-5.000 0,20.000 6.000-16,17.000 11.000 15,11.000 11.000 1,13.000 12.000-16,8.000 14.000 16,7.000 5.000-1,-4.000-1.000-15,-7.000-7.000 16,-13.000-11.000-1,-8.000-15.000-15,-10.000-17.000 16,-8.000-21.000 0,-9.000-15.000-16,-4.000 7.000 15</inkml:trace>
  <inkml:trace contextRef="#ctx0" brushRef="#br0">7320.000 11903.000 0,'91.000'-2.000'15,"27.000"-1.000"-15,-7.000-3.000 16,-22.000-7.000 0,-27.000-6.000-16,-25.000 0.000 15</inkml:trace>
  <inkml:trace contextRef="#ctx0" brushRef="#br0">7564.000 11714.000 0,'9.000'69.000'15,"0.000"30.000"1,-2.000-5.000-16,-7.000-12.000 15,-3.000-19.000 1,-3.000-19.000-16,-4.000-15.000 16,-12.000-14.000-1,-5.000-16.000-15,-2.000-7.000 16,-1.000-7.000 0,7.000-4.000-16,7.000 0.000 15,15.000 4.000 1,18.000-3.000-16,19.000 0.000 15,21.000 2.000 1,18.000-2.000-16,9.000 0.000 16,4.000 0.000-1,-3.000 6.000-15,-10.000 4.000 16,-14.000 8.000 0,-16.000 11.000-16,-18.000 15.000 15,-16.000 10.000-15,-16.000 6.000 16,-13.000 1.000-1,-10.000-9.000 1,-1.000-10.000-16,1.000-13.000 16,2.000-21.000-16,8.000-4.000 15</inkml:trace>
  <inkml:trace contextRef="#ctx0" brushRef="#br0">7942.000 11749.000 0,'11.000'40.000'0,"-1.000"21.000"15,-13.000 12.000 1,-18.000 2.000-16,-14.000-8.000 16,-6.000-15.000-1,-4.000-17.000-15,9.000-14.000 16</inkml:trace>
  <inkml:trace contextRef="#ctx0" brushRef="#br0">7782.000 12073.000 0,'36.000'41.000'0,"11.000"10.000"16,-2.000 0.000-16,-17.000-8.000 15,-15.000-11.000 1,-7.000-11.000-16</inkml:trace>
  <inkml:trace contextRef="#ctx0" brushRef="#br0">7471.000 12423.000 0,'74.000'18.000'16,"40.000"0.000"-16,20.000-3.000 15,-4.000-2.000 1,-12.000-6.000 0,-14.000-7.000-16,-25.000-1.000 15</inkml:trace>
  <inkml:trace contextRef="#ctx0" brushRef="#br0">8531.000 12516.000 0,'9.000'-7.000'16</inkml:trace>
  <inkml:trace contextRef="#ctx0" brushRef="#br0">9086.000 11791.000 0,'-22.000'31.000'15,"-10.000"19.000"1,-7.000 15.000-16,2.000 5.000 16,8.000 2.000-1,13.000-8.000-15,13.000-7.000 16,21.000-10.000 0,13.000-12.000-1,13.000-13.000-15,9.000-14.000 16,4.000-11.000-16,2.000-13.000 15,1.000-13.000 1,-4.000-13.000-16,-9.000-8.000 16,-13.000-10.000-1,-13.000-4.000-15,-13.000 1.000 16,-17.000 6.000 0,-16.000 16.000-16,-11.000 15.000 15,-9.000 19.000 1,0.000 19.000-16,4.000 14.000 15,10.000 12.000 1,10.000 14.000-16,17.000 3.000 16,17.000 4.000-1,9.000-3.000-15,4.000-6.000 16,2.000-6.000 0,2.000-8.000-16,-1.000-11.000 15,-9.000-11.000 1</inkml:trace>
  <inkml:trace contextRef="#ctx0" brushRef="#br0">9943.000 11944.000 0,'0.000'0.000'15,"0.000"0.000"-15,-31.000 20.000 16,-21.000 4.000-1,-5.000 4.000 1,4.000 0.000-16,11.000-3.000 16,15.000-4.000-1,20.000 3.000-15,18.000 5.000 16,18.000 5.000 0,14.000-1.000-16,6.000 5.000 15,-1.000 3.000 1,-6.000-2.000-16,-9.000-8.000 15,-10.000-8.000 1,-10.000-16.000-16,-6.000-7.000 16</inkml:trace>
  <inkml:trace contextRef="#ctx0" brushRef="#br0">10439.000 12107.000 0,'0.000'0.000'0,"7.000"21.000"16,-5.000 16.000 0,-13.000 10.000-16,-5.000 3.000 15,-2.000 0.000 1,3.000-8.000-16,11.000-3.000 15,10.000-5.000 1,15.000-5.000-16,13.000-11.000 16,9.000-12.000-1,4.000-11.000-15,3.000-12.000 16,-2.000-9.000 0,-5.000-10.000-1,-12.000-9.000-15,-13.000-3.000 16,-12.000-3.000-16,-18.000 5.000 15,-18.000 4.000 1,-10.000 11.000-16,-10.000 12.000 16,-4.000 9.000-1,6.000 5.000 1,12.000 2.000-16</inkml:trace>
  <inkml:trace contextRef="#ctx0" brushRef="#br0">10784.000 12270.000 0,'0.000'0.000'16,"0.000"0.000"-16,-32.000-26.000 16,-6.000-7.000-1</inkml:trace>
  <inkml:trace contextRef="#ctx0" brushRef="#br0">6167.000 10503.000 0,'-22.000'-6.000'0,"-14.000"8.000"16,-4.000 17.000 0,0.000 19.000-16,7.000 18.000 15,3.000 12.000 1,11.000 13.000-1,11.000 1.000-15,8.000 1.000 16,5.000-2.000 0,2.000-4.000-16,-2.000-4.000 15,-5.000-5.000 1,-13.000-2.000-16,-13.000-6.000 16,-17.000-11.000-1,-11.000-8.000-15,-6.000-11.000 16,5.000-10.000-1,10.000-10.000-15,13.000-5.000 16,11.000-2.000 0,13.000 2.000-16,10.000 0.000 15,3.000 9.000-15,7.000 9.000 16,8.000 12.000 0,2.000 11.000-16,3.000 15.000 15,-4.000 13.000 1,1.000 15.000-16,-1.000 6.000 15,-6.000 3.000 1,-6.000 0.000-16,-2.000-2.000 16,-4.000-9.000-1,3.000-15.000 1,2.000-12.000-16,8.000-13.000 16,5.000-15.000-1,7.000-17.000-15,-3.000-9.000 16</inkml:trace>
  <inkml:trace contextRef="#ctx0" brushRef="#br0">13198.000 9189.000 0,'0.000'0.000'15,"0.000"0.000"-15,0.000 0.000 16,0.000 0.000 0,0.000 0.000-16,11.000 16.000 15,8.000 4.000 1,-2.000 2.000-16,8.000-6.000 15,8.000-7.000 1,7.000-6.000-16,6.000-7.000 16,0.000-2.000-1,2.000-4.000-15,-3.000 0.000 16,1.000 0.000 0,-4.000 2.000-16,-4.000 7.000 15,-2.000 2.000-15,-7.000 5.000 16,-5.000 1.000-1,-8.000 1.000-15,-4.000-2.000 16,3.000 1.000 0,0.000 0.000-16,8.000-4.000 15,8.000-2.000 1,6.000 3.000-16,6.000-1.000 16,1.000 0.000-1,-2.000 0.000-15,0.000 0.000 16,1.000-1.000-1,-1.000-2.000-15,3.000 0.000 16,4.000 0.000 0,1.000 0.000-1,-4.000 0.000-15,-5.000 0.000 0,-9.000 0.000 16,-11.000 0.000 0</inkml:trace>
  <inkml:trace contextRef="#ctx0" brushRef="#br0">13921.000 9615.000 0,'22.000'46.000'0,"14.000"22.000"16,0.000 9.000-1,-1.000 4.000-15,-4.000-2.000 16,-5.000-3.000 0,-2.000-3.000-1,-6.000-8.000-15,1.000-9.000 16,-8.000-7.000-16,-1.000-8.000 15,-2.000-10.000 1,-7.000-13.000-16,-2.000-9.000 16</inkml:trace>
  <inkml:trace contextRef="#ctx0" brushRef="#br0">13879.000 10238.000 0,'0.000'0.000'0,"15.000"18.000"16,11.000 13.000 0,7.000 10.000-1,2.000 5.000-15,-1.000-2.000 16,5.000 0.000-1,-1.000-3.000-15,-3.000-4.000 16,-1.000-6.000-16,-3.000-8.000 16,3.000-14.000-1,-1.000-12.000-15,3.000-18.000 16,1.000-25.000 0,-5.000-25.000-16,-8.000-20.000 15,-6.000 13.000 1</inkml:trace>
  <inkml:trace contextRef="#ctx0" brushRef="#br0">15426.000 10085.000 0,'0.000'0.000'0,"0.000"0.000"16,-29.000 9.000-16,-19.000 12.000 16,-13.000 14.000-1,-2.000 9.000-15,9.000 5.000 16,10.000 5.000 0,19.000 2.000-1,13.000-1.000-15,13.000 1.000 16,11.000 0.000-16,9.000 2.000 15,8.000 1.000 1,-1.000 1.000 0,-2.000 0.000-16,-8.000-1.000 15,-9.000-6.000 1,-10.000-3.000-16,-8.000-5.000 16,-10.000-8.000-16,-9.000-6.000 15,-7.000-7.000 1,1.000-6.000-16,4.000-5.000 15,8.000-6.000 1,8.000-3.000-16,6.000-1.000 16,5.000 4.000-1,6.000 7.000-15,2.000 1.000 16,5.000 5.000 0,1.000 5.000-16,5.000 7.000 15,3.000 9.000 1,2.000 7.000-16,-2.000 11.000 15,1.000 9.000 1,-3.000 11.000 0,-7.000 10.000-16,-3.000 5.000 15,-1.000 5.000-15,3.000 4.000 16,-2.000 0.000 0,-5.000-2.000-16,0.000-6.000 15,-1.000-8.000 1,5.000-17.000-16,2.000-17.000 15,-1.000-16.000 1,2.000-13.000-16,-1.000-12.000 16,-3.000-6.000-1</inkml:trace>
  <inkml:trace contextRef="#ctx0" brushRef="#br0">15375.000 12560.000 0,'0.000'0.000'16,"0.000"0.000"-16</inkml:trace>
  <inkml:trace contextRef="#ctx0" brushRef="#br0">15905.000 10187.000 0,'0.000'0.000'0,"0.000"0.000"15,0.000 0.000-15,0.000 0.000 16,0.000 0.000 0,0.000 0.000-16,0.000 0.000 15,0.000 0.000-15,0.000 0.000 16,18.000-8.000 0,15.000-4.000-16,1.000 2.000 15,1.000 3.000 1,-2.000-3.000-16,2.000 7.000 15,-4.000 2.000 1,-5.000 3.000-16,-6.000 4.000 16,-7.000 7.000-1,-3.000 8.000 1,-10.000 13.000-16,-14.000 14.000 16,-14.000 9.000-16,-8.000 5.000 15,-5.000-5.000 1,-4.000-10.000-16,5.000-13.000 15,8.000-16.000 1,4.000-14.000-16,8.000-18.000 16,5.000-15.000-1,5.000 1.000-15</inkml:trace>
  <inkml:trace contextRef="#ctx0" brushRef="#br0">15964.000 10331.000 0,'0.000'0.000'16,"21.000"20.000"-16,16.000 10.000 16,9.000 7.000-1,-1.000-5.000-15,-4.000-2.000 16,-10.000 0.000 0,-10.000-3.000-16,-11.000-11.000 15,-7.000-6.000 1</inkml:trace>
  <inkml:trace contextRef="#ctx0" brushRef="#br0">16217.000 10281.000 0,'68.000'-19.000'15,"29.000"-4.000"-15,-2.000 3.000 16,-14.000 9.000 0,-15.000 6.000-16,-15.000 6.000 15,-12.000 2.000-15,-16.000-5.000 16,-13.000-13.000 0,-7.000 0.000-16</inkml:trace>
  <inkml:trace contextRef="#ctx0" brushRef="#br0">16477.000 9975.000 0,'19.000'67.000'16,"9.000"49.000"-16,-5.000 20.000 15,-9.000 3.000 1,-8.000-16.000-16,-6.000-25.000 16,-2.000-29.000-1,1.000-26.000-15</inkml:trace>
  <inkml:trace contextRef="#ctx0" brushRef="#br0">16376.000 10451.000 0,'0.000'0.000'0,"0.000"0.000"16,18.000 17.000 0,7.000-6.000-16,-3.000-5.000 15</inkml:trace>
  <inkml:trace contextRef="#ctx0" brushRef="#br0">16999.000 9948.000 0,'-2.000'21.000'0,"-6.000"14.000"16,-11.000 3.000 0,-4.000-2.000-16,4.000-1.000 15,10.000-4.000 1,11.000-6.000-16,13.000-4.000 16,14.000 1.000-1,2.000 2.000-15,0.000 1.000 16,-6.000 3.000-1,-6.000 4.000-15,-15.000 5.000 16,-16.000-3.000 0,-20.000-4.000-16,-15.000-8.000 15,-9.000-11.000 1,-4.000-15.000-16,13.000-5.000 16</inkml:trace>
  <inkml:trace contextRef="#ctx0" brushRef="#br0">16864.000 10375.000 0,'44.000'23.000'0,"10.000"4.000"16,-10.000-6.000-16,-11.000-10.000 16,-9.000-7.000-1</inkml:trace>
  <inkml:trace contextRef="#ctx0" brushRef="#br0">17225.000 9837.000 0,'0.000'0.000'16,"9.000"63.000"-1,7.000 37.000-15,-8.000 28.000 16,3.000 9.000 0,-11.000 5.000-16,-2.000-11.000 15,-2.000-21.000 1,0.000-23.000-16,1.000-26.000 15,3.000-23.000 1,0.000-38.000-16,3.000 12.000 16</inkml:trace>
  <inkml:trace contextRef="#ctx0" brushRef="#br0">17284.000 10331.000 0,'18.000'15.000'16,"8.000"9.000"-16,-3.000 2.000 15,1.000-2.000 1,-9.000-8.000-16,-15.000-16.000 16,7.000 3.000-16</inkml:trace>
  <inkml:trace contextRef="#ctx0" brushRef="#br0">17503.000 9948.000 0,'18.000'34.000'0,"6.000"13.000"15,-4.000-2.000 1,-10.000-6.000-16,-6.000-17.000 16,-2.000-10.000-16</inkml:trace>
  <inkml:trace contextRef="#ctx0" brushRef="#br0">17612.000 9803.000 0,'31.000'-14.000'15,"16.000"-7.000"1,12.000-2.000-16,-2.000 6.000 16,-6.000 2.000-1,-6.000 9.000-15,-7.000 5.000 16,-7.000 2.000-16,-5.000 11.000 15,-8.000 13.000 1,-10.000 16.000 0,-11.000 16.000-16,-9.000 8.000 15,-4.000-3.000 1,-8.000-5.000-16,0.000-7.000 16,-4.000-15.000-16,0.000-18.000 15,7.000-11.000 1</inkml:trace>
  <inkml:trace contextRef="#ctx0" brushRef="#br0">17604.000 10008.000 0,'0.000'0.000'15,"22.000"0.000"1,16.000-1.000-16,3.000-6.000 15,3.000-6.000-15,-1.000-4.000 16,-9.000 0.000 0</inkml:trace>
  <inkml:trace contextRef="#ctx0" brushRef="#br0">17764.000 9821.000 0,'0.000'0.000'0,"-14.000"37.000"16,-10.000 21.000-1,-11.000 5.000 1,-2.000-4.000-16,3.000-7.000 16,8.000-10.000-1,13.000-16.000-15,18.000-9.000 16,14.000-13.000-1,16.000-10.000-15,11.000-7.000 16,-1.000 1.000 0,0.000-3.000-16,-1.000 3.000 15,-11.000 10.000-15,-11.000 11.000 16,-13.000 7.000 0,-16.000 8.000-16,-18.000 4.000 15,-16.000 5.000 1,-16.000-1.000-16,-2.000-3.000 15,2.000-1.000 1,13.000-8.000-16,16.000-5.000 16,23.000-6.000-1,30.000 0.000-15,24.000-2.000 16,17.000-6.000 0,11.000-2.000-16,-2.000-3.000 15,-7.000-1.000 1,-14.000 0.000-16,-19.000 1.000 15,-21.000-3.000 1,-17.000-6.000-16,-5.000 2.000 16</inkml:trace>
  <inkml:trace contextRef="#ctx0" brushRef="#br0">17654.000 10451.000 0,'0.000'0.000'0,"2.000"41.000"15,-1.000 14.000-15,-1.000-1.000 16,2.000-11.000 0,2.000-12.000-16,5.000-23.000 15,1.000-11.000 1</inkml:trace>
  <inkml:trace contextRef="#ctx0" brushRef="#br0">17873.000 10460.000 0,'14.000'57.000'15,"0.000"26.000"1,-8.000-2.000-16,-7.000-12.000 16,-7.000-22.000-1,0.000-16.000-15</inkml:trace>
  <inkml:trace contextRef="#ctx0" brushRef="#br0">18496.000 9914.000 0,'-42.000'26.000'15,"-25.000"9.000"-15,-3.000-3.000 16,9.000-11.000-1,15.000-9.000-15,17.000-6.000 16,12.000-2.000 0,7.000 2.000-16,13.000 6.000 15,6.000 12.000-15,6.000 12.000 16,1.000 22.000 0,-1.000 10.000-16,1.000 1.000 15,-3.000-2.000 1,-3.000-7.000-16,-7.000-11.000 15,-2.000-15.000 1,-3.000-10.000-16,-2.000-19.000 16,0.000-21.000-1,3.000-2.000 1</inkml:trace>
  <inkml:trace contextRef="#ctx0" brushRef="#br0">18252.000 10205.000 0,'35.000'-5.000'0,"22.000"1.000"16,-2.000 4.000-1,-2.000-2.000-15,-6.000 2.000 16,-13.000 0.000-1,-8.000 0.000-15,-8.000 0.000 16,-5.000 0.000 0,-13.000 0.000-16,0.000 0.000 15,2.000-4.000-15,-6.000-5.000 16,-5.000-5.000 0,1.000 0.000-16</inkml:trace>
  <inkml:trace contextRef="#ctx0" brushRef="#br0">18394.000 10101.000 0,'0.000'0.000'0,"0.000"0.000"16,0.000 0.000-16,0.000 0.000 16,0.000 34.000-1,-4.000 20.000-15,-5.000 4.000 16,0.000-7.000-1,1.000-7.000-15,5.000-10.000 16,6.000-10.000 0,8.000-8.000-16,6.000-7.000 15,9.000-13.000 1,5.000-5.000-16,-1.000-4.000 16,1.000 1.000-16,-7.000 4.000 15,-7.000 7.000 1,-11.000 12.000-1,-10.000 11.000-15,-3.000 4.000 16,-9.000 4.000 0,-4.000-5.000-16,-3.000-5.000 15,4.000-7.000-15,8.000-14.000 16,5.000-13.000 0,11.000-18.000-1,10.000-17.000-15,12.000-16.000 16,6.000-14.000-16,7.000-9.000 15,0.000-1.000 1,-1.000 0.000 0,-7.000 10.000-16,-11.000 17.000 15,-7.000 20.000-15,-7.000 16.000 16,-3.000 11.000 0,-4.000 15.000-16,-1.000 5.000 15,-2.000 23.000 1,5.000 22.000-16,7.000 16.000 15,0.000 13.000 1,-1.000 6.000-16,1.000 0.000 16,0.000-9.000-1,0.000-9.000-15,-4.000-13.000 16,-9.000-14.000 0,-7.000-9.000-1,-5.000-12.000-15,-10.000-13.000 16,-5.000-16.000-16,4.000-9.000 15,5.000-5.000 1,10.000 6.000-16,11.000 7.000 16,13.000 9.000-1,9.000 12.000-15,10.000 4.000 16,6.000 7.000 0,-3.000 1.000-16,-4.000-1.000 15,-7.000-5.000 1,-7.000-8.000-16,-5.000-14.000 15,-3.000-5.000-15</inkml:trace>
  <inkml:trace contextRef="#ctx0" brushRef="#br0">19042.000 10144.000 0,'31.000'3.000'0,"13.000"7.000"16,-8.000 11.000 0,-16.000 9.000-16,-18.000 11.000 15,-18.000 6.000 1,-4.000-3.000-16,2.000 0.000 16,5.000-3.000-1,10.000-11.000-15,12.000-7.000 16,9.000-9.000-1,13.000-13.000-15,6.000-15.000 16,8.000-18.000-16,-10.000 1.000 16</inkml:trace>
  <inkml:trace contextRef="#ctx0" brushRef="#br0">19344.000 10229.000 0,'25.000'-12.000'16,"17.000"-5.000"-16,7.000 0.000 16,3.000 4.000-1,-2.000 5.000-15,1.000 8.000 16,-4.000 1.000 0,-4.000 9.000-16,-6.000 11.000 15,-7.000 14.000 1,-7.000 14.000-1,-12.000 12.000-15,-12.000 4.000 16,-8.000-2.000-16,-14.000-7.000 16,-6.000-13.000-1,-4.000-11.000-15,5.000-20.000 16,6.000-22.000 0,7.000-27.000-16,6.000-1.000 15</inkml:trace>
  <inkml:trace contextRef="#ctx0" brushRef="#br0">19665.000 9931.000 0,'-17.000'62.000'0,"-12.000"32.000"16,-14.000 9.000-1,-9.000-6.000-15,1.000-14.000 16,11.000-24.000 0</inkml:trace>
  <inkml:trace contextRef="#ctx0" brushRef="#br0">20068.000 10597.000 0,'0.000'0.000'0</inkml:trace>
  <inkml:trace contextRef="#ctx0" brushRef="#br0">20842.000 9906.000 0,'0.000'0.000'16,"-22.000"54.000"-16,-14.000 33.000 16,-5.000 18.000-1,-2.000 3.000-15,-1.000-2.000 16,0.000-14.000 0,8.000-17.000-1,13.000-21.000-15,13.000-26.000 16,7.000-15.000-16</inkml:trace>
  <inkml:trace contextRef="#ctx0" brushRef="#br0">20858.000 9975.000 0,'0.000'0.000'15,"33.000"25.000"1,15.000 22.000 0,-4.000 23.000-16,-11.000 13.000 15,-5.000 0.000-15,-15.000 3.000 16,-5.000-9.000 0,-1.000-12.000-16,-3.000-14.000 15,-4.000-17.000 1,-2.000-13.000-16</inkml:trace>
  <inkml:trace contextRef="#ctx0" brushRef="#br0">20732.000 10528.000 0,'0.000'0.000'16,"0.000"0.000"-1,39.000 0.000-15,17.000-2.000 16,5.000-3.000 0,-3.000-8.000-16,-14.000-1.000 15</inkml:trace>
  <inkml:trace contextRef="#ctx0" brushRef="#br0">21556.000 10144.000 0,'0.000'0.000'0,"37.000"5.000"16,23.000 4.000-1,8.000 11.000 1,5.000 2.000-16,-7.000-1.000 16,-8.000 1.000-16,-12.000-1.000 15,-12.000 1.000 1,-10.000 0.000-16,-17.000 5.000 16,-19.000 0.000-16,-23.000 3.000 15,-14.000-3.000 1,-6.000 0.000-1,0.000-5.000-15,7.000-11.000 16,15.000-11.000 0,14.000-4.000-16</inkml:trace>
  <inkml:trace contextRef="#ctx0" brushRef="#br0">22439.000 10178.000 0,'-4.000'30.000'16,"-5.000"20.000"0,-5.000 4.000-16,0.000-5.000 15,2.000 2.000-15,8.000-5.000 16,13.000-3.000-1,12.000-9.000 1,16.000-11.000-16,10.000-14.000 16,12.000-15.000-16,4.000-11.000 15,3.000-13.000 1,-10.000-8.000 0,-9.000-5.000-16,-15.000-8.000 15,-20.000 0.000 1,-20.000-1.000-16,-21.000 6.000 15,-18.000 11.000-15,-11.000 10.000 16,-4.000 9.000 0,4.000 9.000-16,9.000 3.000 15,16.000 0.000 1</inkml:trace>
  <inkml:trace contextRef="#ctx0" brushRef="#br0">23028.000 10375.000 0,'0.000'0.000'0,"0.000"0.000"16</inkml:trace>
  <inkml:trace contextRef="#ctx0" brushRef="#br0">16124.000 11476.000 0,'0.000'0.000'0,"-7.000"24.000"16,-13.000 14.000 0,-10.000 8.000-16,-2.000-1.000 15,2.000-3.000 1,8.000-6.000-16,10.000-9.000 16,12.000-7.000-1,16.000-5.000 1,14.000-5.000-16,11.000-2.000 15,15.000-1.000 1,4.000-4.000-16,-6.000 3.000 16,-7.000 3.000-16,-10.000 7.000 15,-16.000 7.000 1,-18.000 9.000-16,-18.000 11.000 16,-23.000 15.000-1,-20.000 6.000-15,-8.000 2.000 16,-4.000-5.000-1,6.000-14.000-15,10.000-21.000 16,12.000-23.000 0,14.000-10.000-16</inkml:trace>
  <inkml:trace contextRef="#ctx0" brushRef="#br0">16056.000 11860.000 0,'20.000'27.000'16,"13.000"15.000"-16,5.000 3.000 15,0.000-3.000 1,-4.000-7.000-16,-9.000-8.000 16,-3.000-12.000-1,-7.000-12.000-15,-6.000-8.000 16</inkml:trace>
  <inkml:trace contextRef="#ctx0" brushRef="#br0">16444.000 11356.000 0,'13.000'40.000'0,"3.000"35.000"15,-7.000 38.000 1,-9.000 31.000-16,-6.000 24.000 16,0.000 9.000-1,-1.000-4.000 1,0.000-25.000-16,4.000-28.000 15,3.000-29.000-15,2.000-29.000 16,2.000-35.000 0,3.000-41.000-16,-4.000-34.000 15,-1.000-1.000 1</inkml:trace>
  <inkml:trace contextRef="#ctx0" brushRef="#br0">16670.000 11996.000 0,'0.000'0.000'15,"14.000"23.000"1,5.000 6.000-16,-3.000-7.000 16,-5.000-13.000-16,-4.000-5.000 15</inkml:trace>
  <inkml:trace contextRef="#ctx0" brushRef="#br0">16855.000 11467.000 0,'23.000'48.000'0,"4.000"17.000"16,-10.000-1.000-1,-7.000-12.000 1,-2.000-22.000-16,-3.000-13.000 16</inkml:trace>
  <inkml:trace contextRef="#ctx0" brushRef="#br0">17024.000 11365.000 0,'39.000'-18.000'0,"17.000"-4.000"15,5.000 1.000 1,-3.000 10.000-16,-8.000 7.000 15,-1.000 7.000 1,-9.000 7.000-16,-6.000 8.000 16,-3.000 13.000-1,-9.000 16.000-15,-10.000 14.000 16,-9.000 3.000 0,-7.000 2.000-16,-5.000-7.000 15,-3.000-6.000 1,-1.000-13.000-16,-4.000-16.000 15,3.000-14.000-15,1.000-15.000 16,3.000-3.000 0</inkml:trace>
  <inkml:trace contextRef="#ctx0" brushRef="#br0">17125.000 11561.000 0,'0.000'0.000'0,"0.000"0.000"16,0.000 0.000 0,31.000-6.000-16,20.000-3.000 15,2.000 0.000-15,0.000-2.000 16,-8.000-1.000 0,-7.000-1.000-16,-11.000 4.000 15</inkml:trace>
  <inkml:trace contextRef="#ctx0" brushRef="#br0">17192.000 11424.000 0,'-14.000'41.000'15,"-12.000"19.000"-15,-8.000 2.000 16,0.000-8.000 0,5.000-12.000-1,10.000-14.000-15,11.000-10.000 16,16.000-12.000-16,13.000-7.000 16,10.000-3.000-1,7.000 0.000-15,2.000 0.000 16,5.000 2.000-1,-2.000 4.000-15,-6.000 1.000 16,-4.000 4.000 0,-15.000 4.000-16,-15.000 4.000 15,-18.000 6.000 1,-24.000 4.000-16,-20.000 3.000 16,-15.000 4.000-1,-3.000-3.000-15,10.000-1.000 16,18.000-7.000-1,20.000-4.000-15,27.000-5.000 16,27.000-4.000-16,25.000-4.000 16,23.000-5.000-1,10.000-3.000-15,5.000 0.000 16,-6.000 0.000 0,-12.000 1.000-16,-15.000-2.000 15,-18.000-6.000 1,-19.000 1.000-16,-22.000-2.000 15,-8.000 2.000 1</inkml:trace>
  <inkml:trace contextRef="#ctx0" brushRef="#br0">17099.000 12039.000 0,'-1.000'38.000'16,"-2.000"14.000"-16,3.000 1.000 15,0.000-12.000 1,3.000-16.000-16,6.000-20.000 16,1.000-9.000-1</inkml:trace>
  <inkml:trace contextRef="#ctx0" brushRef="#br0">17292.000 12098.000 0,'9.000'57.000'16,"-1.000"32.000"-16,-5.000 4.000 15,-8.000-8.000 1,-3.000-13.000-16,0.000-23.000 16,2.000-20.000-1</inkml:trace>
  <inkml:trace contextRef="#ctx0" brushRef="#br0">17780.000 11723.000 0,'38.000'-14.000'0,"17.000"1.000"15,2.000 8.000 1,-10.000 14.000-16,-15.000 23.000 16,-20.000 18.000-1,-22.000 9.000-15,-19.000 4.000 16,-15.000 0.000 0,-7.000-9.000-16,-3.000-14.000 15,2.000-21.000 1,7.000-17.000-16,11.000-22.000 15,10.000-16.000 1,11.000 4.000-16</inkml:trace>
  <inkml:trace contextRef="#ctx0" brushRef="#br0">17756.000 11953.000 0,'20.000'23.000'0,"14.000"12.000"15,4.000 2.000 1,-4.000 0.000-16,-8.000-10.000 15,-7.000-7.000-15,-6.000-10.000 16,-5.000-14.000 0,-3.000-5.000-16</inkml:trace>
  <inkml:trace contextRef="#ctx0" brushRef="#br0">18058.000 11851.000 0,'70.000'-8.000'15,"24.000"-3.000"-15,-6.000 2.000 16,-18.000 1.000 0,-17.000-4.000-16,-18.000-1.000 15</inkml:trace>
  <inkml:trace contextRef="#ctx0" brushRef="#br0">18260.000 11594.000 0,'9.000'36.000'0,"5.000"30.000"16,-5.000 20.000-1,-3.000 7.000-15,-6.000 2.000 16,-5.000-7.000 0,-2.000-14.000-16,1.000-12.000 15,-4.000-16.000 1,1.000-14.000-16,0.000-14.000 16,-5.000-15.000-1,-6.000-11.000-15,-3.000-13.000 16,-1.000-10.000-1,5.000-2.000 1,9.000 2.000-16,9.000 5.000 16,9.000 4.000-16,9.000 1.000 15,9.000 0.000 1,7.000-3.000-16,5.000-8.000 16,-7.000 3.000-1</inkml:trace>
  <inkml:trace contextRef="#ctx0" brushRef="#br0">18890.000 11391.000 0,'-28.000'28.000'0,"-24.000"15.000"15,-14.000 2.000-15,2.000-6.000 16,9.000-9.000 0,15.000-10.000-16,22.000-5.000 15,23.000-7.000 1,23.000-4.000-16,14.000-4.000 15,7.000 0.000-15,-1.000 3.000 16,-7.000 0.000 0,-11.000 4.000-16,-14.000 6.000 15,-11.000 5.000 1,-12.000 1.000-16,-10.000 0.000 16,-9.000-1.000-1,0.000-2.000-15,0.000-3.000 16,8.000-1.000-1,18.000-12.000-15,-4.000 11.000 16,17.000-4.000 0,10.000-1.000-16,1.000 0.000 15,-3.000-3.000 1,-1.000-2.000-16,-20.000-1.000 16,0.000 4.000-16,-24.000 5.000 15,-12.000 3.000 1,-9.000 4.000-16,-1.000-2.000 15,7.000-1.000 1,13.000-3.000 0,19.000-3.000-16,23.000-1.000 15,22.000-3.000-15,21.000-1.000 16,8.000-3.000-16,-1.000 1.000 16,-8.000 1.000-1,-13.000-2.000-15,-16.000-1.000 16,-17.000-1.000-1,-8.000 0.000-15</inkml:trace>
  <inkml:trace contextRef="#ctx0" brushRef="#br0">18722.000 11962.000 0,'14.000'61.000'0,"2.000"24.000"15,-1.000-2.000-15,-5.000-15.000 16,-6.000-16.000 0,-2.000-20.000-16,-2.000-32.000 15,-1.000 11.000 1</inkml:trace>
  <inkml:trace contextRef="#ctx0" brushRef="#br0">18588.000 12133.000 0,'0.000'0.000'15,"0.000"0.000"-15,-1.000 11.000 16,1.000 4.000 0,5.000-10.000-16,0.000-5.000 15</inkml:trace>
  <inkml:trace contextRef="#ctx0" brushRef="#br0">18941.000 12193.000 0,'24.000'24.000'0,"5.000"8.000"16,-7.000-6.000-1,-8.000-12.000-15,-7.000-21.000 16,-3.000-8.000-1</inkml:trace>
  <inkml:trace contextRef="#ctx0" brushRef="#br0">19252.000 11561.000 0,'0.000'0.000'0,"0.000"0.000"16,-8.000 43.000 0,-6.000 28.000-16,2.000 10.000 15,2.000 2.000 1,9.000-3.000 0,11.000-7.000-16,9.000-5.000 15,0.000-7.000 1,-3.000-4.000-16,-4.000-9.000 15,-8.000-8.000-15,-11.000-9.000 16,-11.000-18.000 0,-2.000-23.000-16,1.000-28.000 15,7.000 1.000 1</inkml:trace>
  <inkml:trace contextRef="#ctx0" brushRef="#br0">19571.000 11330.000 0,'0.000'0.000'0,"0.000"0.000"16,-20.000 25.000-1,-15.000 13.000-15,-1.000 1.000 16,8.000-4.000-16,16.000-10.000 15,25.000-3.000 1,21.000-7.000-16,16.000-4.000 16,9.000-5.000-1,0.000 3.000-15,-9.000 0.000 16,-16.000 2.000 0,-19.000 6.000-16,-21.000 5.000 15,-22.000 6.000 1,-22.000 3.000-16,-10.000 0.000 15,2.000-5.000 1,10.000-5.000-16,17.000-5.000 16,24.000-7.000-1,30.000-2.000-15,27.000-4.000 16,19.000-3.000 0,3.000 2.000-16,-4.000 1.000 15,-16.000 7.000 1,-22.000 8.000-16,-24.000 11.000 15,-28.000 14.000 1,-28.000 4.000-16,-22.000 3.000 16,-9.000-9.000-1,0.000-11.000-15,15.000-18.000 16,25.000-21.000 0,15.000-5.000-16</inkml:trace>
  <inkml:trace contextRef="#ctx0" brushRef="#br0">19740.000 11953.000 0,'11.000'40.000'0,"5.000"15.000"16,-1.000-2.000 0,-3.000-13.000-16,0.000-11.000 15,11.000-8.000-15,13.000-16.000 16,8.000-18.000-1,9.000-13.000-15,1.000-13.000 16,-5.000-9.000 0,-11.000-1.000-16,-13.000 10.000 15</inkml:trace>
  <inkml:trace contextRef="#ctx0" brushRef="#br0">20740.000 11467.000 0,'-46.000'31.000'0,"-24.000"14.000"16,-6.000-2.000 0,5.000-6.000-16,9.000-9.000 15,8.000-12.000-15,13.000-16.000 16,13.000-8.000 0</inkml:trace>
  <inkml:trace contextRef="#ctx0" brushRef="#br0">20413.000 11826.000 0,'26.000'78.000'0,"4.000"28.000"16,-10.000-11.000 0,-9.000-22.000-16,-8.000-25.000 15,-7.000-28.000 1,-6.000-30.000-16,1.000-8.000 15</inkml:trace>
  <inkml:trace contextRef="#ctx0" brushRef="#br0">20555.000 11851.000 0,'69.000'-14.000'0,"20.000"-8.000"16,-15.000-1.000-16,-20.000-1.000 15,-20.000-4.000 1,-15.000-7.000-16,-9.000 6.000 16</inkml:trace>
  <inkml:trace contextRef="#ctx0" brushRef="#br0">20765.000 11672.000 0,'-9.000'26.000'16,"-9.000"20.000"0,-3.000 12.000-16,-1.000 5.000 15,5.000 2.000 1,4.000-6.000-16,4.000-11.000 16,5.000-12.000-1,6.000-18.000-15,9.000-15.000 16,10.000-22.000-1,13.000-24.000-15,6.000-20.000 16,10.000-17.000 0,0.000-6.000-16,-3.000-3.000 15,-7.000 3.000 1,-8.000 9.000-16,-9.000 14.000 16,-9.000 18.000-1,-3.000 16.000-15,-8.000 15.000 16,0.000 19.000-1,-3.000 21.000-15,2.000 18.000 16,4.000 15.000 0,1.000 14.000-16,3.000 7.000 15,-1.000 4.000 1,0.000-2.000-16,0.000-10.000 16,-8.000-9.000-1,-7.000-11.000-15,-10.000-12.000 16,-10.000-8.000-1,-10.000-15.000-15,-3.000-14.000 16,-2.000-14.000 0,9.000-6.000-16,16.000-8.000 15,17.000 3.000 1,21.000 5.000-16,14.000 7.000 16,13.000 12.000-1,10.000 9.000-15,-3.000 6.000 16,-6.000-2.000-1,-16.000 0.000-15,-12.000-6.000 16,-12.000-15.000-16,-5.000-17.000 16,-3.000-3.000-1</inkml:trace>
  <inkml:trace contextRef="#ctx0" brushRef="#br0">21312.000 11664.000 0,'63.000'5.000'15,"18.000"11.000"-15,-15.000 13.000 16,-27.000 9.000 0,-25.000 9.000-16,-22.000 1.000 15,-9.000-3.000 1,-5.000-2.000-16,2.000-9.000 15,8.000-9.000 1,11.000-9.000-16,12.000-10.000 16,18.000-16.000-1,14.000-18.000-15,-7.000 2.000 16</inkml:trace>
  <inkml:trace contextRef="#ctx0" brushRef="#br0">21716.000 11775.000 0,'0.000'0.000'16,"0.000"0.000"-16,30.000-13.000 15,17.000-6.000 1,8.000-1.000 0,4.000 4.000-16,0.000 3.000 15,-5.000 7.000-15,-12.000 6.000 16,-11.000 13.000-1,-9.000 18.000-15,-14.000 19.000 16,-15.000 18.000 0,-9.000 14.000-16,-7.000 0.000 15,-3.000-6.000 1,4.000-14.000-16,4.000-18.000 16,2.000-17.000-1,4.000-17.000-15,-1.000-24.000 16,9.000-28.000-1,2.000-25.000-15,-1.000-22.000 16,2.000-16.000 0,1.000 19.000-16</inkml:trace>
  <inkml:trace contextRef="#ctx0" brushRef="#br0">22036.000 11407.000 0,'-10.000'52.000'0,"-16.000"28.000"16,-10.000 14.000 0,-14.000 3.000-16,-9.000-5.000 15,1.000-13.000 1,12.000-21.000-16,23.000-31.000 16,12.000-17.000-1</inkml:trace>
  <inkml:trace contextRef="#ctx0" brushRef="#br0">22255.000 12107.000 0,'13.000'-4.000'0</inkml:trace>
  <inkml:trace contextRef="#ctx0" brushRef="#br0">23044.000 11484.000 0,'-11.000'36.000'0,"-12.000"29.000"15,-13.000 23.000 1,-9.000 14.000-16,0.000-2.000 16,3.000-2.000-1,1.000-10.000 1,10.000-15.000-16,8.000-16.000 15,9.000-16.000-15,10.000-25.000 16,12.000-23.000-16,2.000-6.000 16</inkml:trace>
  <inkml:trace contextRef="#ctx0" brushRef="#br0">23053.000 11561.000 0,'34.000'14.000'16,"13.000"18.000"-1,-1.000 25.000-15,-5.000 17.000 16,-9.000 11.000 0,-10.000 1.000-16,-7.000-6.000 15,-2.000-9.000 1,-4.000-13.000-16,-2.000-17.000 15,-2.000-17.000 1</inkml:trace>
  <inkml:trace contextRef="#ctx0" brushRef="#br0">22969.000 12039.000 0,'0.000'0.000'0,"0.000"0.000"16,22.000-9.000 0,23.000-4.000-16,15.000 3.000 15,5.000 0.000 1,4.000-3.000-16,-13.000 0.000 16</inkml:trace>
  <inkml:trace contextRef="#ctx0" brushRef="#br0">24221.000 11578.000 0,'0.000'0.000'0,"-25.000"23.000"15,-28.000 13.000 1,-16.000 6.000-16,-11.000 2.000 16,-2.000-1.000-1,9.000-2.000 1,14.000-4.000-16,20.000-2.000 15,22.000 2.000-15,24.000-1.000 16,27.000-2.000 0,18.000-1.000-16,15.000 0.000 15,-1.000-2.000 1,-3.000 0.000-16,-13.000-8.000 16,-12.000-6.000-1,-14.000-9.000-15,-11.000-9.000 16,-5.000-17.000-1,-3.000-2.000-15</inkml:trace>
  <inkml:trace contextRef="#ctx0" brushRef="#br0">24735.000 11749.000 0,'-6.000'23.000'15,"-12.000"19.000"-15,-12.000 10.000 16,-4.000 4.000 0,5.000 4.000-16,10.000-3.000 15,15.000-2.000 1,23.000-6.000-16,19.000-10.000 15,15.000-11.000-15,12.000-10.000 16,6.000-13.000 0,3.000-12.000-16,-3.000-15.000 15,-8.000-13.000 1,-10.000-13.000-16,-16.000-7.000 16,-15.000-6.000-1,-20.000-3.000 1,-18.000-1.000-16,-20.000 8.000 15,-12.000 5.000 1,-12.000 11.000-16,-6.000 17.000 16,2.000 14.000-1,3.000 15.000-15,9.000 12.000 16,14.000-2.000-16</inkml:trace>
  <inkml:trace contextRef="#ctx0" brushRef="#br0">25205.000 12107.000 0,'0.000'0.000'0</inkml:trace>
  <inkml:trace contextRef="#ctx0" brushRef="#br0">5134.000 13438.000 0,'-1.000'15.000'0,"4.000"4.000"16,12.000-7.000-1,16.000-5.000 1,14.000-4.000-16,11.000-4.000 16,2.000-2.000-16,3.000 2.000 15,-6.000 2.000 1,-2.000-1.000-16,-11.000 0.000 16,-12.000 0.000-1,-13.000 1.000-15,-17.000-2.000 16,-7.000 0.000-16</inkml:trace>
  <inkml:trace contextRef="#ctx0" brushRef="#br0">5125.000 13566.000 0,'-9.000'23.000'0,"-3.000"18.000"16,-12.000 19.000 0,-8.000 13.000-1,-3.000 11.000-15,-1.000 2.000 16,7.000-8.000 0,12.000-15.000-16,14.000-10.000 15,14.000-12.000-15,17.000-12.000 16,13.000-6.000-1,13.000-7.000-15,16.000-4.000 16,2.000-5.000 0,2.000-1.000-16,2.000-3.000 15,-10.000-1.000 1,-5.000-3.000-16,-15.000 0.000 16,-10.000-3.000-1,-10.000-6.000 1,-10.000-10.000-16,-14.000-6.000 15,-6.000 2.000-15</inkml:trace>
  <inkml:trace contextRef="#ctx0" brushRef="#br0">5125.000 13882.000 0,'26.000'0.000'0,"27.000"-3.000"16,13.000-3.000-1,8.000-3.000-15,5.000-3.000 16,4.000 0.000 0,-5.000 1.000-1,-19.000 2.000-15</inkml:trace>
  <inkml:trace contextRef="#ctx0" brushRef="#br0">6092.000 14130.000 0,'0.000'0.000'16,"0.000"-12.000"-16</inkml:trace>
  <inkml:trace contextRef="#ctx0" brushRef="#br0">6563.000 13541.000 0,'0.000'0.000'0,"22.000"18.000"16,11.000 3.000-1,0.000 2.000-15,-1.000-3.000 16,-8.000-4.000-16</inkml:trace>
  <inkml:trace contextRef="#ctx0" brushRef="#br0">6630.000 13857.000 0,'0.000'0.000'16,"21.000"-5.000"-16,13.000-14.000 16,1.000-18.000-1,2.000-14.000-15,-2.000-14.000 16,-8.000-1.000-1,-8.000 0.000-15,-7.000 13.000 16,-2.000 16.000 0,-6.000 16.000-16,-1.000 9.000 15,-3.000 12.000 1,3.000 8.000-16,0.000 28.000 16,-5.000 27.000-1,-3.000 28.000-15,-5.000 22.000 16,0.000 13.000-1,-3.000-4.000-15,5.000-15.000 16,1.000-23.000 0,9.000-27.000-16,6.000-30.000 15,1.000-32.000 1,3.000-36.000-16,-1.000-32.000 16,-4.000 7.000-16</inkml:trace>
  <inkml:trace contextRef="#ctx0" brushRef="#br0">6958.000 13695.000 0,'34.000'13.000'16,"21.000"7.000"-16,8.000-3.000 16,2.000-5.000-16,-1.000-1.000 15,-7.000-6.000 1,-11.000-1.000-16,-6.000-6.000 15,-16.000-10.000 1,-13.000-15.000-16,-17.000-8.000 16,-14.000-15.000-1,-12.000-10.000-15,-4.000-2.000 16,7.000 15.000 0</inkml:trace>
  <inkml:trace contextRef="#ctx0" brushRef="#br0">7210.000 13430.000 0,'-3.000'56.000'15,"-4.000"38.000"1,-8.000 23.000-16,-7.000 2.000 16,-4.000-8.000-1,-3.000-17.000-15,4.000-22.000 16,8.000-29.000 0,17.000-43.000-16,-8.000 12.000 15</inkml:trace>
  <inkml:trace contextRef="#ctx0" brushRef="#br0">7218.000 13976.000 0,'42.000'62.000'16,"10.000"23.000"0,-5.000-7.000-16,-14.000-14.000 15,-12.000-22.000 1,-21.000-42.000-16,9.000-1.000 15,-10.000-41.000-15,-9.000-27.000 16,-1.000 1.000 0</inkml:trace>
  <inkml:trace contextRef="#ctx0" brushRef="#br0">7328.000 13336.000 0,'24.000'16.000'0,"7.000"7.000"16,-4.000 3.000-16,-6.000-1.000 15,-1.000-13.000-15,-5.000-5.000 16</inkml:trace>
  <inkml:trace contextRef="#ctx0" brushRef="#br0">7673.000 13379.000 0,'61.000'12.000'0,"24.000"1.000"16,2.000-1.000 0,-8.000-9.000-16,-10.000-4.000 15,-16.000-5.000 1,-12.000-6.000-16,-16.000-9.000 15,-9.000 3.000-15</inkml:trace>
  <inkml:trace contextRef="#ctx0" brushRef="#br0">7908.000 13293.000 0,'-1.000'35.000'15,"-13.000"31.000"-15,-18.000 15.000 16,-19.000 3.000 0,-10.000-4.000-16,1.000-17.000 15,14.000-18.000 1</inkml:trace>
  <inkml:trace contextRef="#ctx0" brushRef="#br0">7773.000 13634.000 0,'54.000'42.000'0,"8.000"12.000"16,-14.000-7.000-16,-25.000-15.000 15,-20.000-14.000 1,-11.000-9.000-16</inkml:trace>
  <inkml:trace contextRef="#ctx0" brushRef="#br0">7816.000 13916.000 0,'0.000'0.000'16,"-10.000"34.000"-16,-13.000 16.000 15,-6.000 3.000 1,2.000 1.000-16,7.000-8.000 15,14.000 1.000 1,18.000-10.000-16,19.000-4.000 16,14.000-8.000-1,6.000-6.000-15,1.000-6.000 16,1.000-4.000-16,-7.000-4.000 16,-9.000-9.000-1,-8.000-8.000-15,-10.000-15.000 16,-13.000-7.000-1,-12.000-12.000-15,-7.000-6.000 16,-6.000 5.000 0,3.000 12.000-16,10.000 11.000 15,14.000 10.000 1,16.000 9.000-16,15.000 8.000 16,12.000 6.000-1,10.000 3.000-15,7.000-1.000 16,-8.000 1.000-1,-10.000-4.000-15,-13.000-4.000 16,-12.000-15.000 0,-13.000-18.000-16,-9.000-1.000 15</inkml:trace>
  <inkml:trace contextRef="#ctx0" brushRef="#br0">8606.000 13293.000 0,'43.000'35.000'16,"7.000"12.000"-16,-9.000-8.000 15,-11.000-20.000 1,-9.000-13.000-16</inkml:trace>
  <inkml:trace contextRef="#ctx0" brushRef="#br0">8850.000 13097.000 0,'46.000'0.000'0,"26.000"0.000"16,4.000 4.000-1,-3.000 9.000-15,-3.000 9.000 16,-9.000 8.000 0,-13.000 7.000-1,-18.000 3.000-15,-18.000-1.000 16,-24.000-3.000-16,-21.000-9.000 16,-18.000-12.000-1,6.000-7.000-15</inkml:trace>
  <inkml:trace contextRef="#ctx0" brushRef="#br0">8850.000 13234.000 0,'59.000'12.000'15,"19.000"1.000"1,-8.000-1.000-16,-15.000-5.000 15,-22.000-3.000 1,-14.000-2.000-16</inkml:trace>
  <inkml:trace contextRef="#ctx0" brushRef="#br0">8833.000 13370.000 0,'10.000'15.000'16,"12.000"8.000"-1,17.000-2.000-15,11.000-8.000 16,7.000-5.000 0,1.000-7.000-16,-8.000-2.000 15,-10.000-6.000 1,-19.000-2.000-16,-12.000 2.000 16</inkml:trace>
  <inkml:trace contextRef="#ctx0" brushRef="#br0">8640.000 13558.000 0,'-36.000'13.000'0,"-2.000"3.000"15,25.000-1.000-15,35.000-3.000 16,36.000-6.000 0,34.000-2.000-16,26.000-1.000 15,12.000 0.000 1,4.000 2.000-16,-8.000-1.000 15,-22.000-3.000 1,-26.000-1.000-16,-29.000-5.000 16,-28.000-5.000-1,-30.000-7.000 1,-9.000 3.000-16</inkml:trace>
  <inkml:trace contextRef="#ctx0" brushRef="#br0">8816.000 13677.000 0,'6.000'31.000'16,"10.000"7.000"-16,11.000-8.000 16,10.000-11.000-1,6.000-18.000-15,11.000-9.000 16,3.000-5.000-1,0.000 6.000-15,-6.000 3.000 16,-11.000 8.000 0,-11.000 8.000-16,-17.000 13.000 15,-16.000 9.000 1,-19.000 3.000-16,-15.000 1.000 16,-9.000-6.000-1,-1.000-10.000-15,3.000-11.000 16,4.000-11.000-1,16.000-13.000-15,16.000-9.000 16,17.000-3.000 0,11.000 4.000-16,6.000 9.000 15,4.000 10.000-15,-1.000 16.000 16,-3.000 14.000 0,-4.000 12.000-16,-8.000 7.000 15,-12.000 0.000 1,-12.000 3.000-16,-5.000-3.000 15,-8.000-11.000 1,-4.000-11.000-16,-1.000-13.000 16,-5.000-13.000-1,1.000-12.000-15,4.000-10.000 16,7.000-6.000 0,6.000-3.000-16,10.000 7.000 15,8.000 5.000 1,10.000 4.000-16,9.000 8.000 15,10.000 5.000 1,4.000 8.000 0,2.000 5.000-16,-9.000 10.000 15,-3.000 8.000-15,-7.000 6.000 16,-4.000 4.000-16,-3.000 3.000 16,2.000-4.000-1,-1.000-3.000-15,7.000-7.000 16,3.000-9.000-1,11.000-12.000-15,8.000-20.000 16,9.000-14.000 0,8.000-11.000-16,-10.000 3.000 15</inkml:trace>
  <inkml:trace contextRef="#ctx0" brushRef="#br0">9658.000 14207.000 0,'20.000'26.000'15,"5.000"-1.000"-15,-12.000-20.000 16,-6.000-12.000-16</inkml:trace>
  <inkml:trace contextRef="#ctx0" brushRef="#br0">13441.000 13618.000 0,'-9.000'30.000'0,"-8.000"25.000"15,-10.000 25.000 1,-2.000 19.000-16,-6.000 14.000 15,1.000-1.000 1,-1.000-15.000 0,9.000-18.000-16,6.000-25.000 15,6.000-21.000 1,14.000-33.000-16,-3.000-9.000 16,4.000-13.000-16</inkml:trace>
  <inkml:trace contextRef="#ctx0" brushRef="#br0">13433.000 13685.000 0,'0.000'0.000'0,"19.000"20.000"16,9.000 14.000-16,0.000 13.000 15,-4.000 15.000-15,-1.000 16.000 16,-8.000 4.000 0,-9.000-4.000-16,-3.000-7.000 15,0.000-12.000 1,-3.000-11.000 0,-4.000-14.000-16,-7.000-18.000 15,-8.000-18.000-15,1.000-6.000 16</inkml:trace>
  <inkml:trace contextRef="#ctx0" brushRef="#br0">13340.000 14087.000 0,'0.000'0.000'15,"0.000"0.000"-15,27.000-11.000 16,14.000-5.000-1,9.000 0.000-15,0.000 0.000 16,-3.000-3.000 0,-12.000 5.000-16</inkml:trace>
  <inkml:trace contextRef="#ctx0" brushRef="#br0">13938.000 14103.000 0,'0.000'0.000'0,"0.000"0.000"16,0.000 0.000-16,0.000 0.000 15</inkml:trace>
  <inkml:trace contextRef="#ctx0" brushRef="#br0">14643.000 13643.000 0,'-28.000'32.000'0,"-24.000"25.000"15,-3.000 15.000 1,8.000 10.000 0,11.000 1.000-16,16.000-5.000 15,16.000-11.000 1,17.000-8.000-16,15.000-14.000 16,13.000-15.000-1,10.000-14.000-15,3.000-16.000 16,0.000-12.000-1,1.000-18.000-15,-1.000-13.000 16,-4.000-13.000 0,-10.000-9.000-16,-9.000-9.000 15,-9.000-1.000 1,-10.000 5.000-16,-10.000 6.000 16,-11.000 12.000-1,-11.000 18.000-15,-8.000 8.000 16,-7.000 13.000-1,-4.000 7.000-15,-4.000 5.000 16,8.000 1.000-16</inkml:trace>
  <inkml:trace contextRef="#ctx0" brushRef="#br0">14594.000 13865.000 0,'38.000'67.000'16,"10.000"24.000"0,-7.000-2.000-16,-11.000-15.000 15,-7.000-21.000 1,-8.000-18.000-16,0.000-19.000 16,-5.000-11.000-16</inkml:trace>
  <inkml:trace contextRef="#ctx0" brushRef="#br0">15292.000 13950.000 0,'0.000'0.000'16,"6.000"12.000"-16,1.000 1.000 15,-2.000-5.000 1</inkml:trace>
  <inkml:trace contextRef="#ctx0" brushRef="#br0">15300.000 14139.000 0,'0.000'0.000'0,"0.000"0.000"0,0.000 0.000 16,0.000 0.000-1</inkml:trace>
  <inkml:trace contextRef="#ctx0" brushRef="#br0">15964.000 13779.000 0,'61.000'-10.000'16,"27.000"-4.000"0,3.000 2.000-16,-9.000 1.000 15,-14.000 4.000 1,-15.000 0.000-16,-21.000 2.000 15,-15.000-5.000 1,-18.000-2.000-16,-15.000-3.000 16,-15.000-6.000-16,1.000 5.000 15</inkml:trace>
  <inkml:trace contextRef="#ctx0" brushRef="#br0">16149.000 13515.000 0,'19.000'30.000'0,"6.000"25.000"16,-4.000 18.000-1,-13.000 18.000-15,-9.000 0.000 16,-6.000-5.000 0,-2.000-11.000-1,0.000-15.000-15,-1.000-16.000 0,2.000-13.000 16,0.000-13.000-1,-2.000-10.000-15,-3.000-14.000 16,-4.000-10.000 0,1.000-10.000-16,3.000-6.000 15,5.000-1.000 1,14.000 2.000-16,13.000 7.000 16,19.000 7.000-1,11.000 4.000-15,4.000 6.000 16,-8.000-2.000-1,-4.000-2.000-15,-15.000-4.000 16,-10.000 1.000 0</inkml:trace>
  <inkml:trace contextRef="#ctx0" brushRef="#br0">15821.000 13558.000 0,'5.000'111.000'0,"0.000"45.000"15,7.000-9.000 1,16.000-26.000-16,19.000-27.000 15,16.000-27.000 1,15.000-25.000 0,11.000-20.000-16,-1.000-21.000 15,0.000-18.000-15,-6.000-19.000 16,-19.000 3.000 0</inkml:trace>
  <inkml:trace contextRef="#ctx0" brushRef="#br0">17125.000 13293.000 0,'0.000'0.000'0,"0.000"0.000"16,-39.000 28.000-16,-25.000 22.000 15,-7.000 13.000 1,11.000 7.000 0,19.000-3.000-16,27.000-4.000 15,26.000-7.000 1,25.000-11.000-16,19.000-9.000 16,7.000-12.000-1,2.000-13.000-15,-2.000-9.000 16,-7.000-13.000-16,-15.000-14.000 15,-12.000 1.000 1</inkml:trace>
  <inkml:trace contextRef="#ctx0" brushRef="#br0">17057.000 13583.000 0,'7.000'76.000'0,"-5.000"41.000"16,-3.000 12.000-16,-5.000-9.000 16,0.000-15.000-1,2.000-22.000-15,-1.000-25.000 16,5.000-26.000 0,3.000-27.000-16,-1.000-12.000 15</inkml:trace>
  <inkml:trace contextRef="#ctx0" brushRef="#br0">16948.000 13865.000 0,'-16.000'31.000'0,"-12.000"9.000"16,-9.000-5.000-1,-4.000-15.000 1,5.000-20.000-16,20.000-23.000 16,8.000-4.000-16</inkml:trace>
  <inkml:trace contextRef="#ctx0" brushRef="#br0">17040.000 14010.000 0,'42.000'34.000'0,"8.000"6.000"16,-9.000-8.000 0,-13.000-19.000-16,-12.000-28.000 15,-7.000-7.000 1</inkml:trace>
  <inkml:trace contextRef="#ctx0" brushRef="#br0">17310.000 13507.000 0,'24.000'46.000'16,"3.000"17.000"-16,-9.000-10.000 15,-13.000-19.000 1,-5.000-34.000-16,3.000 12.000 15</inkml:trace>
  <inkml:trace contextRef="#ctx0" brushRef="#br0">17478.000 13353.000 0,'56.000'8.000'0,"22.000"7.000"16,-9.000 6.000 0,-18.000 8.000-16,-21.000 5.000 15,-26.000 0.000 1,-24.000-3.000-16,-21.000-3.000 16,-14.000-3.000-1,-6.000-3.000-15,1.000-4.000 16,10.000-3.000-1,15.000-6.000-15,15.000-1.000 16,19.000-3.000-16,16.000 2.000 16,13.000-4.000-1,9.000-2.000-15,4.000 1.000 16,-5.000 1.000 0,-13.000 3.000-1,-17.000 7.000-15,-19.000 5.000 16,-11.000 6.000-16,-12.000-2.000 15,-3.000-1.000 1,1.000 0.000-16,7.000-7.000 16,14.000-2.000-1,17.000-2.000-15,21.000-2.000 16,15.000-3.000 0,11.000-2.000-16,0.000 0.000 15,-9.000-3.000 1,-10.000 3.000-16,-15.000 6.000 15,-18.000 3.000 1,-21.000 1.000-16,-16.000 4.000 16,-7.000 5.000-1,0.000 1.000-15,12.000-1.000 16,11.000-4.000 0,22.000 1.000-16,14.000-5.000 15,19.000 0.000 1,12.000-3.000-16,3.000-5.000 15,2.000-2.000-15,-7.000-3.000 16,-8.000-4.000 0,-11.000-2.000-16,-12.000-6.000 15,-9.000-4.000 1,-10.000-2.000-16,-4.000 0.000 16,-5.000 9.000-1,-2.000 9.000-15,-1.000 15.000 16,0.000 11.000-1,0.000 14.000-15,6.000 7.000 16,3.000 6.000 0,7.000-2.000-16,7.000-5.000 15,6.000-10.000 1,12.000-16.000-16,11.000-15.000 16,11.000-21.000-1,12.000-25.000-15,3.000-22.000 16,1.000-24.000-1,3.000-14.000-15,-7.000-5.000 16,-8.000-2.000 0,-12.000 8.000-16,-10.000 15.000 15,-6.000 24.000 1,-6.000 24.000-16,-1.000 20.000 16,1.000 13.000-1,4.000 12.000-15,3.000 10.000 16,-1.000 5.000-1,1.000 1.000-15,-3.000-6.000 16,-2.000-8.000 0,-4.000-15.000-16,1.000-17.000 15,-1.000-18.000-15,-1.000 1.000 16</inkml:trace>
  <inkml:trace contextRef="#ctx0" brushRef="#br0">18142.000 13234.000 0,'64.000'0.000'15,"28.000"9.000"1,-1.000 13.000-16,-12.000 11.000 16,-18.000 11.000-16,-20.000 7.000 15,-20.000-1.000 1,-22.000-4.000-16,-21.000-10.000 15,-16.000-11.000 1,-11.000-16.000-16,-6.000-18.000 16,8.000-4.000-1</inkml:trace>
  <inkml:trace contextRef="#ctx0" brushRef="#br0">18150.000 13473.000 0,'63.000'4.000'16,"19.000"1.000"0,-8.000 0.000-16,-20.000 2.000 15,-24.000-1.000 1,-30.000-6.000-16,7.000 0.000 16</inkml:trace>
  <inkml:trace contextRef="#ctx0" brushRef="#br0">17982.000 13601.000 0,'57.000'6.000'0,"31.000"2.000"16,6.000-3.000 0,-2.000 0.000-16,-10.000 2.000 15,-17.000-5.000 1,-20.000-6.000-16,-23.000-5.000 15,-14.000 0.000 1</inkml:trace>
  <inkml:trace contextRef="#ctx0" brushRef="#br0">17806.000 13695.000 0,'100.000'6.000'16,"50.000"1.000"0,16.000 0.000-16,-7.000 1.000 15,-21.000-3.000 1,-27.000-1.000-16,-30.000 0.000 16,-30.000 0.000-1,-51.000-4.000-15,10.000-3.000 16,-35.000-2.000-1,-26.000-6.000-15,4.000 1.000 16</inkml:trace>
  <inkml:trace contextRef="#ctx0" brushRef="#br0">18218.000 13788.000 0,'4.000'31.000'0,"1.000"4.000"15,2.000-2.000 1,4.000-9.000-16,4.000-12.000 16,4.000-12.000-1,6.000-9.000-15,2.000-3.000 16,-2.000 1.000 0,-1.000 6.000-16,-4.000 5.000 15,-5.000 10.000 1,-5.000 10.000-16,-8.000 7.000 15,-10.000 3.000 1,-11.000-2.000-16,-3.000-4.000 16,-5.000-9.000-1,1.000-7.000-15,3.000-8.000 16,4.000-8.000 0,8.000-9.000-16,9.000-2.000 15,7.000 4.000 1,8.000 3.000-16,3.000 10.000 15,2.000 6.000 1,1.000 15.000-16,-3.000 10.000 16,-5.000 9.000-16,-6.000 3.000 15,-6.000-2.000 1,-7.000 0.000 0,-5.000-7.000-16,-2.000-7.000 15,-4.000-7.000 1,-3.000-12.000-16,0.000-10.000 15,0.000-12.000 1,2.000-9.000-16,10.000-9.000 16,9.000 0.000-1,7.000 8.000-15,5.000 7.000 16,2.000 13.000 0,1.000 11.000-16,2.000 10.000 15,-1.000 11.000 1,1.000 6.000-16,-4.000 7.000 15,0.000 1.000-15,3.000 3.000 16,4.000-4.000 0,3.000-5.000-16,3.000-13.000 15,7.000-14.000 1,9.000-22.000-16,10.000-20.000 16,9.000-13.000-1,-9.000 9.000-15</inkml:trace>
  <inkml:trace contextRef="#ctx0" brushRef="#br0">18890.000 14309.000 0,'12.000'-14.000'0,"2.000"-3.000"16</inkml:trace>
  <inkml:trace contextRef="#ctx0" brushRef="#br0">3974.000 15136.000 0,'25.000'9.000'16,"22.000"5.000"-16,12.000-4.000 16,11.000-2.000-1,4.000-6.000 1,1.000-5.000-16,4.000-4.000 15,2.000-7.000-15,-7.000-3.000 16,-11.000 0.000 0,-13.000 1.000-1,-14.000-1.000-15,-22.000 0.000 16,-17.000 0.000-16,-16.000-7.000 16,-18.000-5.000-1,-8.000-7.000-15,-5.000-2.000 16,1.000-2.000-1,4.000 7.000-15,11.000 12.000 16,9.000 15.000 0,9.000 12.000-16,-1.000 12.000 15,5.000 19.000 1,3.000 19.000-16,4.000 16.000 16,5.000 21.000-1,4.000 10.000-15,3.000-2.000 16,2.000-9.000-1,4.000-16.000-15,-4.000-20.000 16,-1.000-24.000 0,-8.000-32.000-16,7.000-8.000 15,-6.000-31.000 1,-1.000-3.000-16</inkml:trace>
  <inkml:trace contextRef="#ctx0" brushRef="#br0">4502.000 14608.000 0,'11.000'39.000'16,"-2.000"37.000"-16,-3.000 34.000 16,-8.000 28.000-1,-5.000 21.000-15,-2.000 0.000 16,1.000-14.000-1,7.000-24.000 1,0.000-26.000-16,3.000-29.000 16,1.000-28.000-16,-3.000-38.000 15,1.000-4.000 1,-5.000-39.000-16,-5.000-23.000 16,-2.000 7.000-1</inkml:trace>
  <inkml:trace contextRef="#ctx0" brushRef="#br0">4385.000 15265.000 0,'25.000'8.000'16,"8.000"3.000"-1,2.000 1.000-15,-7.000 1.000 16,-6.000-4.000-16,-14.000 3.000 15,-14.000-3.000-15,-14.000-1.000 16,-11.000-4.000 0,-1.000-1.000-16,-1.000-3.000 15,7.000 3.000 1,7.000 9.000-16,6.000 1.000 16,10.000-4.000-1,3.000-1.000-15,9.000-2.000 16,2.000 1.000-1,4.000-5.000-15,0.000-4.000 16,-1.000-5.000-16,-1.000-3.000 16,-9.000-3.000-1,-6.000 3.000-15,-14.000 7.000 16,-6.000 9.000 0,-10.000 12.000-1,-8.000 11.000-15,0.000 11.000 0,7.000 9.000 16,10.000-9.000-1,11.000-12.000-15,14.000-9.000 16,15.000-8.000 0,14.000-4.000-16,13.000-7.000 15,5.000-4.000 1,6.000-1.000-16,-6.000-2.000 16,-9.000 5.000-1,-9.000 4.000-15,-15.000 6.000 16,-16.000 11.000-1,-24.000 14.000-15,-21.000 12.000 16,-11.000 7.000 0,-5.000 4.000-1,7.000-7.000-15,17.000-9.000 0,13.000-10.000 16,21.000-5.000 0,18.000-3.000-16,23.000-4.000 15,18.000-5.000 1,12.000-1.000-16,5.000-4.000 15,0.000-6.000 1,-14.000-3.000-16,-13.000-4.000 16,-11.000-9.000-1,-13.000-10.000-15,-14.000-10.000 16,-5.000 3.000 0</inkml:trace>
  <inkml:trace contextRef="#ctx0" brushRef="#br0">5143.000 14804.000 0,'0.000'0.000'0,"-12.000"32.000"16,-18.000 16.000-16,-9.000 5.000 16,2.000-3.000-1,4.000-9.000-15,13.000-11.000 16,20.000-7.000 0,24.000-9.000-16,18.000-5.000 15,18.000-4.000 1,7.000 0.000-16,-4.000 0.000 15,-8.000 3.000 1,-14.000 3.000-16,-21.000 8.000 16,-17.000 10.000-1,-22.000 6.000-15,-23.000 6.000 16,-16.000-1.000-16,-3.000-6.000 16,7.000-10.000-1,16.000-12.000-15,14.000-11.000 16,18.000-10.000-1,17.000 0.000 1,12.000 5.000-16,5.000 12.000 16,-2.000 15.000-16,-10.000 8.000 15,-12.000 12.000 1,-14.000 14.000-16,-12.000 13.000 16,-6.000 7.000-1,3.000 1.000-15,4.000-5.000 16,17.000-12.000-1,21.000-11.000-15,27.000-17.000 16,15.000-16.000 0,11.000-12.000-16,3.000-7.000 15,-6.000-11.000 1,-10.000-6.000-16,-11.000-9.000 16,-15.000-4.000-1,-16.000-6.000-15,-15.000-6.000 16,-11.000-2.000-1,-10.000 4.000-15,-5.000 2.000 16,-8.000 12.000 0,-7.000 15.000-16,-9.000 19.000 15,-1.000 18.000-15,1.000 10.000 16,14.000-3.000 0,16.000-4.000-1,25.000-15.000-15,30.000-19.000 16,18.000-23.000-16,20.000-18.000 15,-11.000 3.000 1</inkml:trace>
  <inkml:trace contextRef="#ctx0" brushRef="#br0">5915.000 15068.000 0,'47.000'-5.000'0,"18.000"-1.000"15,4.000-3.000 1,-10.000 5.000-16,-13.000 3.000 15,-20.000 1.000 1,-11.000 0.000-16</inkml:trace>
  <inkml:trace contextRef="#ctx0" brushRef="#br0">5899.000 15221.000 0,'36.000'10.000'0,"23.000"1.000"15,10.000-4.000-15,0.000-7.000 16,-4.000-7.000 0,-10.000-1.000-16,-19.000-1.000 15,-24.000 0.000 1,-29.000 6.000-16,-31.000 6.000 16,-24.000 10.000-1,-17.000 7.000-15,-7.000 8.000 16,7.000 8.000-1,23.000 3.000-15,28.000 2.000 16,33.000-7.000 0,28.000-6.000-16,35.000-17.000 15,27.000-11.000 1,14.000-11.000-16,5.000-3.000 16,-9.000-2.000-1,-15.000 3.000-15,-18.000 0.000 16,-25.000-2.000-1,-24.000-1.000-15,-24.000-9.000 16,-21.000-6.000 0,-17.000-8.000-16,-9.000-9.000 15,-3.000-15.000 1,13.000 10.000-16</inkml:trace>
  <inkml:trace contextRef="#ctx0" brushRef="#br0">6025.000 14795.000 0,'11.000'50.000'15,"2.000"30.000"-15,-9.000 18.000 16,-8.000 1.000 0,1.000-10.000-16,3.000-23.000 15,8.000-22.000 1,1.000-18.000-16</inkml:trace>
  <inkml:trace contextRef="#ctx0" brushRef="#br0">6142.000 15384.000 0,'-22.000'38.000'0,"-21.000"18.000"16,-14.000 0.000-1,-3.000-7.000-15,2.000-14.000 16,7.000-13.000-1,17.000-15.000-15,19.000-11.000 16,25.000-8.000 0,17.000 1.000-16,14.000 4.000 15,2.000 6.000 1,2.000 11.000-16,-6.000 8.000 16,-11.000 17.000-1,-9.000 10.000-15,-9.000 8.000 16,-8.000 1.000-1,-2.000-11.000-15,1.000-11.000 16,-1.000-12.000 0,2.000-18.000-16,5.000-17.000 15,5.000-21.000 1,4.000-15.000-16,5.000-9.000 16,0.000 2.000-1,-1.000 11.000 1,4.000 15.000-16,-4.000 16.000 15,1.000 18.000-15,7.000 23.000 16,0.000 16.000 0,8.000 11.000-16,2.000 5.000 15,2.000 1.000 1,0.000-6.000-16,-5.000-7.000 16,-1.000-14.000-1,-6.000-22.000-15,-5.000-18.000 16,-7.000-22.000-1,-8.000-23.000-15,-8.000-14.000 16,-4.000-1.000 0,-4.000 2.000-16,0.000 13.000 15,-2.000 19.000 1,-4.000 18.000-16,2.000 15.000 16,2.000 7.000-16,-4.000 10.000 15,-7.000 5.000 1,-5.000 4.000-1,-4.000 0.000-15,0.000-3.000 16,7.000-9.000-16,13.000-18.000 16,6.000-3.000-1</inkml:trace>
  <inkml:trace contextRef="#ctx0" brushRef="#br0">7000.000 15434.000 0,'63.000'0.000'0,"27.000"-3.000"16,4.000-3.000-1,-12.000 3.000-15,-14.000 3.000 16,-14.000-4.000 0,-13.000 2.000-16,-11.000-3.000 15,-7.000-6.000-15,-9.000-6.000 16,-8.000-5.000 0,-4.000 4.000-16</inkml:trace>
  <inkml:trace contextRef="#ctx0" brushRef="#br0">7269.000 14983.000 0,'9.000'94.000'16,"-2.000"54.000"-1,-9.000 11.000-15,-5.000-7.000 16,0.000-23.000-16,1.000-25.000 16,6.000-28.000-1,3.000-31.000-15,3.000-31.000 16,0.000-14.000-1</inkml:trace>
  <inkml:trace contextRef="#ctx0" brushRef="#br0">7303.000 15495.000 0,'-54.000'50.000'15,"-16.000"9.000"1,13.000-22.000-16,28.000-35.000 16,26.000-25.000-1,10.000-4.000-15</inkml:trace>
  <inkml:trace contextRef="#ctx0" brushRef="#br0">7395.000 15538.000 0,'31.000'53.000'0,"7.000"16.000"16,-2.000-13.000 0,-15.000-24.000-16,-8.000-29.000 15,-7.000-32.000 1,-4.000-4.000-16</inkml:trace>
  <inkml:trace contextRef="#ctx0" brushRef="#br0">7395.000 15026.000 0,'0.000'0.000'16,"9.000"13.000"0,1.000 7.000-16,-6.000 3.000 15,-10.000-1.000 1,-7.000-8.000-16,1.000-9.000 15</inkml:trace>
  <inkml:trace contextRef="#ctx0" brushRef="#br0">6874.000 15231.000 0,'0.000'0.000'16,"2.000"26.000"-16,1.000 18.000 16,-6.000 15.000-1,-6.000 9.000-15,-8.000 3.000 16,-2.000-4.000 0,-4.000-7.000-16,-6.000-7.000 15,0.000-10.000 1,-2.000-11.000-1,3.000-10.000-15,3.000-8.000 16,7.000-4.000-16,4.000-4.000 16,14.000-6.000-1,0.000 0.000-15,7.000 7.000 16,13.000 5.000-16,18.000 3.000 16,9.000 8.000-1,7.000 2.000-15,11.000 9.000 16,8.000 3.000-1,6.000-1.000-15,1.000-1.000 16,2.000-4.000 0,-3.000-3.000-16,-3.000-10.000 15,-7.000-12.000 1,-3.000-15.000-16,-11.000-20.000 16,-6.000-16.000-1,-11.000-18.000-15,-6.000-12.000 16,-6.000-11.000-1,-9.000 14.000-15</inkml:trace>
  <inkml:trace contextRef="#ctx0" brushRef="#br0">7967.000 15282.000 0,'19.000'11.000'0,"3.000"7.000"16,-8.000 5.000-16,-10.000 9.000 16,-11.000 4.000-1,0.000-6.000-15</inkml:trace>
  <inkml:trace contextRef="#ctx0" brushRef="#br0">7984.000 15700.000 0,'12.000'41.000'16,"1.000"8.000"-16</inkml:trace>
  <inkml:trace contextRef="#ctx0" brushRef="#br0">9203.000 14829.000 0,'0.000'0.000'16,"4.000"32.000"-16,2.000 25.000 15,-3.000 15.000 1,-6.000 15.000-16,-6.000 6.000 15,-4.000-6.000-15,1.000-12.000 16,2.000-23.000 0,0.000-20.000-16</inkml:trace>
  <inkml:trace contextRef="#ctx0" brushRef="#br0">9464.000 14966.000 0,'-26.000'24.000'16,"-15.000"14.000"-16,-7.000 4.000 15,1.000-3.000 1,9.000-9.000-1,13.000-4.000-15,14.000-9.000 16,12.000-2.000-16,13.000 0.000 16,15.000-2.000-16,8.000-5.000 15,7.000-3.000 1,-3.000-3.000-16,-4.000-2.000 16,-5.000-3.000-1,-10.000-4.000-15,-7.000-10.000 16,-5.000 0.000-1</inkml:trace>
  <inkml:trace contextRef="#ctx0" brushRef="#br0">9674.000 14761.000 0,'8.000'49.000'0,"-6.000"31.000"16,-12.000 16.000-16,-10.000-2.000 16,-2.000-14.000-1,6.000-17.000-15,7.000-20.000 32,11.000-29.000-32,2.000-11.000 15</inkml:trace>
  <inkml:trace contextRef="#ctx0" brushRef="#br0">9893.000 14897.000 0,'-14.000'29.000'15,"-18.000"16.000"-15,-17.000 4.000 16,-6.000 1.000-1,5.000-6.000-15,15.000-8.000 16,14.000-9.000 0,21.000-5.000-16,22.000-7.000 15,13.000-3.000 1,9.000-7.000-16,5.000-7.000 16,-5.000-6.000-1,-10.000-5.000-15,-10.000 0.000 16</inkml:trace>
  <inkml:trace contextRef="#ctx0" brushRef="#br0">9312.000 15358.000 0,'50.000'2.000'16,"22.000"-3.000"-1,0.000 1.000-15,-10.000 0.000 16,-18.000 4.000 0,-17.000 6.000-16,-23.000 8.000 15,-25.000 10.000-15,-20.000 7.000 16,-19.000 4.000-1,-7.000 0.000-15,8.000-8.000 16,12.000-7.000 0,18.000-9.000-16,29.000-15.000 15,3.000 3.000 1,28.000-7.000-16,16.000-3.000 16,13.000-4.000-1,5.000 0.000-15,-4.000 1.000 16,-13.000 3.000-1,-17.000 7.000 1,-17.000 2.000-16,-21.000 14.000 16,-26.000 5.000-16,-22.000 10.000 15,-21.000 1.000 1,-10.000 5.000 0,1.000-4.000-16,12.000-6.000 15,23.000-9.000-15,22.000-9.000 16,30.000-7.000-16,26.000-6.000 15,27.000-3.000 1,26.000-3.000-16,17.000 3.000 16,8.000 3.000-1,7.000 4.000 1,-8.000 4.000-16,-15.000 10.000 16,-18.000 5.000-16,-25.000 5.000 15,-22.000 3.000 1,-24.000-1.000-16,-23.000-7.000 15,-17.000-11.000 1,-9.000-17.000-16,7.000-5.000 16</inkml:trace>
  <inkml:trace contextRef="#ctx0" brushRef="#br0">9523.000 15409.000 0,'14.000'38.000'15,"3.000"30.000"1,1.000 21.000-16,-3.000 13.000 16,-5.000 7.000-1,-8.000-2.000-15,-3.000-14.000 16,-2.000-25.000-1,-5.000-25.000-15,1.000-21.000 16</inkml:trace>
  <inkml:trace contextRef="#ctx0" brushRef="#br0">9599.000 15777.000 0,'-26.000'23.000'16,"-18.000"17.000"-16,-13.000 10.000 16,-4.000-1.000-1,4.000-5.000-15,12.000-14.000 16,17.000-18.000 0,21.000-17.000-16,9.000-3.000 15</inkml:trace>
  <inkml:trace contextRef="#ctx0" brushRef="#br0">10272.000 15426.000 0,'25.000'-4.000'16,"16.000"-2.000"-16,5.000-2.000 0,4.000 4.000 16,5.000-1.000-1,5.000-1.000-15,2.000-1.000 16,0.000-2.000-1,-6.000 2.000-15,-5.000 1.000 16,-13.000-2.000 0,-12.000-5.000-16,-13.000-9.000 15,-9.000 2.000 1</inkml:trace>
  <inkml:trace contextRef="#ctx0" brushRef="#br0">11070.000 15016.000 0,'24.000'17.000'16,"14.000"-2.000"-16,7.000-13.000 15,2.000-15.000 1,-7.000-1.000-16</inkml:trace>
  <inkml:trace contextRef="#ctx0" brushRef="#br0">11591.000 14948.000 0,'-15.000'29.000'16,"-22.000"10.000"-1,-20.000 3.000-15,-16.000-5.000 16,-2.000-3.000-1,5.000-4.000-15,12.000-6.000 16,20.000-7.000 0,23.000-4.000-16,27.000-3.000 15,25.000-6.000 1,16.000-5.000-16,16.000-3.000 16,1.000-2.000-16,-4.000-4.000 15,-10.000-4.000 1,-16.000-3.000-16,-14.000-3.000 15,-17.000-5.000 1,-9.000-6.000-16,-13.000-6.000 16,-13.000-5.000-1,-9.000-2.000-15,-7.000 4.000 16,-4.000 4.000 0,4.000 12.000-16,8.000 13.000 31,11.000 8.000-31,12.000 7.000 0,11.000 18.000 15,9.000 16.000 1,9.000 19.000-16,5.000 17.000 16,0.000 10.000-1,-6.000 4.000-15,-5.000-4.000 16,-6.000-14.000 0,-4.000-16.000-16,-5.000-17.000 15,-1.000-15.000 1,-9.000-14.000-16,-4.000-14.000 15,-9.000-14.000 1,-4.000-8.000-16,-4.000-2.000 16,3.000 4.000-1,6.000 5.000-15,9.000 8.000 16,6.000 5.000 0,18.000 1.000-16,15.000-4.000 15,17.000 4.000 1,12.000 3.000-16,5.000 1.000 15,-3.000 4.000 1,-9.000 3.000-16,-12.000 3.000 16,-14.000 5.000-16,-21.000 6.000 15,-25.000 4.000 1,-24.000 6.000-16,-18.000 2.000 16,-10.000 4.000-1,0.000 1.000-15,18.000-7.000 16,21.000-5.000-1,20.000-3.000-15,29.000-3.000 16,29.000-1.000 0,23.000-5.000-16,16.000-3.000 15,12.000-2.000 1,-4.000-6.000-16,-12.000-4.000 16,-12.000-4.000-1,-17.000-1.000-15,-18.000-10.000 16,-17.000-4.000-1,-22.000-9.000-15,-16.000-6.000 16,-16.000-3.000 0,-10.000 0.000-16,4.000 3.000 15,4.000 12.000 1,11.000 14.000-16,10.000 20.000 16,14.000 12.000-1,6.000 7.000-15,5.000 9.000 16,0.000 17.000-16,-10.000 15.000 15,-11.000 13.000 1,-12.000 4.000 0,-7.000-7.000-16,-4.000-15.000 15,3.000-20.000 1,7.000-25.000-16,11.000-27.000 16,12.000-25.000-16,6.000-1.000 15</inkml:trace>
  <inkml:trace contextRef="#ctx0" brushRef="#br0">11390.000 15828.000 0,'47.000'49.000'0,"18.000"15.000"16,-5.000-10.000-16,-13.000-17.000 15,-10.000-24.000 1,-13.000-9.000-16</inkml:trace>
  <inkml:trace contextRef="#ctx0" brushRef="#br0">12054.000 15009.000 0,'28.000'2.000'0,"12.000"3.000"16,-6.000 3.000-16,-6.000-5.000 15,-11.000-1.000 1</inkml:trace>
  <inkml:trace contextRef="#ctx0" brushRef="#br0">12045.000 15127.000 0,'0.000'0.000'15,"0.000"0.000"1,0.000 0.000-16,0.000 0.000 15,25.000 3.000-15,12.000-4.000 16,4.000-7.000 0,1.000-1.000-16,-5.000 5.000 15,-4.000 1.000 1,-5.000 7.000-16,-4.000 5.000 16,-9.000 12.000-16,0.000 11.000 15,-7.000 8.000 1,-2.000 11.000-16,-5.000 10.000 15,-2.000 15.000 1,2.000 8.000-16,4.000 6.000 16,-1.000 3.000-1,-3.000-4.000-15,3.000-13.000 16,-1.000-13.000 0,-2.000-16.000-16,-2.000-20.000 15,1.000-27.000 1,-11.000-5.000-16,-11.000-31.000 15,-6.000-29.000 1,-5.000-18.000-16,-4.000-9.000 16,3.000 18.000-1</inkml:trace>
  <inkml:trace contextRef="#ctx0" brushRef="#br0">12063.000 15333.000 0,'0.000'0.000'15,"26.000"8.000"-15,9.000 7.000 16,-5.000 4.000 0,-12.000 11.000-16,-19.000 10.000 15,-24.000 7.000 1,-16.000-1.000 0,-10.000 2.000-16,-1.000-3.000 15,6.000-10.000-15,14.000-6.000 16,14.000-11.000-1,20.000-6.000-15,19.000-12.000 16,19.000-13.000 0,19.000-10.000-1,15.000-12.000-15,8.000-7.000 16,2.000-5.000-16,0.000-3.000 16,-4.000 0.000-1,-12.000 8.000-15,-17.000 10.000 16,-18.000 11.000-1,-33.000 21.000-15,6.000 5.000 16,-23.000 20.000 0,-14.000 12.000-16,-1.000 6.000 15,1.000 0.000 1,10.000 2.000-16,13.000 0.000 16,17.000 4.000-1,12.000-2.000-15,14.000-1.000 16,7.000-10.000-1,2.000-9.000-15,2.000-15.000 16,-5.000-16.000 0,-6.000-16.000-16,-8.000-2.000 15</inkml:trace>
  <inkml:trace contextRef="#ctx0" brushRef="#br0">12852.000 15239.000 0,'47.000'-5.000'0,"15.000"-1.000"16,-5.000 0.000-1,-16.000 0.000-15,-16.000 3.000 16</inkml:trace>
  <inkml:trace contextRef="#ctx0" brushRef="#br0">12844.000 15358.000 0,'32.000'10.000'0,"18.000"-1.000"16,2.000-4.000-16,1.000-5.000 15,-12.000 1.000 1,-13.000 2.000-16,-12.000 4.000 31,-19.000 8.000-31,-18.000 13.000 0,-14.000 9.000 16,-9.000 3.000 0,-2.000 1.000-16,9.000-5.000 15,9.000-6.000 1,12.000-8.000-16,20.000-7.000 15,15.000-12.000 1,19.000-7.000-16,12.000-6.000 16,5.000 3.000-1,-5.000 2.000-15,-6.000 10.000 16,-10.000 10.000 0,-13.000 15.000-16,-15.000 11.000 15,-10.000 3.000 1,-10.000-4.000-16,-4.000-6.000 15,-8.000-15.000 1,5.000-18.000-16,8.000-25.000 16,11.000-21.000-1,5.000 3.000-15</inkml:trace>
  <inkml:trace contextRef="#ctx0" brushRef="#br0">13256.000 15426.000 0,'0.000'0.000'16,"31.000"-1.000"-16,22.000 0.000 15,10.000 1.000 1,5.000 2.000-16,5.000 0.000 16,-8.000 4.000-1,-7.000 0.000-15,-16.000 4.000 16,-16.000 9.000-1,-20.000 16.000-15,-19.000 18.000 16,-17.000 23.000 0,-13.000 10.000-16,-5.000-5.000 15,2.000-18.000 1,10.000-21.000-16,10.000-25.000 16,14.000-34.000-1,12.000-27.000-15,3.000-1.000 16</inkml:trace>
  <inkml:trace contextRef="#ctx0" brushRef="#br0">13602.000 15127.000 0,'-32.000'92.000'0,"-27.000"47.000"16,-13.000 2.000-1,4.000-31.000-15,16.000-36.000 16</inkml:trace>
  <inkml:trace contextRef="#ctx0" brushRef="#br0">14080.000 15376.000 0,'31.000'11.000'0,"19.000"3.000"16,12.000-7.000-1,4.000-6.000-15,6.000-8.000 16,3.000-6.000 0,-4.000 1.000-1,-5.000-2.000-15,-9.000 3.000 16,-14.000 2.000 0,-15.000 2.000-16,-14.000 1.000 15,-14.000-8.000-15,-12.000-1.000 16,-7.000-9.000-1,-8.000-5.000-15,-4.000-9.000 16,2.000-9.000 0,-1.000-2.000-16,3.000-2.000 15,0.000 1.000 1,5.000 3.000 0,3.000 6.000-16,2.000 11.000 15,6.000 11.000-15,6.000 6.000 16,10.000 12.000-1,4.000 16.000-15,7.000 28.000 16,-2.000 32.000 0,-2.000 31.000-16,-3.000 22.000 15,-6.000 9.000 1,-2.000-2.000-16,2.000-10.000 16,0.000-13.000-1,1.000-23.000-15,0.000-23.000 16,2.000-22.000-1,-3.000-25.000-15,0.000-24.000 16,-3.000-26.000 0,-3.000-22.000-16,-1.000 5.000 15</inkml:trace>
  <inkml:trace contextRef="#ctx0" brushRef="#br0">14484.000 15470.000 0,'-15.000'39.000'16,"-15.000"21.000"-1,-9.000-2.000-15,-2.000-10.000 16,6.000-17.000 0,13.000-22.000-16,15.000-22.000 15,15.000-12.000 1,16.000-9.000-16,11.000 2.000 15,6.000 5.000 1,1.000 12.000-16,6.000 15.000 16,-5.000 8.000-1,-9.000 9.000-15,-3.000 5.000 16,-6.000 4.000 0,-6.000-2.000-16,-7.000-1.000 15,-9.000-4.000 1,-6.000-9.000-16,0.000-21.000 15,0.000-5.000-15</inkml:trace>
  <inkml:trace contextRef="#ctx0" brushRef="#br0">14770.000 15520.000 0,'12.000'37.000'16,"-1.000"21.000"-1,-5.000 7.000-15,-11.000 0.000 16,-5.000-9.000-16,-4.000-14.000 16,0.000-15.000-1,4.000-15.000-15,6.000-22.000 16,6.000-23.000 0,8.000-12.000-1,10.000-13.000-15,7.000-9.000 16,2.000 3.000-16,-1.000 8.000 15,0.000 11.000 1,-4.000 15.000-16,-6.000 10.000 16,-3.000 8.000-1,1.000 9.000-15,-5.000 11.000 16,-1.000 17.000 0,-5.000 18.000-16,-9.000 17.000 15,0.000 11.000 1,0.000 2.000-16,6.000-5.000 15,12.000-9.000 1,9.000-13.000-16,16.000-14.000 16,7.000-17.000-16,5.000-20.000 15,-3.000-17.000 1,-3.000-20.000 0,-11.000-13.000-16,-10.000-5.000 15,-10.000 3.000 1,-7.000 11.000-16</inkml:trace>
  <inkml:trace contextRef="#ctx0" brushRef="#br0">15493.000 15094.000 0,'18.000'18.000'16,"13.000"2.000"-16,13.000-5.000 15,9.000-3.000 1,3.000-3.000-16,0.000-4.000 16,-2.000 3.000-1,-10.000 0.000-15,-13.000 4.000 16,-12.000 9.000-1,-19.000 11.000-15,-21.000 12.000 16,-20.000 12.000 0,-14.000 10.000-16,-7.000 2.000 15,-2.000-6.000 1,11.000-19.000-16,14.000-27.000 16,17.000-12.000-1</inkml:trace>
  <inkml:trace contextRef="#ctx0" brushRef="#br0">15788.000 15409.000 0,'13.000'86.000'16,"2.000"30.000"-16,-9.000-12.000 15,-7.000-21.000 1,-8.000-27.000-16,3.000-29.000 15,-1.000-31.000 1,2.000-29.000-16,2.000-4.000 16</inkml:trace>
  <inkml:trace contextRef="#ctx0" brushRef="#br0">15889.000 15434.000 0,'19.000'35.000'0,"4.000"11.000"16,-4.000-7.000-16,-7.000-11.000 15,-2.000-15.000 1,-5.000-14.000-16,-2.000-18.000 16,-2.000-2.000-1</inkml:trace>
  <inkml:trace contextRef="#ctx0" brushRef="#br0">16141.000 15136.000 0,'28.000'-3.000'0,"19.000"-3.000"16,10.000-3.000-16,11.000 2.000 15,4.000 0.000 1,2.000 0.000-16,-2.000 1.000 16,-4.000 3.000-1,-11.000 2.000 1,-13.000-3.000-16,-13.000-3.000 16,-15.000-3.000-16,-13.000-6.000 15,-6.000 2.000 1</inkml:trace>
  <inkml:trace contextRef="#ctx0" brushRef="#br0">16587.000 15204.000 0,'33.000'84.000'15,"8.000"42.000"1,-5.000 7.000-16,-13.000-11.000 15,-12.000-10.000 1,-11.000-14.000-16,-10.000-20.000 16,-8.000-22.000-1,-6.000-25.000-15,-6.000-23.000 16,-6.000-29.000 0,-1.000-29.000-16,-5.000-25.000 15,-2.000-20.000 1,0.000-11.000-16,8.000 23.000 15</inkml:trace>
  <inkml:trace contextRef="#ctx0" brushRef="#br0">16300.000 15341.000 0,'2.000'23.000'15,"1.000"10.000"-15,0.000-2.000 16,-2.000-5.000-1,1.000-11.000-15,8.000-10.000 16,4.000-9.000 0,10.000-12.000-16,4.000-1.000 15,0.000 2.000 1,-4.000 6.000-16,-8.000 11.000 16,-5.000 14.000-1,-9.000 14.000-15,-6.000 10.000 16,-8.000 3.000-1,-5.000-5.000-15,0.000-12.000 16,2.000-18.000-16,7.000-24.000 16,14.000-29.000-1,13.000-26.000-15,15.000-9.000 16,-4.000 13.000 0</inkml:trace>
  <inkml:trace contextRef="#ctx0" brushRef="#br0">17007.000 14778.000 0,'22.000'19.000'0,"3.000"14.000"16,-15.000 5.000 0,-13.000 1.000-16,-5.000-6.000 15,4.000-4.000-15,10.000-7.000 16,15.000-3.000-1,14.000-4.000-15,9.000-7.000 16,4.000 2.000 0,-6.000-1.000-16,-8.000 2.000 15,-8.000 5.000 1,-12.000 7.000-16,-17.000 15.000 16,-14.000 15.000-1,-12.000 16.000-15,-8.000 21.000 16,-3.000 24.000-1,-1.000 19.000-15,3.000 6.000 16,8.000-18.000 0,7.000-23.000-1,5.000-28.000-15,9.000-25.000 16,9.000-45.000-16,3.000-11.000 16,9.000-40.000-1,4.000-31.000-15,3.000-14.000 16,-3.000 16.000-1</inkml:trace>
  <inkml:trace contextRef="#ctx0" brushRef="#br0">17217.000 15308.000 0,'47.000'75.000'0,"9.000"49.000"16,-10.000 18.000-1,-17.000-3.000-15,-13.000-18.000 16,-7.000-26.000 0,-6.000-27.000-1,-4.000-29.000-15,-3.000-31.000 16,-7.000-31.000-16,-2.000-32.000 16,-4.000-27.000-1,-10.000-23.000-15,5.000 13.000 16</inkml:trace>
  <inkml:trace contextRef="#ctx0" brushRef="#br0">17209.000 15538.000 0,'9.000'38.000'16,"7.000"10.000"0,-1.000-7.000-16,-4.000-14.000 15,-1.000-15.000 1,-1.000-22.000-16,0.000-25.000 15,6.000-20.000-15,1.000-12.000 16,-2.000 10.000 0</inkml:trace>
  <inkml:trace contextRef="#ctx0" brushRef="#br0">17536.000 15127.000 0,'22.000'-2.000'0,"4.000"3.000"15,-6.000 12.000-15,-17.000 19.000 16,-17.000 15.000 0,-18.000 15.000-16,-7.000 3.000 15,3.000-5.000 1,10.000-8.000-16,19.000-9.000 16,19.000-9.000-1,22.000-11.000-15,19.000-3.000 16,10.000-8.000-1,-3.000 1.000-15,-7.000 0.000 16,-13.000 3.000 0,-18.000 9.000-16,-21.000 6.000 15,-24.000 10.000 1,-18.000 7.000-16,-12.000 6.000 16,5.000 0.000-1,12.000-1.000-15,20.000-9.000 16,18.000-7.000-1,21.000-12.000-15,22.000-12.000 16,12.000-10.000 0,7.000-10.000-16,-1.000-8.000 15,-9.000-7.000 1,-14.000-5.000-16,-12.000-5.000 16,-20.000-2.000-1,-18.000-2.000-15,-17.000 4.000 16,-4.000 4.000-1,0.000 3.000-15,8.000-3.000 16,8.000 5.000 0</inkml:trace>
  <inkml:trace contextRef="#ctx0" brushRef="#br0">18419.000 14787.000 0,'17.000'18.000'0,"1.000"10.000"16,1.000 4.000-1,-9.000 1.000-15,-12.000 0.000 16,-13.000-5.000 0,-7.000-11.000-16,-4.000-11.000 15,4.000-6.000 1</inkml:trace>
  <inkml:trace contextRef="#ctx0" brushRef="#br0">18226.000 15051.000 0,'-4.000'20.000'0,"-3.000"10.000"16,4.000-5.000-16,2.000-4.000 16,6.000-5.000-1,9.000-4.000-15,14.000-6.000 16,14.000-9.000-1,14.000-6.000 1,12.000-2.000-16,7.000 4.000 16,2.000 3.000-1,-4.000 7.000-15,-12.000 5.000 16,-14.000 4.000-16,-17.000 4.000 16,-14.000-1.000-1,-14.000 0.000-15,-17.000-9.000 16,-12.000-12.000-1,1.000-1.000-15</inkml:trace>
  <inkml:trace contextRef="#ctx0" brushRef="#br0">18378.000 15265.000 0,'17.000'6.000'15,"3.000"-1.000"1,-8.000 1.000-16,-12.000-6.000 16,-1.000 0.000-1,-6.000-2.000-15</inkml:trace>
  <inkml:trace contextRef="#ctx0" brushRef="#br0">18335.000 15376.000 0,'16.000'11.000'16,"6.000"3.000"0,-4.000-1.000-16,-5.000-2.000 15,-10.000-2.000 1,-11.000-4.000-16,-11.000 0.000 16,-17.000 5.000-1,-6.000 5.000-15,-3.000 8.000 16,2.000 7.000-1,12.000 3.000-15,14.000-2.000 16,21.000-6.000 0,30.000-11.000-16,23.000-6.000 15,18.000-9.000 1,14.000-3.000-16,2.000-2.000 16,-7.000-1.000-1,-11.000-3.000-15,-18.000-1.000 16,-19.000-1.000-1,-20.000-8.000-15,-20.000-4.000 16,-19.000-3.000-16,-15.000-9.000 16,5.000 6.000-1</inkml:trace>
  <inkml:trace contextRef="#ctx0" brushRef="#br0">18487.000 15341.000 0,'22.000'54.000'16,"3.000"33.000"-16,-11.000 13.000 16,-21.000-1.000-1,-13.000-11.000-15,-9.000-18.000 16,-7.000-25.000 0,2.000-25.000-16,7.000-18.000 15</inkml:trace>
  <inkml:trace contextRef="#ctx0" brushRef="#br0">18596.000 15777.000 0,'46.000'38.000'16,"14.000"12.000"-16,-4.000-8.000 15,-13.000-12.000-15,-13.000-20.000 16,-9.000-26.000-1,-6.000-6.000-15</inkml:trace>
  <inkml:trace contextRef="#ctx0" brushRef="#br0">18992.000 15119.000 0,'21.000'2.000'0,"18.000"2.000"16,1.000-3.000-1,-1.000-1.000-15,-4.000-3.000 16,-8.000-2.000 0,-7.000-1.000-16,-6.000-1.000 15</inkml:trace>
  <inkml:trace contextRef="#ctx0" brushRef="#br0">19000.000 15298.000 0,'13.000'36.000'0,"14.000"8.000"16,10.000-10.000-1,11.000-17.000 1,3.000-17.000-16,-2.000-14.000 15,-3.000-13.000-15,-10.000-5.000 16,-11.000-1.000 0,-14.000 2.000-16,-11.000 8.000 15,-9.000 8.000 1,-10.000 9.000-16,-9.000 12.000 16,-1.000 3.000-1,7.000 3.000-15,-1.000 4.000 16,6.000 2.000-1,6.000 10.000-15,5.000 13.000 16,6.000 13.000 0,5.000 9.000-16,5.000 3.000 15,3.000-5.000 1,1.000-14.000-16,2.000-15.000 16,-4.000-17.000-1,2.000-22.000-15,4.000-24.000 16,3.000-23.000-1,-3.000-13.000-15,0.000-13.000 16,-3.000-7.000 0,-3.000 10.000-16,-2.000 14.000 15,-1.000 20.000 1,0.000 17.000-16,-3.000 11.000 16,6.000 21.000-16,-2.000 19.000 15,1.000 23.000 1,-2.000 16.000-1,-3.000 9.000-15,-2.000-9.000 16,-3.000-10.000-16,-2.000-16.000 16,0.000-19.000-1,4.000-25.000-15,4.000-26.000 16,0.000-3.000 0</inkml:trace>
  <inkml:trace contextRef="#ctx0" brushRef="#br0">19488.000 14914.000 0,'31.000'-16.000'16,"16.000"-2.000"0,2.000 2.000-16,-6.000 6.000 15,-3.000 6.000 1,-6.000 4.000-16,-4.000 4.000 15,-3.000 5.000 1,-7.000 4.000-16,-2.000 4.000 16,-7.000 9.000-1,-4.000 13.000-15,-5.000 13.000 16,-5.000 18.000 0,-2.000 11.000-16,1.000 13.000 15,0.000 2.000 1,6.000-2.000-16,0.000-9.000 15,2.000-14.000 1,1.000-12.000-16,-2.000-17.000 16,-4.000-17.000-1,-9.000-21.000-15,0.000-20.000 16,-5.000-27.000-16,-4.000-17.000 31,-4.000-13.000-31,-2.000-3.000 0,-1.000 6.000 16,8.000 10.000-1,4.000 21.000-15,4.000 22.000 16,0.000 20.000 0,2.000 11.000-16,5.000 13.000 15,0.000 14.000 1,-4.000 13.000-16,-8.000 9.000 16,-7.000 7.000-1,-9.000 1.000-15,-2.000-7.000 16,-3.000-10.000-1,6.000-13.000-15,4.000-19.000 16,10.000-21.000 0,12.000-17.000-16,12.000-16.000 15,3.000 0.000 1</inkml:trace>
  <inkml:trace contextRef="#ctx0" brushRef="#br0">19647.000 15751.000 0,'12.000'56.000'0,"6.000"19.000"0,2.000-8.000 16,8.000-14.000 0,10.000-18.000-16,9.000-15.000 15,7.000-14.000 1,8.000-10.000-16,1.000-12.000 15,-5.000-15.000 1,-7.000-16.000-16,-9.000-16.000 16,-5.000-13.000-1,-10.000-6.000-15,-8.000 16.000 16</inkml:trace>
  <inkml:trace contextRef="#ctx0" brushRef="#br0">20429.000 15777.000 0,'14.000'7.000'0,"-6.000"-7.000"15,-5.000-7.000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2-11T09:13:11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2384.000 2617.000 0,'9.000'20.000'16,"-1.000"12.000"-16,3.000 13.000 15,-6.000 8.000 1,-1.000 3.000-16,-4.000-1.000 16,-4.000-6.000-1,1.000-10.000-15,1.000-16.000 16,-4.000-20.000 0,1.000-8.000-16</inkml:trace>
  <inkml:trace contextRef="#ctx0" brushRef="#br0">2417.000 2644.000 0,'18.000'-17.000'16,"14.000"-10.000"-16,9.000-3.000 15,3.000 1.000 1,-1.000 4.000-16,1.000-2.000 16,-4.000 6.000-1,1.000 5.000-15,-6.000 5.000 16,0.000 1.000 0,-10.000 6.000-16,0.000 4.000 15,-3.000 5.000 1,-5.000 7.000-16,-1.000 8.000 15,1.000 11.000-15,-4.000 15.000 16,-2.000 9.000 0,-4.000 15.000-16,-1.000 5.000 15,-3.000 5.000 1,-1.000 2.000-16,-2.000-10.000 16,-1.000-9.000-1,0.000-13.000 1,-2.000-12.000-16,-1.000-13.000 15,-3.000-10.000-15,-2.000-12.000 16,-6.000-17.000 0,-11.000-24.000-16,-10.000-18.000 15,-7.000-20.000 1,-2.000-11.000-16,10.000 13.000 16</inkml:trace>
  <inkml:trace contextRef="#ctx0" brushRef="#br0">2644.000 2363.000 0,'-4.000'40.000'16,"-10.000"25.000"-1,-3.000 18.000-15,-13.000 0.000 16,-1.000-11.000-16,5.000-22.000 15</inkml:trace>
  <inkml:trace contextRef="#ctx0" brushRef="#br0">2652.000 2626.000 0,'0.000'0.000'15,"22.000"22.000"-15,9.000 10.000 16,-4.000 0.000 0,-11.000-14.000-16,-7.000-17.000 15,-4.000-7.000 1</inkml:trace>
  <inkml:trace contextRef="#ctx0" brushRef="#br0">3174.000 2056.000 0,'0.000'0.000'0,"-11.000"22.000"16,-7.000 10.000-16,1.000 3.000 15,4.000-5.000 1,8.000-7.000-16,8.000-7.000 16,12.000-10.000-1,13.000-11.000-15,11.000-7.000 16,5.000-4.000 0,-2.000 7.000-16,-10.000 8.000 15,-3.000 7.000 1,-10.000 17.000-16,-9.000 14.000 15,-11.000 18.000 1,-10.000 17.000-16,-11.000 21.000 16,-10.000 13.000-1,-4.000 3.000-15,0.000-2.000 16,3.000-14.000 0,11.000-20.000-16,7.000-25.000 15,15.000-48.000 1,-2.000 0.000-16,9.000-43.000 15,1.000-8.000 1</inkml:trace>
  <inkml:trace contextRef="#ctx0" brushRef="#br0">3367.000 2395.000 0,'21.000'28.000'0,"11.000"21.000"15,3.000 23.000-15,-4.000 18.000 16,-9.000 18.000 0,-10.000 8.000-16,-10.000-1.000 15,-8.000-11.000 1,-2.000-19.000-16,1.000-24.000 16,0.000-27.000-1,2.000-33.000-15,-1.000-36.000 16,-4.000-37.000-1,-6.000-30.000-15,3.000 13.000 16</inkml:trace>
  <inkml:trace contextRef="#ctx0" brushRef="#br0">3410.000 2705.000 0,'0.000'0.000'0,"-3.000"30.000"16,-2.000 17.000-1,-7.000-13.000-15,3.000-13.000 16</inkml:trace>
  <inkml:trace contextRef="#ctx0" brushRef="#br0">3621.000 2183.000 0,'0.000'0.000'0,"0.000"0.000"15,0.000 30.000 1,-3.000 17.000-16,3.000 7.000 16,4.000-3.000-1,5.000-10.000-15,14.000-10.000 16,6.000-11.000-1,9.000-8.000-15,-1.000-3.000 16,-2.000 0.000 0,-11.000 7.000-16,-12.000 8.000 15,-20.000 11.000 1,-18.000 13.000-16,-17.000 8.000 16,-1.000 4.000-1,4.000 2.000-15,8.000-6.000 16,14.000-12.000-1,14.000-12.000-15,13.000-12.000 16,22.000-15.000 0,12.000-19.000-16,9.000-10.000 15,-2.000-7.000 1,-10.000-2.000-16,-13.000 0.000 16,-13.000 5.000-16,-11.000 8.000 15,-14.000 4.000 1,-15.000 9.000-16,-5.000 4.000 15,-1.000 0.000 1,1.000-11.000-16,9.000-2.000 16</inkml:trace>
  <inkml:trace contextRef="#ctx0" brushRef="#br0">4133.000 2507.000 0,'51.000'-17.000'0,"16.000"-6.000"15,-6.000 0.000 1,-14.000 0.000-16,-15.000 5.000 16</inkml:trace>
  <inkml:trace contextRef="#ctx0" brushRef="#br0">4310.000 2414.000 0,'-2.000'29.000'16,"1.000"21.000"-16,-4.000 13.000 15,1.000 5.000 1,1.000-6.000-16,2.000-10.000 15,1.000-16.000 1,4.000-16.000-16,4.000-18.000 16,6.000-25.000-1,6.000-23.000-15,-1.000-27.000 16,-2.000-29.000 0,0.000-13.000-16,-6.000 1.000 15,0.000 16.000-15,0.000 27.000 16,0.000 24.000-1,-1.000 15.000 1,-3.000 13.000-16,-3.000 7.000 16,-4.000 12.000-16,9.000 6.000 15,-1.000 17.000 1,6.000 6.000-16,-1.000 1.000 16,3.000-21.000-1,-4.000-9.000-15</inkml:trace>
  <inkml:trace contextRef="#ctx0" brushRef="#br0">5016.000 1782.000 0,'0.000'0.000'0,"0.000"0.000"16,-20.000 40.000-16,-21.000 18.000 15,-14.000 7.000 1,-9.000-3.000-16,0.000-18.000 16,4.000-22.000-16,16.000-15.000 15</inkml:trace>
  <inkml:trace contextRef="#ctx0" brushRef="#br0">4443.000 2200.000 0,'13.000'41.000'16,"4.000"21.000"-16,-3.000 5.000 15,-5.000-9.000 1,-4.000-8.000-16,-3.000-22.000 16,-1.000-24.000-1,-1.000-25.000-15,0.000-4.000 16</inkml:trace>
  <inkml:trace contextRef="#ctx0" brushRef="#br0">4494.000 2269.000 0,'38.000'-13.000'0,"21.000"-7.000"15,12.000 1.000 1,5.000 3.000-16,-4.000 3.000 15,-6.000 5.000 1,-9.000 4.000 0,-9.000 3.000-16,-13.000 6.000 15,-11.000 13.000-15,-12.000 12.000 16,-12.000 13.000 0,-15.000 9.000-16,-12.000 3.000 15,-10.000-2.000 1,-3.000-11.000-16,3.000-16.000 15,2.000-23.000 1,10.000-9.000-16</inkml:trace>
  <inkml:trace contextRef="#ctx0" brushRef="#br0">4646.000 2337.000 0,'0.000'0.000'0,"-4.000"27.000"16,-4.000 12.000-16,-3.000-12.000 15,1.000-9.000 1</inkml:trace>
  <inkml:trace contextRef="#ctx0" brushRef="#br0">4502.000 2363.000 0,'0.000'0.000'15,"0.000"0.000"-15,0.000 0.000 16,13.000 15.000 0,12.000-5.000-16,15.000-17.000 15,11.000-15.000 1,10.000-6.000-16,3.000 9.000 15,-6.000 7.000 1,-13.000 8.000-16,-16.000 3.000 16,-18.000 4.000-1,-9.000 12.000-15,-14.000 11.000 16,-19.000 12.000 0,-18.000 6.000-16,-10.000 6.000 15,-4.000-1.000 1,4.000-7.000-16,11.000-9.000 15,13.000-12.000 1,15.000-7.000-16,20.000-14.000 16,1.000-2.000-16,18.000-9.000 15,12.000-3.000 1,2.000-3.000 0,2.000 9.000-16,-4.000 12.000 15,-5.000 8.000-15,-12.000 10.000 16,-13.000 15.000-1,-10.000 5.000-15,-11.000 3.000 16,-10.000 0.000 0,1.000-10.000-1,0.000-7.000-15,9.000-9.000 16,6.000-14.000-16,14.000-18.000 16,16.000-18.000-1,14.000-10.000-15,13.000-3.000 16,7.000 2.000-1,2.000 7.000-15,-5.000 14.000 16,-2.000 14.000 0,-4.000 18.000-16,-10.000 10.000 15,-6.000 12.000 1,-14.000 12.000-16,-10.000 1.000 16,-10.000 1.000-16,-9.000-1.000 15,-5.000-5.000 1,-4.000-8.000-1,2.000-12.000-15,1.000-16.000 16,-2.000-14.000 0,11.000-12.000-16,4.000-13.000 15,14.000-4.000-15,10.000 1.000 16,14.000-1.000 0,9.000-4.000-16,4.000-9.000 15,1.000-9.000 1,-7.000 7.000-1</inkml:trace>
  <inkml:trace contextRef="#ctx0" brushRef="#br0">5411.000 2030.000 0,'13.000'26.000'0,"7.000"17.000"16,-5.000 3.000 0,-6.000-9.000-16,-6.000-20.000 15,-2.000-11.000 1</inkml:trace>
  <inkml:trace contextRef="#ctx0" brushRef="#br0">5520.000 1876.000 0,'79.000'-7.000'16,"30.000"3.000"-16,2.000 8.000 15,-19.000 5.000 1,-20.000 12.000-16,-21.000 7.000 15,-23.000 7.000 1,-26.000 4.000-16,-28.000 2.000 16,-28.000-1.000-1,-20.000-12.000-15,-12.000-12.000 16,16.000-10.000 0</inkml:trace>
  <inkml:trace contextRef="#ctx0" brushRef="#br0">5587.000 2123.000 0,'53.000'-4.000'16,"13.000"-3.000"-16,-5.000 5.000 16,-16.000 8.000-1,-23.000 0.000 1,-21.000-5.000-16,-8.000-1.000 15</inkml:trace>
  <inkml:trace contextRef="#ctx0" brushRef="#br0">5445.000 2285.000 0,'59.000'-13.000'15,"32.000"-6.000"1,10.000 3.000-16,-12.000 4.000 15,-16.000 2.000 1,-20.000 3.000-16,-27.000 2.000 16,-30.000 5.000-1,-30.000 2.000-15,-30.000 3.000 16,-28.000 6.000 0,-17.000 7.000-16,-8.000 10.000 15,3.000 7.000-15,13.000 5.000 16,23.000 11.000-1,23.000-5.000-15,31.000-16.000 16,29.000-15.000 0,39.000-15.000-1,35.000-9.000-15,29.000-6.000 16,14.000-1.000-16,2.000 0.000 16,-12.000 4.000-1,-12.000-2.000-15,-22.000 3.000 16,-19.000 3.000-1,-31.000-5.000-15,-28.000 1.000 16,-8.000 2.000 0</inkml:trace>
  <inkml:trace contextRef="#ctx0" brushRef="#br0">5553.000 2507.000 0,'0.000'0.000'0,"0.000"21.000"15,-1.000 8.000 1,0.000-4.000-16,1.000-3.000 16,3.000-9.000-1,5.000-10.000-15,7.000-11.000 16,13.000-8.000 0,12.000-2.000-16,7.000-2.000 15,-1.000 3.000 1,-2.000 6.000-16,-9.000 8.000 15,-7.000 12.000-15,-11.000 10.000 16,-14.000 8.000 0,-15.000 7.000-1,-15.000 4.000-15,-11.000-1.000 16,-11.000-3.000-16,-4.000-6.000 16,-4.000-9.000-1,7.000-9.000-15,13.000-9.000 16,18.000-7.000-1,19.000-8.000-15,12.000 0.000 16,8.000 4.000 0,6.000 5.000-16,-2.000 9.000 15,2.000 7.000 1,-2.000 10.000-16,-7.000 7.000 16,-4.000 6.000-1,-10.000 4.000 1,-11.000 2.000-16,-8.000-1.000 15,-14.000-6.000-15,-9.000-4.000 16,-8.000-12.000 0,0.000-13.000-16,1.000-13.000 15,14.000-8.000 1,17.000-7.000-16,17.000 3.000 16,10.000 9.000-1,11.000 1.000-15,7.000 8.000 16,7.000 6.000-1,3.000 8.000-15,2.000 3.000 16,-3.000 1.000 0,-5.000 5.000-16,-2.000-5.000 15,-6.000-3.000 1,-2.000-4.000-16,-3.000-5.000 16,3.000-15.000-16,8.000-22.000 15,7.000-22.000 1,-3.000 4.000-16</inkml:trace>
  <inkml:trace contextRef="#ctx0" brushRef="#br0">6285.000 2559.000 0,'0.000'0.000'0,"8.000"10.000"15,3.000 1.000-15</inkml:trace>
  <inkml:trace contextRef="#ctx0" brushRef="#br0">6319.000 2900.000 0,'9.000'9.000'15,"3.000"-1.000"-15</inkml:trace>
  <inkml:trace contextRef="#ctx0" brushRef="#br0">6807.000 2363.000 0,'24.000'-36.000'0,"7.000"-11.000"16,-6.000 6.000-16,-10.000 12.000 15,-6.000 8.000 1,-2.000 5.000-16,-4.000 3.000 16,-1.000 2.000-1,-2.000 11.000-15,0.000 0.000 16,0.000 0.000-1,-4.000 0.000-15,-7.000 11.000 16,-8.000 10.000-16,-6.000 7.000 16,-2.000 4.000-1,3.000 5.000-15,1.000 4.000 16,4.000 6.000 0,0.000 8.000-16,3.000 10.000 15,-1.000 4.000 1,7.000 0.000-16,9.000 0.000 15,7.000 1.000 1,8.000-1.000-16,4.000-2.000 16,2.000-6.000-1,1.000-9.000-15,1.000-7.000 16,0.000-11.000 0,-4.000-7.000-16,-2.000-9.000 15,-8.000-14.000 1,-6.000-12.000-16,-3.000-3.000 15</inkml:trace>
  <inkml:trace contextRef="#ctx0" brushRef="#br0">6041.000 4231.000 0,'0.000'0.000'0,"0.000"0.000"15,-6.000 25.000 1,-13.000 13.000-16,-14.000 10.000 15,-9.000 3.000 1,-7.000 3.000-16,-1.000 1.000 16,1.000-2.000-1,6.000-3.000-15,4.000-9.000 16,14.000-7.000 0,11.000-9.000-16,13.000-6.000 15,10.000-6.000 1,14.000-5.000-16,10.000-4.000 15,11.000-1.000-15,5.000-5.000 16,9.000-1.000 0,2.000-2.000-16,0.000 1.000 15,-3.000 1.000 1,-7.000-1.000-16,-8.000 2.000 16,-8.000-2.000-1,-10.000 3.000-15,-11.000 0.000 16,-13.000 1.000-1,8.000-3.000-15,-6.000-3.000 16,-7.000-5.000 0,-2.000-4.000-16,-4.000-4.000 15,-3.000-6.000 1,-1.000-6.000-16,-4.000-5.000 16,1.000-5.000-16,-2.000-4.000 15,-1.000 1.000 1,3.000 6.000-1,1.000 5.000-15,6.000 9.000 16,3.000 1.000-16,3.000 1.000 16,2.000 4.000-1</inkml:trace>
  <inkml:trace contextRef="#ctx0" brushRef="#br0">6437.000 4266.000 0,'68.000'-11.000'0,"25.000"-1.000"16,-1.000 1.000-16,-14.000 4.000 16,-16.000 3.000-1,-15.000 0.000-15,-14.000-6.000 16,-14.000-2.000 0,-11.000 1.000-16</inkml:trace>
  <inkml:trace contextRef="#ctx0" brushRef="#br0">6488.000 4335.000 0,'-15.000'29.000'16,"-9.000"24.000"-1,-3.000 10.000-15,-1.000 4.000 16,5.000-1.000 0,6.000-6.000-16,14.000-12.000 15,15.000-10.000 1,18.000-15.000-16,14.000-15.000 16,13.000-13.000-1,7.000-12.000-15,2.000-1.000 16,-3.000 0.000-1,-5.000 0.000-15,-10.000 4.000 16,-13.000 6.000 0,-15.000 1.000-16,-14.000-3.000 15,-19.000-1.000 1,-12.000-1.000-16,1.000-1.000 16</inkml:trace>
  <inkml:trace contextRef="#ctx0" brushRef="#br0">6361.000 4547.000 0,'28.000'-5.000'15,"22.000"-3.000"1,9.000-7.000-16,4.000 1.000 15,-2.000 0.000 1,1.000 0.000-16,-2.000-3.000 16,-6.000-2.000-1,-16.000 1.000-15</inkml:trace>
  <inkml:trace contextRef="#ctx0" brushRef="#br0">7169.000 4376.000 0,'63.000'-7.000'16,"24.000"-3.000"-1,-3.000 4.000-15,-13.000 1.000 16,-19.000 0.000-1,-14.000-3.000-15,-16.000 2.000 16</inkml:trace>
  <inkml:trace contextRef="#ctx0" brushRef="#br0">7194.000 4641.000 0,'47.000'-1.000'16,"31.000"0.000"-16,6.000-6.000 15,-1.000-7.000 1,-20.000 1.000-16</inkml:trace>
  <inkml:trace contextRef="#ctx0" brushRef="#br0">8489.000 3821.000 0,'0.000'0.000'0,"0.000"0.000"16,17.000 5.000-16,6.000 10.000 16,-5.000 8.000-1,-8.000 13.000 1,-8.000 8.000-16,-8.000 6.000 16,-7.000-1.000-16,-3.000-5.000 15,3.000-11.000 1,4.000-8.000-16,4.000-11.000 15,5.000-14.000 1,0.000 0.000-16,2.000-6.000 16,8.000-15.000-1,8.000-12.000-15,5.000-8.000 16,7.000-4.000 0,2.000-1.000-16,0.000 4.000 15,0.000 6.000 1,-5.000 8.000-16,-6.000 8.000 15,-2.000 13.000 1,-1.000 10.000-16,0.000 12.000 16,-9.000 9.000-1,-6.000 7.000-15,-3.000 7.000 16,-4.000 1.000 0,-1.000-2.000-16,-1.000-1.000 15,-2.000-9.000 1,1.000-9.000-16,3.000-7.000 15,4.000-11.000-15,-1.000 0.000 16,3.000-14.000 0,5.000-12.000-16,6.000-13.000 15,6.000-9.000 1,5.000-3.000-16,7.000 0.000 16,1.000 1.000-1,5.000 7.000 1,-5.000 5.000-16,-2.000 10.000 15,-6.000 8.000-15,-2.000 7.000 16,-8.000 10.000 0,-8.000 10.000-16,-3.000 10.000 15,-7.000 15.000 1,-3.000 9.000-16,-4.000 9.000 16,-1.000 2.000-1,3.000 0.000-15,9.000-2.000 16,8.000-5.000-1,13.000-8.000-15,8.000-7.000 16,6.000-12.000 0,2.000-7.000-16,2.000-8.000 15,-5.000-16.000 1,-11.000-6.000-16,-10.000 2.000 16</inkml:trace>
  <inkml:trace contextRef="#ctx0" brushRef="#br0">8035.000 4461.000 0,'53.000'0.000'0,"40.000"-4.000"16,21.000-5.000-16,18.000-5.000 15,6.000-1.000 1,6.000 5.000-16,0.000 0.000 16,-5.000 4.000-1,-13.000 6.000 1,-15.000-1.000-16,-18.000-2.000 15,-21.000-8.000 1,-25.000-7.000-16,-20.000 2.000 16</inkml:trace>
  <inkml:trace contextRef="#ctx0" brushRef="#br0">8489.000 4674.000 0,'-52.000'63.000'0,"-20.000"18.000"16,-1.000-1.000-16,12.000-21.000 15,13.000-24.000 1,13.000-25.000-16,12.000-10.000 16</inkml:trace>
  <inkml:trace contextRef="#ctx0" brushRef="#br0">8421.000 4735.000 0,'30.000'22.000'16,"10.000"16.000"-1,-2.000 7.000-15,-7.000 0.000 16,-6.000-4.000 0,-4.000-7.000-16,-4.000-7.000 15,0.000-10.000-15,1.000-10.000 16,3.000-14.000-1,7.000-8.000-15,5.000-15.000 16,5.000-11.000 0,4.000-6.000-1,1.000-3.000-15,-3.000 2.000 16,-5.000 7.000-16,-4.000 9.000 16,-8.000 12.000-1,-4.000 13.000-15,-4.000 13.000 16,0.000 12.000-1,-4.000 17.000-15,0.000 14.000 16,2.000 11.000 0,-3.000 6.000-16,-4.000-2.000 15,0.000-4.000 1,3.000-12.000-16,-1.000-7.000 16,0.000-14.000-1,2.000-18.000-15,-1.000-18.000 16,0.000-6.000-16</inkml:trace>
  <inkml:trace contextRef="#ctx0" brushRef="#br0">10187.000 3932.000 0,'0.000'0.000'0,"-31.000"10.000"16,-24.000 16.000-1,-16.000 20.000-15,-10.000 17.000 16,3.000 12.000 0,6.000 3.000-1,13.000 3.000-15,15.000-2.000 16,16.000-6.000-16,16.000-6.000 16,13.000-10.000-1,13.000-8.000-15,11.000-11.000 16,11.000-13.000-1,7.000-10.000-15,7.000-15.000 16,7.000-12.000 0,5.000-13.000-16,-3.000-11.000 15,-5.000-5.000 1,-9.000 0.000-16,-13.000 10.000 16</inkml:trace>
  <inkml:trace contextRef="#ctx0" brushRef="#br0">10229.000 4539.000 0,'4.000'37.000'0,"5.000"19.000"15,1.000 5.000-15,0.000 2.000 16,2.000-8.000 0,-3.000-9.000-1,-3.000-12.000-15,0.000-7.000 16,3.000-10.000-16,1.000-11.000 15,3.000-13.000 1,6.000-14.000-16,5.000-10.000 16,4.000-10.000-1,0.000-10.000-15,0.000-2.000 16,-3.000 3.000 0,-4.000 7.000-16,-9.000 9.000 15,-3.000 9.000 1,-2.000 4.000-16,1.000 5.000 15,1.000-2.000 1,0.000 1.000-16</inkml:trace>
  <inkml:trace contextRef="#ctx0" brushRef="#br0">10599.000 4863.000 0,'0.000'0.000'0,"2.000"19.000"16,-3.000 11.000-16,-3.000 1.000 15,-3.000-4.000 1,0.000-16.000-16,0.000-8.000 16</inkml:trace>
  <inkml:trace contextRef="#ctx0" brushRef="#br0">10827.000 4614.000 0,'2.000'22.000'15,"1.000"8.000"-15,-4.000 6.000 16,-2.000-2.000 0,-4.000-3.000-16,-2.000-1.000 15,2.000-5.000 1,1.000-11.000-16,3.000-4.000 16,3.000-10.000-1,0.000-2.000 1,6.000-13.000-16,5.000-10.000 15,7.000-7.000-15,-1.000 1.000 16,4.000 0.000 0,0.000 3.000-16,1.000 7.000 15,-1.000 4.000-15,-5.000 8.000 16,-3.000 8.000 0,-3.000 8.000-16,-1.000 8.000 15,-3.000 8.000 1,-4.000 4.000-16,-3.000 4.000 15,-5.000 2.000 1,-3.000-5.000-16,0.000-3.000 16,2.000-4.000-1,1.000-8.000-15,6.000-13.000 16,0.000 0.000-16,0.000 0.000 16,4.000-7.000-1,8.000-16.000-15,10.000-13.000 16,7.000-8.000-1,2.000-1.000 1,2.000 0.000-16,0.000 4.000 16,-1.000 6.000-1,-5.000 9.000-15,-4.000 10.000 16,-7.000 11.000-16,-2.000 12.000 16,-5.000 16.000-1,-4.000 15.000-15,-2.000 8.000 16,-4.000 9.000-1,-6.000 4.000-15,0.000-4.000 16,-3.000-5.000 0,1.000-14.000-16,3.000-16.000 15,3.000-13.000 1</inkml:trace>
  <inkml:trace contextRef="#ctx0" brushRef="#br0">12029.000 4223.000 0,'-17.000'26.000'0,"-18.000"15.000"16,-10.000 6.000-1,-9.000 4.000-15,-6.000 2.000 16,1.000-3.000 0,8.000-2.000-1,12.000-10.000-15,16.000-6.000 16,14.000-7.000-16,17.000-9.000 16,17.000-5.000-1,14.000-5.000-15,9.000-3.000 16,7.000-3.000-1,2.000 3.000-15,1.000-2.000 16,-2.000 2.000 0,-4.000-1.000-16,-8.000-2.000 15,-6.000 0.000-15,-10.000 0.000 16,-7.000-5.000 0,-9.000-3.000-16,-3.000-8.000 15,-6.000-5.000 1,-5.000-9.000-16,-10.000-6.000 15,-6.000-3.000 1,-2.000 4.000 0,2.000 2.000-16,-3.000 7.000 15,1.000 3.000-15,3.000 7.000 16,1.000 0.000 0,4.000 2.000-16,6.000-5.000 15,2.000-5.000 1,3.000 5.000-16</inkml:trace>
  <inkml:trace contextRef="#ctx0" brushRef="#br0">12214.000 4171.000 0,'26.000'5.000'15,"20.000"-2.000"-15,12.000-2.000 16,5.000-2.000 0,2.000-3.000-16,-2.000 0.000 15,-2.000 0.000 1,-5.000-3.000-16,-8.000 3.000 15,-9.000 0.000 1,-15.000 0.000-16,-12.000-3.000 16,-12.000 1.000-1,-11.000-1.000-15,-9.000 1.000 16,-10.000 4.000-16,5.000 2.000 16</inkml:trace>
  <inkml:trace contextRef="#ctx0" brushRef="#br0">12525.000 4266.000 0,'4.000'36.000'15,"-3.000"22.000"1,-5.000 16.000-16,-4.000 2.000 16,-3.000 6.000-1,-5.000 3.000-15,-3.000-3.000 16,2.000-4.000-1,2.000-8.000-15,3.000-7.000 16,6.000-19.000 0,10.000-13.000-16,2.000-15.000 15</inkml:trace>
  <inkml:trace contextRef="#ctx0" brushRef="#br0">12736.000 5016.000 0,'0.000'0.000'0</inkml:trace>
  <inkml:trace contextRef="#ctx0" brushRef="#br0">7143.000 2524.000 0,'0.000'0.000'16,"19.000"2.000"-16,11.000-3.000 15,3.000-5.000 1,2.000 0.000-16,-3.000-2.000 15,-4.000 1.000-15,-7.000-2.000 16,-4.000 6.000 0,-17.000 3.000-16,12.000 2.000 15,-5.000 11.000 1,-7.000 7.000-16,-7.000 17.000 16,-5.000 9.000-1,-6.000 5.000-15,2.000-1.000 16,-1.000-6.000-1,-2.000-4.000-15,-3.000-9.000 16,-2.000-9.000-16,-6.000-15.000 16,-1.000-10.000-1,1.000-11.000-15,4.000-5.000 16,8.000 4.000 0,4.000 4.000-16,7.000 5.000 15,5.000 0.000 1,7.000 2.000-16,11.000 5.000 15,10.000 5.000 1,2.000 6.000-16,1.000 1.000 16,-3.000 0.000-1,2.000 1.000-15,-7.000-2.000 16,-6.000-5.000 0,1.000-1.000-16,-4.000-10.000 15,0.000-5.000-15,-2.000-8.000 16,-3.000-7.000-1,-2.000-8.000-15,-2.000-4.000 16,-2.000 6.000 0</inkml:trace>
  <inkml:trace contextRef="#ctx0" brushRef="#br0">7496.000 2567.000 0,'50.000'-16.000'0,"22.000"-11.000"16,0.000 2.000 0,-12.000 3.000-16,-14.000 5.000 15,-17.000 2.000 1,-17.000-2.000-16,-14.000-4.000 16,-14.000-9.000-16,-10.000-6.000 15,0.000 7.000 1</inkml:trace>
  <inkml:trace contextRef="#ctx0" brushRef="#br0">7580.000 2166.000 0,'0.000'0.000'16,"6.000"28.000"-16,5.000 22.000 15,5.000 18.000 1,0.000 14.000-16,-5.000 11.000 15,-5.000 11.000 1,-4.000 7.000-16,-1.000 1.000 16,-1.000-7.000-1,0.000-13.000-15,-1.000-16.000 16,-2.000-20.000 0,2.000-21.000-16,0.000-10.000 15,1.000-25.000 1,-10.000 0.000-16,-10.000-23.000 15,-10.000-17.000 1,-2.000-8.000-16,1.000 4.000 16,12.000 3.000-1,13.000 6.000-15,22.000 2.000 16,21.000 1.000 0,13.000-4.000-16,-2.000-2.000 15,-12.000 8.000-15</inkml:trace>
  <inkml:trace contextRef="#ctx0" brushRef="#br0">7159.000 2669.000 0,'22.000'4.000'15,"2.000"1.000"-15</inkml:trace>
  <inkml:trace contextRef="#ctx0" brushRef="#br0">8169.000 2626.000 0,'0.000'-39.000'0,"0.000"-9.000"16</inkml:trace>
  <inkml:trace contextRef="#ctx0" brushRef="#br0">8245.000 2260.000 0,'0.000'0.000'0,"0.000"0.000"16,0.000 0.000-16,-6.000 38.000 15,-5.000 26.000 1,0.000 11.000-16,7.000 5.000 16,6.000-2.000-1,8.000-5.000-15,10.000-8.000 16,3.000-11.000 0,4.000-13.000-16,-2.000-9.000 15,0.000-10.000 1,-6.000-6.000-16,-8.000-10.000 15,-8.000-17.000-15,-6.000-19.000 16,0.000-2.000 0</inkml:trace>
  <inkml:trace contextRef="#ctx0" brushRef="#br0">8320.000 2516.000 0,'8.000'28.000'16,"2.000"22.000"-16,-7.000 9.000 15,-9.000 2.000 1,-11.000 0.000-16,-10.000-8.000 16,-9.000-8.000-1,-5.000-11.000-15,0.000-11.000 16,3.000-10.000-1,7.000-11.000-15,5.000-8.000 16,10.000-5.000 0,10.000-5.000-16,13.000-12.000 15,13.000-5.000-15,16.000-5.000 16,11.000-5.000 0,7.000-1.000-16,-2.000 4.000 15,-3.000-1.000 1,-4.000-6.000-16,-9.000-5.000 15,-8.000 1.000 1,-10.000 10.000-16</inkml:trace>
  <inkml:trace contextRef="#ctx0" brushRef="#br0">8598.000 2277.000 0,'0.000'0.000'15,"0.000"0.000"1,-10.000 33.000-16,-10.000 20.000 16,-6.000 0.000-1,4.000-7.000-15,2.000-9.000 16,8.000-10.000 0,8.000-8.000-16,11.000-9.000 15,11.000-8.000-15,13.000-8.000 16,5.000-3.000-1,7.000-1.000-15,-3.000 4.000 16,-6.000 4.000 0,-9.000 6.000-16,-11.000 14.000 15,-13.000 11.000 1,-11.000 10.000-16,-7.000 4.000 16,-7.000 3.000-16,-2.000 0.000 15,-2.000-4.000 1,2.000-8.000-16,5.000-8.000 15,7.000-11.000 1,6.000-10.000-16,7.000-14.000 16,12.000-12.000-1,10.000-6.000-15,5.000 2.000 16,7.000 3.000 0,5.000 10.000-1,2.000 6.000-15,-2.000 8.000 16,-4.000 10.000-16,-7.000 3.000 15,-9.000 6.000 1,-9.000 0.000-16,-7.000 2.000 16,-9.000-2.000-1,-9.000 2.000-15,-10.000-3.000 16,-10.000-1.000 0,-7.000-5.000-16,-4.000-4.000 15,-2.000-7.000 1,5.000-8.000-16,12.000-9.000 15,15.000-8.000 1,13.000-17.000-16,12.000-10.000 16,3.000 7.000-16</inkml:trace>
  <inkml:trace contextRef="#ctx0" brushRef="#br0">8867.000 2363.000 0,'31.000'-5.000'16,"32.000"-4.000"-16,12.000 0.000 15,9.000 0.000 1,1.000-1.000-16,-2.000 2.000 16,-3.000 2.000-1,-8.000-1.000-15,-16.000 2.000 16,-17.000-1.000-1,-39.000 6.000-15,1.000 0.000 16,-15.000 3.000-16</inkml:trace>
  <inkml:trace contextRef="#ctx0" brushRef="#br0">9103.000 2576.000 0,'33.000'-1.000'0,"23.000"-3.000"15,6.000-3.000 1,-3.000-4.000-16,-7.000 0.000 16,-14.000 1.000-1,-14.000-4.000-15,-16.000-6.000 16,-14.000-7.000-16,-3.000 4.000 16</inkml:trace>
  <inkml:trace contextRef="#ctx0" brushRef="#br0">9245.000 2021.000 0,'0.000'0.000'0,"9.000"25.000"16,5.000 24.000-1,-2.000 23.000-15,-6.000 17.000 16,-6.000 13.000 0,1.000 7.000-1,0.000 0.000-15,-1.000 0.000 16,0.000-6.000-16,0.000-13.000 16,2.000-15.000-1,1.000-17.000-15,-3.000-21.000 16,0.000-14.000-1,-6.000-18.000-15,-7.000-18.000 16,-5.000-22.000-16,1.000-17.000 16,4.000 4.000-1</inkml:trace>
  <inkml:trace contextRef="#ctx0" brushRef="#br0">9195.000 2771.000 0,'0.000'0.000'16,"-14.000"19.000"-16,-10.000 11.000 16,-3.000 1.000-1,4.000-13.000-15,5.000-9.000 16</inkml:trace>
  <inkml:trace contextRef="#ctx0" brushRef="#br0">9371.000 2755.000 0,'27.000'18.000'16,"6.000"7.000"-16,-6.000-7.000 16,-9.000-6.000-1</inkml:trace>
  <inkml:trace contextRef="#ctx0" brushRef="#br0">9708.000 2464.000 0,'0.000'0.000'16,"16.000"31.000"-16,-2.000 10.000 15,-4.000-7.000 1</inkml:trace>
  <inkml:trace contextRef="#ctx0" brushRef="#br0">9632.000 2839.000 0,'22.000'-26.000'16,"12.000"-23.000"-16,4.000-20.000 16,3.000-14.000-1,-7.000-7.000-15,-8.000 19.000 16</inkml:trace>
  <inkml:trace contextRef="#ctx0" brushRef="#br0">9985.000 2174.000 0,'0.000'0.000'0,"8.000"32.000"16,2.000 26.000-1,-3.000 22.000-15,-3.000 7.000 16,-4.000 8.000 0,-4.000-1.000-16,-2.000-5.000 15,-3.000-15.000 1,-2.000-12.000-16,3.000-18.000 15,1.000-23.000 1,0.000-24.000-16,3.000-6.000 16</inkml:trace>
  <inkml:trace contextRef="#ctx0" brushRef="#br0">10078.000 2610.000 0,'88.000'-19.000'16,"23.000"-6.000"-16,-17.000 2.000 15,-27.000 7.000 1,-26.000-2.000-16,-23.000-4.000 16,-20.000-1.000-1,-6.000 4.000 1</inkml:trace>
  <inkml:trace contextRef="#ctx0" brushRef="#br0">10213.000 2414.000 0,'2.000'50.000'0,"-6.000"29.000"15,-13.000 12.000 1,-10.000 3.000-16,-8.000-16.000 15,1.000-29.000 1,6.000-23.000-16</inkml:trace>
  <inkml:trace contextRef="#ctx0" brushRef="#br0">10237.000 2858.000 0,'21.000'18.000'0,"10.000"11.000"16,-6.000 2.000 0,-4.000-6.000-16,-8.000-17.000 15,-5.000-18.000 1,-3.000-6.000-16</inkml:trace>
  <inkml:trace contextRef="#ctx0" brushRef="#br0">10380.000 2285.000 0,'0.000'0.000'15,"22.000"10.000"1,9.000 8.000-16,0.000-4.000 15,-10.000-5.000-15</inkml:trace>
  <inkml:trace contextRef="#ctx0" brushRef="#br0">10784.000 2328.000 0,'116.000'-14.000'16,"32.000"-2.000"-1,-14.000-1.000-15,-31.000 6.000 16,-33.000 1.000 0,-29.000-6.000-16,-23.000-2.000 15,-25.000 5.000-15,-5.000 5.000 16</inkml:trace>
  <inkml:trace contextRef="#ctx0" brushRef="#br0">11036.000 2209.000 0,'-25.000'46.000'0,"-24.000"26.000"15,-11.000 9.000 1,-5.000-1.000-16,5.000-10.000 16,14.000-25.000-1,19.000-29.000 1,9.000-15.000-16</inkml:trace>
  <inkml:trace contextRef="#ctx0" brushRef="#br0">11028.000 2482.000 0,'19.000'2.000'0,"9.000"7.000"16,-3.000 7.000-1,-9.000 3.000-15,-17.000-3.000 16,-6.000-7.000 0</inkml:trace>
  <inkml:trace contextRef="#ctx0" brushRef="#br0">10801.000 2781.000 0,'-10.000'43.000'0,"-2.000"18.000"15,0.000 3.000-15,4.000-12.000 16,14.000-14.000-1,14.000-14.000-15,18.000-16.000 16,12.000-12.000 0,8.000-5.000-16,-1.000-5.000 15,-7.000-3.000 1,-6.000 1.000 0,-10.000-3.000-16,-13.000-1.000 15,-15.000-2.000-15,-14.000-2.000 16,-16.000 1.000-1,-11.000-3.000-15,-4.000 4.000 16,8.000 1.000 0,9.000 8.000-16,12.000 5.000 15,16.000 0.000 1,19.000 3.000-16,18.000 1.000 16,13.000 2.000-1,9.000-2.000-15,1.000 1.000 16,-6.000 2.000-1,-10.000-3.000-15,-11.000 4.000 16,-12.000 0.000-16,-10.000 0.000 16,-10.000-4.000-1,-12.000-6.000-15,-5.000-3.000 16,-4.000-4.000 0,3.000 1.000-1</inkml:trace>
  <inkml:trace contextRef="#ctx0" brushRef="#br0">11642.000 2549.000 0,'0.000'0.000'15,"35.000"-3.000"-15,27.000 0.000 16,15.000-2.000 0,3.000 0.000-16,4.000 0.000 15,-1.000 1.000 1,-8.000 3.000-16,-7.000 5.000 16,-11.000 6.000-1,-13.000 2.000-15,-15.000 5.000 16,-15.000 8.000-16,-17.000 11.000 15,-22.000 12.000 1,-16.000 8.000-16,-10.000 4.000 16,-7.000 3.000-1,-3.000-4.000-15,9.000-8.000 16,4.000-16.000 0,12.000-23.000-1,9.000-27.000-15,8.000-7.000 16</inkml:trace>
  <inkml:trace contextRef="#ctx0" brushRef="#br0">12171.000 2363.000 0,'-16.000'28.000'15,"-24.000"24.000"-15,-15.000 21.000 16,-9.000 6.000 0,-6.000-3.000-16,6.000-14.000 15,14.000-20.000 1,8.000-27.000-16,12.000-30.000 16,11.000-7.000-1</inkml:trace>
  <inkml:trace contextRef="#ctx0" brushRef="#br0">12020.000 2363.000 0,'0.000'0.000'16,"14.000"22.000"-16,3.000 18.000 15,-3.000 4.000 1,-14.000-3.000-16,-14.000-6.000 15,-1.000-10.000 1</inkml:trace>
  <inkml:trace contextRef="#ctx0" brushRef="#br0">11986.000 2763.000 0,'25.000'8.000'16,"9.000"-1.000"-1,0.000-7.000-15,-8.000-12.000 16,-7.000-5.000-16</inkml:trace>
  <inkml:trace contextRef="#ctx0" brushRef="#br0">12551.000 2174.000 0,'58.000'0.000'0,"17.000"6.000"16,-15.000 9.000-16,-23.000 7.000 15,-21.000 5.000 1,-23.000 9.000-16,-15.000 8.000 15,-15.000 6.000 1,0.000 1.000-16,4.000-10.000 16,15.000-18.000-1,8.000-10.000-15</inkml:trace>
  <inkml:trace contextRef="#ctx0" brushRef="#br0">13189.000 2370.000 0,'0.000'0.000'0,"-26.000"29.000"15,-29.000 20.000 1,-26.000 9.000-16,-13.000 0.000 16,-5.000-6.000-1,5.000-4.000-15,14.000-12.000 16,24.000-12.000-1,22.000-9.000-15,18.000-9.000 16,24.000-7.000 0,26.000-4.000-16,28.000-7.000 15,23.000-1.000 1,8.000 0.000-16,1.000-1.000 16,-10.000 2.000-1,-17.000 3.000-15,-21.000 1.000 16,-18.000 3.000-1,-15.000-4.000-15,-25.000-5.000 16,-18.000-8.000 0,-15.000-8.000-16,-12.000-2.000 15,-2.000-5.000-15,14.000 5.000 16</inkml:trace>
  <inkml:trace contextRef="#ctx0" brushRef="#br0">12785.000 2406.000 0,'10.000'24.000'16,"6.000"15.000"-16,1.000 17.000 16,-4.000 10.000-16,-6.000 16.000 15,-8.000 16.000 1,-11.000 9.000-16,-5.000-3.000 16,-1.000-10.000-1,2.000-24.000-15,7.000-23.000 16</inkml:trace>
  <inkml:trace contextRef="#ctx0" brushRef="#br0">13669.000 2056.000 0,'-32.000'39.000'15,"-25.000"20.000"-15,-13.000 6.000 16,-9.000-6.000-1,5.000-10.000-15,17.000-16.000 16,26.000-19.000 0,30.000-17.000-16,27.000-5.000 15,14.000 4.000 1,13.000 7.000-16,-4.000 0.000 16,-6.000 2.000-1,-11.000 2.000-15,-6.000 5.000 16,-12.000 9.000-1,-13.000 3.000 1,-19.000 8.000-16,-19.000 1.000 16,-14.000 0.000-16,-7.000-3.000 15,6.000-5.000-15,12.000-5.000 16,17.000-7.000 0,19.000-3.000-16,12.000-3.000 15,12.000 1.000 1,7.000 1.000-16,4.000 5.000 15,0.000 8.000 1,-1.000 9.000-16,-7.000 8.000 16,-5.000 10.000-1,-6.000 6.000-15,-5.000 8.000 16,-12.000-4.000 0,-2.000-7.000-16,-2.000-13.000 15,2.000-15.000 1,3.000-24.000-16,6.000-26.000 15,4.000-14.000 1,0.000 4.000-16</inkml:trace>
  <inkml:trace contextRef="#ctx0" brushRef="#br0">13787.000 2200.000 0,'0.000'0.000'15,"0.000"0.000"1,-20.000 20.000-16,-10.000 10.000 16,-2.000 0.000-1,7.000-1.000-15,10.000-3.000 16,13.000-4.000-1,14.000-3.000-15,16.000-7.000 16,14.000-1.000-16,6.000-3.000 16,-3.000-2.000-1,-4.000 2.000-15,-14.000 6.000 16,-16.000 8.000 0,-25.000 10.000-16,-21.000 5.000 15,-19.000 7.000 1,-10.000 0.000-1,5.000-1.000-15,10.000-7.000 16,15.000-8.000-16,17.000-6.000 16,26.000-7.000-1,21.000-9.000-15,18.000-8.000 16,11.000-7.000 0,-3.000-3.000-16,-11.000 1.000 15,-11.000 3.000-15,-12.000 0.000 16,-15.000-5.000-1,-15.000-3.000-15,-15.000-5.000 16,-11.000-5.000-16,-3.000 12.000 16,1.000 14.000-1,8.000 6.000 1,7.000 7.000-16,8.000 10.000 16,6.000 6.000-16,5.000 12.000 15,2.000 6.000 1,0.000 4.000-1,-5.000-1.000-15,-6.000 0.000 16,-9.000-10.000 0,1.000-16.000-16,4.000-21.000 15,7.000-9.000-15</inkml:trace>
  <inkml:trace contextRef="#ctx0" brushRef="#br0">13769.000 2934.000 0,'0.000'0.000'16,"20.000"19.000"-16,5.000 5.000 16,-4.000 5.000-1,-4.000-8.000-15,-17.000-21.000 16,6.000-7.000 0,-7.000-23.000-16,-2.000-1.000 15</inkml:trace>
  <inkml:trace contextRef="#ctx0" brushRef="#br0">14039.000 2209.000 0,'40.000'-9.000'0,"19.000"4.000"16,0.000 10.000-1,-11.000 14.000 1,-25.000 8.000-16,-25.000 10.000 16,-24.000 3.000-16,-18.000-1.000 15,-11.000-3.000-15,-1.000-8.000 16,12.000-6.000 0,12.000-7.000-16,13.000-5.000 15,16.000 2.000 1,20.000 1.000-1,20.000-5.000-15,17.000-4.000 16,8.000 0.000-16,-2.000-5.000 16,-9.000-2.000-1,-9.000-1.000-15,-14.000 3.000 16,-10.000 1.000 0,-14.000 7.000-16,-10.000 8.000 15,-13.000 13.000 1,-5.000 8.000-16,-4.000 8.000 15,1.000 14.000 1,8.000 7.000 0,7.000 4.000-16,7.000 5.000 0,5.000 2.000 15,3.000 2.000 1,1.000-6.000-16,1.000-5.000 16,-5.000-11.000-1,-5.000-10.000-15,-10.000-10.000 16,-8.000-9.000-1,-7.000-15.000-15,-10.000-22.000 16,-2.000-29.000 0,-2.000-30.000-16,7.000-18.000 15,14.000 13.000-15</inkml:trace>
  <inkml:trace contextRef="#ctx0" brushRef="#br0">14686.000 2310.000 0,'92.000'-16.000'0,"34.000"-3.000"15,-12.000 7.000 1,-25.000 2.000-16,-29.000-4.000 15,-22.000 1.000 1</inkml:trace>
  <inkml:trace contextRef="#ctx0" brushRef="#br0">14905.000 2191.000 0,'-17.000'52.000'15,"-17.000"29.000"-15,-17.000 11.000 16,-11.000-2.000 0,-5.000-16.000-16,11.000-24.000 15,14.000-27.000 1,17.000-17.000-16</inkml:trace>
  <inkml:trace contextRef="#ctx0" brushRef="#br0">14922.000 2456.000 0,'41.000'3.000'15,"11.000"5.000"1,-8.000 7.000-16,-16.000 5.000 15,-22.000-6.000-15,-9.000-6.000 16</inkml:trace>
  <inkml:trace contextRef="#ctx0" brushRef="#br0">14820.000 2705.000 0,'0.000'0.000'0,"-9.000"29.000"16,-16.000 22.000-1,-14.000 10.000-15,-6.000 2.000 16,7.000-8.000 0,9.000-8.000-16,14.000-9.000 15,14.000-7.000 1,15.000-4.000-16,11.000-3.000 15,10.000-5.000 1,6.000-8.000-16,3.000-6.000 16,-5.000-8.000-16,-4.000-4.000 15,-7.000-8.000 1,-6.000-7.000-16,-9.000-9.000 16,-11.000-8.000-1,-6.000-7.000-15,-4.000-1.000 16,0.000 5.000-1,0.000 8.000-15,12.000 12.000 16,11.000 7.000 0,12.000 6.000-1,15.000 6.000-15,15.000 6.000 16,9.000 7.000-16,6.000 1.000 16,-4.000-2.000-1,-11.000 1.000-15,-14.000-1.000 16,-14.000-2.000-1,-12.000-1.000-15,-16.000-1.000 16,-17.000 0.000 0,-18.000-6.000-16,-13.000-14.000 15,7.000-1.000-15</inkml:trace>
  <inkml:trace contextRef="#ctx0" brushRef="#br0">16032.000 2234.000 0,'0.000'0.000'0,"-24.000"34.000"16,-21.000 19.000-16,-21.000-1.000 16,-13.000-6.000-1,13.000-12.000-15</inkml:trace>
  <inkml:trace contextRef="#ctx0" brushRef="#br0">15686.000 2755.000 0,'31.000'33.000'16,"8.000"17.000"-1,-6.000 0.000-15,-12.000-5.000 16,-9.000-10.000-1,-6.000-12.000-15,-6.000-23.000 16,2.000-4.000-16,1.000-19.000 16,5.000-20.000-1,8.000-6.000-15,6.000-3.000 16,8.000-4.000 0,3.000 5.000-16,5.000 5.000 15,0.000 9.000 1,-2.000 10.000-16,-1.000 13.000 15,-1.000 13.000 1,-3.000 12.000-16,-8.000 13.000 16,-3.000 12.000-1,-8.000 4.000-15,-7.000 6.000 16,-9.000-2.000 0,-6.000-8.000-16,-5.000-4.000 15,-3.000-8.000-15,-1.000-7.000 16,-2.000-17.000-1,-1.000-18.000-15,4.000-17.000 16,8.000-15.000 0,13.000-15.000-16,12.000-1.000 15,9.000 2.000 1,9.000 4.000-16,2.000 5.000 16,0.000 4.000-1,-1.000 6.000-15,4.000 8.000 16,0.000 11.000-1,-5.000 12.000-15,-5.000 16.000 16,-6.000 17.000-16,-3.000 19.000 16,-4.000 21.000-1,-4.000 21.000 1,-4.000 20.000-16,-5.000 11.000 16,-1.000 5.000-1,-4.000-8.000-15,-5.000-5.000 16,-5.000-17.000-1,-7.000-20.000-15,-4.000-31.000 16,-5.000-32.000 0,6.000-13.000-16</inkml:trace>
  <inkml:trace contextRef="#ctx0" brushRef="#br0">16233.000 2771.000 0,'21.000'16.000'15,"4.000"2.000"-15,-7.000-3.000 16</inkml:trace>
  <inkml:trace contextRef="#ctx0" brushRef="#br0">16999.000 2200.000 0,'-9.000'25.000'15,"-8.000"17.000"-15,-16.000 13.000 16,-16.000 6.000 0,-8.000-9.000-16,-1.000-18.000 15,9.000-25.000 1,16.000-12.000-16</inkml:trace>
  <inkml:trace contextRef="#ctx0" brushRef="#br0">16796.000 2456.000 0,'25.000'50.000'0,"9.000"37.000"15,-4.000 13.000 1,-11.000 5.000-16,-11.000-7.000 16,-6.000-19.000-16,-5.000-23.000 31,1.000-30.000-31,-1.000-35.000 0,6.000-28.000 15,7.000-8.000 1,2.000 7.000-16</inkml:trace>
  <inkml:trace contextRef="#ctx0" brushRef="#br0">17343.000 2174.000 0,'-16.000'31.000'16,"-21.000"21.000"-16,-8.000 13.000 15,2.000 2.000 1,4.000-5.000 0,16.000-10.000-16,12.000-11.000 15,19.000-12.000-15,15.000-16.000 16,20.000-11.000-1,9.000-9.000-15,5.000-7.000 16,-7.000-1.000 0,-9.000-4.000-16,-16.000 2.000 15,-20.000 0.000 1,-10.000 6.000-16</inkml:trace>
  <inkml:trace contextRef="#ctx0" brushRef="#br0">17192.000 2583.000 0,'10.000'37.000'0,"1.000"28.000"15,-4.000 12.000 1,-5.000 4.000-16,-4.000-7.000 16,-1.000-15.000-16,2.000-15.000 15,7.000-19.000 1,10.000-19.000-16,12.000-25.000 15,12.000-22.000 1,13.000-32.000-16,7.000-22.000 16,7.000-14.000-1,-1.000 5.000-15,-4.000 8.000 16,-15.000 22.000 0</inkml:trace>
  <inkml:trace contextRef="#ctx0" brushRef="#br0">17823.000 1817.000 0,'0.000'0.000'16,"0.000"0.000"-16,0.000 22.000 16,4.000 12.000-1,4.000 3.000 1,7.000 4.000-16,3.000-7.000 15,3.000-2.000-15,0.000-7.000 16,-6.000-5.000 0,-3.000-5.000-16,-7.000 0.000 15,-10.000 2.000-15,-9.000 5.000 16,-12.000 10.000 0,-11.000 4.000-16,-5.000 4.000 15,0.000-2.000 1,8.000-6.000-16,11.000-14.000 15,21.000-19.000 1,7.000-8.000-16</inkml:trace>
  <inkml:trace contextRef="#ctx0" brushRef="#br0">18193.000 2217.000 0,'0.000'0.000'15,"-14.000"28.000"-15,-21.000 13.000 16,-21.000 9.000 0,-21.000-1.000-16,-14.000-3.000 15,-5.000-4.000 1,10.000-12.000-16,25.000-10.000 16,24.000-8.000-1,37.000-12.000-15,10.000 0.000 16,37.000-7.000-16,25.000-1.000 15,18.000-2.000 1,7.000-2.000-16,-6.000 4.000 16,-15.000 3.000-1,-21.000 1.000-15,-21.000 1.000 16,-34.000 3.000 0,-6.000-3.000-1,-32.000-3.000-15,-23.000 5.000 16,-13.000 11.000-16,-6.000 15.000 15,8.000 14.000 1,15.000 0.000-16,15.000-3.000 16,17.000-3.000-1,11.000-6.000-15,12.000-1.000 16,7.000-6.000 0,6.000-9.000-16,1.000-2.000 15,2.000-7.000 1,7.000-9.000-16,3.000-9.000 15,2.000-4.000 1,2.000-2.000-16,-7.000 6.000 16,-5.000 5.000-16,-3.000 8.000 15,-7.000 9.000 1,-6.000 7.000-16,-4.000 9.000 16,-10.000 12.000-1,-8.000 7.000 1,-11.000 3.000-16,-11.000 6.000 15,-7.000 3.000-15,0.000 0.000 16,12.000-11.000 0,13.000-5.000-16,20.000-8.000 15,22.000-7.000 1,19.000-7.000-16,16.000-4.000 16,13.000-2.000-1,8.000-5.000-15,-2.000-3.000 16,-8.000-5.000-1,-11.000-6.000-15,-15.000-3.000 16,-14.000-4.000 0,-16.000-5.000-16,-17.000-4.000 15,-12.000-2.000 1,-7.000 3.000-16,4.000 6.000 16,8.000 6.000-16,11.000 3.000 15,16.000-2.000 1,17.000 5.000-16,17.000-1.000 15,12.000 2.000 1,7.000 2.000-16,0.000-4.000 16,-6.000 3.000-1,-9.000 0.000-15,-16.000 1.000 16,-12.000-3.000 0,-10.000-5.000-16,-10.000-11.000 15,-9.000-4.000 1,-1.000 8.000-16</inkml:trace>
  <inkml:trace contextRef="#ctx0" brushRef="#br0">18604.000 2549.000 0,'89.000'-19.000'16,"25.000"-5.000"-1,-12.000 0.000-15,-27.000 4.000 16,-27.000 1.000-16,-22.000-5.000 16,-22.000 6.000-1,-16.000-5.000-15,-15.000 1.000 16,1.000 2.000 0</inkml:trace>
  <inkml:trace contextRef="#ctx0" brushRef="#br0">18848.000 2354.000 0,'23.000'74.000'0,"5.000"26.000"15,-9.000 2.000 1,-14.000-12.000-16,-12.000-19.000 16,-7.000-17.000-1,-6.000-17.000-15,0.000-12.000 16,0.000-16.000-1,-2.000-18.000-15,1.000-11.000 16,3.000-14.000 0,3.000-6.000-16,11.000 1.000 15,7.000 5.000 1,9.000 8.000-16,9.000 3.000 16,3.000 4.000-1,2.000 4.000-15,0.000-8.000 16,-8.000-4.000-1,-6.000 2.000-15</inkml:trace>
  <inkml:trace contextRef="#ctx0" brushRef="#br0">18537.000 2430.000 0,'0.000'38.000'0,"0.000"30.000"16,2.000 16.000 0,5.000 6.000-16,6.000-2.000 15,5.000-15.000 1,9.000-11.000-16,11.000-15.000 16,13.000-16.000-1,9.000-18.000-15,9.000-17.000 16,6.000-18.000-1,7.000-19.000-15,2.000-18.000 16,-2.000-7.000 0,-19.000 14.000-16</inkml:trace>
  <inkml:trace contextRef="#ctx0" brushRef="#br0">19555.000 2174.000 0,'-21.000'21.000'15,"-19.000"19.000"-15,-15.000 14.000 16,-2.000 5.000 0,10.000-2.000-16,14.000-5.000 15,19.000-6.000 1,22.000-11.000-16,16.000-13.000 15,22.000-11.000 1,9.000-11.000-16,4.000-7.000 16,-3.000-12.000-16,-1.000-7.000 15,-8.000-7.000 1,-15.000 1.000-16,-17.000 3.000 16,-16.000 0.000-1,-14.000 11.000-15,-15.000 13.000 16,0.000 8.000-1,2.000 6.000-15,6.000 12.000 16,7.000 12.000 0,7.000 16.000-16,4.000 17.000 15,6.000 12.000 1,-2.000 11.000 0,-2.000 4.000-16,-4.000-6.000 15,-6.000-12.000 1,-2.000-16.000-16,0.000-23.000 15,4.000-24.000-15,8.000-26.000 16,3.000-7.000 0</inkml:trace>
  <inkml:trace contextRef="#ctx0" brushRef="#br0">19488.000 2705.000 0,'-36.000'33.000'16,"-27.000"14.000"-1,-14.000 6.000-15,1.000-14.000 16,12.000-26.000 0,18.000-13.000-16</inkml:trace>
  <inkml:trace contextRef="#ctx0" brushRef="#br0">19521.000 2738.000 0,'64.000'52.000'15,"18.000"20.000"-15,-17.000-6.000 16,-20.000-19.000-1,-11.000-29.000 1,-13.000-15.000-16</inkml:trace>
  <inkml:trace contextRef="#ctx0" brushRef="#br0">19850.000 2277.000 0,'9.000'21.000'0,"-1.000"17.000"15,-11.000 6.000-15,-11.000-7.000 16,-9.000-19.000-1,4.000-9.000-15</inkml:trace>
  <inkml:trace contextRef="#ctx0" brushRef="#br0">19891.000 2149.000 0,'27.000'-4.000'15,"10.000"4.000"1,1.000 6.000-16,-13.000 11.000 16,-12.000 8.000-1,-17.000 5.000-15,-12.000 3.000 16,-9.000-3.000 0,-5.000-2.000-16,1.000-4.000 15,5.000-3.000 1,8.000-3.000-16,6.000-4.000 15,12.000 1.000-15,14.000-3.000 16,16.000-3.000 0,6.000-2.000-16,5.000 2.000 15,-5.000 0.000 1,-10.000-1.000-16,-10.000 3.000 16,-14.000 7.000-1,-20.000 7.000-15,-18.000 1.000 16,-16.000 3.000-1,0.000-2.000-15,6.000 0.000 16,13.000-4.000 0,16.000-3.000-16,17.000-6.000 15,19.000-5.000-15,19.000-3.000 16,9.000-3.000 0,3.000-1.000-16,-2.000-2.000 15,-13.000 2.000 1,-13.000 5.000-1,-15.000 6.000-15,-20.000 3.000 16,-21.000 5.000-16,-16.000 3.000 16,-6.000 6.000-1,10.000 1.000-15,12.000-5.000 16,11.000-3.000 0,19.000-4.000-16,19.000-8.000 15,14.000-11.000 1,14.000-9.000-16,8.000-6.000 15,-1.000-6.000 1,-6.000-2.000-16,-12.000-4.000 16,-13.000 2.000-16,-13.000 5.000 15,-12.000 11.000 1,-14.000 6.000-16,-5.000 6.000 16,-2.000 9.000-1,0.000 10.000-15,-1.000 8.000 16,6.000 10.000-1,6.000 7.000-15,9.000 0.000 16,8.000 0.000 0,7.000-8.000-16,8.000-10.000 15,10.000-13.000 1,9.000-18.000-16,9.000-19.000 16,7.000-20.000-1,-3.000-20.000-15,-5.000-14.000 16,-7.000 9.000-1,-13.000 18.000-15</inkml:trace>
  <inkml:trace contextRef="#ctx0" brushRef="#br0">20472.000 2370.000 0,'66.000'-5.000'16,"30.000"-6.000"-16,4.000-2.000 16,-7.000-1.000-1,-9.000-5.000-15,-10.000-9.000 16,-12.000-11.000 0,-11.000-11.000-16,-13.000-3.000 15,-16.000 0.000 1,-19.000 6.000-1,-15.000 9.000-15,-14.000 18.000 16,-11.000 14.000-16,-8.000 9.000 16,-1.000 15.000-1,-2.000 17.000-15,3.000 15.000 16,3.000 15.000 0,7.000 10.000-16,16.000 3.000 15,13.000-5.000-15,12.000-10.000 16,9.000-10.000-1,11.000-14.000-15,8.000-14.000 16,7.000-17.000 0,4.000-15.000-16,-2.000-17.000 15,-1.000-14.000 1,-8.000-1.000-16,-13.000 6.000 16,-10.000 10.000-1,-13.000 9.000-15,-11.000 10.000 16,-10.000 11.000-1,-13.000 15.000-15,-12.000 12.000 16,-12.000 12.000-16,-9.000 11.000 16,-5.000 5.000-1,3.000-3.000-15,8.000-10.000 16,16.000-13.000 0,18.000-15.000-1,18.000-18.000-15,17.000-13.000 16,18.000-11.000-16,6.000-7.000 15,7.000-2.000 1,0.000 6.000-16,2.000 8.000 16,-6.000 14.000-1,-6.000 11.000-15,-3.000 15.000 16,-6.000 11.000 0,-10.000 10.000-16,-5.000-1.000 15,-3.000-4.000 1,-2.000-6.000-16,1.000-9.000 15,0.000-13.000 1,2.000-12.000-16,4.000-17.000 16,8.000-9.000-16,9.000-4.000 15,6.000-6.000 1,3.000 4.000 0,-2.000 9.000-16,-4.000 10.000 15,-4.000 13.000-15,-4.000 10.000 16,-5.000 10.000-1,-8.000 8.000-15,-5.000 5.000 16,-6.000-1.000 0,-6.000-5.000-16,0.000 0.000 15,-8.000-9.000-15,3.000-5.000 16,4.000-6.000 0,1.000-9.000-16,2.000-7.000 15,7.000-8.000 1,7.000-7.000-16,11.000-9.000 15,8.000 1.000 1,8.000-4.000-16,10.000-10.000 16,-4.000 14.000-1,-11.000 15.000-15</inkml:trace>
  <inkml:trace contextRef="#ctx0" brushRef="#br0">21203.000 2285.000 0,'30.000'-5.000'15,"17.000"-2.000"1,2.000 6.000-16,-5.000 6.000 16,-7.000 4.000-16,-11.000 4.000 15,-10.000 3.000 1,-8.000 0.000-1,-8.000 2.000-15,-4.000 3.000 16,-7.000 2.000 0,2.000 5.000-16,1.000 4.000 15,6.000 4.000-15,7.000 1.000 16,4.000 3.000 0,5.000-4.000-16,0.000-5.000 15,-3.000-8.000 1,-4.000-9.000-16,-6.000-4.000 15,-8.000-3.000 1,-7.000-8.000-16,-16.000-9.000 16,-10.000-6.000-1,-6.000-7.000-15,5.000-2.000 16,12.000-5.000 0,15.000 6.000-16,8.000 7.000 15,8.000 8.000 1,8.000 10.000-16,4.000 19.000 15,5.000 15.000 1,0.000 15.000-16,-2.000 15.000 16,-7.000 10.000-16,-8.000 4.000 15,-6.000 1.000 1,-3.000-4.000-16,-5.000-9.000 16,1.000-16.000-1,5.000-23.000-15,5.000-25.000 16,1.000-9.000-1</inkml:trace>
  <inkml:trace contextRef="#ctx0" brushRef="#br0">21716.000 2482.000 0,'0.000'71.000'15,"-4.000"22.000"1,-5.000-12.000-16,-4.000-26.000 16,4.000-20.000-16,5.000-17.000 15,8.000-19.000 1,9.000-13.000-16,13.000-11.000 15,8.000-4.000 1,8.000 4.000-16,1.000 10.000 16,1.000 14.000-1,-4.000 11.000-15,-5.000 12.000 16,-8.000 8.000 0,-11.000 2.000-16,-6.000 2.000 15,-13.000-7.000 1,-9.000-2.000-16,-7.000-10.000 15,-9.000-8.000-15,-7.000-13.000 16,-8.000-17.000 0,4.000-20.000-16,9.000 4.000 15</inkml:trace>
  <inkml:trace contextRef="#ctx0" brushRef="#br0">21792.000 2499.000 0,'55.000'-14.000'15,"30.000"-3.000"1,3.000 4.000-16,-9.000-1.000 16,-13.000 0.000-1,-9.000-5.000-15,-12.000-8.000 16,-14.000 5.000-16</inkml:trace>
  <inkml:trace contextRef="#ctx0" brushRef="#br0">21918.000 2115.000 0,'43.000'92.000'0,"22.000"42.000"16,8.000 21.000 0,-1.000 7.000-1,-10.000-1.000-15,-10.000-11.000 16,-11.000-21.000 0,-8.000-33.000-16,-4.000-35.000 15,-6.000-35.000 1,-4.000-29.000-16,-5.000-25.000 15,-7.000-23.000 1,-5.000-17.000-16,-7.000-6.000 16,-6.000 6.000-1,-5.000 14.000-15,2.000 18.000 16,3.000 13.000-16,4.000 13.000 16,0.000 8.000-1,-10.000 18.000-15,-14.000 21.000 16,-20.000 19.000-1,-19.000 4.000-15,-2.000-10.000 16,13.000-22.000 0,18.000-16.000-16</inkml:trace>
  <inkml:trace contextRef="#ctx0" brushRef="#br0">22347.000 2269.000 0,'0.000'0.000'16,"0.000"0.000"-16,20.000-13.000 15,5.000-5.000-15</inkml:trace>
  <inkml:trace contextRef="#ctx0" brushRef="#br0">22977.000 2073.000 0,'0.000'0.000'16,"-13.000"39.000"-16,-20.000 20.000 15,-26.000 5.000 1,-12.000-10.000-16,8.000-11.000 16,23.000-5.000-1,20.000-13.000-15,20.000-10.000 16,18.000-9.000 0,15.000-6.000-16,15.000-3.000 15,7.000 0.000 1,3.000 3.000-16,-5.000 6.000 15,-11.000 5.000 1,-12.000 12.000-16,-15.000 11.000 16,-22.000 12.000-1,-19.000 5.000-15,-13.000-1.000 16,-3.000-1.000 0,4.000-9.000-16,6.000-19.000 15,15.000-21.000 1,11.000-7.000-16</inkml:trace>
  <inkml:trace contextRef="#ctx0" brushRef="#br0">23221.000 2686.000 0,'-47.000'38.000'16,"-34.000"20.000"-1,-17.000 2.000-15,-1.000-4.000 16,16.000-11.000 0,21.000-13.000-16,27.000-8.000 15,33.000-7.000 1,33.000-5.000-16,25.000-2.000 16,23.000 0.000-1,11.000-5.000-15,4.000 1.000 16,-9.000-4.000-1,-13.000-4.000-15,-16.000-8.000 16,-18.000-15.000 0,-22.000-12.000-16,-17.000-20.000 15,-6.000 7.000-15</inkml:trace>
  <inkml:trace contextRef="#ctx0" brushRef="#br0">23574.000 2269.000 0,'91.000'75.000'15,"28.000"41.000"1,-22.000 18.000-16,-43.000 2.000 15,-50.000 1.000 1,-44.000-6.000-16,-28.000-20.000 16,5.000-27.000-1</inkml:trace>
  <inkml:trace contextRef="#ctx0" brushRef="#br0">23995.000 3496.000 0,'0.000'0.000'16</inkml:trace>
  <inkml:trace contextRef="#ctx0" brushRef="#br0">2829.000 6022.000 0,'0.000'0.000'0,"0.000"0.000"15,0.000 0.000 1,-16.000 34.000-16,-16.000 24.000 16,-17.000 12.000-1,-13.000 6.000-15,-5.000-1.000 16,0.000-4.000-1,11.000-11.000-15,10.000-11.000 16,9.000-24.000 0,11.000-16.000-16</inkml:trace>
  <inkml:trace contextRef="#ctx0" brushRef="#br0">2552.000 6603.000 0,'6.000'103.000'0,"3.000"29.000"16,-3.000-11.000 0,-3.000-34.000-16,-5.000-32.000 15,-1.000-26.000 1</inkml:trace>
  <inkml:trace contextRef="#ctx0" brushRef="#br0">2694.000 6603.000 0,'38.000'-11.000'16,"21.000"-3.000"0,6.000 1.000-16,-5.000 1.000 15,-10.000 5.000 1,-12.000 2.000-16,-15.000 2.000 16,-9.000-4.000-1,-8.000-9.000-15,-5.000-2.000 16</inkml:trace>
  <inkml:trace contextRef="#ctx0" brushRef="#br0">2923.000 6466.000 0,'-4.000'34.000'0,"-4.000"23.000"15,-2.000 11.000 1,0.000 7.000-1,1.000-1.000-15,-2.000-10.000 16,8.000-16.000 0,1.000-17.000-16,7.000-22.000 15,8.000-25.000 1,10.000-28.000-16,10.000-27.000 16,13.000-21.000-1,1.000-9.000-15,2.000 1.000 16,-3.000 8.000-1,-7.000 11.000-15,-8.000 18.000 16,-12.000 17.000 0,-7.000 18.000-16,-12.000 28.000 15,-5.000 2.000-15,-19.000 24.000 16,-8.000 19.000 0,3.000 6.000-1,13.000 5.000-15,16.000-2.000 16,16.000-4.000-16,12.000-6.000 31,9.000-7.000-31,5.000-4.000 16,3.000 1.000-16,-6.000-2.000 15,-8.000 1.000-15,-9.000 3.000 16,-15.000 2.000 0,-20.000 7.000-16,-19.000 1.000 15,-17.000-5.000 1,-8.000-4.000-16,-2.000-8.000 15,11.000-13.000 1,14.000-18.000-16,16.000-16.000 16,20.000-13.000-1,18.000-2.000-15,10.000 4.000 16,11.000 6.000 0,6.000 11.000-16,1.000 10.000 15,0.000 8.000 1,-7.000 6.000-16,-9.000 3.000 15,-5.000 0.000 1,-10.000-4.000-16,-6.000-11.000 16,-7.000-3.000-16</inkml:trace>
  <inkml:trace contextRef="#ctx0" brushRef="#br0">3645.000 6441.000 0,'37.000'-3.000'0,"12.000"1.000"16,-2.000 11.000 0,-16.000 11.000-16,-20.000 12.000 15,-20.000 7.000 1,-14.000 6.000-1,-7.000 0.000-15,1.000-1.000 16,9.000-1.000-16,10.000-10.000 16,10.000-8.000-1,14.000-10.000-15,17.000-13.000 16,13.000-15.000 0,9.000-14.000-16,4.000-18.000 15,-1.000-8.000 1,-14.000 10.000-1</inkml:trace>
  <inkml:trace contextRef="#ctx0" brushRef="#br0">3965.000 6570.000 0,'40.000'-17.000'15,"25.000"-5.000"1,11.000-3.000-16,-5.000 3.000 15,-4.000 5.000 1,-5.000 6.000-16,-9.000 3.000 16,-11.000 8.000-1,-8.000 12.000-15,-13.000 14.000 16,-13.000 17.000 0,-15.000 17.000-16,-8.000 12.000 15,-10.000 8.000 1,-7.000 5.000-16,0.000-5.000 15,-2.000-12.000 1,3.000-14.000-16,7.000-15.000 16,10.000-15.000-1,3.000-14.000-15,1.000-18.000 16,-2.000-24.000 0,6.000-30.000-16,2.000-31.000 15,4.000-20.000 1,6.000-7.000-16,10.000-1.000 15,9.000 8.000-15,-7.000 17.000 16,-9.000 28.000 0</inkml:trace>
  <inkml:trace contextRef="#ctx0" brushRef="#br0">4335.000 6218.000 0,'-38.000'67.000'0,"-26.000"39.000"16,-6.000 9.000-1,3.000-7.000-15,9.000-12.000 16,16.000-22.000 0,13.000-24.000-16,16.000-24.000 15,15.000-30.000 1,20.000-32.000-16,15.000-31.000 16,22.000-23.000-1,10.000-10.000-15,-15.000 17.000 16</inkml:trace>
  <inkml:trace contextRef="#ctx0" brushRef="#br0">4662.000 6271.000 0,'12.000'18.000'0,"-3.000"16.000"16,-7.000 5.000-16,-14.000-3.000 15,-2.000-8.000 1</inkml:trace>
  <inkml:trace contextRef="#ctx0" brushRef="#br0">4638.000 6688.000 0,'21.000'32.000'0,"7.000"15.000"16,-6.000-4.000 0</inkml:trace>
  <inkml:trace contextRef="#ctx0" brushRef="#br0">5933.000 6459.000 0,'0.000'0.000'0,"0.000"0.000"15,21.000-5.000 1,14.000-2.000-16,7.000-2.000 16,3.000 3.000-1,0.000 1.000-15,-6.000 1.000 16,-4.000 2.000-1,-9.000 1.000-15,-10.000-3.000 16,-7.000-1.000 0</inkml:trace>
  <inkml:trace contextRef="#ctx0" brushRef="#br0">5949.000 6663.000 0,'54.000'-17.000'16,"11.000"-6.000"-16,-12.000 3.000 16</inkml:trace>
  <inkml:trace contextRef="#ctx0" brushRef="#br0">5864.000 6851.000 0,'48.000'-11.000'15,"22.000"-12.000"-15,2.000-11.000 16,-5.000-10.000-1,-9.000-9.000-15,-18.000 9.000 16</inkml:trace>
  <inkml:trace contextRef="#ctx0" brushRef="#br0">6260.000 6228.000 0,'0.000'0.000'0,"4.000"32.000"16,2.000 26.000-1,-4.000 32.000-15,-8.000 19.000 16,-4.000 3.000 0,1.000-11.000-1,1.000-20.000-15,7.000-26.000 16,5.000-28.000-16,0.000-14.000 15</inkml:trace>
  <inkml:trace contextRef="#ctx0" brushRef="#br0">6470.000 6168.000 0,'0.000'0.000'0,"11.000"37.000"15,0.000 38.000 1,-9.000 33.000-16,-8.000 22.000 16,-9.000 13.000-1,-1.000-1.000 1,4.000-13.000-16,5.000-23.000 15,6.000-24.000-15,6.000-23.000 16,4.000-24.000 0,3.000-22.000-16,-4.000-25.000 15,0.000-27.000 1,-1.000-2.000-16</inkml:trace>
  <inkml:trace contextRef="#ctx0" brushRef="#br0">6470.000 6381.000 0,'0.000'0.000'16,"25.000"-9.000"-16,11.000 2.000 15,-1.000 3.000 1,-5.000 6.000-16,-7.000 6.000 15,-12.000 6.000 1,-7.000 1.000-16,-8.000 8.000 16,-10.000 1.000-1,-7.000 4.000-15,2.000-1.000 16,3.000-1.000 0,6.000-1.000-16,8.000 0.000 15,9.000-3.000 1,9.000-2.000-16,7.000-1.000 15,0.000-4.000 1,-2.000-1.000-16,-5.000 6.000 16,-7.000-1.000-16,-9.000 3.000 15,-11.000 1.000 1,-9.000-7.000-16,-5.000-13.000 16,-4.000-14.000-1,5.000-3.000-15</inkml:trace>
  <inkml:trace contextRef="#ctx0" brushRef="#br0">7025.000 6099.000 0,'23.000'-6.000'0,"9.000"-1.000"15,-1.000 9.000 1,-13.000 12.000-16,-19.000 12.000 16,-20.000 10.000-1,-19.000 3.000-15,-11.000 0.000 16,1.000-4.000 0,12.000-10.000-16,14.000-6.000 15,16.000-6.000 1,19.000-9.000-16,23.000-8.000 15,16.000-3.000 1,9.000-4.000-16,3.000-1.000 16,-5.000 3.000-16,-13.000 3.000 15,-14.000 5.000 1,-18.000 6.000-16,-25.000 9.000 16,-29.000 8.000-1,-24.000 11.000-15,-11.000 3.000 16,3.000 2.000-1,10.000-4.000-15,20.000-7.000 16,23.000-3.000 0,28.000-10.000-16,25.000-6.000 15,25.000-12.000 1,19.000-8.000-16,12.000-7.000 16,-3.000-3.000-1,-13.000 3.000-15,-16.000 4.000 16,-20.000 1.000-1,-21.000-6.000 1,-23.000-7.000-16,-6.000 2.000 16</inkml:trace>
  <inkml:trace contextRef="#ctx0" brushRef="#br0">6992.000 5921.000 0,'13.000'27.000'16,"3.000"22.000"-1,-4.000 24.000-15,-13.000 14.000 16,-8.000 10.000 0,-4.000-10.000-16,0.000-25.000 15</inkml:trace>
  <inkml:trace contextRef="#ctx0" brushRef="#br0">6950.000 6783.000 0,'0.000'43.000'16,"-1.000"19.000"0,-2.000 3.000-16,-7.000-6.000 15,-2.000-12.000 1,-3.000-20.000-16,7.000-18.000 15,4.000-25.000 1,5.000-20.000-16,2.000 2.000 16</inkml:trace>
  <inkml:trace contextRef="#ctx0" brushRef="#br0">7042.000 6671.000 0,'18.000'-12.000'16,"6.000"-8.000"-1,1.000 4.000-15,-3.000 6.000 16,-5.000 5.000 0,-1.000 7.000-16,0.000 6.000 15,-1.000 12.000 1,-3.000 10.000-16,-2.000 12.000 16,0.000 15.000-1,0.000 15.000-15,-2.000 17.000 16,-3.000 11.000-1,-3.000 3.000-15,0.000-6.000 16,-2.000-7.000 0,-2.000-19.000-16,-2.000-22.000 15,0.000-20.000 1,-3.000-21.000-16,-4.000-25.000 16,-3.000-27.000-1,2.000 0.000-15</inkml:trace>
  <inkml:trace contextRef="#ctx0" brushRef="#br0">7042.000 6791.000 0,'-1.000'31.000'0,"-2.000"12.000"15,-2.000-8.000 1,5.000-35.000-16,-4.000 12.000 15</inkml:trace>
  <inkml:trace contextRef="#ctx0" brushRef="#br0">7580.000 6118.000 0,'0.000'0.000'15,"-25.000"23.000"1,-8.000 9.000-16,3.000 2.000 16,10.000-3.000-1,15.000-9.000-15,20.000-7.000 16,18.000-12.000-16,17.000-5.000 15,4.000-4.000 1,-2.000-1.000 0,-10.000 0.000-16,-14.000 7.000 15,-16.000 9.000-15,-22.000 4.000 16,-24.000 8.000 0,-16.000 7.000-16,-6.000-1.000 15,5.000 2.000 1,13.000-8.000-16,19.000-3.000 15,25.000-7.000 1,21.000-6.000-16,26.000 0.000 16,15.000 0.000-1,6.000 3.000-15,-5.000 3.000 16,-16.000 7.000 0,-17.000 3.000-16,-22.000 8.000 15,-21.000 4.000 1,-23.000 2.000-16,-20.000-3.000 15,-14.000-4.000 1,-6.000-13.000-16,12.000-8.000 16</inkml:trace>
  <inkml:trace contextRef="#ctx0" brushRef="#br0">7505.000 6578.000 0,'69.000'-4.000'0,"15.000"3.000"16,-21.000 11.000 0,-37.000 7.000-16,-43.000 11.000 15,-34.000 5.000 1,-24.000 3.000-16,-8.000 1.000 16,11.000-7.000-1,15.000-6.000 1,24.000-4.000-16,26.000-8.000 15,34.000-7.000-15,28.000-9.000 16,22.000-5.000 0,8.000-7.000-16,1.000-2.000 15,-8.000-2.000 1,-15.000 0.000-16,-21.000 0.000 16,-22.000 1.000-1,-23.000-4.000-15,-25.000-5.000 16,-16.000 0.000-1,2.000 5.000-15</inkml:trace>
  <inkml:trace contextRef="#ctx0" brushRef="#br0">7521.000 6578.000 0,'23.000'18.000'15,"10.000"20.000"-15,1.000 18.000 16,-8.000 14.000-1,-14.000 5.000-15,-10.000 4.000 16,-8.000-2.000 0,-6.000-8.000-16,-4.000-15.000 15,0.000-12.000 1,-4.000-18.000-16,-5.000-16.000 16,0.000-22.000-1,-3.000-28.000-15,-2.000-31.000 16,7.000-27.000-1,7.000 12.000-15</inkml:trace>
  <inkml:trace contextRef="#ctx0" brushRef="#br0">8017.000 6339.000 0,'100.000'-14.000'0,"29.000"-2.000"16,-15.000 2.000-16,-32.000 3.000 16,-34.000-3.000-1,-22.000 2.000-15</inkml:trace>
  <inkml:trace contextRef="#ctx0" brushRef="#br0">8220.000 6176.000 0,'9.000'37.000'0,"-7.000"22.000"16,-16.000 16.000-16,-21.000-1.000 16,-17.000-9.000-1,1.000-18.000 1,14.000-17.000-1</inkml:trace>
  <inkml:trace contextRef="#ctx0" brushRef="#br0">8278.000 6510.000 0,'61.000'-1.000'16,"15.000"4.000"-1,-17.000 6.000-15,-31.000 1.000 16,-17.000-1.000-1</inkml:trace>
  <inkml:trace contextRef="#ctx0" brushRef="#br0">8194.000 6809.000 0,'-3.000'30.000'15,"-7.000"20.000"1,-8.000 7.000-16,-2.000-4.000 16,5.000-6.000-1,11.000-10.000-15,14.000-13.000 16,16.000-13.000 0,14.000-12.000-16,13.000-10.000 15,7.000-12.000 1,0.000-9.000-16,-3.000-9.000 15,-11.000-2.000 1,-15.000-4.000-16,-15.000 2.000 16,-22.000 4.000-1,-18.000 8.000-15,-8.000 9.000 16,4.000 12.000 0,9.000 8.000-16,12.000 10.000 15,15.000 1.000 1,19.000 4.000-16,21.000-1.000 15,14.000-6.000 1,5.000-4.000-16,-2.000-6.000 16,-7.000-1.000-1,-15.000-8.000-15,-13.000-8.000 16,-10.000 2.000-16</inkml:trace>
  <inkml:trace contextRef="#ctx0" brushRef="#br0">9018.000 6518.000 0,'67.000'-8.000'0,"24.000"-6.000"16,-6.000-2.000-1,-14.000 1.000-15,-21.000-5.000 16,-16.000-4.000-1,-20.000-5.000-15,-10.000 7.000 16</inkml:trace>
  <inkml:trace contextRef="#ctx0" brushRef="#br0">9212.000 6356.000 0,'8.000'50.000'16,"7.000"27.000"-1,0.000 10.000-15,-5.000 3.000 16,-6.000-10.000 0,-7.000-10.000-16,-5.000-13.000 15,-5.000-13.000 1,-5.000-15.000-16,-3.000-12.000 16,1.000-14.000-1,-2.000-16.000-15,2.000-11.000 16,9.000-9.000-1,15.000-8.000-15,9.000 3.000 16,13.000 5.000 0,12.000 4.000-16,4.000 2.000 15,4.000-2.000-15,-4.000-3.000 16,-11.000 4.000 0</inkml:trace>
  <inkml:trace contextRef="#ctx0" brushRef="#br0">8833.000 6433.000 0,'2.000'39.000'0,"-1.000"29.000"16,-4.000 17.000-1,0.000 4.000-15,-2.000-4.000 16,5.000-8.000 0,8.000-12.000-16,10.000-10.000 15,17.000-15.000 1,14.000-13.000-16,11.000-18.000 16,11.000-9.000-1,8.000-9.000-15,1.000-12.000 16,-2.000-10.000-1,-2.000-13.000-15,-11.000-10.000 16,-18.000 9.000 0</inkml:trace>
  <inkml:trace contextRef="#ctx0" brushRef="#br0">9952.000 6066.000 0,'-41.000'39.000'16,"-23.000"24.000"-16,-6.000 9.000 15,13.000-2.000 1,21.000-8.000-16,28.000-8.000 15,21.000-14.000 1,25.000-15.000-16,19.000-16.000 16,11.000-14.000-1,6.000-17.000-15,1.000-11.000 16,-9.000-9.000 0,-19.000-3.000-16,-16.000 7.000 15</inkml:trace>
  <inkml:trace contextRef="#ctx0" brushRef="#br0">9952.000 6271.000 0,'-1.000'92.000'16,"1.000"38.000"-16,-2.000 4.000 15,-6.000-14.000 1,-8.000-19.000-16,1.000-23.000 15,1.000-25.000 1,3.000-22.000-16,5.000-28.000 16,2.000-10.000-1</inkml:trace>
  <inkml:trace contextRef="#ctx0" brushRef="#br0">9902.000 6570.000 0,'0.000'0.000'16,"0.000"0.000"-16,-35.000 30.000 15,-21.000 20.000 1,-10.000 0.000-16,6.000-15.000 16,13.000-17.000-1,17.000-12.000-15</inkml:trace>
  <inkml:trace contextRef="#ctx0" brushRef="#br0">9876.000 6638.000 0,'57.000'38.000'16,"14.000"15.000"-16,-14.000 0.000 15,-20.000-10.000 1,-17.000-23.000-16,-10.000-13.000 15</inkml:trace>
  <inkml:trace contextRef="#ctx0" brushRef="#br0">10154.000 6202.000 0,'21.000'27.000'16,"8.000"16.000"-16,-5.000 7.000 15,-11.000-6.000 1,-12.000-16.000-16,-4.000-14.000 16</inkml:trace>
  <inkml:trace contextRef="#ctx0" brushRef="#br0">10263.000 6083.000 0,'41.000'0.000'16,"22.000"2.000"-16,-1.000 6.000 15,-15.000 6.000 1,-16.000 8.000-16,-23.000 5.000 15,-22.000 1.000 1,-21.000 5.000-16,-16.000-3.000 16,-7.000-4.000-1,-2.000-3.000-15,9.000-4.000 16,12.000-3.000 0,14.000-4.000-16,18.000 1.000 15,22.000-3.000 1,19.000 0.000-16,16.000-3.000 15,9.000-4.000 1,-4.000-1.000-16,-10.000-1.000 16,-13.000 1.000-1,-15.000 5.000-15,-15.000 4.000 16,-18.000 1.000-16,-14.000 5.000 16,-4.000 1.000-1,1.000 1.000-15,6.000-1.000 16,10.000-3.000-1,10.000-5.000-15,13.000-1.000 16,10.000-3.000 0,9.000-1.000-16,0.000 0.000 15,-4.000 1.000 1,-7.000 2.000-16,-14.000 1.000 16,-20.000 4.000-16,-17.000 8.000 15,-10.000 2.000 1,-1.000 0.000-16,3.000-4.000 15,14.000-3.000 1,17.000 0.000-16,20.000-3.000 16,21.000-9.000-1,19.000-7.000-15,14.000-2.000 16,3.000-5.000 0,-3.000 0.000-16,-10.000-1.000 15,-12.000-5.000 1,-17.000-5.000-16,-18.000 0.000 15,-6.000 6.000 1</inkml:trace>
  <inkml:trace contextRef="#ctx0" brushRef="#br0">10339.000 6620.000 0,'0.000'0.000'15,"6.000"30.000"1,1.000 20.000-16,-4.000 7.000 15,-3.000-5.000 1,-4.000-9.000-16,-3.000-9.000 16,-2.000-14.000-1,1.000-12.000-15</inkml:trace>
  <inkml:trace contextRef="#ctx0" brushRef="#br0">10061.000 7006.000 0,'0.000'0.000'16,"31.000"0.000"-16,26.000 0.000 15,17.000-2.000 1,10.000 0.000-16,2.000 1.000 16,-5.000-5.000-1,-5.000 1.000-15,-10.000-1.000 16,-14.000 0.000-1,-12.000-1.000-15,-12.000-8.000 16,-14.000-10.000-16,-7.000 3.000 16</inkml:trace>
  <inkml:trace contextRef="#ctx0" brushRef="#br0">11020.000 6475.000 0,'17.000'8.000'0,"-1.000"2.000"16,-4.000-3.000-1</inkml:trace>
  <inkml:trace contextRef="#ctx0" brushRef="#br0">11020.000 6809.000 0,'28.000'12.000'0,"9.000"8.000"16,-12.000-3.000 0,-10.000-8.000-16</inkml:trace>
  <inkml:trace contextRef="#ctx0" brushRef="#br0">12803.000 6005.000 0,'0.000'0.000'0,"-4.000"29.000"16,-11.000 23.000-16,-3.000 17.000 16,-11.000 12.000-1,-8.000 11.000-15,-7.000 9.000 16,0.000 3.000-1,-2.000-4.000 1,7.000-10.000-16,6.000-6.000 16,5.000-17.000-1,6.000-13.000-15,6.000-23.000 16,2.000-22.000-16,5.000-6.000 16</inkml:trace>
  <inkml:trace contextRef="#ctx0" brushRef="#br0">12794.000 6041.000 0,'0.000'0.000'16,"16.000"26.000"-16,7.000 22.000 16,1.000 16.000-1,2.000 14.000 1,-5.000 6.000-16,-2.000 3.000 16,-4.000 5.000-16,-4.000-3.000 15,1.000-8.000 1,0.000-6.000-16,-2.000-10.000 15,-1.000-15.000 1,-1.000-10.000-16,-4.000-19.000 16,-4.000-21.000-1,2.000 7.000-15</inkml:trace>
  <inkml:trace contextRef="#ctx0" brushRef="#br0">12643.000 6671.000 0,'31.000'-10.000'0,"12.000"-4.000"16,4.000 0.000-1,3.000 1.000-15,-7.000-1.000 16,-5.000-4.000-16,-10.000 4.000 16</inkml:trace>
  <inkml:trace contextRef="#ctx0" brushRef="#br0">13340.000 6416.000 0,'34.000'-6.000'0,"10.000"-7.000"16,-2.000 4.000-1,-3.000 1.000-15,-9.000 1.000 16,-7.000 1.000 0,-2.000-1.000-16,-6.000-7.000 15,-4.000 3.000-15</inkml:trace>
  <inkml:trace contextRef="#ctx0" brushRef="#br0">13299.000 6620.000 0,'0.000'0.000'0,"0.000"0.000"16,0.000 0.000-16,31.000 2.000 16,25.000 1.000-1,5.000-3.000 1,0.000-4.000-16,-5.000-5.000 15,-2.000-6.000-15,-14.000 3.000 16</inkml:trace>
  <inkml:trace contextRef="#ctx0" brushRef="#br0">14409.000 6150.000 0,'-27.000'33.000'15,"-10.000"22.000"1,-1.000 13.000-16,6.000 9.000 16,11.000 0.000-1,14.000-9.000-15,12.000-8.000 16,9.000-15.000 0,11.000-10.000-16,11.000-13.000 15,9.000-13.000-15,5.000-13.000 16,2.000-13.000-1,1.000-11.000 1,-5.000-11.000-16,0.000-12.000 16,-7.000-10.000-1,-6.000-6.000-15,-7.000 0.000 16,-9.000 2.000 0,-11.000 7.000-16,-11.000 10.000 15,-8.000 8.000 1,-9.000 11.000-16,-7.000 11.000 15,-5.000 13.000 1,-5.000 13.000-16,-4.000 15.000 16,0.000 12.000-1,3.000 14.000-15,12.000 7.000 16,13.000 10.000 0,11.000-1.000-16,13.000-2.000 15,11.000-7.000 1,9.000-5.000-16,3.000-7.000 15,1.000-6.000 1,-1.000-8.000-16,-3.000-6.000 16,-6.000-5.000-1,-8.000-7.000 1,-4.000-2.000-16,-13.000-10.000 16,5.000-4.000-16,-2.000-12.000 15,-1.000-1.000-15</inkml:trace>
  <inkml:trace contextRef="#ctx0" brushRef="#br0">15064.000 6459.000 0,'31.000'-7.000'0,"19.000"-2.000"16,9.000 4.000-1,7.000 0.000-15,-3.000 4.000 16,-4.000-1.000 0,-7.000-1.000-16,-5.000-4.000 15,-5.000-7.000 1,-8.000-6.000-16,-8.000 4.000 16</inkml:trace>
  <inkml:trace contextRef="#ctx0" brushRef="#br0">16334.000 6107.000 0,'-23.000'36.000'0,"-19.000"23.000"16,-18.000 7.000-1,-5.000 4.000-15,-1.000-8.000 16,6.000-3.000-1,9.000-6.000-15,16.000-9.000 16,19.000-8.000 0,22.000-8.000-16,20.000-9.000 15,17.000-11.000 1,14.000-6.000-16,8.000-3.000 16,4.000-5.000-16,2.000-3.000 15,-5.000-1.000 1,-13.000 0.000-16,-12.000 5.000 15,-10.000-4.000 1,-13.000-2.000-16,-11.000-7.000 16,-11.000-7.000-1,-14.000-5.000-15,-8.000-7.000 16,-5.000-2.000 0,-5.000-2.000-16,3.000 0.000 15,7.000 4.000 1,11.000 9.000-16,14.000 3.000 15,13.000 3.000 1,16.000 4.000-16,9.000-7.000 16,-3.000 4.000-1</inkml:trace>
  <inkml:trace contextRef="#ctx0" brushRef="#br0">16704.000 6031.000 0,'72.000'-3.000'0,"35.000"0.000"16,3.000 3.000-1,-7.000 6.000-15,-18.000 2.000 16,-14.000-8.000-1,-19.000-7.000-15,-16.000-2.000 16</inkml:trace>
  <inkml:trace contextRef="#ctx0" brushRef="#br0">16772.000 6142.000 0,'-12.000'41.000'0,"-7.000"23.000"15,-3.000 6.000 1,-1.000 1.000 0,-1.000 0.000-1,5.000-10.000-15,6.000-8.000 16,12.000-6.000-16,10.000-8.000 15,12.000-10.000 1,16.000-11.000-16,7.000-10.000 16,7.000-5.000-1,1.000-9.000-15,1.000-6.000 16,-3.000-5.000-16,-9.000-5.000 16,-13.000-11.000-1,-16.000-6.000-15,-7.000 4.000 16</inkml:trace>
  <inkml:trace contextRef="#ctx0" brushRef="#br0">16755.000 6441.000 0,'33.000'-8.000'16,"27.000"-3.000"-1,11.000 6.000-15,2.000 6.000 16,-1.000 6.000-1,-3.000-4.000 1,-15.000-3.000-16</inkml:trace>
  <inkml:trace contextRef="#ctx0" brushRef="#br0">17520.000 6620.000 0,'11.000'0.000'0,"-10.000"-7.000"16,-5.000 0.000-1</inkml:trace>
  <inkml:trace contextRef="#ctx0" brushRef="#br0">5856.000 8377.000 0,'0.000'0.000'16,"0.000"0.000"-1,17.000 15.000 1,10.000 7.000-16,-3.000 6.000 0,-7.000 2.000 16,-8.000-3.000-1</inkml:trace>
  <inkml:trace contextRef="#ctx0" brushRef="#br0">5856.000 8924.000 0,'0.000'0.000'0,"0.000"0.000"16,23.000-17.000-16,16.000-23.000 15,6.000-20.000 1,-1.000-10.000-16,-10.000 11.000 16</inkml:trace>
  <inkml:trace contextRef="#ctx0" brushRef="#br0">6361.000 8147.000 0,'0.000'0.000'0,"0.000"0.000"16,-19.000-7.000-16,-16.000-1.000 16,-11.000 8.000-1,1.000 6.000-15,3.000 3.000 16,11.000-2.000 0,13.000-2.000-16,18.000-5.000 15,0.000 0.000 1,-2.000 8.000-16,12.000-3.000 15,6.000 5.000 1,3.000 9.000-16,4.000 13.000 16,-4.000 13.000-1,-3.000 16.000-15,-8.000 19.000 16,-9.000 16.000 0,-5.000 13.000-16,-1.000 5.000 15,-1.000-5.000 1,-1.000-14.000-16,5.000-16.000 15,1.000-20.000 1,2.000-20.000-16,3.000-21.000 16,1.000-29.000-1,1.000-5.000-15</inkml:trace>
  <inkml:trace contextRef="#ctx0" brushRef="#br0">6563.000 7934.000 0,'0.000'0.000'0,"0.000"0.000"15,0.000 0.000 1,-16.000 23.000-16,-13.000 13.000 15,1.000-7.000 1</inkml:trace>
  <inkml:trace contextRef="#ctx0" brushRef="#br0">6370.000 8284.000 0,'0.000'0.000'0,"24.000"5.000"15,13.000 0.000 1,-3.000 0.000-16,-6.000 4.000 16,-13.000 2.000-16,-13.000 7.000 15,-10.000 1.000 1,-12.000 4.000-16,0.000-1.000 16,0.000-3.000-1,8.000 0.000-15,4.000-4.000 16,5.000-2.000-1,9.000 1.000-15,7.000-1.000 16,7.000-3.000 0,2.000 0.000-16,-2.000-4.000 15,-4.000 2.000 1,-8.000 6.000-16,-11.000 8.000 16,-10.000 7.000-16,-10.000 9.000 15,-6.000 1.000 1,0.000 1.000-16,3.000-1.000 15,7.000-5.000 1,10.000-7.000 0,9.000-10.000-16,8.000-10.000 15,10.000-16.000-15,7.000-13.000 16,7.000-14.000 0,2.000-5.000-16,-4.000 3.000 15,-9.000 7.000 1,-7.000 12.000-16,-8.000 6.000 15,-9.000 12.000 1,-7.000 13.000 0,-3.000 17.000-16,-1.000 18.000 15,0.000 12.000-15,2.000 5.000 16,2.000 1.000 0,7.000-12.000-16,11.000-12.000 15,5.000-13.000 1,9.000-17.000-16,9.000-17.000 15,5.000-20.000 1,6.000-23.000-16,2.000-18.000 16,-5.000-15.000-1,-1.000-14.000-15,-10.000 17.000 16</inkml:trace>
  <inkml:trace contextRef="#ctx0" brushRef="#br0">6907.000 8181.000 0,'22.000'-9.000'15,"8.000"-3.000"-15,3.000 2.000 16,-2.000 7.000 0,-2.000 5.000-1,-10.000 3.000-15,-10.000 5.000 16,-12.000 4.000-1,-14.000 2.000-15,-12.000 2.000 16,-5.000 4.000-16,-2.000 0.000 16,7.000-3.000-1,10.000-2.000-15,15.000-5.000 16,14.000-3.000 0,14.000-3.000-16,11.000-1.000 15,5.000-4.000 1,-3.000-1.000-16,-10.000 1.000 15,-13.000-1.000 1,-17.000 7.000-16,-20.000 5.000 16,-26.000 8.000-1,-17.000 8.000-15,-7.000 3.000 16,7.000 3.000 0,15.000-4.000-16,19.000-8.000 15,25.000-4.000 1,32.000-8.000-16,29.000-10.000 15,26.000-10.000-15,13.000-6.000 16,3.000-7.000 0,-9.000 1.000-1,-16.000 0.000-15,-20.000-3.000 16,-17.000 0.000-16,-27.000-3.000 16,-23.000-10.000-1,-21.000-2.000-15,2.000 5.000 16</inkml:trace>
  <inkml:trace contextRef="#ctx0" brushRef="#br0">6874.000 7934.000 0,'0.000'0.000'15,"18.000"30.000"-15,6.000 23.000 16,-6.000 13.000-1,-10.000 2.000 1,-9.000 1.000-16,-6.000-7.000 16,-2.000-15.000-16</inkml:trace>
  <inkml:trace contextRef="#ctx0" brushRef="#br0">6907.000 8780.000 0,'-4.000'39.000'0,"-5.000"11.000"16,0.000-13.000-1,-2.000-21.000-15,5.000-21.000 16,2.000-8.000 0</inkml:trace>
  <inkml:trace contextRef="#ctx0" brushRef="#br0">6992.000 8566.000 0,'19.000'-6.000'15,"8.000"2.000"-15,4.000 5.000 16,-7.000 7.000 0,0.000 9.000-16,-4.000 8.000 15,-3.000 10.000 1,0.000 10.000-16,-3.000 15.000 15,-6.000 20.000 1,-2.000 18.000-16,-7.000 15.000 16,-2.000 9.000-1,-8.000-4.000-15,-1.000-16.000 16,-2.000-22.000 0,4.000-30.000-16,-2.000-28.000 15,1.000-26.000 1,-2.000-30.000-16,-6.000-27.000 15,-3.000-26.000 1,-7.000-17.000-16,4.000 17.000 16</inkml:trace>
  <inkml:trace contextRef="#ctx0" brushRef="#br0">6984.000 8693.000 0,'4.000'23.000'15,"-1.000"10.000"-15,-1.000-5.000 16,-3.000-13.000 0,-1.000-19.000-16,1.000-5.000 15</inkml:trace>
  <inkml:trace contextRef="#ctx0" brushRef="#br0">7513.000 7969.000 0,'9.000'8.000'0,"-7.000"12.000"15,-14.000 10.000-15,-8.000 7.000 16,-1.000-3.000-1,8.000-3.000 1,16.000-7.000-16,16.000-7.000 16,8.000-6.000-1,11.000-7.000-15,1.000-4.000 16,0.000 3.000-16,-12.000 1.000 16,-11.000 2.000-1,-19.000 9.000-15,-23.000 4.000 16,-18.000 7.000-1,-10.000 1.000-15,-1.000-3.000 16,7.000-1.000 0,16.000-8.000-16,21.000-3.000 15,19.000 0.000 1,23.000-6.000-16,16.000 0.000 16,11.000 1.000-16,1.000 0.000 15,-3.000 3.000 1,-6.000 10.000-16,-16.000 7.000 15,-19.000 8.000 1,-22.000 2.000-16,-23.000 1.000 16,-16.000-5.000-1,-14.000-8.000 1,-6.000-11.000-16,13.000-8.000 16</inkml:trace>
  <inkml:trace contextRef="#ctx0" brushRef="#br0">7446.000 8566.000 0,'46.000'-8.000'15,"24.000"-2.000"-15,-4.000 6.000 16,-15.000 6.000-16,-19.000 8.000 16,-27.000 6.000-1,-30.000 5.000-15,-30.000 5.000 16,-17.000 1.000-1,-5.000 2.000-15,10.000 0.000 16,17.000-11.000 0,20.000-2.000-16,30.000-16.000 15,10.000 9.000 1,34.000-8.000-16,25.000-7.000 16,13.000-7.000-1,0.000-2.000-15,-5.000-2.000 16,-9.000-5.000-1,-18.000-3.000 1,-18.000-4.000-16,-28.000-5.000 16,-18.000-8.000-16,-3.000 9.000 15</inkml:trace>
  <inkml:trace contextRef="#ctx0" brushRef="#br0">7547.000 8498.000 0,'9.000'30.000'16,"7.000"24.000"0,0.000 15.000-16,-1.000 7.000 15,-8.000-2.000 1,-5.000-3.000-16,-9.000-10.000 16,-8.000-16.000-1,-4.000-13.000-15,-7.000-16.000 16,-7.000-18.000-16,6.000-7.000 15</inkml:trace>
  <inkml:trace contextRef="#ctx0" brushRef="#br0">7958.000 8336.000 0,'64.000'-16.000'16,"31.000"-4.000"0,-6.000 4.000-16,-16.000 8.000 15,-17.000 1.000-15,-18.000-5.000 16,-16.000 1.000-16</inkml:trace>
  <inkml:trace contextRef="#ctx0" brushRef="#br0">8169.000 8164.000 0,'4.000'26.000'0,"-4.000"13.000"16,-11.000 11.000-1,-14.000 0.000-15,-9.000-7.000 16,2.000-9.000-16</inkml:trace>
  <inkml:trace contextRef="#ctx0" brushRef="#br0">8270.000 8446.000 0,'47.000'10.000'0,"12.000"4.000"15,-13.000-1.000 1,-18.000-2.000-16,-11.000-5.000 16</inkml:trace>
  <inkml:trace contextRef="#ctx0" brushRef="#br0">8127.000 8720.000 0,'-6.000'30.000'16,"-3.000"13.000"-16,1.000 7.000 15,2.000-1.000-15,7.000-9.000 16,13.000-8.000 0,10.000-7.000-16,13.000-13.000 15,7.000-7.000 1,3.000-8.000-16,1.000-8.000 15,-5.000-2.000 1,-11.000-6.000-16,-9.000-9.000 16,-14.000-8.000-1,-11.000-4.000-15,-15.000 2.000 16,-8.000 7.000 0,-1.000 11.000-16,6.000 7.000 15,11.000 7.000 1,15.000 3.000-16,20.000 1.000 15,16.000-1.000 1,14.000-5.000-16,10.000-2.000 16,-1.000-2.000-1,-7.000-1.000-15,-14.000-2.000 16,-13.000-9.000 0,-11.000 4.000-16</inkml:trace>
  <inkml:trace contextRef="#ctx0" brushRef="#br0">8883.000 8480.000 0,'95.000'-14.000'0,"24.000"-5.000"16,-15.000-1.000-1,-29.000-1.000-15,-31.000-5.000 16,-21.000 4.000-16</inkml:trace>
  <inkml:trace contextRef="#ctx0" brushRef="#br0">9153.000 8284.000 0,'8.000'32.000'0,"2.000"21.000"15,0.000 11.000 1,-3.000 7.000-16,-5.000 4.000 16,-3.000-4.000-1,-3.000-6.000-15,-6.000-11.000 16,-4.000-9.000 0,-3.000-14.000-16,-2.000-11.000 15,0.000-14.000 1,-8.000-13.000-16,0.000-13.000 15,0.000-7.000 1,5.000-5.000-16,12.000-4.000 16,11.000 4.000-1,20.000 4.000-15,14.000 5.000 16,14.000 3.000 0,1.000 2.000-16,-4.000 1.000 15,-8.000-1.000 1,-11.000-4.000-16,-10.000-7.000 15,-13.000-6.000-15,-5.000 7.000 16</inkml:trace>
  <inkml:trace contextRef="#ctx0" brushRef="#br0">8783.000 8233.000 0,'-1.000'65.000'16,"-4.000"33.000"-1,-2.000 9.000-15,8.000-6.000 16,7.000-10.000-16,10.000-14.000 16,11.000-11.000-1,13.000-16.000-15,16.000-13.000 16,14.000-18.000-1,6.000-13.000-15,0.000-18.000 16,-3.000-16.000 0,-17.000 0.000-16</inkml:trace>
  <inkml:trace contextRef="#ctx0" brushRef="#br0">9859.000 7901.000 0,'0.000'0.000'0,"-41.000"31.000"15,-31.000 23.000 1,-9.000 12.000-16,8.000-3.000 15,23.000-6.000 1,20.000-7.000 0,29.000-6.000-16,30.000-8.000 15,29.000-12.000 1,19.000-12.000-16,6.000-8.000 16,-2.000-9.000-16,-9.000-5.000 15,-16.000-5.000 1,-20.000-1.000-16</inkml:trace>
  <inkml:trace contextRef="#ctx0" brushRef="#br0">9741.000 8233.000 0,'4.000'49.000'0,"7.000"32.000"16,1.000 13.000-1,-4.000 7.000-15,-3.000-5.000 16,-6.000-8.000 0,-4.000-19.000-1,0.000-23.000-15,1.000-25.000 16,1.000-14.000-16</inkml:trace>
  <inkml:trace contextRef="#ctx0" brushRef="#br0">9775.000 8506.000 0,'0.000'0.000'16,"0.000"0.000"-16,-41.000 24.000 16,-23.000 11.000-1,-5.000 0.000-15,11.000-15.000 16,18.000-11.000-1</inkml:trace>
  <inkml:trace contextRef="#ctx0" brushRef="#br0">9775.000 8522.000 0,'26.000'17.000'0,"11.000"10.000"15,-2.000 4.000 1,-9.000 0.000-16,-9.000-9.000 15,-8.000-14.000 1,-4.000-8.000-16</inkml:trace>
  <inkml:trace contextRef="#ctx0" brushRef="#br0">10095.000 8079.000 0,'13.000'32.000'15,"2.000"15.000"1,-10.000 1.000-16,-7.000-18.000 16,-2.000-13.000-1</inkml:trace>
  <inkml:trace contextRef="#ctx0" brushRef="#br0">10187.000 7952.000 0,'49.000'-5.000'0,"16.000"9.000"16,-12.000 8.000-16,-20.000 10.000 15,-23.000 8.000 1,-27.000 7.000-16,-18.000 1.000 16,-18.000-4.000-1,-4.000-7.000-15,7.000-2.000 16,10.000-7.000 0,13.000-6.000-16,15.000-3.000 15,20.000-2.000 1,21.000-2.000-16,16.000-1.000 15,9.000-1.000 1,-3.000-1.000-16,-9.000 2.000 16,-18.000 2.000-1,-15.000 4.000-15,-25.000 4.000 16,-16.000 4.000 0,-12.000 1.000-16,-10.000 1.000 15,7.000 0.000 1,15.000-3.000-16,13.000-5.000 15,18.000-3.000 1,16.000-1.000-16,16.000-5.000 16,17.000-2.000-1,4.000 1.000-15,-6.000 2.000 16,-11.000 2.000 0,-16.000 4.000-16,-20.000 0.000 15,-21.000 4.000-15,-20.000 3.000 16,-18.000 5.000-1,-3.000 6.000 1,6.000-3.000-16,13.000 0.000 16,14.000-8.000-1,22.000 1.000-15,22.000-6.000 16,23.000-5.000-16,15.000-4.000 16,10.000-5.000-1,0.000 0.000-15,-6.000-3.000 16,-12.000-2.000-1,-15.000-1.000-15,-18.000-8.000 16,-8.000 3.000 0</inkml:trace>
  <inkml:trace contextRef="#ctx0" brushRef="#br0">10204.000 8532.000 0,'0.000'0.000'0,"4.000"21.000"15,0.000 15.000 1,-6.000 11.000 0,-4.000 3.000-16,-4.000 1.000 15,-1.000-3.000-15,-2.000-8.000 16,1.000-12.000 0,1.000-10.000-16</inkml:trace>
  <inkml:trace contextRef="#ctx0" brushRef="#br0">9952.000 8899.000 0,'0.000'0.000'0,"33.000"1.000"16,27.000 2.000-1,14.000-3.000-15,8.000 1.000 16,-3.000-1.000-1,-4.000-3.000-15,-7.000 1.000 16,-6.000-5.000 0,-8.000-8.000-16,-15.000 2.000 15</inkml:trace>
  <inkml:trace contextRef="#ctx0" brushRef="#br0">10768.000 8839.000 0,'13.000'0.000'15,"3.000"0.000"-15</inkml:trace>
  <inkml:trace contextRef="#ctx0" brushRef="#br0">10700.000 8446.000 0,'0.000'0.000'15,"22.000"10.000"1,6.000 8.000-16,-3.000 3.000 16,-13.000 1.000-1,-9.000-1.000-15,-4.000-5.000 16</inkml:trace>
  <inkml:trace contextRef="#ctx0" brushRef="#br0">10809.000 8847.000 0,'10.000'16.000'15,"2.000"4.000"1,-7.000-6.000-16,-3.000-4.000 15</inkml:trace>
  <inkml:trace contextRef="#ctx0" brushRef="#br0">12004.000 8293.000 0,'0.000'0.000'0,"0.000"0.000"15,-15.000 36.000 1,-11.000 27.000-16,-15.000 16.000 15,-12.000 20.000 1,-8.000 10.000-16,-6.000 16.000 16,-1.000 6.000-1,-1.000 5.000-15,8.000-7.000 16,10.000-16.000 0,15.000-25.000-16,11.000-27.000 15,13.000-28.000 1,11.000-27.000-16,10.000-29.000 15,10.000-29.000 1,2.000-21.000-16,-2.000 7.000 16</inkml:trace>
  <inkml:trace contextRef="#ctx0" brushRef="#br0">11902.000 8387.000 0,'33.000'42.000'16,"9.000"33.000"-16,0.000 24.000 16,-11.000 10.000-1,-2.000 12.000-15,-10.000 4.000 16,-8.000-1.000-1,-4.000-12.000-15,-1.000-17.000 16,-4.000-17.000 0,0.000-24.000-16,-2.000-27.000 15,0.000-15.000 1</inkml:trace>
  <inkml:trace contextRef="#ctx0" brushRef="#br0">11776.000 9043.000 0,'0.000'0.000'0,"0.000"0.000"16,45.000-4.000-16,24.000-3.000 15,5.000 0.000 1,-1.000-3.000-16,-16.000 3.000 16</inkml:trace>
  <inkml:trace contextRef="#ctx0" brushRef="#br0">12651.000 8830.000 0,'46.000'-4.000'15,"24.000"-3.000"1,4.000 1.000-16,-3.000 4.000 16,-11.000-1.000-1,-12.000-4.000-15,-14.000 0.000 16</inkml:trace>
  <inkml:trace contextRef="#ctx0" brushRef="#br0">12600.000 9103.000 0,'41.000'3.000'16,"32.000"-2.000"-1,18.000-3.000-15,5.000-2.000 16,0.000-1.000-1,-23.000-1.000-15</inkml:trace>
  <inkml:trace contextRef="#ctx0" brushRef="#br0">14610.000 7627.000 0,'-22.000'-10.000'0,"-11.000"-1.000"16,0.000 7.000-16,2.000 5.000 15,0.000 2.000 1,5.000 6.000-16,4.000 0.000 16,6.000 3.000-1,6.000 1.000-15,3.000-1.000 16,4.000 1.000 0,1.000-4.000-16,2.000-1.000 15,0.000-8.000-15,4.000 7.000 16,1.000-2.000-1,1.000 1.000-15,-6.000-6.000 16,0.000 0.000 0,0.000 0.000-16,3.000 8.000 15,-3.000-8.000 1,0.000 0.000-16,1.000 8.000 16,-1.000-8.000-1,0.000 8.000-15,0.000-8.000 16,0.000 0.000-16,-5.000 6.000 15,-1.000 0.000 1,5.000 0.000-16,-2.000 0.000 16,2.000 3.000-1,-3.000-1.000-15,0.000 4.000 16,-4.000 5.000 0,0.000 5.000-16,-2.000 5.000 15,-2.000 7.000 1,2.000 5.000-16,1.000 6.000 15,-1.000 5.000 1,1.000 6.000-16,3.000 8.000 16,0.000 6.000-1,0.000 10.000-15,0.000 7.000 16,4.000 8.000 0,3.000 7.000-16,6.000 0.000 15,0.000 2.000 1,-6.000-1.000-16,-9.000 0.000 15,-6.000-7.000 1,-8.000 0.000-16,-7.000-5.000 16,-6.000-3.000-1,-7.000-5.000-15,-10.000-8.000 16,-9.000-15.000 0,2.000-15.000-16,15.000-17.000 15</inkml:trace>
  <inkml:trace contextRef="#ctx0" brushRef="#br0">14980.000 8548.000 0,'0.000'59.000'16,"0.000"26.000"-16,-6.000 15.000 16,0.000 4.000-1,-7.000 1.000-15,0.000-9.000 16,-2.000-11.000-1,-3.000-18.000-15,1.000-19.000 16,-2.000-20.000 0,3.000-22.000-16,6.000-11.000 15</inkml:trace>
  <inkml:trace contextRef="#ctx0" brushRef="#br0">14938.000 8592.000 0,'64.000'-21.000'16,"24.000"1.000"-16,-8.000 11.000 15,-23.000 15.000 1,-22.000 16.000-16,-26.000 9.000 15,-26.000 8.000 1,-17.000 9.000-16,-14.000-4.000 16,-6.000-5.000-1,6.000-10.000-15,16.000-15.000 16,11.000-7.000 0</inkml:trace>
  <inkml:trace contextRef="#ctx0" brushRef="#br0">15704.000 8635.000 0,'19.000'-21.000'0,"1.000"-8.000"16,-14.000 0.000-1,-15.000 6.000-15,-19.000 14.000 16,-14.000 14.000-1,-10.000 20.000 1,-5.000 17.000-16,3.000 11.000 16,11.000 9.000-16,15.000-1.000 15,16.000-7.000 1,17.000-6.000-16,16.000-16.000 16,14.000-16.000-1,9.000-16.000-15,6.000-19.000 16,2.000-19.000-1,-2.000-16.000-15,-1.000-15.000 16,-5.000-15.000 0,-8.000-10.000-16,-8.000-7.000 15,-11.000-1.000 1,-5.000 7.000-16,-7.000 12.000 16,-3.000 16.000-1,-2.000 20.000-15,0.000 18.000 16,0.000 29.000-1,-4.000 0.000-15,-3.000 29.000 16,-4.000 27.000 0,-2.000 18.000-16,1.000 15.000 15,-2.000 5.000 1,7.000 0.000-16,3.000-6.000 16,3.000-13.000-1,2.000-12.000-15,4.000-18.000 16,0.000-20.000-1,5.000-22.000-15,0.000-10.000 16</inkml:trace>
  <inkml:trace contextRef="#ctx0" brushRef="#br0">16141.000 8336.000 0,'16.000'49.000'0,"2.000"27.000"16,-1.000 9.000-1,-4.000-2.000-15,-8.000-6.000 16,-2.000-11.000 0,2.000-9.000-16,2.000-15.000 15,3.000-10.000 1,7.000-14.000-16,4.000-12.000 15,3.000-13.000 1,7.000-17.000-16,1.000-18.000 16,5.000-15.000-1,3.000-13.000-15,2.000-10.000 16,-2.000-3.000 0,-5.000 7.000-16,-9.000 14.000 15,-8.000 19.000 1,-11.000 14.000-16,-12.000 8.000 15,-3.000 8.000-15</inkml:trace>
  <inkml:trace contextRef="#ctx0" brushRef="#br0">14332.000 9556.000 0,'0.000'0.000'16,"7.000"20.000"-1,-1.000 21.000-15,-4.000 14.000 16,-2.000 5.000-1,-1.000 0.000-15,-2.000-5.000 16,-1.000-10.000 0,3.000-9.000-16,4.000-11.000 15,2.000-11.000 1,6.000-15.000-16,5.000-13.000 16,4.000-16.000-1,10.000-13.000-15,8.000-7.000 16,1.000-4.000-1,1.000-2.000-15,-4.000 2.000 16,-4.000 4.000 0,-8.000 9.000-16,-6.000 9.000 15</inkml:trace>
  <inkml:trace contextRef="#ctx0" brushRef="#br0">14653.000 9871.000 0,'-10.000'45.000'0,"-5.000"21.000"16,-4.000-1.000-1,3.000-10.000-15,-1.000-20.000 16,5.000-14.000-1</inkml:trace>
  <inkml:trace contextRef="#ctx0" brushRef="#br0">14585.000 7380.000 0,'0.000'0.000'16,"18.000"9.000"0,2.000 9.000-16,-7.000 13.000 15,-2.000 13.000 1,-7.000 13.000-16,-4.000 8.000 16,-4.000-2.000-1,3.000-4.000-15,2.000-10.000 16,2.000-9.000-1,3.000-9.000-15,1.000-10.000 16,1.000-11.000 0,4.000-15.000-16,2.000-13.000 15,7.000-15.000 1,1.000-11.000-16,3.000-7.000 16,4.000-4.000-16,3.000 3.000 15,1.000 2.000 1,-3.000 3.000-1,-1.000 8.000-15,-7.000 7.000 16,-5.000 3.000 0,-4.000 4.000-16,-7.000 2.000 15,-3.000 6.000 1</inkml:trace>
  <inkml:trace contextRef="#ctx0" brushRef="#br0">14820.000 7781.000 0,'27.000'4.000'0,"10.000"3.000"16,2.000 1.000-1,-11.000 2.000-15,-7.000 5.000 16,-11.000 5.000-1,-10.000 0.000 1,-11.000 5.000-16,-10.000 2.000 16,-1.000-2.000-16,0.000-2.000 15,5.000-2.000 1,7.000-5.000-16,4.000-4.000 16,8.000-4.000-1,7.000-1.000-15,13.000-3.000 16,8.000-7.000-1,8.000-8.000-15,3.000-9.000 16,-7.000 0.000 0</inkml:trace>
  <inkml:trace contextRef="#ctx0" brushRef="#br0">15199.000 8019.000 0,'0.000'0.000'0,"0.000"0.000"16</inkml:trace>
  <inkml:trace contextRef="#ctx0" brushRef="#br0">18966.000 7515.000 0,'0.000'0.000'16,"0.000"0.000"-16,0.000 0.000 15,0.000 0.000-15,0.000 0.000 16,0.000 0.000 0,0.000 38.000-16,-1.000 24.000 15,1.000 5.000 1,1.000-7.000-16,-1.000-10.000 15,2.000-11.000 1,1.000-12.000 0,-3.000-27.000-16,0.000 10.000 15</inkml:trace>
  <inkml:trace contextRef="#ctx0" brushRef="#br0">19218.000 7499.000 0,'0.000'0.000'0,"0.000"0.000"16,-19.000 18.000-1,-5.000 7.000-15,-5.000 3.000 16,1.000 1.000 0,1.000-4.000-16,8.000-8.000 15,7.000-1.000 1,7.000-4.000-16,8.000-4.000 16,10.000-2.000-16,10.000 2.000 15,9.000 1.000 1,6.000-3.000-16,3.000-1.000 15,-3.000 1.000 1,-8.000-1.000-16,-7.000-1.000 16,-9.000-2.000-1,-5.000-2.000 1,-6.000-8.000-16,-4.000-11.000 16,-2.000 0.000-16</inkml:trace>
  <inkml:trace contextRef="#ctx0" brushRef="#br0">19513.000 7431.000 0,'-7.000'27.000'0,"-8.000"26.000"15,-9.000 10.000 1,-3.000 4.000-16,-1.000-4.000 15,6.000-14.000 1,5.000-18.000 0,7.000-15.000-16</inkml:trace>
  <inkml:trace contextRef="#ctx0" brushRef="#br0">19665.000 7499.000 0,'0.000'0.000'0,"-17.000"18.000"15,-12.000 15.000-15,-10.000 1.000 16,1.000-4.000 0,7.000-4.000-1,12.000-7.000 1,17.000-6.000-16,17.000-4.000 15,18.000-7.000-15,11.000-2.000 16,6.000 0.000-16,0.000-1.000 16,-9.000 1.000-1,-16.000 1.000-15,-16.000 5.000 16,-22.000 4.000 0,-3.000-2.000-16</inkml:trace>
  <inkml:trace contextRef="#ctx0" brushRef="#br0">19210.000 7969.000 0,'39.000'0.000'0,"20.000"-4.000"15,4.000-2.000-15,-2.000-2.000 16,-7.000-7.000-1,-14.000-2.000-15,-12.000 1.000 16</inkml:trace>
  <inkml:trace contextRef="#ctx0" brushRef="#br0">19285.000 7901.000 0,'0.000'0.000'0,"0.000"0.000"16,11.000 20.000-1,-2.000 15.000-15,-7.000-1.000 16,-9.000-4.000 0,-9.000 3.000-16,-1.000-3.000 15,0.000-6.000 1,5.000-7.000-16,4.000-6.000 15,8.000-11.000 1,6.000 7.000-16,7.000-7.000 16,13.000-6.000-16,12.000-1.000 15,6.000 0.000 1,-4.000 1.000-16,-9.000 2.000 16,-12.000 6.000-1,-14.000 5.000-15,-20.000 8.000 16,-18.000 9.000-1,-13.000 5.000-15,-5.000 2.000 16,5.000 3.000 0,11.000-7.000-16,12.000-4.000 15,15.000-5.000 1,18.000-9.000-16,17.000-9.000 16,17.000-7.000-1,9.000-9.000-15,3.000-5.000 16,-3.000 0.000-1,-11.000 1.000-15,-11.000 3.000 16,-14.000 4.000 0,-7.000 1.000-16,-6.000 4.000 15,-4.000 8.000 1,-2.000 2.000-16,-1.000 15.000 16,-2.000 20.000-1,0.000 18.000-15,1.000 14.000 16,2.000 8.000-1,-1.000 0.000-15,-3.000-7.000 16,-1.000-13.000 0,1.000-15.000-16,0.000-17.000 15,-1.000-17.000 1,-11.000-20.000-16,-4.000-12.000 16,1.000-8.000-16,4.000-5.000 15,10.000 2.000 1,11.000 1.000-16,18.000 0.000 15,14.000-2.000 1,17.000-7.000-16,7.000-10.000 16,5.000-15.000-1,-13.000 8.000-15</inkml:trace>
  <inkml:trace contextRef="#ctx0" brushRef="#br0">20143.000 7764.000 0,'-25.000'15.000'0,"-23.000"13.000"16,-10.000 7.000 0,1.000-2.000-1,16.000-6.000-15,17.000-12.000 0,24.000-15.000 16,8.000 10.000-1,18.000 2.000 1,10.000 6.000-16,3.000 8.000 16,-3.000 7.000-16,-10.000 5.000 15,-6.000 5.000 1,-7.000 3.000-16,-7.000 4.000 16,-8.000-1.000-1,-4.000-9.000-15,-3.000-19.000 16,2.000-11.000-1</inkml:trace>
  <inkml:trace contextRef="#ctx0" brushRef="#br0">20236.000 7985.000 0,'50.000'-15.000'15,"25.000"-6.000"-15,1.000 1.000 16,-7.000 6.000 0,-10.000 5.000-16,-15.000 2.000 15,-16.000-3.000-15,-18.000-2.000 16,-17.000-7.000 0,-18.000-10.000-1,1.000 3.000-15</inkml:trace>
  <inkml:trace contextRef="#ctx0" brushRef="#br0">20295.000 7507.000 0,'24.000'84.000'16,"2.000"58.000"-16,-8.000 27.000 15,-8.000 6.000 1,-2.000 1.000-16,-9.000-20.000 16,0.000-23.000-1,4.000-33.000-15,3.000-28.000 16,-1.000-26.000 0,-5.000-46.000-16,-3.000-7.000 15,-3.000-16.000 1</inkml:trace>
  <inkml:trace contextRef="#ctx0" brushRef="#br0">20320.000 8096.000 0,'0.000'0.000'0,"-21.000"37.000"16,-12.000 22.000-1,1.000 0.000-15,2.000-18.000 16,9.000-16.000 0</inkml:trace>
  <inkml:trace contextRef="#ctx0" brushRef="#br0">20480.000 8071.000 0,'19.000'30.000'16,"9.000"20.000"0,-7.000 13.000-16,-7.000-1.000 15,-11.000-6.000 1,-6.000-14.000-16,-7.000-16.000 16,1.000-11.000-16</inkml:trace>
  <inkml:trace contextRef="#ctx0" brushRef="#br0">20253.000 8353.000 0,'0.000'0.000'16,"0.000"0.000"-16,36.000-6.000 15,24.000-5.000 1,4.000-11.000-16,-2.000-11.000 15,-17.000 4.000 1</inkml:trace>
  <inkml:trace contextRef="#ctx0" brushRef="#br0">20960.000 7959.000 0,'0.000'0.000'16,"13.000"16.000"0,1.000 1.000-16,-4.000-6.000 15</inkml:trace>
  <inkml:trace contextRef="#ctx0" brushRef="#br0">21001.000 8242.000 0,'11.000'9.000'0,"6.000"-7.000"0,-5.000-3.000 16</inkml:trace>
  <inkml:trace contextRef="#ctx0" brushRef="#br0">21918.000 7610.000 0,'-7.000'53.000'0,"-11.000"33.000"15,-17.000 22.000 1,-11.000 12.000-16,-4.000 3.000 15,2.000-11.000 1,7.000-15.000 0,13.000-18.000-16,12.000-22.000 0,11.000-17.000 15,6.000-22.000 1,8.000-26.000-16,11.000-25.000 16,-3.000-2.000-1</inkml:trace>
  <inkml:trace contextRef="#ctx0" brushRef="#br0">21885.000 7729.000 0,'0.000'0.000'0,"23.000"27.000"16,15.000 23.000-1,-4.000 21.000-15,-1.000 10.000 16,-12.000 11.000 0,-1.000 0.000-16,-3.000-1.000 15,-6.000-12.000 1,-2.000-16.000-16,0.000-13.000 16,-9.000-15.000-1,-5.000-21.000-15,-9.000-21.000 16,-3.000-3.000-1</inkml:trace>
  <inkml:trace contextRef="#ctx0" brushRef="#br0">21808.000 8207.000 0,'0.000'0.000'16,"0.000"0.000"-16,32.000-12.000 15,19.000-8.000 1,0.000-4.000-16,-9.000 4.000 16</inkml:trace>
  <inkml:trace contextRef="#ctx0" brushRef="#br0">22397.000 8046.000 0,'41.000'-19.000'0,"15.000"0.000"16,1.000 6.000-1,-7.000 7.000-15,-12.000 0.000 16,-8.000-2.000-1,-8.000 2.000-15</inkml:trace>
  <inkml:trace contextRef="#ctx0" brushRef="#br0">22381.000 8233.000 0,'43.000'-4.000'0,"26.000"-5.000"16,10.000-5.000-1,-4.000-10.000-15,-5.000-4.000 16,-18.000 3.000 0</inkml:trace>
  <inkml:trace contextRef="#ctx0" brushRef="#br0">23179.000 7875.000 0,'-7.000'27.000'16,"-6.000"18.000"-1,-3.000 12.000-15,3.000 7.000 16,6.000-6.000 0,6.000-3.000-1,7.000-11.000 1,7.000-12.000-16,14.000-11.000 0,12.000-15.000 16,8.000-15.000-1,6.000-15.000-15,-3.000-13.000 16,0.000-13.000-1,-9.000-10.000-15,-11.000-1.000 16,-14.000 0.000 0,-22.000 13.000-16,-14.000 10.000 15,-13.000 16.000 1,-9.000 14.000-16,-9.000 12.000 16,-4.000 11.000-1,3.000 6.000-15,11.000-7.000 16,11.000-7.000-1</inkml:trace>
  <inkml:trace contextRef="#ctx0" brushRef="#br0">23608.000 8164.000 0,'0.000'0.000'0,"0.000"0.000"15</inkml:trace>
  <inkml:trace contextRef="#ctx0" brushRef="#br0">19319.000 9274.000 0,'0.000'0.000'0,"10.000"40.000"15,1.000 24.000 1,2.000 15.000-16,-4.000 10.000 16,-7.000 2.000-1,-7.000-13.000-15,-4.000-24.000 16,1.000-22.000 0</inkml:trace>
  <inkml:trace contextRef="#ctx0" brushRef="#br0">19538.000 9300.000 0,'0.000'0.000'0,"0.000"0.000"16,-21.000 18.000-16,-19.000 14.000 15,-8.000 12.000 1,-1.000-1.000 0,12.000-6.000-16,13.000-10.000 15,14.000-9.000-15,11.000-2.000 16,16.000-5.000 0,13.000-2.000-16,4.000-3.000 15,6.000-3.000 1,-5.000-5.000-16,-7.000-2.000 15</inkml:trace>
  <inkml:trace contextRef="#ctx0" brushRef="#br0">19706.000 9240.000 0,'0.000'0.000'16,"-6.000"38.000"0,-5.000 22.000-16,-4.000 12.000 15,-6.000-2.000 1,4.000-18.000-16</inkml:trace>
  <inkml:trace contextRef="#ctx0" brushRef="#br0">19917.000 9197.000 0,'-24.000'32.000'15,"-14.000"19.000"1,-5.000 5.000-16,5.000-5.000 15,16.000-12.000 1,19.000-11.000-16,20.000-16.000 16,20.000-13.000-1,17.000-7.000-15,10.000-5.000 16,-1.000-1.000 0,-9.000 2.000-16,-15.000-1.000 15,-19.000 3.000 1,-14.000 3.000-16</inkml:trace>
  <inkml:trace contextRef="#ctx0" brushRef="#br0">19395.000 9837.000 0,'0.000'0.000'0,"43.000"-13.000"16,23.000-8.000 0,9.000-1.000-16,-4.000 3.000 15,-12.000 2.000 1,-9.000 5.000-16,-13.000 3.000 16,-13.000-4.000-16,-14.000 0.000 15,-7.000 1.000 1</inkml:trace>
  <inkml:trace contextRef="#ctx0" brushRef="#br0">19588.000 9640.000 0,'0.000'0.000'0,"0.000"0.000"16,0.000 0.000-1,2.000 29.000-15,-5.000 19.000 16,-1.000 4.000 0,-3.000 3.000-16,1.000-6.000 15,7.000-12.000 1,8.000-11.000-16,9.000-12.000 16,11.000-14.000-1,10.000-10.000-15,1.000-6.000 16,-3.000-1.000-1,-10.000 3.000-15,-27.000 14.000 16,3.000 4.000 0,-26.000 16.000-16,-19.000 12.000 15,-13.000 8.000 1,-1.000 0.000-16,4.000 1.000 16,12.000-9.000-1,16.000-6.000-15,11.000-8.000 16,22.000-4.000-1,18.000-8.000-15,20.000-10.000 16,8.000-7.000 0,5.000-8.000-16,-1.000-3.000 15,-4.000 0.000 1,-11.000-4.000-16,-15.000 3.000 16,-15.000 3.000-1,-14.000 9.000-15,-9.000 11.000 16,-6.000 17.000-1,-5.000 14.000-15,1.000 15.000 16,3.000 10.000 0,3.000 7.000-16,4.000-3.000 15,2.000-8.000 1,0.000-9.000-16,3.000-14.000 16,0.000-11.000-1,-2.000-12.000-15,-4.000-12.000 16,-8.000-9.000-16,-2.000-10.000 15,3.000-1.000 1,7.000-3.000-16,13.000-3.000 16,10.000-4.000-1,13.000 1.000-15,18.000-11.000 16,13.000-8.000 0,5.000-14.000-16,3.000-4.000 15,-12.000 12.000 1</inkml:trace>
  <inkml:trace contextRef="#ctx0" brushRef="#br0">20295.000 9495.000 0,'44.000'-17.000'16,"23.000"-7.000"-16,2.000 0.000 15,-1.000 7.000-15,-6.000 4.000 16,-11.000 2.000 0,-14.000 0.000-16,-15.000 0.000 15,-12.000 5.000 1</inkml:trace>
  <inkml:trace contextRef="#ctx0" brushRef="#br0">20446.000 9564.000 0,'-33.000'64.000'0,"-16.000"40.000"16,2.000 19.000-16,1.000 7.000 15,3.000-7.000 1,10.000-19.000-16,10.000-24.000 16,7.000-32.000-1,16.000-48.000-15,-3.000 17.000 16</inkml:trace>
  <inkml:trace contextRef="#ctx0" brushRef="#br0">20438.000 9879.000 0,'32.000'-13.000'0,"21.000"-8.000"0,13.000-1.000 15,-4.000 2.000 1,-8.000 0.000-16,-3.000-3.000 16,-12.000 2.000-1</inkml:trace>
  <inkml:trace contextRef="#ctx0" brushRef="#br0">20623.000 9692.000 0,'-31.000'79.000'0,"-12.000"28.000"15,4.000-3.000 1,12.000-17.000-16,17.000-21.000 15,16.000-22.000 1,23.000-16.000 0,17.000-16.000-16,14.000-12.000 15,8.000-6.000 1,-3.000 0.000-16,-7.000-5.000 16,-12.000 1.000-16,-13.000-1.000 15,-13.000-6.000-15,-18.000-9.000 16,-7.000 2.000-1</inkml:trace>
  <inkml:trace contextRef="#ctx0" brushRef="#br0">20580.000 9957.000 0,'23.000'22.000'16,"5.000"4.000"-16,-3.000-6.000 16</inkml:trace>
  <inkml:trace contextRef="#ctx0" brushRef="#br0">21186.000 9640.000 0,'22.000'3.000'0,"1.000"0.000"16</inkml:trace>
  <inkml:trace contextRef="#ctx0" brushRef="#br0">21237.000 9975.000 0,'15.000'17.000'0,"-1.000"8.000"16,-7.000-6.000-16</inkml:trace>
  <inkml:trace contextRef="#ctx0" brushRef="#br0">22229.000 9180.000 0,'0.000'0.000'16,"-12.000"23.000"-16,-13.000 27.000 15,-13.000 21.000 1,-7.000 27.000-16,-6.000 20.000 16,-6.000 12.000-1,-4.000 5.000-15,9.000-12.000 16,5.000-15.000 0,14.000-27.000-16,11.000-25.000 15,22.000-56.000 1,-7.000 21.000-16</inkml:trace>
  <inkml:trace contextRef="#ctx0" brushRef="#br0">22186.000 9240.000 0,'19.000'36.000'0,"9.000"30.000"15,5.000 21.000 1,0.000 13.000-16,1.000 5.000 16,-3.000-4.000-1,-6.000-5.000 1,-6.000-11.000-16,-4.000-15.000 15,-4.000-16.000-15,-7.000-18.000 16,-11.000-22.000 0,-1.000-11.000-16</inkml:trace>
  <inkml:trace contextRef="#ctx0" brushRef="#br0">22027.000 9855.000 0,'0.000'0.000'15,"0.000"0.000"-15,21.000-11.000 16,13.000-3.000 0,6.000-2.000-16,-5.000 2.000 15</inkml:trace>
  <inkml:trace contextRef="#ctx0" brushRef="#br0">22800.000 9607.000 0,'19.000'-6.000'0,"6.000"-3.000"16,10.000 2.000-1,4.000 3.000-15,1.000 2.000 16,2.000 2.000 0,-11.000-1.000-1</inkml:trace>
  <inkml:trace contextRef="#ctx0" brushRef="#br0">22733.000 9863.000 0,'79.000'6.000'15,"26.000"1.000"1,-7.000-4.000-16,-26.000 0.000 15</inkml:trace>
  <inkml:trace contextRef="#ctx0" brushRef="#br0">24036.000 9360.000 0,'0.000'0.000'16,"-3.000"28.000"-16,-2.000 31.000 15,-2.000 22.000 1,-12.000 17.000-16,-6.000 12.000 15,-3.000 3.000 1,0.000-1.000-16,6.000-5.000 16,3.000-13.000-1,4.000-13.000-15,5.000-12.000 16,1.000-16.000 0,4.000-13.000-16,-1.000-15.000 15,1.000-9.000 1</inkml:trace>
  <inkml:trace contextRef="#ctx0" brushRef="#br0">23953.000 9419.000 0,'41.000'-25.000'0,"16.000"-2.000"16,4.000 10.000-16,-1.000 17.000 16,-4.000 10.000-1,-6.000 8.000-15,-5.000 3.000 16,-9.000 1.000-1,-6.000 2.000 1,-9.000 3.000-16,-6.000-2.000 16,-12.000 2.000-16,-10.000 5.000 15,-17.000 4.000 1,-13.000 2.000 0,-14.000 3.000-16,-8.000-2.000 15,-4.000-6.000-15,5.000-5.000 16,8.000-9.000-1,13.000-8.000-15,14.000-13.000 16,9.000-5.000 0</inkml:trace>
  <inkml:trace contextRef="#ctx0" brushRef="#br0">24575.000 9692.000 0,'0.000'0.000'16,"0.000"0.000"0,0.000 0.000-16</inkml:trace>
  <inkml:trace contextRef="#ctx0" brushRef="#br0">25138.000 9444.000 0,'-29.000'46.000'0,"-25.000"24.000"16,-11.000 9.000-1,-1.000-3.000-15,8.000-12.000 16,12.000-15.000 0,14.000-13.000-16,13.000-11.000 15,12.000-6.000 1,16.000-8.000-16,17.000-5.000 15,14.000-5.000 1,14.000-3.000-16,10.000-3.000 16,2.000 1.000-1,1.000-3.000-15,-7.000 1.000 16,-9.000 2.000-16,-7.000 1.000 16,-10.000 2.000-1,-9.000 0.000 1,-11.000 0.000-16,-14.000 1.000 15,0.000 0.000-15,6.000-6.000 16,-7.000-7.000 0,-4.000-10.000-16,-1.000-9.000 15,2.000-7.000 1,-3.000-7.000-16,-2.000-2.000 16,-1.000 1.000-1,-3.000 8.000-15,0.000 4.000 16,1.000 9.000-16,2.000 7.000 15,2.000 4.000 1,0.000 1.000-16,0.000-4.000 16,1.000 3.000-1</inkml:trace>
  <inkml:trace contextRef="#ctx0" brushRef="#br0">25634.000 9394.000 0,'7.000'46.000'16,"3.000"31.000"15,-1.000 11.000-31,-4.000 4.000 0,2.000-6.000 15,0.000-6.000 1,2.000-14.000-16,7.000-10.000 16,3.000-16.000-16,0.000-12.000 15,-1.000-14.000 1,3.000-13.000-16,2.000-13.000 16,3.000-19.000-1,4.000-15.000-15,1.000-16.000 16,4.000-13.000-1,1.000-7.000-15,3.000-2.000 16,-4.000 4.000 0,-4.000 6.000-16,-3.000 10.000 31,-6.000 11.000-31,-5.000 15.000 0,-7.000 13.000 16,-6.000 11.000-1,0.000-3.000-15,-2.000 4.000 16</inkml:trace>
  <inkml:trace contextRef="#ctx0" brushRef="#br0">26350.000 9794.000 0,'0.000'0.000'16</inkml:trace>
  <inkml:trace contextRef="#ctx0" brushRef="#br0">19597.000 11032.000 0,'0.000'0.000'16,"0.000"0.000"-16,0.000 0.000 16,-10.000 16.000-1,-6.000 14.000-15,2.000 15.000 16,4.000 13.000-1,1.000 8.000-15,1.000 5.000 16,-1.000-8.000 0,-1.000-11.000-16,-2.000-20.000 15,2.000-13.000 1</inkml:trace>
  <inkml:trace contextRef="#ctx0" brushRef="#br0">19807.000 11092.000 0,'0.000'0.000'16,"0.000"0.000"-16,0.000 0.000 15,-25.000 24.000 1,-17.000 13.000-16,-5.000 1.000 15,8.000-7.000 1,11.000-7.000-16,12.000-8.000 16,14.000-2.000-1,13.000-1.000-15,11.000-3.000 16,10.000 2.000 0,5.000-3.000-16,2.000 1.000 15,0.000-4.000 1,-10.000-6.000-16,-8.000-3.000 15</inkml:trace>
  <inkml:trace contextRef="#ctx0" brushRef="#br0">19984.000 10973.000 0,'-4.000'33.000'16,"-11.000"32.000"0,-7.000 19.000-16,-4.000 7.000 15,-2.000-8.000 1,5.000-22.000-16,7.000-23.000 16</inkml:trace>
  <inkml:trace contextRef="#ctx0" brushRef="#br0">20118.000 11032.000 0,'0.000'0.000'0,"0.000"0.000"15,-16.000 26.000 1,-17.000 14.000-16,0.000 1.000 15,7.000-11.000 1,12.000-7.000-16,17.000-12.000 16,16.000-7.000-1,13.000-6.000-15,9.000-4.000 16,2.000-1.000 0,0.000 1.000-16,-3.000 3.000 15,-13.000 1.000 1,-27.000 2.000-16,3.000 5.000 15,-9.000 1.000-15</inkml:trace>
  <inkml:trace contextRef="#ctx0" brushRef="#br0">19681.000 11526.000 0,'0.000'0.000'0,"24.000"-4.000"16,18.000-2.000-1,6.000-1.000-15,-4.000 1.000 16,-1.000 0.000 0,-4.000 1.000-1,-6.000-2.000-15,-7.000-7.000 16,-9.000 2.000-16</inkml:trace>
  <inkml:trace contextRef="#ctx0" brushRef="#br0">19899.000 11407.000 0,'-11.000'19.000'15,"-8.000"14.000"-15,0.000 5.000 16,-1.000 5.000-1,3.000-1.000-15,5.000-9.000 16,9.000-8.000 0,10.000-12.000-16,10.000-12.000 15,11.000-11.000 1,6.000-6.000-16,4.000-3.000 16,1.000 2.000-1,-4.000 3.000-15,-11.000 5.000 16,-24.000 9.000-1,3.000 10.000-15,-18.000 18.000 16,-22.000 11.000 0,-16.000 7.000-1,-8.000 5.000-15,3.000-8.000 16,9.000-10.000-16,14.000-8.000 16,16.000-10.000-1,19.000-15.000-15,3.000 7.000 16,22.000-8.000-1,15.000-5.000-15,7.000-9.000 16,7.000 1.000 0,-1.000-2.000-16,-4.000-2.000 15,-3.000 0.000-15,-5.000 1.000 16,-10.000 3.000 0,-8.000 2.000-16,-12.000 3.000 15,-9.000 2.000 1,-7.000 2.000-16,-3.000 1.000 15,-3.000 0.000 1,-2.000 3.000-16,3.000 3.000 16,-1.000 3.000-1,2.000 4.000-15,2.000 2.000 16,-1.000 7.000 0,2.000 11.000-16,3.000 11.000 15,2.000 7.000 1,-1.000 8.000-16,5.000 2.000 15,-3.000-3.000 1,1.000-3.000-16,-3.000-6.000 16,-7.000-9.000-1,-3.000-4.000-15,-7.000-7.000 16,-7.000-7.000 0,-5.000-8.000-16,-7.000-11.000 15,-1.000-9.000 1,6.000-8.000-16,10.000-8.000 15,13.000-8.000-15,15.000-7.000 16,16.000 0.000 0,15.000-4.000-16,4.000 4.000 15,4.000 5.000 1,-2.000 6.000-16,-6.000 1.000 16,-11.000 3.000-1,-11.000 5.000-15</inkml:trace>
  <inkml:trace contextRef="#ctx0" brushRef="#br0">20505.000 11203.000 0,'0.000'0.000'0,"0.000"0.000"15,0.000 0.000-15,0.000 0.000 16,-3.000 40.000 0,2.000 34.000-1,-3.000 24.000-15,-5.000 15.000 16,-2.000 6.000-16,-2.000-10.000 15,2.000-19.000 1,4.000-21.000-16,4.000-24.000 16,3.000-27.000-1,3.000-23.000-15,2.000-24.000 16,0.000-3.000 0</inkml:trace>
  <inkml:trace contextRef="#ctx0" brushRef="#br0">20724.000 11151.000 0,'-1.000'45.000'15,"1.000"23.000"-15,-1.000 10.000 16,-2.000-5.000-1,-1.000-13.000-15,-1.000-15.000 16,0.000-21.000 0,5.000-24.000-16,0.000-5.000 15,5.000-28.000 1,1.000-1.000-16</inkml:trace>
  <inkml:trace contextRef="#ctx0" brushRef="#br0">20757.000 11161.000 0,'0.000'0.000'16,"23.000"-12.000"-16,14.000 2.000 15,6.000 12.000 1,3.000 12.000-16,-6.000 10.000 16,-5.000 11.000-1,-8.000 6.000-15,-10.000 0.000 16,-14.000-2.000-1,-11.000-5.000-15,-13.000-2.000 16,-11.000-10.000 0,-7.000-10.000-16,-1.000-12.000 15,6.000-14.000-15,6.000-9.000 16,14.000-6.000 0,15.000-2.000-16,13.000 4.000 15,13.000 6.000 1,6.000 7.000-16,2.000 3.000 15,2.000 4.000 1,-4.000 2.000-16,-7.000 4.000 16,-6.000 6.000-1,-11.000 2.000-15,-4.000-1.000 16</inkml:trace>
  <inkml:trace contextRef="#ctx0" brushRef="#br0">20623.000 11723.000 0,'17.000'34.000'0,"8.000"12.000"16,-3.000-5.000-1,-8.000-10.000-15,-6.000-10.000 16,-3.000-10.000-1,-9.000-14.000-15,-4.000-10.000 16,2.000-3.000 0</inkml:trace>
  <inkml:trace contextRef="#ctx0" brushRef="#br0">20673.000 11706.000 0,'26.000'-10.000'0,"24.000"-8.000"15,15.000-5.000 1,10.000-2.000-16,2.000 6.000 16,-6.000 6.000-1,-10.000 13.000-15,-13.000 9.000 16,-16.000 9.000 0,-20.000 12.000-16,-19.000 8.000 15,-23.000-1.000 1,-19.000-6.000-16,5.000-10.000 15</inkml:trace>
  <inkml:trace contextRef="#ctx0" brushRef="#br0">20816.000 11723.000 0,'-4.000'34.000'15,"-3.000"15.000"1,-3.000 2.000-16,3.000-12.000 16,3.000-14.000-16</inkml:trace>
  <inkml:trace contextRef="#ctx0" brushRef="#br0">20993.000 11604.000 0,'-4.000'36.000'15,"-10.000"17.000"1,-10.000 4.000-16,-5.000-8.000 16,-10.000-11.000-1,6.000-13.000-15</inkml:trace>
  <inkml:trace contextRef="#ctx0" brushRef="#br0">20488.000 12030.000 0,'0.000'0.000'16,"48.000"-11.000"-16,32.000-10.000 15,16.000-1.000 1,4.000 2.000-16,3.000 2.000 16,-3.000-1.000-1,-2.000 4.000-15,-13.000 4.000 16,-4.000 1.000 0,-10.000-2.000-16,-12.000-4.000 15,-14.000-3.000-15,-15.000 4.000 16</inkml:trace>
  <inkml:trace contextRef="#ctx0" brushRef="#br0">21783.000 11415.000 0,'0.000'0.000'16,"2.000"20.000"0,1.000 4.000-16</inkml:trace>
  <inkml:trace contextRef="#ctx0" brushRef="#br0">21775.000 11758.000 0,'16.000'24.000'16,"-2.000"8.000"-16,-5.000-5.000 16</inkml:trace>
  <inkml:trace contextRef="#ctx0" brushRef="#br0">22733.000 11074.000 0,'0.000'0.000'0,"0.000"0.000"15,0.000 0.000 1,-16.000 40.000-16,-20.000 32.000 15,-4.000 26.000 1,-7.000 21.000-16,-5.000 10.000 16,-2.000 6.000-1,7.000-10.000-15,4.000-21.000 16,8.000-24.000 0,12.000-26.000-16,10.000-23.000 15,10.000-26.000 1,6.000-28.000-16,2.000-6.000 15</inkml:trace>
  <inkml:trace contextRef="#ctx0" brushRef="#br0">22809.000 11092.000 0,'10.000'38.000'15,"-1.000"36.000"1,4.000 21.000-16,-4.000 13.000 16,0.000 6.000-1,4.000-3.000-15,2.000-11.000 16,2.000-17.000-1,-1.000-13.000-15,0.000-14.000 16,-5.000-13.000 0,-6.000-17.000-16,-3.000-11.000 15</inkml:trace>
  <inkml:trace contextRef="#ctx0" brushRef="#br0">22532.000 11672.000 0,'0.000'0.000'15,"20.000"-12.000"-15,14.000-8.000 16,6.000-2.000-1,-8.000 2.000-15</inkml:trace>
  <inkml:trace contextRef="#ctx0" brushRef="#br0">23154.000 11536.000 0,'18.000'-7.000'16,"8.000"-5.000"0,-2.000 1.000-16,-5.000-1.000 15,-5.000 2.000-15,-6.000 4.000 16</inkml:trace>
  <inkml:trace contextRef="#ctx0" brushRef="#br0">23238.000 11484.000 0,'43.000'-4.000'15,"20.000"-7.000"-15,3.000 2.000 16,-4.000 2.000-16,-7.000 2.000 16,-5.000 1.000-1,-11.000 2.000 1,-11.000 2.000-16,-9.000-3.000 16,-7.000-4.000-16,-12.000 3.000 15,-4.000-1.000 1</inkml:trace>
  <inkml:trace contextRef="#ctx0" brushRef="#br0">23170.000 11749.000 0,'69.000'4.000'15,"27.000"2.000"-15,1.000-4.000 16,-16.000-6.000 0,-23.000-1.000-16</inkml:trace>
  <inkml:trace contextRef="#ctx0" brushRef="#br0">25307.000 4555.000 0,'-1.000'31.000'0,"-2.000"22.000"15,-2.000 18.000 1,-4.000 19.000-16,-9.000 13.000 16,-8.000 14.000-1,-1.000-1.000 1,1.000-10.000-16,4.000-16.000 15,5.000-16.000-15,4.000-15.000 16,6.000-17.000 0,4.000-17.000-16,3.000-25.000 15,-3.000-8.000 1,-1.000-11.000-16</inkml:trace>
  <inkml:trace contextRef="#ctx0" brushRef="#br0">25290.000 4623.000 0,'31.000'-23.000'0,"20.000"-4.000"15,5.000 11.000 1,3.000 16.000 0,-7.000 14.000-16,-7.000 11.000 15,-11.000 6.000-15,-12.000 3.000 16,-16.000 3.000 0,-16.000 1.000-16,-14.000 5.000 15,-18.000 7.000 1,-14.000-3.000-16,-5.000-6.000 15,5.000-8.000 1,8.000-13.000-16,13.000-20.000 16,12.000-28.000-16,8.000-4.000 15</inkml:trace>
  <inkml:trace contextRef="#ctx0" brushRef="#br0">25786.000 4196.000 0,'12.000'18.000'0,"1.000"17.000"16,0.000 20.000-1,-6.000 25.000-15,-5.000 18.000 16,-6.000 7.000-1,3.000-1.000 1,1.000-9.000-16,4.000-17.000 16,2.000-17.000-16,3.000-19.000 15,0.000-16.000 1,0.000-17.000-16,5.000-18.000 16,5.000-17.000-1,8.000-21.000-15,4.000-21.000 16,6.000-11.000-1,3.000-12.000-15,4.000-2.000 16,0.000 1.000 0,-1.000 8.000-16,-5.000 8.000 15,-3.000 15.000 1,-8.000 15.000-16,-5.000 11.000 16,-9.000 9.000-1,-5.000 10.000-15,-3.000 6.000 16</inkml:trace>
  <inkml:trace contextRef="#ctx0" brushRef="#br0">26332.000 4564.000 0,'39.000'-9.000'16,"22.000"-1.000"-16,6.000 1.000 15,-6.000 4.000 1,-8.000 2.000-16,-15.000 0.000 16,-14.000 2.000-1</inkml:trace>
  <inkml:trace contextRef="#ctx0" brushRef="#br0">26350.000 4863.000 0,'56.000'-20.000'0,"32.000"-9.000"15,4.000 0.000 1,-21.000 3.000-16</inkml:trace>
  <inkml:trace contextRef="#ctx0" brushRef="#br0">27325.000 3891.000 0,'18.000'50.000'16,"-1.000"26.000"-1,-6.000 7.000-15,-12.000-6.000 16,-5.000-15.000-1,-4.000-22.000-15,3.000-15.000 16,3.000-13.000-16,3.000-14.000 16,6.000-16.000-16,9.000-14.000 15,8.000-13.000 1,9.000-8.000 0,6.000-8.000-16,2.000 1.000 15,1.000 3.000 1,-1.000 12.000-16,-3.000 11.000 15,-5.000 14.000 1,-6.000 15.000-16,-3.000 14.000 16,-7.000 17.000-1,-8.000 15.000-15,-13.000 10.000 16,-8.000 4.000-16,-6.000-1.000 16,-1.000-6.000-1,0.000-10.000-15,6.000-13.000 16,6.000-10.000-16,9.000-15.000 15,-4.000-2.000 1,7.000-22.000-16,8.000-19.000 16,11.000-13.000-1,12.000-10.000-15,6.000-2.000 16,0.000 5.000 0,1.000 10.000-16,-6.000 14.000 15,-8.000 13.000-15,-4.000 13.000 16,-1.000 9.000-1,0.000 10.000-15,-3.000 12.000 16,0.000 15.000 0,-9.000 9.000-16,-5.000 11.000 15,-5.000 8.000 1,-4.000 6.000 0,-5.000-1.000-16,-3.000-5.000 15,-1.000-4.000 1,3.000-10.000-16,-3.000-22.000 15,4.000-13.000-15,3.000-6.000 16</inkml:trace>
  <inkml:trace contextRef="#ctx0" brushRef="#br0">27207.000 4530.000 0,'36.000'-7.000'0,"29.000"-6.000"16,26.000 1.000 0,15.000-1.000-16,6.000-2.000 15,-2.000 2.000 1,-2.000 3.000-16,-12.000 2.000 15,-13.000 4.000 1,-18.000 1.000-16,-20.000 5.000 16,-18.000 2.000-1,-25.000 3.000-15,-8.000-3.000 16,-40.000 11.000 0,-32.000 5.000-16,-15.000-2.000 15,16.000 0.000 1</inkml:trace>
  <inkml:trace contextRef="#ctx0" brushRef="#br0">27535.000 4742.000 0,'-30.000'61.000'16,"-15.000"22.000"0,-3.000 1.000-16,4.000-19.000 15,6.000-21.000-15,9.000-28.000 16,10.000-29.000-1,6.000-6.000-15</inkml:trace>
  <inkml:trace contextRef="#ctx0" brushRef="#br0">27501.000 4820.000 0,'14.000'27.000'0,"2.000"15.000"16,-4.000 8.000-1,-3.000 3.000-15,-4.000-9.000 16,-1.000-9.000 0,3.000-13.000-16,9.000-15.000 15,5.000-17.000 1,11.000-20.000-16,11.000-16.000 16,9.000-11.000-1,5.000-3.000-15,0.000 3.000 16,-4.000 11.000-1,-9.000 16.000-15,-12.000 19.000 16,-9.000 17.000 0,-7.000 23.000-16,-13.000 23.000 15,-9.000 15.000 1,-11.000 8.000-16,-3.000-3.000 16,5.000-12.000-1,6.000-21.000-15,10.000-31.000 16,3.000-12.000-1</inkml:trace>
  <inkml:trace contextRef="#ctx0" brushRef="#br0">28619.000 4196.000 0,'-6.000'68.000'16,"-13.000"40.000"-1,-10.000 15.000-15,-10.000-1.000 16,1.000-15.000 0,6.000-19.000-16,5.000-21.000 31,10.000-30.000-31,5.000-28.000 0,6.000-14.000 15,3.000-2.000-15</inkml:trace>
  <inkml:trace contextRef="#ctx0" brushRef="#br0">28687.000 4196.000 0,'51.000'18.000'16,"12.000"17.000"-16,-14.000 6.000 15,-31.000 4.000 1,-28.000 1.000-16,-24.000 2.000 16,-22.000-2.000-1,-13.000-5.000 1,2.000-10.000-16,14.000-6.000 15,17.000-5.000-15,18.000 2.000 16,19.000 3.000 0,23.000 3.000-16,20.000 3.000 15,10.000 0.000 1,5.000-5.000-16,-3.000-3.000 16,-7.000-9.000-1,-12.000-6.000-15,-8.000-13.000 16,-10.000-16.000-1,-6.000-1.000-15</inkml:trace>
  <inkml:trace contextRef="#ctx0" brushRef="#br0">29115.000 4274.000 0,'68.000'-8.000'16,"32.000"-2.000"-16,4.000 6.000 16,-12.000 1.000-1,-12.000-1.000-15,-15.000 2.000 16,-12.000-4.000 0,-13.000-2.000-16,-14.000-11.000 15,-11.000 0.000 1</inkml:trace>
  <inkml:trace contextRef="#ctx0" brushRef="#br0">29511.000 4248.000 0,'-3.000'36.000'15,"-2.000"26.000"-15,-4.000 19.000 16,-4.000 14.000-1,-2.000 4.000-15,-4.000-3.000 16,0.000 0.000 0,2.000-12.000-16,7.000-22.000 15,3.000-19.000 1,4.000-16.000-16</inkml:trace>
  <inkml:trace contextRef="#ctx0" brushRef="#br0">29670.000 4974.000 0,'0.000'0.000'0,"0.000"0.000"16,0.000 0.000-16</inkml:trace>
  <inkml:trace contextRef="#ctx0" brushRef="#br0">30831.000 3745.000 0,'-26.000'-100.000'16,"-21.000"-36.000"-16,-21.000 2.000 15,-23.000 16.000 1,-22.000 18.000-16,-18.000 7.000 15,-22.000 14.000 1,-18.000 8.000 0,-13.000 8.000-16,-18.000 11.000 15,-24.000 6.000 1,-18.000 7.000-16,-13.000 11.000 16,-9.000 14.000-16,-3.000 17.000 15,1.000 13.000 1,6.000 13.000-16,6.000 10.000 15,3.000 11.000-15,4.000 13.000 16,-1.000 16.000 0,3.000 15.000-1,1.000 17.000-15,3.000 15.000 16,5.000 13.000-16,7.000 17.000 16,15.000 9.000-1,16.000 7.000-15,20.000 2.000 16,27.000-1.000-1,28.000 0.000-15,24.000-2.000 16,24.000 3.000 0,24.000 3.000-16,22.000-1.000 15,25.000-3.000 1,30.000-8.000-16,24.000-18.000 16,26.000-21.000-1,25.000-22.000-15,20.000-23.000 16,22.000-20.000-1,22.000-17.000-15,15.000-14.000 16,17.000-12.000 0,8.000-8.000-1,11.000-15.000-15,10.000-14.000 16,7.000-14.000 0,8.000-11.000-16,6.000-7.000 15,6.000-6.000 1,-1.000-3.000-16,-2.000-3.000 15,-2.000-1.000 1,-6.000-1.000-16,-2.000-2.000 16,-1.000-6.000-1,-4.000-7.000-15,-2.000-6.000 16,-8.000-6.000 0,-8.000-1.000-16,-10.000-2.000 15,-13.000-7.000 1,-12.000 1.000-16,-13.000-4.000 15,-13.000-4.000 1,-12.000 1.000-16,-17.000-1.000 16,-21.000-3.000-1,-19.000 2.000-15,-21.000-1.000 16,-21.000-2.000 0,-22.000 1.000-16,-28.000-1.000 15,-35.000 0.000 1,-31.000 4.000-16,-24.000 11.000 15,-25.000 16.000 1,-22.000 12.000-16,-26.000 14.000 16,-25.000 15.000-1,-17.000 16.000-15,-6.000 8.000 16,12.000 16.000 0,48.000 7.000-16</inkml:trace>
  <inkml:trace contextRef="#ctx0" brushRef="#br0">28814.000 3242.000 0,'-17.000'-7.000'0,"-2.000"-1.000"15</inkml:trace>
  <inkml:trace contextRef="#ctx0" brushRef="#br0">24365.000 10835.000 0,'0.000'0.000'15,"0.000"0.000"-15,14.000 18.000 16,6.000 9.000-1,4.000 8.000-15,0.000 3.000 16,-5.000 2.000 0,-3.000 8.000-16,-10.000 1.000 15,-8.000-2.000 1,-6.000-3.000 0,-3.000-9.000-16,1.000-10.000 0,3.000-9.000 15,7.000-16.000 1,0.000-8.000-16,4.000-13.000 15,6.000-17.000 1,4.000-9.000-16,4.000-4.000 16,2.000-3.000-1,7.000 5.000-15,-1.000 4.000 16,-2.000 6.000 0,-5.000 10.000-16,-4.000 10.000 15,-3.000 8.000 1,3.000 11.000-16,-2.000 8.000 15,-5.000 11.000 1,-1.000 7.000-16,-1.000 3.000 16,0.000 3.000-1,-1.000-1.000-15,-3.000-4.000 16,-1.000-4.000 0,-1.000-9.000-16,0.000-4.000 15,0.000-10.000-15,-1.000-1.000 16,1.000-17.000-1,0.000-12.000-15,9.000-8.000 16,11.000-9.000 0,5.000 0.000-16,3.000 0.000 15,4.000 2.000 1,-3.000 10.000-16,-3.000 9.000 16,-6.000 9.000-1,-2.000 11.000-15,-2.000 10.000 16,-3.000 12.000-1,-2.000 16.000-15,0.000 12.000 16,-4.000 13.000 0,-2.000 12.000-16,1.000 4.000 15,-1.000-1.000 1,-2.000-12.000-16,-1.000-15.000 16,-3.000-18.000-1,0.000-11.000-15</inkml:trace>
  <inkml:trace contextRef="#ctx0" brushRef="#br0">24146.000 11467.000 0,'0.000'0.000'15,"19.000"-10.000"-15,13.000-3.000 16,11.000-1.000-16,14.000-1.000 15,11.000 1.000 1,10.000 2.000-16,7.000-1.000 16,8.000 2.000-1,3.000-3.000-15,2.000 1.000 16,-2.000-4.000 0,-5.000 0.000-1,-10.000 4.000-15,-8.000 2.000 16,-13.000 7.000-16,-14.000 4.000 15,-15.000 3.000 1</inkml:trace>
  <inkml:trace contextRef="#ctx0" brushRef="#br0">24508.000 11604.000 0,'0.000'0.000'0,"-17.000"24.000"16,-12.000 23.000 0,-5.000 22.000-16,-5.000 13.000 15,2.000 3.000 1,6.000-3.000 0,4.000-15.000-16,8.000-20.000 15,8.000-20.000-15,11.000-27.000 16,2.000-6.000-1,10.000-26.000-15,1.000-2.000 16</inkml:trace>
  <inkml:trace contextRef="#ctx0" brushRef="#br0">24575.000 11586.000 0,'0.000'0.000'0,"6.000"28.000"16,7.000 15.000 0,3.000 6.000-16,-1.000 2.000 15,-1.000-1.000 1,2.000-6.000 0,0.000-8.000-16,2.000-11.000 15,0.000-16.000-15,5.000-13.000 16,4.000-15.000-1,2.000-13.000-15,2.000-12.000 16,2.000-7.000 0,4.000 0.000-16,0.000 2.000 15,-5.000 10.000 1,-4.000 11.000-16,-3.000 13.000 16,-4.000 9.000-1,-5.000 14.000-15,1.000 13.000 16,-6.000 14.000-1,-4.000 12.000-15,-5.000 16.000 16,-3.000 6.000 0,1.000 2.000-16,5.000-8.000 15,-3.000-19.000 1,-1.000-16.000-16</inkml:trace>
  <inkml:trace contextRef="#ctx0" brushRef="#br0">25752.000 11049.000 0,'-6.000'23.000'16,"-2.000"19.000"-16,2.000 17.000 16,-7.000 14.000-1,-4.000 11.000-15,0.000 1.000 16,4.000-3.000-1,-1.000-13.000 1,0.000-14.000-16,0.000-16.000 16,2.000-21.000-16,3.000-12.000 15</inkml:trace>
  <inkml:trace contextRef="#ctx0" brushRef="#br0">25760.000 11117.000 0,'7.000'-21.000'15,"2.000"-5.000"1,3.000 5.000 0,3.000 9.000-16,3.000 9.000 15,2.000 11.000-15,1.000 12.000 16,-3.000 3.000-16,-2.000 4.000 15,-4.000-2.000 1,-7.000 0.000 0,-9.000 3.000-16,-4.000-3.000 15,-9.000 2.000-15,-5.000 2.000 16,-11.000 2.000 0,-2.000 2.000-16,0.000-3.000 15,9.000-5.000 1,8.000-1.000-16,11.000-3.000 15,11.000-3.000 1,11.000 0.000-16,11.000 5.000 16,8.000 2.000-1,3.000 3.000-15,-1.000 4.000 16,-2.000-4.000 0,-2.000-2.000-16,-6.000-2.000 15,-4.000-3.000 1,-1.000-6.000-16,-4.000-11.000 15,-4.000-10.000 1,-5.000-21.000-16,-4.000 0.000 16</inkml:trace>
  <inkml:trace contextRef="#ctx0" brushRef="#br0">26139.000 11057.000 0,'0.000'0.000'15,"0.000"0.000"-15,27.000-8.000 16,14.000 0.000 0,9.000 3.000-16,0.000 4.000 15,0.000-2.000 1,-1.000 1.000-16,-2.000-2.000 15,-6.000-1.000 1,-4.000 1.000-16,-8.000-2.000 16,-10.000-1.000-1,-7.000 3.000 1</inkml:trace>
  <inkml:trace contextRef="#ctx0" brushRef="#br0">26433.000 11084.000 0,'0.000'0.000'16,"-1.000"49.000"-16,-5.000 41.000 16,-5.000 26.000-1,-3.000 6.000-15,-4.000-10.000 16,2.000-26.000-1</inkml:trace>
  <inkml:trace contextRef="#ctx0" brushRef="#br0">27182.000 10408.000 0,'-7.000'50.000'0,"-1.000"35.000"16,2.000 18.000-16,-2.000 11.000 15,-3.000 5.000 1,0.000 1.000-16,-6.000-5.000 31,1.000-5.000-31,-4.000-9.000 16,0.000-8.000-16,-2.000-13.000 16,3.000-17.000-1,3.000-19.000-15,5.000-19.000 16,6.000-23.000-16,3.000-8.000 15</inkml:trace>
  <inkml:trace contextRef="#ctx0" brushRef="#br0">27367.000 10980.000 0,'4.000'46.000'0,"-3.000"24.000"16,-3.000 12.000-16,-7.000 0.000 16,-1.000-4.000-1,-4.000-7.000-15,-2.000-16.000 16,3.000-15.000-1,1.000-15.000 1,2.000-15.000-16,5.000-20.000 16,4.000-15.000-16,7.000-12.000 15,9.000-10.000 1,7.000-5.000-16,6.000-2.000 16,3.000 0.000-1,3.000 5.000 1,1.000 7.000-16,-1.000 7.000 15,-1.000 9.000 1,-4.000 11.000-16,-2.000 14.000 16,-4.000 16.000-16,-6.000 20.000 15,-7.000 15.000 1,-6.000 14.000 0,-4.000 6.000-16,-4.000-2.000 15,0.000-2.000 1,1.000-12.000-16,-2.000-25.000 15,-1.000-13.000-15</inkml:trace>
  <inkml:trace contextRef="#ctx0" brushRef="#br0">27981.000 10546.000 0,'13.000'20.000'16,"13.000"26.000"-16,2.000 17.000 15,0.000 11.000 1,-5.000 5.000-16,-2.000-4.000 15,-1.000-13.000 1,-4.000-12.000-16,0.000-16.000 16,-5.000-12.000-1,2.000-17.000-15,-1.000-14.000 16,5.000-21.000 0,6.000-19.000-16,5.000-17.000 15,2.000-10.000 1,2.000-4.000-16,-1.000 0.000 15,0.000 6.000 1,2.000 6.000-16,1.000 10.000 16,-1.000 12.000-1,-5.000 14.000-15,-3.000 11.000 16,-5.000 9.000 0,-7.000 4.000-16</inkml:trace>
  <inkml:trace contextRef="#ctx0" brushRef="#br0">28586.000 10793.000 0,'22.000'3.000'15,"11.000"2.000"1,-2.000 6.000-16,-10.000 8.000 16,-14.000 8.000-16,-16.000 7.000 15,-17.000 0.000 1,-6.000 1.000 0,-7.000-5.000-16,2.000-7.000 15,8.000-5.000 1,9.000-4.000-16,9.000-5.000 15,16.000 0.000-15,13.000-5.000 16,12.000-1.000 0,12.000-2.000-16,8.000-4.000 15,2.000 0.000-15,-5.000 2.000 16,-5.000 0.000 0,-11.000 1.000-16,-13.000-2.000 15</inkml:trace>
  <inkml:trace contextRef="#ctx0" brushRef="#br0">27913.000 11330.000 0,'56.000'-15.000'16,"31.000"-6.000"-16,12.000 3.000 16,4.000 6.000-16,-3.000 4.000 15,3.000 1.000 1,-1.000 0.000-16,-2.000-4.000 15,-8.000-1.000 1,-10.000 1.000 0,-12.000 3.000-16,-21.000 4.000 15,-24.000-2.000-15,-14.000 2.000 16</inkml:trace>
  <inkml:trace contextRef="#ctx0" brushRef="#br0">28149.000 11509.000 0,'0.000'0.000'16,"0.000"0.000"-16,9.000 26.000 15,5.000 21.000 1,-2.000 15.000 0,0.000 8.000-16,-6.000-1.000 15,2.000-5.000 1,1.000-7.000-16,4.000-12.000 16,-1.000-11.000-16,4.000-13.000 15,4.000-14.000 1,8.000-15.000-16,5.000-16.000 15,3.000-11.000 1,2.000-12.000-16,2.000-11.000 16,-1.000-9.000-1,2.000 0.000-15,-1.000 2.000 16,-3.000 4.000 0,-1.000 10.000-1,-6.000 10.000-15,-4.000 8.000 16,-6.000 11.000-16,-7.000 7.000 15,-5.000 5.000 1</inkml:trace>
  <inkml:trace contextRef="#ctx0" brushRef="#br0">28721.000 11868.000 0,'-4.000'49.000'0,"-3.000"20.000"15,-3.000 4.000 1,-4.000-7.000-16,0.000-9.000 16,5.000-17.000-1,2.000-20.000-15,3.000-11.000 16</inkml:trace>
  <inkml:trace contextRef="#ctx0" brushRef="#br0">28906.000 12150.000 0,'0.000'0.000'0,"0.000"0.000"15</inkml:trace>
  <inkml:trace contextRef="#ctx0" brushRef="#br0">19799.000 12875.000 0,'0.000'0.000'15,"2.000"25.000"1,-5.000 16.000-16,-4.000 8.000 16,-4.000 0.000-1,1.000-5.000-15,1.000-7.000 16,2.000-7.000-1,4.000-12.000-15,6.000-6.000 16,9.000 0.000-16,7.000 1.000 16,5.000 4.000-1,-1.000 7.000-15,-3.000 12.000 16,-10.000 12.000 0,-14.000 14.000-16,-14.000 3.000 15,-8.000-3.000 1,-5.000-10.000-1,6.000-18.000-15,6.000-25.000 16,8.000-27.000-16,4.000-6.000 16</inkml:trace>
  <inkml:trace contextRef="#ctx0" brushRef="#br0">20370.000 12644.000 0,'0.000'0.000'0,"0.000"0.000"16,0.000 0.000 0,-34.000 29.000-16,-20.000 18.000 15,-6.000 1.000 1,9.000-7.000-16,16.000-13.000 15,15.000-10.000 1,11.000-9.000-16,13.000-7.000 16,10.000-6.000-16,7.000-2.000 15,7.000 2.000 1,1.000 4.000-16,-3.000 3.000 16,-9.000 10.000-1,-12.000 8.000-15,-19.000 14.000 16,-19.000 8.000-1,-8.000 2.000-15,-1.000-5.000 16,12.000-12.000 0,11.000-12.000-16,19.000-16.000 15,5.000 0.000 1,19.000-9.000 0,12.000-4.000-16,12.000 0.000 15,5.000 4.000-15,1.000 4.000 16,-3.000 5.000-1,-6.000 8.000-15,-8.000 10.000 16,-16.000 9.000 0,-20.000 11.000-16,-20.000 8.000 15,-16.000 0.000 1,-8.000-4.000-16,-2.000-14.000 16,7.000-17.000-1,16.000-21.000-15,13.000-14.000 16,18.000-8.000-1,15.000 3.000-15,7.000 9.000 16,-5.000 8.000 0,-4.000 6.000-16,-7.000 8.000 15,-3.000 11.000 1,-7.000 9.000-16,-11.000 11.000 16,-7.000 4.000-16,-3.000-1.000 15,-5.000-6.000 1,2.000-11.000-16,3.000-16.000 15,-4.000-20.000 1,4.000-18.000 0,3.000 1.000-16</inkml:trace>
  <inkml:trace contextRef="#ctx0" brushRef="#br0">20135.000 13157.000 0,'-3.000'52.000'0,"2.000"29.000"16,3.000 8.000-1,12.000-2.000-15,11.000-10.000 16,6.000-12.000 0,10.000-14.000-1,8.000-12.000-15,2.000-11.000 16,0.000-13.000-16,2.000-15.000 15,-1.000-12.000 1,-2.000-14.000-16,3.000-14.000 16,-6.000-10.000-1,-7.000-9.000-15,-8.000 12.000 16</inkml:trace>
  <inkml:trace contextRef="#ctx0" brushRef="#br0">20993.000 12944.000 0,'47.000'-25.000'0,"19.000"-10.000"15,-2.000 6.000-15,-5.000 9.000 16,-12.000 7.000-1,-15.000 3.000-15,-12.000-5.000 16,-10.000 2.000 0</inkml:trace>
  <inkml:trace contextRef="#ctx0" brushRef="#br0">21127.000 12687.000 0,'0.000'0.000'16,"8.000"40.000"-16,6.000 33.000 16,-5.000 22.000-1,-3.000 7.000 1,-1.000-3.000-16,0.000-11.000 16,-7.000-19.000-1,-2.000-15.000-15,-6.000-21.000 16,-3.000-15.000-1,-9.000-16.000-15,-7.000-15.000 16,-6.000-10.000 0,0.000-11.000-16,5.000-5.000 15,11.000 0.000 1,12.000 2.000-16,13.000 2.000 16,16.000 4.000-1,21.000 0.000-15,17.000 0.000 16,15.000 3.000-1,6.000 6.000-15,6.000 3.000 16,-6.000 7.000 0,-4.000 8.000-16,-12.000 8.000 15,-13.000 10.000 1,-17.000 7.000-16,-15.000 8.000 16,-15.000 9.000-1,-15.000-2.000-15,-14.000-2.000 16,-8.000-8.000-1,1.000-18.000-15,2.000-24.000 16,4.000-24.000 0,7.000 2.000-16</inkml:trace>
  <inkml:trace contextRef="#ctx0" brushRef="#br0">21523.000 12619.000 0,'-17.000'97.000'0,"-9.000"48.000"15,-7.000 6.000 1,1.000-15.000-16,2.000-31.000 16,8.000-34.000-1,5.000-38.000 1,7.000-37.000-16,4.000-13.000 0</inkml:trace>
  <inkml:trace contextRef="#ctx0" brushRef="#br0">21387.000 12952.000 0,'0.000'0.000'0,"15.000"32.000"15,6.000 20.000 1,1.000 12.000-16,1.000-2.000 15,-5.000-2.000 1,-4.000-11.000 0,-5.000-12.000-16,-4.000-8.000 15,-14.000-10.000-15,-16.000-7.000 16,1.000-6.000 0</inkml:trace>
  <inkml:trace contextRef="#ctx0" brushRef="#br0">20934.000 13566.000 0,'32.000'12.000'0,"26.000"6.000"16,19.000 0.000-1,13.000-8.000 1,8.000-1.000-16,3.000-7.000 15,-4.000-3.000 1,-3.000-3.000-16,-10.000-3.000 16,-6.000-10.000-1,-12.000-10.000-15,-13.000-18.000 16,-18.000 5.000 0</inkml:trace>
  <inkml:trace contextRef="#ctx0" brushRef="#br0">22186.000 12944.000 0,'0.000'0.000'0,"8.000"23.000"15,-5.000 15.000 1,-1.000-3.000-1</inkml:trace>
  <inkml:trace contextRef="#ctx0" brushRef="#br0">22255.000 13438.000 0,'2.000'39.000'15,"-10.000"17.000"-15,-1.000-7.000 16</inkml:trace>
  <inkml:trace contextRef="#ctx0" brushRef="#br0">23389.000 13012.000 0,'0.000'0.000'15,"0.000"0.000"-15,0.000 0.000 16,0.000 0.000 0,0.000 0.000-16,0.000 0.000 15,0.000 0.000-15,0.000 0.000 16,0.000 0.000 0,0.000 0.000-16,0.000 0.000 15,0.000 0.000-15,0.000 0.000 16,0.000 0.000-1,0.000 0.000-15,0.000 0.000 16,-1.000-12.000 0,0.000-1.000-16,0.000 2.000 15,0.000 2.000 1,0.000 1.000-16,3.000 1.000 16,-2.000 7.000-1,0.000 0.000-15,0.000 0.000 16,3.000-7.000-1,-3.000 7.000-15,0.000-6.000 16,-5.000-1.000 0,-2.000 4.000-16,-2.000 0.000 15,-3.000-1.000-15,2.000-2.000 16,0.000 0.000 0,-1.000 0.000-16,4.000 2.000 15</inkml:trace>
  <inkml:trace contextRef="#ctx0" brushRef="#br0">23574.000 12662.000 0,'-9.000'18.000'15,"-11.000"9.000"-15,-8.000 6.000 16,-4.000 5.000-1,1.000 2.000-15,1.000 0.000 16,4.000 0.000 0,4.000 3.000-16,4.000-1.000 15,9.000 1.000 1,8.000-1.000-16,7.000 1.000 16,5.000 0.000-1,8.000 0.000 1,2.000 1.000-1,5.000-2.000-15,0.000-2.000 16,1.000-1.000-16,-1.000-1.000 16,-3.000-1.000-1,-1.000-1.000-15,-4.000-2.000 16,1.000-7.000 0,-3.000-5.000-16,-6.000-10.000 15,-5.000-3.000 1</inkml:trace>
  <inkml:trace contextRef="#ctx0" brushRef="#br0">24079.000 12901.000 0,'0.000'0.000'0,"0.000"0.000"16,0.000 0.000 0,0.000 0.000-16,0.000 0.000 15,0.000 0.000 1,4.000 31.000-16,1.000 19.000 16,-3.000 15.000-1,-3.000 8.000-15,-3.000 3.000 16,-4.000 1.000-1,-2.000-2.000-15,-1.000-8.000 16,1.000-11.000 0,4.000-9.000-16,1.000-13.000 15,2.000-14.000 1,3.000-20.000-16,-4.000-1.000 16,-1.000-9.000-1</inkml:trace>
  <inkml:trace contextRef="#ctx0" brushRef="#br0">24138.000 12926.000 0,'17.000'-9.000'0,"9.000"1.000"16,5.000 2.000-16,3.000 4.000 16,0.000 5.000-1,4.000 5.000 1,-2.000 8.000-16,-7.000 2.000 16,-11.000 6.000-16,-13.000 7.000 15,-10.000 7.000 1,-13.000 5.000-16,-15.000 3.000 15,-5.000-5.000 1,-4.000-9.000-16,4.000-14.000 16,9.000-15.000-1,11.000-16.000-15,9.000-4.000 16</inkml:trace>
  <inkml:trace contextRef="#ctx0" brushRef="#br0">24634.000 12722.000 0,'15.000'18.000'15,"7.000"17.000"-15,-1.000 13.000 16,-1.000 12.000-1,-3.000 5.000-15,-5.000 3.000 16,-5.000-2.000 0,-2.000-6.000-1,0.000-9.000 1,0.000-14.000-16,1.000-11.000 0,5.000-9.000 16,2.000-8.000-1,2.000-9.000-15,1.000-13.000 16,4.000-13.000-1,7.000-10.000-15,-1.000-13.000 16,6.000-9.000 0,3.000-7.000-16,3.000-3.000 15,-4.000 6.000 1,1.000 7.000-16,-6.000 10.000 16,-8.000 12.000-1,-10.000 12.000-15,-9.000 7.000 16,-9.000 3.000-1,-2.000-3.000-15,1.000 2.000 16</inkml:trace>
  <inkml:trace contextRef="#ctx0" brushRef="#br0">25382.000 12321.000 0,'18.000'18.000'16,"4.000"18.000"0,-1.000 10.000-16,-4.000 9.000 15,-5.000 6.000 1,-6.000 6.000-16,-4.000-3.000 15,-4.000-7.000 1,-2.000-9.000-16,0.000-9.000 16,-1.000-12.000-1,3.000-10.000-15,2.000-17.000 16,-5.000 5.000 0,-4.000-12.000-16,1.000-12.000 15,1.000-7.000 1,3.000-3.000-16,4.000-4.000 15,6.000 1.000 1,11.000-4.000-16,9.000 0.000 16,7.000 0.000-1,3.000 7.000-15,-1.000 4.000 16,0.000 5.000 0,-4.000 7.000-16,-6.000 5.000 15,-9.000 4.000 1,-2.000-3.000-16,-4.000 0.000 15</inkml:trace>
  <inkml:trace contextRef="#ctx0" brushRef="#br0">25937.000 12840.000 0,'0.000'0.000'0,"0.000"0.000"16,0.000 0.000-1,0.000 0.000-15,0.000 0.000 16,0.000 0.000 0,21.000-1.000-16,10.000 1.000 15,3.000 0.000 1,4.000-2.000-16,4.000-1.000 16,-2.000 1.000-1,3.000-3.000-15,-2.000 1.000 16,-3.000 3.000-1,-4.000 1.000-15,-4.000 1.000 16,-3.000 5.000-16,-7.000-3.000 16,-20.000-3.000-1,0.000 0.000-15,6.000 1.000 16</inkml:trace>
  <inkml:trace contextRef="#ctx0" brushRef="#br0">25862.000 13114.000 0,'38.000'-2.000'0,"21.000"0.000"16,6.000-2.000-16,1.000-1.000 15,-3.000 1.000 1,-4.000 2.000 0,-3.000-2.000-16,-2.000 3.000 15,-5.000-1.000-15,-5.000-4.000 16,-12.000-1.000-16</inkml:trace>
  <inkml:trace contextRef="#ctx0" brushRef="#br0">26913.000 12560.000 0,'0.000'0.000'16,"0.000"0.000"-1,11.000 24.000-15,7.000 8.000 16,0.000-6.000 0,-1.000-10.000-16,-5.000-8.000 15</inkml:trace>
  <inkml:trace contextRef="#ctx0" brushRef="#br0">27367.000 12474.000 0,'-12.000'23.000'16,"-10.000"9.000"-16,-14.000 3.000 15,2.000-8.000 1,-1.000-9.000-16,2.000-12.000 16,8.000-5.000-1</inkml:trace>
  <inkml:trace contextRef="#ctx0" brushRef="#br0">27140.000 12440.000 0,'0.000'27.000'15,"2.000"14.000"-15,-3.000 5.000 16,-6.000 2.000 0,-4.000-7.000-16,0.000-11.000 15</inkml:trace>
  <inkml:trace contextRef="#ctx0" brushRef="#br0">26972.000 12815.000 0,'0.000'0.000'15,"-8.000"12.000"-15,-1.000 2.000 16,6.000-1.000-1,8.000-5.000-15,7.000-4.000 16,7.000-6.000 0,7.000-4.000-16,8.000-1.000 15,5.000-4.000 1,-2.000 7.000-16,3.000 2.000 16,-2.000 3.000-1,-4.000 5.000-15,-7.000 4.000 16,-11.000 7.000-16,-16.000 8.000 15,-16.000 7.000 1,-13.000 5.000-16,-13.000 5.000 16,-8.000-1.000-1,0.000-3.000-15,2.000-6.000 16,13.000-10.000 0,14.000-9.000-16,21.000-13.000 15,3.000 0.000 1,19.000-9.000-16,12.000-2.000 15,7.000 1.000 1,2.000 2.000-16,0.000 3.000 16,-2.000 1.000-1,-10.000 4.000-15,-8.000 7.000 16,-15.000 11.000 0,-21.000 7.000-16,-18.000 12.000 15,-17.000 5.000 1,-9.000-1.000-16,2.000-6.000 15,9.000-9.000 1,15.000-9.000-16,31.000-17.000 16,-1.000-1.000-1,25.000-11.000-15,19.000-4.000 16,14.000-3.000-16,14.000 1.000 16,5.000 4.000-1,-1.000 7.000 1,-12.000 9.000-16,-15.000 12.000 15,-20.000 11.000-15,-17.000 7.000 16,-19.000-4.000 0,-13.000-6.000-16,-11.000-17.000 15,-3.000-18.000 1,-5.000-19.000-16,10.000 3.000 16</inkml:trace>
  <inkml:trace contextRef="#ctx0" brushRef="#br0">27316.000 12917.000 0,'0.000'0.000'16,"-6.000"63.000"-16,-8.000 52.000 16,-2.000 27.000-1,0.000 5.000-15,2.000-16.000 16,8.000-28.000-1,8.000-41.000-15,2.000-26.000 16</inkml:trace>
  <inkml:trace contextRef="#ctx0" brushRef="#br0">27686.000 12653.000 0,'0.000'0.000'16,"0.000"0.000"0,22.000 3.000-16,9.000-8.000 15,7.000-7.000 1,-8.000 0.000-16</inkml:trace>
  <inkml:trace contextRef="#ctx0" brushRef="#br0">28031.000 12610.000 0,'-25.000'31.000'16,"-19.000"10.000"-16,-14.000 3.000 16,-4.000-1.000-1,7.000-6.000-15,14.000-11.000 16,16.000-8.000-1,21.000-4.000-15,17.000-5.000 16,23.000 0.000 0,13.000-5.000-16,8.000-2.000 15,0.000-6.000 1,-5.000-2.000-16,-9.000-5.000 16,-10.000-2.000-1,-12.000-7.000-15,-12.000-11.000 16,-13.000-13.000-16,-14.000-10.000 15,-8.000-7.000 1,-5.000 1.000-16,1.000 9.000 16,6.000 19.000-1,4.000 13.000 1,9.000 8.000-16,3.000 13.000 16,4.000 16.000-16,2.000 19.000 15,-4.000 24.000 1,-1.000 28.000-16,-3.000 24.000 15,3.000 16.000 1,10.000 1.000-16,6.000-14.000 16,10.000-18.000-1,8.000-20.000 1,4.000-19.000-16,-1.000-21.000 16,0.000-16.000-1,-4.000-22.000-15,-6.000-24.000 16,-8.000-20.000-1,-7.000-19.000-15,-7.000-3.000 16,-7.000 3.000 0,-4.000 12.000-16,1.000 11.000 15,0.000 13.000 1,-4.000 17.000-16,-11.000 15.000 16,-11.000 17.000-1,-14.000 15.000-15,-6.000 9.000 16,4.000-3.000-1,5.000-10.000-15,15.000-14.000 16,10.000-15.000 0,15.000-14.000-16,11.000-15.000 15,17.000-21.000 1,14.000-17.000-16,14.000-14.000 16,12.000-12.000-1,7.000-1.000-15,7.000 1.000 16,1.000 8.000-1,-4.000 13.000-15,-6.000 14.000 16,-8.000 15.000 0,-12.000 17.000-16,-17.000 14.000 15,-10.000 16.000 1,-11.000 16.000-16,-6.000 12.000 16,-2.000 8.000-16,4.000 9.000 15,6.000 4.000 1,7.000 3.000-16,8.000 3.000 15,-1.000-1.000 1,0.000 0.000 0,-6.000-2.000-16,-11.000-7.000 15,-12.000-6.000-15,-14.000-12.000 16,-11.000-13.000 0,-8.000-17.000-16,-4.000-17.000 15,5.000-16.000 1,9.000-6.000-1,16.000 0.000-15,16.000 8.000 16,14.000 6.000-16,15.000 14.000 16,16.000 15.000-1,1.000 10.000-15,3.000 5.000 16,-7.000 5.000 0,-11.000-5.000-16,-8.000-6.000 15,-13.000-9.000 1,-6.000-13.000-16,-8.000-16.000 15,-7.000-22.000 1,-2.000-19.000-16,1.000 7.000 16</inkml:trace>
  <inkml:trace contextRef="#ctx0" brushRef="#br0">28771.000 12550.000 0,'63.000'68.000'16,"12.000"38.000"-16,-20.000 17.000 15,-31.000 3.000 1,-29.000-3.000-16,-24.000-10.000 16,-16.000-22.000-1,-9.000-30.000-15,11.000-21.000 16</inkml:trace>
  <inkml:trace contextRef="#ctx0" brushRef="#br0">29058.000 13430.000 0,'0.000'-19.000'16</inkml:trace>
  <inkml:trace contextRef="#ctx0" brushRef="#br0">21826.000 14463.000 0,'-11.000'23.000'0,"-4.000"13.000"15,-7.000 7.000-15,-7.000 7.000 16,-2.000 6.000 0,-4.000 12.000-16,-2.000 13.000 15,-1.000 9.000 1,-3.000 7.000-16,5.000 1.000 16,1.000-7.000-1,6.000-11.000 1,5.000-16.000-16,9.000-20.000 15,3.000-21.000 1,6.000-26.000-16,8.000-22.000 16,1.000-3.000-16</inkml:trace>
  <inkml:trace contextRef="#ctx0" brushRef="#br0">21757.000 14429.000 0,'20.000'-7.000'0,"4.000"3.000"16,1.000 11.000-16,-5.000 15.000 15,1.000 20.000 1,2.000 17.000-16,-2.000 14.000 15,-3.000 10.000 1,0.000 1.000-16,-4.000 1.000 16,1.000 0.000-1,1.000-2.000 1,0.000-8.000-16,-4.000-9.000 16,-2.000-12.000-16,-3.000-16.000 15,-5.000-14.000 1,-2.000-24.000-16,-8.000 0.000 15,-1.000-7.000 1</inkml:trace>
  <inkml:trace contextRef="#ctx0" brushRef="#br0">21700.000 14974.000 0,'0.000'0.000'0,"0.000"0.000"16,0.000 0.000 0,30.000-10.000-16,17.000-6.000 15,8.000-1.000 1,-7.000 1.000-16,-1.000 2.000 15,-7.000-4.000 1,-12.000 1.000-16</inkml:trace>
  <inkml:trace contextRef="#ctx0" brushRef="#br0">22363.000 14676.000 0,'37.000'-4.000'15,"17.000"3.000"1,2.000 0.000-16,-9.000 0.000 16,-6.000 1.000-16,-4.000 2.000 15,-9.000-2.000 1,-8.000 1.000-1,-20.000-1.000-15,0.000 0.000 16,2.000 0.000-16,-9.000-1.000 16</inkml:trace>
  <inkml:trace contextRef="#ctx0" brushRef="#br0">22338.000 14906.000 0,'24.000'8.000'16,"20.000"1.000"-16,9.000-1.000 15,8.000-2.000 1,1.000 0.000-16,-3.000 1.000 16,-9.000-1.000-1,-13.000 0.000 1,-11.000-3.000-16</inkml:trace>
  <inkml:trace contextRef="#ctx0" brushRef="#br0">23894.000 14070.000 0,'-29.000'-6.000'0,"-18.000"2.000"0,-4.000 14.000 15,-5.000 12.000 1,-1.000 19.000 0,2.000 22.000-16,2.000 19.000 15,7.000 19.000 1,1.000 18.000-16,7.000 14.000 16,16.000 14.000-1,8.000 3.000-15,13.000 1.000 16,7.000-4.000-1,2.000-4.000-15,-8.000-5.000 16,-10.000-13.000 0,-9.000-14.000-16,-11.000-16.000 15,-14.000-13.000 1,-10.000-19.000-16,-6.000-21.000 16,13.000-18.000-1</inkml:trace>
  <inkml:trace contextRef="#ctx0" brushRef="#br0">23701.000 15640.000 0,'11.000'52.000'16,"2.000"29.000"-16,-1.000 4.000 15,-4.000-11.000 1,-2.000-15.000-16,0.000-18.000 16,0.000-12.000-1,-1.000-9.000-15,2.000-8.000 16,3.000-10.000 0,8.000-9.000-16,3.000-12.000 15,3.000-11.000 1,7.000-7.000-16,-1.000-6.000 15,1.000 3.000 1,-3.000-2.000-16,-4.000 6.000 16,-4.000 6.000-1,-3.000 3.000-15,-3.000 4.000 16,-2.000 4.000 0,-5.000 7.000-16,-2.000 6.000 15</inkml:trace>
  <inkml:trace contextRef="#ctx0" brushRef="#br0">24062.000 15913.000 0,'-1.000'53.000'0,"-4.000"17.000"15,-5.000-2.000-15,0.000-16.000 16,4.000-18.000-1,2.000-15.000-15</inkml:trace>
  <inkml:trace contextRef="#ctx0" brushRef="#br0">24028.000 14018.000 0,'0.000'0.000'0,"0.000"0.000"15,0.000 0.000 1,0.000 0.000-16,-1.000 40.000 15,-4.000 22.000 1,1.000 7.000-16,2.000-7.000 16,2.000-10.000-1,3.000-11.000-15,1.000-14.000 16,-1.000-8.000 0,0.000-9.000-1,4.000-10.000-15,7.000-10.000 16,0.000-11.000-16,4.000-12.000 15,3.000-10.000 1,1.000-2.000-16,5.000 0.000 16,1.000 5.000-1,-2.000 4.000-15,-2.000 7.000 16,-5.000 4.000 0,-1.000 3.000-16,-4.000 3.000 15,-2.000 5.000 1,-5.000 4.000-16</inkml:trace>
  <inkml:trace contextRef="#ctx0" brushRef="#br0">24172.000 14309.000 0,'36.000'4.000'16,"16.000"1.000"0,-5.000 0.000-16,-8.000 4.000 15,-14.000 4.000 1,-19.000 8.000-16,-19.000 4.000 16,-16.000 2.000-16,-3.000-2.000 15,0.000-4.000 1,8.000-4.000-16,13.000-2.000 15,17.000-3.000 1,21.000 0.000-16,23.000-7.000 16,17.000-9.000-1,8.000-12.000-15,-14.000 0.000 16</inkml:trace>
  <inkml:trace contextRef="#ctx0" brushRef="#br0">24785.000 14744.000 0,'0.000'31.000'0,"0.000"19.000"15,0.000 12.000-15,-3.000 10.000 16,-7.000 14.000-1,-4.000 5.000 1,0.000-4.000-16,-1.000-8.000 16,4.000-12.000-16,1.000-13.000 15,3.000-14.000 1,1.000-15.000 0,0.000-18.000-16,-1.000-18.000 15,3.000-4.000-15</inkml:trace>
  <inkml:trace contextRef="#ctx0" brushRef="#br0">24785.000 14761.000 0,'34.000'-9.000'16,"17.000"-1.000"-16,1.000 7.000 16,-5.000 11.000-1,-10.000 7.000-15,-10.000 6.000 16,-9.000 4.000 0,-12.000 4.000-1,-15.000 2.000-15,-13.000-2.000 16,-9.000-1.000-16,-9.000-8.000 15,-1.000-9.000-15,5.000-9.000 16,10.000-6.000 0,8.000-2.000-16</inkml:trace>
  <inkml:trace contextRef="#ctx0" brushRef="#br0">25433.000 14845.000 0,'-14.000'-16.000'0,"-8.000"-3.000"15,-9.000 18.000-15,-6.000 21.000 16,-3.000 27.000 0,-1.000 20.000-16,3.000 10.000 15,12.000 2.000 1,16.000-15.000 0,20.000-11.000-16,14.000-18.000 15,10.000-16.000 1,6.000-20.000-16,6.000-21.000 15,7.000-17.000 1,0.000-22.000-16,-4.000-18.000 16,-3.000-12.000-1,-6.000-7.000-15,-10.000-5.000 16,-9.000 0.000 0,-7.000 8.000-16,-5.000 7.000 15,-6.000 14.000 1,0.000 17.000-16,-3.000 18.000 15,-1.000 19.000 1,-3.000 20.000-16,-7.000 22.000 16,-7.000 27.000-1,-7.000 25.000-15,-4.000 19.000 16,0.000 8.000 0,8.000-3.000-16,11.000-9.000 15,9.000-10.000 1,7.000-15.000-16,7.000-19.000 15,5.000-20.000 1,8.000-23.000-16,8.000-24.000 16,-1.000-21.000-1,-7.000 3.000-15</inkml:trace>
  <inkml:trace contextRef="#ctx0" brushRef="#br0">25836.000 14591.000 0,'9.000'59.000'0,"2.000"38.000"15,-2.000 11.000 1,-3.000-1.000-16,0.000-14.000 16,-4.000-15.000-1,1.000-15.000 1,2.000-18.000-16,0.000-15.000 15,3.000-17.000-15,7.000-14.000 16,9.000-16.000 0,7.000-18.000-16,2.000-20.000 15,6.000-17.000 1,3.000-16.000-16,-4.000-8.000 16,-6.000 5.000-1,-6.000 9.000 1,-7.000 17.000-16,-8.000 17.000 15,-5.000 18.000-15,-4.000 7.000 16,-2.000 11.000 0,0.000 5.000-16</inkml:trace>
  <inkml:trace contextRef="#ctx0" brushRef="#br0">26500.000 14820.000 0,'69.000'10.000'0,"22.000"4.000"16,-6.000 0.000-1,-10.000-4.000-15,-18.000-3.000 16,-16.000-7.000-16,-14.000-3.000 16,-10.000 1.000-1</inkml:trace>
  <inkml:trace contextRef="#ctx0" brushRef="#br0">26417.000 15094.000 0,'17.000'18.000'0,"28.000"6.000"16,21.000-2.000-16,16.000-4.000 15,6.000-5.000 1,3.000-3.000-16,-3.000-8.000 16,-23.000-2.000-1</inkml:trace>
  <inkml:trace contextRef="#ctx0" brushRef="#br0">27519.000 15043.000 0,'35.000'15.000'16,"14.000"2.000"-16,5.000-5.000 15,-3.000-6.000 1,1.000-6.000-16,0.000 0.000 16,1.000 1.000-16,4.000 2.000 15,6.000 0.000 1,8.000-3.000-16,11.000 0.000 16,8.000-1.000-1,8.000-4.000-15,5.000-1.000 16,7.000 1.000-1,5.000 2.000-15,4.000-1.000 16,5.000 3.000 0,6.000-3.000-16,-1.000 3.000 15,1.000-3.000 1,2.000 4.000-16,4.000-1.000 16,-3.000-1.000-1,-1.000 1.000-15,0.000 4.000 16,-1.000-3.000-1,1.000-2.000-15,1.000 1.000 16,-4.000 1.000 0,1.000 0.000-16,-5.000 0.000 15,-1.000 0.000 1,-3.000 3.000-16,-5.000 0.000 16,-6.000-1.000-1,-11.000-2.000-15,-12.000-5.000 16,-7.000-9.000-1,-21.000 0.000-15</inkml:trace>
  <inkml:trace contextRef="#ctx0" brushRef="#br0">28267.000 15366.000 0,'33.000'50.000'15,"12.000"26.000"1,-4.000 11.000-16,-11.000 4.000 16,-15.000 0.000-1,-11.000-2.000-15,-8.000-7.000 16,-6.000-9.000-1,-4.000-15.000-15,0.000-14.000 16,2.000-17.000-16,2.000-13.000 16,3.000-14.000-1,4.000-14.000-15,2.000-7.000 16,3.000-8.000-16,2.000-6.000 16,6.000-8.000-1,5.000-4.000 1,3.000-5.000-16,9.000-1.000 15,10.000-1.000-15,8.000 2.000 16,7.000 6.000 0,3.000 4.000-16,0.000 7.000 15,-1.000 7.000 1,-4.000 8.000-16,-12.000 6.000 16,-10.000 5.000-1,-13.000 2.000-15,-3.000 4.000 16,-12.000 3.000-1,0.000 0.000-15,0.000 0.000 16,1.000 0.000 0</inkml:trace>
  <inkml:trace contextRef="#ctx0" brushRef="#br0">28930.000 15751.000 0,'64.000'3.000'0,"25.000"-2.000"16,1.000-1.000 0,-8.000-4.000-16,-14.000 0.000 15,-13.000 0.000 1,-12.000-1.000-16,-5.000-2.000 15,-10.000-2.000-15,-3.000-8.000 16,-2.000-2.000 0,1.000-3.000-16,-7.000 3.000 15</inkml:trace>
  <inkml:trace contextRef="#ctx0" brushRef="#br0">29999.000 15461.000 0,'4.000'69.000'16,"1.000"34.000"-16,-9.000 11.000 15,-7.000-7.000 1,-9.000-13.000-16,-1.000-15.000 15,4.000-23.000 1,5.000-25.000-16,1.000-14.000 16</inkml:trace>
  <inkml:trace contextRef="#ctx0" brushRef="#br0">28064.000 14121.000 0,'-9.000'62.000'0,"-9.000"32.000"16,-1.000 7.000 0,-2.000-8.000-16,4.000-16.000 15,0.000-20.000 1,1.000-15.000-1,3.000-18.000-15,4.000-20.000 16,1.000-21.000-16,4.000-2.000 16</inkml:trace>
  <inkml:trace contextRef="#ctx0" brushRef="#br0">28082.000 14036.000 0,'24.000'0.000'0,"14.000"-2.000"15,9.000 6.000 1,3.000 8.000-16,-2.000 4.000 16,-8.000 5.000-1,-9.000 3.000-15,-10.000 5.000 16,-17.000 1.000-1,-19.000 4.000-15,-18.000 3.000 16,-16.000-5.000 0,-10.000-2.000-1,-1.000-4.000-15,7.000-11.000 0,13.000-7.000 16,13.000-12.000 0,18.000-5.000-16,9.000-1.000 15</inkml:trace>
  <inkml:trace contextRef="#ctx0" brushRef="#br0">28334.000 14352.000 0,'8.000'26.000'0,"0.000"15.000"16,-7.000 3.000-1,-7.000-5.000-15,-5.000-5.000 16,-1.000-14.000-1,1.000-19.000-15,7.000-7.000 16</inkml:trace>
  <inkml:trace contextRef="#ctx0" brushRef="#br0">28804.000 13916.000 0,'-3.000'46.000'0,"-6.000"26.000"15,-6.000 12.000-15,-1.000-1.000 16,-2.000-4.000-1,6.000-11.000 1,7.000-15.000-16,3.000-14.000 16,7.000-14.000-16,6.000-11.000 15,7.000-12.000 1,6.000-19.000-16,7.000-14.000 16,4.000-12.000-1,3.000-11.000-15,-2.000-2.000 16,-1.000 5.000-1,-5.000 8.000-15,-4.000 5.000 16,-7.000 8.000 0,-5.000 0.000-16,-4.000 7.000 15</inkml:trace>
  <inkml:trace contextRef="#ctx0" brushRef="#br0">29058.000 14360.000 0,'-2.000'51.000'0,"-5.000"19.000"16,-4.000-3.000 0,-5.000-7.000-16,2.000-14.000 15,2.000-14.000 1,12.000-32.000-16,-2.000 1.000 15,6.000-9.000 1</inkml:trace>
  <inkml:trace contextRef="#ctx0" brushRef="#br0">29343.000 14318.000 0,'54.000'-7.000'0,"21.000"-2.000"16,2.000 1.000-16,-7.000 0.000 15,-11.000-2.000 1,-12.000-2.000-16,-6.000-7.000 16,-14.000 3.000-1</inkml:trace>
  <inkml:trace contextRef="#ctx0" brushRef="#br0">30209.000 13873.000 0,'4.000'50.000'16,"-4.000"35.000"-16,-8.000 16.000 16,-11.000 5.000-1,-10.000 0.000-15,-5.000-8.000 16,2.000-14.000 0,6.000-16.000-16,8.000-16.000 15,3.000-16.000 1,8.000-16.000-16,7.000-24.000 15,7.000-25.000-15,9.000-22.000 16,-3.000 4.000 0</inkml:trace>
  <inkml:trace contextRef="#ctx0" brushRef="#br0">30192.000 13993.000 0,'33.000'-17.000'16,"18.000"-2.000"0,7.000 10.000-16,-2.000 11.000 15,-6.000 10.000 1,-7.000 9.000-16,-12.000 6.000 16,-12.000 1.000-1,-15.000 3.000-15,-18.000 0.000 16,-15.000-4.000-16,-16.000-2.000 15,-8.000-6.000 1,1.000-3.000-16,10.000-8.000 16,11.000-5.000-1</inkml:trace>
  <inkml:trace contextRef="#ctx0" brushRef="#br0">30327.000 14300.000 0,'37.000'12.000'16,"5.000"7.000"-1,-16.000 3.000-15,-20.000 7.000 16,-21.000-3.000-16,-16.000-1.000 16,-4.000-1.000-1,3.000-5.000-15,9.000-2.000 16,16.000-5.000-1,16.000-5.000-15,19.000-7.000 16,15.000-7.000 0,13.000-9.000-1,4.000-13.000-15,1.000-9.000 16,1.000-6.000-16,-5.000-7.000 16,-16.000 10.000-1</inkml:trace>
  <inkml:trace contextRef="#ctx0" brushRef="#br0">30882.000 13984.000 0,'18.000'56.000'0,"5.000"27.000"16,-8.000 9.000-16,-10.000-4.000 15,-3.000-8.000 1,-4.000-16.000-16,1.000-13.000 16,3.000-12.000-1,2.000-13.000-15,2.000-11.000 16,2.000-13.000 0,8.000-16.000-1,8.000-10.000-15,6.000-21.000 16,6.000-16.000-16,2.000-9.000 15,1.000 0.000 1,2.000 3.000-16,-5.000 8.000 16,-6.000 9.000-1,-5.000 7.000-15,-7.000 5.000 16,-6.000 2.000 0,0.000 1.000-16,-3.000 6.000 15</inkml:trace>
  <inkml:trace contextRef="#ctx0" brushRef="#br0">31260.000 14309.000 0,'31.000'23.000'16,"2.000"8.000"-16,-10.000 1.000 16,-18.000-1.000-1,-17.000-3.000-15,-11.000 1.000 16,-3.000-3.000 0,2.000-2.000-1,12.000-2.000-15,10.000 2.000 16,17.000-2.000-16,20.000-2.000 15,19.000-1.000-15,15.000-9.000 16,10.000-14.000 0,-14.000-5.000-16</inkml:trace>
  <inkml:trace contextRef="#ctx0" brushRef="#br0">22414.000 16928.000 0,'0.000'0.000'15,"0.000"0.000"-15,0.000 0.000 16,0.000 0.000-16,0.000 0.000 16,0.000 0.000-1,20.000 5.000-15,16.000 0.000 16,6.000-6.000 0,4.000-6.000-16,9.000 0.000 15,4.000-3.000 1,1.000 2.000-16,-2.000 2.000 15,-4.000 2.000 1,-2.000-1.000-16,-8.000 3.000 16,-7.000 1.000-1,-3.000 0.000-15,-6.000-1.000 16,-5.000 1.000 0,-11.000-2.000-16,-12.000 3.000 15,0.000 0.000 1,0.000-1.000-16,-8.000 1.000 15,-2.000 0.000-15</inkml:trace>
  <inkml:trace contextRef="#ctx0" brushRef="#br0">22371.000 17201.000 0,'42.000'10.000'0,"24.000"1.000"16,15.000-1.000-1,9.000-4.000-15,8.000-6.000 16,2.000-6.000 0,-2.000-3.000-16,-22.000 3.000 15</inkml:trace>
  <inkml:trace contextRef="#ctx0" brushRef="#br0">23608.000 17022.000 0,'0.000'0.000'0,"0.000"0.000"16,0.000 0.000-1,16.000 13.000-15,11.000-2.000 16,7.000-3.000-16,5.000-4.000 16,8.000-3.000-1,3.000-1.000-15,3.000 0.000 16,1.000 0.000 0,-2.000 0.000-16,2.000 3.000 15,-2.000 0.000 1,-5.000 0.000-16,-8.000-1.000 15,-11.000-2.000 1,-11.000-2.000-16,-5.000-2.000 16,-6.000-1.000-16</inkml:trace>
  <inkml:trace contextRef="#ctx0" brushRef="#br0">24886.000 16382.000 0,'24.000'38.000'0,"5.000"16.000"15,-4.000 5.000 1,-9.000 3.000-16,-11.000-1.000 16,-10.000-5.000-1,-7.000-7.000-15,-1.000-15.000 16,4.000-11.000-1,5.000-13.000-15,2.000-10.000 16,3.000-13.000 0,6.000-11.000-16,7.000-12.000 15,5.000-8.000 1,0.000-10.000-16,1.000 3.000 16,3.000 2.000-1,2.000 5.000-15,-2.000 11.000 16,-4.000 9.000-1,-6.000 13.000-15,-2.000 10.000 16,2.000 9.000-16,-1.000 17.000 16,-2.000 13.000-1,-6.000 8.000-15,-4.000 7.000 16,-4.000-3.000 0,0.000-8.000-1,1.000-12.000-15,2.000-12.000 16,1.000-18.000-16,0.000 0.000 15,6.000-6.000 1,7.000-20.000-16,5.000-15.000 16,4.000-13.000-1,4.000-6.000 1,0.000 1.000 0,3.000 7.000-16,-2.000 6.000 0,1.000 8.000 15,-3.000 7.000 1,-3.000 12.000-16,-1.000 9.000 15,0.000 15.000 1,0.000 19.000-16,-6.000 19.000 16,-5.000 17.000-1,-7.000 11.000-15,0.000 7.000 16,-1.000-2.000 0,-1.000-4.000-16,-1.000-8.000 15,0.000-15.000 1,-3.000-16.000-16,-2.000-18.000 15,0.000-9.000 1</inkml:trace>
  <inkml:trace contextRef="#ctx0" brushRef="#br0">24583.000 17005.000 0,'0.000'0.000'0,"34.000"-4.000"15,25.000 0.000 1,13.000-3.000-16,9.000-3.000 16,7.000-1.000-1,9.000-2.000-15,8.000 0.000 16,5.000 3.000 0,2.000 1.000-16,-3.000 2.000 15,-11.000 2.000 1,-18.000 5.000-16,-20.000 0.000 15,-22.000 4.000 1,-25.000 2.000-16,-24.000 2.000 16,-5.000-1.000-1</inkml:trace>
  <inkml:trace contextRef="#ctx0" brushRef="#br0">25004.000 17124.000 0,'-6.000'51.000'16,"-13.000"28.000"-16,-11.000 9.000 16,-4.000 0.000-1,-1.000-9.000-15,4.000-18.000 16,8.000-22.000 0,11.000-22.000-16,10.000-23.000 15,11.000-21.000 1,10.000-14.000-16,-1.000 3.000 15</inkml:trace>
  <inkml:trace contextRef="#ctx0" brushRef="#br0">25038.000 17193.000 0,'21.000'50.000'16,"2.000"19.000"-1,-1.000-9.000-15,-4.000-10.000 16,-7.000-17.000 0,-1.000-15.000-16,4.000-9.000 15,4.000-11.000-15,4.000-12.000 16,2.000-8.000 0,1.000-4.000-1,-1.000-6.000-15,-2.000-2.000 16,0.000 2.000-16,1.000 3.000 15,-3.000 1.000 1,0.000 8.000-16,-1.000 7.000 16,-1.000 6.000-1,-2.000 10.000-15,-1.000 14.000 16,-1.000 15.000 0,-6.000 22.000-16,-2.000 21.000 15,-6.000 4.000 1,-3.000-4.000-16,-4.000-10.000 15,0.000-16.000 1,3.000-24.000-16,3.000-14.000 16</inkml:trace>
  <inkml:trace contextRef="#ctx0" brushRef="#br0">26383.000 16596.000 0,'-33.000'-1.000'0,"-23.000"10.000"15,-15.000 20.000 1,-5.000 19.000-16,4.000 15.000 16,11.000 7.000-16,13.000 6.000 15,13.000-1.000 1,18.000 3.000-16,14.000-6.000 15,12.000-12.000 1,7.000-10.000-16,8.000-10.000 16,4.000-12.000-1,2.000-13.000-15,3.000-21.000 16,0.000-13.000 0,-3.000-10.000-16,-3.000-12.000 15,-2.000-5.000 1,-5.000-1.000-16,1.000 2.000 15,0.000 6.000 1,-3.000 11.000-16,1.000 10.000 16,2.000 15.000-1,-6.000 9.000-15,-5.000 9.000 16,-1.000 15.000 0,-5.000 16.000-16,-2.000 11.000 15,-5.000 3.000 1,0.000-2.000-16,2.000-6.000 15,0.000-14.000 1,1.000-10.000-16,2.000-10.000 16,3.000-9.000-1,4.000-12.000-15,7.000-10.000 16,4.000-12.000 0,1.000-9.000-16,1.000-8.000 15,-3.000-1.000 1,0.000 4.000-16,-3.000 4.000 15,-3.000 5.000 1,-2.000 3.000-16,-2.000 7.000 16,1.000 3.000-1,-2.000 3.000-15,-1.000 4.000 16,-2.000 5.000 0</inkml:trace>
  <inkml:trace contextRef="#ctx0" brushRef="#br0">26526.000 17313.000 0,'4.000'19.000'16,"0.000"-2.000"-16,-4.000-17.000 15,2.000 9.000 1</inkml:trace>
  <inkml:trace contextRef="#ctx0" brushRef="#br0">26744.000 17022.000 0,'16.000'36.000'15,"0.000"16.000"-15,-3.000-1.000 16,-7.000-8.000 0,-6.000-10.000-16,-3.000-9.000 15,1.000-8.000-15,2.000-16.000 16,0.000 0.000-1,0.000 0.000-15,3.000-1.000 16,5.000-13.000-16,5.000-8.000 16,5.000-3.000-1,1.000 0.000-15,-3.000 5.000 16,-1.000 5.000 0,-5.000 5.000-16,-10.000 10.000 15,8.000 0.000 1,-3.000 10.000-16,-3.000 12.000 15,-3.000 12.000 1,-6.000 2.000-16,-4.000-3.000 16,1.000-5.000-1,1.000-14.000-15,3.000-5.000 16,6.000-9.000 0,2.000-4.000-16,7.000-14.000 15,5.000-14.000 1,5.000-7.000-16,1.000-2.000 15,-1.000 6.000-15,-1.000 10.000 16,-5.000 10.000 0,-4.000 5.000-16,-2.000 10.000 15,1.000 13.000 1,-2.000 14.000-16,-4.000 13.000 16,-2.000 8.000-1,-1.000 8.000-15,-1.000 0.000 16,-2.000-5.000-1,-2.000-13.000-15,2.000-12.000 16,4.000-26.000 0,0.000-1.000-16,3.000-9.000 15</inkml:trace>
  <inkml:trace contextRef="#ctx0" brushRef="#br0">27198.000 16767.000 0,'7.000'20.000'16,"1.000"5.000"-16,-3.000-7.000 15,-5.000-18.000 1,3.000 5.000-16</inkml:trace>
  <inkml:trace contextRef="#ctx0" brushRef="#br0">27704.000 16749.000 0,'17.000'18.000'16,"-1.000"8.000"0,-10.000 6.000-1,-17.000 6.000-15,-16.000 7.000 16,-19.000 8.000-16,-11.000 4.000 15,-3.000-1.000 1,6.000-6.000-16,6.000-11.000 16,16.000-11.000-1,11.000-11.000-15,10.000-8.000 16,16.000-1.000 0,18.000-4.000-16,14.000-3.000 15,13.000 1.000 1,9.000 1.000-16,3.000-2.000 15,-2.000-1.000 1,-3.000 0.000-16,-7.000-1.000 16,-12.000-1.000-16,-9.000 1.000 15,-8.000 0.000 1,-7.000-4.000-16,-5.000-7.000 16,-6.000-11.000-1,-6.000-13.000-15,-5.000-8.000 16,-2.000-9.000-1,-3.000-4.000-15,-4.000-1.000 16,1.000 3.000 0,-1.000 10.000-16,6.000 13.000 15,1.000 14.000 1,6.000 6.000-16,4.000 12.000 16,0.000 0.000-1,0.000 0.000-15,0.000-9.000 16,8.000-6.000-16,8.000-1.000 15,-1.000 0.000 1</inkml:trace>
  <inkml:trace contextRef="#ctx0" brushRef="#br0">27972.000 16640.000 0,'54.000'3.000'0,"24.000"2.000"15,4.000 1.000 1,-5.000 0.000-16,-8.000 0.000 16,-7.000 0.000-1,-8.000 0.000-15,-9.000-3.000 16,-13.000-3.000-1,-10.000-7.000-15,-6.000-2.000 16,-8.000-4.000-16,-6.000 3.000 16</inkml:trace>
  <inkml:trace contextRef="#ctx0" brushRef="#br0">28376.000 16690.000 0,'-12.000'59.000'0,"-7.000"35.000"16,0.000 21.000-16,-3.000 26.000 15,-7.000 32.000 1,-9.000 18.000-16,1.000 10.000 16,5.000-11.000-1,10.000-47.000-15</inkml:trace>
  <inkml:trace contextRef="#ctx0" brushRef="#br0">18285.000 7814.000 0,'0.000'0.000'0,"0.000"0.000"15,0.000 0.000-15,0.000 0.000 16,-16.000 16.000 0,-13.000 15.000-16,-10.000 12.000 15,-4.000 10.000 1,1.000 9.000-16,4.000 9.000 16,5.000 3.000-1,7.000 8.000-15,6.000 12.000 16,3.000 6.000-1,8.000 7.000-15,7.000 8.000 16,5.000 8.000 0,2.000 9.000-1,6.000 9.000-15,1.000 3.000 16,1.000 1.000 0,-1.000 2.000-16,-2.000 7.000 15,-5.000-1.000 1,-5.000-1.000-16,-9.000 3.000 15,-5.000 4.000 1,-6.000-1.000-16,-7.000-3.000 16,-3.000 0.000-1,-9.000-10.000-15,-10.000-5.000 16,-5.000-6.000 0,-1.000-9.000-1,-4.000-8.000-15,-1.000-11.000 16,3.000-14.000-1,8.000-15.000-15,8.000-16.000 16,12.000-13.000 0,6.000-14.000-16,13.000-12.000 15,12.000-5.000 1,11.000-6.000-16,10.000-4.000 16,12.000-6.000-16,11.000-2.000 15,4.000-4.000 1,2.000 5.000-16,-5.000 9.000 15,-6.000 7.000 1,-3.000 7.000-16,-5.000 13.000 16,-2.000 13.000-1,-4.000 13.000-15,-1.000 6.000 16,-5.000 3.000 0,-8.000 7.000-16,-4.000 8.000 15,-6.000 5.000 1,-3.000 7.000-1,-7.000 5.000-15,1.000 6.000 16,0.000 1.000 0,2.000 4.000-16,4.000 5.000 15,-1.000 3.000 1,4.000 10.000-16,-1.000 4.000 16,1.000 3.000-1,-1.000-1.000-15,3.000-2.000 16,0.000-1.000-1,5.000-5.000-15,3.000-6.000 16,7.000-1.000 0,3.000-3.000-16,4.000 3.000 15,0.000-1.000 1,1.000-2.000-16,6.000-3.000 16,4.000-8.000-1,9.000-5.000 1,7.000-3.000-16,6.000-6.000 15,3.000-2.000 1,6.000-2.000-16,2.000-3.000 16,-3.000 0.000-1,-2.000 2.000-15,0.000-2.000 16,2.000 3.000 0,-1.000-2.000-16,2.000 0.000 15,-1.000-5.000 1,-9.000-10.000-16,-5.000-13.000 15,0.000-13.000 1,1.000-14.000-16,-1.000-16.000 16,3.000-16.000-1,2.000-13.000-15,-2.000-6.000 16,-3.000 3.000-16,-9.000 1.000 16,-12.000 5.000-1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2-11T09:19:45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2888.000 2644.000 0,'0.000'0.000'16,"0.000"0.000"-16,2.000 31.000 15,1.000 22.000 1,1.000 13.000-16,0.000 0.000 16,-2.000 1.000-1,-2.000-4.000-15,4.000-5.000 16,-2.000-11.000-1,3.000-8.000-15,-2.000-12.000 16,1.000-11.000 0,-4.000-19.000-16,-2.000-7.000 15</inkml:trace>
  <inkml:trace contextRef="#ctx0" brushRef="#br0">2930.000 2755.000 0,'0.000'0.000'16,"21.000"-2.000"0,12.000 6.000-16,2.000 8.000 15,-5.000 7.000-15,-7.000 7.000 16,-9.000 9.000-1,-11.000 5.000-15,-10.000 5.000 16,-10.000 3.000 0,-5.000 1.000-16,-5.000 1.000 15,5.000-7.000 1,6.000-8.000-16,4.000-9.000 16,8.000-8.000-1,8.000-9.000-15,12.000-11.000 16,10.000-15.000-16,9.000-19.000 15,4.000-15.000 1,-2.000-20.000 0,-5.000-11.000-16,-8.000 12.000 15</inkml:trace>
  <inkml:trace contextRef="#ctx0" brushRef="#br0">3292.000 2626.000 0,'43.000'-21.000'0,"20.000"-3.000"15,2.000 5.000-15,-10.000 13.000 16,-15.000 12.000-16,-17.000 7.000 16,-17.000 8.000-1,-11.000 8.000-15,-9.000 3.000 16,-2.000 2.000-1,2.000 0.000-15,0.000 0.000 16,8.000-1.000 0,12.000 3.000-16,8.000-4.000 15,3.000-1.000 1,7.000 0.000-16,3.000 3.000 16,-3.000-3.000-1,-8.000 1.000-15,-8.000-1.000 16,-15.000 3.000-16,-13.000 0.000 15,-8.000 1.000 1,-7.000-4.000 0,-1.000-5.000-16,-3.000-8.000 15,0.000-16.000-15,1.000-25.000 16,9.000-6.000 0</inkml:trace>
  <inkml:trace contextRef="#ctx0" brushRef="#br0">3402.000 2721.000 0,'-21.000'45.000'0,"-14.000"34.000"16,-7.000 21.000-1,1.000 4.000-15,2.000-7.000 16,7.000-15.000-1,9.000-29.000 1,4.000-30.000-16,6.000-18.000 16</inkml:trace>
  <inkml:trace contextRef="#ctx0" brushRef="#br0">3384.000 2993.000 0,'27.000'23.000'16,"12.000"18.000"0,10.000 9.000-16,0.000 4.000 15,-2.000-5.000 1,-10.000-6.000-16,-4.000-11.000 16,-8.000-11.000-1,0.000-15.000-15,-10.000-22.000 16,-5.000-22.000-1,-5.000-1.000-15</inkml:trace>
  <inkml:trace contextRef="#ctx0" brushRef="#br0">3888.000 2728.000 0,'80.000'-29.000'16,"35.000"-10.000"-16,-4.000 3.000 16,-15.000 7.000-1,-23.000 10.000-15,-20.000 3.000 16,-17.000 2.000 0,-21.000-4.000-16,-19.000 0.000 15,-17.000-5.000-15,-11.000 2.000 16,-7.000 3.000-1,0.000 2.000-15,4.000 6.000 16,9.000 6.000 0,6.000 2.000-1,9.000 3.000-15,4.000 8.000 16,7.000 9.000-16,3.000 14.000 16,1.000 17.000-1,-1.000 17.000-15,-2.000 7.000 16,-4.000 2.000-1,-5.000-2.000-15,-1.000-9.000 16,-1.000-8.000 0,3.000-11.000-16,-2.000-13.000 15,3.000-11.000 1,-5.000-18.000-16,-7.000-12.000 16,-4.000-12.000-1,-2.000-6.000-15,3.000 2.000 16,5.000 2.000-1,8.000-2.000-15,16.000-5.000 16,21.000-5.000 0,22.000-3.000-16,16.000-7.000 15,11.000-7.000 1,8.000 2.000-16,-3.000 1.000 16,-2.000 7.000-1,-13.000 8.000-15,-16.000 12.000 16,-18.000 7.000-1,-14.000 15.000-15,-13.000 12.000 16,-9.000 17.000 0,-9.000 16.000-16,-11.000 8.000 15,-8.000 5.000 1,0.000-2.000-16,4.000-12.000 16,8.000-13.000-1,6.000-15.000-15,3.000-23.000 16,0.000-20.000-16,4.000-4.000 15</inkml:trace>
  <inkml:trace contextRef="#ctx0" brushRef="#br0">4561.000 2395.000 0,'2.000'38.000'0,"-3.000"31.000"15,-6.000 11.000-15,-11.000 11.000 16,-6.000-2.000 0,-12.000-5.000-1,1.000-16.000 1,-2.000-21.000-16,1.000-33.000 16,1.000-28.000-16,9.000-9.000 15</inkml:trace>
  <inkml:trace contextRef="#ctx0" brushRef="#br0">4310.000 2806.000 0,'26.000'7.000'15,"17.000"4.000"1,8.000 6.000-16,-6.000 4.000 16,-7.000 0.000-1,-7.000 3.000-15,-10.000-3.000 16,-11.000 2.000-1,-18.000-4.000-15,-13.000-7.000 16,-19.000-6.000 0,3.000-3.000-16</inkml:trace>
  <inkml:trace contextRef="#ctx0" brushRef="#br0">4024.000 3216.000 0,'0.000'0.000'15,"38.000"-7.000"1,31.000-6.000-16,19.000-1.000 16,13.000-2.000-1,5.000 0.000-15,-2.000 0.000 16,-8.000 5.000 0,-5.000 2.000-16,-15.000 3.000 15,-14.000 3.000 1,-17.000 3.000-16,-16.000 0.000 15,-13.000-6.000 1,-21.000-17.000-16,-2.000 2.000 16</inkml:trace>
  <inkml:trace contextRef="#ctx0" brushRef="#br0">5378.000 2583.000 0,'0.000'0.000'0,"-1.000"33.000"16,-9.000 9.000 0,0.000-5.000-16</inkml:trace>
  <inkml:trace contextRef="#ctx0" brushRef="#br0">5361.000 3036.000 0,'22.000'16.000'0,"1.000"2.000"16</inkml:trace>
  <inkml:trace contextRef="#ctx0" brushRef="#br0">6748.000 2406.000 0,'-17.000'31.000'0,"-8.000"18.000"15,0.000 8.000-15,3.000 2.000 16,4.000 3.000 0,4.000 2.000-16,7.000-2.000 15,6.000-1.000 1,7.000-5.000-16,10.000-10.000 16,5.000-10.000-1,7.000-12.000-15,3.000-10.000 16,7.000-9.000-1,6.000-13.000-15,-3.000-8.000 16,5.000-10.000 0,0.000-10.000-16,-2.000-9.000 15,-1.000-5.000 1,-4.000-5.000-16,-8.000-2.000 16,-7.000 2.000-1,-10.000 2.000-15,-11.000 4.000 16,-10.000 3.000-1,-6.000 1.000-15,-8.000 7.000 16,0.000 5.000 0,-2.000 7.000-16,-1.000 9.000 15,-2.000 7.000-15,-5.000 8.000 16,0.000 5.000 0,-2.000 5.000-16,2.000 3.000 15,2.000 8.000 1,9.000 2.000-16,3.000 5.000 15,2.000 6.000 1,4.000 9.000-16,5.000 6.000 16,6.000 5.000-1,5.000 5.000-15,5.000 0.000 16,6.000-5.000 0,3.000-2.000-16,2.000-6.000 15,5.000-2.000 1,2.000-1.000-16,1.000-6.000 15,-4.000-3.000 1,-2.000-4.000-16,-4.000-7.000 16,-4.000-1.000-16,-7.000-6.000 15,-8.000-14.000 1,-1.000-9.000-16,-3.000-7.000 16</inkml:trace>
  <inkml:trace contextRef="#ctx0" brushRef="#br0">7505.000 2653.000 0,'26.000'-7.000'16,"20.000"-4.000"-1,9.000 2.000-15,2.000 2.000 16,-4.000 1.000 0,-5.000 2.000-16,-8.000 0.000 15,-8.000-2.000 1,-14.000-2.000-16,-16.000 3.000 15,-5.000 1.000-15</inkml:trace>
  <inkml:trace contextRef="#ctx0" brushRef="#br0">7505.000 2882.000 0,'0.000'0.000'15,"0.000"0.000"-15,41.000 2.000 16,22.000 2.000 0,2.000-4.000-16,-5.000-10.000 15,-9.000-5.000 1,-13.000 1.000-16</inkml:trace>
  <inkml:trace contextRef="#ctx0" brushRef="#br0">8430.000 2482.000 0,'0.000'0.000'0,"0.000"0.000"16,0.000 0.000-1,-21.000 32.000-15,-18.000 20.000 16,-8.000 7.000 0,1.000 0.000-16,8.000-3.000 15,8.000-13.000 1,12.000-6.000-16,12.000-6.000 15,12.000-10.000 1,13.000-8.000-16,13.000-10.000 16,12.000-10.000-1,7.000-5.000-15,5.000-4.000 16,-7.000 0.000 0,-9.000 2.000-16,-10.000 4.000 15,-10.000 4.000 1,-11.000 1.000-16,-6.000-2.000 15,-7.000-3.000-15,-6.000-2.000 16,-8.000 1.000 0,-1.000-7.000-16,-1.000-2.000 15,-1.000-3.000 1,6.000-7.000-16,8.000-4.000 16,5.000-8.000-1,4.000 2.000-15,1.000-2.000 16,0.000 7.000-1</inkml:trace>
  <inkml:trace contextRef="#ctx0" brushRef="#br0">8648.000 2370.000 0,'57.000'-5.000'15,"21.000"-2.000"-15,-3.000 3.000 16,-10.000 1.000 0,-17.000-3.000-16,-8.000-4.000 15,-16.000-9.000 1,-10.000 2.000-16</inkml:trace>
  <inkml:trace contextRef="#ctx0" brushRef="#br0">8657.000 2456.000 0,'0.000'0.000'0,"0.000"27.000"15,-3.000 18.000 1,-7.000 12.000-16,-10.000 4.000 16,-8.000 2.000-1,2.000-6.000 1,5.000-9.000-16,6.000-9.000 16,12.000-10.000-16,12.000-6.000 15,15.000-10.000 1,14.000-9.000-16,6.000-6.000 15,5.000-6.000 1,0.000-6.000-16,-3.000-4.000 16,-8.000-5.000-1,-10.000-4.000-15,-15.000-4.000 16,-8.000 5.000 0</inkml:trace>
  <inkml:trace contextRef="#ctx0" brushRef="#br0">8606.000 2713.000 0,'0.000'0.000'0,"39.000"-6.000"16,22.000 0.000-1,2.000-4.000-15,-2.000 1.000 16,-9.000-4.000-1,-5.000-5.000-15,-13.000 0.000 16</inkml:trace>
  <inkml:trace contextRef="#ctx0" brushRef="#br0">9245.000 2617.000 0,'63.000'-1.000'16,"21.000"1.000"-1,-1.000 0.000-15,-12.000-2.000 16,-13.000 1.000 0,-12.000-7.000-16,-12.000-11.000 15,-8.000-4.000 1,-11.000 3.000-16</inkml:trace>
  <inkml:trace contextRef="#ctx0" brushRef="#br0">9473.000 2490.000 0,'0.000'29.000'15,"-1.000"23.000"-15,-5.000 18.000 16,-6.000 8.000 0,-2.000 1.000-16,-2.000-11.000 15,4.000-18.000 1,2.000-18.000-16</inkml:trace>
  <inkml:trace contextRef="#ctx0" brushRef="#br0">10372.000 2191.000 0,'-12.000'50.000'0,"-12.000"32.000"16,-12.000 17.000-1,-6.000 5.000 1,-4.000 2.000-16,-5.000-5.000 16,0.000-10.000-1,7.000-22.000-15,10.000-25.000 16,10.000-28.000-1,11.000-13.000-15</inkml:trace>
  <inkml:trace contextRef="#ctx0" brushRef="#br0">10355.000 2234.000 0,'29.000'31.000'0,"10.000"26.000"15,5.000 16.000 1,-8.000 10.000 0,-7.000 1.000-16,-10.000-1.000 15,-8.000-5.000 1,-7.000-11.000-16,-1.000-9.000 15,-3.000-17.000 1,2.000-20.000-16,-9.000-22.000 16,0.000-9.000-16</inkml:trace>
  <inkml:trace contextRef="#ctx0" brushRef="#br0">10263.000 2728.000 0,'0.000'0.000'0,"0.000"0.000"15,0.000 0.000-15,31.000 7.000 16,22.000-1.000 0,4.000-11.000-16,-13.000-1.000 15</inkml:trace>
  <inkml:trace contextRef="#ctx0" brushRef="#br0">11012.000 2789.000 0,'0.000'0.000'0,"9.000"9.000"16,2.000 0.000-1</inkml:trace>
  <inkml:trace contextRef="#ctx0" brushRef="#br0">7832.000 3480.000 0,'0.000'0.000'15,"4.000"31.000"-15,-3.000 18.000 16,-3.000 13.000 0,-8.000 12.000-1,-2.000 7.000-15,-7.000 1.000 16,-1.000-3.000-1,3.000-15.000-15,2.000-20.000 16,3.000-23.000 0,3.000-12.000-16</inkml:trace>
  <inkml:trace contextRef="#ctx0" brushRef="#br0">7967.000 3727.000 0,'0.000'0.000'0,"0.000"0.000"16,0.000 0.000-16,-17.000 19.000 16,-11.000 12.000-1,-1.000 3.000-15,11.000-5.000 16,7.000-6.000-1,12.000-6.000-15,14.000-4.000 16,10.000-7.000 0,10.000-6.000-16,4.000-1.000 15,-2.000-4.000 1,-3.000-4.000-16,-7.000-8.000 16,-8.000-5.000-1,-8.000 0.000-15</inkml:trace>
  <inkml:trace contextRef="#ctx0" brushRef="#br0">8253.000 3616.000 0,'4.000'25.000'0,"-3.000"14.000"16,-7.000 15.000-1,-10.000 7.000-15,-8.000 3.000 16,-1.000 0.000 0,2.000-15.000-1,7.000-23.000-15,6.000-22.000 16,6.000-10.000-16</inkml:trace>
  <inkml:trace contextRef="#ctx0" brushRef="#br0">8413.000 3659.000 0,'0.000'0.000'0,"-22.000"19.000"16,-14.000 13.000-1,-7.000 7.000-15,4.000 3.000 16,10.000-4.000-1,16.000-8.000-15,21.000-9.000 16,18.000-9.000 0,20.000-12.000-16,10.000-8.000 15,2.000-6.000 1,-8.000 1.000-16,-11.000 5.000 16,-17.000 5.000-1,-26.000-2.000-15,-26.000 4.000 16,-2.000 1.000-16</inkml:trace>
  <inkml:trace contextRef="#ctx0" brushRef="#br0">7765.000 4240.000 0,'39.000'-5.000'16,"30.000"-5.000"-16,11.000-4.000 15,5.000-2.000 1,-5.000-2.000-16,-8.000 1.000 16,-13.000 3.000-1,-18.000 3.000-15,-17.000-6.000 16,-19.000-1.000-16,-7.000 4.000 16</inkml:trace>
  <inkml:trace contextRef="#ctx0" brushRef="#br0">8017.000 4146.000 0,'-9.000'21.000'16,"-9.000"15.000"-1,-4.000 5.000-15,3.000-3.000 16,10.000-6.000-1,14.000-9.000-15,16.000-12.000 16,14.000-11.000 0,14.000-9.000-16,10.000-5.000 15,1.000-2.000 1,-5.000 3.000-16,-14.000 7.000 16,-14.000 6.000-1,-23.000 12.000-15,-32.000 12.000 16,-29.000 10.000-1,-23.000 4.000-15,-8.000 5.000 16,5.000-2.000 0,19.000-7.000-1,21.000-8.000-15,22.000-10.000 16,28.000-14.000-16,27.000-10.000 16,22.000-7.000-16,16.000-8.000 15,2.000-2.000 1,-1.000-2.000-16,-10.000 6.000 15,-14.000 3.000 1,-15.000 6.000-16,-17.000 5.000 16,-15.000 3.000-1,-11.000 6.000-15,-7.000 6.000 16,-5.000 9.000 0,-1.000 6.000-16,3.000 7.000 15,6.000 6.000 1,5.000 11.000-16,4.000 7.000 15,3.000 3.000 1,2.000-4.000-16,0.000-8.000 16,-2.000-9.000-1,-2.000-10.000 1,-6.000-8.000-16,-8.000-10.000 16,-6.000-13.000-16,-4.000-11.000 15,-2.000-11.000 1,5.000-7.000-16,7.000-2.000 15,14.000 1.000 1,15.000 1.000-16,16.000-4.000 16,17.000-10.000-1,16.000-8.000-15,5.000-9.000 16,-13.000 12.000 0</inkml:trace>
  <inkml:trace contextRef="#ctx0" brushRef="#br0">8774.000 3967.000 0,'0.000'0.000'0,"-28.000"24.000"16,-17.000 16.000-1,-7.000 6.000-15,5.000-3.000 16,8.000-15.000-1,16.000-13.000-15,23.000-15.000 16,-2.000 3.000 0,17.000 2.000-16,6.000 1.000 15,4.000 3.000 1,-1.000 4.000-16,-1.000 7.000 16,-1.000 10.000-1,-6.000 10.000-15,-7.000 8.000 16,-7.000 3.000-16,-4.000-4.000 15,-4.000-3.000 1,-3.000-14.000-16,9.000-30.000 16,-3.000 1.000-1,2.000-12.000-15</inkml:trace>
  <inkml:trace contextRef="#ctx0" brushRef="#br0">8859.000 4163.000 0,'81.000'-19.000'0,"35.000"-4.000"16,-4.000 6.000-16,-15.000 8.000 16,-18.000 1.000-1,-19.000 0.000 1,-18.000 0.000-1,-16.000-8.000-15,-12.000-10.000 0,-16.000-8.000 16,-5.000 5.000 0</inkml:trace>
  <inkml:trace contextRef="#ctx0" brushRef="#br0">9136.000 3592.000 0,'0.000'0.000'0,"2.000"39.000"16,1.000 30.000-1,-4.000 25.000-15,-9.000 18.000 16,0.000 16.000 0,-2.000 2.000-16,-3.000 1.000 15,3.000-1.000 1,0.000-2.000-16,2.000-7.000 15,-3.000-10.000 1,-1.000-22.000-16,0.000-24.000 16,5.000-25.000-1,9.000-40.000-15,-5.000-8.000 16,5.000-34.000 0,2.000-5.000-16</inkml:trace>
  <inkml:trace contextRef="#ctx0" brushRef="#br0">9044.000 4316.000 0,'0.000'0.000'0,"-21.000"23.000"16,-24.000 19.000-1,-16.000 12.000-15,-5.000 2.000 16,5.000-6.000-1,14.000-14.000 1,14.000-24.000-16,22.000-20.000 16,10.000-9.000-16</inkml:trace>
  <inkml:trace contextRef="#ctx0" brushRef="#br0">9044.000 4284.000 0,'51.000'12.000'0,"19.000"16.000"16,-8.000 15.000 0,-20.000 8.000-16,-12.000 5.000 15,-11.000-2.000 1,-9.000-9.000 0,-5.000-8.000-16,-4.000-17.000 15,-1.000-20.000-15,-8.000-3.000 16,-1.000-7.000-1</inkml:trace>
  <inkml:trace contextRef="#ctx0" brushRef="#br0">8892.000 4539.000 0,'0.000'0.000'0,"39.000"-5.000"15,24.000-7.000 1,11.000-12.000-16,7.000-11.000 16,-2.000-6.000-1,-17.000 9.000-15</inkml:trace>
  <inkml:trace contextRef="#ctx0" brushRef="#br0">9733.000 4171.000 0,'0.000'0.000'0,"16.000"8.000"16,-2.000 4.000-1,-9.000-1.000-15,-6.000-2.000 16</inkml:trace>
  <inkml:trace contextRef="#ctx0" brushRef="#br0">9691.000 4461.000 0,'0.000'0.000'16,"14.000"18.000"0,2.000 2.000-16,-6.000-9.000 15,-4.000-7.000-15</inkml:trace>
  <inkml:trace contextRef="#ctx0" brushRef="#br0">10994.000 3872.000 0,'-21.000'31.000'0,"-10.000"19.000"16,-3.000 15.000-1,-1.000 13.000-15,1.000 5.000 16,6.000 4.000-1,14.000-1.000 1,10.000-11.000-16,16.000-11.000 16,11.000-16.000-16,13.000-19.000 15,11.000-13.000 1,9.000-18.000-16,5.000-16.000 16,3.000-12.000-1,-2.000-18.000-15,-2.000-9.000 16,-4.000-12.000-1,-9.000-5.000-15,-10.000-1.000 16,-15.000-1.000 0,-15.000 7.000-16,-13.000 5.000 15,-16.000 10.000 1,-12.000 10.000-16,-10.000 14.000 16,-3.000 13.000-1,-5.000 16.000-15,-4.000 13.000 16,0.000 16.000-1,6.000 8.000-15,5.000-4.000 16,14.000-8.000-16</inkml:trace>
  <inkml:trace contextRef="#ctx0" brushRef="#br0">11036.000 4299.000 0,'18.000'32.000'0,"11.000"19.000"15,1.000 12.000 1,-2.000 0.000-16,-4.000-11.000 16,-8.000-15.000-1,-4.000-13.000 1</inkml:trace>
  <inkml:trace contextRef="#ctx0" brushRef="#br0">11801.000 4137.000 0,'64.000'-12.000'0,"28.000"-3.000"16,1.000 1.000 0,-9.000 9.000-16,-13.000-1.000 15,-11.000 2.000 1,-15.000 7.000-16,-17.000-7.000 16,-28.000 4.000-1,9.000-3.000-15</inkml:trace>
  <inkml:trace contextRef="#ctx0" brushRef="#br0">11726.000 4461.000 0,'32.000'-4.000'16,"30.000"0.000"-16,15.000 3.000 15,6.000 2.000 1,0.000-2.000-16,-5.000-6.000 16,-18.000-1.000-16</inkml:trace>
  <inkml:trace contextRef="#ctx0" brushRef="#br0">13096.000 3582.000 0,'31.000'12.000'16,"5.000"13.000"-16,-4.000 13.000 16,-13.000 10.000-1,-16.000 11.000 1,-15.000 2.000-16,-9.000-7.000 16,-4.000-6.000-1,3.000-12.000-15,3.000-12.000 16,8.000-9.000-1,2.000-11.000-15,9.000-11.000 16,11.000-13.000 0,8.000-16.000-16,11.000-15.000 15,8.000-7.000 1,5.000 1.000-16,-3.000 4.000 16,-3.000 11.000-1,-6.000 12.000-15,-8.000 12.000 16,-7.000 12.000-1,-5.000 16.000-15,-1.000 11.000 16,-2.000 16.000 0,-14.000 9.000-16,-7.000 8.000 15,-4.000 2.000-15,0.000-3.000 16,-3.000-8.000 0,3.000-11.000-16,2.000-12.000 15,6.000-8.000 1,9.000-14.000-16,1.000-6.000 15,12.000-22.000 1,13.000-16.000-16,12.000-14.000 16,10.000-12.000-1,5.000 6.000-15,-4.000 6.000 16,0.000 9.000 0,-7.000 14.000-1,-8.000 16.000-15,-6.000 8.000 16,-7.000 21.000-16,-6.000 13.000 15,-4.000 16.000 1,-11.000 10.000 0,-11.000 8.000-16,-6.000 7.000 0,-5.000 4.000 15,-5.000-6.000 1,1.000-9.000-16,4.000-14.000 16,4.000-15.000-1</inkml:trace>
  <inkml:trace contextRef="#ctx0" brushRef="#br0">12785.000 4231.000 0,'0.000'0.000'16,"57.000"4.000"-16,41.000 0.000 16,24.000-2.000-1,12.000-6.000-15,4.000-2.000 16,-3.000-2.000 0,-4.000 1.000-16,-17.000 1.000 15,-20.000-8.000 1,-25.000-2.000-16,-23.000 2.000 15</inkml:trace>
  <inkml:trace contextRef="#ctx0" brushRef="#br0">13122.000 4495.000 0,'-20.000'19.000'16,"-14.000"19.000"0,-12.000 12.000-16,-11.000 8.000 15,-2.000-1.000 1,3.000-6.000-16,12.000-21.000 16,13.000-20.000-1,18.000-21.000-15,18.000-19.000 16,3.000 0.000-1</inkml:trace>
  <inkml:trace contextRef="#ctx0" brushRef="#br0">13106.000 4547.000 0,'18.000'5.000'0,"9.000"10.000"16,2.000 13.000-1,-8.000 11.000-15,-7.000 6.000 16,-8.000-1.000-1,-2.000-1.000-15,1.000-9.000 16,-2.000-10.000 0,2.000-12.000-16,8.000-12.000 15,11.000-20.000 1,10.000-11.000-16,11.000-17.000 16,2.000-8.000-1,3.000-2.000-15,-1.000 4.000 16,-5.000 11.000-1,-10.000 14.000-15,-6.000 11.000 16,-10.000 12.000 0,-1.000 19.000-16,-4.000 18.000 15,-2.000 19.000-15,-6.000 15.000 16,-7.000 9.000 0,-5.000 0.000-1,-3.000-2.000-15,3.000-8.000 16,1.000-10.000-1,5.000-19.000-15,1.000-35.000 16,2.000 13.000-16</inkml:trace>
  <inkml:trace contextRef="#ctx0" brushRef="#br0">14812.000 3701.000 0,'-73.000'48.000'0,"-38.000"30.000"15,-8.000 16.000 1,13.000 5.000-16,16.000-3.000 16,20.000-7.000-1,25.000-10.000 1,22.000-10.000-16,22.000-12.000 16,19.000-15.000-16,17.000-15.000 15,11.000-15.000 1,14.000-16.000-16,11.000-16.000 15,0.000-12.000 1,2.000-13.000-16,-4.000-6.000 16,-17.000 6.000-1</inkml:trace>
  <inkml:trace contextRef="#ctx0" brushRef="#br0">14745.000 4299.000 0,'4.000'30.000'0,"1.000"23.000"16,0.000 10.000-16,4.000-3.000 15,-1.000-10.000 1,1.000-9.000-16,3.000-12.000 16,4.000-10.000-1,3.000-16.000-15,7.000-12.000 16,5.000-15.000-1,5.000-9.000-15,2.000-13.000 16,1.000-9.000 0,-2.000 0.000-16,-4.000 6.000 15,-6.000 10.000 1,-7.000 10.000-16,-4.000 7.000 16,0.000-1.000-1,-6.000 8.000-15</inkml:trace>
  <inkml:trace contextRef="#ctx0" brushRef="#br0">15182.000 4623.000 0,'0.000'0.000'15,"0.000"23.000"1,-1.000 5.000-16,0.000-13.000 16,0.000-6.000-1</inkml:trace>
  <inkml:trace contextRef="#ctx0" brushRef="#br0">15510.000 4376.000 0,'0.000'0.000'16,"-5.000"31.000"-16,-4.000 15.000 15,-4.000-1.000 1,2.000-8.000-16,3.000-13.000 15,3.000-7.000 1,5.000-17.000-16,1.000-1.000 16,8.000-12.000-1,9.000-10.000-15,6.000-13.000 16,6.000-1.000 0,3.000 5.000-16,2.000 1.000 15,-5.000 10.000 1,-6.000 11.000-16,-6.000 5.000 15,-2.000 15.000-15,-7.000 9.000 16,-4.000 10.000 0,-5.000 7.000-1,-5.000-2.000-15,-3.000-4.000 16,-2.000-3.000-16,4.000-8.000 16,0.000-5.000-1,6.000-14.000-15,0.000 0.000 16,-1.000-1.000-1,9.000-17.000-15,11.000-11.000 16,10.000-11.000-16,9.000-8.000 16,5.000-1.000-1,3.000 5.000 1,-5.000 9.000-16,-4.000 12.000 16,-3.000 17.000-1,-9.000 17.000-15,-3.000 12.000 16,-6.000 14.000-16,-9.000 11.000 15,-8.000 7.000 1,-5.000 1.000-16,-4.000 1.000 16,1.000-9.000-1,-4.000-9.000-15,4.000-16.000 16,9.000-20.000 0,4.000-8.000-16</inkml:trace>
  <inkml:trace contextRef="#ctx0" brushRef="#br0">16889.000 3957.000 0,'-23.000'32.000'16,"-19.000"20.000"-16,-12.000 3.000 15,-7.000 3.000 1,-1.000-6.000-16,4.000-5.000 15,10.000-8.000 1,17.000-6.000-16,20.000-6.000 16,21.000-11.000-1,20.000-3.000-15,23.000-5.000 16,11.000-4.000 0,6.000 1.000-1,3.000-4.000-15,-1.000-2.000 16,-4.000-4.000-16,-10.000-2.000 15,-8.000-4.000 1,-12.000-4.000-16,-11.000-2.000 16,-11.000-9.000-1,-12.000-4.000-15,-10.000-1.000 16,-8.000-2.000 0,-5.000 5.000-16,-2.000 5.000 15,-1.000 6.000 1,4.000 3.000-16,4.000 0.000 15,1.000 0.000-15,2.000-3.000 16,5.000-2.000 0,12.000-12.000-16,6.000-10.000 15,-1.000 4.000 1</inkml:trace>
  <inkml:trace contextRef="#ctx0" brushRef="#br0">17351.000 3803.000 0,'52.000'-7.000'0,"30.000"-1.000"16,8.000 5.000-16,-2.000 6.000 15,-7.000 2.000 1,-8.000 2.000-16,-7.000-6.000 15,-4.000-6.000 1,-14.000-9.000-16,-16.000 2.000 16</inkml:trace>
  <inkml:trace contextRef="#ctx0" brushRef="#br0">17831.000 3872.000 0,'-1.000'36.000'16,"-2.000"27.000"-1,-6.000 18.000-15,-4.000 10.000 16,-6.000 6.000 0,-5.000 6.000-16,-5.000 2.000 15,1.000-3.000 1,-1.000-7.000-16,4.000-10.000 15,8.000-18.000 1,5.000-21.000-16</inkml:trace>
  <inkml:trace contextRef="#ctx0" brushRef="#br0">18083.000 4863.000 0,'0.000'0.000'16,"0.000"0.000"-16,-3.000-11.000 15</inkml:trace>
  <inkml:trace contextRef="#ctx0" brushRef="#br0">8026.000 5579.000 0,'-1.000'25.000'16,"-6.000"19.000"-16,-4.000 17.000 15,-5.000 14.000 1,-7.000 12.000-1,-3.000 5.000-15,-1.000-5.000 16,1.000-20.000 0,3.000-27.000-16,4.000-16.000 15</inkml:trace>
  <inkml:trace contextRef="#ctx0" brushRef="#br0">8287.000 5639.000 0,'-22.000'4.000'0,"-12.000"8.000"15,-10.000 10.000-15,2.000 6.000 16,3.000 5.000-1,6.000-3.000-15,15.000-2.000 16,11.000-2.000 0,13.000-3.000-16,12.000-3.000 15,11.000-8.000 1,7.000-5.000-16,1.000-6.000 16,1.000-5.000-1,-4.000-10.000-15,-6.000-7.000 16,-8.000-7.000-1,-7.000 3.000-15</inkml:trace>
  <inkml:trace contextRef="#ctx0" brushRef="#br0">8455.000 5528.000 0,'0.000'0.000'0,"-5.000"36.000"16,-6.000 21.000-16,-8.000 10.000 16,-2.000-5.000-1,2.000-8.000-15,4.000-15.000 16,4.000-21.000 0,5.000-9.000-16</inkml:trace>
  <inkml:trace contextRef="#ctx0" brushRef="#br0">8615.000 5545.000 0,'-17.000'25.000'16,"-12.000"8.000"-1,-5.000 5.000-15,2.000-4.000 16,9.000-9.000 0,11.000-2.000-16,17.000-7.000 15,14.000-8.000 1,18.000-7.000-16,8.000-5.000 16,6.000-2.000-16,0.000-5.000 15,-6.000 4.000 1,-11.000-4.000-16,-13.000 2.000 15,-12.000 2.000 1</inkml:trace>
  <inkml:trace contextRef="#ctx0" brushRef="#br0">8194.000 6005.000 0,'59.000'-13.000'15,"28.000"-6.000"1,1.000 1.000-16,-16.000 2.000 16,-15.000 4.000-1,-17.000 2.000-15,-16.000 2.000 16</inkml:trace>
  <inkml:trace contextRef="#ctx0" brushRef="#br0">7976.000 6321.000 0,'43.000'-14.000'0,"30.000"-8.000"16,11.000-7.000 0,3.000-4.000-16,-2.000 2.000 15,-13.000 1.000 1,-10.000 2.000 0,-13.000 4.000-16,-15.000 3.000 15,-15.000 4.000-15,-9.000 10.000 16,-13.000-1.000-1,-8.000 5.000-15,-9.000 3.000 16,-5.000 3.000 0,1.000 0.000-16,2.000 2.000 15,1.000-4.000 1,5.000 1.000-16,7.000 1.000 16,9.000-3.000-16,0.000 0.000 15,0.000 0.000 1,0.000 0.000-16,0.000 0.000 15,2.000 1.000 1,3.000 0.000-16,3.000-1.000 16,2.000 0.000-1,0.000 0.000-15,-1.000 0.000 16,-3.000 0.000-16,-6.000 0.000 16,0.000 0.000-1,0.000 0.000-15,0.000 0.000 16,0.000 0.000-1,4.000-7.000-15,-6.000-7.000 16,-3.000-3.000 0,-2.000 3.000-16</inkml:trace>
  <inkml:trace contextRef="#ctx0" brushRef="#br0">8312.000 5954.000 0,'2.000'31.000'16,"-5.000"16.000"-16,-6.000 0.000 16,-7.000-8.000-1,2.000-15.000-15</inkml:trace>
  <inkml:trace contextRef="#ctx0" brushRef="#br0">7984.000 6500.000 0,'36.000'-10.000'16,"24.000"-8.000"-16,12.000-2.000 15,4.000-3.000 1,0.000-2.000-16,-5.000 0.000 15,-7.000-1.000 1,-8.000 0.000-16,-13.000 5.000 16,-15.000 1.000-1,-13.000 6.000-15,-16.000 0.000 16,-15.000 2.000-16,-9.000 0.000 16,-8.000 6.000-1,-1.000 12.000 1,2.000 9.000-16,7.000 4.000 15,5.000-1.000 1,7.000 7.000-16,6.000 6.000 16,4.000 8.000-16,4.000 7.000 15,5.000 6.000 1,2.000 0.000-16,-2.000 0.000 16,-3.000-7.000-1,-2.000-10.000-15,-4.000-8.000 16,-5.000-11.000-1,-7.000-7.000-15,-5.000-6.000 16,-5.000-7.000 0,2.000-10.000-16,3.000-4.000 15,7.000-7.000 1,13.000-7.000-16,16.000-2.000 16,14.000-3.000-1,14.000-7.000-15,4.000-9.000 16,-10.000 9.000-1</inkml:trace>
  <inkml:trace contextRef="#ctx0" brushRef="#br0">8909.000 5792.000 0,'33.000'-17.000'0,"15.000"-3.000"16,-1.000 14.000-1,-10.000 17.000-15,-16.000 19.000 16,-19.000 21.000 0,-17.000 15.000-16,-13.000 15.000 15,-16.000 12.000 1,-10.000 6.000-16,-4.000 5.000 15,1.000-4.000 1,4.000-7.000-16,7.000-13.000 16,8.000-19.000-1,7.000-19.000-15,10.000-32.000 16,7.000-10.000 0</inkml:trace>
  <inkml:trace contextRef="#ctx0" brushRef="#br0">9027.000 6218.000 0,'38.000'-9.000'16,"21.000"-2.000"-16,-1.000 3.000 16,-10.000 6.000-1,-15.000-3.000-15,-12.000-4.000 16,-9.000 0.000-1</inkml:trace>
  <inkml:trace contextRef="#ctx0" brushRef="#br0">9077.000 6091.000 0,'-14.000'36.000'16,"-7.000"25.000"-16,-8.000 11.000 16,3.000 3.000-1,9.000-4.000-15,14.000-12.000 16,16.000-13.000 0,13.000-12.000-16,14.000-15.000 15,10.000-13.000 1,7.000-6.000-16,0.000-9.000 15,-2.000 0.000 1,-9.000-2.000-16,-11.000-1.000 16,-14.000-2.000-1,-12.000-6.000-15,-4.000 4.000 16</inkml:trace>
  <inkml:trace contextRef="#ctx0" brushRef="#br0">9127.000 6365.000 0,'0.000'0.000'0,"0.000"0.000"16,20.000 11.000-16,5.000 1.000 16,-1.000-8.000-1,-6.000-2.000-15</inkml:trace>
  <inkml:trace contextRef="#ctx0" brushRef="#br0">9758.000 6015.000 0,'18.000'7.000'0,"-3.000"10.000"16,-10.000 3.000 0,-4.000-4.000-16</inkml:trace>
  <inkml:trace contextRef="#ctx0" brushRef="#br0">9699.000 6365.000 0,'20.000'18.000'0,"6.000"5.000"16,1.000 1.000 0,-4.000-8.000-16,-6.000-5.000 15</inkml:trace>
  <inkml:trace contextRef="#ctx0" brushRef="#br0">11087.000 5820.000 0,'-34.000'12.000'16,"-22.000"21.000"-16,-8.000 13.000 15,-2.000 18.000 1,-2.000 13.000-16,5.000 4.000 16,10.000-1.000-1,18.000-7.000-15,19.000-10.000 16,23.000-10.000 0,18.000-15.000-16,19.000-17.000 15,15.000-18.000 1,13.000-22.000-16,10.000-13.000 15,6.000-17.000 1,0.000-9.000-16,-6.000-8.000 16,-7.000-2.000-1,-16.000-2.000-15,-15.000 4.000 16,-16.000 3.000 0,-18.000 10.000-16,-19.000 5.000 15,-22.000 10.000 1,-18.000 12.000-16,-11.000 15.000 15,-3.000 14.000 1,5.000 5.000-16,14.000 1.000 16</inkml:trace>
  <inkml:trace contextRef="#ctx0" brushRef="#br0">11112.000 6125.000 0,'23.000'34.000'16,"7.000"24.000"-1,-1.000 6.000-15,-8.000 0.000 16,-5.000-9.000-16,-5.000-16.000 16</inkml:trace>
  <inkml:trace contextRef="#ctx0" brushRef="#br0">11717.000 6031.000 0,'33.000'-3.000'0,"16.000"0.000"15,7.000-1.000-15,3.000 0.000 16,1.000 2.000-1,-1.000-2.000-15,-2.000 3.000 16,-5.000 0.000 0,-7.000-5.000-16,-11.000-5.000 15,-10.000 2.000 1</inkml:trace>
  <inkml:trace contextRef="#ctx0" brushRef="#br0">11768.000 6218.000 0,'76.000'11.000'0,"31.000"0.000"15,12.000-11.000 1,-6.000-9.000-16,-30.000-4.000 15</inkml:trace>
  <inkml:trace contextRef="#ctx0" brushRef="#br0">13189.000 5588.000 0,'0.000'0.000'0,"16.000"18.000"15,2.000 15.000 1,-2.000 10.000 0,-13.000 5.000-16,-9.000-3.000 15,-8.000 0.000-15,-1.000-8.000 16,-1.000-9.000-1,2.000-9.000-15,4.000-8.000 16,1.000-11.000 0,8.000-13.000-16,6.000-10.000 15,12.000-9.000 1,6.000-12.000-16,11.000-4.000 16,6.000 3.000-1,2.000 6.000-15,-1.000 7.000 16,-5.000 9.000-1,-7.000 11.000-15,-8.000 17.000 16,-6.000 14.000 0,-5.000 6.000-16,-7.000 10.000 15,-9.000 2.000 1,-5.000 4.000-16,-5.000-4.000 16,1.000-6.000-16,1.000-6.000 15,6.000-7.000 1,3.000-7.000-16,5.000-11.000 15,5.000-7.000 1,9.000-14.000-16,7.000-17.000 16,8.000-7.000-1,4.000-5.000-15,6.000 5.000 16,-5.000 4.000 0,-2.000 10.000-16,-7.000 13.000 15,-5.000 11.000 1,0.000 17.000-16,-7.000 15.000 15,-3.000 11.000 1,-8.000 14.000-16,-5.000 8.000 16,-7.000 1.000-1,-3.000-1.000-15,-2.000-10.000 16,2.000-12.000 0,2.000-13.000-1</inkml:trace>
  <inkml:trace contextRef="#ctx0" brushRef="#br0">12710.000 6125.000 0,'41.000'0.000'0,"34.000"-3.000"15,24.000-2.000-15,15.000-2.000 16,15.000 1.000 0,-1.000 0.000-16,-2.000 0.000 15,-4.000-1.000 1,-13.000 3.000-16,-16.000 4.000 15,-21.000 0.000 1,-24.000-2.000-16,-27.000 0.000 16,-16.000-3.000-1</inkml:trace>
  <inkml:trace contextRef="#ctx0" brushRef="#br0">13013.000 6381.000 0,'0.000'0.000'16,"-21.000"28.000"-16,-18.000 16.000 16,-6.000 9.000-1,0.000 1.000 1,4.000-6.000-16,13.000-17.000 15,11.000-16.000-15,8.000-21.000 16,5.000-7.000 0</inkml:trace>
  <inkml:trace contextRef="#ctx0" brushRef="#br0">13013.000 6339.000 0,'20.000'31.000'16,"7.000"22.000"-16,-5.000 6.000 16,-7.000-2.000-1,-1.000-5.000-15,-3.000-9.000 16,-2.000-9.000 0,4.000-14.000-16,6.000-20.000 15,12.000-16.000 1,10.000-15.000-16,5.000-14.000 15,5.000-6.000 1,0.000-1.000-16,-5.000 9.000 16,-10.000 11.000-1,-4.000 13.000-15,-8.000 15.000 16,-2.000 18.000 0,-8.000 17.000-16,-4.000 15.000 15,-5.000 13.000 1,-3.000 6.000-16,-3.000 4.000 15,0.000-7.000 1,0.000-8.000-16,6.000-16.000 16,3.000-22.000-1,-2.000-9.000-15</inkml:trace>
  <inkml:trace contextRef="#ctx0" brushRef="#br0">14879.000 5597.000 0,'0.000'0.000'16,"-42.000"19.000"-16,-33.000 20.000 16,-16.000 22.000-1,-10.000 16.000 1,4.000 9.000-16,12.000 3.000 16,21.000-7.000-1,26.000-8.000-15,24.000-6.000 16,28.000-13.000-1,19.000-10.000 1,17.000-13.000-16,10.000-14.000 16,8.000-13.000-16,5.000-11.000 15,-2.000-14.000 1,-2.000-8.000-16,-10.000-11.000 16,-17.000 3.000-1</inkml:trace>
  <inkml:trace contextRef="#ctx0" brushRef="#br0">14897.000 6168.000 0,'-2.000'28.000'16,"-1.000"25.000"-1,-5.000 13.000-15,-5.000 5.000 16,-7.000 4.000-1,0.000-3.000-15,1.000-13.000 16,7.000-11.000-16,5.000-18.000 16,7.000-30.000-1,2.000 0.000-15,4.000-9.000 16</inkml:trace>
  <inkml:trace contextRef="#ctx0" brushRef="#br0">14989.000 6118.000 0,'36.000'17.000'0,"9.000"7.000"15,-7.000 1.000-15,-14.000 4.000 16,-8.000-6.000 0,-15.000 1.000-16,-17.000-1.000 15,-12.000-4.000 1,-8.000 2.000-16,-7.000 1.000 16,-3.000-2.000-1,7.000-4.000-15,13.000-8.000 16,11.000-6.000-1</inkml:trace>
  <inkml:trace contextRef="#ctx0" brushRef="#br0">15292.000 6433.000 0,'0.000'0.000'0,"0.000"0.000"16</inkml:trace>
  <inkml:trace contextRef="#ctx0" brushRef="#br0">15560.000 6150.000 0,'0.000'0.000'0,"-3.000"28.000"16,-2.000 12.000-16,-4.000 7.000 16,-3.000-5.000-1,0.000 0.000-15,-2.000-8.000 16,4.000-13.000-1,5.000-7.000-15,5.000-14.000 16,8.000-12.000 0,8.000-11.000-16,6.000-11.000 15,6.000-3.000 1,4.000 0.000-16,-1.000 8.000 16,-3.000 5.000-1,-2.000 11.000-15,-3.000 7.000 16,-2.000 12.000-1,-4.000 8.000-15,-2.000 10.000 16,-9.000 7.000 0,-5.000 4.000-16,-7.000-3.000 15,-2.000-1.000 1,-2.000-7.000-16,0.000-7.000 16,6.000-9.000-1,4.000-9.000-15,3.000-10.000 16,7.000-14.000-16,11.000-10.000 15,10.000-5.000 1,9.000-7.000 0,1.000 1.000-16,3.000 4.000 15,-6.000 11.000 1,-6.000 12.000-16,-6.000 18.000 16,-5.000 12.000-16,-11.000 17.000 15,-7.000 8.000 1,-7.000 12.000-1,-6.000 4.000-15,-7.000-1.000 16,-3.000-4.000-16,6.000-8.000 16,7.000-18.000-1,7.000-20.000-15,2.000-6.000 16</inkml:trace>
  <inkml:trace contextRef="#ctx0" brushRef="#br0">16839.000 5409.000 0,'-30.000'31.000'0,"-24.000"21.000"15,-14.000 9.000-15,-3.000-3.000 16,1.000-2.000-1,7.000-8.000-15,9.000-8.000 16,15.000-7.000 0,13.000-10.000-16,16.000-5.000 15,16.000-2.000 1,18.000 0.000 0,14.000 0.000-16,12.000-4.000 15,4.000-3.000-15,2.000-4.000 16,0.000-5.000-1,-3.000-4.000-15,-7.000-2.000 16,-5.000 1.000 0,-10.000-4.000-16,-8.000 2.000 15,-7.000 0.000 1,-7.000 2.000-16,-9.000 5.000 16,0.000 0.000-1,0.000 0.000-15,0.000 0.000 16,0.000 0.000-1,0.000 0.000-15,0.000 0.000 16,0.000 0.000-16,7.000-6.000 16,2.000-3.000-1,3.000-7.000-15,-1.000-2.000 16,-2.000-5.000 0,0.000-7.000-16,-2.000-8.000 15,-1.000-5.000 1,-3.000 0.000-16,-5.000 4.000 15,-4.000 4.000 1,-1.000 7.000-16,1.000 7.000 16,0.000 8.000-1,-1.000 3.000-15,-3.000 4.000 16,-2.000 6.000-16,3.000-4.000 16,2.000-1.000-1</inkml:trace>
  <inkml:trace contextRef="#ctx0" brushRef="#br0">17091.000 5510.000 0,'47.000'-8.000'16,"27.000"-3.000"-16,3.000 5.000 15,-2.000 3.000 1,-5.000 3.000-16,-9.000 0.000 16,-8.000 4.000-1,-11.000-1.000 1,-11.000-6.000-16,-15.000-9.000 16,-9.000-1.000-16</inkml:trace>
  <inkml:trace contextRef="#ctx0" brushRef="#br0">17318.000 5554.000 0,'-1.000'59.000'16,"-4.000"33.000"-1,-5.000 8.000-15,-4.000 9.000 16,-5.000 2.000-1,-7.000 5.000-15,-3.000-3.000 16,2.000-2.000 0,-2.000-10.000-1,6.000-9.000-15,6.000-20.000 16,8.000-23.000-16,4.000-21.000 16</inkml:trace>
  <inkml:trace contextRef="#ctx0" brushRef="#br0">17360.000 6654.000 0,'0.000'0.000'16,"0.000"0.000"-16,-12.000-12.000 15</inkml:trace>
  <inkml:trace contextRef="#ctx0" brushRef="#br0">24071.000 3471.000 0,'-4.000'-22.000'0,"-6.000"-5.000"15,-19.000 12.000 1,-18.000 14.000-16,-17.000 19.000 16,-22.000 21.000-1,-17.000 16.000 1,-5.000 22.000-16,-3.000 13.000 15,10.000 14.000 1,12.000 5.000-16,16.000-1.000 16,21.000-3.000-16,20.000-10.000 15,21.000-7.000 1,18.000-13.000 0,19.000-10.000-16,17.000-14.000 15,16.000-15.000 1,11.000-16.000-16,4.000-16.000 15,3.000-15.000 1,-1.000-12.000-16,-8.000-9.000 16,-9.000-13.000-1,-16.000-7.000-15,-15.000 12.000 16</inkml:trace>
  <inkml:trace contextRef="#ctx0" brushRef="#br0">23886.000 4274.000 0,'-5.000'63.000'16,"-6.000"35.000"-16,-6.000 11.000 16,0.000-3.000-1,-5.000-9.000 1,1.000-15.000-16,5.000-21.000 15,6.000-16.000-15,1.000-25.000 16,2.000-25.000 0,1.000-8.000-16</inkml:trace>
  <inkml:trace contextRef="#ctx0" brushRef="#br0">23886.000 4231.000 0,'31.000'10.000'16,"12.000"12.000"-16,-8.000 10.000 15,-14.000 8.000 1,-15.000 1.000-16,-19.000 4.000 15,-17.000 1.000 1,-14.000-3.000-16,-6.000-6.000 16,-1.000-8.000-1,6.000-15.000 1,13.000-17.000-16,12.000-4.000 16</inkml:trace>
  <inkml:trace contextRef="#ctx0" brushRef="#br0">24113.000 4512.000 0,'0.000'0.000'0,"0.000"0.000"16,0.000 0.000-1,0.000 0.000-15,-12.000 0.000 16,-3.000 0.000-1</inkml:trace>
  <inkml:trace contextRef="#ctx0" brushRef="#br0">24289.000 4367.000 0,'4.000'25.000'0,"0.000"13.000"16,-7.000 1.000-1,-4.000-2.000-15,-3.000-7.000 16,3.000-11.000-16,2.000-8.000 16,5.000-11.000-1,0.000-7.000-15,8.000-13.000 16,7.000-13.000-1,6.000-5.000-15,6.000 2.000 16,1.000 2.000 0,-3.000 7.000-16,-5.000 8.000 15,-4.000 11.000 1,-3.000 10.000-16,-2.000 14.000 16,-5.000 10.000-1,-4.000 7.000-15,-3.000 3.000 16,-4.000 2.000-1,-2.000-7.000-15,-3.000-8.000 16,4.000-8.000 0,2.000-6.000-16,1.000-12.000 15,3.000-12.000 1,7.000-12.000-16,9.000-11.000 16,7.000-7.000-1,6.000-4.000-15,2.000 7.000 16,1.000 4.000-1,-3.000 12.000-15,-2.000 9.000 16,-3.000 10.000 0,-2.000 8.000-16,-3.000 18.000 15,-6.000 14.000-15,-7.000 12.000 16,-5.000 9.000 0,-7.000 8.000-1,-6.000-2.000-15,-1.000-3.000 16,0.000-10.000-1,2.000-9.000-15,4.000-12.000 16,7.000-26.000 0,-6.000-5.000-16,1.000-12.000 15</inkml:trace>
  <inkml:trace contextRef="#ctx0" brushRef="#br0">25088.000 4009.000 0,'37.000'-2.000'16,"22.000"0.000"-16,4.000 3.000 16,-1.000 7.000-16,-6.000 1.000 15,-9.000 2.000 1,-9.000-3.000-16,-7.000-10.000 16,-10.000-8.000-1,-6.000 0.000-15</inkml:trace>
  <inkml:trace contextRef="#ctx0" brushRef="#br0">25096.000 4248.000 0,'0.000'0.000'15,"37.000"8.000"1,25.000 2.000-16,11.000-1.000 15,4.000-2.000 1,-3.000-4.000-16,-4.000-7.000 16,-10.000-10.000-1,-18.000 2.000-15</inkml:trace>
  <inkml:trace contextRef="#ctx0" brushRef="#br0">26240.000 3762.000 0,'37.000'-26.000'16,"4.000"-4.000"-16,-17.000 12.000 16,-28.000 17.000-1,-27.000 19.000-15,-20.000 19.000 16,-16.000 17.000 0,-3.000 12.000-16,2.000 13.000 15,9.000 3.000 1,12.000 3.000-16,22.000-4.000 15,17.000-9.000 1,20.000-14.000-16,15.000-14.000 16,12.000-14.000-1,8.000-13.000-15,9.000-16.000 16,7.000-12.000 0,2.000-11.000-16,-5.000-13.000 15,-4.000-12.000 1,-13.000 10.000-16</inkml:trace>
  <inkml:trace contextRef="#ctx0" brushRef="#br0">26459.000 4206.000 0,'6.000'49.000'15,"4.000"19.000"1,1.000 5.000-16,0.000-9.000 15,-2.000-14.000 1,-2.000-13.000-16,-1.000-14.000 16,-2.000-11.000-1,2.000-9.000-15,6.000-15.000 16,5.000-13.000 0,8.000-13.000-16,0.000-11.000 15,2.000-6.000 1,-1.000 2.000-16,-2.000 2.000 15,-1.000 10.000 1,-5.000 7.000-16,-3.000 6.000 16,0.000 8.000-16,-4.000 7.000 15,1.000 3.000 1,-3.000 2.000-16,-3.000 2.000 16</inkml:trace>
  <inkml:trace contextRef="#ctx0" brushRef="#br0">26820.000 4479.000 0,'-6.000'30.000'16,"-10.000"11.000"-16,1.000-7.000 15,4.000-13.000 1</inkml:trace>
  <inkml:trace contextRef="#ctx0" brushRef="#br0">27047.000 4343.000 0,'0.000'0.000'15,"0.000"0.000"-15,0.000 0.000 16,0.000 0.000 0,2.000 25.000-16,-3.000 14.000 15,-3.000 3.000 1,-2.000-5.000-16,2.000-13.000 15,0.000-6.000 1,2.000-9.000-16,2.000-9.000 16,0.000 0.000-16,2.000-5.000 15,5.000-15.000 1,4.000-10.000 0,2.000-11.000-16,1.000-5.000 15,5.000 4.000-15,-1.000 7.000 16,1.000 9.000-1,-3.000 13.000 1,-2.000 9.000-16,-3.000 16.000 16,-1.000 12.000-16,-3.000 9.000 15,-4.000 5.000 1,-4.000 1.000-16,-3.000-5.000 16,0.000-5.000-1,1.000-8.000-15,2.000-9.000 16,1.000-12.000-1,0.000 0.000-15,2.000-6.000 16,8.000-14.000 0,12.000-14.000-16,6.000-6.000 15,9.000 1.000 1,3.000 4.000-16,-2.000 4.000 16,-5.000 8.000-1,-7.000 10.000-15,-2.000 12.000 16,-2.000 13.000-1,-8.000 12.000-15,-4.000 10.000 16,-6.000 6.000 0,-8.000 7.000-16,-4.000 0.000 15,-4.000-4.000 1,1.000-8.000-16,3.000-11.000 16,7.000-21.000-16,2.000-10.000 15</inkml:trace>
  <inkml:trace contextRef="#ctx0" brushRef="#br0">27905.000 4061.000 0,'69.000'-4.000'16,"32.000"-1.000"-16,-1.000-1.000 15,-8.000 0.000 1,-8.000 0.000-16,-12.000-11.000 16,-9.000-5.000-1,-18.000-1.000-15,-17.000 7.000 16</inkml:trace>
  <inkml:trace contextRef="#ctx0" brushRef="#br0">28376.000 3796.000 0,'-12.000'40.000'15,"-7.000"23.000"-15,0.000 11.000 16,-1.000 5.000 0,-2.000 4.000-16,-3.000-7.000 15,-1.000-6.000 1,6.000-20.000-16,11.000-22.000 16,6.000-13.000-1,3.000-8.000-15</inkml:trace>
  <inkml:trace contextRef="#ctx0" brushRef="#br0">28948.000 3677.000 0,'6.000'58.000'0,"-4.000"35.000"16,-12.000 14.000-1,-13.000-1.000-15,-6.000-3.000 16,-5.000-12.000 0,0.000-15.000-1,1.000-18.000-15,7.000-17.000 16,7.000-17.000-1,9.000-27.000-15,6.000-10.000 16,2.000 1.000-16</inkml:trace>
  <inkml:trace contextRef="#ctx0" brushRef="#br0">29015.000 3668.000 0,'35.000'-1.000'16,"18.000"4.000"-16,3.000 12.000 15,-6.000 9.000 1,-6.000 10.000 0,-12.000 4.000-16,-9.000-1.000 15,-10.000-2.000-15,-11.000-1.000 16,-11.000-7.000-1,-17.000 2.000-15,-15.000-4.000 16,-18.000 1.000 0,-8.000-3.000-16,-4.000 3.000 15,11.000-2.000-15,14.000 2.000 32,14.000 1.000-32,18.000 2.000 0,20.000 2.000 15,19.000 3.000 1,25.000 1.000-1,17.000 0.000-15,7.000-3.000 16,-2.000-2.000 0,-3.000-3.000-16,-8.000-4.000 15,-11.000-1.000-15,-13.000-4.000 16,-10.000-6.000 0,-12.000-5.000-16</inkml:trace>
  <inkml:trace contextRef="#ctx0" brushRef="#br0">29662.000 4539.000 0,'27.000'8.000'0,"2.000"8.000"16,-6.000-2.000-1</inkml:trace>
  <inkml:trace contextRef="#ctx0" brushRef="#br0">25164.000 5929.000 0,'0.000'0.000'15,"0.000"0.000"1,0.000 0.000-16,26.000-3.000 16,14.000-2.000-1,3.000 0.000-15,1.000 0.000 16,-1.000 5.000 0,3.000 1.000-16,0.000-1.000 15,-2.000 3.000 1,-3.000-2.000-16,-4.000-3.000 15,-6.000-5.000-15,-10.000-4.000 16,-9.000 3.000 0</inkml:trace>
  <inkml:trace contextRef="#ctx0" brushRef="#br0">25088.000 6218.000 0,'86.000'5.000'15,"35.000"1.000"1,3.000-4.000-16,-27.000-4.000 15</inkml:trace>
  <inkml:trace contextRef="#ctx0" brushRef="#br0">26661.000 6552.000 0,'35.000'-5.000'0,"18.000"-2.000"16,-1.000 2.000-16,-5.000 9.000 15,-8.000 2.000 1,-10.000 2.000-16,-11.000 4.000 16,-11.000 4.000-1,-14.000 5.000-15,-13.000 3.000 16,-12.000 4.000-1,-8.000 4.000-15,-6.000-1.000 16,0.000-4.000 0,4.000-1.000-16,6.000-4.000 15,11.000-1.000 1,13.000-1.000-16,16.000-2.000 16,19.000-2.000-1,16.000-7.000-15,14.000-6.000 16,8.000-4.000-1,4.000-5.000-15,-2.000-3.000 16,-7.000-6.000 0,-15.000-4.000-16,-15.000 2.000 15</inkml:trace>
  <inkml:trace contextRef="#ctx0" brushRef="#br0">26089.000 6398.000 0,'0.000'0.000'0,"0.000"0.000"0,55.000-7.000 16,45.000-1.000 0,35.000 0.000-16,19.000-1.000 15,15.000 6.000 1,14.000 2.000-16,7.000 2.000 16,-2.000 2.000-1,-15.000-1.000-15,-18.000 3.000 16,-28.000-7.000-1,-31.000-10.000 1,-31.000-4.000-16</inkml:trace>
  <inkml:trace contextRef="#ctx0" brushRef="#br0">26206.000 5921.000 0,'16.000'-26.000'0,"11.000"-6.000"16,7.000 5.000 0,3.000 11.000-16,-2.000 9.000 15,-6.000 10.000 1,-6.000 6.000-16,-7.000 7.000 16,-10.000 8.000-1,-7.000 7.000-15,-8.000 7.000 16,-5.000-2.000-1,1.000-6.000-15,2.000-1.000 16,6.000-4.000 0,8.000-9.000-16,10.000-14.000 15,15.000-7.000 1,7.000-15.000-16,5.000-14.000 16,-1.000-20.000-1,-8.000-12.000-15,-8.000 9.000 16</inkml:trace>
  <inkml:trace contextRef="#ctx0" brushRef="#br0">26391.000 5571.000 0,'0.000'0.000'0,"16.000"17.000"15,5.000 11.000 1,1.000-10.000-16,-4.000-9.000 16</inkml:trace>
  <inkml:trace contextRef="#ctx0" brushRef="#br0">26761.000 5912.000 0,'0.000'0.000'0,"31.000"8.000"16,16.000-5.000-16,10.000 3.000 16,-2.000-4.000-1,-3.000-2.000-15,-6.000-5.000 16,-6.000-9.000 0,-9.000-8.000-16,-8.000 3.000 15</inkml:trace>
  <inkml:trace contextRef="#ctx0" brushRef="#br0">26887.000 5820.000 0,'0.000'50.000'0,"0.000"18.000"16,-1.000 5.000 0,-4.000-12.000-16,-1.000-18.000 15,4.000-22.000 1,1.000-12.000-16</inkml:trace>
  <inkml:trace contextRef="#ctx0" brushRef="#br0">27190.000 5707.000 0,'43.000'18.000'0,"17.000"9.000"16,-3.000 11.000-1,-17.000 3.000 1,-19.000 2.000-16,-20.000 1.000 16,-20.000-5.000-1,-16.000-3.000-15,-9.000-6.000 16,0.000-4.000 0,6.000-5.000-16,13.000-5.000 15,15.000 0.000-15,23.000-3.000 16,24.000-5.000-1,25.000-4.000-15,13.000-11.000 16,12.000-11.000 0,1.000-12.000-16,-18.000 3.000 15</inkml:trace>
  <inkml:trace contextRef="#ctx0" brushRef="#br0">28444.000 5895.000 0,'-4.000'58.000'0,"-9.000"32.000"15,-8.000 8.000 1,-4.000-4.000 0,-4.000-7.000-16,3.000-5.000 15,2.000-9.000 1,1.000-10.000-16,5.000-11.000 15,3.000-11.000 1,5.000-15.000-16,4.000-25.000 16,8.000-26.000-16,1.000-1.000 15</inkml:trace>
  <inkml:trace contextRef="#ctx0" brushRef="#br0">28409.000 5980.000 0,'44.000'3.000'16,"19.000"5.000"-16,2.000 10.000 16,-8.000 7.000-1,-15.000 6.000-15,-11.000-1.000 16,-13.000 4.000-1,-16.000 2.000-15,-17.000-3.000 16,-20.000-2.000 0,-13.000 0.000-16,-9.000-2.000 15,-1.000 0.000 1,7.000 2.000-16,10.000-4.000 16,14.000-3.000-1,16.000 2.000-15,17.000 2.000 16,21.000-3.000-1,17.000 2.000-15,16.000-2.000 16,6.000 1.000 0,1.000 1.000-16,-4.000-1.000 15,-7.000-8.000 1,-6.000-15.000-16,-14.000-7.000 16</inkml:trace>
  <inkml:trace contextRef="#ctx0" brushRef="#br0">29318.000 6663.000 0,'18.000'-6.000'0,"1.000"-3.000"15</inkml:trace>
  <inkml:trace contextRef="#ctx0" brushRef="#br0">24264.000 7704.000 0,'-21.000'-13.000'15,"-18.000"3.000"-15,-15.000 11.000 16,-15.000 15.000-1,-16.000 17.000-15,-14.000 21.000 16,-8.000 18.000 0,2.000 11.000-16,7.000 13.000 15,13.000 6.000 1,23.000-2.000 0,24.000-2.000-16,25.000-7.000 15,24.000-12.000 1,22.000-13.000-16,16.000-16.000 15,15.000-16.000 1,11.000-20.000-16,8.000-14.000 16,-2.000-14.000-1,-1.000-11.000-15,-8.000-11.000 16,-18.000 4.000 0</inkml:trace>
  <inkml:trace contextRef="#ctx0" brushRef="#br0">24154.000 8353.000 0,'4.000'50.000'0,"2.000"22.000"16,-4.000-2.000-1,0.000-11.000-15,0.000-14.000 16,2.000-18.000 0,-1.000-10.000-16,-3.000-17.000 15,9.000 0.000 1,7.000-16.000-16,2.000-10.000 16,7.000-10.000-1,3.000-3.000-15,3.000-4.000 16,-1.000 2.000-1,-3.000 2.000-15,-6.000 3.000 16,-7.000 2.000 0,-5.000 9.000-16</inkml:trace>
  <inkml:trace contextRef="#ctx0" brushRef="#br0">24415.000 8643.000 0,'0.000'0.000'0,"0.000"0.000"16,-14.000 18.000-16,-4.000-3.000 16,2.000-3.000-1</inkml:trace>
  <inkml:trace contextRef="#ctx0" brushRef="#br0">24575.000 8532.000 0,'0.000'0.000'16,"2.000"21.000"-1,-3.000 9.000-15,-6.000 1.000 16,-4.000-9.000-16,1.000-8.000 16,10.000-14.000-1,0.000 0.000 1,2.000-5.000-16,13.000-18.000 16,7.000-6.000-16,7.000-3.000 15,2.000-1.000 1,0.000 8.000-16,-6.000 10.000 15,-6.000 8.000 1,-5.000 7.000-16,-6.000 14.000 16,-4.000 11.000-1,-8.000 9.000-15,-3.000 1.000 16,-2.000-2.000 0,-2.000-2.000-16,4.000-9.000 15,3.000-5.000 1,4.000-17.000-16,3.000 0.000 15,10.000-15.000 1,8.000-13.000-16,7.000-7.000 16,6.000-7.000-1,2.000 3.000-15,0.000 5.000 16,-7.000 5.000 0,-7.000 12.000-16,-5.000 10.000 15,0.000 11.000 1,-1.000 18.000-16,-7.000 16.000 15,-7.000 12.000 1,-7.000 3.000-16,-8.000 3.000 16,-1.000-5.000-1,2.000-17.000-15,3.000-12.000 16</inkml:trace>
  <inkml:trace contextRef="#ctx0" brushRef="#br0">25349.000 8301.000 0,'42.000'-6.000'15,"27.000"-5.000"-15,10.000 1.000 16,3.000 0.000-1,-5.000 3.000-15,-6.000 2.000 16,-10.000-2.000 0,-11.000-4.000-16,-15.000-1.000 15</inkml:trace>
  <inkml:trace contextRef="#ctx0" brushRef="#br0">25340.000 8540.000 0,'63.000'0.000'0,"37.000"-2.000"16,9.000-4.000-16,-2.000-4.000 15,-23.000 3.000 1</inkml:trace>
  <inkml:trace contextRef="#ctx0" brushRef="#br0">26753.000 8762.000 0,'37.000'2.000'16,"17.000"3.000"-16,1.000 3.000 15,-9.000 2.000 1,-9.000 2.000-16,-12.000 0.000 16,-16.000 7.000-1,-19.000 4.000-15,-18.000 3.000 16,-13.000 5.000 0,-11.000 1.000-16,0.000-2.000 15,4.000-2.000 1,9.000-4.000-1,17.000-3.000-15,18.000 1.000 16,20.000-4.000 0,22.000-4.000-16,21.000-6.000 15,10.000-1.000-15,-1.000-7.000 16,-7.000-7.000 0,-11.000-7.000-16,-13.000-10.000 15,-12.000 4.000 1</inkml:trace>
  <inkml:trace contextRef="#ctx0" brushRef="#br0">26374.000 8608.000 0,'29.000'-16.000'16,"21.000"-7.000"-16,28.000 5.000 15,25.000 9.000 1,19.000 5.000-16,12.000 6.000 16,6.000 3.000-1,-9.000 3.000-15,-11.000-1.000 16,-20.000-7.000-1,-17.000-9.000-15,-24.000 0.000 16</inkml:trace>
  <inkml:trace contextRef="#ctx0" brushRef="#br0">26669.000 8114.000 0,'41.000'-13.000'15,"22.000"-2.000"1,3.000 5.000-16,-6.000 8.000 15,-12.000 8.000-15,-15.000 10.000 16,-17.000 9.000 0,-16.000 7.000-16,-10.000 5.000 15,-5.000 0.000 1,-1.000-2.000 0,5.000-5.000-16,5.000-9.000 15,8.000-5.000-15,6.000-9.000 16,11.000-12.000-1,9.000-22.000-15,7.000-17.000 16,1.000-13.000 0,-6.000 10.000-16</inkml:trace>
  <inkml:trace contextRef="#ctx0" brushRef="#br0">26988.000 7806.000 0,'0.000'0.000'0,"0.000"0.000"16,14.000 21.000-1,5.000 0.000-15,-2.000-5.000 16</inkml:trace>
  <inkml:trace contextRef="#ctx0" brushRef="#br0">27796.000 8224.000 0,'6.000'59.000'0,"-4.000"30.000"16,-13.000 11.000-1,-10.000 0.000 1,-9.000-6.000-1,-3.000-10.000-15,1.000-12.000 16,6.000-15.000-16,6.000-19.000 16,20.000-38.000-1,-6.000 15.000-15</inkml:trace>
  <inkml:trace contextRef="#ctx0" brushRef="#br0">27796.000 8242.000 0,'39.000'-6.000'0,"24.000"10.000"16,9.000 9.000-1,0.000 11.000-15,-11.000 7.000 16,-14.000 4.000-1,-13.000-2.000 1,-16.000-2.000-16,-21.000 1.000 16,-18.000-4.000-16,-17.000-1.000 15,-19.000-2.000 1,-9.000-2.000-16,0.000-2.000 16,6.000-2.000-1,12.000 0.000-15,15.000 1.000 16,18.000 3.000-1,20.000 4.000-15,26.000 5.000 16,22.000 2.000 0,19.000 0.000-16,3.000 1.000 15,-2.000-4.000 1,-1.000-11.000-16,-16.000-7.000 16</inkml:trace>
  <inkml:trace contextRef="#ctx0" brushRef="#br0">28502.000 8975.000 0,'10.000'-4.000'0,"1.000"-2.000"15</inkml:trace>
  <inkml:trace contextRef="#ctx0" brushRef="#br0">24163.000 10392.000 0,'29.000'11.000'0,"10.000"19.000"15,2.000 22.000 1,-4.000 16.000 0,-14.000 15.000-16,-16.000 12.000 15,-12.000 11.000 1,-10.000 0.000-16,-8.000-3.000 16,-5.000-14.000-1,-2.000-13.000-15,1.000-20.000 16,4.000-18.000-1,5.000-15.000-15,4.000-21.000 16,10.000-20.000 0,9.000-20.000-16,11.000-16.000 15,12.000-12.000 1,9.000-5.000-16,12.000-9.000 16,9.000 1.000-1,4.000-3.000-15,3.000 4.000 16,6.000 6.000-1,2.000 4.000-15,-5.000 11.000 16,-2.000 13.000 0,-9.000 10.000-16,-10.000 13.000 15,-11.000 4.000 1,-10.000 8.000 0</inkml:trace>
  <inkml:trace contextRef="#ctx0" brushRef="#br0">24945.000 10835.000 0,'44.000'-3.000'0,"23.000"3.000"15,1.000 2.000 1,-4.000 4.000-16,-7.000 0.000 15,-7.000-3.000 1,-6.000-6.000-16,-12.000-2.000 16</inkml:trace>
  <inkml:trace contextRef="#ctx0" brushRef="#br0">24903.000 11108.000 0,'0.000'0.000'0,"44.000"0.000"15,33.000-5.000 1,16.000 0.000-16,9.000 3.000 16,1.000-5.000-1,1.000-6.000-15,-25.000 1.000 16</inkml:trace>
  <inkml:trace contextRef="#ctx0" brushRef="#br0">27409.000 9888.000 0,'-47.000'9.000'16,"-26.000"13.000"0,-22.000 17.000-16,-9.000 16.000 15,-4.000 11.000 1,14.000 8.000-16,24.000-2.000 15,32.000-4.000 1,25.000-3.000-16,31.000-7.000 16,21.000-9.000-1,23.000-12.000-15,13.000-10.000 16,6.000-10.000 0,2.000-12.000-16,-2.000-10.000 15,-10.000-13.000 1,-11.000-16.000-1,-14.000-9.000-15,-13.000 5.000 16</inkml:trace>
  <inkml:trace contextRef="#ctx0" brushRef="#br0">27451.000 10306.000 0,'0.000'29.000'15,"-1.000"21.000"1,-5.000 16.000-16,-5.000 6.000 15,-9.000 7.000 1,-4.000 4.000-16,0.000-4.000 16,-1.000-4.000-1,1.000-10.000-15,7.000-12.000 16,9.000-19.000 0,8.000-34.000-16,-4.000 12.000 15</inkml:trace>
  <inkml:trace contextRef="#ctx0" brushRef="#br0">27510.000 10383.000 0,'39.000'9.000'0,"7.000"6.000"16,-12.000 6.000 0,-14.000 6.000-16,-18.000 0.000 15,-21.000 1.000 1,-14.000 0.000-16,-11.000-6.000 16,-8.000-6.000-1,3.000-6.000-15,10.000-8.000 16,12.000-3.000-1</inkml:trace>
  <inkml:trace contextRef="#ctx0" brushRef="#br0">27779.000 10733.000 0,'0.000'0.000'0,"0.000"0.000"16,0.000 0.000 0,0.000 0.000-16</inkml:trace>
  <inkml:trace contextRef="#ctx0" brushRef="#br0">28090.000 10476.000 0,'0.000'0.000'0,"14.000"18.000"15,1.000 8.000-15,-5.000 4.000 16,-10.000 1.000 0,-9.000-4.000-16,-2.000-5.000 15,1.000-6.000 1,4.000-8.000-16,6.000-8.000 15,5.000-7.000 1,11.000-9.000-16,12.000-7.000 16,7.000-1.000-1,3.000 0.000-15,0.000 4.000 16,-3.000 5.000 0,-9.000 8.000-16,-4.000 8.000 15,-5.000 6.000 1,-10.000 8.000-16,-8.000 9.000 15,-8.000 5.000 1,-5.000-1.000-16,-1.000 0.000 16,-2.000-9.000-16,7.000-5.000 15,2.000-5.000 1,10.000-10.000-16,10.000-11.000 16,13.000-7.000-1,6.000-8.000-15,11.000-8.000 16,6.000-3.000-1,0.000-1.000-15,0.000 5.000 16,-5.000 8.000 0,-9.000 12.000-16,-5.000 11.000 15,-5.000 16.000 1,-4.000 16.000-16,-11.000 13.000 16,-9.000 8.000-1,-4.000 2.000-15,-10.000 3.000 16,-2.000-9.000-1,2.000-12.000-15</inkml:trace>
  <inkml:trace contextRef="#ctx0" brushRef="#br0">26467.000 11108.000 0,'82.000'-5.000'0,"46.000"-8.000"15,20.000-1.000 1,12.000 5.000-16,12.000 2.000 16,10.000 3.000-1,12.000 3.000-15,11.000 4.000 16,2.000 4.000 0,1.000 7.000-16,-4.000 4.000 15,-12.000 3.000 1,-16.000 0.000-16,-21.000-5.000 15,-30.000-6.000 1,-31.000-8.000-16,-29.000-5.000 16</inkml:trace>
  <inkml:trace contextRef="#ctx0" brushRef="#br0">27216.000 11424.000 0,'-24.000'12.000'0,"-17.000"9.000"16,-22.000 13.000-16,-17.000 10.000 16,-5.000 14.000-1,0.000 8.000 1,8.000 7.000-1,16.000-1.000-15,21.000-3.000 16,22.000-5.000-16,26.000-7.000 16,22.000-4.000-1,19.000-10.000-15,13.000-12.000 16,9.000-11.000 0,5.000-9.000-16,-4.000-11.000 15,-6.000-13.000 1,-7.000-12.000-16,-9.000-17.000 15,-15.000 6.000 1</inkml:trace>
  <inkml:trace contextRef="#ctx0" brushRef="#br0">27334.000 11851.000 0,'11.000'59.000'16,"0.000"23.000"0,-2.000 1.000-16,0.000-10.000 15,0.000-11.000 1,-3.000-15.000-16,0.000-13.000 16,-1.000-13.000-1,1.000-8.000-15,2.000-11.000 16,6.000-13.000-1,8.000-11.000-15,5.000-15.000 16,3.000-12.000 0,2.000-8.000-16,3.000 2.000 15,-2.000 5.000 1,-4.000 6.000-16,-8.000 9.000 16,-8.000 12.000-1</inkml:trace>
  <inkml:trace contextRef="#ctx0" brushRef="#br0">27586.000 12380.000 0,'-1.000'25.000'16,"-2.000"5.000"-16,3.000-11.000 16,2.000-8.000-1</inkml:trace>
  <inkml:trace contextRef="#ctx0" brushRef="#br0">27997.000 12166.000 0,'9.000'28.000'16,"1.000"11.000"-16,-7.000 1.000 15,-4.000-4.000 1,-3.000-8.000-16,-1.000-9.000 16,1.000-8.000-1,4.000-11.000-15,7.000-3.000 16,10.000-17.000 0,10.000-10.000-16,8.000-8.000 15,3.000-2.000 1,2.000 4.000-16,-3.000 6.000 15,-6.000 7.000 1,-5.000 11.000-16,-8.000 6.000 16,-3.000 9.000-1,-7.000 11.000-15,-6.000 10.000 16,-5.000 3.000 0,-3.000 5.000-16,-3.000-3.000 15,-2.000 0.000-15,4.000-6.000 16,3.000-8.000-1,1.000-4.000-15,3.000-11.000 16,4.000-1.000 0,7.000-13.000-16,10.000-9.000 15,8.000-9.000 1,2.000-7.000-16,7.000 1.000 16,-1.000 6.000-1,-1.000 7.000-15,-2.000 3.000 16,-11.000 9.000-1,-4.000 10.000-15,-3.000 9.000 16,-4.000 12.000 0,-7.000 10.000-16,-7.000 13.000 15,-2.000 5.000 1,-1.000 0.000-16,-5.000-2.000 16,3.000-6.000-1,1.000-10.000-15,6.000-28.000 16,0.000 13.000-1</inkml:trace>
  <inkml:trace contextRef="#ctx0" brushRef="#br0">28863.000 12389.000 0,'0.000'0.000'15,"11.000"-17.000"-15</inkml:trace>
  <inkml:trace contextRef="#ctx0" brushRef="#br0">8043.000 7414.000 0,'0.000'0.000'0,"0.000"0.000"16,-1.000 37.000-1,-2.000 22.000-15,-2.000 22.000 16,-4.000 10.000 0,-5.000 1.000-1,-2.000-8.000-15,-3.000-15.000 16,2.000-25.000-16,7.000-20.000 15</inkml:trace>
  <inkml:trace contextRef="#ctx0" brushRef="#br0">8320.000 7439.000 0,'0.000'0.000'16,"0.000"0.000"-16,-28.000 28.000 15,-17.000 14.000 1,-4.000 6.000-16,9.000-6.000 16,10.000-9.000-1,15.000-6.000-15,16.000-5.000 16,17.000-6.000-16,14.000-4.000 15,8.000-2.000 1,10.000-1.000-16,-2.000 1.000 16,-3.000-2.000-1,-10.000-6.000-15,-8.000-8.000 16,-9.000-3.000 0</inkml:trace>
  <inkml:trace contextRef="#ctx0" brushRef="#br0">8513.000 7465.000 0,'-1.000'31.000'15,"0.000"23.000"-15,-4.000 13.000 16,-2.000 4.000-1,-2.000-8.000-15,1.000-17.000 16,6.000-21.000 0,2.000-16.000-16</inkml:trace>
  <inkml:trace contextRef="#ctx0" brushRef="#br0">8749.000 7439.000 0,'0.000'0.000'15,"-19.000"19.000"-15,-14.000 13.000 16,0.000 3.000 0,7.000-3.000-16,13.000-4.000 15,18.000-6.000 1,20.000-7.000-16,15.000-9.000 15,12.000-6.000 1,2.000-6.000-16,-4.000-1.000 16,-10.000-4.000-1,-16.000 3.000-15,-21.000 4.000 16,-28.000 7.000-16,-3.000 1.000 16</inkml:trace>
  <inkml:trace contextRef="#ctx0" brushRef="#br0">8194.000 7934.000 0,'45.000'0.000'0,"27.000"-3.000"16,12.000-4.000-16,1.000-4.000 15,-5.000-2.000 1,-15.000-4.000-1,-14.000-1.000-15,-15.000 3.000 16,-14.000-1.000-16,-13.000 4.000 16</inkml:trace>
  <inkml:trace contextRef="#ctx0" brushRef="#br0">8463.000 7840.000 0,'0.000'0.000'16,"-10.000"25.000"-16,-11.000 17.000 16,-8.000 8.000-1,3.000 1.000-15,7.000-7.000 16,10.000-7.000 0,11.000-10.000-16,19.000-12.000 15,19.000-13.000 1,13.000-10.000-16,6.000-9.000 15,-3.000-2.000 1,-15.000 4.000-16,-16.000 5.000 16,-22.000 13.000-16,-28.000 13.000 15,-32.000 10.000 1,-22.000 14.000-16,-12.000 7.000 16,-1.000 3.000-1,11.000-3.000-15,18.000-8.000 16,21.000-12.000-1,25.000-5.000-15,29.000-11.000 16,26.000-14.000 0,28.000-12.000-16,15.000-6.000 15,4.000-3.000 1,-2.000-2.000-16,-9.000 4.000 16,-16.000 5.000-1,-19.000 5.000-15,-16.000 2.000 16,-14.000-1.000-1,-16.000 6.000-15,-8.000 10.000 16,-8.000 7.000-16,-2.000 11.000 16,-3.000 12.000-1,6.000 11.000 1,3.000 10.000-16,5.000 8.000 16,6.000 2.000-1,1.000 1.000-15,4.000-10.000 16,0.000-13.000-1,2.000-12.000 1,-6.000-11.000-16,-4.000-15.000 16,-5.000-16.000-16,-6.000-16.000 15,-5.000-12.000 1,0.000-10.000-16,6.000-1.000 16,8.000 2.000-1,12.000-1.000-15,9.000 0.000 16,14.000 3.000-1,12.000-3.000-15,12.000-1.000 16,7.000 3.000 0,9.000 1.000-16,7.000 1.000 15,-6.000 6.000 1,-7.000 8.000-16,-12.000 12.000 16,-9.000 14.000-1,-8.000 20.000-15,-9.000 18.000 16,-13.000 19.000-1,-10.000 17.000-15,-4.000 13.000 16,-1.000 2.000 0,1.000-4.000-16,2.000-10.000 15,5.000-15.000 1,4.000-17.000-16,1.000-18.000 16,3.000-26.000-1,3.000-33.000-15,5.000-32.000 16,4.000-29.000-1,-5.000 13.000-15</inkml:trace>
  <inkml:trace contextRef="#ctx0" brushRef="#br0">9111.000 7772.000 0,'18.000'48.000'0,"5.000"27.000"15,-8.000 4.000 1,-12.000-4.000-16,-5.000-12.000 16,-6.000-17.000-1,-1.000-19.000 1,-3.000-26.000-16,3.000-28.000 16,8.000-28.000-16,7.000-11.000 15,7.000-9.000 1,6.000 6.000-16,5.000 4.000 15,5.000 13.000 1,4.000 7.000-16,12.000 8.000 16,6.000 11.000-1,1.000 11.000-15,-2.000 18.000 16,-4.000 15.000 0,-8.000 16.000-16,-16.000 13.000 15,-19.000 7.000 1,-17.000 4.000-16,-19.000 1.000 15,-15.000-5.000 1,-10.000-10.000-16,-3.000-13.000 16,8.000-15.000-1,13.000-17.000-15,21.000-18.000 16,24.000-18.000 0,23.000-9.000-16,19.000-6.000 15,16.000 7.000 1,6.000 8.000-16,-6.000 12.000 15,-13.000 12.000 1,-14.000 11.000-16,-21.000 14.000 16,-21.000 12.000-1,-26.000 11.000-15,-19.000 6.000 16,-16.000 3.000 0,-7.000-2.000-16,0.000 1.000 15,17.000-5.000 1</inkml:trace>
  <inkml:trace contextRef="#ctx0" brushRef="#br0">9068.000 8454.000 0,'23.000'28.000'0,"9.000"9.000"16,-1.000-2.000 0,-10.000-7.000-16,-8.000-10.000 15,-6.000-17.000 1,-8.000-13.000-16,-4.000-3.000 15</inkml:trace>
  <inkml:trace contextRef="#ctx0" brushRef="#br0">9312.000 8309.000 0,'56.000'-12.000'15,"29.000"-7.000"-15,5.000 6.000 16,-14.000 13.000-1,-16.000 13.000-15,-18.000 12.000 16,-24.000 15.000 0,-24.000 9.000-16,-27.000-1.000 15,-18.000-5.000 1,-15.000-8.000-16,-7.000-14.000 16,-1.000-18.000-1,10.000-27.000-15,19.000-2.000 16</inkml:trace>
  <inkml:trace contextRef="#ctx0" brushRef="#br0">9296.000 8326.000 0,'0.000'0.000'16,"-3.000"25.000"-1,-4.000 9.000-15,-1.000-8.000 16,8.000-26.000-16,-3.000 13.000 15</inkml:trace>
  <inkml:trace contextRef="#ctx0" brushRef="#br0">9556.000 8284.000 0,'-15.000'34.000'16,"-22.000"20.000"-1,-17.000 5.000-15,-11.000-6.000 16,10.000-12.000 0</inkml:trace>
  <inkml:trace contextRef="#ctx0" brushRef="#br0">8892.000 8728.000 0,'37.000'-13.000'15,"34.000"-6.000"-15,23.000-3.000 16,15.000-1.000 0,11.000 0.000-16,1.000 6.000 15,-7.000 3.000 1,-11.000 6.000-16,-20.000 0.000 16,-16.000 3.000-1,-20.000-5.000-15,-22.000-9.000 16,-13.000-1.000-1</inkml:trace>
  <inkml:trace contextRef="#ctx0" brushRef="#br0">10154.000 8054.000 0,'0.000'0.000'16,"15.000"9.000"-16,3.000 6.000 16,-7.000 8.000-16,-6.000-4.000 15</inkml:trace>
  <inkml:trace contextRef="#ctx0" brushRef="#br0">10103.000 8498.000 0,'0.000'0.000'16,"18.000"16.000"0,2.000 3.000-16,-4.000-1.000 15</inkml:trace>
  <inkml:trace contextRef="#ctx0" brushRef="#br0">11331.000 7883.000 0,'-32.000'3.000'15,"-22.000"11.000"1,-10.000 21.000-16,-5.000 25.000 16,3.000 17.000-1,5.000 11.000-15,9.000 6.000 16,20.000-2.000 0,25.000-14.000-16,22.000-12.000 15,22.000-18.000 1,21.000-20.000-16,15.000-18.000 15,7.000-21.000 1,3.000-19.000-16,0.000-17.000 16,-4.000-15.000-1,-10.000-10.000-15,-12.000-11.000 16,-13.000-5.000 0,-23.000 2.000-16,-17.000 8.000 15,-18.000 13.000 1,-11.000 19.000-16,-10.000 17.000 15,-3.000 15.000 1,1.000 13.000-16,4.000 16.000 16,10.000 17.000-1,13.000 15.000-15,11.000 12.000 16,11.000 10.000 0,14.000 4.000-16,9.000 3.000 15,5.000-2.000 1,6.000-2.000-16,0.000-10.000 15,-2.000-10.000 1,-6.000-10.000-16,-4.000-18.000 16,-7.000-20.000-1,-6.000-8.000-15</inkml:trace>
  <inkml:trace contextRef="#ctx0" brushRef="#br0">12122.000 8063.000 0,'31.000'-7.000'0,"22.000"-3.000"16,16.000-1.000-1,4.000 2.000-15,5.000 4.000 16,-3.000 3.000 0,-6.000-4.000-16,-7.000-4.000 15,-15.000 2.000 1</inkml:trace>
  <inkml:trace contextRef="#ctx0" brushRef="#br0">12146.000 8345.000 0,'0.000'0.000'16,"45.000"-2.000"-1,33.000-1.000-15,12.000 1.000 16,5.000-1.000-16,-8.000-5.000 16,-22.000 0.000-1</inkml:trace>
  <inkml:trace contextRef="#ctx0" brushRef="#br0">13543.000 7688.000 0,'0.000'0.000'15,"0.000"0.000"1,-13.000 29.000-16,-6.000 23.000 16,-12.000 15.000-1,-5.000 18.000-15,-9.000 16.000 16,0.000 10.000 0,-3.000 6.000-16,1.000 1.000 15,4.000-5.000 1,6.000-5.000-1,1.000-8.000-15,4.000-13.000 16,3.000-18.000-16,8.000-22.000 16,11.000-28.000-1,4.000-15.000-15</inkml:trace>
  <inkml:trace contextRef="#ctx0" brushRef="#br0">13476.000 7756.000 0,'21.000'33.000'16,"14.000"31.000"-16,4.000 23.000 16,-7.000 17.000-1,-10.000 11.000-15,-8.000 9.000 16,-7.000 0.000 0,-2.000-10.000-16,-1.000-13.000 15,-1.000-20.000 1,2.000-21.000-1,-2.000-22.000-15,-1.000-20.000 16,-2.000-19.000-16,-1.000-7.000 16</inkml:trace>
  <inkml:trace contextRef="#ctx0" brushRef="#br0">13281.000 8471.000 0,'0.000'0.000'0,"0.000"0.000"16,32.000-1.000-16,22.000-2.000 16,12.000-4.000-1,5.000-6.000-15,-13.000 1.000 16</inkml:trace>
  <inkml:trace contextRef="#ctx0" brushRef="#br0">14147.000 8172.000 0,'71.000'-8.000'0,"26.000"-2.000"16,-5.000 3.000-1,-23.000 5.000-15,-26.000 0.000 16</inkml:trace>
  <inkml:trace contextRef="#ctx0" brushRef="#br0">14106.000 8403.000 0,'0.000'0.000'0,"0.000"0.000"15,35.000 5.000-15,32.000 1.000 16,23.000-1.000 0,8.000-2.000-1,3.000-3.000-15,-23.000 0.000 16</inkml:trace>
  <inkml:trace contextRef="#ctx0" brushRef="#br0">15233.000 7533.000 0,'8.000'32.000'16,"-1.000"18.000"0,-4.000 10.000-16,-4.000 1.000 15,-5.000-2.000 1,-3.000-9.000-16,-2.000-12.000 15,2.000-8.000 1,3.000-14.000-16,6.000-16.000 16,-1.000-4.000-16,6.000-19.000 15,9.000-13.000 1,6.000-13.000-16,5.000-5.000 16,5.000-3.000-1,1.000 5.000-15,3.000 4.000 16,3.000 9.000-1,-4.000 10.000-15,-5.000 11.000 16,-5.000 13.000 0,-4.000 15.000-16,-4.000 15.000 15,-7.000 11.000 1,-4.000 13.000-16,-4.000 7.000 16,-3.000 1.000-1,3.000-3.000-15,0.000-8.000 16,-1.000-8.000-1,1.000-11.000-15,-2.000-13.000 16,2.000-14.000 0,-1.000-5.000-16,3.000-21.000 15,7.000-16.000 1,5.000-9.000-16,8.000-14.000 16,6.000-2.000-1,2.000 0.000-15,5.000 3.000 16,0.000 9.000-1,-1.000 11.000 1,-2.000 16.000-16,-2.000 14.000 16,-5.000 16.000-16,-4.000 15.000 15,-3.000 21.000-15,-9.000 14.000 16,-6.000 12.000 0,-4.000 10.000-1,-6.000 1.000-15,-2.000 1.000 16,-1.000-4.000-1,-1.000-12.000-15,3.000-18.000 16</inkml:trace>
  <inkml:trace contextRef="#ctx0" brushRef="#br0">14964.000 8301.000 0,'71.000'-16.000'16,"46.000"-10.000"-1,17.000 1.000-15,5.000 6.000 16,-2.000 3.000 0,-5.000 6.000-16,-11.000 3.000 15,-19.000 2.000 1,-18.000-7.000-16,-26.000 1.000 16</inkml:trace>
  <inkml:trace contextRef="#ctx0" brushRef="#br0">15123.000 8625.000 0,'-16.000'24.000'0,"-15.000"15.000"16,-3.000 15.000 0,-4.000 5.000-16,2.000 4.000 15,4.000-10.000 1,8.000-16.000-16,4.000-20.000 16,6.000-11.000-1</inkml:trace>
  <inkml:trace contextRef="#ctx0" brushRef="#br0">15174.000 8558.000 0,'0.000'0.000'16,"0.000"0.000"-16,15.000 31.000 15,7.000 17.000 1,0.000 5.000-16,-2.000-1.000 15,-1.000-5.000 1,-2.000-5.000-16,5.000-10.000 16,3.000-12.000-1,1.000-14.000-15,8.000-16.000 16,8.000-15.000 0,6.000-15.000-16,2.000-11.000 15,1.000-8.000 1,-2.000 4.000-16,-3.000 5.000 15,-5.000 11.000 1,-10.000 12.000-16,-7.000 13.000 16,-5.000 13.000-1,-4.000 16.000-15,0.000 17.000 16,-4.000 18.000 0,-7.000 18.000-16,-5.000 13.000 15,-2.000 8.000 1,-1.000-2.000-16,-3.000-6.000 15,-1.000-17.000 1,2.000-18.000-16,3.000-24.000 16,1.000-12.000-16</inkml:trace>
  <inkml:trace contextRef="#ctx0" brushRef="#br0">16300.000 7917.000 0,'0.000'0.000'0,"0.000"0.000"16,10.000 39.000 0,-6.000 24.000-16,-8.000 12.000 15,-10.000 9.000 1,-5.000 2.000-16,-7.000 0.000 15,1.000-10.000 1,0.000-10.000-16,1.000-19.000 16,4.000-14.000-1,4.000-16.000-15,3.000-17.000 16,5.000-8.000-16</inkml:trace>
  <inkml:trace contextRef="#ctx0" brushRef="#br0">16359.000 7917.000 0,'36.000'-6.000'0,"15.000"3.000"16,1.000 10.000-1,-9.000 11.000-15,-11.000 7.000 16,-11.000 9.000 0,-12.000 0.000-16,-12.000 4.000 15,-11.000-1.000-15,-14.000 0.000 16,-12.000-3.000 0,-7.000-4.000-16,-8.000 1.000 15,0.000-5.000 1,7.000-1.000-1,13.000-1.000-15,12.000 1.000 16,17.000 5.000-16,22.000 0.000 16,15.000 2.000-1,14.000 0.000 1,6.000-2.000-16,-3.000-4.000 16,-5.000-1.000-16,-9.000-3.000 15,-7.000-7.000 1,-9.000-6.000-16,-8.000-11.000 15,-7.000-15.000 1,-1.000-15.000-16,-1.000 1.000 16</inkml:trace>
  <inkml:trace contextRef="#ctx0" brushRef="#br0">16763.000 8019.000 0,'72.000'-8.000'0,"22.000"-2.000"16,-6.000 2.000-1,-19.000-3.000-15,-20.000 4.000 16</inkml:trace>
  <inkml:trace contextRef="#ctx0" brushRef="#br0">16940.000 8036.000 0,'-1.000'43.000'15,"-8.000"29.000"1,-8.000 15.000-16,-7.000 1.000 16,1.000-13.000-1,6.000-23.000-15</inkml:trace>
  <inkml:trace contextRef="#ctx0" brushRef="#br0">17638.000 7490.000 0,'8.000'61.000'15,"-1.000"40.000"-15,-11.000 21.000 16,-9.000 12.000-1,-12.000 3.000-15,-1.000-8.000 16,-5.000-9.000 0,2.000-17.000-16,2.000-19.000 15,2.000-22.000 1,8.000-28.000-16,10.000-32.000 16,3.000-14.000-1</inkml:trace>
  <inkml:trace contextRef="#ctx0" brushRef="#br0">17764.000 8088.000 0,'6.000'36.000'0,"-1.000"21.000"16,-7.000 7.000-16,-6.000-1.000 15,-6.000-7.000 1,-2.000-13.000-16,0.000-15.000 16,5.000-10.000-1,2.000-14.000-15,6.000-18.000 16,8.000-19.000 0,11.000-19.000-16,14.000-12.000 15,11.000-6.000 1,5.000 2.000-16,4.000 10.000 15,-2.000 14.000 1,-5.000 15.000-16,-6.000 15.000 16,-7.000 18.000-1,-2.000 17.000-15,-9.000 21.000 16,-9.000 18.000 0,-10.000 14.000-16,-10.000 10.000 15,-6.000 3.000 1,-6.000-7.000-16,-1.000-10.000 15,7.000-14.000 1,4.000-20.000-16,5.000-22.000 16,3.000-11.000-1</inkml:trace>
  <inkml:trace contextRef="#ctx0" brushRef="#br0">18537.000 7354.000 0,'10.000'75.000'15,"0.000"39.000"1,-3.000 8.000-16,-3.000-13.000 16,-2.000-20.000-1,3.000-21.000-15,1.000-21.000 16,4.000-18.000-1,1.000-19.000 1,8.000-21.000-16,5.000-23.000 16,11.000-21.000-16,1.000-19.000 15,4.000-12.000 1,2.000 0.000-16,-1.000 3.000 16,-4.000 9.000-1,-6.000 14.000-15,-5.000 15.000 16,-7.000 8.000-1,-5.000 8.000-15,-6.000 10.000 16</inkml:trace>
  <inkml:trace contextRef="#ctx0" brushRef="#br0">18966.000 7748.000 0,'49.000'8.000'16,"14.000"10.000"-16,-7.000 0.000 15,-20.000 5.000 1,-24.000 2.000 0,-22.000 6.000-16,-20.000 1.000 15,-8.000-1.000 1,2.000-1.000-16,5.000 1.000 15,9.000-4.000 1,12.000-2.000-16,17.000-6.000 16,18.000-7.000-16,18.000-5.000 15,7.000-6.000 1,3.000-4.000-16,-7.000-4.000 16,-12.000 2.000-1,-15.000-1.000-15,-10.000-1.000 16</inkml:trace>
  <inkml:trace contextRef="#ctx0" brushRef="#br0">18344.000 8370.000 0,'43.000'-3.000'16,"36.000"-3.000"-16,29.000-1.000 16,15.000 0.000-1,7.000 2.000-15,0.000 5.000 16,-7.000 4.000 0,-12.000-1.000-16,-20.000-1.000 15,-20.000 0.000 1,-29.000-8.000-16,-20.000 1.000 15</inkml:trace>
  <inkml:trace contextRef="#ctx0" brushRef="#br0">18596.000 8617.000 0,'6.000'40.000'0,"0.000"25.000"15,-1.000 14.000-15,-3.000 7.000 16,-3.000-3.000 0,-2.000-9.000-16,2.000-11.000 15,0.000-12.000 1,3.000-16.000-16,7.000-15.000 15,8.000-15.000 1,12.000-22.000-16,11.000-19.000 16,10.000-18.000-1,7.000-14.000-15,3.000-7.000 16,-2.000-1.000 0,-6.000 5.000-16,-5.000 4.000 15,-6.000 9.000 1,-6.000 5.000-16,-8.000 6.000 15,-8.000 12.000 1</inkml:trace>
  <inkml:trace contextRef="#ctx0" brushRef="#br0">19042.000 9137.000 0,'-9.000'62.000'16,"-8.000"27.000"-16,-3.000-5.000 16,-3.000-12.000-1,3.000-22.000-15,6.000-18.000 16</inkml:trace>
  <inkml:trace contextRef="#ctx0" brushRef="#br0">19269.000 9531.000 0,'0.000'0.000'16,"0.000"0.000"-16,0.000 0.000 15</inkml:trace>
  <inkml:trace contextRef="#ctx0" brushRef="#br0">8152.000 9607.000 0,'0.000'0.000'0,"0.000"0.000"16,0.000 0.000-1,0.000 0.000-15,12.000-8.000 16,4.000-4.000-1,2.000-4.000-15,-3.000 5.000 16</inkml:trace>
  <inkml:trace contextRef="#ctx0" brushRef="#br0">8287.000 9564.000 0,'0.000'0.000'15,"0.000"0.000"1,-3.000 23.000-16,-8.000 18.000 15,-10.000 13.000 1,-8.000 8.000-16,-7.000 1.000 16,-6.000-3.000-1,2.000-4.000-15,3.000-10.000 16,9.000-9.000 0,6.000-9.000-16,14.000-6.000 15,13.000-11.000 1,12.000-3.000-16,9.000-2.000 15,1.000-4.000 1,-1.000 0.000-16,-4.000 0.000 16,-8.000 8.000-1,-7.000 5.000-15,-7.000 7.000 16,-10.000 10.000-16,-7.000 5.000 16,-6.000 2.000-1,-1.000 4.000-15,4.000-2.000 16,2.000 0.000-1,7.000 2.000-15,7.000-2.000 16,7.000-3.000 0,6.000 1.000-16,-1.000-4.000 15,-4.000 0.000 1,-4.000 3.000-16,-4.000-5.000 16,-3.000-6.000-1,-3.000-9.000-15,0.000-8.000 16,5.000-24.000-1,6.000-23.000-15,2.000-1.000 16</inkml:trace>
  <inkml:trace contextRef="#ctx0" brushRef="#br0">8615.000 9564.000 0,'-19.000'8.000'0,"-19.000"7.000"15,-12.000 10.000 1,-2.000 8.000-16,7.000 3.000 16,12.000-4.000-1,14.000-1.000 1,26.000-6.000-16,17.000-9.000 15,20.000-7.000 1,13.000-3.000-16,9.000-5.000 16,2.000 5.000-16,-8.000 4.000 15,-12.000 5.000 1,-20.000 6.000-16,-24.000 8.000 16,-22.000 8.000-1,-21.000 5.000-15,-14.000 4.000 16,-6.000-3.000-1,4.000-5.000-15,11.000-11.000 16,15.000-8.000 0,19.000-4.000-16,23.000-9.000 15,17.000-4.000 1,18.000-1.000-16,8.000 3.000 16,1.000 3.000-1,-8.000 4.000-15,-15.000 9.000 16,-16.000 4.000-1,-17.000 3.000-15,-19.000 5.000 16,-13.000 0.000 0,-10.000-7.000-16,-1.000-7.000 15,3.000-7.000 1,4.000-11.000-16,11.000-14.000 16,8.000-2.000-1</inkml:trace>
  <inkml:trace contextRef="#ctx0" brushRef="#br0">8522.000 10162.000 0,'-28.000'35.000'16,"-14.000"22.000"-16,3.000 12.000 15,9.000 0.000 1,17.000-3.000-16,10.000-4.000 15,12.000-6.000 1,20.000-9.000-16,16.000-9.000 16,17.000-13.000-1,14.000-10.000 1,10.000-12.000-16,-3.000-14.000 16,-8.000-11.000-16,-10.000-13.000 15,-9.000-18.000 1,-13.000-15.000-1,-7.000-10.000-15,-11.000 13.000 16</inkml:trace>
  <inkml:trace contextRef="#ctx0" brushRef="#br0">9144.000 9794.000 0,'91.000'-20.000'16,"32.000"-10.000"-16,-3.000 8.000 16,-23.000 5.000-1,-22.000 1.000-15,-25.000 3.000 16,-20.000-1.000-16,-24.000-6.000 16,-9.000 2.000-1</inkml:trace>
  <inkml:trace contextRef="#ctx0" brushRef="#br0">9430.000 9581.000 0,'-4.000'50.000'0,"0.000"32.000"16,1.000 15.000-16,3.000 6.000 16,3.000-8.000-1,-3.000-13.000 1,-3.000-15.000-16,-8.000-19.000 15,-7.000-20.000-15,-5.000-15.000 16,-7.000-15.000 0,-3.000-14.000-16,2.000-9.000 15,10.000-8.000 1,15.000-6.000-16,20.000-2.000 16,20.000 3.000-1,21.000 0.000-15,14.000 3.000 16,9.000 4.000-1,12.000 6.000-15,-6.000 6.000 16,-2.000 5.000 0,-14.000 9.000-16,-12.000 10.000 15,-15.000 13.000 1,-14.000 10.000-16,-19.000 12.000 16,-19.000 7.000-1,-15.000-7.000-15,-10.000-7.000 16,-2.000-15.000-1,-2.000-16.000-15,8.000-22.000 16,7.000-3.000 0</inkml:trace>
  <inkml:trace contextRef="#ctx0" brushRef="#br0">9792.000 9632.000 0,'0.000'40.000'16,"-3.000"31.000"0,-13.000 15.000-16,-14.000 11.000 15,-7.000-4.000 1,-7.000-11.000-16,-1.000-16.000 16,6.000-23.000-1,11.000-17.000-15</inkml:trace>
  <inkml:trace contextRef="#ctx0" brushRef="#br0">9514.000 10076.000 0,'43.000'25.000'15,"19.000"13.000"-15,-3.000 6.000 16,-13.000 1.000-16,-14.000-1.000 15,-13.000-6.000 1,-9.000-10.000-16</inkml:trace>
  <inkml:trace contextRef="#ctx0" brushRef="#br0">9237.000 10580.000 0,'43.000'-5.000'16,"40.000"-3.000"-16,20.000-2.000 15,7.000 1.000 1,-3.000 1.000-16,-4.000 0.000 16,-13.000 2.000-1,-15.000 0.000-15,-13.000-7.000 16,-17.000 0.000-1</inkml:trace>
  <inkml:trace contextRef="#ctx0" brushRef="#br0">10380.000 10017.000 0,'17.000'22.000'0,"0.000"12.000"16,-4.000-7.000-1,-7.000-8.000-15</inkml:trace>
  <inkml:trace contextRef="#ctx0" brushRef="#br0">10380.000 10443.000 0,'0.000'0.000'16,"25.000"18.000"-16,3.000 4.000 15,-2.000-6.000 1,-9.000-5.000-16</inkml:trace>
  <inkml:trace contextRef="#ctx0" brushRef="#br0">11339.000 9897.000 0,'-34.000'19.000'0,"-19.000"17.000"15,-11.000 17.000-15,-3.000 15.000 16,7.000 11.000-1,16.000 4.000-15,15.000-4.000 32,19.000-11.000-32,23.000-13.000 0,20.000-10.000 15,18.000-17.000 1,18.000-12.000-16,8.000-16.000 16,5.000-14.000-1,0.000-11.000-15,-4.000-12.000 16,-5.000-9.000-1,-12.000-8.000-15,-16.000-7.000 16,-15.000-3.000 0,-14.000-3.000-1,-25.000 3.000-15,-15.000 5.000 16,-14.000 11.000 0,-7.000 15.000-16,-7.000 16.000 15,-4.000 15.000 1,3.000 12.000-16,1.000 12.000 15,5.000 10.000 1,11.000 2.000-16,13.000-7.000 16</inkml:trace>
  <inkml:trace contextRef="#ctx0" brushRef="#br0">11398.000 10383.000 0,'37.000'36.000'0,"14.000"25.000"16,-5.000 10.000 0,-12.000-1.000-16,-14.000-17.000 15</inkml:trace>
  <inkml:trace contextRef="#ctx0" brushRef="#br0">12189.000 10051.000 0,'0.000'0.000'16,"18.000"-16.000"0,24.000-9.000-16,14.000 1.000 15,18.000 4.000-15,8.000 4.000 16,4.000 3.000-1,-2.000 7.000 1,-6.000-1.000-16,-10.000-3.000 16,-19.000 1.000-1</inkml:trace>
  <inkml:trace contextRef="#ctx0" brushRef="#br0">12297.000 10264.000 0,'32.000'-3.000'16,"30.000"-4.000"-16,23.000-3.000 16,15.000 1.000-1,5.000-2.000-15,-1.000-5.000 16,-3.000-3.000-1,-7.000-4.000-15,-22.000 3.000 16</inkml:trace>
  <inkml:trace contextRef="#ctx0" brushRef="#br0">13661.000 9846.000 0,'-18.000'18.000'0,"-12.000"16.000"15,-12.000 19.000 1,-4.000 13.000-16,6.000 6.000 16,11.000 4.000-1,17.000-10.000 1,21.000-7.000-16,20.000-9.000 15,20.000-12.000 1,16.000-16.000-16,11.000-15.000 16,5.000-16.000-1,0.000-16.000-15,-2.000-13.000 16,-12.000-14.000 0,-12.000-10.000-16,-21.000-11.000 15,-25.000-5.000 1,-22.000-2.000-16,-19.000 9.000 15,-22.000 14.000 1,-10.000 23.000-16,-13.000 21.000 16,1.000 19.000-1,6.000 12.000-15,12.000 8.000 16,23.000 2.000 0,15.000-6.000-16</inkml:trace>
  <inkml:trace contextRef="#ctx0" brushRef="#br0">14299.000 10128.000 0,'0.000'0.000'0</inkml:trace>
  <inkml:trace contextRef="#ctx0" brushRef="#br0">3191.000 11288.000 0,'-21.000'26.000'0,"-18.000"17.000"16,-12.000 12.000 0,-6.000 8.000-16,-4.000-1.000 15,6.000-7.000 1,6.000-11.000-16,14.000-13.000 15,15.000-13.000 1,20.000-18.000-16,2.000-2.000 16,22.000-10.000-1,13.000-6.000-15,11.000 1.000 16,2.000 4.000-16,-4.000 8.000 16,-7.000 5.000-1,-8.000 8.000-15,-9.000 10.000 16,-18.000 17.000-1,-21.000 12.000-15,-17.000 10.000 16,-13.000 3.000 0,-12.000-4.000-16,4.000-5.000 15,11.000-12.000 1,8.000-13.000-16,23.000-15.000 16,13.000-11.000-1,16.000-7.000 1,11.000-6.000-16,8.000 1.000 15,3.000 6.000-15,3.000 5.000 16,-4.000 8.000 0,-2.000 15.000-16,-7.000 24.000 15,-14.000 26.000 1,-13.000 22.000-16,-7.000 7.000 16,-12.000-5.000-1,-1.000-11.000-15,2.000-26.000 16,5.000-21.000-1</inkml:trace>
  <inkml:trace contextRef="#ctx0" brushRef="#br0">3729.000 11296.000 0,'-21.000'-4.000'0,"-21.000"1.000"16,-15.000 6.000 0,-3.000 9.000-16,8.000 3.000 15,8.000 3.000-15,16.000 2.000 16,13.000 4.000-1,7.000 6.000 1,8.000 12.000-16,5.000 14.000 16,-4.000 17.000-16,-2.000 16.000 15,-4.000 22.000 1,-8.000 17.000-16,-6.000 17.000 16,-5.000 2.000-1,0.000-9.000-15,2.000-20.000 16,9.000-25.000-1,4.000-21.000-15,5.000-31.000 16,0.000-34.000 0,5.000-34.000-16,2.000-7.000 15</inkml:trace>
  <inkml:trace contextRef="#ctx0" brushRef="#br0">3392.000 11732.000 0,'34.000'8.000'0,"25.000"-1.000"16,16.000-2.000 0,1.000 3.000-16,1.000 0.000 15,-12.000-1.000 1,-14.000 0.000-16,-13.000-3.000 15,-19.000-5.000 1,-10.000-1.000-16</inkml:trace>
  <inkml:trace contextRef="#ctx0" brushRef="#br0">3662.000 11544.000 0,'0.000'34.000'0,"-4.000"23.000"16,-16.000 13.000-1,-11.000 5.000-15,-10.000-4.000 16,0.000-13.000 0,2.000-23.000-1,10.000-12.000-15</inkml:trace>
  <inkml:trace contextRef="#ctx0" brushRef="#br0">3461.000 12098.000 0,'6.000'70.000'0,"2.000"20.000"15,-6.000-6.000-15,0.000-21.000 16,-2.000-24.000-1,0.000-39.000-15,0.000 4.000 16,2.000-32.000 0,0.000-5.000-16</inkml:trace>
  <inkml:trace contextRef="#ctx0" brushRef="#br0">3518.000 11971.000 0,'32.000'-12.000'0,"19.000"-6.000"16,2.000 5.000-1,-5.000 3.000-15,-1.000 6.000 16,-6.000 7.000 0,-5.000 12.000-16,-8.000 9.000 15,-12.000 16.000 1,-10.000 18.000-16,-6.000 17.000 15,-9.000 8.000 1,-6.000 3.000 0,0.000-12.000-16,-3.000-13.000 15,6.000-18.000 1,4.000-17.000-16,8.000-26.000 16,-4.000-2.000-16,2.000-11.000 15</inkml:trace>
  <inkml:trace contextRef="#ctx0" brushRef="#br0">3544.000 12098.000 0,'31.000'-1.000'0,"20.000"0.000"15,2.000 1.000 1,-9.000 3.000-16,-13.000 2.000 16,-11.000 6.000-16,-18.000 7.000 15,-17.000 5.000 1,-14.000 6.000-16,-12.000 3.000 16,0.000-1.000-1,1.000-5.000-15,13.000-6.000 16,15.000-6.000-1,12.000-7.000-15,14.000-1.000 16,5.000-2.000 0,5.000-1.000-16,2.000-1.000 15,-7.000 4.000 1,-6.000 4.000-16,-11.000 8.000 16,-11.000 8.000-1,-7.000 9.000-15,-5.000 5.000 16,2.000 2.000-1,6.000-9.000-15,10.000-8.000 16,12.000-13.000 0,11.000-24.000-16,15.000-24.000 15,13.000-22.000-15,9.000-23.000 16,6.000-15.000 0,-15.000 17.000-16</inkml:trace>
  <inkml:trace contextRef="#ctx0" brushRef="#br0">4133.000 11723.000 0,'28.000'-13.000'0,"17.000"-5.000"16,7.000-3.000 0,4.000 4.000-16,-1.000 5.000 15,-7.000 6.000 1,-9.000 5.000-16,-17.000 7.000 15,-18.000 15.000 1,-21.000 13.000-16,-18.000 12.000 16,-12.000 11.000-1,1.000 8.000-15,4.000-3.000 16,14.000-2.000 0,12.000-6.000-16,16.000-8.000 15,18.000-13.000 1,11.000-13.000-16,13.000-13.000 15,4.000-11.000 1,-2.000-11.000-16,-5.000-12.000 16,-13.000-11.000-1,-11.000-7.000-15,-15.000-3.000 16,-14.000 1.000 0,-9.000 12.000-16,-5.000 14.000 15,3.000 16.000 1,3.000 10.000-16,6.000 12.000 15,7.000 15.000 1,3.000 12.000 0,3.000 9.000-16,4.000 4.000 15,3.000-1.000-15,-2.000-3.000 16,1.000-9.000 0,-1.000-11.000-16,-2.000-13.000 15,6.000-12.000 1,8.000-20.000-1,2.000-15.000-15,2.000-19.000 0,7.000-11.000 16,5.000-6.000 0,2.000-1.000-16,-1.000 2.000 15,-4.000 8.000 1,-5.000 14.000 0,-3.000 7.000-16,1.000 4.000 15,-1.000 2.000-15,5.000 2.000 16,6.000 3.000-1,9.000 0.000 1,11.000 4.000-16,13.000 1.000 16,3.000 3.000-16,-1.000 3.000 15,-6.000 0.000 1,-9.000 4.000-16,-8.000 7.000 16,-16.000 10.000-1,-17.000 13.000-15,-17.000 18.000 16,-17.000 20.000-1,-21.000 14.000-15,-10.000 7.000 16,-5.000-4.000 0,2.000-8.000-16,7.000-18.000 15,11.000-19.000 1,9.000-20.000-16,11.000-27.000 16,10.000-17.000-1,8.000-17.000-15,12.000-5.000 16,10.000 3.000-1,4.000 20.000-15,3.000 22.000 16,2.000 17.000 0,1.000 20.000-16,1.000 23.000 15,-4.000 23.000 1,-3.000 16.000-16,-9.000 10.000 16,-3.000-2.000-1,-4.000-6.000-15,-5.000-18.000 16,-3.000-23.000-1,-2.000-31.000-15,3.000-38.000 16,2.000-35.000 0,-2.000 1.000-16</inkml:trace>
  <inkml:trace contextRef="#ctx0" brushRef="#br0">5100.000 12090.000 0,'25.000'39.000'16,"7.000"14.000"-16,-7.000-6.000 15,-8.000-20.000-15,-8.000-13.000 16</inkml:trace>
  <inkml:trace contextRef="#ctx0" brushRef="#br0">5486.000 11936.000 0,'85.000'-14.000'0,"34.000"-2.000"15,-3.000 2.000 1,-14.000 5.000-16,-24.000-3.000 15,-21.000-1.000 1,-20.000 2.000-16</inkml:trace>
  <inkml:trace contextRef="#ctx0" brushRef="#br0">5915.000 11706.000 0,'9.000'38.000'0,"9.000"27.000"16,-3.000 22.000 0,-3.000 9.000-16,-9.000 10.000 15,-7.000-5.000 1,-6.000-11.000 0,-3.000-18.000-16,-3.000-15.000 15,-1.000-19.000-15,-1.000-20.000 16,-2.000-23.000-1,-6.000-25.000-15,-3.000-18.000 16,1.000-10.000 0,8.000-2.000-16,10.000 8.000 15,17.000 13.000 1,18.000 10.000-16,15.000 10.000 16,7.000 6.000-1,0.000-5.000-15,2.000-5.000 16,-13.000 5.000-1</inkml:trace>
  <inkml:trace contextRef="#ctx0" brushRef="#br0">5504.000 11672.000 0,'-26.000'72.000'0,"-6.000"49.000"16,6.000 20.000-1,16.000-3.000-15,20.000-9.000 16,18.000-17.000 0,18.000-20.000-1,20.000-25.000-15,7.000-24.000 16,9.000-28.000-16,7.000-31.000 15,4.000-37.000 1,-3.000-36.000 0,-1.000-19.000-16,-23.000 18.000 15</inkml:trace>
  <inkml:trace contextRef="#ctx0" brushRef="#br0">6740.000 11347.000 0,'0.000'0.000'15,"-29.000"28.000"-15,-31.000 25.000 16,-18.000 23.000 0,-4.000 12.000-16,9.000 2.000 15,23.000-8.000 1,28.000-11.000-16,34.000-13.000 15,38.000-18.000 1,28.000-16.000-16,14.000-15.000 16,-1.000-15.000-1,-3.000-13.000-15,-10.000-10.000 16,-20.000-7.000 0,-21.000 4.000-16</inkml:trace>
  <inkml:trace contextRef="#ctx0" brushRef="#br0">6681.000 11783.000 0,'4.000'92.000'16,"6.000"52.000"0,2.000 15.000-16,-9.000-4.000 15,-3.000-14.000 1,1.000-28.000-16,1.000-32.000 31,1.000-32.000-31,3.000-33.000 0,0.000-37.000 16,0.000-9.000-1</inkml:trace>
  <inkml:trace contextRef="#ctx0" brushRef="#br0">6697.000 12065.000 0,'-38.000'57.000'0,"-22.000"21.000"16,-6.000-12.000-16,8.000-23.000 16,18.000-33.000-1,14.000-13.000-15</inkml:trace>
  <inkml:trace contextRef="#ctx0" brushRef="#br0">6706.000 12210.000 0,'37.000'41.000'16,"19.000"20.000"-16,-4.000 2.000 16,-9.000-10.000-1,-16.000-11.000-15,-14.000-21.000 16,-9.000-22.000-1,-4.000-10.000-15</inkml:trace>
  <inkml:trace contextRef="#ctx0" brushRef="#br0">7076.000 11637.000 0,'13.000'48.000'16,"0.000"18.000"-1,-11.000-6.000-15,-5.000-18.000 16,-3.000-29.000 0,2.000-10.000-16</inkml:trace>
  <inkml:trace contextRef="#ctx0" brushRef="#br0">7101.000 11467.000 0,'69.000'-3.000'16,"19.000"3.000"-1,-8.000 8.000-15,-21.000 6.000 16,-25.000 9.000-1,-23.000 6.000-15,-24.000 2.000 16,-22.000-1.000 0,-20.000 4.000-16,-9.000 0.000 15,-2.000 0.000 1,9.000-1.000-16,17.000-3.000 16,15.000-7.000-1,21.000-4.000-15,23.000-8.000 16,22.000-5.000-16,12.000-6.000 15,3.000-4.000 1,-3.000 4.000-16,-10.000 0.000 16,-12.000 4.000-1,-21.000 5.000-15,-18.000 3.000 16,-16.000 9.000 0,-13.000 6.000-16,-5.000 2.000 15,4.000-4.000 1,6.000-3.000-16,20.000-4.000 15,19.000-6.000 1,17.000-3.000-16,11.000-2.000 16,2.000-4.000-1,-6.000 1.000-15,-10.000 1.000 16,-12.000 5.000 0,-22.000 8.000-16,-19.000 8.000 15,-20.000 9.000 1,-7.000 2.000-16,1.000 2.000 15,14.000-5.000 1,18.000-10.000-16,20.000-2.000 16,26.000-11.000-1,24.000-10.000-15,12.000-8.000 16,10.000-5.000 0,1.000-6.000-16,-9.000-3.000 15,-17.000-2.000 1,-20.000 1.000-16,-12.000 6.000 15</inkml:trace>
  <inkml:trace contextRef="#ctx0" brushRef="#br0">7244.000 12125.000 0,'2.000'22.000'0,"4.000"20.000"15,5.000 13.000 1,-4.000 8.000-16,-4.000-2.000 15,-1.000-1.000 1,-2.000-6.000 0,-4.000-13.000-16,-3.000-16.000 15,0.000-9.000-15</inkml:trace>
  <inkml:trace contextRef="#ctx0" brushRef="#br0">6958.000 12585.000 0,'56.000'8.000'16,"38.000"2.000"-16,10.000-3.000 16,2.000-1.000-1,-6.000 0.000-15,-6.000-5.000 16,-13.000-1.000-1,-13.000-4.000-15,-16.000-12.000 16,-21.000-10.000 0,-15.000 2.000-16</inkml:trace>
  <inkml:trace contextRef="#ctx0" brushRef="#br0">8085.000 11988.000 0,'16.000'9.000'0,"0.000"5.000"16,-4.000-2.000-1</inkml:trace>
  <inkml:trace contextRef="#ctx0" brushRef="#br0">8135.000 12448.000 0,'18.000'31.000'16,"-2.000"2.000"-16,-4.000-5.000 16</inkml:trace>
  <inkml:trace contextRef="#ctx0" brushRef="#br0">9497.000 12405.000 0,'0.000'0.000'0,"31.000"-5.000"16,16.000-6.000 0,8.000-1.000-16,0.000-5.000 15,1.000-1.000 1,-5.000 1.000-16,-1.000 4.000 16,-10.000 4.000-16,-8.000 2.000 15,-10.000 7.000 1,-7.000 7.000-1,-4.000 8.000-15,-7.000 13.000 16,-5.000 15.000-16,-5.000 18.000 16,-5.000 10.000-1,-4.000 17.000-15,-1.000 5.000 16,-1.000-2.000 0,0.000-12.000-1,7.000-14.000-15,3.000-18.000 16,4.000-17.000-1,3.000-30.000-15,4.000-2.000 16,3.000-12.000-16</inkml:trace>
  <inkml:trace contextRef="#ctx0" brushRef="#br0">10078.000 12772.000 0,'0.000'0.000'0,"30.000"-4.000"15,13.000-5.000 1,2.000-3.000-16,2.000 2.000 16,-4.000 1.000-1,-10.000 2.000-15,-13.000 0.000 16,-11.000 0.000-16</inkml:trace>
  <inkml:trace contextRef="#ctx0" brushRef="#br0">9615.000 12704.000 0,'0.000'0.000'0,"2.000"35.000"15,-3.000 20.000 1,3.000 9.000-16,-12.000-1.000 16,-12.000-11.000-1,0.000-14.000 1</inkml:trace>
  <inkml:trace contextRef="#ctx0" brushRef="#br0">9371.000 13200.000 0,'48.000'-2.000'0,"30.000"-1.000"16,24.000 1.000-16,10.000-2.000 16,0.000-1.000-1,-8.000 3.000-15,-6.000-3.000 16,-14.000 0.000-1,-12.000-9.000-15,-21.000 0.000 16</inkml:trace>
  <inkml:trace contextRef="#ctx0" brushRef="#br0">11070.000 12116.000 0,'-46.000'48.000'15,"-17.000"13.000"-15,7.000-9.000 16,17.000-15.000 0,18.000-18.000-16,20.000-13.000 15,17.000-12.000-15,13.000-6.000 16,8.000-2.000-1,1.000 4.000 1,-4.000 7.000-16,-3.000 5.000 16,-12.000 6.000-1,-10.000 11.000-15,-12.000 6.000 16,-16.000 10.000 0,-19.000 4.000-16,-12.000 1.000 15,-8.000-2.000 1,0.000-8.000-16,6.000-9.000 15,17.000-10.000 1,22.000-12.000-16,20.000-6.000 16,14.000 3.000-16,7.000 2.000 15,7.000 5.000 1,-4.000 4.000-16,1.000 8.000 16,-7.000 17.000-1,-5.000 14.000-15,-8.000 18.000 16,-7.000 10.000-1,-9.000 14.000-15,-9.000 0.000 16,-3.000-7.000 0,1.000-18.000-16,6.000-22.000 15,1.000-29.000 1,4.000-12.000-16</inkml:trace>
  <inkml:trace contextRef="#ctx0" brushRef="#br0">11449.000 12107.000 0,'0.000'0.000'16,"0.000"0.000"-16,-34.000 14.000 15,-22.000 5.000 1,-7.000 1.000-16,5.000-1.000 16,13.000-1.000-1,13.000-3.000-15,14.000 8.000 16,10.000 6.000 0,10.000 15.000-1,4.000 15.000-15,-3.000 20.000 16,-3.000 22.000-16,-4.000 19.000 15,-3.000 11.000 1,-5.000 5.000-16,-1.000-9.000 16,2.000-22.000-1,2.000-25.000-15,2.000-26.000 16,1.000-26.000 0,-1.000-32.000-16,4.000-30.000 15,1.000-3.000 1</inkml:trace>
  <inkml:trace contextRef="#ctx0" brushRef="#br0">11179.000 12423.000 0,'0.000'0.000'0,"36.000"-3.000"16,17.000 1.000-1,4.000 3.000-15,-8.000-1.000 16,-3.000-3.000 0,-7.000-1.000-16,-8.000-8.000 15,-8.000-1.000-15</inkml:trace>
  <inkml:trace contextRef="#ctx0" brushRef="#br0">11406.000 12338.000 0,'-16.000'35.000'15,"-19.000"25.000"-15,-8.000 7.000 16,-2.000-5.000 0,0.000-10.000-16,11.000-16.000 15,14.000-21.000 1,10.000-16.000-16,13.000-12.000 15,11.000-3.000 1,4.000 13.000-16,1.000 4.000 16,-1.000 9.000-1,-1.000 13.000-15,-2.000 12.000 16,-4.000 14.000-16,-6.000 8.000 16,-3.000 4.000-1,-5.000-2.000 1,0.000-8.000-16,0.000-12.000 15,1.000-15.000-15,1.000-20.000 16,0.000-20.000 0,1.000-4.000-16</inkml:trace>
  <inkml:trace contextRef="#ctx0" brushRef="#br0">11347.000 12577.000 0,'21.000'-11.000'0,"10.000"-2.000"15,1.000 0.000 1,0.000 3.000-16,-4.000 8.000 16,0.000 2.000-1,-6.000 5.000-15,-1.000 9.000 16,-5.000 11.000-1,-6.000 15.000-15,-8.000 14.000 16,-3.000 15.000 0,-3.000 13.000-16,0.000 9.000 15,0.000-2.000 1,1.000-8.000-16,1.000-15.000 16,1.000-16.000-1,0.000-18.000 1,1.000-32.000-16,-2.000-1.000 15,-6.000-29.000-15,-3.000-21.000 16,2.000 3.000-16</inkml:trace>
  <inkml:trace contextRef="#ctx0" brushRef="#br0">11339.000 12653.000 0,'0.000'0.000'15,"0.000"0.000"-15,24.000 5.000 16,13.000 1.000 0,0.000 2.000-1,-7.000 2.000-15,-11.000 2.000 16,-9.000 3.000 0,-16.000 9.000-16,-13.000 5.000 15,-8.000-1.000-15,-4.000-1.000 16,3.000-1.000-1,5.000-7.000-15,11.000 1.000 16,6.000-6.000 0,12.000 1.000-16,7.000 0.000 15,5.000-2.000 1,2.000-2.000-16,-1.000 4.000 16,-4.000 3.000-1,-5.000 0.000-15,-5.000 3.000 16,-5.000 3.000-1,-7.000-2.000-15,-4.000-7.000 16,11.000-15.000 0,-3.000-1.000-16,10.000-19.000 15,10.000-19.000 1,10.000-17.000-16,8.000-10.000 16,11.000-8.000-1,-5.000 14.000-15</inkml:trace>
  <inkml:trace contextRef="#ctx0" brushRef="#br0">11878.000 12304.000 0,'36.000'-10.000'0,"16.000"3.000"15,-3.000 5.000-15,-5.000 6.000 16,-19.000 11.000 0,-15.000 11.000-16,-20.000 15.000 15,-15.000 7.000 1,-15.000 5.000-16,-1.000 0.000 16,3.000-1.000-1,7.000-9.000-15,12.000-10.000 16,13.000-4.000-1,20.000-8.000-15,18.000-8.000 16,12.000-9.000 0,5.000-10.000-16,1.000-10.000 15,-6.000-6.000 1,-10.000-8.000-16,-14.000-2.000 16,-12.000-2.000-1,-13.000 4.000-15,-8.000 5.000 16,-6.000 10.000-16,-2.000 14.000 15,1.000 6.000 1,4.000 13.000-16,5.000 14.000 16,2.000 14.000-1,-2.000 16.000 1,-3.000 14.000-16,2.000 3.000 16,2.000-9.000-1,6.000-8.000-15,6.000-13.000 16,6.000-14.000-16,10.000-22.000 15,12.000-26.000 1,4.000-25.000-16,4.000-26.000 16,0.000-18.000-1,-6.000-12.000-15,-6.000-4.000 16,-8.000 20.000 0</inkml:trace>
  <inkml:trace contextRef="#ctx0" brushRef="#br0">12315.000 12397.000 0,'30.000'-8.000'0,"19.000"-3.000"16,6.000 2.000-1,5.000 7.000 1,3.000 6.000-16,-4.000 5.000 16,-12.000 8.000-16,-16.000 13.000 15,-19.000 16.000 1,-21.000 18.000-16,-28.000 20.000 15,-17.000 7.000 1,-10.000-3.000-16,4.000-18.000 16,7.000-20.000-1,11.000-29.000-15,14.000-28.000 16,9.000-6.000 0</inkml:trace>
  <inkml:trace contextRef="#ctx0" brushRef="#br0">12433.000 12585.000 0,'4.000'68.000'0,"4.000"37.000"16,2.000 4.000-16,-1.000-7.000 16,-4.000-18.000-1,-2.000-25.000-15,0.000-23.000 16,0.000-30.000-1,0.000-12.000-15</inkml:trace>
  <inkml:trace contextRef="#ctx0" brushRef="#br0">12584.000 12764.000 0,'37.000'37.000'16,"8.000"12.000"-16,-3.000-9.000 16,-11.000-15.000-1,-13.000-10.000-15</inkml:trace>
  <inkml:trace contextRef="#ctx0" brushRef="#br0">13088.000 12048.000 0,'0.000'0.000'0,"19.000"6.000"16,-2.000 6.000 0,-11.000 9.000-16,-16.000 7.000 15,-4.000-4.000 1</inkml:trace>
  <inkml:trace contextRef="#ctx0" brushRef="#br0">13037.000 12329.000 0,'37.000'-1.000'16,"19.000"0.000"-16,4.000 3.000 16,-7.000 2.000-1,-13.000 4.000-15,-12.000 1.000 16,-22.000 6.000-1,-21.000 7.000-15,-21.000 3.000 16,-13.000 2.000 0,0.000 0.000-16,3.000-2.000 15,10.000-5.000 1,16.000-4.000-16,17.000-4.000 16,21.000-1.000-1,13.000-1.000-15,10.000 2.000 16,7.000 0.000-1,-4.000 4.000-15,-8.000 2.000 16,-7.000 6.000 0,-12.000 10.000-16,-16.000 9.000 15,-18.000 5.000-15,-15.000 0.000 16,-11.000-5.000 0,-7.000-11.000-1,-3.000-13.000 1,3.000-20.000-16,6.000-18.000 15,12.000-12.000-15,14.000 0.000 16,13.000 1.000 0,12.000 11.000-16,16.000 13.000 15,11.000 18.000 1,8.000 16.000-16,8.000 15.000 16,2.000 13.000-1,-2.000 8.000-15,-12.000-5.000 16,-7.000-6.000-1,-12.000-17.000-15,-9.000-20.000 16,-7.000-32.000 0,-2.000-7.000-16</inkml:trace>
  <inkml:trace contextRef="#ctx0" brushRef="#br0">13525.000 12150.000 0,'9.000'-11.000'0,"4.000"4.000"16,-9.000 9.000-1,-8.000 20.000-15,-13.000 19.000 16,-3.000 13.000 0,-2.000 11.000-16,7.000 2.000 15,14.000-3.000 1,21.000-6.000-16,17.000-5.000 15,19.000-7.000 1,9.000 0.000-16,0.000-4.000 16,-9.000 1.000-1,-19.000 2.000-15,-22.000 2.000 16,-24.000 1.000 0,-26.000-4.000-16,-17.000-9.000 15,-12.000-13.000 1,-5.000-15.000-16,5.000-15.000 15,17.000-17.000 1,17.000-13.000 0,21.000 4.000-16,15.000 4.000 15,17.000 12.000 1,15.000 15.000-16,10.000 19.000 16,11.000 15.000-16,1.000 16.000 15,-6.000 7.000 1,-8.000-1.000-16,-7.000-3.000 15,-12.000-7.000 1,-11.000-12.000-16,-5.000-18.000 16,-1.000-22.000-1,-5.000-25.000-15,-6.000-27.000 16,-2.000-21.000 0,0.000 9.000-16</inkml:trace>
  <inkml:trace contextRef="#ctx0" brushRef="#br0">14165.000 11835.000 0,'38.000'23.000'0,"14.000"17.000"16,-11.000 16.000-1,-15.000 9.000-15,-14.000 7.000 16,-12.000 1.000 0,-6.000-5.000-16,-2.000-11.000 15,-2.000-13.000 1,-3.000-13.000-16,-1.000-17.000 16,-6.000-19.000-16,-3.000-15.000 15,0.000-21.000 1,-8.000-19.000-1,-1.000-7.000-15,7.000 7.000 16,10.000 10.000 0,11.000 7.000-16,13.000 7.000 15,16.000 10.000 1,20.000 7.000-16,11.000 9.000 16,7.000 10.000-16,-1.000 9.000 15,-10.000 7.000 1,-13.000 6.000-16,-17.000 5.000 15,-23.000 4.000 1,-26.000 2.000-16,-18.000 2.000 16,-16.000-5.000-1,-1.000-2.000-15,10.000-7.000 16,16.000-6.000 0,20.000-4.000-16,24.000-1.000 15,26.000-4.000 1,20.000-1.000-16,5.000-1.000 15,-1.000 4.000 1,-7.000 2.000-16,-14.000 3.000 16,-19.000 6.000-1,-24.000 5.000-15,-23.000 6.000 16,-26.000 7.000 0,-22.000 5.000-16,-10.000 5.000 15,-2.000 4.000 1,11.000-4.000-16,21.000-5.000 15,28.000-8.000 1,30.000-3.000-16,30.000-6.000 16,29.000-3.000-1,29.000-7.000-15,14.000-8.000 16,-3.000-7.000 0,-6.000-5.000-16,-17.000-5.000 15,-21.000-2.000 1,-23.000-6.000-16,-20.000-8.000 15,-24.000-13.000 1,-16.000-2.000-16,-18.000 1.000 16,-6.000 2.000-1,4.000 9.000-15,3.000 9.000 16,7.000 12.000 0,11.000 18.000-16,10.000 19.000 15,12.000 24.000 1,9.000 27.000-16,6.000 23.000 15,3.000 28.000 1,-7.000 16.000-16,-6.000 13.000 16,1.000 2.000-1,-1.000-13.000-15,1.000-26.000 16,2.000-30.000 0,1.000-31.000-16,7.000-41.000 15,-1.000-38.000 1,3.000-38.000-16,0.000-37.000 15,-3.000 6.000 1</inkml:trace>
  <inkml:trace contextRef="#ctx0" brushRef="#br0">14989.000 12415.000 0,'20.000'0.000'0,"3.000"8.000"15,-5.000 8.000-15,-13.000 11.000 16,-10.000 5.000 0,-3.000-7.000-16</inkml:trace>
  <inkml:trace contextRef="#ctx0" brushRef="#br0">15005.000 12772.000 0,'17.000'21.000'0,"1.000"9.000"16,-5.000 1.000-1,-6.000-8.000-15</inkml:trace>
  <inkml:trace contextRef="#ctx0" brushRef="#br0">15838.000 12509.000 0,'24.000'-26.000'0,"16.000"-10.000"15,6.000 1.000-15,-1.000 9.000 16,0.000 12.000-1,-3.000 9.000-15,-4.000 15.000 16,-4.000 7.000 0,-9.000 13.000-16,-5.000 11.000 15,-9.000 10.000 1,-9.000 6.000-16,-9.000 8.000 16,-6.000 0.000-1,-4.000 0.000-15,0.000-6.000 16,0.000-11.000-1,3.000-14.000-15,5.000-13.000 16,9.000-21.000 0,-2.000-1.000-16,9.000-19.000 15,13.000-14.000 1,5.000-11.000-16,9.000-7.000 16,3.000-5.000-1,7.000-2.000-15,1.000 2.000 16,-1.000 6.000-1,-3.000 9.000-15,-6.000 13.000 16,-9.000 11.000 0,-8.000 11.000-16,2.000 11.000 15,-5.000 14.000 1,-6.000 16.000-16,-7.000 16.000 16,-5.000 20.000-1,-3.000 20.000-15,-8.000 18.000 16,-5.000 22.000-1,0.000 18.000-15,-3.000 15.000 16,0.000 14.000 0,-1.000-1.000-16,1.000-9.000 15,1.000-20.000 1,3.000-28.000-16,2.000-30.000 16,5.000-30.000-1,0.000-30.000-15,1.000-19.000 16</inkml:trace>
  <inkml:trace contextRef="#ctx0" brushRef="#br0">16855.000 12696.000 0,'44.000'-4.000'15,"22.000"1.000"-15,9.000-2.000 16,6.000-2.000 0,3.000-1.000-16,-7.000 1.000 15,-3.000 5.000 1,-6.000 2.000-16,-10.000 1.000 16,-14.000-1.000-1,-13.000-1.000-15,-12.000 0.000 16</inkml:trace>
  <inkml:trace contextRef="#ctx0" brushRef="#br0">16881.000 13122.000 0,'76.000'0.000'15,"31.000"3.000"1,6.000-2.000-16,-6.000-4.000 16,-9.000-4.000-1,-24.000-2.000-15</inkml:trace>
  <inkml:trace contextRef="#ctx0" brushRef="#br0">18083.000 12875.000 0,'0.000'0.000'16,"0.000"0.000"-16,0.000 0.000 16,0.000 0.000-16,0.000 0.000 15,0.000 0.000 1,0.000 0.000-16,0.000 0.000 16,18.000-10.000-1,10.000-3.000-15,5.000 0.000 16,3.000 1.000-1,5.000 4.000-15,2.000 3.000 16,4.000 1.000 0,5.000-2.000-16,3.000 2.000 15,5.000 1.000 1,3.000 0.000-16,1.000 0.000 16,2.000-1.000-16,3.000 0.000 15,2.000-1.000 1,3.000-1.000-16,1.000 1.000 15,3.000-1.000 1,0.000-1.000-16,3.000 3.000 16,3.000 0.000-1,-1.000-1.000-15,1.000 5.000 16,2.000-4.000 0,-1.000 2.000-16,2.000 1.000 15,4.000 2.000 1,-1.000 1.000-16,0.000 2.000 15,-2.000-4.000 1,-1.000 3.000-16,-2.000 3.000 16,2.000-1.000-1,-2.000 2.000-15,-1.000 0.000 16,1.000 2.000 0,-4.000-3.000-16,0.000-1.000 15,0.000 2.000 1,-5.000 0.000-16,1.000-1.000 15,-6.000-3.000 1,-6.000 1.000 0,-9.000 2.000-16,-12.000-3.000 15,-5.000-7.000-15,-13.000-3.000 16</inkml:trace>
  <inkml:trace contextRef="#ctx0" brushRef="#br0">19285.000 11211.000 0,'0.000'0.000'0,"0.000"0.000"16,0.000 0.000-1,-1.000 25.000-15,-9.000 21.000 16,-11.000 16.000 0,-9.000 9.000-16,-8.000 12.000 15,-8.000 9.000 1,2.000 1.000-16,2.000-3.000 15,2.000-10.000 1,12.000-18.000 0,6.000-13.000-16,6.000-19.000 15,7.000-10.000-15,7.000-20.000 16,3.000-10.000 0</inkml:trace>
  <inkml:trace contextRef="#ctx0" brushRef="#br0">19311.000 11211.000 0,'18.000'47.000'16,"6.000"29.000"0,-2.000 18.000-16,-1.000 13.000 15,-2.000 1.000 1,-7.000-2.000-16,-1.000-11.000 16,3.000-17.000-1,-3.000-14.000-15,-1.000-16.000 16,-5.000-15.000-1,-5.000-17.000-15,-5.000-14.000 16,-2.000-7.000-16</inkml:trace>
  <inkml:trace contextRef="#ctx0" brushRef="#br0">19084.000 11826.000 0,'0.000'0.000'15,"24.000"-7.000"-15,16.000-3.000 16,4.000-1.000-16,2.000-1.000 16,-6.000-2.000-1,-8.000 3.000-15</inkml:trace>
  <inkml:trace contextRef="#ctx0" brushRef="#br0">19588.000 11629.000 0,'15.000'18.000'0,"5.000"7.000"15,-1.000 8.000 1,-8.000 0.000-16,-5.000-2.000 16,-5.000-6.000-1</inkml:trace>
  <inkml:trace contextRef="#ctx0" brushRef="#br0">19571.000 11953.000 0,'0.000'0.000'0,"0.000"0.000"16,0.000 0.000-16,19.000-9.000 15,9.000-10.000 1,3.000-13.000 0,1.000-11.000-16,-8.000 7.000 15</inkml:trace>
  <inkml:trace contextRef="#ctx0" brushRef="#br0">19992.000 11415.000 0,'0.000'0.000'16,"0.000"0.000"-16,-23.000 20.000 15,-16.000 9.000 1,-3.000 1.000-16,5.000-5.000 16,11.000-7.000-1,14.000-4.000-15,15.000-5.000 16,16.000-4.000 0,16.000-1.000-16,7.000-4.000 15,4.000-4.000 1,0.000 4.000-16,-9.000 6.000 15,-11.000 1.000 1,-11.000 4.000-16,-13.000 3.000 16,-15.000 4.000-16,-18.000 3.000 15,-15.000 4.000 1,-5.000-5.000 0,0.000-1.000-16,11.000-2.000 15,11.000-6.000-15,13.000-2.000 16,19.000-8.000-1,17.000 2.000-15,15.000-1.000 16,12.000-2.000 0,5.000 4.000-16,1.000 3.000 15,-1.000 2.000 1,-8.000 4.000-16,-12.000 7.000 16,-13.000 6.000-1,-17.000 8.000-15,-16.000 1.000 16,-16.000 2.000-1,-9.000-3.000-15,-4.000-8.000 16,-2.000-6.000 0,11.000-11.000-16</inkml:trace>
  <inkml:trace contextRef="#ctx0" brushRef="#br0">19740.000 11928.000 0,'0.000'0.000'0,"26.000"-5.000"16,20.000 1.000-16,14.000-1.000 16,8.000-5.000-1,7.000 6.000-15,-1.000 1.000 16,0.000 2.000-1,-9.000 1.000-15,-9.000-4.000 16,-19.000-2.000 0,-22.000-1.000-16,-8.000 0.000 15</inkml:trace>
  <inkml:trace contextRef="#ctx0" brushRef="#br0">19689.000 12048.000 0,'48.000'-4.000'0,"27.000"-3.000"16,9.000 0.000-16,-1.000-2.000 15,-11.000 0.000 1,-14.000 2.000-16,-12.000-4.000 15,-15.000 0.000 1,-15.000-8.000-16,-10.000 1.000 16</inkml:trace>
  <inkml:trace contextRef="#ctx0" brushRef="#br0">19917.000 11816.000 0,'15.000'20.000'0,"6.000"15.000"16,1.000 13.000-16,-2.000 15.000 16,-4.000 3.000-1,-7.000 9.000-15,-3.000 3.000 16,-3.000-4.000-1,-3.000-12.000 1,-4.000-13.000-16,-6.000-11.000 16,-8.000-16.000-1,-11.000-17.000-15,-11.000-23.000 16,-15.000-24.000-16,7.000 4.000 16</inkml:trace>
  <inkml:trace contextRef="#ctx0" brushRef="#br0">19328.000 13139.000 0,'-54.000'55.000'0,"-22.000"30.000"15,1.000 13.000 1,8.000 5.000-16,17.000-3.000 16,20.000-3.000-1,21.000-11.000 1,14.000-17.000-16,20.000-13.000 15,14.000-18.000 1,12.000-14.000-16,11.000-17.000 16,5.000-13.000-1,4.000-12.000-15,0.000-8.000 16,-3.000-12.000 0,-2.000-6.000-16,-7.000-6.000 15,-9.000-9.000 1,-7.000 0.000-16,-9.000-1.000 15,-13.000 3.000 1,-9.000 4.000-16,-11.000 3.000 16,-11.000 2.000-1,-11.000 5.000-15,-9.000 11.000 16,-4.000 8.000-16,-8.000 16.000 16,-7.000 9.000-1,-1.000 17.000-15,-3.000 9.000 16,4.000 10.000-1,8.000 10.000-15,12.000 9.000 16,12.000 8.000 0,15.000 5.000-16,18.000 3.000 15,10.000-4.000 1,14.000-3.000 0,9.000-5.000-16,4.000-7.000 15,0.000-8.000 1,-7.000-11.000-1,-7.000-9.000-15,-8.000-11.000 16,-7.000-14.000-16,-6.000-11.000 16,-6.000-2.000-16</inkml:trace>
  <inkml:trace contextRef="#ctx0" brushRef="#br0">19824.000 13711.000 0,'8.000'47.000'16,"5.000"20.000"-16,-4.000-4.000 15,-7.000-11.000 1,-6.000-10.000-16,-4.000-17.000 16,-2.000-13.000-1,2.000-15.000-15,2.000-5.000 16</inkml:trace>
  <inkml:trace contextRef="#ctx0" brushRef="#br0">19850.000 13796.000 0,'18.000'0.000'15,"9.000"0.000"1,2.000 0.000-16,-4.000 2.000 16,-3.000 5.000-1,-6.000 1.000-15,-8.000 4.000 16,-6.000 3.000-16,-9.000 2.000 15,-9.000 3.000 1,-10.000 5.000 0,-2.000 5.000-16,-5.000 1.000 15,3.000-3.000 1,7.000-4.000-16,11.000-5.000 16,11.000-5.000-1,11.000-7.000-15,12.000-11.000 16,9.000-11.000-16,6.000-12.000 15,4.000-10.000 1,5.000-8.000-16,-9.000 6.000 16</inkml:trace>
  <inkml:trace contextRef="#ctx0" brushRef="#br0">20194.000 13643.000 0,'22.000'0.000'0,"10.000"0.000"16,4.000 0.000-1,-3.000 4.000-15,-3.000 2.000 16,-8.000 5.000-16,-9.000 5.000 16,-12.000 5.000-1,-8.000 4.000-15,-10.000 3.000 16,-3.000 1.000-1,0.000-1.000-15,4.000 0.000 16,12.000-1.000 0,11.000-2.000-16,9.000-1.000 15,11.000 1.000 1,6.000-1.000-16,1.000 2.000 16,-3.000 2.000-1,-6.000 0.000-15,-14.000 2.000 16,-13.000 5.000-1,-11.000 7.000 1,-19.000 6.000-16,-13.000 1.000 16,-6.000-4.000-16,-2.000-8.000 15,1.000-11.000 1,8.000-18.000-16,8.000-23.000 16,8.000-24.000-1,8.000 0.000-15</inkml:trace>
  <inkml:trace contextRef="#ctx0" brushRef="#br0">20177.000 13736.000 0,'-8.000'40.000'16,"-12.000"21.000"-16,-10.000 5.000 15,-9.000 6.000 1,0.000-6.000-16,4.000-6.000 16,4.000-13.000-1,8.000-12.000-15,8.000-15.000 16,15.000-20.000 0,-7.000-3.000-16,10.000-21.000 15,2.000-1.000 1</inkml:trace>
  <inkml:trace contextRef="#ctx0" brushRef="#br0">20143.000 13968.000 0,'36.000'30.000'0,"14.000"16.000"16,4.000 0.000-1,-1.000 4.000 1,1.000-3.000-16,0.000-2.000 16,-4.000-5.000-1,-2.000-6.000-15,-4.000-7.000 16,-4.000-9.000 0,-9.000-9.000-16</inkml:trace>
  <inkml:trace contextRef="#ctx0" brushRef="#br0">20993.000 14429.000 0,'0.000'0.000'0</inkml:trace>
  <inkml:trace contextRef="#ctx0" brushRef="#br0">21716.000 12610.000 0,'0.000'0.000'0,"0.000"0.000"15,22.000-1.000 1,14.000 1.000-16,4.000-2.000 15,8.000-1.000-15,3.000-3.000 16,1.000 1.000 0,5.000-2.000-16,1.000 0.000 15,1.000-3.000 1,-2.000 5.000-16,-4.000-2.000 16,-5.000 1.000-1,-1.000 3.000-15,-8.000 1.000 16,-13.000-3.000-1,-11.000 1.000-15</inkml:trace>
  <inkml:trace contextRef="#ctx0" brushRef="#br0">21767.000 12961.000 0,'42.000'0.000'16,"26.000"-2.000"-1,15.000 0.000-15,5.000-3.000 16,2.000 4.000 0,0.000 2.000-1,-3.000-2.000-15,-9.000-6.000 16,-21.000-2.000-16</inkml:trace>
  <inkml:trace contextRef="#ctx0" brushRef="#br0">23272.000 11732.000 0,'0.000'0.000'16,"-19.000"18.000"-16,-14.000 18.000 15,-3.000 10.000 1,0.000 13.000-16,0.000 10.000 16,8.000 8.000-1,5.000 5.000-15,7.000-5.000 16,15.000-7.000 0,17.000-9.000-16,14.000-11.000 15,16.000-17.000 1,10.000-14.000-16,9.000-11.000 15,6.000-11.000 1,2.000-10.000-16,-2.000-11.000 16,0.000-11.000-1,-6.000-6.000-15,-4.000-9.000 16,-8.000-3.000 0,-7.000-4.000-1,-15.000 0.000-15,-10.000-3.000 16,-12.000 3.000-1,-10.000 3.000-15,-15.000 6.000 16,-11.000 6.000 0,-9.000 7.000-16,-9.000 12.000 15,-9.000 4.000 1,-3.000 10.000-16,0.000 9.000 16,3.000 8.000-1,8.000 11.000-15,7.000 6.000 16,11.000 13.000-16,11.000 8.000 15,12.000 13.000 1,13.000 5.000 0,14.000 7.000-16,10.000 3.000 15,12.000-3.000 1,5.000-5.000-16,5.000-8.000 16,1.000-4.000-1,-2.000-4.000-15,-5.000-7.000 16,-7.000-5.000-1,-6.000-6.000-15,-6.000-8.000 16,-8.000-15.000-16,-8.000-6.000 16</inkml:trace>
  <inkml:trace contextRef="#ctx0" brushRef="#br0">23978.000 12227.000 0,'0.000'0.000'0,"16.000"19.000"16,0.000 14.000-1,-8.000 9.000-15,-5.000-9.000 16</inkml:trace>
  <inkml:trace contextRef="#ctx0" brushRef="#br0">23928.000 12610.000 0,'0.000'0.000'16,"28.000"-16.000"-16,12.000-16.000 15,3.000-18.000 1,-2.000-12.000 0,-6.000-11.000-16,-11.000 12.000 15</inkml:trace>
  <inkml:trace contextRef="#ctx0" brushRef="#br0">24315.000 11928.000 0,'0.000'0.000'0,"0.000"0.000"16,0.000 0.000-16,-24.000 27.000 16,-12.000 12.000-1,-6.000-1.000-15,7.000-10.000 16,10.000-10.000-1,25.000-18.000-15,0.000 2.000 16,25.000-10.000 0,14.000-4.000-16,11.000-1.000 15,4.000 3.000 1,-3.000 5.000-16,-4.000 3.000 16,-14.000 8.000-1,-13.000 6.000-15,-15.000 6.000 16,-19.000 5.000-1,-11.000 4.000-15,-18.000 3.000 16,-4.000 3.000-16,2.000-8.000 16,8.000-6.000-1,14.000-6.000-15,23.000-13.000 16,3.000 6.000 0,24.000-1.000-16,18.000 0.000 15,11.000-2.000 1,3.000 4.000-16,-1.000 5.000 15,-12.000 5.000 1,-14.000 7.000-16,-17.000 4.000 16,-18.000 8.000-1,-18.000 2.000-15,-17.000-8.000 16,-9.000-12.000 0,6.000-8.000-16</inkml:trace>
  <inkml:trace contextRef="#ctx0" brushRef="#br0">24247.000 12380.000 0,'46.000'-13.000'0,"14.000"3.000"15,-8.000 3.000-15,-14.000 10.000 16,-20.000 10.000-1,-18.000 10.000-15,-21.000 4.000 16,-19.000 1.000 0,-13.000 1.000-1,-4.000-2.000-15,6.000-6.000 16,10.000-5.000-16,15.000-6.000 16,15.000-3.000-1,17.000-3.000-15,20.000-4.000 16,11.000-4.000-1,14.000 0.000-15,6.000 0.000 16,-1.000-2.000 0,-5.000-1.000-1,-9.000 1.000-15,-12.000-2.000 16,-11.000-2.000-16,-12.000-6.000 16,-15.000-6.000-1,-3.000 2.000-15</inkml:trace>
  <inkml:trace contextRef="#ctx0" brushRef="#br0">24323.000 12321.000 0,'0.000'0.000'0,"21.000"20.000"15,7.000 24.000 1,-3.000 15.000-1,-8.000 12.000-15,-8.000 1.000 16,-6.000-3.000 0,-4.000-10.000-16,-3.000-12.000 15,-4.000-8.000 1,-4.000-8.000-16,-6.000-11.000 16,-11.000-11.000-16,-15.000-22.000 15,-7.000-21.000 1,8.000-1.000-16</inkml:trace>
  <inkml:trace contextRef="#ctx0" brushRef="#br0">23044.000 13029.000 0,'0.000'0.000'0,"23.000"1.000"15,14.000 1.000 1,13.000 0.000-16,10.000-2.000 16,11.000 1.000-1,15.000 1.000-15,10.000-5.000 16,11.000 2.000 0,12.000-3.000-16,7.000 1.000 15,7.000-4.000 1,3.000 4.000-1,7.000 2.000-15,3.000 2.000 16,-5.000 1.000-16,-10.000 2.000 16,-12.000 3.000-1,-9.000-1.000 1,-25.000-2.000-16,-28.000-3.000 16</inkml:trace>
  <inkml:trace contextRef="#ctx0" brushRef="#br0">23296.000 13328.000 0,'-31.000'41.000'16,"-15.000"24.000"0,-2.000 15.000-16,5.000 10.000 15,3.000 11.000 1,6.000 3.000-16,11.000-5.000 16,11.000-9.000-1,17.000-13.000-15,14.000-18.000 16,16.000-18.000-1,10.000-16.000-15,4.000-17.000 16,6.000-15.000 0,5.000-17.000-16,4.000-16.000 15,2.000-9.000 1,-3.000-9.000-16,-4.000-6.000 16,-3.000-4.000-1,-3.000-3.000-15,-9.000-2.000 16,-6.000 4.000-1,-7.000 2.000-15,-11.000 2.000 16,-11.000 10.000 0,-9.000 2.000-16,-10.000 8.000 15,-11.000 7.000 1,-11.000 13.000-16,-6.000 9.000 16,-6.000 11.000-1,0.000 10.000-15,4.000 11.000 16,4.000 8.000-1,8.000 15.000 1,6.000 8.000-16,13.000 9.000 16,14.000 6.000-16,16.000 10.000 15,12.000 2.000 1,9.000-2.000-16,7.000-3.000 16,0.000-6.000-1,3.000-7.000-15,-4.000-11.000 16,-3.000-10.000-1,-9.000-13.000 1,-11.000-9.000-16</inkml:trace>
  <inkml:trace contextRef="#ctx0" brushRef="#br0">24003.000 13916.000 0,'2.000'43.000'15,"4.000"19.000"1,0.000 1.000-16,-3.000-14.000 16,-3.000-20.000-16,0.000-29.000 15,-2.000 8.000 1</inkml:trace>
  <inkml:trace contextRef="#ctx0" brushRef="#br0">24062.000 13830.000 0,'0.000'0.000'0,"0.000"0.000"16,19.000 8.000-1,5.000 2.000-15,-2.000 6.000 16,-8.000 2.000 0,-8.000 2.000-16,-9.000 5.000 15,-8.000 0.000 1,-9.000 2.000-16,-7.000 3.000 16,-2.000 0.000-1,2.000-3.000-15,8.000-4.000 16,5.000-2.000-1,12.000-4.000-15,10.000-4.000 16,10.000-6.000 0,12.000-13.000-16,7.000-12.000 15,7.000-11.000 1,0.000-13.000-16,-4.000-9.000 16,-6.000-5.000-1,-7.000-1.000-15,-6.000 12.000 16</inkml:trace>
  <inkml:trace contextRef="#ctx0" brushRef="#br0">24357.000 13677.000 0,'0.000'0.000'0,"30.000"-4.000"16,14.000-4.000 0,2.000 2.000-16,-1.000 5.000 15,-8.000 6.000 1,-10.000 7.000-16,-11.000 10.000 15,-12.000 10.000 1,-16.000 8.000-16,-8.000 4.000 16,-1.000-5.000-1,2.000-3.000-15,7.000-5.000 16,9.000-3.000 0,11.000-3.000-16,11.000 3.000 15,5.000-3.000 1,4.000-2.000-1,1.000 6.000-15,-11.000 3.000 16,-11.000 3.000-16,-14.000 5.000 16,-18.000 6.000-1,-14.000-2.000-15,-11.000-6.000 16,-4.000-13.000 0,4.000-18.000-16,5.000-24.000 15,7.000-17.000 1,13.000 1.000-16</inkml:trace>
  <inkml:trace contextRef="#ctx0" brushRef="#br0">24424.000 13823.000 0,'-12.000'40.000'0,"-13.000"26.000"15,-13.000 16.000 1,-9.000 5.000-16,1.000-10.000 16,7.000-16.000-1,12.000-21.000 1,13.000-21.000-16,7.000-26.000 16,11.000-25.000-1,1.000 1.000-15</inkml:trace>
  <inkml:trace contextRef="#ctx0" brushRef="#br0">24398.000 14053.000 0,'50.000'38.000'0,"22.000"15.000"16,2.000 0.000-1,-5.000-6.000-15,-2.000-3.000 16,-7.000-10.000-1,-1.000-12.000-15,-11.000-9.000 16</inkml:trace>
  <inkml:trace contextRef="#ctx0" brushRef="#br0">25390.000 14514.000 0,'0.000'0.000'16,"14.000"-11.000"-16</inkml:trace>
  <inkml:trace contextRef="#ctx0" brushRef="#br0">7934.000 14658.000 0,'-14.000'18.000'0,"-3.000"10.000"15,6.000 6.000 1,10.000 0.000-16,7.000-2.000 16,2.000-9.000-1,0.000-13.000-15,-2.000-6.000 16</inkml:trace>
  <inkml:trace contextRef="#ctx0" brushRef="#br0">8295.000 14633.000 0,'0.000'0.000'16,"-9.000"28.000"-16,-21.000 25.000 15,-18.000 11.000 1,-19.000 8.000-16,-12.000 5.000 15,1.000-2.000 1,8.000-11.000 0,14.000-12.000-16,16.000-18.000 15,14.000-15.000-15,14.000-13.000 16,13.000-11.000 0,18.000-12.000-16,17.000-9.000 15,13.000-6.000 1,4.000 0.000-16,-1.000 4.000 15,-4.000 6.000 1,-13.000 11.000-16,-9.000 11.000 16,-15.000 12.000-1,-16.000 19.000-15,-21.000 15.000 16,-12.000 12.000 0,-10.000 5.000-16,-1.000-6.000 15,10.000-13.000 1,13.000-16.000-16,13.000-13.000 15,15.000-12.000 1,14.000-10.000-16,12.000-10.000 16,8.000-5.000-1,12.000-1.000-15,1.000 1.000 16,4.000 6.000 0,-9.000 9.000-16,-5.000 12.000 15,-15.000 14.000 1,-14.000 14.000-16,-17.000 10.000 15,-17.000-3.000 1,-12.000-14.000-16,4.000-14.000 16</inkml:trace>
  <inkml:trace contextRef="#ctx0" brushRef="#br0">8068.000 15059.000 0,'-1.000'25.000'16,"-4.000"23.000"-16,-2.000 21.000 15,-1.000 18.000 1,-4.000 9.000-16,-8.000 4.000 16,-1.000-2.000-1,-6.000-23.000-15,-4.000-25.000 16,6.000-20.000-1</inkml:trace>
  <inkml:trace contextRef="#ctx0" brushRef="#br0">7656.000 15009.000 0,'9.000'34.000'16,"-2.000"24.000"-1,-6.000 15.000-15,-8.000 7.000 16,-11.000 4.000 0,-7.000 0.000-16,-5.000-13.000 15,-1.000-14.000 1,-2.000-19.000-1,6.000-17.000-15,5.000-15.000 16,8.000-13.000-16,10.000-1.000 16,13.000-2.000-1,13.000 7.000-15,14.000 6.000 16,14.000 14.000 0,14.000 16.000-16,9.000 11.000 15,6.000 11.000 1,2.000 8.000-16,-3.000 0.000 15,2.000-3.000 1,-5.000-6.000-16,-4.000-10.000 16,-10.000-20.000-1,-12.000-26.000-15,-12.000-25.000 16,-10.000-7.000 0</inkml:trace>
  <inkml:trace contextRef="#ctx0" brushRef="#br0">8859.000 14684.000 0,'0.000'0.000'16,"0.000"0.000"-16,-21.000 36.000 15,-23.000 25.000 1,-21.000 6.000-16,-4.000-6.000 16,12.000-16.000-1,21.000-21.000-15,36.000-24.000 16,-1.000 3.000 0,27.000-14.000-16,13.000-4.000 15,8.000 3.000 1,-2.000 5.000-16,-5.000 7.000 15,-11.000 3.000 1,-13.000 12.000-16,-18.000 10.000 16,-17.000 12.000-1,-17.000 4.000-15,-12.000 2.000 16,-5.000-6.000 0,5.000-5.000-16,11.000-11.000 15,16.000-15.000 1,16.000-10.000-16,14.000-4.000 15,9.000-1.000 1,10.000 4.000-16,2.000 4.000 16,-1.000 4.000-1,-3.000 6.000-15,-3.000 10.000 16,-8.000 15.000-16,-9.000 14.000 16,-7.000 15.000-1,-4.000 18.000 1,-5.000 12.000-16,-2.000 8.000 15,-3.000 1.000 1,2.000-12.000-16,6.000-21.000 16,6.000-31.000-1,3.000-37.000-15,0.000-14.000 16</inkml:trace>
  <inkml:trace contextRef="#ctx0" brushRef="#br0">9245.000 14633.000 0,'0.000'0.000'15,"0.000"0.000"-15,0.000 0.000 16,-41.000 18.000-16,-25.000 13.000 15,-5.000 6.000 1,8.000-6.000-16,15.000-8.000 16,15.000-8.000-1,16.000-6.000-15,17.000-9.000 16,0.000 12.000-16,9.000 5.000 16,9.000 8.000-1,-2.000 17.000-15,-3.000 16.000 16,-5.000 16.000-1,-4.000 14.000 1,-4.000 15.000-16,-4.000 15.000 16,-3.000 7.000-1,-6.000 0.000-15,-2.000-13.000 16,0.000-24.000 0,2.000-25.000-16,6.000-31.000 15,1.000-36.000 1,6.000-34.000-16,3.000-30.000 15,6.000-24.000-15,0.000-16.000 16,1.000-2.000 0,-2.000 24.000-16</inkml:trace>
  <inkml:trace contextRef="#ctx0" brushRef="#br0">8976.000 15068.000 0,'31.000'5.000'16,"22.000"4.000"-1,12.000 3.000-15,8.000 1.000 16,0.000-1.000 0,-4.000 1.000-16,-7.000-2.000 15,-3.000-4.000 1,-12.000-5.000-16,-15.000-9.000 16,-17.000-9.000-1,-8.000-2.000-15</inkml:trace>
  <inkml:trace contextRef="#ctx0" brushRef="#br0">9380.000 14881.000 0,'-10.000'24.000'16,"-11.000"22.000"-16,-14.000 14.000 15,-4.000 6.000 1,-5.000-4.000-16,-2.000-9.000 15,8.000-15.000 1,10.000-18.000-16,13.000-16.000 16,10.000-8.000-1,9.000-1.000-15,5.000 11.000 16,5.000 9.000-16,2.000 13.000 16,-4.000 12.000-1,-3.000 20.000 1,-3.000 9.000-16,-2.000 12.000 15,-1.000 7.000 1,-1.000-5.000-16,-3.000-9.000 16,0.000-18.000-1,-2.000-20.000-15,2.000-28.000 16,0.000-28.000 0,1.000-5.000-16</inkml:trace>
  <inkml:trace contextRef="#ctx0" brushRef="#br0">9170.000 15325.000 0,'0.000'0.000'0,"21.000"-2.000"16,18.000-3.000-1,4.000-2.000-15,2.000-3.000 16,-1.000 1.000-1,-2.000 3.000-15,-3.000 4.000 16,-6.000 7.000 0,-6.000 10.000-16,-11.000 12.000 15,-8.000 19.000 1,-10.000 19.000-16,-11.000 19.000 16,-4.000 18.000-16,4.000 11.000 15,-1.000 0.000 1,7.000-8.000-1,4.000-20.000-15,6.000-21.000 16,3.000-26.000 0,-6.000-38.000-16,5.000 1.000 15,-6.000-33.000 1,-3.000-4.000-16</inkml:trace>
  <inkml:trace contextRef="#ctx0" brushRef="#br0">9253.000 15461.000 0,'0.000'0.000'16,"25.000"2.000"-16,11.000 1.000 15,0.000 4.000 1,-9.000-2.000-16,-8.000 9.000 15,-14.000 9.000-15,-12.000 7.000 16,-11.000 7.000 0,-6.000-1.000-1,-3.000-3.000-15,4.000-7.000 16,10.000-8.000-16,6.000-4.000 16,7.000-1.000-1,6.000-6.000-15,2.000 0.000 16,2.000 0.000-1,3.000 4.000-15,-2.000 5.000 16,-1.000 9.000 0,-5.000 7.000-16,-5.000 8.000 15,0.000 0.000 1,1.000-6.000-16,6.000-10.000 16,10.000-16.000-1,12.000-27.000-15,6.000-31.000 16,13.000-31.000-1,6.000-20.000-15,1.000-17.000 16,-4.000-3.000 0,-11.000 2.000-1,-22.000 7.000-15,7.000 15.000 0,-4.000 18.000 16,-2.000 23.000 0,-1.000 20.000-16,-3.000 16.000 15,-1.000 10.000 1,5.000 0.000-16,7.000-1.000 15,11.000 0.000 1,4.000 2.000-16,3.000 3.000 16,-1.000 8.000-1,-6.000 7.000-15,-12.000 6.000 16,-16.000 16.000 0,-20.000 9.000-16,-20.000 11.000 15,-18.000 9.000 1,-9.000 8.000-16,-2.000 1.000 15,11.000-8.000 1,14.000-6.000-16,19.000-12.000 16,17.000-10.000-1,14.000-8.000 1,18.000-12.000-16,10.000-11.000 16,2.000-12.000-16,-1.000-10.000 15,-7.000-11.000 1,-5.000-6.000-16,-8.000-6.000 15,-12.000-4.000-15,-11.000 2.000 16,-8.000 12.000 0,-10.000 21.000-16,1.000 22.000 15,-3.000 19.000 1,-3.000 12.000-16,9.000 12.000 16,6.000 9.000-1,7.000-1.000-15,4.000-1.000 16,8.000-12.000-1,6.000-11.000-15,6.000-18.000 16,2.000-21.000 0,2.000-22.000-16,-1.000-19.000 15,-2.000-16.000 1,-3.000-11.000 0,-9.000-7.000-16,-7.000 1.000 15,1.000 5.000-15,2.000 12.000 16,6.000 19.000-1,1.000 14.000-15,6.000 5.000 16,10.000 1.000 0,9.000 3.000-16,9.000 4.000 15,7.000 3.000 1,7.000 10.000-16,-5.000 9.000 16,-6.000 7.000-1,-9.000 9.000-15,-20.000 11.000 16,-22.000 16.000-1,-22.000 11.000-15,-26.000 12.000 16,-17.000 3.000 0,-9.000-4.000-16,4.000-17.000 15,10.000-18.000 1,13.000-27.000 0,21.000-21.000-16,14.000-25.000 15,15.000-17.000-15,11.000-8.000 16,8.000-3.000-1,3.000 11.000-15,1.000 16.000 16,3.000 28.000 0,-7.000 25.000-16,-5.000 24.000 15,-3.000 23.000 1,-4.000 23.000-16,-4.000 16.000 16,-8.000 5.000-1,-1.000-7.000-15,0.000-15.000 16,5.000-18.000-1,2.000-27.000-15,3.000-29.000 16,-1.000-31.000 0,-2.000-28.000-16,0.000-1.000 15</inkml:trace>
  <inkml:trace contextRef="#ctx0" brushRef="#br0">10574.000 15443.000 0,'24.000'57.000'0,"9.000"16.000"16,-6.000-10.000-1,-5.000-11.000-15,-2.000-16.000 16,-7.000-22.000 0,-6.000-11.000-16</inkml:trace>
  <inkml:trace contextRef="#ctx0" brushRef="#br0">11162.000 14854.000 0,'0.000'0.000'0,"27.000"-9.000"16,9.000-2.000-16,5.000 5.000 15,-5.000 5.000 1,-9.000 10.000-16,-9.000 9.000 15,-12.000 10.000 1,-17.000 5.000-16,-18.000 7.000 16,-11.000 0.000-1,-3.000-4.000-15,2.000-5.000 16,11.000-6.000 0,11.000-7.000-1,13.000 2.000-15,18.000-5.000 16,19.000-8.000-16,13.000-5.000 15,8.000-2.000 1,2.000 0.000-16,-7.000-2.000 16,-9.000 0.000-1,-13.000 4.000-15,-17.000 7.000 16,-25.000 10.000 0,-20.000 8.000-16,-20.000 8.000 15,6.000-4.000-15</inkml:trace>
  <inkml:trace contextRef="#ctx0" brushRef="#br0">11020.000 15588.000 0,'63.000'-4.000'0,"21.000"-7.000"15,-4.000-7.000-15,-14.000-4.000 16,-20.000-4.000-1,-16.000 1.000-15,-17.000-1.000 16,-11.000-1.000 0,-12.000 7.000-1,-7.000 8.000-15,-5.000 8.000 16,-1.000 16.000-16,-1.000 21.000 16,4.000 21.000-1,7.000 17.000-15,8.000 11.000 16,1.000-2.000-1,6.000-8.000-15,2.000-17.000 16,1.000-18.000 0,3.000-19.000-16,9.000-25.000 15,6.000-28.000 1,5.000-28.000-16,7.000-26.000 16,5.000-22.000-1,7.000-11.000-15,1.000-2.000 16,0.000 1.000-1,-6.000 11.000-15,-4.000 17.000 16,-6.000 23.000 0,-10.000 20.000-1,-10.000 23.000-15,-7.000 17.000 16,-8.000 17.000-16,-7.000 20.000 16,4.000 15.000-1,5.000 8.000-15,8.000 9.000 16,13.000-2.000-1,13.000-2.000-15,4.000 0.000 16,3.000-5.000 0,2.000 1.000-16,-6.000 2.000 15,-14.000 11.000 1,-18.000 10.000-16,-22.000 6.000 16,-18.000 8.000-1,-19.000-3.000-15,-8.000-10.000 16,-5.000-18.000-1,4.000-21.000-15,6.000-29.000 16,9.000-28.000 0,15.000-27.000-16,13.000-19.000 15,13.000-13.000 1,14.000 2.000-16,7.000 17.000 16,7.000 16.000-1,1.000 19.000-15,8.000 16.000 16,4.000 18.000-1,9.000 21.000-15,10.000 17.000 16,7.000 17.000 0,6.000 12.000-16,-3.000 8.000 15,-3.000 3.000 1,-10.000-4.000-16,-5.000-14.000 16,-6.000-22.000-1,-14.000-18.000-15</inkml:trace>
  <inkml:trace contextRef="#ctx0" brushRef="#br0">12307.000 15248.000 0,'15.000'15.000'15,"6.000"13.000"-15,-7.000 8.000 16,-11.000 7.000-1,-5.000-8.000-15</inkml:trace>
  <inkml:trace contextRef="#ctx0" brushRef="#br0">12239.000 15691.000 0,'0.000'0.000'15,"26.000"-7.000"-15,21.000-11.000 16,3.000-9.000 0,-2.000-13.000-16,2.000-10.000 15,-6.000-3.000 1,-4.000-6.000-16,-9.000 10.000 16</inkml:trace>
  <inkml:trace contextRef="#ctx0" brushRef="#br0">12921.000 14641.000 0,'-61.000'86.000'15,"-28.000"30.000"1,1.000-13.000-16,15.000-34.000 16,26.000-36.000-1,21.000-34.000-15,15.000-12.000 16</inkml:trace>
  <inkml:trace contextRef="#ctx0" brushRef="#br0">12710.000 14872.000 0,'51.000'38.000'0,"24.000"22.000"16,5.000 11.000-1,-2.000 7.000-15,-5.000 7.000 16,-10.000-1.000 0,-11.000-7.000-1,-15.000-10.000-15,-10.000-16.000 16,-12.000-16.000-16,-15.000-35.000 15,-8.000 7.000 1,-5.000-13.000-16</inkml:trace>
  <inkml:trace contextRef="#ctx0" brushRef="#br0">12836.000 15325.000 0,'0.000'0.000'0,"0.000"0.000"15,0.000 0.000-15,0.000 0.000 16</inkml:trace>
  <inkml:trace contextRef="#ctx0" brushRef="#br0">12618.000 15495.000 0,'18.000'12.000'0,"15.000"3.000"16,9.000-6.000-16,2.000-3.000 16,0.000 2.000-1,-9.000 2.000-15,-9.000 7.000 16,-14.000 10.000-1,-13.000 11.000-15,-20.000 8.000 16,-13.000 8.000 0,-7.000 0.000-1,0.000-5.000-15,8.000-10.000 16,15.000-8.000-16,15.000-7.000 16,15.000-3.000-1,17.000-6.000-15,16.000-8.000 16,8.000-14.000-1,2.000-11.000-15,-1.000-15.000 16,-9.000-11.000 0,-11.000 5.000-16</inkml:trace>
  <inkml:trace contextRef="#ctx0" brushRef="#br0">14021.000 14470.000 0,'-29.000'28.000'16,"-37.000"16.000"0,-31.000 12.000-16,-17.000 0.000 15,3.000-6.000 1,15.000-15.000-16,27.000-16.000 16,30.000-16.000-1,31.000-10.000-15,21.000-3.000 16,20.000 2.000-1,8.000 3.000-15,1.000 5.000 16,-4.000 6.000 0,-7.000 2.000-16,-8.000 7.000 15,-12.000 6.000-15,-16.000 11.000 16,-15.000 10.000 0,-14.000 10.000-16,-5.000 0.000 15,4.000-4.000 1,8.000-8.000-16,17.000-12.000 15,17.000-11.000 1,18.000-8.000 0,12.000-9.000-16,12.000 0.000 15,6.000-1.000-15,1.000 1.000 16,-7.000 1.000 0,-12.000 3.000-16,-12.000 4.000 15,-19.000 8.000 1,-21.000 9.000-16,-27.000 7.000 15,-18.000 7.000 1,-12.000 2.000-16,-5.000-5.000 16,14.000-6.000-1,20.000-11.000-15,19.000-7.000 16,25.000-9.000 0,23.000-6.000-16,20.000-4.000 15,23.000-4.000 1,10.000 0.000-16,5.000 4.000 15,-5.000 5.000 1,-9.000 4.000-16,-16.000 9.000 16,-15.000 6.000-1,-21.000 5.000-15,-19.000 0.000 16,-17.000-7.000 0,-9.000-7.000-16,-3.000-11.000 15,5.000-4.000 1</inkml:trace>
  <inkml:trace contextRef="#ctx0" brushRef="#br0">13803.000 15434.000 0,'19.000'92.000'16,"3.000"33.000"-1,-9.000 1.000-15,-13.000-19.000 16,-8.000-25.000-1,-6.000-29.000-15,1.000-32.000 16,3.000-28.000 0,2.000-19.000-16,-3.000-29.000 15,-1.000 0.000 1</inkml:trace>
  <inkml:trace contextRef="#ctx0" brushRef="#br0">13685.000 15588.000 0,'-24.000'34.000'0,"-12.000"13.000"16,5.000-1.000-1,10.000-15.000-15,21.000-31.000 16,5.000-3.000 0,9.000-13.000-16</inkml:trace>
  <inkml:trace contextRef="#ctx0" brushRef="#br0">13980.000 15751.000 0,'28.000'33.000'0,"6.000"8.000"16,-8.000-9.000-16,-11.000-17.000 16,-6.000-26.000-1,-4.000-7.000-15</inkml:trace>
  <inkml:trace contextRef="#ctx0" brushRef="#br0">14299.000 15000.000 0,'0.000'0.000'0,"28.000"-4.000"16,17.000-3.000-16,10.000-4.000 15,15.000-1.000 1,-2.000 2.000-16,-6.000 8.000 16,-15.000 12.000-1,-20.000 10.000-15,-16.000 2.000 16,-23.000 4.000-1,-22.000 3.000-15,-26.000 5.000 16,-17.000 7.000 0,-7.000-1.000-1,9.000-4.000-15,18.000-11.000 16,19.000-8.000-16,24.000-5.000 16,25.000-4.000-1,28.000-4.000-15,23.000-3.000 16,16.000-2.000-1,12.000-3.000-15,-1.000-4.000 16,-7.000-4.000 0,-18.000-1.000-16,-19.000-2.000 15,-18.000-9.000 1,-21.000-7.000-16,-21.000-11.000 16,-17.000-10.000-1,-11.000-9.000-15,8.000 10.000 16</inkml:trace>
  <inkml:trace contextRef="#ctx0" brushRef="#br0">14560.000 14582.000 0,'9.000'41.000'16,"5.000"40.000"-16,-8.000 31.000 15,-17.000 34.000 1,-4.000 28.000-16,-2.000 11.000 15,10.000-2.000 1,15.000-17.000-16,7.000-21.000 16,7.000-30.000-1,9.000-33.000-15,4.000-36.000 16,-1.000-37.000 0,1.000-38.000-1,-6.000-32.000-15,-8.000-26.000 16,-8.000-10.000-16,-6.000 17.000 15</inkml:trace>
  <inkml:trace contextRef="#ctx0" brushRef="#br0">14761.000 15461.000 0,'-20.000'48.000'0,"-18.000"20.000"15,-11.000 9.000 1,-9.000-6.000-16,-2.000-12.000 15,5.000-14.000 1,10.000-19.000 0,14.000-16.000-16,17.000-21.000 15,16.000-20.000-15,19.000-16.000 16,16.000-19.000 0,17.000-12.000-16,5.000-15.000 15,9.000-4.000 1,4.000-1.000-16,4.000 4.000 15,-4.000 9.000 1,-6.000 20.000 0,-13.000 17.000-16,-17.000 19.000 15,-13.000 11.000-15,-12.000 17.000 16,-7.000 11.000-16,-7.000 14.000 16,0.000 17.000-1,2.000 9.000 1,8.000 9.000-16,8.000 7.000 15,10.000-4.000 1,5.000 4.000-16,5.000 2.000 16,-2.000 1.000-1,-4.000-2.000-15,-14.000-4.000 16,-14.000-6.000 0,-16.000-7.000-16,-18.000-7.000 15,-17.000-12.000 1,-11.000-11.000-16,-6.000-15.000 15,3.000-14.000 1,10.000-10.000-16,18.000-3.000 16,19.000-2.000-1,19.000 5.000-15,18.000 9.000 16,15.000 12.000-16,16.000 10.000 16,6.000 17.000-1,1.000 10.000-15,-1.000 11.000 16,-7.000 4.000-1,-7.000-4.000-15,-9.000-8.000 16,-11.000-11.000 0,-7.000-17.000-1,0.000-20.000-15,-1.000-26.000 16,-4.000-24.000-16,-2.000-26.000 16,-2.000 9.000-1</inkml:trace>
  <inkml:trace contextRef="#ctx0" brushRef="#br0">15586.000 15273.000 0,'21.000'18.000'16,"5.000"7.000"-16,-3.000 3.000 15,-11.000 4.000 1,-12.000 1.000-16,-1.000-4.000 15,0.000-8.000-15</inkml:trace>
  <inkml:trace contextRef="#ctx0" brushRef="#br0">15771.000 15802.000 0,'16.000'47.000'15,"-8.000"1.000"-15,-5.000-12.000 16</inkml:trace>
  <inkml:trace contextRef="#ctx0" brushRef="#br0">16822.000 16015.000 0,'4.000'19.000'16,"3.000"15.000"-1,-1.000 7.000-15,-2.000 12.000 16,-1.000 12.000 0,0.000 12.000-16,0.000 7.000 15,1.000 3.000 1,-1.000-1.000-16,4.000-9.000 15,-1.000-11.000 1,3.000-16.000-16,-1.000-19.000 16,4.000-16.000-1,3.000-15.000-15,7.000-19.000 16,4.000-19.000 0,4.000-14.000-16,-1.000-6.000 15,-4.000-5.000-15,-3.000 1.000 16,-2.000 6.000-1,-4.000 14.000 1,-4.000 12.000-16,0.000 13.000 16,0.000 14.000-16,1.000 19.000 15,2.000 21.000 1,3.000 13.000-16,1.000 10.000 16,2.000-1.000-1,4.000-5.000-15,-1.000-7.000 16,1.000-10.000-1,3.000-10.000-15,1.000-10.000 16,-4.000-11.000 0,0.000-9.000-16,0.000-10.000 15,-3.000-8.000 1,-4.000-13.000-16,-2.000-13.000 16,-1.000-15.000-1,0.000-8.000-15,-3.000-5.000 16,1.000 3.000-1,0.000 5.000-15,-4.000 13.000 16,-1.000 16.000 0,0.000 8.000-16,-2.000 9.000 15,-4.000 4.000 1,-2.000 5.000-16</inkml:trace>
  <inkml:trace contextRef="#ctx0" brushRef="#br0">18058.000 16305.000 0,'0.000'0.000'0,"0.000"0.000"15,0.000 0.000-15,0.000 0.000 16,0.000 0.000 0,0.000 0.000-16,26.000-3.000 15,17.000 1.000 1,9.000-2.000-16,5.000 2.000 15,-1.000 1.000 1,0.000-1.000-16,1.000 5.000 16,-1.000 0.000-1,-3.000 2.000-15,-3.000 0.000 16,-6.000-1.000-16,-8.000-2.000 16,-7.000-2.000-1,-16.000-4.000-15,-12.000 0.000 16,-4.000 1.000-1</inkml:trace>
  <inkml:trace contextRef="#ctx0" brushRef="#br0">18083.000 16544.000 0,'29.000'6.000'0,"17.000"0.000"16,14.000-4.000-1,11.000-4.000-15,9.000-3.000 16,8.000-3.000-1,4.000-6.000-15,-1.000-2.000 16,-18.000 3.000 0</inkml:trace>
  <inkml:trace contextRef="#ctx0" brushRef="#br0">19134.000 16297.000 0,'14.000'3.000'16,"2.000"-3.000"-16,-1.000 2.000 15,-3.000 0.000 1,-2.000 1.000-16,2.000 3.000 16,0.000-2.000-16,-2.000 1.000 15,1.000-2.000 1,4.000 1.000-16,0.000 0.000 15,5.000 1.000 1,0.000 1.000-16,2.000 1.000 16,3.000 0.000-1,0.000 2.000-15,2.000-4.000 16,2.000-3.000 0,3.000 1.000-16,0.000 0.000 15,3.000 0.000 1,-1.000 1.000-16,1.000-1.000 15,-1.000-2.000 1,1.000 1.000-16,2.000 1.000 16,8.000-1.000-16,1.000-1.000 15,-2.000-1.000 1,-1.000 0.000-16,4.000 2.000 16,-2.000 1.000-1,4.000-1.000-15,-1.000-1.000 16,2.000-1.000-1,0.000 4.000-15,0.000-1.000 16,1.000-1.000 0,-1.000 1.000-16,1.000 2.000 15,0.000-2.000 1,3.000 0.000-16,2.000-2.000 16,-2.000 2.000-1,0.000 1.000-15,-1.000-1.000 16,2.000-2.000-16,2.000-1.000 15,-1.000 2.000 1,-2.000 2.000-16,0.000-3.000 16,0.000 1.000-1,2.000-1.000-15,-2.000 3.000 16,2.000-3.000 0,-4.000 5.000-16,2.000-2.000 15,0.000-1.000 1,-1.000 0.000-16,5.000-2.000 15,1.000 0.000 1,1.000-2.000-16,2.000 1.000 16,1.000 0.000-1,2.000-1.000-15,-2.000 0.000 16,-4.000-2.000-16,-3.000 2.000 16,-3.000 0.000-1,-15.000-1.000-15</inkml:trace>
  <inkml:trace contextRef="#ctx0" brushRef="#br0">20362.000 15221.000 0,'0.000'0.000'0,"-20.000"18.000"16,-16.000 9.000-16,-6.000 14.000 15,-5.000 11.000 1,-1.000 11.000-16,-1.000 3.000 16,5.000 1.000-1,12.000 4.000-15,6.000-3.000 16,10.000-3.000-1,12.000-5.000-15,7.000-4.000 16,10.000-9.000 0,14.000-8.000-1,5.000-9.000-15,5.000-10.000 16,3.000-11.000-16,4.000-10.000 16,-3.000-11.000-1,-4.000-8.000-15,0.000-12.000 16,0.000-4.000-1,-3.000-8.000-15,-3.000-4.000 16,-6.000-2.000 0,-5.000-3.000-1,-1.000-3.000-15,-8.000-1.000 16,-5.000 0.000 0,-4.000 5.000-16,-5.000 4.000 15,-3.000 7.000 1,-4.000 6.000-16,-7.000 9.000 15,-1.000 11.000-15,-5.000 8.000 16,-3.000 8.000 0,3.000 8.000-1,1.000 7.000-15,0.000 3.000 16,5.000 5.000-16,8.000 4.000 16,8.000 7.000-1,7.000 3.000 1,9.000 5.000-16,6.000 0.000 15,6.000-1.000 1,4.000 2.000-16,4.000-1.000 16,1.000-3.000-1,-7.000-7.000-15,-2.000-2.000 16,-3.000-6.000-16,-3.000-4.000 16,-1.000-11.000-1,-6.000-10.000-15,-6.000-8.000 16,-2.000-9.000-1,1.000 0.000-15</inkml:trace>
  <inkml:trace contextRef="#ctx0" brushRef="#br0">20706.000 15734.000 0,'6.000'27.000'16,"-1.000"16.000"0,-3.000 7.000-16,-3.000 4.000 15,-2.000-3.000 1,1.000-8.000-16,2.000-13.000 16,0.000-12.000-1,0.000-18.000-15,5.000-6.000 16,2.000-13.000-16,1.000-9.000 15,-2.000-6.000 1,0.000 5.000-16</inkml:trace>
  <inkml:trace contextRef="#ctx0" brushRef="#br0">20775.000 15802.000 0,'0.000'0.000'16,"0.000"0.000"-16,0.000 0.000 15,0.000 0.000-15,13.000 11.000 16,6.000 5.000 0,-3.000 2.000-1,-1.000 0.000-15,-6.000-6.000 16,-5.000 1.000-16,-4.000 1.000 16,-7.000 1.000-1,-10.000 0.000 1,-3.000 6.000-16,-3.000 1.000 15,-1.000-4.000-15,5.000-2.000 16,6.000-7.000 0,5.000-2.000-16,8.000-7.000 15,2.000 5.000-15,9.000-3.000 16,10.000-3.000 0,5.000-5.000-16,2.000-2.000 15,1.000-2.000 1,-4.000 3.000-16,-6.000-3.000 15,-6.000-2.000 1,-4.000 0.000-16</inkml:trace>
  <inkml:trace contextRef="#ctx0" brushRef="#br0">21068.000 15615.000 0,'22.000'4.000'15,"4.000"2.000"1,-2.000 1.000-16,-1.000 1.000 16,-6.000 2.000-16,-5.000 6.000 15,-5.000 10.000 1,-11.000 5.000-16,-10.000 5.000 15,-6.000 0.000 1,-6.000 0.000 0,5.000-5.000-16,6.000-7.000 15,6.000-8.000-15,6.000-3.000 16,6.000 1.000 0,3.000-1.000-16,5.000 0.000 15,2.000 2.000 1,-2.000 2.000-16,2.000 2.000 15,-7.000 6.000 1,-6.000 5.000-16,-10.000 8.000 16,-9.000 1.000-1,-10.000 4.000-15,-5.000-5.000 16,0.000-3.000 0,1.000-12.000-16,3.000-17.000 15,4.000-19.000 1,9.000-3.000-16</inkml:trace>
  <inkml:trace contextRef="#ctx0" brushRef="#br0">21102.000 15675.000 0,'-8.000'26.000'15,"-12.000"21.000"-15,-8.000 13.000 16,-10.000 4.000 0,0.000-2.000-1,2.000-5.000-15,8.000-10.000 16,4.000-15.000-16,9.000-14.000 15,2.000-17.000 1,9.000-14.000-16,3.000-6.000 16,4.000-2.000-1,0.000 2.000-15</inkml:trace>
  <inkml:trace contextRef="#ctx0" brushRef="#br0">20925.000 16006.000 0,'37.000'21.000'0,"11.000"13.000"16,4.000-1.000-16,-2.000 4.000 15,-3.000 0.000 1,3.000-3.000-16,-1.000 1.000 16,-4.000-5.000-1,-4.000-11.000-15,-10.000-9.000 16</inkml:trace>
  <inkml:trace contextRef="#ctx0" brushRef="#br0">20429.000 16664.000 0,'0.000'0.000'16,"0.000"0.000"0,0.000 0.000-16,-6.000 18.000 15,-6.000 7.000-15,-3.000 5.000 16,-2.000 3.000-1,-3.000 4.000-15,-4.000 5.000 16,-1.000 6.000 0,-4.000 7.000-1,-5.000 7.000-15,-1.000 5.000 16,0.000 3.000-16,-1.000-1.000 16,3.000-1.000-1,2.000-7.000 1,5.000-7.000-16,4.000-14.000 15,9.000-10.000-15,6.000-12.000 16,7.000-18.000 0,-3.000-3.000-16,6.000-20.000 15,3.000-2.000 1</inkml:trace>
  <inkml:trace contextRef="#ctx0" brushRef="#br0">20413.000 16664.000 0,'13.000'23.000'0,"6.000"14.000"16,3.000 8.000 0,-5.000 9.000-16,1.000 9.000 15,-2.000 6.000 1,0.000 6.000-16,-7.000 1.000 16,-3.000-5.000-1,-2.000-7.000-15,2.000-10.000 16,1.000-11.000-1,-1.000-11.000-15,-6.000-11.000 16,-3.000-11.000 0,-1.000-6.000-16</inkml:trace>
  <inkml:trace contextRef="#ctx0" brushRef="#br0">20303.000 17168.000 0,'0.000'0.000'0,"0.000"0.000"15,0.000 0.000-15,0.000 0.000 16,21.000 4.000-1,11.000-1.000-15,5.000-3.000 16,-2.000-3.000 0,-7.000-3.000-16,-6.000 2.000 15</inkml:trace>
  <inkml:trace contextRef="#ctx0" brushRef="#br0">20749.000 17022.000 0,'0.000'0.000'16,"0.000"0.000"-16,9.000 13.000 15,5.000 4.000 1,-1.000 4.000-16,-7.000 0.000 15,-6.000 1.000 1,-3.000-1.000-16,-1.000-6.000 16</inkml:trace>
  <inkml:trace contextRef="#ctx0" brushRef="#br0">20690.000 17466.000 0,'22.000'-19.000'15,"5.000"-13.000"-15,2.000-8.000 16,-2.000-1.000 0,-2.000-3.000-16,-2.000-3.000 15,-3.000 5.000 1,-1.000-3.000-16,3.000 3.000 15,-4.000 3.000 1,1.000 1.000-16,1.000 3.000 16,-5.000 6.000-1,-2.000 4.000-15,-2.000 6.000 16,-3.000 6.000 0,-3.000 5.000-16,-5.000 8.000 15,0.000 0.000 1,1.000 1.000-16,-5.000 13.000 15,-6.000 11.000 1,-9.000 8.000-16,-4.000 5.000 16,-2.000-2.000-1,3.000-6.000-15,2.000-9.000 16,10.000-7.000 0,10.000-14.000-16,0.000 0.000 15,0.000 0.000-15,6.000 2.000 16,16.000-12.000-1,6.000-4.000-15,3.000 1.000 16,-2.000 0.000 0,-4.000 4.000-16,-7.000 4.000 15,-5.000 3.000-15,-7.000 5.000 16,-9.000 8.000 0,-8.000 6.000-16,-9.000 5.000 15,-8.000 6.000-15,0.000-3.000 16,4.000-6.000-1,10.000-6.000 1,4.000-5.000-16,10.000-8.000 16,2.000 3.000-16,12.000-6.000 15,11.000-4.000 1,6.000-2.000-16,10.000-2.000 16,1.000-2.000-1,0.000 3.000-15,-3.000 3.000 16,-7.000 3.000-1,-2.000 8.000-15,-9.000 5.000 16,-6.000 9.000-16,-10.000 11.000 16,-10.000 10.000-1,-11.000 7.000-15,-14.000 0.000 16,-7.000-3.000 0,-2.000-6.000-16,2.000-18.000 15,0.000-13.000 1,5.000-13.000-16,5.000-7.000 15,8.000-1.000 1</inkml:trace>
  <inkml:trace contextRef="#ctx0" brushRef="#br0">20960.000 17313.000 0,'0.000'0.000'0,"0.000"0.000"15,0.000 0.000-15,0.000 0.000 16,21.000 0.000 0,12.000-1.000-16,6.000 0.000 15,-2.000 0.000 1,-3.000-1.000-16,-2.000-4.000 16,-5.000 4.000-1,-9.000 1.000-15,-5.000 2.000 16,-15.000 1.000-16,-15.000 2.000 15,-9.000 3.000 1,3.000-1.000-16</inkml:trace>
  <inkml:trace contextRef="#ctx0" brushRef="#br0">20842.000 17448.000 0,'26.000'-1.000'16,"14.000"1.000"-1,3.000-2.000-15,4.000 1.000 16,-3.000-2.000-16,-1.000 2.000 16,-5.000 1.000-1,-1.000 0.000-15,-3.000-4.000 16,-2.000-3.000-1,-10.000-6.000-15,-8.000-4.000 16,-6.000-7.000-16,-5.000 5.000 16</inkml:trace>
  <inkml:trace contextRef="#ctx0" brushRef="#br0">21068.000 17133.000 0,'0.000'0.000'16,"0.000"0.000"-16,0.000 0.000 16,6.000 28.000-1,3.000 19.000-15,-6.000 13.000 16,0.000 5.000-1,2.000 3.000-15,-3.000-3.000 16,0.000 0.000 0,-2.000-4.000-16,0.000-6.000 15,-4.000-9.000 1,-4.000-1.000-16,-5.000-4.000 16,-2.000-10.000-1,-5.000-12.000-15,-4.000-15.000 16,-5.000-18.000-1,-6.000-17.000-15,7.000 3.000 16</inkml:trace>
  <inkml:trace contextRef="#ctx0" brushRef="#br0">19883.000 16613.000 0,'0.000'0.000'16,"0.000"0.000"-16,-5.000 31.000 15,-2.000 22.000 1,-2.000 13.000-16,-1.000 12.000 16,-4.000 5.000-1,2.000 8.000 1,0.000 6.000-16,-1.000 5.000 15,1.000 7.000 1,-2.000 6.000-16,5.000 2.000 16,-4.000-4.000-1,0.000-12.000-15,-3.000-16.000 16,3.000-26.000-16</inkml:trace>
  <inkml:trace contextRef="#ctx0" brushRef="#br0">21548.000 16579.000 0,'0.000'0.000'0,"0.000"0.000"16,2.000 26.000 0,-3.000 18.000-16,-3.000 9.000 15,-3.000 6.000 1,1.000 6.000-16,-1.000 7.000 31,-1.000 4.000-31,-2.000 13.000 16,6.000 11.000-16,0.000 10.000 15,-1.000 5.000-15,1.000 1.000 16,3.000 0.000 0,1.000-8.000-16,-1.000-16.000 15,0.000-26.000 1</inkml:trace>
  <inkml:trace contextRef="#ctx0" brushRef="#br0">8918.000 12159.000 0,'-32.000'-4.000'15,"-15.000"3.000"-15,-5.000 6.000 16,1.000 6.000 0,5.000 7.000-16,4.000 6.000 15,5.000 5.000 1,2.000 7.000-16,8.000 5.000 16,7.000 6.000-1,7.000 9.000-15,6.000 7.000 16,5.000 10.000-1,5.000 8.000 1,-1.000 5.000-16,2.000 1.000 16,-2.000 3.000-1,-7.000 1.000-15,-5.000-3.000 16,-2.000 0.000 0,-5.000-5.000-16,-4.000-1.000 15,-7.000-6.000 1,-9.000-8.000-16,-4.000-8.000 15,-7.000-7.000 1,-3.000-6.000-16,-6.000-9.000 16,-4.000-6.000-1,0.000-7.000-15,2.000-9.000 16,-1.000-1.000 0,1.000-7.000-16,2.000-4.000 15,3.000 0.000 1,4.000-4.000-1,0.000-2.000-15,6.000 0.000 16,3.000-2.000-16,4.000 1.000 16,5.000-4.000-1,8.000 3.000-15,4.000-3.000 16,3.000 5.000-16,5.000 5.000 16,0.000 7.000-1,-1.000 8.000-15,-1.000 13.000 16,-6.000 11.000-1,-5.000 12.000-15,-2.000 9.000 16,-3.000 7.000 0,-3.000 11.000-1,2.000 7.000-15,-1.000 5.000 16,-1.000 8.000-16,5.000 12.000 16,-1.000 12.000-1,0.000 13.000 1,3.000 13.000-16,6.000 13.000 15,0.000 9.000 1,4.000 6.000-16,8.000 7.000 16,6.000 2.000-1,12.000-3.000-15,9.000-11.000 16,10.000-12.000 0,8.000-15.000-16,3.000-21.000 15,-5.000-20.000 1,-10.000-31.000-16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147480000" units="dev"/>
        </inkml:traceFormat>
        <inkml:channelProperties>
          <inkml:channelProperty channel="X" name="resolution" value="283.59875" units="1/cm"/>
          <inkml:channelProperty channel="Y" name="resolution" value="497.0722" units="1/cm"/>
          <inkml:channelProperty channel="T" name="resolution" value="1" units="1/dev"/>
        </inkml:channelProperties>
      </inkml:inkSource>
      <inkml:timestamp xml:id="ts0" timeString="2023-12-11T09:24:34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2139.000 2294.000 0,'0.000'0.000'0,"0.000"0.000"16,0.000 0.000-16,0.000 0.000 16,0.000 0.000-1,0.000 0.000-15,0.000 0.000 16,34.000 2.000-16,18.000 0.000 15,18.000-2.000 1,6.000-5.000-16,8.000 1.000 16,3.000-4.000-1,-5.000-4.000-15,-1.000-1.000 16,-13.000 0.000 0,-9.000 0.000-16,-14.000 3.000 15,-13.000 3.000 1,-14.000 2.000-16,-18.000 5.000 15,0.000-9.000 1,-16.000-5.000-16,-13.000-3.000 16,-9.000-10.000-16,4.000 2.000 15</inkml:trace>
  <inkml:trace contextRef="#ctx0" brushRef="#br0">2511.000 1765.000 0,'-3.000'73.000'0,"1.000"45.000"15,-2.000 24.000 1,0.000 12.000-16,3.000 4.000 15,0.000 2.000 1,3.000-5.000 0,2.000-22.000-16,0.000-27.000 15,3.000-26.000 1,-3.000-25.000-16,1.000-29.000 16,-5.000-30.000-16,-2.000-30.000 15,-1.000-3.000 1</inkml:trace>
  <inkml:trace contextRef="#ctx0" brushRef="#br0">2661.000 1919.000 0,'0.000'0.000'0,"14.000"22.000"16,0.000 15.000-16,-4.000-3.000 15</inkml:trace>
  <inkml:trace contextRef="#ctx0" brushRef="#br0">2493.000 2583.000 0,'18.000'20.000'0,"7.000"8.000"16,4.000 5.000 0,-7.000-8.000-16,-6.000-7.000 15</inkml:trace>
  <inkml:trace contextRef="#ctx0" brushRef="#br0">3090.000 1817.000 0,'0.000'0.000'15,"8.000"35.000"-15,-8.000 20.000 16,-5.000-9.000 0</inkml:trace>
  <inkml:trace contextRef="#ctx0" brushRef="#br0">3023.000 2430.000 0,'8.000'53.000'16,"0.000"28.000"-1,-4.000 5.000-15,-4.000-13.000 16,0.000-21.000-1,0.000-18.000-15,0.000-15.000 16,6.000-17.000 0,12.000-20.000-16,11.000-30.000 15,12.000-28.000 1,6.000-19.000-16,1.000-13.000 16,-2.000 5.000-1,-6.000 10.000-15,-9.000 24.000 16,-12.000 24.000-1</inkml:trace>
  <inkml:trace contextRef="#ctx0" brushRef="#br0">3377.000 2003.000 0,'31.000'-5.000'16,"24.000"-6.000"-16,14.000 0.000 15,5.000 3.000 1,-1.000-1.000-1,-4.000 2.000-15,-13.000 4.000 16,-15.000 3.000-16,-14.000 1.000 16,-15.000-3.000-1,-18.000-8.000-15,-16.000-4.000 16,-24.000-12.000-16,-12.000-6.000 16,7.000 7.000-1</inkml:trace>
  <inkml:trace contextRef="#ctx0" brushRef="#br0">3503.000 1910.000 0,'0.000'0.000'16,"-9.000"24.000"0,-2.000 17.000-16,3.000 7.000 15,1.000 2.000 1,3.000-2.000 0,7.000-15.000-16,5.000-27.000 15,0.000-14.000-15</inkml:trace>
  <inkml:trace contextRef="#ctx0" brushRef="#br0">3821.000 1757.000 0,'-2.000'30.000'16,"-15.000"25.000"-16,-22.000 23.000 15,-18.000 7.000 1,-9.000-1.000-16,3.000-10.000 16,14.000-17.000-1,13.000-17.000-15,19.000-11.000 16,17.000-11.000-16,13.000-10.000 16,21.000-6.000-1,15.000-6.000-15,11.000-3.000 16,2.000-1.000-1,-6.000-1.000-15,-12.000 4.000 16,-14.000 2.000 0,-10.000 0.000-1,-17.000-5.000-15,-14.000-12.000 16,-5.000 0.000-16,-8.000-7.000 16</inkml:trace>
  <inkml:trace contextRef="#ctx0" brushRef="#br0">3586.000 2226.000 0,'-28.000'49.000'16,"-23.000"24.000"0,-3.000 4.000-16,-1.000-8.000 15,4.000-14.000 1,12.000-23.000-16,14.000-35.000 15,7.000-9.000 1</inkml:trace>
  <inkml:trace contextRef="#ctx0" brushRef="#br0">3510.000 2482.000 0,'12.000'20.000'15,"2.000"10.000"1,-5.000 12.000-16,-8.000 0.000 15,-5.000-5.000 1,-2.000-6.000-16,0.000-8.000 16,-1.000-8.000-1,7.000-15.000-15,7.000-6.000 16,12.000-19.000 0,11.000-10.000-16,9.000-5.000 15,4.000 4.000-15,-3.000 9.000 16,2.000 10.000-1,-5.000 11.000-15,-4.000 12.000 16,-6.000 10.000 0,-8.000 5.000-16,-4.000 4.000 15,-11.000 2.000 1,-10.000 1.000-16,-7.000-4.000 16,-5.000-3.000-1,-8.000-5.000-15,-6.000-5.000 16,-4.000-6.000-1,2.000-9.000-15,-2.000-6.000 16,10.000-6.000 0,9.000-11.000-16,10.000-12.000 15,6.000 3.000 1</inkml:trace>
  <inkml:trace contextRef="#ctx0" brushRef="#br0">4410.000 1883.000 0,'0.000'0.000'15,"-17.000"26.000"-15,-14.000 10.000 16,4.000 4.000-1,13.000-8.000-15,25.000-14.000 16,17.000-12.000 0,20.000-7.000-16,3.000-3.000 15,-6.000 1.000 1,-7.000 2.000-16,-9.000 4.000 16,-11.000 7.000-16,-16.000 9.000 15,-22.000 12.000 1,-21.000 12.000-1,-20.000 4.000-15,-6.000 2.000 16,6.000-6.000 0,12.000-11.000-1,15.000-11.000-15,21.000-12.000 16,23.000-8.000-16,14.000-5.000 16,12.000-4.000-16,4.000 2.000 15,-2.000 6.000 1,-10.000 6.000-16,-7.000 10.000 15,-6.000 11.000 1,-10.000 18.000-16,-7.000 10.000 16,-6.000 11.000-1,-8.000 9.000-15,-2.000 0.000 16,0.000 0.000 0,-2.000-13.000-16,7.000-16.000 15,3.000-26.000 1,6.000-34.000-16,4.000-8.000 15</inkml:trace>
  <inkml:trace contextRef="#ctx0" brushRef="#br0">5084.000 1722.000 0,'0.000'0.000'16,"-56.000"13.000"-16,-27.000 12.000 15,-9.000 5.000-15,15.000 0.000 16,20.000-2.000 0,19.000-6.000-16,16.000 0.000 15,13.000 4.000 1,12.000 4.000-16,9.000 7.000 15,3.000 13.000 1,-3.000 13.000-16,-1.000 16.000 16,-7.000 16.000-1,-7.000 9.000-15,-5.000 6.000 16,-3.000-1.000 0,-3.000-6.000-16,-2.000-11.000 15,4.000-15.000 1,2.000-16.000-16,5.000-23.000 15,1.000-30.000 1,6.000-36.000-16,0.000-6.000 16,-2.000-21.000-1</inkml:trace>
  <inkml:trace contextRef="#ctx0" brushRef="#br0">4813.000 2209.000 0,'42.000'-6.000'0,"23.000"2.000"15,4.000 6.000 1,-9.000 2.000-16,-14.000-2.000 16,-16.000-8.000-1,-16.000-6.000-15,-15.000-4.000 16,-4.000 2.000-1</inkml:trace>
  <inkml:trace contextRef="#ctx0" brushRef="#br0">4966.000 2048.000 0,'0.000'0.000'0,"-7.000"23.000"15,-7.000 23.000-15,-12.000 14.000 16,-3.000 6.000-1,-5.000 1.000 1,0.000-10.000-16,-1.000-26.000 16,7.000-21.000-1,6.000-10.000-15</inkml:trace>
  <inkml:trace contextRef="#ctx0" brushRef="#br0">4797.000 2414.000 0,'0.000'0.000'16,"0.000"0.000"0,0.000 0.000-16,0.000 0.000 15,8.000 20.000 1,1.000 13.000-16,0.000 3.000 16,-3.000-3.000-16,-5.000-7.000 15,0.000-7.000 1,1.000-6.000-16,-1.000-4.000 15,-1.000-9.000 1,0.000 0.000-16,0.000 0.000 16,0.000 0.000-1,0.000 0.000-15,0.000 0.000 16,0.000-2.000 0,0.000-17.000-16,2.000-12.000 15,-2.000-13.000-15,1.000-3.000 16,6.000 3.000-1,8.000 15.000-15,3.000 13.000 16,-2.000 10.000 0,1.000-1.000-16,5.000 1.000 15,10.000 2.000 1,4.000 0.000-16,4.000 1.000 16,-3.000 6.000-1,-7.000 2.000-15,-4.000 8.000 16,-7.000 2.000-1,-1.000 9.000-15,-6.000 8.000 16,-2.000 13.000 0,-5.000 9.000-16,-5.000 7.000 15,-3.000 5.000 1,-5.000-1.000-16,0.000-7.000 16,1.000-12.000-16,-1.000-14.000 15,0.000-12.000 1,2.000-17.000-16,-3.000-20.000 15,2.000-5.000 1</inkml:trace>
  <inkml:trace contextRef="#ctx0" brushRef="#br0">4973.000 2456.000 0,'0.000'0.000'0,"19.000"-3.000"16,12.000 2.000 0,-2.000 5.000-16,-5.000 4.000 15,-12.000 6.000 1,-9.000 6.000-16,-10.000-2.000 16,-10.000-2.000-1,-7.000 3.000-15,1.000-1.000 16,3.000-1.000-1,7.000-2.000-15,4.000-2.000 16,3.000-4.000-16,7.000-1.000 16,10.000-1.000-1,6.000-6.000-15,9.000-1.000 16,-1.000 2.000-16,-3.000 3.000 16,-9.000 8.000-1,-10.000 8.000-15,-9.000 11.000 16,-10.000 5.000-1,-4.000 1.000-15,5.000-5.000 16,5.000-7.000 0,7.000-12.000-16,12.000-23.000 15,15.000-30.000 1,14.000-32.000-16,-4.000 5.000 16</inkml:trace>
  <inkml:trace contextRef="#ctx0" brushRef="#br0">5604.000 1978.000 0,'37.000'-5.000'15,"17.000"0.000"1,-6.000 11.000-16,-11.000 12.000 15,-23.000 11.000 1,-19.000 10.000-16,-21.000 11.000 16,-21.000 3.000-1,-11.000 1.000-15,1.000 1.000 16,9.000-3.000 0,17.000-5.000-16,15.000-8.000 15,13.000-9.000-15,14.000-7.000 16,17.000-13.000-1,15.000-10.000-15,13.000-9.000 16,2.000-12.000 0,-6.000-4.000-16,-12.000-2.000 15,-9.000 2.000 1,-13.000-2.000 0,-14.000 5.000-16,-11.000 7.000 15,-6.000 8.000-15,-3.000 14.000 16,-4.000 12.000-1,3.000 15.000-15,4.000 9.000 16,2.000 10.000 0,6.000 6.000-16,10.000-3.000 15,0.000-6.000-15,4.000-11.000 16,2.000-12.000 0,5.000-9.000-16,4.000-15.000 15,6.000-21.000 1,8.000-32.000-16,6.000-26.000 15,-7.000 6.000 1</inkml:trace>
  <inkml:trace contextRef="#ctx0" brushRef="#br0">6159.000 2073.000 0,'64.000'-17.000'0,"30.000"-4.000"16,-1.000 7.000 0,-11.000 12.000-16,-19.000 6.000 15,-18.000 8.000 1,-17.000 4.000-16,-17.000 8.000 16,-19.000 13.000-16,-22.000 15.000 15,-17.000 11.000 1,-14.000 8.000-1,-9.000 1.000-15,1.000-4.000 16,7.000-8.000 0,12.000-20.000-16,12.000-29.000 15,18.000-27.000-15,8.000-5.000 16</inkml:trace>
  <inkml:trace contextRef="#ctx0" brushRef="#br0">6327.000 2310.000 0,'12.000'50.000'0,"3.000"30.000"16,-2.000 13.000 0,-10.000 1.000-16,-4.000-11.000 15,0.000-18.000 1,0.000-19.000-16,3.000-24.000 15,6.000-32.000-15,3.000-25.000 16,-1.000-30.000 0,-5.000-17.000-16,-3.000 6.000 15,-2.000 18.000 1</inkml:trace>
  <inkml:trace contextRef="#ctx0" brushRef="#br0">6454.000 2516.000 0,'23.000'23.000'15,"12.000"15.000"-15,4.000 8.000 16,-1.000-1.000 0,-2.000-3.000-16,-9.000-11.000 15,-8.000-10.000 1,-6.000-13.000-16,-6.000-20.000 16,-3.000-27.000-16,-2.000-3.000 15</inkml:trace>
  <inkml:trace contextRef="#ctx0" brushRef="#br0">7126.000 2149.000 0,'21.000'18.000'0,"1.000"15.000"15,-18.000 4.000-15,-18.000-7.000 16,-1.000-11.000 0</inkml:trace>
  <inkml:trace contextRef="#ctx0" brushRef="#br0">7084.000 2532.000 0,'11.000'17.000'0,"9.000"10.000"16,-2.000 7.000-1,-8.000-5.000-15,-8.000-13.000 16,-4.000-11.000 0</inkml:trace>
  <inkml:trace contextRef="#ctx0" brushRef="#br0">7521.000 1628.000 0,'0.000'0.000'16,"-9.000"20.000"0,-9.000 8.000-16,-4.000 5.000 15,-4.000-1.000 1,-1.000 3.000-16,0.000 1.000 16,4.000 1.000-1,3.000 3.000-15,2.000 3.000 16,2.000 1.000-16,0.000 3.000 15,3.000 0.000 1,0.000 4.000 0,0.000 1.000-16,-3.000 5.000 15,0.000-3.000 1,-1.000 3.000-16,1.000 0.000 16,-1.000-2.000-1,4.000-6.000-15,2.000 2.000 16,6.000-5.000-1,4.000 3.000 1,4.000 1.000-16,5.000 2.000 16,6.000 4.000-16,3.000-2.000 15,1.000-4.000-15,2.000-3.000 16,6.000-2.000 0,2.000-3.000-1,5.000-5.000-15,-2.000-5.000 16,0.000-5.000-16,-4.000-5.000 15,-2.000-3.000 1,-7.000-6.000-16,-12.000-14.000 16,-6.000-4.000-1</inkml:trace>
  <inkml:trace contextRef="#ctx0" brushRef="#br0">7925.000 2080.000 0,'47.000'-6.000'16,"24.000"-4.000"-1,7.000-1.000-15,-4.000 6.000 16,-9.000 3.000 0,-13.000 2.000-16,-14.000 2.000 15,-14.000-1.000 1,-12.000 6.000-16,-15.000 1.000 16,-16.000-3.000-16,-23.000-1.000 15,4.000-4.000 1</inkml:trace>
  <inkml:trace contextRef="#ctx0" brushRef="#br0">7714.000 2448.000 0,'7.000'37.000'15,"6.000"23.000"1,5.000 7.000-16,2.000-8.000 15,2.000-6.000 1,-3.000-8.000-16,-4.000-6.000 16,-3.000-10.000-16,-3.000-18.000 15,-6.000-20.000 1,-4.000-14.000-16,-1.000-1.000 16</inkml:trace>
  <inkml:trace contextRef="#ctx0" brushRef="#br0">7850.000 2549.000 0,'35.000'-25.000'15,"27.000"-11.000"1,19.000 2.000-16,7.000 5.000 16,-1.000 10.000-1,2.000 2.000-15,-8.000 6.000 16,-9.000 7.000-1,-8.000 7.000-15,-11.000 9.000 16,-11.000 12.000 0,-13.000 13.000-16,-16.000 14.000 15,-19.000 11.000 1,-17.000 10.000-16,-14.000 7.000 16,-10.000-2.000-1,-4.000-8.000-15,4.000-15.000 16,5.000-19.000-1,1.000-18.000-15,0.000-27.000 16,4.000-26.000 0,3.000-21.000-16,0.000 3.000 15,11.000 12.000-15</inkml:trace>
  <inkml:trace contextRef="#ctx0" brushRef="#br0">8051.000 2354.000 0,'-1.000'41.000'0,"1.000"18.000"16,1.000 3.000 0,-1.000-11.000-16,3.000-10.000 15,0.000-15.000 1,3.000-10.000-16,3.000-12.000 15,6.000-13.000-15,5.000-13.000 16,8.000-12.000 0,5.000-7.000-1,-1.000-8.000-15,-1.000-2.000 16,-3.000 5.000 0,-3.000 1.000-16,-7.000 10.000 15,-6.000 13.000 1,-6.000 11.000-16,-4.000 13.000 15,-3.000 17.000 1,-6.000 15.000-16,-3.000 10.000 16,0.000 9.000-16,8.000 1.000 15,8.000-7.000 1,7.000-7.000-16,9.000-6.000 16,7.000-15.000-1,0.000-5.000-15,2.000-15.000 16,2.000-13.000-16,1.000-15.000 15,-6.000-18.000 1,-7.000 5.000 0</inkml:trace>
  <inkml:trace contextRef="#ctx0" brushRef="#br0">9044.000 1944.000 0,'0.000'0.000'0,"-19.000"29.000"15,-17.000 15.000 1,-9.000 10.000-16,8.000-4.000 16,13.000-8.000-1,20.000-7.000-15,17.000-8.000 16,21.000-13.000-1,18.000-9.000-15,10.000-5.000 16,1.000-4.000 0,-5.000-3.000-16,-9.000-3.000 15,-14.000 0.000 1,-14.000-5.000-16,-16.000-2.000 16,-19.000 5.000-1,-3.000 5.000-15</inkml:trace>
  <inkml:trace contextRef="#ctx0" brushRef="#br0">9052.000 2363.000 0,'-1.000'45.000'15,"-2.000"27.000"1,-1.000 10.000-16,-3.000 4.000 16,-4.000-2.000-1,-4.000-2.000-15,-3.000-9.000 16,3.000-12.000-1,4.000-18.000-15,7.000-17.000 16,4.000-26.000-16,-1.000 6.000 16</inkml:trace>
  <inkml:trace contextRef="#ctx0" brushRef="#br0">9808.000 2098.000 0,'0.000'0.000'0,"-8.000"28.000"16,-12.000 21.000-16,-14.000 8.000 15,0.000 4.000 1,6.000-2.000-16,14.000-4.000 15,11.000-5.000 1,12.000-9.000-16,11.000-7.000 16,8.000-8.000-1,-1.000-6.000-15,-3.000-3.000 16,-5.000 1.000 0,-6.000-1.000-1,-10.000 4.000-15,-16.000 4.000 0,-15.000 1.000 16,-8.000-7.000-1,-2.000-18.000-15,6.000-22.000 16,10.000-4.000 0</inkml:trace>
  <inkml:trace contextRef="#ctx0" brushRef="#br0">10280.000 2003.000 0,'0.000'0.000'0,"-24.000"22.000"16,-17.000 13.000 0,-10.000 3.000-16,-1.000-1.000 15,14.000-5.000 1,12.000-8.000-16,20.000-10.000 15,21.000-9.000 1,19.000-5.000-16,12.000-6.000 16,7.000-2.000-1,1.000 0.000 1,-5.000 3.000-16,-8.000 4.000 16,-15.000 10.000-16,-12.000 6.000 15,-17.000 6.000-15,-20.000 8.000 16,-19.000 3.000-1,-10.000 1.000-15,3.000 2.000 16,7.000-4.000 0,9.000-8.000-16,13.000-6.000 15,15.000-5.000 1,16.000-6.000-16,18.000-6.000 16,13.000-2.000-16,8.000-2.000 15,3.000-1.000 1,-5.000 1.000-1,-10.000 5.000-15,-10.000 3.000 16,-12.000 7.000-16,-12.000 6.000 16,-14.000 5.000-1,-17.000 7.000-15,-14.000 2.000 16,-11.000 2.000 0,-1.000-1.000-16,2.000-7.000 15,8.000-6.000-15,10.000-6.000 16,10.000-5.000-1,7.000-8.000-15,6.000-4.000 16,5.000-1.000 0,5.000 5.000-16,0.000 0.000 15,1.000-7.000 1,5.000 3.000-16,7.000 2.000 16,5.000 2.000-16,0.000 0.000 15,4.000 0.000 1,-2.000 0.000-16,-5.000 0.000 15,-4.000 0.000 1,-11.000 0.000-16,4.000-5.000 16,-6.000-10.000-1,-10.000-2.000-15,0.000 3.000 16</inkml:trace>
  <inkml:trace contextRef="#ctx0" brushRef="#br0">10052.000 2567.000 0,'0.000'0.000'0,"0.000"0.000"16,9.000 18.000 0,-2.000 10.000-16,-6.000 2.000 15,-8.000-3.000 1,-4.000-12.000-16,3.000-12.000 15,2.000-4.000-15</inkml:trace>
  <inkml:trace contextRef="#ctx0" brushRef="#br0">9910.000 2567.000 0,'2.000'24.000'15,"-1.000"13.000"1,-1.000 7.000-16,-4.000 4.000 15,1.000-1.000 1,3.000 0.000-16,5.000-3.000 16,10.000-8.000-1,12.000-7.000-15,13.000-13.000 16,16.000-9.000 0,9.000-8.000-16,10.000-9.000 15,6.000 0.000 1,5.000-3.000-16,-2.000 1.000 15,-6.000-1.000 1,-12.000 0.000-16,-16.000 2.000 16,-16.000 1.000-16,-12.000-5.000 15,-12.000-3.000 1,-12.000-8.000-16,-14.000-8.000 16,-4.000-10.000-1,2.000-5.000-15,3.000 12.000 16</inkml:trace>
  <inkml:trace contextRef="#ctx0" brushRef="#br0">10986.000 2183.000 0,'39.000'-3.000'15,"24.000"-3.000"-15,1.000-6.000 16,-8.000-9.000-16,-12.000-1.000 16,-14.000 1.000-1</inkml:trace>
  <inkml:trace contextRef="#ctx0" brushRef="#br0">11146.000 2073.000 0,'-3.000'31.000'0,"2.000"22.000"16,5.000 12.000-1,4.000 7.000-15,0.000 1.000 16,-2.000-5.000-1,-3.000-7.000-15,-6.000-14.000 16,-5.000-10.000 0,-4.000-13.000-16,-7.000-12.000 15,-6.000-12.000-15,-3.000-9.000 16,0.000-11.000 0,6.000-1.000-16,9.000-2.000 15,9.000-3.000 1,18.000-2.000-1,19.000-1.000-15,20.000-1.000 16,15.000 1.000 0,10.000-2.000-16,2.000 3.000 15,-6.000-1.000 1,-5.000 5.000-16,-14.000 11.000 16,-13.000 7.000-16,-14.000 12.000 15,-10.000 14.000 1,-12.000 16.000-16,-13.000 10.000 15,-7.000 3.000 1,-8.000-5.000-16,-3.000-14.000 16,2.000-22.000-1,6.000-26.000-15,6.000-4.000 16</inkml:trace>
  <inkml:trace contextRef="#ctx0" brushRef="#br0">11508.000 2149.000 0,'0.000'0.000'15,"-12.000"40.000"-15,-14.000 33.000 16,-9.000 14.000 0,-12.000 5.000-16,-2.000-13.000 15,7.000-21.000 1,8.000-27.000-16,10.000-20.000 15</inkml:trace>
  <inkml:trace contextRef="#ctx0" brushRef="#br0">11289.000 2414.000 0,'41.000'34.000'0,"12.000"16.000"15,-15.000 0.000 1,-19.000-4.000-16,-14.000-9.000 16,-16.000-8.000-1,-3.000-11.000-15</inkml:trace>
  <inkml:trace contextRef="#ctx0" brushRef="#br0">10969.000 2839.000 0,'31.000'3.000'0,"27.000"0.000"15,21.000-4.000 1,5.000 0.000-16,8.000-5.000 16,-1.000-3.000-1,1.000 1.000-15,-7.000-5.000 16,-5.000-6.000-1,-20.000 1.000-15</inkml:trace>
  <inkml:trace contextRef="#ctx0" brushRef="#br0">12012.000 2900.000 0,'9.000'1.000'15,"3.000"3.000"1</inkml:trace>
  <inkml:trace contextRef="#ctx0" brushRef="#br0">12693.000 2106.000 0,'93.000'-8.000'0,"36.000"-1.000"15,-7.000 2.000 1,-21.000 5.000-16,-26.000 4.000 16,-24.000 5.000-1,-22.000-4.000-15,-16.000-3.000 16</inkml:trace>
  <inkml:trace contextRef="#ctx0" brushRef="#br0">12525.000 2583.000 0,'2.000'26.000'0,"6.000"18.000"15,5.000 9.000 1,3.000-1.000-16,2.000-6.000 16,-2.000-8.000-16,-2.000-13.000 15,-5.000-18.000 1,-4.000-18.000-16,-3.000-4.000 16</inkml:trace>
  <inkml:trace contextRef="#ctx0" brushRef="#br0">12667.000 2524.000 0,'48.000'-25.000'0,"34.000"-8.000"16,15.000-1.000-1,8.000 9.000-15,2.000 6.000 16,-5.000 5.000-1,-5.000 4.000-15,-10.000 3.000 16,-14.000 10.000 0,-14.000 11.000-16,-19.000 11.000 15,-19.000 16.000 1,-18.000 17.000-16,-16.000 14.000 16,-13.000 6.000-1,-9.000-3.000-15,-7.000-7.000 16,-1.000-11.000-1,1.000-15.000-15,-1.000-13.000 16,3.000-20.000-16,-2.000-20.000 16,-3.000-22.000-1,-1.000-21.000 1,-2.000-14.000-16,12.000 11.000 16</inkml:trace>
  <inkml:trace contextRef="#ctx0" brushRef="#br0">12886.000 2345.000 0,'0.000'0.000'0,"-1.000"33.000"16,-4.000 23.000 0,-4.000 6.000-16,-3.000-4.000 15,-5.000-9.000 1,1.000-18.000-16,6.000-20.000 15,8.000-18.000-15,10.000-12.000 16,10.000 0.000 0,9.000 10.000-16,-2.000 4.000 15,-1.000 8.000 1,-1.000 3.000-16,1.000 4.000 16,0.000 5.000-1,-3.000 0.000-15,-3.000 0.000 16,-6.000-8.000-1,-4.000-13.000-15,-7.000-14.000 16,-2.000-1.000 0</inkml:trace>
  <inkml:trace contextRef="#ctx0" brushRef="#br0">13155.000 2277.000 0,'2.000'38.000'0,"-6.000"24.000"16,-11.000 7.000-1,-12.000-3.000-15,-6.000-16.000 16,2.000-26.000 0,7.000-12.000-16</inkml:trace>
  <inkml:trace contextRef="#ctx0" brushRef="#br0">13181.000 2576.000 0,'36.000'15.000'0,"12.000"6.000"16,-5.000-3.000-16,-12.000-10.000 16,-9.000-16.000-1,-11.000-6.000-15</inkml:trace>
  <inkml:trace contextRef="#ctx0" brushRef="#br0">14157.000 1902.000 0,'0.000'0.000'0,"-18.000"26.000"16,-24.000 19.000-16,-21.000 5.000 15,-17.000 0.000 1,5.000-13.000-16,17.000-16.000 16,27.000-13.000-1,27.000-9.000-15,26.000-2.000 16,24.000 1.000-1,14.000 0.000-15,7.000-1.000 16,2.000 1.000 0,3.000 3.000-16,-4.000 7.000 15,-11.000 2.000 1,-15.000-1.000-16,-13.000-1.000 16,-15.000-6.000-1,-14.000-4.000-15,-13.000-3.000 16,-2.000 0.000-1</inkml:trace>
  <inkml:trace contextRef="#ctx0" brushRef="#br0">14047.000 2277.000 0,'0.000'54.000'0,"0.000"33.000"16,-1.000 15.000-16,-5.000 2.000 15,-7.000 0.000 1,0.000-8.000-16,0.000-13.000 16,3.000-20.000-1,10.000-22.000-15,10.000-25.000 16,4.000-24.000 0,5.000-26.000-16,-4.000-1.000 15</inkml:trace>
  <inkml:trace contextRef="#ctx0" brushRef="#br0">14669.000 1971.000 0,'0.000'0.000'16,"-6.000"32.000"0,-10.000 22.000-16,-7.000 3.000 15,-4.000-4.000 1,-2.000-16.000-16,5.000-21.000 16,8.000-13.000-16</inkml:trace>
  <inkml:trace contextRef="#ctx0" brushRef="#br0">14897.000 1919.000 0,'0.000'0.000'16,"0.000"0.000"0,0.000 0.000-16,-24.000 27.000 15,-16.000 19.000 1,-10.000 0.000-16,0.000-4.000 15,10.000-7.000 1,13.000-8.000-16,18.000-10.000 16,17.000-9.000-16,17.000-11.000 15,10.000-4.000 1,5.000-5.000-16,3.000-8.000 16,-5.000-6.000-1,-8.000 0.000-15,-9.000 6.000 16</inkml:trace>
  <inkml:trace contextRef="#ctx0" brushRef="#br0">14989.000 1910.000 0,'0.000'0.000'0,"0.000"0.000"16,-1.000 28.000-16,-6.000 22.000 15,-4.000 6.000 1,-3.000-4.000-16,0.000-13.000 16,7.000-21.000-1,4.000-11.000-15</inkml:trace>
  <inkml:trace contextRef="#ctx0" brushRef="#br0">15174.000 1910.000 0,'-28.000'28.000'16,"-10.000"17.000"-1,3.000 3.000-15,12.000-5.000 16,13.000-7.000-16,17.000-8.000 15,16.000-11.000 1,16.000-8.000-16,6.000-13.000 16,1.000-3.000-1,-2.000-4.000-15,-7.000 0.000 16,-16.000 3.000 0,-12.000 6.000-16</inkml:trace>
  <inkml:trace contextRef="#ctx0" brushRef="#br0">14635.000 2499.000 0,'57.000'-9.000'0,"25.000"-3.000"16,-2.000-6.000-1,-9.000-3.000-15,-12.000-4.000 16,-14.000-2.000 0,-13.000-3.000-16,-15.000 3.000 15,-12.000 3.000 1,-12.000 3.000-16,-13.000 6.000 16,-9.000 14.000-1,-8.000 14.000-15,6.000 3.000 16,3.000 2.000-16,5.000 4.000 15,3.000 4.000 1,5.000-2.000-16,5.000 7.000 16,5.000 0.000-1,9.000-3.000-15,9.000-4.000 16,9.000-6.000 0,8.000-8.000-16,10.000-10.000 15,-1.000-4.000 1,-2.000-2.000-16,-11.000 2.000 15,-11.000 5.000 1,-16.000 5.000-16,-22.000 9.000 16,-16.000 3.000-1,-16.000 8.000-15,-2.000 8.000 16,7.000-1.000 0,14.000-2.000-16,16.000-4.000 15,12.000-6.000-15,18.000-7.000 16,18.000-11.000-1,17.000-10.000-15,9.000-7.000 16,0.000-3.000 0,-5.000 0.000-16,-12.000 3.000 15,-10.000 5.000 1,-12.000 2.000-16,-15.000 7.000 16,1.000 0.000-1,-12.000 13.000-15,-5.000 12.000 16,-3.000 10.000-16,2.000 12.000 15,1.000 10.000 1,3.000 5.000 0,-1.000-2.000-16,4.000-8.000 15,1.000-8.000 1,1.000-12.000-16,0.000-14.000 16,-4.000-12.000-16,-3.000-11.000 15,-2.000-14.000 1,-5.000-13.000-1,0.000-9.000-15,9.000 0.000 16,9.000 4.000 0,11.000 4.000-16,11.000 0.000 15,12.000-6.000 1,10.000-6.000-16,8.000-6.000 16,9.000-9.000-1,2.000 1.000-15,-13.000 14.000 16</inkml:trace>
  <inkml:trace contextRef="#ctx0" brushRef="#br0">15477.000 2217.000 0,'-2.000'63.000'0,"-6.000"37.000"16,-9.000 19.000-16,-5.000 3.000 15,-1.000-5.000 1,2.000-17.000-16,3.000-18.000 16,6.000-24.000-1,4.000-20.000-15,8.000-38.000 16,0.000-7.000 0,7.000-38.000-16,5.000-34.000 15,0.000 7.000 1</inkml:trace>
  <inkml:trace contextRef="#ctx0" brushRef="#br0">15662.000 2277.000 0,'0.000'0.000'0,"21.000"32.000"15,7.000 21.000-15,-9.000 5.000 16,-13.000-2.000-1,-9.000-8.000-15,-6.000-9.000 16,-3.000-16.000 0,2.000-15.000-16,1.000-21.000 15,4.000-19.000 1,7.000-14.000-16,9.000-5.000 16,6.000-6.000-1,12.000 0.000-15,12.000 8.000 16,8.000 12.000-1,7.000 8.000 1,1.000 19.000-16,-1.000 10.000 16,-4.000 10.000-16,-4.000 11.000 15,-10.000 8.000 1,-15.000 5.000-16,-14.000 5.000 16,-13.000 3.000-16,-18.000 1.000 15,-16.000-4.000 1,-14.000-4.000-16,-6.000-12.000 15,-5.000-6.000 1,3.000-20.000-16,13.000-11.000 16,16.000-11.000-1,21.000-10.000-15,20.000-1.000 16,15.000 10.000 0,11.000 7.000-16,4.000 10.000 15,-1.000 8.000-15,-7.000 7.000 16,-12.000 6.000-1,-13.000 1.000 1,-17.000 0.000-16,-3.000-2.000 16</inkml:trace>
  <inkml:trace contextRef="#ctx0" brushRef="#br0">15519.000 2814.000 0,'21.000'32.000'0,"2.000"12.000"16,-3.000-3.000-1,-11.000-9.000-15,-7.000-15.000 16,-6.000-14.000 0,-4.000-18.000-16,0.000-4.000 15</inkml:trace>
  <inkml:trace contextRef="#ctx0" brushRef="#br0">15729.000 2746.000 0,'68.000'-19.000'16,"26.000"-2.000"0,-7.000 8.000-16,-19.000 11.000 15,-22.000 21.000-15,-25.000 13.000 16,-23.000 8.000-1,-22.000 6.000 1,-18.000-4.000-16,-11.000-9.000 16,-5.000-16.000-1,-1.000-14.000-15,13.000-6.000 16</inkml:trace>
  <inkml:trace contextRef="#ctx0" brushRef="#br0">15678.000 2858.000 0,'6.000'13.000'16,"2.000"9.000"-16,-1.000-5.000 15,0.000-20.000 1,-4.000-5.000-16</inkml:trace>
  <inkml:trace contextRef="#ctx0" brushRef="#br0">15948.000 2763.000 0,'0.000'0.000'15,"0.000"0.000"-15,-13.000 38.000 16,-11.000 12.000 0,-12.000-2.000-16,-1.000-11.000 15,5.000-12.000-15</inkml:trace>
  <inkml:trace contextRef="#ctx0" brushRef="#br0">15493.000 3070.000 0,'0.000'0.000'0,"0.000"0.000"15,32.000-8.000-15,28.000-5.000 16,23.000-3.000-1,18.000 0.000-15,12.000 3.000 16,3.000 2.000 0,-3.000 5.000-16,-8.000 1.000 15,-15.000 5.000 1,-14.000 0.000-16,-25.000-2.000 16,-19.000 0.000-1,-16.000-1.000-15,-19.000-12.000 16,-16.000-15.000-1,0.000 1.000-15</inkml:trace>
  <inkml:trace contextRef="#ctx0" brushRef="#br0">16629.000 1971.000 0,'68.000'52.000'0,"22.000"35.000"16,-11.000 26.000-16,-27.000 10.000 16,-24.000 6.000-1,-30.000 0.000-15,-27.000-1.000 16,-22.000-3.000-1,-18.000-8.000-15,10.000-27.000 16</inkml:trace>
  <inkml:trace contextRef="#ctx0" brushRef="#br0">16881.000 3326.000 0,'0.000'0.000'16</inkml:trace>
  <inkml:trace contextRef="#ctx0" brushRef="#br0">6100.000 4717.000 0,'0.000'0.000'0,"22.000"-3.000"15,9.000 1.000 1,3.000-1.000-16,-3.000 2.000 16,0.000 3.000-1,-4.000 6.000-15,-2.000 8.000 16,-5.000 5.000 0,-2.000 13.000-16,-6.000 11.000 15,-6.000 7.000 1,-6.000 8.000-16,-4.000 1.000 15,-3.000-2.000 1,-1.000-7.000-16,0.000-9.000 16,1.000-12.000-16,3.000-10.000 15,1.000-10.000 1,5.000-14.000 0,5.000-16.000-16,6.000-13.000 15,8.000-9.000 1,7.000-10.000-16,5.000-10.000 15,6.000 0.000 1,1.000 0.000-16,0.000 1.000 16,-1.000 7.000-1,-2.000 8.000-15,-9.000 11.000 16,-5.000 12.000 0,-1.000 10.000-16,-3.000 12.000 15,-2.000 13.000 1,-3.000 17.000-16,-3.000 17.000 15,-6.000 15.000 1,-5.000 16.000-16,-4.000 17.000 16,-3.000 14.000-1,-6.000 17.000-15,-4.000 4.000 16,3.000 2.000 0,0.000-3.000-16,-1.000-9.000 15,1.000-11.000 1,1.000-14.000-16,2.000-18.000 15,-1.000-19.000 1,1.000-22.000-16,2.000-24.000 16,4.000-21.000-16,2.000-15.000 15,0.000-14.000 1,0.000 4.000-16</inkml:trace>
  <inkml:trace contextRef="#ctx0" brushRef="#br0">7067.000 4921.000 0,'31.000'-8.000'0,"22.000"-5.000"15,7.000 5.000 1,0.000 1.000-16,-3.000 3.000 16,-3.000 3.000-1,-7.000 1.000-15,-7.000-1.000 16,-7.000-5.000 0,-11.000 0.000-16</inkml:trace>
  <inkml:trace contextRef="#ctx0" brushRef="#br0">7126.000 5110.000 0,'39.000'14.000'0,"24.000"1.000"16,9.000-2.000-1,-4.000-8.000-15,-3.000-6.000 16,-15.000-2.000 0</inkml:trace>
  <inkml:trace contextRef="#ctx0" brushRef="#br0">8102.000 4572.000 0,'0.000'0.000'0,"6.000"47.000"16,-1.000 32.000-1,-2.000 15.000-15,-3.000 6.000 16,-7.000 0.000 0,-3.000-3.000-1,1.000-6.000-15,-1.000-13.000 16,3.000-10.000-1,3.000-15.000-15,1.000-15.000 16,3.000-20.000-16,5.000-18.000 16,1.000-14.000-1,0.000-5.000-15</inkml:trace>
  <inkml:trace contextRef="#ctx0" brushRef="#br0">8463.000 4990.000 0,'51.000'5.000'0,"30.000"-2.000"16,8.000 1.000-1,-2.000-3.000-15,-8.000-1.000 16,-9.000-3.000 0,-8.000 0.000-16,-13.000-2.000 15,-5.000-5.000 1,-12.000 2.000-16</inkml:trace>
  <inkml:trace contextRef="#ctx0" brushRef="#br0">9851.000 5281.000 0,'28.000'0.000'16,"21.000"0.000"-16,13.000 0.000 15,8.000-2.000 1,1.000 1.000 0,-1.000 1.000-16,-1.000-4.000 15,-1.000 1.000-15,-8.000 3.000 16,-10.000 2.000 0,-15.000-5.000-16,-14.000-2.000 15,-15.000 0.000 1,-15.000 1.000-16,-2.000 1.000 15</inkml:trace>
  <inkml:trace contextRef="#ctx0" brushRef="#br0">10229.000 5400.000 0,'0.000'24.000'16,"2.000"15.000"-1,-3.000 11.000-15,-6.000 7.000 16,-6.000 4.000 0,-7.000 5.000-1,0.000-4.000-15,2.000-3.000 16,0.000-7.000-16,6.000-16.000 16,6.000-12.000-1,6.000-24.000-15,0.000 8.000 16</inkml:trace>
  <inkml:trace contextRef="#ctx0" brushRef="#br0">10490.000 5648.000 0,'9.000'33.000'16,"1.000"20.000"-16,-10.000 12.000 16,-12.000 1.000-1,-7.000-5.000-15,1.000-11.000 16,4.000-13.000 0,0.000-19.000-16,4.000-10.000 15</inkml:trace>
  <inkml:trace contextRef="#ctx0" brushRef="#br0">9556.000 4964.000 0,'0.000'0.000'0,"0.000"0.000"16,40.000-8.000 0,33.000-2.000-16,21.000-1.000 15,22.000 1.000 1,15.000 5.000-16,9.000-2.000 16,2.000-1.000-1,2.000 5.000-15,2.000 3.000 16,-10.000 1.000-1,-12.000 1.000-15,-16.000-4.000 16,-28.000-2.000 0,-22.000-9.000-16,-23.000-5.000 15,-14.000 2.000 1</inkml:trace>
  <inkml:trace contextRef="#ctx0" brushRef="#br0">9952.000 4171.000 0,'53.000'5.000'15,"32.000"-4.000"1,6.000 2.000-16,-3.000 1.000 16,-5.000-1.000-16,-12.000-3.000 15,-10.000-7.000 1,-9.000-5.000-16,-15.000-3.000 15,-13.000 1.000 1</inkml:trace>
  <inkml:trace contextRef="#ctx0" brushRef="#br0">10389.000 4223.000 0,'-21.000'46.000'15,"-6.000"26.000"-15,1.000 4.000 16,5.000-2.000 0,1.000-4.000-16,-1.000-10.000 15,2.000-10.000 1,2.000-15.000-16,3.000-14.000 16,4.000-12.000-1</inkml:trace>
  <inkml:trace contextRef="#ctx0" brushRef="#br0">10448.000 4495.000 0,'35.000'3.000'16,"13.000"5.000"-1,-10.000 10.000-15,-14.000 7.000 16,-21.000 3.000-16,-14.000 1.000 16,-13.000 1.000-1,-5.000-3.000-15,-2.000-6.000 16,6.000-2.000 0,6.000-6.000-16,7.000-1.000 15,8.000-2.000 1,20.000 1.000-16,14.000-5.000 15,17.000-8.000 1,13.000-10.000-16,6.000-11.000 16,-10.000 3.000-1</inkml:trace>
  <inkml:trace contextRef="#ctx0" brushRef="#br0">11356.000 4990.000 0,'0.000'0.000'0,"13.000"-15.000"15,4.000-5.000 1</inkml:trace>
  <inkml:trace contextRef="#ctx0" brushRef="#br0">14114.000 4691.000 0,'0.000'0.000'0,"0.000"0.000"16,-9.000 41.000-1,-8.000 21.000-15,-2.000 14.000 16,2.000-1.000-1,4.000-4.000 1,3.000-6.000-16,6.000-16.000 16,8.000-15.000-16,4.000-12.000 15,4.000-11.000 1,10.000-19.000-16,7.000-14.000 16,5.000-11.000-1,4.000-15.000-15,1.000-9.000 16,4.000-5.000-1,-2.000 5.000 1,-6.000 7.000-16,-7.000 14.000 16,-7.000 10.000-16,-10.000 14.000 15,-11.000 12.000 1,4.000 9.000-16,-5.000 20.000 16,0.000 15.000-1,1.000 8.000-15,2.000 6.000 16,8.000-5.000-1,1.000-6.000-15,4.000-8.000 16,2.000-7.000 0,2.000-14.000-16,4.000-7.000 15,5.000-16.000 1,3.000-14.000-16,7.000-13.000 16,3.000-16.000-1,-1.000-12.000-15,1.000-8.000 16,-4.000-4.000-1,-6.000 6.000-15,-10.000 7.000 16,-6.000 12.000 0,-10.000 13.000-16,-6.000 12.000 15,-4.000 8.000 1,-3.000 5.000-16,-4.000-3.000 16,2.000 3.000-1</inkml:trace>
  <inkml:trace contextRef="#ctx0" brushRef="#br0">15300.000 4854.000 0,'0.000'0.000'15,"0.000"0.000"-15,24.000-1.000 16,18.000 0.000-1,9.000-3.000-15,6.000-3.000 16,5.000 2.000 0,2.000 1.000-16,-1.000 2.000 15,-5.000 1.000 1,-6.000 3.000-16,-7.000 1.000 16,-10.000 0.000-16,-13.000-3.000 15,-13.000-3.000 1,-6.000-1.000-16</inkml:trace>
  <inkml:trace contextRef="#ctx0" brushRef="#br0">15165.000 5135.000 0,'50.000'0.000'15,"30.000"2.000"1,10.000-1.000-16,0.000-1.000 16,-6.000-2.000-1,-4.000-4.000-15,-9.000-7.000 16,-18.000 3.000-16</inkml:trace>
  <inkml:trace contextRef="#ctx0" brushRef="#br0">16326.000 4921.000 0,'0.000'0.000'16,"22.000"6.000"0,18.000-1.000-16,12.000 0.000 15,13.000-4.000 1,9.000-4.000-16,11.000 0.000 15,11.000-4.000 1,10.000 0.000-16,10.000 1.000 16,9.000 1.000-1,7.000-3.000-15,3.000 2.000 16,1.000 2.000 0,1.000-1.000-16,0.000 1.000 15,1.000 3.000 1,-2.000 2.000-16,0.000-1.000 15,-2.000 2.000 1,-3.000-2.000-16,-5.000 4.000 16,-7.000-1.000-1,-8.000-2.000-15,-7.000 1.000 16,-7.000 1.000 0,-6.000-5.000-16,-9.000-9.000 15,-22.000-1.000 1</inkml:trace>
  <inkml:trace contextRef="#ctx0" brushRef="#br0">17394.000 3957.000 0,'0.000'0.000'15,"0.000"0.000"1,0.000 0.000-16,0.000 0.000 15,0.000 0.000 1,28.000 10.000-16,19.000 4.000 16,9.000 1.000-1,0.000-1.000-15,-3.000-4.000 16,-7.000-3.000-16,-5.000-4.000 16,-1.000-6.000-1,-8.000-5.000-15,-7.000 0.000 16,-13.000-1.000-1,-13.000 5.000-15,-5.000 2.000 16</inkml:trace>
  <inkml:trace contextRef="#ctx0" brushRef="#br0">17638.000 4146.000 0,'-4.000'18.000'0,"-3.000"14.000"16,0.000 9.000 0,-4.000 9.000-16,-5.000 6.000 15,-3.000 3.000 1,-2.000-4.000-16,5.000-17.000 16,4.000-16.000-1,4.000-9.000 1</inkml:trace>
  <inkml:trace contextRef="#ctx0" brushRef="#br0">17738.000 4352.000 0,'34.000'-2.000'0,"16.000"2.000"15,-6.000 5.000 1,-13.000 4.000-16,-14.000 8.000 16,-17.000 4.000-1,-15.000 4.000-15,-9.000 1.000 16,-1.000-5.000 0,5.000-4.000-16,7.000-5.000 15,6.000 1.000 1,12.000 0.000-16,13.000-5.000 15,14.000-14.000-15,7.000-14.000 16,-5.000 0.000 0</inkml:trace>
  <inkml:trace contextRef="#ctx0" brushRef="#br0">16595.000 5375.000 0,'28.000'-5.000'16,"24.000"-10.000"-1,19.000 1.000-15,8.000 2.000 16,0.000 3.000 0,-5.000 2.000-16,-14.000 4.000 15,-13.000 2.000 1,-16.000-1.000-16,-15.000-5.000 15,-8.000 1.000 1</inkml:trace>
  <inkml:trace contextRef="#ctx0" brushRef="#br0">16889.000 5417.000 0,'-13.000'27.000'15,"-8.000"19.000"-15,0.000 10.000 16,-4.000 9.000 0,3.000 6.000-16,0.000 2.000 15,2.000-3.000 1,2.000-7.000-16,6.000-17.000 16,2.000-14.000-1,4.000-16.000-15</inkml:trace>
  <inkml:trace contextRef="#ctx0" brushRef="#br0">16981.000 5827.000 0,'-4.000'44.000'0,"-3.000"11.000"16,-5.000-11.000-16,0.000-17.000 16</inkml:trace>
  <inkml:trace contextRef="#ctx0" brushRef="#br0">17646.000 5630.000 0,'57.000'-1.000'16,"26.000"0.000"-16,1.000 0.000 16,-9.000-2.000-1,-15.000-6.000-15,-17.000-4.000 16,-12.000 3.000 0</inkml:trace>
  <inkml:trace contextRef="#ctx0" brushRef="#br0">18293.000 5366.000 0,'37.000'-9.000'0,"23.000"-3.000"15,11.000 3.000 1,3.000 4.000-16,-6.000 2.000 16,-5.000 2.000-1,-10.000 3.000-15,-9.000 0.000 16,-8.000-2.000 0,-11.000-3.000-16,-11.000-1.000 15,-14.000 4.000 1,1.000-4.000-16</inkml:trace>
  <inkml:trace contextRef="#ctx0" brushRef="#br0">18638.000 5434.000 0,'0.000'0.000'0,"-6.000"23.000"15,-4.000 17.000-15,-3.000 13.000 16,-5.000 10.000-1,-8.000 6.000-15,-6.000 4.000 16,1.000-1.000 0,2.000-8.000-16,8.000-14.000 15,6.000-16.000 1,7.000-16.000-16,4.000-9.000 16</inkml:trace>
  <inkml:trace contextRef="#ctx0" brushRef="#br0">18689.000 5820.000 0,'31.000'1.000'0,"12.000"7.000"16,-5.000 2.000-16,-11.000 5.000 15,-13.000 2.000 1,-15.000 1.000-16,-10.000 1.000 16,-4.000 2.000-1,-2.000-2.000-15,3.000 1.000 16,2.000-2.000-16,8.000 0.000 16,13.000-1.000-1,14.000-5.000 1,20.000-10.000-16,19.000-12.000 15,13.000-13.000-15,8.000-6.000 16,-16.000 6.000 0</inkml:trace>
  <inkml:trace contextRef="#ctx0" brushRef="#br0">19429.000 5980.000 0,'0.000'0.000'15</inkml:trace>
  <inkml:trace contextRef="#ctx0" brushRef="#br0">1904.000 7397.000 0,'0.000'0.000'0,"0.000"0.000"16,0.000 0.000-16,0.000 0.000 15,-15.000 31.000-15,-14.000 20.000 16,-10.000 15.000-1,-2.000 4.000-15,2.000 3.000 16,-3.000-2.000 0,6.000-3.000-1,9.000-9.000-15,7.000-14.000 16,16.000-13.000-16,15.000-12.000 16,18.000-9.000-1,18.000-9.000 1,12.000-1.000-16,8.000-3.000 15,6.000 0.000-15,-5.000 1.000 16,-3.000 1.000 0,-8.000 2.000-16,-14.000 0.000 15,-12.000 1.000 1,-9.000 0.000-16,-16.000-10.000 16,-10.000-9.000-1,-9.000-7.000-15,-3.000 0.000 16</inkml:trace>
  <inkml:trace contextRef="#ctx0" brushRef="#br0">2039.000 7797.000 0,'-2.000'29.000'15,"-2.000"26.000"-15,-4.000 20.000 16,1.000 22.000-1,-4.000 15.000-15,-2.000 4.000 16,-3.000-16.000 0,2.000-30.000-1</inkml:trace>
  <inkml:trace contextRef="#ctx0" brushRef="#br0">2359.000 8421.000 0,'0.000'0.000'0</inkml:trace>
  <inkml:trace contextRef="#ctx0" brushRef="#br0">3100.000 7515.000 0,'0.000'0.000'16,"0.000"0.000"-16,0.000 0.000 16,39.000-2.000-1,29.000 2.000-15,14.000 0.000 16,0.000-2.000 0,-4.000 1.000-1,-9.000-1.000-15,-10.000 1.000 16,-12.000 0.000-1,-15.000 1.000-15,-15.000-4.000 16,-15.000-3.000-16,-19.000-6.000 16,-13.000-6.000-1,-7.000-11.000-15,-2.000-7.000 16,7.000-6.000 0,4.000-1.000-16,8.000 14.000 15,5.000 16.000-15,5.000 10.000 16,3.000 4.000-1,3.000 3.000-15,4.000 10.000 16,2.000 13.000 0,2.000 17.000-16,1.000 22.000 15,-1.000 17.000 1,-4.000 6.000-16,-4.000-3.000 16,-1.000-5.000-1,1.000-16.000 1,-4.000-13.000-16,-2.000-15.000 15,0.000-12.000-15,-8.000-12.000 16,-1.000-14.000 0,0.000-12.000-16,2.000-9.000 15,0.000-5.000 1,6.000 4.000-16,6.000 6.000 16,5.000-2.000-1,10.000 1.000-15,15.000-1.000 16,17.000 1.000-1,15.000-3.000 1,13.000 0.000-16,12.000-1.000 16,3.000 3.000-16,-4.000 5.000 15,-12.000 7.000 1,-11.000 8.000-16,-11.000 8.000 16,-14.000 13.000-1,-13.000 13.000-15,-13.000 9.000 16,-13.000 7.000-1,-10.000 3.000-15,-8.000-9.000 16,-3.000-9.000 0,-2.000-15.000-16,3.000-21.000 15,8.000-9.000-15</inkml:trace>
  <inkml:trace contextRef="#ctx0" brushRef="#br0">3872.000 7431.000 0,'-4.000'32.000'0,"-12.000"26.000"16,-17.000 23.000 0,-6.000 7.000-16,-9.000-3.000 15,1.000-15.000-15,9.000-25.000 16</inkml:trace>
  <inkml:trace contextRef="#ctx0" brushRef="#br0">3679.000 7797.000 0,'23.000'22.000'16,"18.000"10.000"-1,1.000 9.000-15,-8.000 0.000 16,-10.000-10.000 0</inkml:trace>
  <inkml:trace contextRef="#ctx0" brushRef="#br0">3335.000 8309.000 0,'54.000'5.000'0,"36.000"0.000"16,10.000 1.000-1,-2.000-5.000-15,-23.000-2.000 16</inkml:trace>
  <inkml:trace contextRef="#ctx0" brushRef="#br0">4603.000 7781.000 0,'19.000'-12.000'16,"16.000"-9.000"0,13.000-3.000-16,13.000 1.000 15,6.000 3.000 1,7.000 8.000-16,-2.000 6.000 16,-6.000 7.000-1,-7.000 7.000-15,-9.000 6.000 16,-6.000 7.000-1,-14.000 10.000-15,-10.000 15.000 16,-13.000 10.000 0,-18.000 8.000-16,-9.000 3.000 15,-9.000 1.000 1,-8.000-6.000-16,-1.000-9.000 16,-1.000-7.000-1,1.000-10.000-15,3.000-9.000 16,6.000-9.000-1,5.000-11.000-15,1.000-14.000 16,6.000-16.000 0,7.000-23.000-16,8.000-21.000 15,7.000-22.000 1,7.000-8.000-16,-1.000 19.000 16</inkml:trace>
  <inkml:trace contextRef="#ctx0" brushRef="#br0">5100.000 7397.000 0,'0.000'0.000'15,"-5.000"27.000"-15,-13.000 26.000 16,-16.000 24.000 0,-19.000 19.000-16,-7.000 7.000 15,-4.000 1.000 1,3.000-14.000-16,9.000-16.000 15,16.000-25.000 1,14.000-27.000 0,12.000-16.000-16</inkml:trace>
  <inkml:trace contextRef="#ctx0" brushRef="#br0">5461.000 7372.000 0,'0.000'0.000'0,"16.000"27.000"16,6.000 10.000-1,-4.000-1.000-15,-3.000-17.000 16,-5.000-11.000-1</inkml:trace>
  <inkml:trace contextRef="#ctx0" brushRef="#br0">5630.000 7260.000 0,'0.000'0.000'15,"8.000"28.000"1,4.000 10.000-16,4.000 2.000 16,3.000-11.000-1,-5.000-13.000-15</inkml:trace>
  <inkml:trace contextRef="#ctx0" brushRef="#br0">6167.000 7175.000 0,'0.000'0.000'0,"-25.000"29.000"16,-24.000 20.000-1,-25.000 4.000-15,-15.000 1.000 16,-2.000-15.000-1,19.000-16.000-15</inkml:trace>
  <inkml:trace contextRef="#ctx0" brushRef="#br0">5437.000 7619.000 0,'0.000'0.000'0,"8.000"27.000"15,2.000 16.000-15,-3.000 7.000 16,2.000 0.000 0,-4.000-6.000-16,-3.000-10.000 15,1.000-13.000 1,5.000-15.000-16,9.000-21.000 16,9.000-15.000-1,11.000-16.000-15,12.000-9.000 16,9.000 2.000-1,13.000 8.000 1,7.000 9.000-16,6.000 8.000 16,3.000 9.000-1,-12.000 12.000-15,-9.000 7.000 16,-13.000 9.000 0,-15.000 5.000-16,-17.000 5.000 15,-23.000 3.000-15,-25.000-3.000 16,-1.000-6.000-1</inkml:trace>
  <inkml:trace contextRef="#ctx0" brushRef="#br0">5714.000 7781.000 0,'68.000'-7.000'16,"26.000"2.000"-1,-7.000 3.000-15,-21.000 7.000 16,-25.000 9.000 0,-26.000 9.000-16,-24.000 8.000 15,-19.000 6.000 1,-5.000 5.000-16,-6.000 0.000 16,10.000 1.000-1,9.000 1.000-15,16.000-3.000 16,20.000-4.000-1,12.000 2.000-15,9.000-5.000 16,-1.000-6.000 0,-4.000-3.000-16,-8.000-6.000 15,-14.000-1.000 1,-15.000-3.000-16,-18.000 0.000 16,-19.000-5.000-16,-16.000-6.000 15,-8.000-4.000 1,7.000-9.000-16,18.000-3.000 15,15.000-5.000 1,25.000-4.000 0,22.000-7.000-16,22.000-2.000 15,21.000-5.000-15,15.000 0.000 16,8.000 1.000 0,-7.000 5.000-16,-14.000 5.000 15,-17.000 5.000 1,-17.000-1.000-16,-19.000-2.000 15,-9.000 5.000 1</inkml:trace>
  <inkml:trace contextRef="#ctx0" brushRef="#br0">6756.000 7167.000 0,'5.000'39.000'0,"0.000"27.000"15,-5.000 20.000 1,-10.000 7.000-16,-3.000-8.000 16,-7.000-10.000-1,5.000-21.000 1,4.000-20.000-16</inkml:trace>
  <inkml:trace contextRef="#ctx0" brushRef="#br0">7025.000 7252.000 0,'0.000'0.000'0,"-11.000"23.000"16,-20.000 18.000-1,-14.000 11.000 1,-1.000-2.000-16,10.000-9.000 15,17.000-3.000 1,21.000-11.000-16,21.000-17.000 16,16.000-11.000-1,13.000-10.000-15,3.000-9.000 16,-4.000-11.000-16,-6.000-12.000 16,-11.000 8.000-1</inkml:trace>
  <inkml:trace contextRef="#ctx0" brushRef="#br0">7244.000 7115.000 0,'6.000'34.000'15,"2.000"24.000"-15,-6.000 12.000 16,-5.000-1.000-1,-7.000-6.000-15,0.000-11.000 16,3.000-18.000 0,7.000-34.000-16,-2.000 11.000 15</inkml:trace>
  <inkml:trace contextRef="#ctx0" brushRef="#br0">7555.000 7090.000 0,'0.000'0.000'15,"-15.000"21.000"-15,-15.000 17.000 16,-9.000 12.000 0,-4.000 5.000-16,6.000 0.000 15,13.000-7.000 1,14.000-10.000-16,16.000-8.000 15,19.000-10.000 1,15.000-11.000-16,7.000-11.000 16,2.000-11.000-1,-4.000-2.000-15,-11.000-6.000 16,-13.000 4.000 0</inkml:trace>
  <inkml:trace contextRef="#ctx0" brushRef="#br0">6933.000 7671.000 0,'50.000'-12.000'0,"20.000"0.000"15,-1.000 1.000 1,-10.000 7.000-1,-20.000 7.000-15,-20.000 3.000 16,-23.000 7.000-16,-25.000 8.000 16,-18.000 2.000-1,-9.000 4.000-15,-5.000 0.000 16,8.000 0.000 0,14.000-4.000-16,14.000-9.000 15,21.000-6.000 1,22.000-6.000-16,22.000-4.000 15,15.000-8.000 1,7.000 0.000-16,-2.000 3.000 16,-10.000 0.000-1,-15.000 3.000-15,-19.000 7.000 16,-24.000 5.000 0,-26.000 9.000-16,-26.000 9.000 15,-20.000 4.000 1,-4.000 3.000-16,11.000-3.000 15,18.000-6.000 1,23.000-9.000-16,30.000-8.000 16,36.000-7.000-1,32.000-9.000-15,29.000-7.000 16,21.000 1.000 0,11.000 8.000-16,-8.000 6.000 15,-21.000 8.000 1,-26.000 8.000-16,-29.000 7.000 15,-30.000 6.000 1,-27.000 1.000-16,-24.000-5.000 16,-17.000-10.000-1,-7.000-17.000-15,11.000-5.000 16</inkml:trace>
  <inkml:trace contextRef="#ctx0" brushRef="#br0">7194.000 7748.000 0,'6.000'35.000'16,"-1.000"28.000"-16,-5.000 22.000 16,-3.000 16.000-1,-4.000 2.000-15,-2.000-6.000 16,3.000-15.000-1,3.000-22.000-15,3.000-20.000 16</inkml:trace>
  <inkml:trace contextRef="#ctx0" brushRef="#br0">7118.000 8096.000 0,'0.000'0.000'0,"-26.000"31.000"16,-14.000 21.000-1,-8.000 4.000-15,8.000-10.000 16,13.000-14.000 0</inkml:trace>
  <inkml:trace contextRef="#ctx0" brushRef="#br0">7908.000 7721.000 0,'56.000'-4.000'0,"23.000"0.000"16,-2.000 5.000 0,-14.000 6.000-1,-13.000-1.000-15,-16.000-1.000 16</inkml:trace>
  <inkml:trace contextRef="#ctx0" brushRef="#br0">7850.000 7995.000 0,'81.000'-7.000'0,"37.000"-2.000"15,5.000 0.000 1,-8.000 0.000-16,-18.000 1.000 16,-14.000 0.000-1,-17.000-1.000-15,-19.000-6.000 16,-23.000-6.000 0,-14.000 3.000-16</inkml:trace>
  <inkml:trace contextRef="#ctx0" brushRef="#br0">9077.000 7124.000 0,'0.000'0.000'16,"0.000"0.000"0,-25.000 21.000-16,-22.000 16.000 15,-7.000 5.000 1,4.000-3.000-16,15.000-2.000 16,20.000-10.000-1,28.000-5.000-15,26.000-8.000 16,21.000-7.000-1,11.000-9.000-15,2.000-1.000 16,-7.000 0.000 0,-13.000 4.000-16,-20.000 6.000 15,-24.000 7.000 1,-20.000 9.000-16,-20.000 5.000 16,-10.000 2.000-16,0.000 2.000 15,6.000-4.000 1,11.000-4.000-16,14.000-4.000 15,20.000-3.000 1,15.000-1.000-16,8.000-1.000 16,4.000 6.000-1,-5.000 0.000-15,-12.000 9.000 16,-14.000 7.000 0,-15.000 7.000-16,-10.000 2.000 15,-6.000 1.000 1,0.000-4.000-16,6.000-7.000 15,6.000-9.000 1,12.000-8.000-16,13.000-12.000 16,13.000-19.000-1,6.000-15.000-15,-5.000-2.000 16</inkml:trace>
  <inkml:trace contextRef="#ctx0" brushRef="#br0">8985.000 7806.000 0,'-47.000'32.000'0,"-25.000"19.000"16,-5.000 6.000 0,7.000-4.000-16,11.000-5.000 15,14.000-19.000-15,13.000-13.000 16</inkml:trace>
  <inkml:trace contextRef="#ctx0" brushRef="#br0">8842.000 8054.000 0,'42.000'36.000'15,"22.000"20.000"-15,4.000 8.000 16,-1.000 5.000-1,-2.000-6.000-15,-7.000-13.000 16,2.000-14.000 0,-1.000-21.000-16,-4.000-26.000 15,-5.000-20.000-15,-6.000-23.000 16,-13.000 4.000 0</inkml:trace>
  <inkml:trace contextRef="#ctx0" brushRef="#br0">9666.000 7414.000 0,'0.000'0.000'15,"-4.000"37.000"-15,-2.000 18.000 16,6.000 6.000-1,10.000-4.000 1,11.000-14.000-16,14.000-14.000 16,15.000-18.000-16,10.000-15.000 15,6.000-16.000 1,3.000-19.000-16,-4.000-16.000 16,-14.000-8.000-1,-16.000 12.000-15</inkml:trace>
  <inkml:trace contextRef="#ctx0" brushRef="#br0">9843.000 7449.000 0,'-7.000'75.000'16,"1.000"44.000"-1,-3.000 12.000-15,2.000-11.000 16,0.000-19.000-1,4.000-28.000-15,6.000-32.000 16,4.000-19.000 0</inkml:trace>
  <inkml:trace contextRef="#ctx0" brushRef="#br0">10246.000 7252.000 0,'0.000'0.000'0,"-12.000"33.000"16,-9.000 23.000 0,1.000 6.000-16,13.000-7.000 15,13.000-7.000 1,21.000-15.000-16,15.000-14.000 15,14.000-11.000 1,8.000-9.000-16,-2.000-8.000 16,-9.000-3.000-1,-18.000 1.000-15,-27.000 10.000 16,-29.000 10.000 0,-32.000 12.000-16,-22.000 16.000 15,-2.000 10.000 1,11.000 7.000-16,15.000-3.000 15,22.000-13.000 1,25.000-7.000-16,25.000-11.000 16,25.000-11.000-1,19.000-10.000-15,10.000-7.000 16,2.000-8.000 0,-8.000-10.000-16,-13.000-3.000 15,-20.000-4.000 1,-18.000-3.000-16,-11.000 6.000 15</inkml:trace>
  <inkml:trace contextRef="#ctx0" brushRef="#br0">10330.000 7389.000 0,'0.000'0.000'16,"12.000"43.000"-1,-1.000 31.000-15,-6.000 17.000 16,-9.000 10.000 0,-8.000-1.000-16,-4.000-8.000 15,2.000-18.000 1,3.000-21.000-16,3.000-20.000 16</inkml:trace>
  <inkml:trace contextRef="#ctx0" brushRef="#br0">10087.000 8131.000 0,'0.000'0.000'16,"31.000"4.000"-16,31.000-1.000 15,18.000 1.000 1,12.000-6.000-16,6.000-5.000 15,-2.000-2.000 1,0.000-7.000 0,-9.000-4.000-16,-20.000 1.000 15</inkml:trace>
  <inkml:trace contextRef="#ctx0" brushRef="#br0">10944.000 8216.000 0,'18.000'-16.000'0,"2.000"-3.000"15</inkml:trace>
  <inkml:trace contextRef="#ctx0" brushRef="#br0">11743.000 7191.000 0,'-17.000'18.000'0,"-18.000"19.000"16,-17.000 19.000-1,-6.000 18.000-15,-2.000 17.000 16,7.000 12.000-1,11.000 8.000 1,16.000-2.000-16,14.000 1.000 16,15.000-11.000-1,15.000-12.000 1,15.000-10.000-16,3.000-14.000 16,5.000-9.000-16,0.000-14.000 15,-7.000-18.000 1,-10.000-10.000-16</inkml:trace>
  <inkml:trace contextRef="#ctx0" brushRef="#br0">12449.000 7081.000 0,'21.000'16.000'0,"1.000"12.000"15,-15.000 0.000 1,-7.000-5.000-16</inkml:trace>
  <inkml:trace contextRef="#ctx0" brushRef="#br0">12104.000 7422.000 0,'2.000'24.000'15,"3.000"12.000"1,2.000 2.000-16,2.000-2.000 15,2.000-6.000 1,3.000-9.000-16,0.000-11.000 16,5.000-12.000-16,-1.000-11.000 15,1.000-9.000 1,-1.000-8.000 0,6.000-7.000-16,10.000-2.000 15,14.000 0.000 1,12.000 3.000-16,11.000 7.000 15,12.000 6.000 1,1.000 11.000-16,-6.000 9.000 16,-9.000 6.000-1,-15.000 6.000-15,-17.000 7.000 16,-22.000 2.000-16,-26.000-2.000 16,-6.000-3.000-1</inkml:trace>
  <inkml:trace contextRef="#ctx0" brushRef="#br0">12482.000 7661.000 0,'47.000'3.000'0,"16.000"7.000"16,-4.000 6.000-1,-15.000 11.000-15,-19.000 8.000 16,-24.000 9.000-1,-21.000 5.000 1,-6.000 1.000-16,-2.000-7.000 16,7.000-10.000-16,9.000-9.000 15,17.000-11.000-15,16.000-10.000 16,21.000-12.000 0,9.000-14.000-1,4.000-11.000-15,-2.000-5.000 16,-12.000-3.000-1,-20.000 6.000-15,-24.000 10.000 16,-25.000 12.000 0,-24.000 10.000-16,-14.000 10.000 15,-4.000 5.000 1,4.000-2.000-16,7.000-3.000 16,6.000 2.000-16,7.000-1.000 15,2.000 7.000 1,6.000 4.000-16,-1.000 9.000 15,-4.000 4.000 1,1.000 0.000-16,-3.000-4.000 16,6.000-5.000-1,10.000-10.000-15</inkml:trace>
  <inkml:trace contextRef="#ctx0" brushRef="#br0">12297.000 8002.000 0,'61.000'22.000'0,"32.000"12.000"15,8.000 3.000 1,-1.000 1.000 0,-2.000-3.000-16,-2.000-5.000 15,-7.000-8.000 1,-10.000-11.000-16,-10.000-15.000 15,-9.000-13.000 1,-13.000-19.000-16,-17.000-22.000 16,-11.000 5.000-16</inkml:trace>
  <inkml:trace contextRef="#ctx0" brushRef="#br0">13265.000 7328.000 0,'-10.000'28.000'0,"-5.000"19.000"16,-5.000 8.000 0,8.000 4.000-16,11.000 0.000 15,12.000-6.000 1,16.000-11.000-16,14.000-14.000 15,15.000-16.000 1,3.000-15.000-16,1.000-17.000 16,0.000-17.000-1,-6.000-15.000-15,-15.000 5.000 16</inkml:trace>
  <inkml:trace contextRef="#ctx0" brushRef="#br0">13425.000 7345.000 0,'-8.000'69.000'0,"-4.000"39.000"16,2.000 13.000 0,1.000-4.000-16,-1.000-9.000 15,4.000-20.000 1,2.000-22.000-16,5.000-31.000 15,1.000-18.000 1</inkml:trace>
  <inkml:trace contextRef="#ctx0" brushRef="#br0">13803.000 7158.000 0,'0.000'0.000'0,"0.000"0.000"15,-13.000 38.000-15,-14.000 22.000 16,-4.000 6.000 0,2.000-4.000-16,10.000-7.000 15,15.000-12.000 1,22.000-12.000-16,20.000-10.000 15,16.000-12.000 1,5.000-10.000-16,4.000-7.000 16,-7.000-2.000-1,-11.000 0.000-15,-20.000 4.000 16,-14.000 4.000 0</inkml:trace>
  <inkml:trace contextRef="#ctx0" brushRef="#br0">13618.000 7866.000 0,'36.000'-3.000'0,"28.000"-6.000"16,16.000 1.000-16,5.000-7.000 16,-4.000-1.000-1,-5.000-2.000-15,-14.000-2.000 16,-17.000-6.000-1,-18.000-4.000-15,-13.000 5.000 16</inkml:trace>
  <inkml:trace contextRef="#ctx0" brushRef="#br0">13820.000 7380.000 0,'9.000'27.000'16,"2.000"24.000"-1,-2.000 18.000-15,-7.000 12.000 16,-11.000 7.000-16,-5.000-3.000 16,-4.000-9.000-1,2.000-12.000-15,-1.000-15.000 16,5.000-17.000-1</inkml:trace>
  <inkml:trace contextRef="#ctx0" brushRef="#br0">13576.000 8131.000 0,'32.000'-9.000'16,"26.000"2.000"-16,14.000 3.000 15,9.000 4.000 1,-1.000 1.000-16,-4.000-1.000 16,-8.000-6.000-1,-9.000-8.000-15,-13.000-8.000 16,-14.000 2.000 0</inkml:trace>
  <inkml:trace contextRef="#ctx0" brushRef="#br0">14324.000 7209.000 0,'68.000'20.000'16,"26.000"25.000"-1,-5.000 23.000-15,-21.000 19.000 16,-24.000 16.000 0,-26.000 9.000-16,-22.000 3.000 15,-17.000 1.000 1,-20.000-8.000-16,-12.000-14.000 16,-6.000-20.000-1,10.000-24.000-15</inkml:trace>
  <inkml:trace contextRef="#ctx0" brushRef="#br0">14627.000 8361.000 0,'-3.000'-12.000'15</inkml:trace>
  <inkml:trace contextRef="#ctx0" brushRef="#br0">2896.000 9488.000 0,'0.000'0.000'15,"0.000"0.000"-15,-4.000 34.000 16,-2.000 26.000 0,-4.000 10.000-1,4.000 7.000-15,2.000-3.000 16,2.000-8.000-1,6.000-9.000-15,5.000-14.000 16,7.000-15.000-16,4.000-12.000 16,3.000-14.000-1,7.000-14.000-15,-1.000-13.000 16,3.000-13.000 0,-7.000-12.000-16,1.000-7.000 15,-4.000-9.000 1,-1.000-2.000-16,-8.000-2.000 15,-6.000 3.000 1,-9.000 4.000-16,-9.000 9.000 16,-13.000 10.000-1,-15.000 15.000-15,-9.000 17.000 16,-9.000 15.000 0,-7.000 14.000-1,0.000 13.000-15,0.000 14.000 16,3.000 15.000-16,6.000 13.000 15,10.000 11.000 1,13.000 5.000-16,15.000 0.000 16,20.000-6.000-1,19.000-12.000-15,14.000-13.000 16,17.000-14.000 0,10.000-18.000-1,5.000-18.000-15,-15.000-10.000 16</inkml:trace>
  <inkml:trace contextRef="#ctx0" brushRef="#br0">3359.000 10000.000 0,'0.000'0.000'0</inkml:trace>
  <inkml:trace contextRef="#ctx0" brushRef="#br0">4225.000 9282.000 0,'0.000'0.000'0,"0.000"0.000"16,0.000 0.000-16,44.000 0.000 15,24.000 0.000 1,10.000-2.000-16,4.000 1.000 16,-5.000 0.000-1,-9.000 1.000-15,-11.000-3.000 16,-13.000 0.000-1,-11.000-2.000-15,-15.000-1.000 16,-10.000 2.000 0</inkml:trace>
  <inkml:trace contextRef="#ctx0" brushRef="#br0">4603.000 9367.000 0,'9.000'35.000'0,"1.000"24.000"16,-1.000 18.000-16,-2.000 10.000 16,-7.000 10.000-1,2.000 2.000 1,-9.000-4.000 0,-6.000-8.000-1,2.000-12.000-15,-3.000-17.000 16,3.000-16.000-16,1.000-14.000 15,-2.000-13.000-15,-10.000-15.000 16,-10.000-20.000-16,-9.000-23.000 16,-8.000-17.000-1,0.000-19.000-15,-1.000-4.000 16,14.000 18.000 0</inkml:trace>
  <inkml:trace contextRef="#ctx0" brushRef="#br0">4200.000 9599.000 0,'7.000'29.000'0,"-2.000"14.000"16,-1.000 1.000 0,-4.000-5.000-16,-4.000-14.000 15,2.000-9.000-15</inkml:trace>
  <inkml:trace contextRef="#ctx0" brushRef="#br0">4301.000 9599.000 0,'0.000'0.000'15,"17.000"2.000"-15,6.000 3.000 16,-3.000 2.000-16,-8.000 8.000 15,-14.000 7.000 1,-15.000 6.000-16,-7.000-1.000 16,-9.000 1.000-1,5.000-3.000-15,8.000-8.000 16,9.000-2.000 0,11.000-4.000-16,11.000-2.000 15,13.000-2.000 1,9.000-5.000-16,10.000-9.000 15,5.000-10.000 1,0.000-11.000-16,-6.000 1.000 16</inkml:trace>
  <inkml:trace contextRef="#ctx0" brushRef="#br0">5134.000 9222.000 0,'0.000'0.000'16,"9.000"18.000"-1,0.000 7.000-15,-4.000-3.000 16,-2.000-8.000-16</inkml:trace>
  <inkml:trace contextRef="#ctx0" brushRef="#br0">5529.000 9205.000 0,'0.000'0.000'16,"0.000"0.000"-16,-23.000 26.000 15,-22.000 15.000 1,-14.000 11.000-16,-7.000-7.000 16,3.000-2.000-1,14.000-10.000-15,15.000-9.000 16,14.000-8.000 0,21.000-8.000-16,19.000-8.000 15,21.000-7.000-15,10.000-1.000 16,1.000-3.000-1,-1.000 4.000 1,-14.000 1.000-16,-11.000 6.000 16,-19.000 8.000-16,-19.000 10.000 15,-24.000 9.000 1,-16.000 6.000-16,-7.000 5.000 16,3.000-6.000-1,12.000-2.000-15,14.000-8.000 16,19.000-9.000-1,24.000-9.000-15,24.000-5.000 16,22.000-5.000 0,6.000-1.000-16,5.000 2.000 15,-13.000 5.000 1,-10.000 3.000-16,-15.000 3.000 16,-18.000 6.000-1,-18.000 2.000-15,-18.000 1.000 16,-15.000-6.000-1,-6.000-6.000-15,5.000-3.000 16</inkml:trace>
  <inkml:trace contextRef="#ctx0" brushRef="#br0">5378.000 9539.000 0,'0.000'0.000'0,"3.000"32.000"15,-5.000 27.000 1,-7.000 21.000-16,-6.000 6.000 16,-8.000 1.000-1,-5.000-12.000 1,7.000-19.000-16</inkml:trace>
  <inkml:trace contextRef="#ctx0" brushRef="#br0">5084.000 9539.000 0,'0.000'0.000'0,"-12.000"32.000"16,-11.000 19.000-1,-8.000 9.000-15,-5.000-3.000 16,-1.000-4.000 0,-5.000-11.000-1,5.000-11.000-15,7.000-10.000 16,9.000-7.000 0,9.000-6.000-16,12.000-8.000 15,2.000 4.000-15,16.000 1.000 16,15.000 7.000-1,13.000 7.000-15,9.000 12.000 16,7.000 3.000 0,7.000 4.000-16,6.000-4.000 15,0.000-4.000 1,4.000-7.000-16,-4.000-8.000 16,-6.000-13.000-1,-7.000-11.000-15,-9.000-14.000 16,-17.000 1.000-1</inkml:trace>
  <inkml:trace contextRef="#ctx0" brushRef="#br0">6041.000 9488.000 0,'48.000'-4.000'16,"29.000"1.000"0,13.000 2.000-16,-6.000 4.000 15,-10.000 4.000-15,-14.000-3.000 16,-15.000-3.000-1,-14.000-3.000 1,-15.000-8.000-16,-8.000 1.000 16</inkml:trace>
  <inkml:trace contextRef="#ctx0" brushRef="#br0">6277.000 9333.000 0,'15.000'36.000'16,"5.000"23.000"0,-1.000 16.000-16,-1.000 9.000 15,-9.000-1.000 1,-9.000-5.000-16,-5.000-13.000 16,-4.000-15.000-16,-4.000-16.000 15,-9.000-12.000 1,-6.000-16.000-16,-6.000-12.000 15,-1.000-11.000 1,5.000-9.000-16,9.000-4.000 16,15.000 2.000-1,12.000 5.000-15,19.000 4.000 16,9.000 5.000 0,6.000 0.000-16,0.000-2.000 15,-8.000 2.000 1</inkml:trace>
  <inkml:trace contextRef="#ctx0" brushRef="#br0">5923.000 9282.000 0,'-3.000'38.000'16,"-4.000"30.000"0,-3.000 22.000-16,1.000 11.000 15,8.000 3.000 1,8.000-6.000-16,14.000-9.000 16,16.000-14.000-1,12.000-16.000-15,15.000-19.000 16,8.000-19.000-1,9.000-22.000-15,1.000-21.000 16,-2.000-20.000 0,-4.000-14.000-16,-17.000 7.000 15</inkml:trace>
  <inkml:trace contextRef="#ctx0" brushRef="#br0">7135.000 9078.000 0,'-28.000'32.000'0,"-23.000"22.000"15,-9.000 12.000 1,5.000-1.000-16,16.000 1.000 15,24.000-6.000 1,23.000-9.000 0,27.000-12.000-16,22.000-14.000 15,16.000-12.000-15,3.000-13.000 16,-4.000-9.000 0,-4.000-5.000-16,-12.000-9.000 15,-16.000-6.000 1,-15.000 2.000-16</inkml:trace>
  <inkml:trace contextRef="#ctx0" brushRef="#br0">7143.000 9308.000 0,'0.000'0.000'0,"0.000"48.000"15,0.000 33.000-15,2.000 20.000 16,1.000 10.000-1,-6.000 5.000 1,0.000-7.000-16,3.000-14.000 16,2.000-21.000-1,-1.000-21.000-15,1.000-23.000 16,4.000-26.000-16,0.000-11.000 16</inkml:trace>
  <inkml:trace contextRef="#ctx0" brushRef="#br0">7159.000 9666.000 0,'-22.000'19.000'16,"-21.000"14.000"-1,-6.000 2.000-15,-1.000-6.000 16,9.000-11.000-1,16.000-14.000-15,11.000-8.000 16</inkml:trace>
  <inkml:trace contextRef="#ctx0" brushRef="#br0">7177.000 9718.000 0,'31.000'32.000'16,"15.000"13.000"-16,-5.000-1.000 15,-13.000-7.000 1,-10.000-15.000-16,-18.000-22.000 16,9.000 6.000-1</inkml:trace>
  <inkml:trace contextRef="#ctx0" brushRef="#br0">7480.000 9197.000 0,'21.000'34.000'0,"0.000"20.000"16,-8.000-2.000-1,-14.000-10.000-15,-5.000-14.000 16</inkml:trace>
  <inkml:trace contextRef="#ctx0" brushRef="#br0">7588.000 9103.000 0,'42.000'0.000'0,"15.000"4.000"15,2.000 7.000 1,-10.000 8.000-16,-15.000 2.000 16,-12.000 3.000-1,-17.000 4.000 1,-15.000-1.000-16,-15.000 1.000 16,-11.000-3.000-16,-6.000-1.000 15,3.000-2.000 1,7.000-1.000-16,6.000-3.000 15,12.000-5.000 1,11.000 1.000-16,18.000-3.000 16,13.000-8.000-1,8.000-9.000-15,-4.000-1.000 16</inkml:trace>
  <inkml:trace contextRef="#ctx0" brushRef="#br0">7597.000 9547.000 0,'0.000'0.000'15,"0.000"0.000"1,24.000 9.000-16,19.000 0.000 16,3.000 1.000-1,2.000-2.000-15,-7.000-2.000 16,-13.000 0.000-16,-11.000 2.000 15,-18.000 1.000 1,-18.000 5.000-16,-17.000 4.000 16,-14.000 3.000-1,0.000 0.000-15,2.000 0.000 16,11.000-2.000 0,11.000-1.000-16,18.000-1.000 15,25.000-4.000 1,17.000-4.000-16,20.000-3.000 15,9.000-1.000-15,0.000-3.000 16,-6.000-3.000 0,-11.000-5.000-16,-11.000-4.000 15,-14.000-3.000 1,-15.000-3.000-16,-16.000-2.000 16,-2.000 3.000-1</inkml:trace>
  <inkml:trace contextRef="#ctx0" brushRef="#br0">7773.000 9640.000 0,'0.000'0.000'0,"-1.000"26.000"15,-2.000 16.000 1,-1.000 12.000-16,0.000 2.000 16,-2.000-1.000-1,2.000-9.000-15,-4.000-7.000 16,2.000-10.000-1,2.000-11.000-15</inkml:trace>
  <inkml:trace contextRef="#ctx0" brushRef="#br0">7547.000 10085.000 0,'42.000'-2.000'15,"27.000"0.000"-15,10.000-1.000 16,3.000 3.000 0,-1.000 0.000-1,-3.000-4.000-15,-18.000 0.000 16</inkml:trace>
  <inkml:trace contextRef="#ctx0" brushRef="#br0">8363.000 10205.000 0,'0.000'0.000'0,"8.000"-11.000"16</inkml:trace>
  <inkml:trace contextRef="#ctx0" brushRef="#br0">9380.000 9300.000 0,'47.000'-6.000'15,"34.000"0.000"-15,16.000-4.000 16,-1.000 3.000-1,-3.000 3.000-15,-12.000-2.000 16,-13.000 0.000 0,-13.000 0.000-16,-14.000-4.000 15,-13.000 2.000 1</inkml:trace>
  <inkml:trace contextRef="#ctx0" brushRef="#br0">9800.000 9360.000 0,'-23.000'42.000'15,"-14.000"30.000"-15,-8.000 12.000 16,-6.000 0.000 0,-4.000-8.000-16,4.000-13.000 15,6.000-18.000 1,14.000-16.000-16</inkml:trace>
  <inkml:trace contextRef="#ctx0" brushRef="#br0">9750.000 9692.000 0,'11.000'30.000'0,"8.000"24.000"15,-2.000 16.000-15,-6.000 3.000 16,-8.000-3.000 0,-9.000-16.000-16,0.000-16.000 15</inkml:trace>
  <inkml:trace contextRef="#ctx0" brushRef="#br0">9977.000 9658.000 0,'18.000'23.000'0,"4.000"14.000"16,-1.000 6.000-16,-7.000 1.000 15,-2.000-9.000 1,-6.000-9.000-16</inkml:trace>
  <inkml:trace contextRef="#ctx0" brushRef="#br0">10524.000 9350.000 0,'35.000'-18.000'15,"34.000"-9.000"1,19.000 4.000-16,6.000 6.000 16,-2.000 6.000-1,-8.000 7.000-15,-13.000 5.000 16,-14.000 3.000 0,-14.000-1.000-16,-15.000-6.000 15,-10.000 0.000 1</inkml:trace>
  <inkml:trace contextRef="#ctx0" brushRef="#br0">11053.000 9410.000 0,'12.000'48.000'15,"6.000"31.000"-15,-2.000 22.000 16,-5.000 11.000-1,-5.000-2.000 1,-6.000-7.000 0,-6.000-11.000-16,-7.000-19.000 15,-2.000-18.000-15,-2.000-15.000 16,-5.000-25.000-16,-5.000-25.000 16,-9.000-26.000-1,-6.000-28.000-15,-4.000-22.000 16,-5.000-12.000-1,5.000-1.000 1,11.000 20.000-16</inkml:trace>
  <inkml:trace contextRef="#ctx0" brushRef="#br0">10658.000 9504.000 0,'6.000'21.000'0,"-3.000"12.000"16,0.000 1.000-1,-4.000-6.000-15,-2.000-6.000 16,1.000-7.000 0,2.000-15.000-16,5.000 3.000 15,10.000-12.000-15,10.000-8.000 16,5.000 0.000 0,1.000 5.000-1,-3.000 9.000-15,-2.000 8.000 16,-5.000 10.000-16,-9.000 9.000 15,-9.000 5.000 1,-14.000 0.000 0,-8.000-1.000-16,-11.000-7.000 15,-4.000-11.000 1,0.000-16.000-16,8.000-25.000 16,16.000-17.000-1,17.000-16.000-15,3.000 11.000 16</inkml:trace>
  <inkml:trace contextRef="#ctx0" brushRef="#br0">11508.000 9087.000 0,'2.000'19.000'16,"3.000"7.000"-16,1.000-5.000 16,-1.000-9.000-16</inkml:trace>
  <inkml:trace contextRef="#ctx0" brushRef="#br0">11860.000 9120.000 0,'0.000'0.000'0,"0.000"0.000"16,-11.000 25.000 0,-18.000 15.000-16,-19.000 7.000 15,-14.000-4.000 1,-4.000-8.000-16,8.000-5.000 16,14.000-7.000-1,15.000-8.000-15,29.000-15.000 16,3.000 4.000-1,25.000-5.000-15,18.000-4.000 16,11.000-3.000-16,-1.000 3.000 16,-5.000 0.000-1,-14.000 5.000-15,-12.000 5.000 16,-22.000 6.000 0,-22.000 9.000-16,-20.000 6.000 15,-16.000 7.000 1,-5.000-1.000-16,7.000-2.000 15,11.000-5.000 1,16.000-5.000-16,16.000-6.000 16,21.000-6.000-1,17.000-3.000-15,20.000-5.000 16,5.000-2.000 0,4.000 2.000-16,-6.000 4.000 15,-11.000 3.000 1,-11.000 5.000-16,-15.000 0.000 15,-17.000-3.000 1,-19.000-5.000-16,-11.000-6.000 16,-4.000-12.000-16,6.000 0.000 15</inkml:trace>
  <inkml:trace contextRef="#ctx0" brushRef="#br0">11659.000 9471.000 0,'0.000'0.000'0,"17.000"33.000"16,6.000 28.000 0,-6.000 12.000-16,-10.000 6.000 15,-10.000-1.000 1,-10.000-7.000 0,-5.000-15.000-16,-6.000-20.000 15,0.000-25.000-15,-1.000-23.000 16,7.000-6.000-1</inkml:trace>
  <inkml:trace contextRef="#ctx0" brushRef="#br0">11390.000 9462.000 0,'0.000'0.000'0,"0.000"0.000"16,2.000 32.000-1,-3.000 23.000-15,-6.000 7.000 16,-12.000 2.000 0,-4.000-7.000-1,-5.000-7.000-15,-1.000-13.000 16,8.000-10.000 0,7.000-11.000-16,5.000-7.000 15,9.000-9.000-15,12.000 7.000 16,14.000 4.000-1,15.000 4.000-15,5.000 10.000 16,11.000 6.000 0,8.000 2.000-16,7.000-5.000 15,4.000-3.000 1,-2.000-9.000-16,-5.000-10.000 16,-2.000-11.000-16,-6.000-12.000 15,-8.000-11.000 1,-11.000-7.000-16,-15.000 7.000 15</inkml:trace>
  <inkml:trace contextRef="#ctx0" brushRef="#br0">12677.000 9010.000 0,'0.000'0.000'0,"0.000"0.000"16,0.000 0.000-1,0.000 0.000 1,0.000 0.000-16,0.000 0.000 15,0.000 0.000-15,0.000 0.000 16,0.000 0.000 0,0.000 0.000-16,0.000 0.000 15,0.000 0.000 1,0.000 0.000-16,0.000 0.000 16,0.000 0.000-16,0.000 0.000 15,0.000 0.000 1,0.000 0.000-16,0.000 0.000 15,0.000 0.000 1,0.000 0.000-16,0.000 0.000 16,0.000 0.000-16,0.000 0.000 15,0.000 0.000 1,9.000 8.000-16,2.000 1.000 16,-1.000-1.000-1,-10.000-8.000 1,0.000 0.000-16,0.000 0.000 15,0.000 0.000-15,2.000-3.000 16,-3.000-3.000-16</inkml:trace>
  <inkml:trace contextRef="#ctx0" brushRef="#br0">12685.000 9385.000 0,'0.000'0.000'16</inkml:trace>
  <inkml:trace contextRef="#ctx0" brushRef="#br0">12492.000 9350.000 0,'0.000'0.000'15,"0.000"0.000"1,30.000-3.000-16,23.000-6.000 15,16.000-1.000 1,5.000-3.000-16,2.000 1.000 16,-4.000-1.000-1,-8.000 3.000-15,-5.000 2.000 16,-11.000 1.000 0,-6.000 2.000-1,-11.000-3.000-15,-14.000-4.000 16,-13.000-2.000-16,-13.000-5.000 15,-4.000 0.000-15</inkml:trace>
  <inkml:trace contextRef="#ctx0" brushRef="#br0">12726.000 8967.000 0,'0.000'0.000'0,"0.000"0.000"16,0.000 0.000-16,0.000 0.000 16,0.000 38.000-1,2.000 25.000-15,1.000 12.000 16,6.000 11.000 0,-1.000 3.000-16,-2.000 1.000 15,3.000 2.000 1,0.000-3.000-16,-1.000-6.000 15,0.000-5.000 1,-1.000-13.000-16,-7.000-11.000 16,-6.000-13.000-1,-2.000-12.000-15,-4.000-17.000 16,-5.000-16.000 0,-8.000-15.000-1,-3.000-22.000-15,-2.000-14.000 16,5.000-4.000-16,6.000 4.000 15,14.000 9.000 1,10.000 12.000 0,6.000 6.000-16,10.000 5.000 15,5.000 10.000-15,0.000 3.000 16,1.000 0.000 0,-4.000-4.000-16,-4.000 5.000 15</inkml:trace>
  <inkml:trace contextRef="#ctx0" brushRef="#br0">12366.000 9112.000 0,'11.000'23.000'15,"0.000"12.000"-15,-2.000-5.000 16</inkml:trace>
  <inkml:trace contextRef="#ctx0" brushRef="#br0">12340.000 9378.000 0,'0.000'0.000'15,"11.000"23.000"-15,6.000 15.000 16,-1.000 6.000 0,-1.000-1.000-16,-3.000-5.000 15,-3.000-5.000 1,-1.000-2.000-16,-5.000-3.000 15,-9.000-5.000 1,-10.000-1.000-16,-6.000-2.000 16,-8.000-5.000-16,-4.000 0.000 15,4.000-5.000 1,7.000-4.000-16,10.000 1.000 16,14.000 6.000-1,17.000 7.000-15,19.000 9.000 16,20.000 8.000-1,14.000 3.000-15,10.000 7.000 16,7.000 3.000 0,0.000-4.000-16,-5.000-6.000 15,-11.000-13.000 1,-9.000-10.000-16,-6.000-10.000 16,-4.000-23.000-1,0.000-25.000-15,-6.000-24.000 16,-1.000-20.000-1,-5.000-9.000-15,-9.000 16.000 16</inkml:trace>
  <inkml:trace contextRef="#ctx0" brushRef="#br0">13836.000 9052.000 0,'0.000'0.000'16,"0.000"0.000"-16,-40.000 34.000 16,-29.000 19.000-1,-11.000 4.000-15,10.000-2.000 16,18.000-9.000 0,24.000-7.000-16,28.000-6.000 15,28.000-4.000 1,23.000-11.000-16,19.000-8.000 15,8.000-6.000 1,-3.000-6.000-16,-9.000-9.000 16,-14.000-7.000-1,-18.000-10.000-15,-19.000-3.000 16,-7.000 6.000 0</inkml:trace>
  <inkml:trace contextRef="#ctx0" brushRef="#br0">13761.000 9265.000 0,'-1.000'53.000'16,"1.000"32.000"-1,-3.000 13.000-15,2.000 7.000 16,0.000-4.000 0,-1.000-14.000-16,-5.000-17.000 15,1.000-21.000 1,0.000-23.000-16,3.000-28.000 15,2.000-7.000 1</inkml:trace>
  <inkml:trace contextRef="#ctx0" brushRef="#br0">13744.000 9547.000 0,'0.000'0.000'0,"0.000"0.000"15,-27.000 28.000-15,-17.000 19.000 16,-7.000 0.000 0,4.000-12.000-16,6.000-17.000 15,20.000-21.000 1,26.000-24.000-16,23.000-10.000 16,11.000-3.000-1,13.000 14.000-15,2.000 15.000 16,-2.000 8.000-1,4.000 16.000 1,0.000 13.000-16,-9.000 15.000 16,-5.000 5.000-16,-8.000-3.000 15,-10.000-9.000 1,-8.000-12.000-16,-7.000-19.000 16,-1.000-23.000-16,-3.000-31.000 15,0.000-10.000 1,0.000 14.000-16</inkml:trace>
  <inkml:trace contextRef="#ctx0" brushRef="#br0">14021.000 9095.000 0,'13.000'24.000'15,"4.000"17.000"1,0.000 4.000-16,-5.000 1.000 15,-7.000-11.000 1,-6.000-21.000-16,-2.000-9.000 16</inkml:trace>
  <inkml:trace contextRef="#ctx0" brushRef="#br0">14106.000 8992.000 0,'38.000'0.000'0,"19.000"3.000"16,2.000 9.000-16,-9.000 3.000 15,-15.000 6.000 1,-21.000 4.000-16,-19.000-1.000 16,-21.000 0.000-1,-16.000 2.000-15,-15.000-5.000 16,-1.000-1.000-1,6.000-2.000-15,11.000-3.000 16,14.000-2.000 0,20.000-2.000-16,21.000 1.000 15,20.000-6.000 1,11.000-4.000-16,8.000 3.000 16,0.000-3.000-16,-8.000 3.000 15,-13.000 1.000 1,-17.000 6.000-16,-20.000 5.000 15,-22.000 2.000 1,-19.000 2.000-16,-4.000 0.000 16,5.000 0.000-1,8.000-5.000-15,14.000-5.000 16,23.000-11.000 0,8.000 6.000-16,29.000-3.000 15,16.000 0.000 1,4.000-3.000-16,-3.000 1.000 15,-12.000 5.000 1,-14.000-1.000-16,-22.000 9.000 16,-21.000 4.000-1,-23.000 4.000-15,-17.000 3.000 16,-10.000-1.000-16,7.000 1.000 16,10.000-4.000-1,16.000-3.000-15,18.000-4.000 16,23.000-5.000-1,24.000-6.000-15,12.000-3.000 16,12.000 0.000 0,4.000-2.000-1,-1.000-1.000-15,-4.000 1.000 16,-13.000 1.000-16,-15.000 0.000 16,-7.000-3.000-1,-12.000-4.000-15,-6.000 1.000 16</inkml:trace>
  <inkml:trace contextRef="#ctx0" brushRef="#br0">14190.000 9556.000 0,'0.000'0.000'15,"11.000"23.000"-15,8.000 15.000 16,-8.000 11.000 0,-7.000 7.000-1,-8.000-2.000-15,-3.000 1.000 16,-3.000-4.000-16,-2.000-8.000 16,0.000-10.000-1,2.000-10.000-15</inkml:trace>
  <inkml:trace contextRef="#ctx0" brushRef="#br0">13946.000 9983.000 0,'0.000'0.000'16,"32.000"-1.000"-16,28.000 1.000 15,15.000 1.000 1,10.000-5.000-16,4.000 1.000 16,-3.000-2.000-1,-2.000-1.000-15,-16.000 1.000 16</inkml:trace>
  <inkml:trace contextRef="#ctx0" brushRef="#br0">14879.000 10033.000 0,'0.000'0.000'16,"0.000"0.000"-16,0.000 0.000 15</inkml:trace>
  <inkml:trace contextRef="#ctx0" brushRef="#br0">4107.000 10331.000 0,'0.000'0.000'16,"0.000"0.000"-16,0.000 0.000 16,24.000 12.000-1,15.000 7.000 1,5.000 6.000-16,-2.000-4.000 15,6.000-3.000-15,-1.000-4.000 16,2.000-3.000 0,-2.000-8.000-16,2.000-4.000 15,1.000-3.000 1,2.000-3.000-16,1.000 1.000 16,-2.000-2.000-1,-2.000 1.000-15,-2.000 4.000 16,-6.000 3.000-1,-5.000 4.000-15,-4.000 3.000 16,-6.000 1.000 0,-1.000 6.000-16,1.000-3.000 15,6.000-4.000 1,8.000-7.000-16,16.000-7.000 16,14.000-6.000-1,11.000-3.000-15,0.000-1.000 16,-1.000 0.000-1,-3.000 3.000-15,-8.000 4.000 16,-8.000 1.000-16,-7.000 5.000 16,-6.000 4.000-1,-3.000 2.000 1,-6.000 1.000-16,0.000 3.000 16,4.000 0.000-16,3.000 0.000 15,5.000-2.000 1,-2.000-3.000-16,8.000 1.000 15,3.000-4.000 1,5.000 2.000-16,2.000 0.000 16,4.000-3.000-1,-5.000 1.000 1,-1.000-1.000-16,-4.000 3.000 16,-1.000 1.000-16,-1.000-2.000 15,-1.000 0.000 1,4.000 0.000-1,4.000-1.000-15,2.000-4.000 16,2.000-1.000-16,2.000 3.000 16,-3.000 0.000-1,0.000 2.000-15,-1.000 1.000 16,1.000-2.000 0,-4.000 2.000-16,-3.000 3.000 15,-3.000 3.000-15,0.000-1.000 16,-4.000-1.000-1,-1.000 0.000-15,3.000 1.000 16,7.000-3.000 0,8.000-6.000-16,6.000-4.000 15,-18.000-1.000 1</inkml:trace>
  <inkml:trace contextRef="#ctx0" brushRef="#br0">4301.000 10989.000 0,'0.000'0.000'0,"0.000"0.000"15,24.000 7.000-15,14.000 1.000 16,3.000 2.000 0,-1.000-6.000-16,-1.000-1.000 15,-6.000-3.000 1,-10.000-3.000-16,-8.000 0.000 16</inkml:trace>
  <inkml:trace contextRef="#ctx0" brushRef="#br0">4175.000 11339.000 0,'0.000'0.000'0,"39.000"-6.000"15,26.000-7.000 1,7.000 1.000-16,-3.000-2.000 15,-7.000 0.000 1,-16.000 3.000-16,-13.000 2.000 16,-10.000 2.000-1,-13.000-4.000-15,-7.000 1.000 16</inkml:trace>
  <inkml:trace contextRef="#ctx0" brushRef="#br0">4410.000 11126.000 0,'4.000'35.000'0,"-3.000"22.000"16,-10.000 14.000-1,-15.000 7.000-15,-9.000-3.000 16,-6.000-12.000-1,2.000-17.000 1,5.000-21.000-16,13.000-25.000 16,9.000-7.000-16</inkml:trace>
  <inkml:trace contextRef="#ctx0" brushRef="#br0">4469.000 11382.000 0,'0.000'40.000'16,"-2.000"21.000"0,0.000 5.000-16,-1.000-8.000 15,2.000-12.000 1,7.000-12.000-16,7.000-12.000 16,20.000-14.000-1,12.000-15.000 1,14.000-11.000-16,1.000-7.000 15,-3.000 0.000-15,-6.000-2.000 16,-7.000 6.000 0,-14.000 3.000-16,-6.000 3.000 15,-13.000-5.000 1,-12.000-7.000-16,-9.000-12.000 16,-3.000 5.000-1</inkml:trace>
  <inkml:trace contextRef="#ctx0" brushRef="#br0">5309.000 10750.000 0,'0.000'0.000'15,"0.000"0.000"-15,0.000 0.000 16,-29.000 21.000 0,-8.000 4.000-16</inkml:trace>
  <inkml:trace contextRef="#ctx0" brushRef="#br0">5075.000 10973.000 0,'93.000'-8.000'0,"33.000"0.000"15,-12.000 2.000 1,-26.000-1.000-16,-20.000 2.000 16,-27.000-2.000-1,-16.000 1.000-15</inkml:trace>
  <inkml:trace contextRef="#ctx0" brushRef="#br0">5057.000 11049.000 0,'2.000'47.000'16,"-5.000"36.000"-16,-6.000 22.000 15,-8.000 22.000 1,-2.000 6.000-16,-2.000-2.000 16,6.000-18.000-1,2.000-28.000-15,9.000-28.000 16,6.000-28.000 0,4.000-34.000-16,-4.000-8.000 15</inkml:trace>
  <inkml:trace contextRef="#ctx0" brushRef="#br0">5032.000 11211.000 0,'47.000'-7.000'0,"24.000"-3.000"16,4.000 3.000-1,-9.000 1.000-15,-7.000 4.000 16,-15.000 1.000 0,-11.000-4.000-16,-10.000-6.000 15,-17.000-4.000 1,-12.000-4.000-16,-13.000-2.000 16,-6.000 1.000-1,-3.000 9.000-15,3.000 6.000 16,6.000 3.000-1,7.000 5.000-15,1.000 9.000 16,2.000 9.000 0,2.000 15.000-16,3.000 10.000 15,0.000 9.000 1,3.000-1.000-16,1.000-7.000 16,-1.000-11.000-1,-1.000-12.000-15</inkml:trace>
  <inkml:trace contextRef="#ctx0" brushRef="#br0">5252.000 11237.000 0,'-17.000'21.000'16,"-9.000"6.000"-16,-1.000-3.000 15,3.000-13.000-15,9.000-6.000 16</inkml:trace>
  <inkml:trace contextRef="#ctx0" brushRef="#br0">5319.000 11314.000 0,'0.000'0.000'0,"18.000"16.000"15,6.000 3.000-15,-4.000-1.000 16,-10.000-10.000 0,-4.000-7.000-16</inkml:trace>
  <inkml:trace contextRef="#ctx0" brushRef="#br0">5378.000 11211.000 0,'35.000'-1.000'0,"15.000"-1.000"15,1.000-1.000-15,-8.000-6.000 16,-5.000-4.000 0,-12.000 3.000-16</inkml:trace>
  <inkml:trace contextRef="#ctx0" brushRef="#br0">5504.000 11126.000 0,'4.000'28.000'0,"4.000"19.000"15,-2.000 5.000 1,1.000-5.000-16,-3.000-7.000 15,-1.000-11.000 1</inkml:trace>
  <inkml:trace contextRef="#ctx0" brushRef="#br0">5512.000 11254.000 0,'-17.000'11.000'0,"-8.000"7.000"16,-2.000-4.000-1,4.000-6.000-15</inkml:trace>
  <inkml:trace contextRef="#ctx0" brushRef="#br0">5638.000 11305.000 0,'14.000'12.000'16,"-4.000"1.000"-16,-4.000-1.000 16</inkml:trace>
  <inkml:trace contextRef="#ctx0" brushRef="#br0">5394.000 11365.000 0,'-30.000'25.000'16,"-15.000"11.000"-1,0.000 2.000-15,7.000-8.000 16,15.000-9.000-16,14.000-8.000 16,14.000-4.000-1,14.000-6.000-15,12.000-3.000 16,5.000-2.000 0,3.000-2.000-16,-7.000-1.000 15,-10.000 2.000 1,-22.000 3.000-16,-5.000 12.000 15,-28.000 6.000 1,-15.000 5.000-16,-7.000 2.000 16,6.000-1.000-1,4.000-5.000-15,17.000-5.000 16,19.000-4.000 0,18.000-6.000-16,26.000-4.000 15,16.000-6.000-15,10.000-3.000 16,4.000-4.000-1,-2.000-1.000 1,-11.000 2.000-16,-12.000 1.000 16,-9.000-2.000-1,-12.000 0.000-15,-14.000-2.000 16,-12.000 0.000-16,-10.000-4.000 16,2.000 3.000-1</inkml:trace>
  <inkml:trace contextRef="#ctx0" brushRef="#br0">5386.000 11450.000 0,'0.000'0.000'15,"16.000"31.000"-15,2.000 22.000 16,4.000 10.000-16,-9.000 4.000 16,-5.000-5.000-1,-8.000-6.000 1,-5.000-12.000-16,-5.000-8.000 15,-5.000-7.000-15,-1.000-16.000 16,-6.000-13.000 0,-10.000-17.000-16,1.000-17.000 15,4.000-13.000 1,9.000-8.000-16,6.000 10.000 16</inkml:trace>
  <inkml:trace contextRef="#ctx0" brushRef="#br0">6059.000 11203.000 0,'52.000'-7.000'0,"21.000"-6.000"15,-7.000-3.000 1,-17.000 0.000-16</inkml:trace>
  <inkml:trace contextRef="#ctx0" brushRef="#br0">6100.000 11101.000 0,'9.000'41.000'15,"6.000"32.000"1,-6.000 15.000-16,-7.000 6.000 16,-5.000 0.000-1,-3.000-10.000-15,-1.000-12.000 16,-2.000-12.000-1,3.000-16.000-15,-2.000-13.000 16,-4.000-14.000 0,-5.000-12.000-16,-8.000-20.000 15,-1.000-14.000 1,-1.000-14.000-16,11.000-1.000 16,9.000 3.000-1,17.000 6.000-15,15.000 2.000 16,11.000 1.000-1,11.000-6.000-15,-8.000 6.000 16</inkml:trace>
  <inkml:trace contextRef="#ctx0" brushRef="#br0">6478.000 10699.000 0,'0.000'0.000'16,"0.000"0.000"-16,-16.000 27.000 16,-7.000 10.000-1,2.000 1.000 1,12.000-8.000-16,11.000-9.000 15,17.000-6.000-15,15.000-6.000 16,13.000-9.000 0,13.000-4.000-16,4.000 0.000 15,-2.000 0.000 1,-6.000 4.000-16,-10.000 2.000 16,-15.000 3.000-1,-17.000 4.000-15,-12.000 1.000 16,-15.000-1.000-16,-4.000-3.000 15</inkml:trace>
  <inkml:trace contextRef="#ctx0" brushRef="#br0">6555.000 11049.000 0,'-20.000'30.000'15,"-12.000"16.000"1,-10.000 1.000-16,-6.000-3.000 16,1.000-6.000-1,5.000-7.000-15,12.000-7.000 16,14.000-12.000 0,15.000-11.000-16,18.000-8.000 15,16.000-7.000 1,14.000-5.000-16,6.000 1.000 15,-2.000 2.000 1,-2.000 6.000-16,-13.000 7.000 16,-11.000 9.000-1,-17.000 14.000-15,-20.000 18.000 16,-19.000 14.000 0,-17.000 8.000-16,-10.000 0.000 15,-3.000-8.000 1,3.000-11.000-16,10.000-23.000 15,14.000-11.000 1</inkml:trace>
  <inkml:trace contextRef="#ctx0" brushRef="#br0">6378.000 11237.000 0,'0.000'0.000'0,"16.000"11.000"16,-1.000 8.000 0,-7.000-1.000-16,-6.000-3.000 15,-3.000-4.000 1</inkml:trace>
  <inkml:trace contextRef="#ctx0" brushRef="#br0">6319.000 11407.000 0,'19.000'18.000'15,"11.000"6.000"-15,-2.000 0.000 16,-8.000-8.000 0,-6.000-7.000-16,-6.000-6.000 15</inkml:trace>
  <inkml:trace contextRef="#ctx0" brushRef="#br0">6689.000 11108.000 0,'36.000'-3.000'15,"14.000"3.000"1,-4.000 0.000-16,-13.000 3.000 0,-14.000 4.000 16,-11.000 4.000-1,-12.000 2.000-15,-11.000 3.000 16,-11.000 5.000 0,-3.000 0.000-1,2.000 1.000-15,9.000-3.000 16,7.000-1.000-16,10.000 0.000 15,9.000-5.000 1,14.000-4.000-16,8.000-6.000 16,0.000-2.000-1,0.000-5.000-15,-4.000 0.000 16,-11.000-3.000 0,-15.000 1.000-16,-4.000 1.000 15</inkml:trace>
  <inkml:trace contextRef="#ctx0" brushRef="#br0">6647.000 11391.000 0,'13.000'9.000'16,"9.000"5.000"-16,6.000-3.000 16,3.000 1.000-1,-4.000-3.000-15,-8.000 1.000 16,-3.000 1.000-1,-7.000 8.000-15,-7.000 9.000 16,-6.000 7.000 0,-3.000 8.000-16,-1.000 6.000 15,1.000 2.000 1,4.000-4.000 0,2.000-4.000-16,2.000-10.000 15,1.000-5.000-15,-2.000-9.000 16,0.000-19.000-1,-3.000 6.000-15,-9.000-12.000 16,-12.000-10.000 0,-11.000-9.000-16,-2.000-2.000 15,5.000 5.000 1,8.000 8.000 0,9.000 4.000-16,12.000 0.000 15,16.000 0.000-15,17.000-1.000 16,14.000 3.000-1,8.000 2.000-15,1.000-1.000 16,-4.000 0.000 0,-4.000 0.000-16,-12.000 0.000 15,-15.000-3.000-15,-7.000 0.000 16</inkml:trace>
  <inkml:trace contextRef="#ctx0" brushRef="#br0">7151.000 11604.000 0,'0.000'0.000'0,"0.000"0.000"15,0.000 0.000-15</inkml:trace>
  <inkml:trace contextRef="#ctx0" brushRef="#br0">7379.000 11101.000 0,'20.000'9.000'0,"9.000"12.000"16,-9.000 12.000-1,-12.000 6.000-15,-6.000-6.000 16</inkml:trace>
  <inkml:trace contextRef="#ctx0" brushRef="#br0">7362.000 11501.000 0,'28.000'-4.000'0,"14.000"-10.000"15,5.000-10.000 1,-4.000-13.000 0,3.000-10.000-16,-5.000-14.000 15,-6.000-10.000 1,-8.000 14.000-16</inkml:trace>
  <inkml:trace contextRef="#ctx0" brushRef="#br0">7832.000 10819.000 0,'0.000'0.000'15,"-28.000"-2.000"-15,-22.000 2.000 16,-12.000 4.000-1,1.000-1.000-15,9.000 1.000 16,14.000-2.000 0,14.000 0.000-16,11.000 3.000 15,13.000 7.000 1,9.000 10.000-16,5.000 15.000 16,8.000 16.000-1,3.000 15.000-15,-1.000 13.000 16,-6.000 16.000-1,-6.000 5.000-15,-8.000 1.000 16,-4.000 2.000 0,-4.000-11.000-16,0.000-12.000 15,0.000-19.000 1,3.000-23.000 0,1.000-40.000-16,2.000 2.000 15,2.000-13.000-15</inkml:trace>
  <inkml:trace contextRef="#ctx0" brushRef="#br0">7917.000 10648.000 0,'28.000'2.000'15,"7.000"5.000"-15,-14.000 11.000 16,-18.000 7.000 0,-16.000 3.000-16,-2.000-5.000 15</inkml:trace>
  <inkml:trace contextRef="#ctx0" brushRef="#br0">7791.000 10921.000 0,'0.000'0.000'0,"21.000"15.000"16,7.000 7.000 0,4.000-2.000-16,-8.000-2.000 15,-4.000-6.000 1,-8.000-3.000-16,-9.000-1.000 16,-10.000-2.000-1,-5.000 5.000-15,-9.000 5.000 16,2.000-1.000-16,0.000 1.000 15,5.000 2.000 1,8.000 0.000-16,10.000-2.000 16,8.000 0.000-1,3.000-2.000-15,4.000-4.000 16,-2.000-1.000 0,-7.000 2.000-16,-8.000 4.000 15,-12.000 1.000 1,-10.000 1.000-16,-11.000 8.000 15,-1.000 2.000 1,5.000 1.000-16,4.000-3.000 16,10.000-3.000-1,10.000 0.000-15,12.000-8.000 16,13.000-4.000 0,10.000-6.000-16,4.000-7.000 15,1.000-5.000-15,1.000-7.000 31,-5.000-5.000-31,-11.000-7.000 0,-13.000 0.000 16,-13.000 0.000 0,-7.000 7.000-16,-9.000 12.000 15,-1.000 13.000 1,-3.000 17.000-16,0.000 16.000 16,9.000 18.000-1,8.000 16.000-15,8.000 0.000 16,13.000-4.000-1,6.000-8.000-15,2.000-17.000 16,3.000-17.000 0,8.000-19.000-16,3.000-26.000 15,5.000-27.000 1,-4.000-24.000-16,1.000-20.000 16,-9.000 12.000-1</inkml:trace>
  <inkml:trace contextRef="#ctx0" brushRef="#br0">8304.000 10879.000 0,'23.000'-3.000'0,"15.000"3.000"0,-2.000 4.000 15,-5.000 4.000 1,-11.000 1.000-16,-13.000 5.000 15,-18.000 1.000 1,-11.000 1.000-16,-15.000-1.000 16,-5.000 3.000-1,-2.000-2.000-15,4.000-3.000 16,14.000-3.000 0,13.000 2.000-16,19.000 0.000 15,21.000 1.000 1,14.000-2.000-16,11.000-3.000 15,-2.000 0.000 1,-7.000-1.000-16,-14.000-1.000 16,-20.000 0.000-16,-20.000 2.000 15,-28.000 6.000 1,-25.000 2.000 0,-16.000 6.000-16,7.000-3.000 15,15.000-2.000-15,24.000-3.000 16,24.000-1.000-1,29.000 2.000-15,32.000-6.000 16,23.000-1.000 0,16.000-2.000-16,9.000-2.000 15,-7.000-2.000 1,-19.000-2.000-16,-23.000-8.000 16,-19.000-12.000-1,-25.000-13.000-15,-10.000 3.000 16</inkml:trace>
  <inkml:trace contextRef="#ctx0" brushRef="#br0">8320.000 10665.000 0,'19.000'31.000'16,"4.000"22.000"-16,-8.000 17.000 15,-14.000 11.000 1,-11.000 2.000-16,-7.000-4.000 16,3.000-23.000 15</inkml:trace>
  <inkml:trace contextRef="#ctx0" brushRef="#br0">8278.000 11467.000 0,'5.000'36.000'15,"-4.000"14.000"-15,-3.000-6.000 16,-5.000-12.000 0,-4.000-20.000-16,1.000-23.000 15,7.000-21.000-15,3.000 1.000 16</inkml:trace>
  <inkml:trace contextRef="#ctx0" brushRef="#br0">8320.000 11339.000 0,'0.000'0.000'16,"27.000"9.000"-16,7.000 12.000 16,1.000 11.000-1,-5.000 11.000-15,-4.000 19.000 16,-5.000 16.000-1,-7.000 17.000-15,-8.000 16.000 16,-7.000 8.000 0,-6.000-5.000-1,-2.000-16.000-15,1.000-28.000 16,0.000-29.000-16,1.000-33.000 16,-3.000-27.000-1,-3.000-32.000 1,-2.000-34.000-16,-6.000-29.000 15,-3.000-14.000-15,0.000 0.000 16,4.000 20.000 0,6.000 29.000-16</inkml:trace>
  <inkml:trace contextRef="#ctx0" brushRef="#br0">8346.000 11518.000 0,'11.000'21.000'0,"7.000"2.000"16,-7.000-5.000-1,-4.000-16.000-15,-6.000-24.000 16,-2.000-5.000 0</inkml:trace>
  <inkml:trace contextRef="#ctx0" brushRef="#br0">8842.000 10733.000 0,'0.000'0.000'15,"0.000"0.000"-15,-16.000 27.000 16,-13.000 9.000-16,0.000 2.000 16,8.000-6.000-1,17.000-8.000-15,16.000-6.000 16,23.000-5.000-1,13.000-6.000-15,3.000 1.000 16,-6.000 2.000 0,-10.000 1.000-16,-20.000 6.000 15,-21.000 5.000 1,-26.000-1.000-16,-20.000 3.000 16,-18.000 1.000-1,-3.000-5.000-15,13.000-5.000 16,18.000-2.000-1,23.000-8.000-15,25.000 4.000 16,28.000-6.000 0,21.000 2.000-16,18.000 2.000 15,2.000 4.000 1,-4.000 4.000-16,-11.000 3.000 16,-19.000 9.000-1,-22.000 1.000-15,-24.000 4.000 16,-28.000-2.000-1,-22.000-5.000-15,-8.000-13.000 16,13.000-6.000 0</inkml:trace>
  <inkml:trace contextRef="#ctx0" brushRef="#br0">8791.000 11288.000 0,'47.000'-4.000'0,"11.000"1.000"15,-11.000 3.000 1,-19.000 7.000-16,-27.000 5.000 16,-29.000 6.000-1,-25.000 3.000 1,-18.000 1.000 0,-2.000 3.000-16,10.000 0.000 0,17.000-7.000 15,24.000-4.000 1,24.000-3.000-16,33.000-3.000 15,20.000-8.000 1,19.000-3.000-16,5.000-7.000 16,-5.000 2.000-1,-9.000-5.000-15,-16.000-1.000 16,-19.000-3.000 0,-18.000-5.000-16,-23.000-5.000 15,-18.000 1.000 1,-17.000 1.000-16,-4.000 2.000 15,1.000 7.000 1,10.000 6.000-16,14.000 4.000 16,25.000 6.000-16,-10.000 4.000 15,12.000 17.000 1,13.000 21.000 0,6.000 16.000-16,-2.000 13.000 15,-7.000 11.000 1,-13.000 7.000-16,-10.000-2.000 15,-6.000-7.000 1,-3.000-17.000-16,0.000-17.000 16,2.000-21.000-16,-1.000-17.000 15,-4.000-26.000 1,-3.000-31.000 0,4.000-30.000-16,9.000-17.000 15,13.000-4.000 1,10.000 9.000-16,8.000 9.000 15,7.000 9.000 1,-2.000 19.000-16</inkml:trace>
  <inkml:trace contextRef="#ctx0" brushRef="#br0">9119.000 11084.000 0,'84.000'-4.000'0,"27.000"0.000"16,-12.000 3.000-1,-31.000-1.000-15,-25.000-3.000 16,-22.000-9.000 0,-13.000 1.000-16</inkml:trace>
  <inkml:trace contextRef="#ctx0" brushRef="#br0">9329.000 10879.000 0,'3.000'24.000'0,"-2.000"22.000"16,-9.000 12.000 0,-12.000 4.000-16,-11.000-3.000 15,-7.000-7.000-15,7.000-14.000 16</inkml:trace>
  <inkml:trace contextRef="#ctx0" brushRef="#br0">9438.000 11246.000 0,'38.000'15.000'16,"5.000"5.000"0,-19.000 1.000-16,-21.000-7.000 15,-7.000-5.000 1</inkml:trace>
  <inkml:trace contextRef="#ctx0" brushRef="#br0">9296.000 11526.000 0,'6.000'39.000'0,"-3.000"14.000"16,-5.000 0.000-1,1.000-5.000-15,2.000-7.000 16,8.000-12.000 0,11.000-10.000-16,10.000-11.000 15,8.000-10.000 1,0.000-8.000-16,1.000-7.000 16,-5.000-6.000-1,-8.000-7.000-15,-11.000-4.000 16,-11.000-4.000-1,-13.000-3.000-15,-13.000 3.000 16,-5.000 10.000-16,6.000 9.000 16,5.000 7.000-1,8.000 6.000-15,17.000 8.000 16,15.000 8.000 0,18.000 7.000-16,15.000 5.000 15,9.000-4.000 1,-1.000 0.000-16,-7.000-2.000 15,-11.000-5.000 1,-13.000-7.000-16,-13.000-4.000 16</inkml:trace>
  <inkml:trace contextRef="#ctx0" brushRef="#br0">9884.000 11749.000 0</inkml:trace>
  <inkml:trace contextRef="#ctx0" brushRef="#br0">15695.000 8575.000 0,'-29.000'-6.000'16,"-16.000"-1.000"0,-2.000 9.000-16,2.000 10.000 15,2.000 8.000 1,3.000 8.000-16,7.000 5.000 16,9.000 7.000-1,11.000 2.000-15,10.000 6.000 16,10.000 7.000-16,10.000 3.000 15,-2.000 6.000 1,0.000-1.000-16,-3.000 3.000 16,-7.000-4.000-1,-9.000-3.000-15,-7.000-8.000 16,-11.000-9.000 0,-6.000-9.000-16,-2.000-6.000 15,0.000-9.000 1,6.000-5.000-16,4.000-6.000 15,6.000-4.000 1,6.000-1.000-16,8.000-2.000 16,0.000 0.000-1,0.000 0.000-15,-1.000 10.000 16,4.000 8.000-16,4.000 7.000 16,5.000 14.000-1,1.000 9.000-15,-2.000 7.000 16,-3.000 8.000-1,-5.000 13.000-15,0.000 12.000 16,-6.000 6.000 0,2.000 4.000-1,0.000-1.000-15,3.000-2.000 16,2.000-6.000-16,1.000-7.000 16,1.000-6.000-1,2.000-6.000-15,1.000-11.000 16,-2.000-15.000-1,-1.000-18.000 1,-3.000-12.000-16</inkml:trace>
  <inkml:trace contextRef="#ctx0" brushRef="#br0">15519.000 10674.000 0,'0.000'0.000'16</inkml:trace>
  <inkml:trace contextRef="#ctx0" brushRef="#br0">16376.000 8326.000 0,'22.000'-4.000'16,"16.000"0.000"-1,7.000 3.000-15,1.000 8.000 16,-6.000 6.000 0,-11.000 1.000-16,-8.000-1.000 15,-8.000-6.000-15</inkml:trace>
  <inkml:trace contextRef="#ctx0" brushRef="#br0">16250.000 8480.000 0,'0.000'0.000'0,"0.000"0.000"16,49.000-3.000-1,37.000 2.000-15,11.000 1.000 16,1.000 0.000 0,-9.000 1.000-16,-12.000-3.000 15,-11.000-2.000-15,-9.000 0.000 16,-15.000-3.000 0,-21.000-4.000-16,-22.000-5.000 15,-9.000 3.000 1</inkml:trace>
  <inkml:trace contextRef="#ctx0" brushRef="#br0">16267.000 8566.000 0,'0.000'0.000'15,"8.000"27.000"1,5.000 24.000-16,2.000 18.000 15,-2.000 18.000-15,-14.000 12.000 16,-15.000 8.000 0,-5.000-10.000-1,-1.000-20.000-15,6.000-22.000 16,6.000-22.000-16,4.000-15.000 16</inkml:trace>
  <inkml:trace contextRef="#ctx0" brushRef="#br0">16326.000 8720.000 0,'26.000'-16.000'16,"20.000"-5.000"-16,11.000 1.000 15,-2.000 4.000-15,-6.000 5.000 16,-9.000 0.000-16,-9.000-6.000 16,-9.000 2.000-1</inkml:trace>
  <inkml:trace contextRef="#ctx0" brushRef="#br0">16494.000 8548.000 0,'0.000'0.000'16,"0.000"34.000"-16,4.000 20.000 15,3.000 12.000 1,-4.000 1.000-16,-6.000-6.000 16,-3.000-17.000-1,2.000-17.000-15</inkml:trace>
  <inkml:trace contextRef="#ctx0" brushRef="#br0">16469.000 8728.000 0,'0.000'0.000'0,"0.000"0.000"16,-14.000 21.000-16,-8.000 12.000 15,-4.000-2.000 1,4.000-19.000-16,4.000-10.000 16</inkml:trace>
  <inkml:trace contextRef="#ctx0" brushRef="#br0">16561.000 8804.000 0,'21.000'6.000'0,"7.000"-2.000"16,-2.000-1.000-1,-4.000-13.000-15,-7.000 0.000 16</inkml:trace>
  <inkml:trace contextRef="#ctx0" brushRef="#br0">16662.000 8669.000 0,'26.000'-7.000'16,"20.000"-2.000"-16,5.000 0.000 16,-8.000 1.000-1,-5.000-1.000-15,-8.000-4.000 16,-13.000-2.000-1,-8.000 0.000-15</inkml:trace>
  <inkml:trace contextRef="#ctx0" brushRef="#br0">16788.000 8522.000 0,'-3.000'39.000'16,"2.000"19.000"-16,0.000 6.000 15,-3.000-1.000 1,0.000-8.000-16,0.000-13.000 16,1.000-13.000-1,3.000-29.000-15,-1.000 10.000 16</inkml:trace>
  <inkml:trace contextRef="#ctx0" brushRef="#br0">16746.000 8686.000 0,'-25.000'20.000'0,"-4.000"5.000"16,4.000-10.000-1,10.000-9.000-15</inkml:trace>
  <inkml:trace contextRef="#ctx0" brushRef="#br0">16889.000 8753.000 0,'26.000'9.000'16,"6.000"1.000"0,-11.000-1.000-16,-10.000-5.000 15</inkml:trace>
  <inkml:trace contextRef="#ctx0" brushRef="#br0">16629.000 8874.000 0,'0.000'0.000'16,"-18.000"15.000"-16,-10.000 7.000 15,-1.000-1.000 1,9.000-4.000-16,17.000-6.000 16,15.000-4.000-1,10.000-5.000-15,10.000-2.000 16,7.000 0.000-16,-3.000 0.000 16,-8.000 0.000-1,-10.000 2.000-15,-10.000 6.000 16,-15.000 6.000-1,-19.000 4.000-15,-18.000 2.000 16,-10.000 1.000 0,-1.000-2.000-16,10.000-3.000 15,14.000-3.000 1,20.000-3.000-16,26.000-3.000 16,17.000-4.000-1,18.000-1.000-15,12.000-5.000 16,0.000-3.000-1,-3.000-1.000-15,-6.000-2.000 16,-12.000 0.000-16,-14.000-4.000 16,-19.000-5.000-1,-17.000 0.000-15,-16.000-4.000 16,-10.000-1.000 0,-1.000 1.000-16,-1.000 8.000 15,7.000 9.000 1,6.000 4.000-16,11.000 6.000 15,8.000 10.000 1,9.000 8.000-16,8.000 13.000 16,7.000 5.000-1,2.000 5.000 1,-3.000 1.000-16,-9.000-2.000 16,-6.000-4.000-16,-8.000-4.000 15,-9.000-7.000-15,-8.000-12.000 16,-8.000-16.000-1,-2.000-16.000-15,-3.000-17.000 16,4.000-18.000 0,9.000 4.000-16</inkml:trace>
  <inkml:trace contextRef="#ctx0" brushRef="#br0">17335.000 8693.000 0,'54.000'-4.000'16,"21.000"-2.000"-16,1.000-7.000 15,-20.000 0.000 1</inkml:trace>
  <inkml:trace contextRef="#ctx0" brushRef="#br0">17310.000 8617.000 0,'0.000'0.000'0,"22.000"32.000"16,10.000 23.000 0,-3.000 21.000-1,-12.000 9.000-15,-7.000-1.000 16,-7.000-6.000 0,-8.000-11.000-16,-5.000-18.000 15,1.000-17.000-15,-4.000-14.000 16,-3.000-12.000-1,-5.000-17.000-15,-1.000-14.000 16,-5.000-12.000 0,4.000-3.000-16,6.000 2.000 15,12.000 4.000 1,17.000 4.000-16,9.000 3.000 16,15.000 2.000-1,7.000-6.000-15,7.000-5.000 16,-10.000 6.000-1</inkml:trace>
  <inkml:trace contextRef="#ctx0" brushRef="#br0">17721.000 8216.000 0,'0.000'0.000'16,"0.000"0.000"-16,-9.000 20.000 15,-3.000 11.000 1,2.000 0.000 0,17.000-7.000-16,19.000-8.000 15,22.000-11.000-15,12.000-6.000 16,6.000-8.000-1,2.000 2.000-15,-9.000 1.000 16,-14.000 6.000 0,-18.000 6.000-16,-18.000 7.000 15,-18.000 5.000 1,-17.000 4.000-16,-15.000 2.000 16,-7.000-2.000-1,1.000-4.000-15,6.000-7.000 16,11.000-7.000-1,10.000-5.000-15,20.000 1.000 16,-5.000 6.000 0,8.000 6.000-16,2.000 1.000 15,-1.000 7.000-15,-3.000 7.000 16,-11.000 7.000 0,-8.000 5.000-16,-14.000 6.000 15,-13.000-2.000 1,-6.000-2.000-16,-2.000-10.000 15,6.000-7.000 1,14.000-10.000-16,15.000-9.000 16,20.000-12.000-1,23.000-5.000-15,17.000-8.000 16,15.000 2.000 0,3.000 4.000-16,-4.000 3.000 15,-8.000 8.000 1,-11.000 12.000-1,-15.000 10.000-15,-21.000 15.000 16,-21.000 3.000-16,-17.000-2.000 16,-12.000-7.000-1,0.000-13.000-15,6.000-15.000 16,4.000-17.000 0,11.000-2.000-16</inkml:trace>
  <inkml:trace contextRef="#ctx0" brushRef="#br0">17688.000 8780.000 0,'26.000'21.000'16,"8.000"4.000"-16,-4.000-16.000 16,-8.000-6.000-1</inkml:trace>
  <inkml:trace contextRef="#ctx0" brushRef="#br0">17982.000 8548.000 0,'34.000'6.000'0,"14.000"6.000"16,-2.000-1.000-16,-2.000 5.000 15,-10.000-2.000 1,-13.000 1.000 0,-10.000 0.000-1,-16.000-3.000-15,-14.000 1.000 0,-17.000 0.000 16,-10.000 2.000 0,-1.000-1.000-16,5.000 1.000 15,10.000-3.000 1,14.000 2.000-16,15.000-5.000 15,14.000 2.000 1,11.000-4.000-16,4.000 1.000 16,7.000 0.000-1,-9.000-1.000-15,-7.000 4.000 16,-12.000 1.000 0,-13.000 4.000-16,-11.000 3.000 15,-7.000 2.000-15,-3.000-1.000 16,4.000 0.000-1,7.000 1.000-15,12.000 0.000 16,16.000 1.000 0,15.000-2.000-1,15.000 1.000-15,5.000 0.000 16,1.000 0.000-16,-4.000 1.000 16,-10.000 1.000-1,-12.000-3.000-15,-14.000-1.000 16,-13.000-1.000-1,-16.000-9.000-15,-15.000-4.000 16,-12.000-8.000 0,-5.000-4.000-16,1.000-7.000 15,10.000-4.000 1,18.000-1.000-16,19.000 2.000 16,23.000 0.000-1,21.000 0.000-15,19.000 6.000 16,12.000 4.000-1,5.000 0.000-15,-3.000-2.000 16,-16.000-1.000 0</inkml:trace>
  <inkml:trace contextRef="#ctx0" brushRef="#br0">18453.000 9120.000 0,'0.000'0.000'0</inkml:trace>
  <inkml:trace contextRef="#ctx0" brushRef="#br0">16107.000 9957.000 0,'0.000'0.000'0,"0.000"0.000"16,32.000-2.000 0,17.000-1.000-16,2.000-6.000 15,-9.000-1.000-15</inkml:trace>
  <inkml:trace contextRef="#ctx0" brushRef="#br0">16107.000 10076.000 0,'0.000'0.000'0,"0.000"0.000"16,29.000 2.000-16,7.000-1.000 15,-5.000-1.000 1,-12.000 3.000-16,-10.000 7.000 15,-15.000 8.000-15,-10.000 6.000 16,-6.000 4.000 0,-4.000 3.000-1,-3.000 0.000-15,7.000-6.000 16,6.000-3.000-16,6.000-4.000 16,13.000-9.000-1,13.000-10.000-15,9.000-18.000 16,10.000-17.000-1,6.000-13.000-15,4.000-7.000 16,-1.000 0.000 0,-6.000-4.000-16,-8.000 4.000 15,-10.000-2.000 1,-9.000 7.000-16,-6.000 5.000 16,-5.000 11.000-1,-1.000 10.000-15,-1.000 12.000 16,-2.000 16.000-1,-2.000 15.000-15,1.000 17.000 16,5.000 29.000 0,-2.000 27.000-16,3.000 21.000 15,-2.000 7.000 1,-5.000 5.000-16,-4.000-2.000 16,1.000-19.000-1,3.000-28.000-15,2.000-28.000 16</inkml:trace>
  <inkml:trace contextRef="#ctx0" brushRef="#br0">16620.000 9615.000 0,'-1.000'145.000'0,"-6.000"66.000"16,-11.000 4.000 0,0.000-30.000-16,5.000-44.000 15,7.000-40.000 1,6.000-34.000-16,2.000-30.000 15,3.000-31.000-15,1.000-32.000 16,-2.000-31.000 0,-3.000-30.000-1,-3.000-15.000-15,-1.000-6.000 16,0.000 22.000 0</inkml:trace>
  <inkml:trace contextRef="#ctx0" brushRef="#br0">16611.000 9897.000 0,'25.000'-1.000'0,"14.000"-1.000"16,7.000 1.000-16,-4.000 1.000 15,-6.000 0.000 1,-11.000 7.000-16,-17.000 6.000 16,-16.000 8.000-1,-14.000 5.000-15,-9.000 1.000 16,0.000 3.000-1,-1.000-1.000-15,5.000-1.000 16,9.000-2.000 0,18.000 2.000-16,16.000-6.000 15,13.000 2.000 1,10.000-5.000-16,2.000-2.000 16,-3.000-2.000-1,-7.000 2.000-15,-12.000 1.000 16,-21.000 3.000-1,-16.000-2.000-15,-14.000-3.000 16,-9.000-12.000 0,5.000-6.000-16</inkml:trace>
  <inkml:trace contextRef="#ctx0" brushRef="#br0">17251.000 9778.000 0,'33.000'-3.000'15,"17.000"2.000"-15,-4.000 2.000 16,-11.000 6.000-1,-14.000 5.000-15,-16.000 9.000 16,-14.000 1.000 0,-16.000-1.000-16,-9.000 4.000 15,-3.000-3.000 1,4.000-2.000-16,5.000-5.000 16,9.000-3.000-1,14.000-2.000-15,20.000-1.000 16,15.000-1.000-1,13.000-2.000-15,5.000-4.000 16,-2.000-2.000 0,-9.000 0.000-16,-12.000 3.000 15,-23.000 7.000-15,-23.000 5.000 16,-25.000 8.000 0,-24.000 6.000-1,-12.000 0.000-15,1.000 4.000 16,14.000-4.000-16,17.000-6.000 15,23.000-6.000 1,27.000-7.000-16,29.000-3.000 16,30.000-3.000-1,18.000-5.000-15,16.000-5.000 16,5.000-2.000 0,-9.000-4.000-16,-14.000-8.000 15,-20.000-3.000 1,-19.000-9.000-16,-15.000 5.000 15</inkml:trace>
  <inkml:trace contextRef="#ctx0" brushRef="#br0">17259.000 9572.000 0,'0.000'0.000'15,"0.000"0.000"1,24.000 25.000-16,9.000 22.000 16,-8.000 16.000-16,-9.000 16.000 15,-12.000 4.000 1,-5.000-18.000-16</inkml:trace>
  <inkml:trace contextRef="#ctx0" brushRef="#br0">17268.000 10435.000 0,'2.000'28.000'16,"-3.000"13.000"-16,-3.000-3.000 16,-3.000-7.000-1,-1.000-17.000-15,-2.000-20.000 16,2.000-7.000-1</inkml:trace>
  <inkml:trace contextRef="#ctx0" brushRef="#br0">17335.000 10238.000 0,'18.000'6.000'15,"10.000"10.000"1,6.000 2.000-16,0.000 6.000 15,-7.000 9.000 1,-5.000 14.000-16,-7.000 15.000 16,-4.000 17.000-1,-12.000 21.000-15,0.000 7.000 16,-5.000-4.000 0,-5.000-14.000-1,1.000-23.000-15,-1.000-25.000 16,-3.000-29.000-16,2.000-14.000 15</inkml:trace>
  <inkml:trace contextRef="#ctx0" brushRef="#br0">17276.000 10375.000 0,'15.000'15.000'15,"5.000"13.000"1,-3.000 0.000-16,-6.000-7.000 16,-11.000-21.000-16,6.000 7.000 15</inkml:trace>
  <inkml:trace contextRef="#ctx0" brushRef="#br0">17865.000 9684.000 0,'0.000'0.000'0,"0.000"0.000"15,0.000 0.000 1,0.000 0.000-16,-17.000 18.000 15,-6.000 4.000 1,5.000-1.000-16,14.000-3.000 16,20.000-2.000-1,18.000-5.000-15,13.000-1.000 16,4.000 0.000 0,-8.000-2.000-16,-13.000 4.000 15,-17.000 3.000 1,-22.000 4.000-16,-22.000 2.000 15,-22.000 0.000-15,-14.000-2.000 16,0.000-4.000 0,9.000-1.000-16,16.000-2.000 15,20.000-3.000 1,28.000 2.000-16,27.000 0.000 16,27.000 0.000-1,11.000 4.000-15,4.000 1.000 16,-2.000 5.000-1,-14.000 2.000-15,-21.000 6.000 16,-22.000-1.000 0,-30.000 1.000-16,-30.000-2.000 15,-19.000-8.000 1,-11.000-13.000-16,13.000-6.000 16</inkml:trace>
  <inkml:trace contextRef="#ctx0" brushRef="#br0">17797.000 10136.000 0,'52.000'-3.000'0,"11.000"2.000"16,-15.000 5.000 0,-23.000 8.000-16,-32.000 5.000 15,-35.000 5.000 1,-21.000 6.000-16,-5.000-4.000 15,11.000-6.000 1,13.000-1.000-16,18.000-4.000 16,26.000-1.000-1,25.000-5.000-15,22.000-3.000 16,16.000-6.000-16,12.000-1.000 16,2.000-4.000-1,-13.000-1.000-15,-13.000 1.000 16,-18.000-7.000-1,-21.000-2.000 1,-20.000-6.000-16,-5.000 3.000 16</inkml:trace>
  <inkml:trace contextRef="#ctx0" brushRef="#br0">17814.000 10076.000 0,'21.000'16.000'0,"10.000"21.000"16,-2.000 15.000 0,-5.000 25.000-16,-14.000 15.000 15,-14.000 2.000 1,-3.000 1.000-16,-3.000-10.000 16,2.000-13.000-1,4.000-17.000-15,0.000-15.000 16,-3.000-15.000-16,-2.000-16.000 15,-4.000-19.000 1,-6.000-22.000-16,-5.000-27.000 16,-5.000-19.000-1,0.000-8.000-15,4.000 5.000 16,13.000 7.000 0,9.000 6.000-16,24.000 0.000 15,3.000 17.000 1</inkml:trace>
  <inkml:trace contextRef="#ctx0" brushRef="#br0">18134.000 9948.000 0,'103.000'-6.000'0,"36.000"-5.000"15,-13.000 5.000 1,-29.000-2.000-16,-31.000-2.000 15,-26.000-9.000-15,-19.000 2.000 16</inkml:trace>
  <inkml:trace contextRef="#ctx0" brushRef="#br0">18453.000 9744.000 0,'2.000'29.000'15,"-3.000"19.000"-15,-9.000 15.000 16,-20.000 7.000 0,-14.000-1.000-16,-10.000-11.000 15,2.000-18.000 1,14.000-13.000-16</inkml:trace>
  <inkml:trace contextRef="#ctx0" brushRef="#br0">18487.000 10101.000 0,'51.000'14.000'15,"14.000"1.000"1,-16.000-1.000-16,-25.000-5.000 16,-14.000-4.000-16</inkml:trace>
  <inkml:trace contextRef="#ctx0" brushRef="#br0">18369.000 10340.000 0,'3.000'33.000'0,"-7.000"13.000"15,-3.000 4.000 1,0.000-2.000-16,6.000-2.000 15,8.000-6.000 1,12.000-8.000-16,16.000-9.000 16,11.000-12.000-1,3.000-6.000-15,1.000-5.000 16,-9.000-8.000 0,-5.000-8.000-16,-9.000-5.000 15,-11.000-8.000 1,-13.000-6.000-16,-13.000-4.000 15,-10.000 0.000-15,-5.000 6.000 16,5.000 8.000 0,6.000 8.000-16,14.000 17.000 15,3.000-4.000 1,25.000 7.000-16,21.000 4.000 16,17.000 1.000-1,3.000 3.000-15,1.000 3.000 16,-8.000-5.000-1,-12.000-2.000-15,-10.000-10.000 16,-10.000-3.000 0</inkml:trace>
  <inkml:trace contextRef="#ctx0" brushRef="#br0">19075.000 10605.000 0,'0.000'0.000'0,"0.000"0.000"16</inkml:trace>
  <inkml:trace contextRef="#ctx0" brushRef="#br0">2855.000 12714.000 0,'0.000'0.000'16,"13.000"-7.000"-16,12.000-3.000 15,5.000 2.000 1,-1.000 4.000-16,5.000 6.000 16,-6.000 1.000-1,1.000 4.000-15,-7.000 1.000 16,-9.000 4.000-16,-9.000 5.000 15,-13.000 8.000 1,-14.000 7.000-16,-12.000 9.000 16,-6.000 1.000-1,0.000-4.000-15,11.000-9.000 16,9.000-5.000 0,9.000-5.000-16,18.000-5.000 15,17.000-5.000 1,18.000-7.000-16,7.000-6.000 15,3.000 0.000 1,-6.000-4.000-16,-4.000-5.000 16,-10.000-5.000-1,-17.000-9.000-15,-9.000 3.000 16</inkml:trace>
  <inkml:trace contextRef="#ctx0" brushRef="#br0">2628.000 12577.000 0,'-34.000'84.000'0,"-4.000"38.000"16,19.000 2.000-16,26.000-9.000 16,20.000-19.000-1,19.000-22.000 1,12.000-19.000 0,11.000-15.000-16,2.000-15.000 15,5.000-19.000-15,-1.000-17.000 16,-2.000-14.000-1,-6.000-12.000-15,-6.000-13.000 16,-8.000-11.000 0,-12.000-9.000-16,-10.000-10.000 15,-14.000-1.000 1,-17.000-3.000-16,-18.000 6.000 16,-22.000 5.000-1,-21.000 14.000-15,-12.000 21.000 16,-7.000 21.000-1,-1.000 20.000-15,7.000 12.000 16,13.000 11.000 0,16.000 6.000-16,19.000-6.000 15</inkml:trace>
  <inkml:trace contextRef="#ctx0" brushRef="#br0">3418.000 12772.000 0,'0.000'0.000'16</inkml:trace>
  <inkml:trace contextRef="#ctx0" brushRef="#br0">4141.000 12525.000 0,'0.000'0.000'0,"26.000"7.000"15,19.000 0.000-15,7.000-2.000 32,2.000-2.000-32,1.000 0.000 0,-10.000-3.000 15,-6.000-2.000 1,-9.000 2.000-16,-9.000 0.000 15,-7.000-4.000 1,-12.000-11.000-16,-4.000-2.000 16</inkml:trace>
  <inkml:trace contextRef="#ctx0" brushRef="#br0">4360.000 12372.000 0,'0.000'0.000'16,"-4.000"35.000"-16,1.000 22.000 16,3.000 18.000-1,0.000 7.000-15,2.000 3.000 16,-2.000-1.000 0,0.000-8.000-16,-2.000-13.000 15,-2.000-13.000 1,1.000-15.000-16,-7.000-14.000 15,-6.000-11.000 1,-3.000-15.000-16,-6.000-10.000 16,-7.000-10.000-16,5.000-6.000 15,4.000-1.000 1,6.000 5.000-16,10.000-1.000 16,9.000 1.000-1,16.000 1.000-15,14.000 1.000 16,13.000 3.000-1,5.000 2.000-15,4.000 4.000 16,0.000 9.000 0,-1.000 2.000-16,1.000 4.000 15,-4.000 2.000 1,-2.000 2.000-16,-5.000 7.000 16,-6.000 5.000-1,-10.000 3.000-15,-5.000 3.000 16,-9.000 5.000-1,-5.000-5.000-15,-3.000-7.000 16,-5.000-14.000 0,0.000 0.000-16,2.000-8.000 15,-7.000-17.000 1,-6.000-13.000-16,1.000 4.000 16</inkml:trace>
  <inkml:trace contextRef="#ctx0" brushRef="#br0">4721.000 12423.000 0,'0.000'0.000'15,"-9.000"43.000"-15,-14.000 31.000 16,-10.000 23.000 0,-7.000 7.000-16,0.000-5.000 15,2.000-11.000 1,10.000-21.000-16,9.000-25.000 15,5.000-24.000 1,10.000-26.000-16,4.000-24.000 16,1.000-19.000-1,1.000-10.000-15,1.000 1.000 16,1.000 17.000 0,6.000 21.000-16,-2.000 16.000 15,4.000 12.000 1,-4.000 13.000-16,6.000 11.000 15,3.000 5.000 1,0.000 3.000-16,3.000 2.000 16,-4.000-5.000-1,-5.000-6.000-15,-5.000-3.000 16,-2.000-5.000-16,-4.000-6.000 16,-4.000-4.000-1</inkml:trace>
  <inkml:trace contextRef="#ctx0" brushRef="#br0">4175.000 13183.000 0,'39.000'6.000'15,"29.000"1.000"1,11.000-3.000-16,4.000-3.000 16,-1.000-1.000-1,-8.000 0.000-15,-2.000 3.000 16,-7.000 1.000 0,-9.000-3.000-16,-15.000-1.000 15</inkml:trace>
  <inkml:trace contextRef="#ctx0" brushRef="#br0">5234.000 12730.000 0,'31.000'-1.000'0,"21.000"-2.000"15,12.000 1.000-15,-3.000 1.000 16,-4.000 3.000 0,-6.000-2.000-16,-6.000 2.000 15,-12.000 0.000 1,-15.000-4.000-16,-8.000-1.000 16</inkml:trace>
  <inkml:trace contextRef="#ctx0" brushRef="#br0">5125.000 12952.000 0,'36.000'7.000'0,"27.000"-2.000"15,20.000-3.000 1,7.000-4.000-16,0.000-1.000 15,-7.000-1.000 1,-11.000-3.000-16,-6.000 1.000 16,-9.000-4.000-1,-14.000 2.000-15</inkml:trace>
  <inkml:trace contextRef="#ctx0" brushRef="#br0">6303.000 12346.000 0,'0.000'0.000'16,"-24.000"32.000"-1,-16.000 17.000-15,-10.000 4.000 16,0.000-5.000 0,10.000-11.000-16,15.000-9.000 15,18.000-14.000 1,18.000-11.000-16,17.000-6.000 16,14.000-4.000-16,5.000 1.000 15,2.000 3.000 1,-10.000-1.000-16,-10.000 3.000 15,-13.000 4.000 1,-12.000 10.000-16,-17.000 5.000 16,-13.000 6.000-1,-9.000 1.000-15,-9.000-2.000 16,-2.000-3.000 0,9.000-3.000-16,10.000-2.000 15,12.000-2.000 1,7.000-5.000-16,13.000-4.000 15,5.000-1.000 1,1.000-3.000-16,5.000-1.000 16,-2.000 1.000-1,1.000 1.000-15,-3.000-1.000 16,-4.000 4.000 0,-8.000-4.000-16,0.000 0.000 15,0.000 0.000-15,0.000 6.000 16,-7.000 2.000-1,-6.000-1.000-15,-1.000-6.000 16,0.000-3.000 0,1.000-3.000-16</inkml:trace>
  <inkml:trace contextRef="#ctx0" brushRef="#br0">6210.000 12670.000 0,'0.000'0.000'16,"6.000"26.000"-16,1.000 19.000 15,-4.000 18.000 1,0.000 8.000-16,-2.000 5.000 15,-3.000 0.000 17,3.000-8.000-32,-1.000-13.000 0,2.000-18.000 15,1.000-15.000-15,0.000-19.000 16,-3.000-6.000 0</inkml:trace>
  <inkml:trace contextRef="#ctx0" brushRef="#br0">6470.000 12448.000 0,'31.000'-12.000'0,"8.000"-1.000"16,2.000 9.000-1,-4.000 8.000-15,-7.000 11.000 16,-7.000 13.000 0,-9.000 14.000-16,-14.000 7.000 15,-8.000 0.000 1,-12.000-3.000-16,-6.000-9.000 15,-6.000-12.000 1,-1.000-18.000-16,6.000-7.000 16</inkml:trace>
  <inkml:trace contextRef="#ctx0" brushRef="#br0">6403.000 12593.000 0,'27.000'0.000'0,"19.000"-4.000"16,11.000 0.000 0,3.000 1.000-16,-3.000 3.000 15,-7.000 3.000 1,-13.000 1.000-16,-13.000 1.000 16,-16.000 8.000-1,-18.000 2.000-15,-19.000 3.000 16,-22.000 6.000-1,-13.000 8.000-15,0.000-2.000 16,9.000 1.000 0,17.000-8.000-16,18.000-3.000 15,22.000-5.000 1,17.000-1.000-16,23.000-4.000 16,14.000-3.000-1,7.000-1.000-15,3.000-6.000 16,-6.000-4.000-1,-7.000-5.000-15,-12.000-2.000 16,-15.000-11.000 0,-16.000-9.000-16,-13.000-11.000 15,-13.000-8.000 1,-1.000 8.000-16</inkml:trace>
  <inkml:trace contextRef="#ctx0" brushRef="#br0">6546.000 12183.000 0,'0.000'0.000'15,"0.000"0.000"-15,0.000 0.000 16,9.000 36.000 0,0.000 35.000-16,-4.000 25.000 15,-5.000 18.000 1,-1.000 13.000-16,-2.000 5.000 15,-1.000 2.000 1,5.000-8.000-16,4.000-15.000 16,1.000-19.000-1,3.000-23.000-15,0.000-22.000 16,-1.000-23.000 0,5.000-24.000-16,-7.000-22.000 15,-6.000-20.000 1,-3.000 1.000-1</inkml:trace>
  <inkml:trace contextRef="#ctx0" brushRef="#br0">6411.000 12944.000 0,'31.000'8.000'16,"19.000"2.000"-1,6.000-3.000-15,-2.000-4.000 16,-6.000-3.000 0,-8.000 0.000-16,-12.000-5.000 15,-18.000 0.000 1,-16.000-2.000-16,-17.000 5.000 16,-22.000 6.000-1,-11.000 9.000-15,-1.000 9.000 16,10.000 12.000-1,17.000 1.000-15,13.000-6.000 16,16.000-8.000-16,23.000-6.000 16,23.000-9.000-1,14.000-8.000-15,11.000-6.000 16,-4.000-7.000 0,-1.000-8.000-1,-7.000-3.000-15,-11.000-2.000 16,-14.000 5.000-16</inkml:trace>
  <inkml:trace contextRef="#ctx0" brushRef="#br0">7412.000 12397.000 0,'-1.000'23.000'15,"-15.000"14.000"-15,-22.000 3.000 16,-16.000-2.000 0,8.000-9.000-1</inkml:trace>
  <inkml:trace contextRef="#ctx0" brushRef="#br0">7151.000 12875.000 0,'14.000'23.000'16,"2.000"8.000"-16,-1.000 1.000 15,-7.000-6.000 1,-5.000-6.000-16,-5.000-6.000 16,2.000-14.000-1,-3.000 1.000-15,2.000-14.000 16,5.000-12.000-16,10.000-9.000 15,8.000-6.000 1,5.000 2.000 0,4.000 6.000-16,-1.000 7.000 15,0.000 7.000-15,-3.000 14.000 16,1.000 8.000 0,1.000 14.000-16,-6.000 12.000 15,-4.000 10.000 1,-8.000 7.000-16,-9.000 0.000 15,-9.000-4.000 1,-5.000-3.000-16,-4.000-9.000 16,1.000-13.000-1,0.000-17.000-15,3.000-10.000 16,-1.000-16.000 0,2.000-17.000-1,8.000-10.000-15,8.000-3.000 16,8.000 1.000-16,3.000 2.000 15,7.000 9.000 1,6.000 7.000-16,2.000 8.000 16,4.000 4.000-1,-3.000 7.000-15,0.000 9.000 16,-1.000 8.000 0,-2.000 12.000-16,-2.000 13.000 15,-1.000 15.000 1,-3.000 22.000-16,-4.000 20.000 15,-3.000 13.000 1,-2.000 1.000-16,-7.000-6.000 16,-5.000-13.000-1,-6.000-16.000-15,-6.000-22.000 16,-8.000-24.000 0,4.000-14.000-16</inkml:trace>
  <inkml:trace contextRef="#ctx0" brushRef="#br0">7597.000 12935.000 0,'22.000'16.000'0,"6.000"4.000"15,-3.000-7.000-15,-9.000-7.000 16</inkml:trace>
  <inkml:trace contextRef="#ctx0" brushRef="#br0">8127.000 12550.000 0,'0.000'0.000'0,"39.000"0.000"16,24.000 0.000 0,4.000 1.000-1,-5.000 5.000-15,-11.000-1.000 16,-15.000-2.000-16,-13.000-4.000 15,-12.000-2.000 1</inkml:trace>
  <inkml:trace contextRef="#ctx0" brushRef="#br0">8110.000 12679.000 0,'30.000'4.000'15,"20.000"1.000"-15,10.000-3.000 16,-1.000 0.000 0,-4.000 2.000-16,-9.000 0.000 15,-13.000-6.000 1,-33.000 2.000-16,14.000-2.000 16</inkml:trace>
  <inkml:trace contextRef="#ctx0" brushRef="#br0">8093.000 12798.000 0,'0.000'0.000'0,"0.000"0.000"15,39.000 12.000-15,30.000 0.000 16,24.000-4.000 0,3.000-3.000-1,-7.000-3.000-15,-10.000-4.000 16,-16.000-1.000-1,-16.000-4.000 1,-17.000-3.000-16,-18.000-5.000 0,-18.000-7.000 16,-18.000-6.000-1,-1.000 5.000 1</inkml:trace>
  <inkml:trace contextRef="#ctx0" brushRef="#br0">8261.000 12364.000 0,'0.000'0.000'15,"22.000"18.000"-15,6.000 22.000 16,-9.000 16.000 0,-10.000 13.000-16,-12.000 8.000 15,-7.000-4.000 1,1.000-16.000-16,3.000-20.000 15,5.000-13.000 1,2.000-11.000-16</inkml:trace>
  <inkml:trace contextRef="#ctx0" brushRef="#br0">8387.000 12840.000 0,'0.000'0.000'15,"0.000"0.000"-15,-31.000 28.000 16,-22.000 7.000-1,-8.000 2.000-15,3.000-10.000 16,11.000-10.000 0,16.000-11.000-16,16.000-11.000 15,20.000-3.000 1,16.000 1.000-16,11.000 9.000 16,9.000 8.000-1,-1.000 9.000-15,-3.000 7.000 16,-5.000 4.000-1,-7.000 4.000-15,-3.000-6.000 16,-8.000-3.000 0,-4.000-9.000-16,-10.000-16.000 15,0.000 0.000 1,3.000-4.000-16,0.000-18.000 16,2.000-16.000-1,4.000-3.000-15,2.000 5.000 16,3.000 10.000-1,2.000 13.000 1,2.000 13.000-16,7.000 13.000 16,7.000 12.000-16,4.000 11.000 15,4.000 5.000 1,2.000 2.000-16,-7.000-1.000 16,-7.000-6.000-1,-5.000-12.000-15,-1.000-13.000 16,-4.000-14.000-1,-4.000-19.000-15,-9.000-17.000 16,-5.000-10.000-16,-6.000-5.000 16,-7.000 3.000-1,-2.000 10.000-15,-1.000 21.000 16,0.000 14.000 0,5.000 4.000-16,2.000 3.000 15,2.000 1.000 1,-6.000 7.000-16,-3.000 2.000 15,-4.000-1.000 1,6.000-7.000-16,12.000-12.000 16,14.000-12.000-1,2.000 1.000-15</inkml:trace>
  <inkml:trace contextRef="#ctx0" brushRef="#br0">9103.000 12747.000 0,'61.000'-15.000'15,"25.000"-7.000"1,0.000 6.000-16,-11.000 6.000 16,-12.000 3.000-1,-11.000-4.000-15,-11.000-5.000 16,-12.000 3.000-16</inkml:trace>
  <inkml:trace contextRef="#ctx0" brushRef="#br0">9481.000 12500.000 0,'-14.000'41.000'16,"-5.000"28.000"-1,5.000 18.000-15,11.000 5.000 16,3.000-4.000-16,2.000-15.000 16,0.000-15.000-1,3.000-15.000-15,0.000-22.000 16,0.000-20.000 0,-2.000-8.000-16</inkml:trace>
  <inkml:trace contextRef="#ctx0" brushRef="#br0">9414.000 12875.000 0,'0.000'0.000'15,"-24.000"18.000"-15,-17.000 8.000 16,-10.000-1.000-16,3.000-10.000 16,13.000-5.000-1</inkml:trace>
  <inkml:trace contextRef="#ctx0" brushRef="#br0">9481.000 12926.000 0,'46.000'24.000'16,"9.000"5.000"-1,-9.000-4.000-15,-18.000-14.000 16,-19.000-21.000-1,-8.000-6.000-15</inkml:trace>
  <inkml:trace contextRef="#ctx0" brushRef="#br0">9649.000 12440.000 0,'16.000'8.000'0,"-1.000"6.000"16,-6.000 6.000-16,-14.000-2.000 15,-2.000-8.000 1,0.000-5.000-16</inkml:trace>
  <inkml:trace contextRef="#ctx0" brushRef="#br0">9237.000 12541.000 0,'0.000'0.000'16,"-14.000"24.000"-16,-10.000 18.000 15,-8.000 16.000 1,-10.000 10.000-16,0.000-4.000 15,1.000-6.000 1,2.000-10.000-16,11.000-12.000 16,6.000-13.000-1,8.000-7.000 1,7.000-7.000-16,7.000-9.000 16,2.000 3.000-16,9.000 2.000 15,11.000 5.000 1,8.000 6.000-16,10.000 8.000 15,11.000 9.000 1,13.000 5.000-16,9.000 1.000 16,10.000-2.000-1,8.000-10.000-15,-3.000-9.000 16,-4.000-8.000 0,-6.000-10.000-16,-9.000-13.000 15,-13.000-16.000 1,-11.000-16.000-16,-13.000 4.000 15</inkml:trace>
  <inkml:trace contextRef="#ctx0" brushRef="#br0">10111.000 12704.000 0,'27.000'8.000'0,"6.000"7.000"16,-8.000 2.000 0,-13.000 6.000-16,-8.000-1.000 15,-5.000-8.000 1</inkml:trace>
  <inkml:trace contextRef="#ctx0" brushRef="#br0">10221.000 13071.000 0,'17.000'29.000'16,"1.000"4.000"0,-4.000-6.000-16</inkml:trace>
  <inkml:trace contextRef="#ctx0" brushRef="#br0">11221.000 12541.000 0,'0.000'0.000'16,"-28.000"6.000"0,-13.000 7.000-16,-4.000 7.000 15,3.000 9.000 1,4.000 6.000-16,5.000 7.000 16,8.000 6.000-1,6.000 8.000-15,5.000 5.000 16,8.000 8.000-1,6.000 4.000-15,12.000 2.000 16,8.000-2.000 0,1.000 2.000-16,0.000-5.000 15,0.000-4.000 1,-10.000-4.000-16,-9.000-3.000 16,-9.000-4.000-1,-6.000-7.000-15,-9.000-5.000 16,-7.000-7.000-1,-9.000-6.000-15,-2.000-7.000 16,0.000-9.000 0,12.000-6.000-16,11.000-4.000 15,6.000-2.000 1,11.000-2.000-16,5.000 4.000 16,7.000 4.000-1,10.000 7.000-15,-3.000 4.000 16,2.000 6.000-16,-1.000 9.000 15,-6.000 9.000 1,-6.000 12.000-16,2.000 6.000 16,-2.000 5.000-1,2.000 4.000-15,2.000 3.000 16,2.000 10.000 0,4.000 9.000-16,-2.000 13.000 15,5.000 8.000 1,-12.000 10.000-16,-4.000 6.000 15,1.000 1.000 1,3.000-3.000-16,9.000-2.000 16,3.000-7.000-1,3.000-11.000-15,1.000-11.000 16,7.000-13.000 0,0.000-14.000-16,-4.000-13.000 15,-7.000-19.000 1</inkml:trace>
  <inkml:trace contextRef="#ctx0" brushRef="#br0">13029.000 12525.000 0,'-47.000'14.000'15,"-37.000"8.000"-15,-10.000 6.000 16,5.000 3.000-1,14.000-4.000-15,21.000-5.000 16,23.000 1.000 0,20.000 6.000-16,21.000 5.000 15,10.000 5.000 1,8.000 8.000-16,1.000 4.000 16,-5.000 5.000-1,-3.000 0.000-15,-9.000 1.000 16,-3.000-6.000-1,-5.000-4.000-15,-6.000-10.000 16,-5.000-11.000 0,-2.000-15.000-16,0.000-16.000 15,-2.000-18.000 1,4.000 2.000-16</inkml:trace>
  <inkml:trace contextRef="#ctx0" brushRef="#br0">12701.000 12969.000 0,'47.000'-8.000'15,"22.000"-1.000"-15,4.000 2.000 16,-3.000 3.000 0,-8.000 0.000-16,-12.000 0.000 15,-9.000 3.000 1,-13.000-5.000-16,-14.000-5.000 15,-12.000-7.000 1,-13.000-6.000-16,-2.000 3.000 16</inkml:trace>
  <inkml:trace contextRef="#ctx0" brushRef="#br0">12803.000 12722.000 0,'50.000'84.000'0,"19.000"42.000"16,-6.000 6.000-1,-9.000-9.000-15,-7.000-15.000 16,-8.000-25.000 0,-5.000-23.000-16,-7.000-21.000 15</inkml:trace>
  <inkml:trace contextRef="#ctx0" brushRef="#br0">13500.000 12560.000 0,'59.000'4.000'0,"16.000"7.000"16,-12.000-1.000-16,-23.000-1.000 15,-28.000 3.000 1,-22.000 4.000-16,-18.000 5.000 16,-9.000 2.000-1,1.000-4.000-15,7.000-4.000 16,8.000-6.000-1,11.000-2.000-15,10.000-7.000 16,11.000 8.000 0,18.000 1.000-16,11.000-5.000 15,4.000 0.000 1,-3.000-2.000-16,-10.000-1.000 16,-11.000 3.000-1,-20.000-4.000-15,-6.000 14.000 16,-27.000 8.000-1,-21.000 4.000-15,-9.000 5.000 16,2.000 1.000 0,10.000-3.000-16,19.000-2.000 15,20.000-5.000 1,29.000-8.000-16,29.000-4.000 16,22.000-5.000-1,19.000-3.000-15,3.000-4.000 16,-9.000-2.000-1,-13.000-3.000-15,-22.000-3.000 16,-18.000-6.000 0,-24.000-11.000-16,-20.000-7.000 15,-24.000-9.000 1,-9.000-9.000-16,4.000 8.000 16</inkml:trace>
  <inkml:trace contextRef="#ctx0" brushRef="#br0">13618.000 12304.000 0,'0.000'0.000'0,"18.000"29.000"16,1.000 29.000 0,-4.000 21.000-16,-14.000 11.000 15,-10.000 2.000 1,-7.000-12.000-16,4.000-23.000 15</inkml:trace>
  <inkml:trace contextRef="#ctx0" brushRef="#br0">13669.000 13037.000 0,'0.000'0.000'16,"0.000"0.000"-16,-24.000 16.000 15,-10.000 0.000 1,1.000-10.000-16,7.000-12.000 16,11.000-9.000-1,10.000-3.000-15,14.000 7.000 16,7.000 9.000 0,4.000 9.000-16,2.000 11.000 15,-2.000 14.000 1,-3.000 9.000-16,-5.000 6.000 15,-5.000-3.000 1,0.000-3.000-16,-3.000-8.000 16,-3.000-11.000-16,0.000-10.000 15,2.000-14.000 1,3.000-16.000-16,4.000-17.000 16,5.000-9.000-1,7.000-1.000 1,0.000 11.000-16,1.000 15.000 15,1.000 14.000-15,3.000 16.000 16,4.000 14.000 0,9.000 12.000-1,4.000 7.000-15,-3.000 4.000 16,-5.000-6.000 0,-4.000-6.000-16,-7.000-10.000 15,-9.000-11.000-15,-1.000-13.000 16,-5.000-19.000-1,-5.000-18.000-15,-7.000-19.000 16,-4.000-5.000 0,0.000 0.000-16,-4.000 12.000 15,-5.000 21.000 1,-1.000 14.000-16,2.000 8.000 16,5.000 5.000-1,-2.000 5.000-15,0.000 4.000 16,-1.000 1.000-1,-5.000 2.000-15,4.000-5.000 16,5.000-11.000 0,13.000-13.000-16,10.000-13.000 15,9.000-7.000 1,-3.000 7.000-16</inkml:trace>
  <inkml:trace contextRef="#ctx0" brushRef="#br0">14434.000 12764.000 0,'55.000'-9.000'15,"25.000"1.000"-15,-4.000 1.000 16,-9.000 2.000 0,-16.000 2.000-16,-9.000-2.000 15,-10.000-8.000 1,-12.000-9.000-16,-8.000 2.000 15</inkml:trace>
  <inkml:trace contextRef="#ctx0" brushRef="#br0">14678.000 12541.000 0,'0.000'56.000'0,"-1.000"32.000"16,-5.000 18.000-1,-3.000 5.000 1,0.000-2.000-16,1.000-14.000 16,3.000-23.000-1,3.000-25.000-15,5.000-29.000 16,2.000-13.000-16</inkml:trace>
  <inkml:trace contextRef="#ctx0" brushRef="#br0">14619.000 12944.000 0,'-36.000'31.000'16,"-7.000"3.000"-1,10.000-15.000-15,24.000-26.000 16,23.000-23.000-1,27.000-17.000-15,36.000 14.000 16,-13.000 23.000-16,-9.000 26.000 16,-4.000 25.000-1,1.000 5.000-15,-5.000 0.000 16,-7.000-3.000 0,-7.000-8.000-16,-11.000-10.000 15,-22.000-25.000 1,3.000 0.000-16,-15.000-30.000 15,-4.000-4.000 1</inkml:trace>
  <inkml:trace contextRef="#ctx0" brushRef="#br0">14795.000 12474.000 0,'0.000'0.000'15,"19.000"6.000"-15,6.000 7.000 16,-6.000 3.000 0,-10.000 0.000-16,-13.000-8.000 15,-4.000-2.000 1</inkml:trace>
  <inkml:trace contextRef="#ctx0" brushRef="#br0">14316.000 12525.000 0,'-8.000'39.000'16,"-5.000"25.000"-16,-7.000 13.000 15,-2.000 1.000 1,0.000 0.000-16,-3.000-11.000 15,3.000-7.000 1,3.000-9.000-16,3.000-12.000 16,6.000-13.000-1,4.000-8.000-15,6.000 0.000 16,5.000 0.000 0,9.000 3.000-16,11.000 1.000 15,12.000 2.000 1,13.000-1.000-16,16.000 4.000 15,17.000-2.000 1,7.000-6.000-16,8.000-3.000 16,1.000-5.000-1,-5.000-4.000-15,-8.000-7.000 16,-12.000-7.000 0,-12.000-9.000-16,-17.000 1.000 15</inkml:trace>
  <inkml:trace contextRef="#ctx0" brushRef="#br0">15468.000 12823.000 0,'21.000'5.000'16,"8.000"1.000"0,-5.000 3.000-16,-9.000-1.000 15,-6.000-2.000-15,-9.000-6.000 16,5.000 1.000 0</inkml:trace>
  <inkml:trace contextRef="#ctx0" brushRef="#br0">15586.000 13106.000 0,'28.000'24.000'16,"2.000"1.000"-16,-8.000-6.000 16</inkml:trace>
  <inkml:trace contextRef="#ctx0" brushRef="#br0">16309.000 12739.000 0,'0.000'0.000'16,"32.000"-5.000"-16,18.000-3.000 16,10.000 3.000-1,0.000 0.000-15,-1.000 4.000 16,-4.000 1.000-1,-4.000-3.000-15,-6.000-1.000 16,-7.000 0.000 0,-10.000-2.000-16,-12.000-4.000 15,-11.000 0.000-15,-9.000-6.000 16,-10.000-3.000 0,-9.000 0.000-16,-4.000 4.000 15,1.000 8.000 1,6.000 5.000-16,2.000 4.000 15,6.000 10.000 1,5.000 9.000-16,3.000 19.000 16,0.000 12.000-1,-1.000 14.000-15,1.000 3.000 16,3.000-6.000 0,-2.000-11.000-16,-2.000-12.000 15,-5.000-10.000 1,-3.000-12.000-16,-4.000-13.000 15,-9.000-13.000 1,-3.000-7.000-16,-5.000-7.000 16,1.000 0.000-1,5.000 3.000-15,9.000 1.000 16,9.000 3.000 0,10.000 1.000-16,13.000 1.000 15,14.000-1.000 1,14.000 0.000-16,9.000-3.000 15,8.000 0.000 1,5.000 1.000-16,2.000 0.000 16,-2.000 4.000-16,-3.000 6.000 15,-7.000 11.000 1,-10.000 10.000-16,-10.000 10.000 16,-10.000 9.000-1,-15.000 7.000-15,-10.000-4.000 16,-7.000-3.000-1,-8.000-11.000-15,1.000-15.000 16,-1.000-20.000 0,4.000-17.000-16,3.000 0.000 15</inkml:trace>
  <inkml:trace contextRef="#ctx0" brushRef="#br0">16957.000 12610.000 0,'0.000'38.000'0,"-7.000"28.000"15,-10.000 13.000 1,-9.000 5.000-16,-10.000-7.000 16,1.000-17.000-1,6.000-23.000-15</inkml:trace>
  <inkml:trace contextRef="#ctx0" brushRef="#br0">16755.000 12858.000 0,'35.000'40.000'16,"12.000"14.000"-16,-11.000 2.000 15,-10.000-8.000 1,-11.000-13.000-16</inkml:trace>
  <inkml:trace contextRef="#ctx0" brushRef="#br0">16452.000 13208.000 0,'36.000'6.000'16,"24.000"2.000"-16,17.000-5.000 16,3.000 2.000-1,-1.000-2.000-15,-5.000-3.000 16,-5.000-6.000-16,-13.000-6.000 15,-6.000-8.000 1,-15.000 0.000-16</inkml:trace>
  <inkml:trace contextRef="#ctx0" brushRef="#br0">17251.000 12850.000 0,'63.000'-13.000'0,"33.000"-3.000"16,7.000 2.000-1,-12.000 7.000-15,-15.000 4.000 16,-18.000 3.000 0,-17.000 1.000-16,-15.000-2.000 15,-18.000-7.000-15,-12.000-9.000 16,-13.000-14.000-1,-2.000 4.000-15</inkml:trace>
  <inkml:trace contextRef="#ctx0" brushRef="#br0">17495.000 12465.000 0,'14.000'60.000'15,"6.000"39.000"-15,-1.000 23.000 16,-5.000 10.000 0,-8.000-5.000-16,-2.000-16.000 15,-3.000-24.000 1,-1.000-28.000-16,2.000-25.000 16,-3.000-27.000-1,-2.000-13.000-15</inkml:trace>
  <inkml:trace contextRef="#ctx0" brushRef="#br0">17478.000 12985.000 0,'-16.000'24.000'16,"-7.000"6.000"-16,-1.000-7.000 15,11.000-17.000 1,6.000-10.000-16</inkml:trace>
  <inkml:trace contextRef="#ctx0" brushRef="#br0">17646.000 13021.000 0,'18.000'11.000'0,"4.000"3.000"16,-4.000-3.000 0,-4.000-9.000-16,-4.000-14.000 15,-5.000-2.000 1</inkml:trace>
  <inkml:trace contextRef="#ctx0" brushRef="#br0">17831.000 13003.000 0,'6.000'40.000'0,"-1.000"14.000"16,-5.000-7.000 0,-4.000-18.000-1,4.000-29.000-15,-1.000-4.000 16,9.000-28.000-16,9.000-15.000 15,9.000-4.000 1,2.000 2.000-16,1.000 9.000 16,-6.000 7.000-1,-1.000 12.000-15,-7.000 16.000 16,-6.000 15.000 0,-5.000 16.000-16,-7.000 16.000 15,-1.000 8.000 1,3.000 3.000-16,2.000 0.000 15,7.000-7.000 1,8.000-8.000-16,8.000-7.000 16,8.000-16.000-1,9.000-19.000 1,3.000-20.000-16,1.000-25.000 16,-1.000-21.000-1,-5.000-19.000-15,-11.000 14.000 16</inkml:trace>
  <inkml:trace contextRef="#ctx0" brushRef="#br0">18478.000 12577.000 0,'14.000'13.000'15,"1.000"12.000"1,-14.000 4.000-16,-20.000 2.000 15,-15.000-5.000 1,3.000-7.000-16</inkml:trace>
  <inkml:trace contextRef="#ctx0" brushRef="#br0">18386.000 13003.000 0,'9.000'30.000'15,"5.000"11.000"-15,-2.000-1.000 16,-7.000-7.000 0,-3.000-11.000-16,-1.000-9.000 15,-1.000-13.000 1,0.000-5.000 0,0.000-15.000-16,7.000-12.000 15,2.000-10.000-15,10.000 4.000 16,6.000 1.000-16,2.000 9.000 15,3.000 6.000 1,-3.000 5.000-16,-3.000 8.000 16,-1.000 7.000-1,-4.000 9.000-15,-3.000 10.000 16,-8.000 13.000 0,-8.000 3.000-16,-5.000 1.000 15,-4.000-5.000 1,-4.000-8.000-16,1.000-4.000 15,2.000-12.000 1,4.000-12.000-16,5.000-18.000 16,8.000-19.000-1,9.000-12.000-15,7.000-10.000 16,5.000 3.000 0,5.000 5.000-16,0.000 9.000 15,-2.000 14.000-15,-2.000 9.000 16,-1.000 15.000-1,3.000 15.000-15,-1.000 21.000 16,1.000 25.000 0,-7.000 23.000-16,-5.000 21.000 15,-9.000 7.000 1,-11.000-4.000-16,-7.000-10.000 16,-6.000-16.000-1,-4.000-18.000 1,-1.000-25.000-16,0.000-29.000 15,-4.000-29.000-15,0.000-30.000 16,-9.000-25.000 0,5.000 9.000-16</inkml:trace>
  <inkml:trace contextRef="#ctx0" brushRef="#br0">18739.000 12935.000 0,'22.000'16.000'15,"6.000"6.000"-15,-3.000-3.000 16,-10.000-6.000-16,-6.000-13.000 16,-6.000-4.000-1</inkml:trace>
  <inkml:trace contextRef="#ctx0" brushRef="#br0">19269.000 12227.000 0,'13.000'8.000'15,"1.000"10.000"-15,-10.000 11.000 16,-7.000 1.000-1,-3.000 2.000-15,5.000 1.000 16,12.000 2.000 0,11.000-4.000-16,15.000 1.000 15,4.000-5.000 1,-1.000 0.000-16,-11.000-2.000 16,-12.000 0.000-1,-21.000 0.000-15,-22.000-1.000 16,-16.000-1.000-1,-14.000-3.000 1,-7.000-8.000-16,-2.000-10.000 0,8.000-4.000 16,8.000 8.000-1,17.000 15.000-15,16.000 9.000 16,17.000 7.000 0,11.000 11.000-16,13.000 12.000 15,5.000 10.000 1,-1.000 3.000-16,-8.000 2.000 15,-8.000-9.000 1,-12.000-13.000-16,-6.000-20.000 16,-7.000-24.000-1,2.000-12.000-15</inkml:trace>
  <inkml:trace contextRef="#ctx0" brushRef="#br0">19227.000 12807.000 0,'0.000'0.000'15,"21.000"-14.000"-15,12.000-4.000 16,5.000 0.000 0,3.000 4.000-16,-2.000 5.000 15,2.000 2.000-15,-3.000 4.000 16,-2.000 2.000-1,-7.000 1.000-15,-9.000 2.000 16,-7.000 5.000 0,-7.000 11.000-16,-6.000 16.000 15,-4.000 22.000 1,-3.000 19.000-16,2.000 10.000 16,3.000 3.000-1,3.000-3.000 1,3.000-5.000-16,6.000-10.000 15,-2.000-13.000-15,-3.000-16.000 16,-4.000-15.000 0,-5.000-18.000-16,-8.000-21.000 15,-7.000-21.000 1,-8.000-21.000-16,-10.000-16.000 16,-8.000-6.000-1,5.000 16.000-15</inkml:trace>
  <inkml:trace contextRef="#ctx0" brushRef="#br0">19210.000 12961.000 0,'19.000'-13.000'0,"15.000"-6.000"15,13.000 2.000 1,0.000 9.000-16,-8.000 5.000 16,-8.000 5.000-1,-16.000 6.000-15,-11.000 7.000 16,-13.000 4.000-1,-19.000 1.000-15,-10.000 0.000 16,-4.000 2.000-16,6.000-2.000 16,10.000-4.000-1,12.000 0.000-15,21.000-1.000 16,23.000 0.000 0,14.000-8.000-16,7.000-8.000 15,2.000-5.000 1,-3.000-6.000-16,-8.000-9.000 15,-13.000-5.000 1,-13.000 4.000-16</inkml:trace>
  <inkml:trace contextRef="#ctx0" brushRef="#br0">19303.000 12790.000 0,'11.000'38.000'16,"3.000"29.000"-16,-3.000 18.000 16,-8.000 8.000-1,-9.000-4.000-15,-1.000-17.000 16,0.000-22.000 0</inkml:trace>
  <inkml:trace contextRef="#ctx0" brushRef="#br0">19757.000 12346.000 0,'0.000'0.000'0,"0.000"0.000"15,0.000 0.000 1,-4.000 19.000-16,1.000 7.000 16,2.000 2.000-1,7.000-3.000 1,10.000-3.000-16,10.000-5.000 16,6.000-6.000-16,3.000-3.000 15,-4.000-3.000 1,-7.000 0.000-16,-12.000 10.000 15,-12.000 15.000 1,-18.000 16.000-16,-17.000 20.000 16,-9.000 23.000-1,-4.000 11.000-15,1.000 0.000 16,11.000-11.000 0,11.000-16.000-16,9.000-19.000 15,8.000-19.000 1,10.000-22.000-16,4.000-10.000 15</inkml:trace>
  <inkml:trace contextRef="#ctx0" brushRef="#br0">19773.000 12858.000 0,'56.000'-12.000'15,"27.000"-2.000"1,1.000-1.000-16,-9.000 7.000 16,-15.000 2.000-16,-11.000 0.000 15,-14.000-8.000 1,-14.000-1.000 0</inkml:trace>
  <inkml:trace contextRef="#ctx0" brushRef="#br0">19917.000 12714.000 0,'8.000'30.000'0,"-1.000"15.000"16,1.000-1.000 0,-4.000-6.000-1,-5.000-13.000-15,1.000-25.000 16,5.000-5.000-16,1.000-11.000 15</inkml:trace>
  <inkml:trace contextRef="#ctx0" brushRef="#br0">20093.000 12577.000 0,'3.000'30.000'0,"-5.000"21.000"15,-6.000 7.000 1,-1.000-2.000-16,2.000-1.000 16,6.000-5.000-1,10.000-7.000 1,12.000-6.000-16,9.000-7.000 16,5.000-5.000-16,-3.000-1.000 15,-6.000 1.000 1,-9.000 3.000-16,-14.000 2.000 15,-16.000 2.000 1,-17.000-1.000-16,-11.000-6.000 16,-9.000-4.000-1,-4.000-14.000-15,6.000-7.000 16,5.000-8.000 0,10.000-10.000-16,12.000-4.000 15,12.000-6.000 1,12.000 2.000-16,14.000 9.000 15,9.000 12.000 1,9.000 12.000-16,9.000 16.000 16,10.000 14.000-1,3.000 10.000-15,-5.000 1.000 16,-9.000 0.000 0,-13.000-9.000-16,-9.000-10.000 15,-21.000-29.000 1,9.000 8.000-16</inkml:trace>
  <inkml:trace contextRef="#ctx0" brushRef="#br0">20531.000 13353.000 0,'18.000'0.000'16</inkml:trace>
  <inkml:trace contextRef="#ctx0" brushRef="#br0">13021.000 13702.000 0,'0.000'0.000'0,"0.000"0.000"16,-26.000 17.000-16,-29.000 11.000 16,-14.000 5.000-1,-5.000 5.000 1,6.000-8.000-16,19.000-8.000 15,15.000-8.000-15,20.000-2.000 16,13.000 3.000 0,10.000 7.000-16,9.000 8.000 15,3.000 9.000 1,0.000 11.000 0,-5.000 6.000-1,-4.000 2.000-15,-2.000-1.000 0,-9.000-1.000 16,-6.000-5.000-1,0.000-8.000-15,3.000-15.000 16,5.000-10.000 0,-3.000-18.000-16,11.000-5.000 15,1.000-25.000 1,2.000-12.000-16,-3.000-9.000 16,-6.000-4.000-1,-5.000 3.000-15,-4.000 13.000 16,-3.000 12.000-1,2.000 10.000-15,4.000 7.000 16,6.000 5.000 0,9.000 2.000-16,15.000 4.000 15,8.000 1.000 1,11.000 1.000-16,5.000 2.000 16,-1.000-3.000-1,-5.000-3.000-15,-9.000-1.000 16,-6.000-1.000-16,-10.000-7.000 15,-12.000-7.000 1,-13.000-10.000-16,-14.000-9.000 16,-11.000-6.000-1,-11.000 0.000-15,0.000 12.000 16,5.000 12.000 0,8.000 16.000-16,10.000 20.000 15,11.000 21.000 1,13.000 31.000-16,4.000 27.000 15,10.000 21.000 1,4.000 10.000-16,6.000-13.000 16,3.000-11.000-1,0.000-20.000-15,-1.000-25.000 16,-3.000-25.000 0,-6.000-24.000-16,-8.000-11.000 15</inkml:trace>
  <inkml:trace contextRef="#ctx0" brushRef="#br0">13476.000 13796.000 0,'45.000'-3.000'0,"17.000"0.000"16,-5.000-7.000 0,-14.000-2.000-16,-16.000 1.000 15</inkml:trace>
  <inkml:trace contextRef="#ctx0" brushRef="#br0">13525.000 13908.000 0,'34.000'8.000'16,"21.000"2.000"-16,1.000 0.000 15,-3.000-6.000-15,-7.000-4.000 16,-11.000 0.000 0,-17.000 0.000-16,-21.000 5.000 15,-19.000 4.000 1,-21.000 6.000-16,-15.000 0.000 15,-7.000 11.000 1,5.000 0.000-16,12.000-4.000 16,21.000 0.000-1,20.000-2.000 1,27.000-6.000-16,27.000-2.000 16,18.000-8.000-16,12.000-4.000 15,-2.000-3.000 1,-9.000-4.000-16,-12.000-2.000 15,-15.000-2.000 1,-21.000-13.000-16,-21.000-8.000 16,-20.000-10.000-1,-19.000-9.000-15,-13.000-10.000 16,-3.000-10.000 0,0.000-2.000-16,8.000 3.000 15,11.000 14.000 1</inkml:trace>
  <inkml:trace contextRef="#ctx0" brushRef="#br0">13533.000 13482.000 0,'19.000'26.000'0,"5.000"29.000"15,-9.000 16.000 1,-11.000 13.000 0,-7.000 1.000-16,-1.000-16.000 15,0.000-20.000 1</inkml:trace>
  <inkml:trace contextRef="#ctx0" brushRef="#br0">13685.000 14087.000 0,'-4.000'23.000'0,"-12.000"14.000"16,-16.000 5.000-1,-10.000-5.000-15,-4.000-7.000 16,1.000-11.000-1,12.000-14.000-15,14.000-12.000 16,18.000-7.000 0,13.000 1.000-16,11.000 8.000 15,2.000 11.000 1,1.000 10.000-16,2.000 11.000 16,-6.000 14.000-1,-3.000 5.000-15,-8.000 0.000 16,-4.000-5.000-1,-3.000-14.000 1,-4.000-8.000-16,0.000-19.000 16,3.000-7.000-16,8.000-25.000 15,7.000-20.000 1,7.000-9.000-16,3.000-1.000 16,0.000 13.000-1,-6.000 20.000-15,-1.000 19.000 16,2.000 23.000-1,-1.000 16.000-15,4.000 15.000 16,4.000 10.000 0,3.000 2.000-16,2.000-2.000 15,-2.000-10.000 1,-4.000-10.000-16,-3.000-15.000 16,-5.000-22.000-1,0.000-20.000-15,-3.000-19.000 16,-7.000-14.000-1,-3.000 8.000-15</inkml:trace>
  <inkml:trace contextRef="#ctx0" brushRef="#br0">14030.000 14232.000 0,'-26.000'19.000'0,"-15.000"5.000"15,7.000-5.000 1,15.000-17.000-16,15.000-18.000 15,8.000-1.000 1</inkml:trace>
  <inkml:trace contextRef="#ctx0" brushRef="#br0">14425.000 14053.000 0,'56.000'6.000'0,"24.000"0.000"16,0.000 1.000 0,-4.000-3.000-16,-11.000-4.000 15,-13.000-8.000 1,-9.000-12.000-16,-11.000-10.000 16,-11.000 3.000-1</inkml:trace>
  <inkml:trace contextRef="#ctx0" brushRef="#br0">14694.000 13754.000 0,'0.000'92.000'15,"2.000"44.000"1,1.000 9.000-16,-3.000-7.000 15,-2.000-24.000-15,1.000-32.000 16,0.000-31.000 0,1.000-31.000-16,0.000-15.000 15</inkml:trace>
  <inkml:trace contextRef="#ctx0" brushRef="#br0">14678.000 14164.000 0,'-28.000'49.000'15,"-16.000"12.000"-15,2.000-10.000 16,9.000-26.000 0,15.000-28.000-16,11.000-10.000 15</inkml:trace>
  <inkml:trace contextRef="#ctx0" brushRef="#br0">14854.000 14248.000 0,'28.000'42.000'16,"7.000"9.000"-16,-7.000-8.000 15,-9.000-19.000-15,-11.000-28.000 16,-6.000-7.000-1</inkml:trace>
  <inkml:trace contextRef="#ctx0" brushRef="#br0">14846.000 13702.000 0,'19.000'19.000'0,"4.000"10.000"16,-4.000 1.000-16,-15.000 0.000 16,-13.000-10.000-1,-5.000-6.000-15</inkml:trace>
  <inkml:trace contextRef="#ctx0" brushRef="#br0">14425.000 13941.000 0,'-3.000'31.000'16,"-6.000"23.000"-16,-9.000 13.000 16,-6.000 6.000-1,-9.000 0.000 1,-4.000-6.000-16,2.000-12.000 15,6.000-12.000-15,3.000-10.000 16,8.000-11.000 0,6.000-8.000-16,12.000-14.000 15,0.000 13.000 1,18.000-2.000-16,19.000 1.000 16,17.000 3.000-1,12.000 1.000-15,14.000 5.000 16,7.000-3.000-1,1.000 3.000-15,0.000-1.000 16,-6.000-1.000 0,-10.000-7.000-16,-8.000-5.000 15,-10.000-8.000 1,-8.000-15.000-16,-6.000-16.000 16,-8.000-21.000-1,-10.000-17.000-15,-7.000-15.000 16,-5.000 15.000-1</inkml:trace>
  <inkml:trace contextRef="#ctx0" brushRef="#br0">15308.000 13933.000 0,'29.000'15.000'15,"-2.000"13.000"-15,-13.000 7.000 16,-8.000-6.000-16</inkml:trace>
  <inkml:trace contextRef="#ctx0" brushRef="#br0">15393.000 14489.000 0,'24.000'20.000'0,"-3.000"-2.000"15,-5.000-7.000 1</inkml:trace>
  <inkml:trace contextRef="#ctx0" brushRef="#br0">16460.000 13643.000 0,'0.000'0.000'15,"0.000"0.000"-15,0.000 0.000 16,36.000-4.000 0,16.000-3.000-16,5.000-3.000 15,-5.000 6.000 1,-12.000 4.000-16,-18.000 9.000 16,-16.000 12.000-1,-14.000 14.000-15,-18.000 11.000 16,-12.000 7.000-1,-10.000-1.000-15,-3.000-4.000 16,6.000-7.000 0,10.000-10.000-16,13.000-12.000 15,22.000-19.000 1,1.000 0.000-16,23.000-14.000 16,17.000-5.000-1,13.000 0.000-15,3.000 1.000 16,-5.000 7.000-1,-6.000 8.000-15,-9.000 9.000 16,-9.000 6.000 0,-6.000 8.000-16,-8.000 5.000 15,-8.000 0.000 1,-8.000 0.000-16,-14.000-6.000 16,-10.000-10.000-16,4.000-3.000 15</inkml:trace>
  <inkml:trace contextRef="#ctx0" brushRef="#br0">16519.000 14223.000 0,'0.000'0.000'15,"41.000"-3.000"-15,18.000-2.000 16,2.000-5.000-1,-7.000 1.000-15,-9.000 0.000 16,-15.000 1.000 0,-12.000-6.000-16,-11.000-3.000 15,-5.000 1.000 1</inkml:trace>
  <inkml:trace contextRef="#ctx0" brushRef="#br0">16637.000 14027.000 0,'-10.000'87.000'0,"-6.000"35.000"15,4.000-6.000 1,5.000-22.000-16,6.000-28.000 16,7.000-37.000-1,9.000-36.000-15,10.000-36.000 16,6.000-27.000-1,7.000-24.000-15,8.000-12.000 16,1.000-1.000 0,3.000 6.000-16,-1.000 11.000 15,-5.000 15.000 1,-8.000 19.000-16,-9.000 18.000 16,-10.000 17.000-1,-11.000 21.000-15,-9.000 24.000 16,-10.000 22.000-1,-5.000 10.000-15,1.000 0.000 16,10.000-5.000 0,13.000-8.000-16,15.000-15.000 15,14.000-13.000 1,13.000-12.000-16,8.000-6.000 16,4.000-5.000-1,-2.000 0.000-15,-15.000 1.000 16,-12.000 5.000-1,-15.000 11.000-15,-14.000 18.000 16,-17.000 17.000 0,-18.000 15.000-16,-11.000 9.000 15,-6.000 0.000 1,-7.000-6.000-16,3.000-17.000 16,0.000-20.000-1,6.000-23.000-15,6.000-25.000 16,9.000-16.000-1,16.000-9.000-15,12.000-3.000 16,12.000 12.000 0,13.000 16.000-16,8.000 14.000 15,3.000 13.000-15,6.000 15.000 16,4.000 11.000 0,7.000 8.000-16,5.000 8.000 15,3.000 11.000 1,0.000 2.000-16,-5.000-6.000 15,-5.000-5.000 1,-6.000-11.000-16,-3.000-17.000 16,-7.000-23.000-1,-5.000-23.000-15,-4.000-31.000 16,-7.000 4.000 0</inkml:trace>
  <inkml:trace contextRef="#ctx0" brushRef="#br0">17764.000 13890.000 0,'20.000'13.000'0,"11.000"6.000"15,-6.000-1.000-15,-10.000 1.000 16,-9.000-3.000-1</inkml:trace>
  <inkml:trace contextRef="#ctx0" brushRef="#br0">17730.000 14189.000 0,'14.000'18.000'0,"12.000"0.000"16,7.000-13.000-1,1.000-13.000-15,5.000-17.000 16,0.000-17.000 0,-1.000-16.000-16,-9.000 7.000 15</inkml:trace>
  <inkml:trace contextRef="#ctx0" brushRef="#br0">18327.000 13583.000 0,'-25.000'45.000'0,"-23.000"22.000"16,-12.000 1.000 0,-4.000-12.000-16,10.000-24.000 15,16.000-15.000 1</inkml:trace>
  <inkml:trace contextRef="#ctx0" brushRef="#br0">18285.000 13805.000 0,'41.000'32.000'16,"10.000"11.000"-1,-11.000 0.000-15,-17.000-7.000 0,-21.000-12.000 16,-16.000-15.000 0,-3.000-9.000-16</inkml:trace>
  <inkml:trace contextRef="#ctx0" brushRef="#br0">18134.000 14018.000 0,'0.000'0.000'16,"15.000"10.000"-16,4.000 1.000 15,-2.000 3.000 1,-5.000-3.000-16,-12.000-11.000 16,3.000 4.000-16</inkml:trace>
  <inkml:trace contextRef="#ctx0" brushRef="#br0">18083.000 14198.000 0,'12.000'18.000'0,"6.000"7.000"16,-1.000 4.000 0,-5.000 2.000-16,-7.000 1.000 15,-6.000 1.000 1,-4.000-2.000-1,1.000-3.000-15,0.000-3.000 16,4.000-5.000-16,6.000-1.000 16,8.000-3.000-16,11.000-6.000 15,10.000-9.000 1,10.000-9.000-16,2.000-11.000 16,2.000-18.000-1,0.000-10.000-15,-3.000-10.000 16,-5.000-5.000-1,-11.000 9.000 1</inkml:trace>
  <inkml:trace contextRef="#ctx0" brushRef="#br0">18638.000 14070.000 0,'47.000'4.000'15,"20.000"-1.000"-15,3.000-5.000 16,-1.000-3.000-1,-2.000-2.000-15,-7.000-5.000 16,-10.000-5.000 0,-9.000-6.000-1,-14.000-6.000-15,-13.000-6.000 16,-15.000-4.000-16,-10.000-4.000 16,-13.000-3.000-1,-6.000-2.000-15,-5.000 0.000 16,-2.000 12.000-1,4.000 13.000-15,4.000 11.000 16,6.000 19.000 0,3.000 19.000-16,6.000 23.000 15,8.000 27.000 1,4.000 22.000-16,-2.000 13.000 16,6.000 7.000-1,1.000-3.000-15,6.000-11.000 16,1.000-17.000-1,-2.000-20.000-15,-1.000-20.000 16,-3.000-23.000 0,-8.000-29.000-1,-4.000-28.000-15,1.000-3.000 0</inkml:trace>
  <inkml:trace contextRef="#ctx0" brushRef="#br0">18773.000 14198.000 0,'-7.000'31.000'15,"-6.000"16.000"-15,-3.000-3.000 16,2.000-11.000 0,5.000-13.000-16,8.000-23.000 15,12.000-19.000 1,11.000-16.000-16,-3.000 4.000 15</inkml:trace>
  <inkml:trace contextRef="#ctx0" brushRef="#br0">18966.000 14232.000 0,'25.000'28.000'0,"2.000"12.000"15,-9.000-3.000 1,-5.000-8.000-16,-9.000-13.000 15,1.000-21.000 1,2.000-17.000-16,5.000-14.000 16,8.000-8.000-1,4.000-4.000-15,2.000 8.000 16,0.000 16.000 0,-3.000 13.000-16,-2.000 10.000 15,-1.000 9.000 1,-5.000 16.000-16,-4.000 13.000 15,-7.000 11.000 1,-6.000 2.000-16,-8.000-3.000 16,0.000-8.000-1,1.000-12.000-15,2.000-12.000 16,7.000-15.000 0,2.000-6.000-16,10.000-21.000 15,8.000-17.000 1,7.000-11.000-16,3.000-5.000 15,5.000 3.000 1,-7.000 10.000-16,-3.000 11.000 16,-5.000 11.000-16,-8.000 9.000 15,-12.000 16.000 1,5.000 6.000-16,-6.000 25.000 16,-5.000 16.000-1,0.000 10.000 1,4.000 5.000-16,7.000-1.000 15,10.000-4.000 1,5.000-10.000-16,12.000-10.000 16,6.000-15.000-16,2.000-17.000 15,-2.000-19.000 1,-2.000-20.000-16,-6.000-18.000 16,-11.000-8.000-1,-9.000-1.000-15,-6.000 6.000 16,-3.000 17.000-1</inkml:trace>
  <inkml:trace contextRef="#ctx0" brushRef="#br0">19958.000 13583.000 0,'6.000'25.000'0,"-3.000"18.000"15,-14.000 4.000 1,-5.000 5.000-16,0.000-1.000 16,9.000-4.000-1,15.000-4.000-15,16.000-8.000 16,12.000-8.000 0,2.000-11.000-16,-1.000-10.000 15,-10.000-15.000 1,-8.000 0.000-16</inkml:trace>
  <inkml:trace contextRef="#ctx0" brushRef="#br0">19824.000 14121.000 0,'0.000'63.000'15,"4.000"26.000"1,2.000-5.000-16,0.000-16.000 15,-3.000-20.000 1,-2.000-17.000-16,-1.000-31.000 16,0.000-8.000-1,0.000-13.000-15</inkml:trace>
  <inkml:trace contextRef="#ctx0" brushRef="#br0">19866.000 14087.000 0,'0.000'0.000'16,"24.000"-7.000"-16,14.000-5.000 15,8.000-5.000 1,4.000 0.000-16,4.000 1.000 16,0.000-1.000-1,-3.000 3.000-15,-6.000 3.000 16,-8.000 3.000-1,-9.000 2.000-15,-12.000 2.000 16,-6.000 12.000 0,-6.000 10.000-16,-7.000 16.000 15,-3.000 20.000-15,-4.000 21.000 16,3.000 14.000 0,5.000 7.000-1,5.000 1.000-15,3.000-3.000 16,6.000-6.000-1,0.000-13.000-15,2.000-17.000 16,-3.000-16.000 0,-9.000-16.000-16,-8.000-22.000 15,-13.000-22.000 1,-7.000-23.000-16,-13.000-21.000 16,-6.000-8.000-1,-8.000-3.000-15,0.000 3.000 16,12.000 19.000-1</inkml:trace>
  <inkml:trace contextRef="#ctx0" brushRef="#br0">19942.000 14275.000 0,'34.000'-12.000'0,"20.000"-6.000"16,3.000 2.000 0,-3.000 6.000-16,-11.000 5.000 15,-12.000 4.000 1,-16.000 4.000-16,-18.000 6.000 15,-21.000 7.000 1,-19.000 3.000-16,-11.000 3.000 16,1.000 4.000-1,6.000-4.000-15,10.000-1.000 16,17.000-4.000 0,22.000-3.000-16,23.000-5.000 15,17.000-3.000 1,13.000-3.000-16,4.000-8.000 15,1.000-4.000 1,-6.000-3.000-16,-9.000-6.000 16,-11.000-7.000-1,-15.000-6.000-15,-14.000-5.000 16,-20.000-7.000-16,-2.000 9.000 16</inkml:trace>
  <inkml:trace contextRef="#ctx0" brushRef="#br0">20076.000 14070.000 0,'9.000'63.000'16,"6.000"37.000"-16,-8.000 9.000 16,-9.000-8.000-1,-5.000-21.000-15,1.000-23.000 16,5.000-29.000-1,2.000-16.000-15</inkml:trace>
  <inkml:trace contextRef="#ctx0" brushRef="#br0">20590.000 13651.000 0,'0.000'0.000'15,"0.000"0.000"-15,-5.000 28.000 16,-5.000 11.000 0,-1.000-2.000-16,3.000-5.000 15,14.000-10.000 1,15.000-7.000-16,18.000-7.000 15,8.000-4.000 1,7.000-6.000 0,-5.000 2.000-16,-6.000 8.000 15,-12.000 13.000-15,-17.000 16.000 16,-18.000 21.000 0,-17.000 20.000-16,-16.000 13.000 15,-7.000 1.000 1,-4.000-11.000-16,2.000-15.000 15,3.000-21.000 1,15.000-23.000-16,11.000-23.000 16,9.000-10.000-1</inkml:trace>
  <inkml:trace contextRef="#ctx0" brushRef="#br0">20732.000 14147.000 0,'64.000'-17.000'16,"27.000"-6.000"-16,-1.000 2.000 15,-16.000 3.000 1,-18.000 3.000-16,-18.000-2.000 16,-18.000-6.000-1,-8.000 3.000 1</inkml:trace>
  <inkml:trace contextRef="#ctx0" brushRef="#br0">20875.000 13941.000 0,'0.000'69.000'0,"-1.000"22.000"16,-2.000-15.000-16,-2.000-23.000 15,3.000-29.000 1,11.000-32.000-16,0.000-9.000 16</inkml:trace>
  <inkml:trace contextRef="#ctx0" brushRef="#br0">21043.000 13805.000 0,'-13.000'50.000'16,"-8.000"27.000"-1,-1.000 1.000-15,8.000-2.000 16,10.000-7.000 0,14.000-6.000-16,12.000-11.000 15,12.000-7.000 1,5.000-5.000-16,3.000-4.000 15,-7.000-5.000 1,-10.000 0.000 0,-13.000 2.000-16,-15.000-3.000 15,-19.000-1.000-15,-16.000-3.000 16,-12.000-6.000 0,-4.000-10.000-16,-1.000-7.000 15,4.000-10.000 1,9.000-9.000-16,11.000-9.000 15,11.000-8.000 1,12.000-3.000-16,8.000 0.000 16,12.000 8.000-16,9.000 12.000 15,9.000 11.000 1,9.000 15.000-16,6.000 11.000 16,1.000 10.000-1,1.000 3.000 1,0.000 5.000-16,-3.000-5.000 15,-10.000-8.000-15,-8.000-11.000 16,-3.000-19.000 0,-3.000-6.000-1</inkml:trace>
  <inkml:trace contextRef="#ctx0" brushRef="#br0">21446.000 14616.000 0,'13.000'-1.000'0,"0.000"0.000"16</inkml:trace>
  <inkml:trace contextRef="#ctx0" brushRef="#br0">12181.000 15000.000 0,'0.000'0.000'16,"0.000"0.000"-16,2.000 34.000 15,-6.000 16.000 1,-3.000 2.000-16,0.000-6.000 16,1.000-10.000-1,2.000-14.000-15,4.000-22.000 16,3.000 0.000-1,2.000-8.000-15</inkml:trace>
  <inkml:trace contextRef="#ctx0" brushRef="#br0">12390.000 15009.000 0,'-1.000'21.000'0,"-9.000"7.000"15,-12.000 2.000 1,-4.000-2.000-16,-3.000-7.000 16,4.000-6.000-1,8.000-6.000 1,8.000 1.000-16,13.000 0.000 16,11.000-2.000-16,7.000 0.000 15,8.000-1.000 1,3.000 1.000-16,0.000 1.000 15,-6.000-1.000 1,-4.000-1.000-16,-8.000-2.000 16,-5.000-5.000-1,-6.000-7.000-15,-2.000-2.000 16</inkml:trace>
  <inkml:trace contextRef="#ctx0" brushRef="#br0">12677.000 14889.000 0,'6.000'42.000'16,"-6.000"19.000"-1,-8.000 8.000-15,-10.000-9.000 16,-1.000-12.000-16,7.000-21.000 15,7.000-22.000 1,4.000-9.000-16</inkml:trace>
  <inkml:trace contextRef="#ctx0" brushRef="#br0">12836.000 14966.000 0,'-3.000'23.000'0,"-7.000"12.000"16,-6.000 0.000-16,-7.000 3.000 15,3.000-4.000 1,6.000-6.000-16,8.000-5.000 16,12.000-4.000-1,13.000-5.000-15,13.000-6.000 16,9.000-9.000-1,4.000-8.000-15,0.000-10.000 16,-12.000-2.000-16,-14.000 2.000 16,-11.000 2.000-1</inkml:trace>
  <inkml:trace contextRef="#ctx0" brushRef="#br0">12356.000 15282.000 0,'63.000'4.000'0,"22.000"-2.000"16,-7.000 1.000-1,-19.000-3.000 1,-17.000 4.000-16,-29.000 9.000 15,-24.000 6.000-15,-21.000 6.000 16,-12.000 4.000 0,-6.000-2.000-16,-3.000 1.000 15,10.000-7.000 1,14.000-6.000-16,13.000-7.000 16,19.000 0.000-1,17.000-7.000-15,15.000-2.000 16,12.000-5.000-16,3.000 0.000 15,1.000-1.000 1,-12.000 1.000-16,-11.000 2.000 16,-12.000 6.000-1,-14.000 3.000 1,-20.000 9.000-16,-21.000 4.000 16,-22.000 7.000-16,-12.000 3.000 15,-5.000 1.000 1,-2.000 0.000-16,14.000-6.000 15,20.000-8.000 1,18.000-5.000-16,31.000-7.000 16,32.000-6.000-1,30.000-8.000-15,25.000-2.000 16,17.000 4.000 0,1.000 5.000-16,-2.000 6.000 15,-18.000 8.000 1,-18.000 8.000-16,-27.000 10.000 15,-25.000 3.000 1,-24.000 1.000-16,-18.000-7.000 16,-16.000-12.000-1,-8.000-17.000-15,7.000-6.000 16</inkml:trace>
  <inkml:trace contextRef="#ctx0" brushRef="#br0">12643.000 15298.000 0,'0.000'62.000'0,"-5.000"41.000"16,-6.000 23.000-1,-6.000 9.000-15,-2.000-10.000 16,2.000-29.000-1,5.000-35.000-15,5.000-23.000 16</inkml:trace>
  <inkml:trace contextRef="#ctx0" brushRef="#br0">12584.000 15555.000 0,'-39.000'45.000'16,"-17.000"18.000"-16,-9.000-2.000 15,5.000-12.000 1,13.000-14.000-16,16.000-16.000 16,17.000-16.000-1,9.000-7.000-15</inkml:trace>
  <inkml:trace contextRef="#ctx0" brushRef="#br0">13206.000 15196.000 0,'57.000'0.000'0,"29.000"3.000"16,5.000 2.000 0,-11.000-1.000-16,-15.000-1.000 15,-15.000-1.000 1,-18.000 0.000-16,-32.000-2.000 15,12.000 3.000 1</inkml:trace>
  <inkml:trace contextRef="#ctx0" brushRef="#br0">13273.000 15504.000 0,'43.000'11.000'15,"33.000"4.000"-15,19.000-4.000 16,2.000-3.000 0,-3.000-6.000-16,-14.000-3.000 15,-17.000-4.000 1,-17.000-7.000-16,-15.000-10.000 16,-13.000-8.000-1,-10.000 5.000 1</inkml:trace>
  <inkml:trace contextRef="#ctx0" brushRef="#br0">14080.000 15086.000 0,'20.000'18.000'0,"4.000"1.000"16,-1.000-3.000-16,8.000-12.000 15,-4.000-7.000 1</inkml:trace>
  <inkml:trace contextRef="#ctx0" brushRef="#br0">14551.000 15051.000 0,'-50.000'20.000'16,"-25.000"10.000"0,-4.000 0.000-16,9.000-3.000 15,17.000-8.000 1,20.000-4.000-16,20.000-1.000 31,26.000 0.000-31,23.000-2.000 0,20.000-5.000 16,9.000-6.000-1,1.000-5.000-15,-9.000-2.000 16,-9.000-5.000 0,-14.000-7.000-1,-20.000-6.000-15,-15.000-4.000 16,-14.000-3.000-16,-12.000-3.000 16,-8.000-3.000-1,-6.000 1.000-15,3.000 7.000 16,6.000 5.000-1,8.000 7.000-15,11.000 8.000 16,4.000 10.000-16,7.000 12.000 16,6.000 18.000-1,3.000 24.000 1,-2.000 18.000-16,-4.000 11.000 16,-5.000 0.000-1,-2.000-8.000-15,-1.000-14.000 16,3.000-17.000-16,-5.000-13.000 15,-4.000-16.000 1,-4.000-15.000-16,-9.000-14.000 16,-1.000-13.000-1,-3.000-4.000 1,2.000-2.000-16,4.000 5.000 16,8.000 5.000-16,10.000 5.000 15,11.000 1.000 1,13.000 3.000-16,20.000-1.000 15,12.000 5.000 1,11.000 7.000-16,1.000 4.000 16,-5.000 4.000-1,-6.000 3.000-15,-15.000 1.000 16,-19.000 5.000 0,-23.000 6.000-16,-19.000 4.000 15,-24.000 2.000 1,-18.000 1.000-16,-13.000 1.000 15,3.000-2.000 1,15.000-3.000-16,20.000-5.000 16,24.000-6.000-1,29.000 3.000 1,31.000-1.000-16,26.000-3.000 16,16.000-7.000-16,4.000-5.000 15,-5.000-3.000 1,-16.000-2.000-16,-14.000-4.000 15,-19.000-4.000 1,-20.000-7.000-16,-22.000-8.000 16,-16.000-3.000-16,-12.000-4.000 15,4.000 7.000 1</inkml:trace>
  <inkml:trace contextRef="#ctx0" brushRef="#br0">14366.000 15358.000 0,'-6.000'49.000'0,"-7.000"27.000"16,-11.000 13.000 0,-7.000 4.000-16,-11.000-4.000 15,-7.000-14.000 1,6.000-21.000-16,7.000-26.000 16,13.000-26.000-1,16.000-23.000 1,11.000-3.000-16</inkml:trace>
  <inkml:trace contextRef="#ctx0" brushRef="#br0">14425.000 15784.000 0,'37.000'54.000'16,"14.000"19.000"-1,-4.000-14.000-15,-10.000-27.000 16,-7.000-32.000-1,-9.000-13.000-15</inkml:trace>
  <inkml:trace contextRef="#ctx0" brushRef="#br0">15098.000 15068.000 0,'18.000'0.000'16,"4.000"0.000"-16,-6.000 2.000 15,-16.000-2.000 1,-4.000 1.000-16,-10.000-1.000 16</inkml:trace>
  <inkml:trace contextRef="#ctx0" brushRef="#br0">14897.000 15162.000 0,'40.000'9.000'16,"21.000"1.000"-16,4.000-8.000 16,-7.000-2.000-1,-8.000 0.000-15,-8.000-2.000 16,-9.000-2.000-1,-7.000 3.000-15,-10.000 0.000 16,-6.000 5.000-16,-4.000 8.000 16,-4.000 9.000-1,-6.000 9.000-15,-5.000 14.000 16,-1.000 13.000 0,3.000 15.000-16,3.000 14.000 15,4.000 7.000 1,5.000 1.000-16,4.000-5.000 15,2.000-11.000 1,-1.000-11.000-16,-2.000-17.000 16,-3.000-16.000-1,-6.000-15.000-15,-6.000-17.000 16,-9.000-23.000 0,-7.000-26.000-16,-7.000-30.000 15,-4.000-16.000 1,-4.000-6.000-16,1.000 8.000 15,11.000 22.000 1</inkml:trace>
  <inkml:trace contextRef="#ctx0" brushRef="#br0">15039.000 15358.000 0,'22.000'8.000'0,"9.000"4.000"16,-2.000 0.000-1,-7.000 5.000-15,-14.000 9.000 16,-19.000 7.000-1,-20.000 8.000-15,-15.000 1.000 16,-7.000-2.000 0,7.000-5.000-1,12.000-10.000-15,14.000-9.000 16,22.000-9.000-16,26.000-11.000 16,26.000-12.000-1,20.000-10.000-15,14.000-9.000 16,3.000-1.000-1,-2.000-1.000 1,-14.000 3.000-16,-18.000 10.000 16,-17.000 7.000-16,-19.000 7.000 15,-21.000 10.000 1,-7.000 3.000-16,-20.000 16.000 16,-8.000 13.000-1,2.000 12.000-15,9.000 9.000 16,18.000 5.000-1,18.000-2.000-15,19.000-10.000 16,16.000-17.000 0,10.000-26.000-16,-8.000-10.000 15</inkml:trace>
  <inkml:trace contextRef="#ctx0" brushRef="#br0">15863.000 15256.000 0,'0.000'0.000'15,"0.000"0.000"-15,0.000 0.000 16,0.000 0.000-1,0.000 0.000-15,0.000 0.000 16,21.000 0.000-16,10.000-1.000 16,-4.000-6.000-1,-6.000-2.000-15</inkml:trace>
  <inkml:trace contextRef="#ctx0" brushRef="#br0">15804.000 15393.000 0,'27.000'8.000'0,"14.000"-1.000"16,9.000-6.000-1,0.000-6.000-15,-7.000 0.000 16,-10.000 0.000-1,-11.000 1.000-15,-13.000 8.000 16,-13.000 10.000 0,-17.000 14.000-16,-11.000 12.000 15,-10.000 10.000 1,-1.000 1.000-16,6.000-1.000 16,8.000-11.000-1,14.000-3.000-15,9.000-10.000 16,12.000-10.000-1,13.000-4.000-15,11.000-5.000 16,7.000 0.000 0,2.000 2.000-16,-5.000-1.000 15,-6.000 0.000-15,-7.000 1.000 16,-8.000-2.000 0,-13.000-7.000-16,-1.000-5.000 15,-10.000-13.000 1,-4.000-14.000-16,3.000 3.000 15</inkml:trace>
  <inkml:trace contextRef="#ctx0" brushRef="#br0">16166.000 15443.000 0,'69.000'-19.000'16,"26.000"-4.000"-16,-7.000 8.000 15,-17.000 13.000 1,-18.000 20.000-16,-18.000 21.000 16,-18.000 18.000-1,-15.000 8.000-15,-12.000 0.000 16,-9.000-9.000 0,-4.000-12.000-16,-1.000-21.000 15,1.000-23.000 1,4.000-26.000-16,6.000-5.000 15</inkml:trace>
  <inkml:trace contextRef="#ctx0" brushRef="#br0">16477.000 15119.000 0,'-19.000'78.000'0,"-16.000"44.000"16,-5.000 6.000 0,-1.000-16.000-16,4.000-27.000 15,13.000-31.000 1,9.000-34.000-16,8.000-16.000 16</inkml:trace>
  <inkml:trace contextRef="#ctx0" brushRef="#br0">16772.000 15341.000 0,'47.000'6.000'0,"23.000"-2.000"16,4.000-8.000-1,-2.000-9.000 1,-4.000-5.000-16,-5.000-2.000 16,-6.000 0.000-1,-9.000 6.000-15,-10.000 3.000 16,-12.000-1.000-16,-14.000-2.000 16,-11.000-7.000-1,-8.000-6.000-15,-8.000-7.000 16,-9.000-2.000-1,-4.000 0.000-15,-2.000 6.000 16,4.000 14.000 0,6.000 10.000-16,5.000 14.000 15,6.000 19.000 1,1.000 23.000-16,1.000 24.000 16,1.000 21.000-1,4.000 14.000-15,5.000 5.000 16,3.000-6.000-1,4.000-18.000-15,-3.000-21.000 16,-1.000-23.000 0,3.000-21.000-16,-3.000-26.000 15,0.000-24.000 1,-4.000-24.000-16,-2.000 5.000 16</inkml:trace>
  <inkml:trace contextRef="#ctx0" brushRef="#br0">17099.000 15443.000 0,'-15.000'53.000'0,"-6.000"12.000"16,-1.000-11.000-16,7.000-20.000 15,15.000-34.000 1,-1.000-3.000-16,13.000-30.000 15,4.000-1.000 1</inkml:trace>
  <inkml:trace contextRef="#ctx0" brushRef="#br0">17284.000 15393.000 0,'14.000'35.000'15,"2.000"15.000"-15,-3.000 1.000 16,-10.000-7.000-1,-4.000-10.000-15,-3.000-14.000 16,-3.000-15.000 0,4.000-18.000-16,6.000-16.000 15,7.000-9.000 1,6.000-3.000-16,5.000 0.000 16,3.000 9.000-1,-1.000 16.000-15,1.000 14.000 16,-1.000 14.000-1,-8.000 12.000-15,-3.000 13.000 16,-8.000 9.000-16,-7.000 4.000 16,-8.000-2.000-1,-4.000-8.000-15,0.000-13.000 16,3.000-15.000 0,3.000-8.000-16,7.000-19.000 15,11.000-20.000 1,9.000-13.000-16,5.000-10.000 15,9.000 3.000 1,1.000 8.000-16,-2.000 10.000 16,-7.000 16.000-1,-6.000 10.000-15,-5.000 12.000 16,-5.000 18.000 0,-6.000 19.000-16,-2.000 15.000 15,0.000 8.000 1,1.000 5.000-16,4.000-7.000 15,7.000-7.000 1,10.000-14.000-16,10.000-18.000 16,9.000-25.000-1,7.000-27.000-15,1.000-26.000 16,-1.000-15.000 0,-11.000 9.000-16</inkml:trace>
  <inkml:trace contextRef="#ctx0" brushRef="#br0">18126.000 15127.000 0,'0.000'0.000'0,"0.000"0.000"15,21.000-1.000-15,15.000 1.000 16,5.000-4.000-1,2.000 0.000-15,3.000-1.000 16,-3.000-1.000 0,8.000 1.000-16,1.000 3.000 31,-5.000 1.000-31,-7.000 2.000 0,-12.000 1.000 16,-13.000 10.000-1,-14.000 10.000-15,-21.000 13.000 16,-24.000 17.000-1,-20.000 11.000-15,-8.000 2.000 16,2.000-9.000 0,9.000-12.000-16,15.000-16.000 15,18.000-19.000 1,15.000-16.000-16,19.000-15.000 16,4.000-1.000-1</inkml:trace>
  <inkml:trace contextRef="#ctx0" brushRef="#br0">18386.000 15308.000 0,'13.000'78.000'0,"2.000"32.000"16,-6.000-4.000-1,-8.000-22.000 1,-6.000-27.000-16,2.000-25.000 15,1.000-27.000-15,3.000-26.000 16,1.000-4.000 0</inkml:trace>
  <inkml:trace contextRef="#ctx0" brushRef="#br0">18529.000 15418.000 0,'27.000'40.000'0,"6.000"13.000"15,-4.000-5.000 1,-10.000-10.000 0,-10.000-13.000-16,-9.000-25.000 15,4.000-6.000-15,-2.000-26.000 16,0.000-3.000 0</inkml:trace>
  <inkml:trace contextRef="#ctx0" brushRef="#br0">18773.000 15086.000 0,'24.000'2.000'16,"16.000"-2.000"-16,10.000 0.000 16,6.000-2.000-1,6.000-2.000-15,3.000-1.000 16,-2.000-1.000-1,-2.000 0.000-15,-5.000-5.000 16,-5.000-5.000 0,-9.000-6.000-16,-12.000 4.000 15</inkml:trace>
  <inkml:trace contextRef="#ctx0" brushRef="#br0">19277.000 15051.000 0,'23.000'121.000'16,"5.000"47.000"-16,-6.000-1.000 16,-12.000-25.000-1,-10.000-25.000-15,-9.000-29.000 16,-8.000-22.000-1,-9.000-27.000-15,-8.000-23.000 16,-6.000-28.000 0,-3.000-26.000-16,-2.000-28.000 15,-3.000-21.000 1,-1.000-21.000-16,-1.000-1.000 16,11.000 23.000-1</inkml:trace>
  <inkml:trace contextRef="#ctx0" brushRef="#br0">18848.000 15231.000 0,'9.000'31.000'0,"1.000"12.000"16,-3.000-1.000 0,-4.000-7.000-16,1.000-12.000 15,1.000-6.000 1,8.000-12.000-16,9.000-6.000 15,5.000-7.000 1,0.000-1.000-16,-4.000 4.000 16,-8.000 0.000-16,-3.000 7.000 15,-6.000 6.000 1,-7.000 12.000-16,-5.000 11.000 16,-7.000 3.000-1,-3.000 1.000-15,-1.000-5.000 16,1.000-3.000-1,5.000-13.000-15,2.000-10.000 16,8.000-22.000 0,13.000-27.000-16,19.000-20.000 15,13.000-16.000 1,13.000-9.000-16,5.000-4.000 16,5.000 2.000-1,3.000 10.000-15,6.000 11.000 16,-4.000 16.000-1,-5.000 17.000-15,-8.000 15.000 16,-12.000 12.000 0,-16.000 11.000-16,-11.000 16.000 15,-10.000 13.000 1,-14.000 10.000-16,-8.000 6.000 16,0.000-1.000-1,4.000-2.000-15,13.000-8.000 16,12.000-6.000-16,15.000-6.000 15,17.000-6.000 1,8.000-9.000 0,-2.000-2.000-16,-8.000-1.000 15,-10.000 1.000 1,-15.000 8.000-16,-15.000 12.000 16,-16.000 17.000-16,-16.000 18.000 15,-11.000 16.000 1,-9.000 17.000-16,-5.000 12.000 15,0.000 2.000 1,4.000-8.000-16,8.000-15.000 16,13.000-19.000-1,9.000-25.000-15,7.000-19.000 16,6.000-28.000 0,12.000-29.000-16,12.000-25.000 15,6.000-25.000 1,3.000-9.000-16,6.000-3.000 15,-3.000 6.000 1,-2.000 18.000-16,-4.000 25.000 16,0.000 24.000-1,0.000 13.000-15,0.000 15.000 16,5.000 15.000 0,2.000 19.000-16,3.000 23.000 15,-2.000 28.000 1,-2.000 23.000-16,-5.000 20.000 15,-10.000 3.000 1,-5.000-6.000-16,-8.000-18.000 16,-3.000-28.000-1,-4.000-29.000-15,-2.000-28.000 16,-6.000-33.000 0,-5.000-34.000-16,-9.000-31.000 15,-4.000-28.000 1,-5.000-19.000-16,-1.000-4.000 15,-1.000 5.000 1,7.000 25.000-16,2.000 32.000 16,3.000 37.000-1,10.000 33.000 1,12.000 25.000-16,7.000 12.000 16,7.000 0.000-16,-1.000-11.000 15,0.000-9.000 1,-3.000-13.000-16,-2.000-15.000 15,2.000-22.000-15,3.000-22.000 16,6.000-20.000 0,7.000-16.000-16,-5.000 15.000 15</inkml:trace>
  <inkml:trace contextRef="#ctx0" brushRef="#br0">20278.000 15136.000 0,'9.000'18.000'0,"-6.000"16.000"16,-15.000 10.000-1,-11.000 4.000-15,-5.000-2.000 32,1.000-4.000-32,10.000-8.000 15,13.000-5.000-15,18.000-6.000 16,18.000-7.000-1,13.000-5.000-15,6.000-3.000 16,-4.000-1.000-16,-7.000-1.000 16,-13.000 3.000-1,-12.000 6.000-15,-15.000 3.000 16,-19.000 11.000 0,-16.000 7.000-16,-12.000 9.000 15,-5.000 5.000 1,3.000-3.000-16,12.000-1.000 15,17.000-6.000 1,19.000-5.000-16,20.000-6.000 16,18.000-8.000-1,14.000-9.000-15,6.000-7.000 16,2.000-6.000-16,-9.000-4.000 16,-12.000 0.000-1,-14.000-1.000-15,-12.000-5.000 16,-17.000-9.000-1,-19.000-6.000-15,-7.000-7.000 16,1.000-1.000 0,5.000-7.000-16,15.000-6.000 15,8.000 9.000 1</inkml:trace>
  <inkml:trace contextRef="#ctx0" brushRef="#br0">20993.000 15016.000 0,'39.000'20.000'0,"7.000"3.000"15,-5.000 2.000 1,-23.000-1.000-1,-15.000-10.000-15,-9.000-14.000 16,-1.000-4.000-16</inkml:trace>
  <inkml:trace contextRef="#ctx0" brushRef="#br0">20816.000 15256.000 0,'-3.000'33.000'16,"0.000"14.000"0,0.000-7.000-16,1.000-9.000 15,2.000-16.000 1,5.000-15.000-16,2.000-15.000 16,-1.000-10.000-1,0.000-12.000-15,4.000-1.000 16,-1.000 2.000-1,2.000 10.000-15,5.000 11.000 16,6.000 5.000 0,2.000 4.000-16,13.000 3.000 15,9.000-4.000 1,13.000 2.000-16,9.000-1.000 16,8.000 3.000-1,-1.000 6.000-15,-6.000 5.000 16,-9.000 2.000-16,-14.000 2.000 15,-19.000 1.000 1,-21.000-2.000-16,-17.000-7.000 16,-16.000-8.000-1,-2.000-4.000-15</inkml:trace>
  <inkml:trace contextRef="#ctx0" brushRef="#br0">20925.000 15256.000 0,'31.000'21.000'0,"11.000"4.000"16,2.000-6.000-16,-3.000-9.000 16,-11.000-11.000-1,-10.000-6.000-15</inkml:trace>
  <inkml:trace contextRef="#ctx0" brushRef="#br0">20976.000 15443.000 0,'14.000'21.000'16,"10.000"10.000"-16,2.000-4.000 15,0.000-2.000 1,-4.000-7.000-16,-10.000-1.000 15,-13.000-5.000 1,-14.000 1.000-16,-18.000 3.000 16,-13.000 7.000-1,-1.000 4.000-15,4.000-2.000 16,13.000-10.000 0,15.000-3.000-16,23.000 0.000 15,24.000-4.000 1,26.000-3.000-16,20.000-5.000 15,14.000-4.000 1,2.000-4.000-16,-9.000 1.000 16,-11.000 0.000-1,-22.000-1.000-15,-18.000-1.000 16,-26.000-8.000 0,-22.000-8.000-16,-18.000-3.000 15,-11.000-5.000 1,-6.000-6.000-1,3.000-3.000-15,8.000 1.000 16,16.000 13.000-16,12.000 14.000 16,16.000 14.000-1,5.000 7.000-15,9.000 11.000 16,-2.000 13.000 0,-1.000 15.000-16,-9.000 17.000 15,-14.000 15.000 1,-15.000 9.000-16,-9.000 1.000 15,-4.000-5.000 1,-3.000-17.000-16,5.000-21.000 16,10.000-25.000-1,16.000-24.000-15,6.000-9.000 16</inkml:trace>
  <inkml:trace contextRef="#ctx0" brushRef="#br0">21438.000 15896.000 0,'54.000'50.000'0,"13.000"8.000"15,-11.000-17.000 1,-13.000-28.000-16,-13.000-32.000 16,-9.000-7.000-1</inkml:trace>
  <inkml:trace contextRef="#ctx0" brushRef="#br0">21783.000 15231.000 0,'50.000'-13.000'0,"16.000"-1.000"15,-7.000 0.000 1,-18.000 5.000-16,-13.000 0.000 16,-11.000 2.000-16</inkml:trace>
  <inkml:trace contextRef="#ctx0" brushRef="#br0">21682.000 15512.000 0,'43.000'18.000'16,"28.000"-1.000"-16,10.000-12.000 15,2.000-14.000 1,-4.000-12.000-16,-8.000-13.000 16,-13.000-7.000-1,-18.000 8.000-15</inkml:trace>
  <inkml:trace contextRef="#ctx0" brushRef="#br0">21968.000 15308.000 0,'-8.000'74.000'16,"-2.000"36.000"-16,2.000-3.000 15,8.000-17.000 1,8.000-22.000-16,3.000-23.000 16,6.000-20.000-1,3.000-23.000-15,6.000-27.000 16,2.000-24.000 0,0.000-22.000-16,-6.000-9.000 15,-5.000-5.000 1,-4.000 8.000-16,-6.000 17.000 15,-3.000 17.000 1,-1.000 17.000-16,-3.000 26.000 16,5.000 9.000-1,0.000 26.000-15,-1.000 21.000 16,-2.000 15.000 0,-2.000 4.000-16,2.000-9.000 15,-1.000-15.000 1,-1.000-20.000-16,0.000-31.000 15,6.000-6.000 1,6.000-33.000-16,1.000-3.000 16</inkml:trace>
  <inkml:trace contextRef="#ctx0" brushRef="#br0">22245.000 15086.000 0,'38.000'-16.000'16,"13.000"-3.000"0,-1.000 5.000-16,-8.000 6.000 15,-6.000 8.000-15,-7.000 9.000 16,-4.000 8.000 0,-4.000 8.000-16,-6.000 9.000 15,-6.000 12.000 1,-7.000 12.000-1,-5.000 17.000-15,-4.000 16.000 16,0.000 13.000 0,6.000 7.000-1,2.000-3.000-15,4.000-13.000 16,0.000-15.000-16,0.000-24.000 16,-1.000-22.000-1,-7.000-25.000-15,-5.000-27.000 16,-1.000-26.000-1,2.000 0.000-15</inkml:trace>
  <inkml:trace contextRef="#ctx0" brushRef="#br0">22430.000 15454.000 0,'-8.000'57.000'0,"-8.000"32.000"16,-13.000 11.000-16,-6.000-1.000 16,-7.000-12.000-1,-2.000-16.000 1,2.000-22.000 0,7.000-21.000-16,13.000-22.000 15,17.000-20.000-15,16.000-18.000 16,13.000-11.000-16,11.000-1.000 15,2.000 6.000 1,-5.000 15.000-16,-4.000 17.000 16,-8.000 16.000-1,-4.000 15.000-15,-1.000 8.000 16,-2.000 7.000 0,-4.000 4.000-16,2.000 1.000 15,4.000-3.000 1,6.000-6.000-1,8.000-9.000-15,7.000-3.000 16,8.000-12.000-16,8.000-9.000 16,4.000-14.000-1,0.000-18.000-15,-1.000-18.000 16,-1.000-13.000 0,-7.000-4.000-1,-12.000 13.000-15</inkml:trace>
  <inkml:trace contextRef="#ctx0" brushRef="#br0">23179.000 15922.000 0,'9.000'4.000'0,"-6.000"-16.000"15,-2.000-3.000 1</inkml:trace>
  <inkml:trace contextRef="#ctx0" brushRef="#br0">2989.000 15887.000 0,'0.000'0.000'0,"0.000"0.000"16,21.000-3.000-1,14.000-5.000-15,7.000-2.000 16,5.000-2.000 0,1.000 4.000-16,-4.000 3.000 15,-11.000 5.000 1,-7.000 8.000-16,-11.000 7.000 16,-13.000 13.000-1,-15.000 8.000-15,-15.000 8.000 16,-11.000 2.000-1,-3.000-3.000-15,5.000-4.000 16,8.000-8.000 0,9.000-12.000-16,8.000-6.000 15,12.000-13.000-15,4.000 5.000 16,10.000-5.000 0,5.000-1.000-16,3.000 0.000 15,-2.000 1.000 1,-6.000 6.000-16,-5.000 8.000 15,-11.000 14.000 1,-17.000 14.000-16,-16.000 10.000 16,-6.000 7.000-1,2.000-2.000-15,10.000-4.000 16,9.000-12.000 0,11.000-11.000-1,12.000-6.000-15,12.000-10.000 16,8.000-6.000-16,11.000-7.000 15,5.000-6.000 1,0.000-4.000-16,2.000-8.000 16,2.000-7.000-16,-2.000-10.000 15,4.000-12.000 1,-1.000-12.000-16,-1.000-8.000 16,-5.000-7.000-1,-4.000 0.000 1,-9.000-2.000-1,-12.000-1.000-15,-7.000 7.000 0,-13.000 3.000 16,-13.000 5.000 0,-14.000 6.000-1,-11.000 6.000-15,-12.000 12.000 16,-7.000 14.000-16,-8.000 12.000 16,-6.000 18.000-1,4.000 18.000-15,1.000 21.000 16,8.000 20.000-1,17.000 15.000-15,15.000 7.000 16,18.000 0.000 0,22.000 5.000-16,19.000-5.000 15,13.000-9.000 1,12.000-9.000-16,12.000-14.000 16,8.000-21.000-1,4.000-24.000 1,-1.000-18.000-16,-5.000-20.000 15,-16.000-2.000-15</inkml:trace>
  <inkml:trace contextRef="#ctx0" brushRef="#br0">3839.000 16357.000 0,'0.000'-14.000'0</inkml:trace>
  <inkml:trace contextRef="#ctx0" brushRef="#br0">4217.000 15845.000 0,'22.000'4.000'0,"18.000"-1.000"15,11.000-1.000 1,10.000-2.000-16,5.000 0.000 16,-1.000-3.000-1,-4.000 1.000-15,-7.000-4.000 16,-11.000 1.000 0,-9.000-1.000-16,-10.000-1.000 15,-16.000-6.000-15,-15.000-2.000 16,-13.000-2.000-1,-10.000 0.000-15,-5.000 0.000 16,-1.000 0.000 0,3.000 1.000-16,5.000 7.000 15,8.000 3.000 1,7.000 3.000-16,3.000 8.000 16,4.000 11.000-1,6.000 16.000-15,6.000 15.000 16,3.000 20.000-1,0.000 8.000-15,0.000 0.000 16,-2.000-8.000 0,-3.000-10.000-16,-4.000-10.000 15,-4.000-13.000 1,-7.000-8.000 0,-1.000-8.000-16,-9.000-9.000 15,0.000-4.000-15,0.000-7.000 16,2.000-4.000-16,8.000 0.000 15,2.000-4.000 1,11.000-5.000-16,9.000-7.000 16,13.000 0.000-1,10.000 0.000-15,12.000 2.000 16,9.000 1.000 0,10.000 2.000-16,11.000 2.000 15,1.000-1.000 1,1.000 2.000-16,-5.000 3.000 15,-14.000 7.000 1,-13.000 2.000-16,-15.000 8.000 16,-16.000 11.000-1,-13.000 9.000-15,-9.000 7.000 16,-7.000 1.000 0,-8.000-4.000-16,-3.000-11.000 15,1.000-19.000-15,2.000-20.000 16,7.000-3.000-1</inkml:trace>
  <inkml:trace contextRef="#ctx0" brushRef="#br0">4890.000 15777.000 0,'-6.000'81.000'15,"-12.000"38.000"-15,-7.000 5.000 16,-5.000-11.000 0,1.000-25.000-16,3.000-33.000 15,6.000-34.000-15,7.000-16.000 16</inkml:trace>
  <inkml:trace contextRef="#ctx0" brushRef="#br0">4731.000 16058.000 0,'31.000'38.000'15,"12.000"18.000"-15,-6.000 7.000 16,-6.000 1.000 0,-5.000-6.000-16,-7.000-8.000 15,-6.000-14.000 1,-7.000-14.000-16,-3.000-11.000 15</inkml:trace>
  <inkml:trace contextRef="#ctx0" brushRef="#br0">4410.000 16552.000 0,'44.000'10.000'0,"30.000"0.000"16,17.000-3.000-1,6.000-2.000-15,-6.000 2.000 16,-3.000 0.000 0,-8.000-4.000-16,-8.000-4.000 15,-19.000-2.000 1</inkml:trace>
  <inkml:trace contextRef="#ctx0" brushRef="#br0">5437.000 16092.000 0,'42.000'-4.000'16,"21.000"-1.000"0,2.000 2.000-16,-2.000 7.000 15,-9.000 4.000 1,-11.000 0.000-16,-18.000 4.000 15,-20.000-2.000 1,-7.000-4.000-16</inkml:trace>
  <inkml:trace contextRef="#ctx0" brushRef="#br0">5335.000 16272.000 0,'46.000'11.000'16,"24.000"3.000"0,14.000-2.000-16,2.000 1.000 15,-3.000-6.000-15,-4.000-5.000 16,-8.000-8.000 0,-11.000-11.000-1,-17.000-1.000-15</inkml:trace>
  <inkml:trace contextRef="#ctx0" brushRef="#br0">6319.000 15691.000 0,'16.000'25.000'0,"-14.000"21.000"16,-30.000 10.000 0,-21.000 1.000-16,-9.000-4.000 15,5.000-9.000 1,13.000-14.000-16,24.000-12.000 16,22.000-9.000-1,23.000-7.000-15,17.000-3.000 16,6.000-2.000-1,-1.000-1.000-15,-10.000 6.000 16,-10.000 4.000-16,-11.000 7.000 16,-16.000 6.000-1,-19.000 12.000-15,-9.000 3.000 16,-10.000 3.000 0,-5.000-7.000-1,-2.000-5.000-15,4.000-7.000 16,4.000-6.000-16,16.000-10.000 15,17.000-2.000 1,2.000 2.000 0,18.000 5.000-16,5.000 5.000 15,4.000 10.000-15,0.000 12.000 16,-5.000 12.000 0,-5.000 12.000-16,-6.000 11.000 15,-6.000 7.000 1,-8.000-2.000-16,-5.000-15.000 15,-1.000-20.000 1,1.000-22.000-16,3.000-29.000 16,8.000-25.000-1,5.000-20.000-15,1.000 5.000 16</inkml:trace>
  <inkml:trace contextRef="#ctx0" brushRef="#br0">6521.000 15828.000 0,'15.000'-20.000'0,"9.000"-7.000"16,4.000 1.000-16,4.000 5.000 16,7.000 3.000-1,8.000 6.000-15,5.000 6.000 16,-1.000 5.000-1,-1.000 8.000-15,-7.000 5.000 16,-8.000 10.000 0,-13.000 13.000-16,-13.000 11.000 15,-13.000 14.000 1,-10.000 4.000-16,-9.000 0.000 16,-7.000-6.000-1,-1.000-9.000-15,3.000-12.000 16,3.000-15.000-1,2.000-18.000-15,8.000-14.000 16,1.000-13.000 0,3.000-1.000-16</inkml:trace>
  <inkml:trace contextRef="#ctx0" brushRef="#br0">6571.000 15963.000 0,'0.000'0.000'0,"0.000"0.000"15,0.000 0.000 1,39.000-4.000-16,20.000 0.000 16,6.000 1.000-1,-6.000 3.000-15,-12.000 2.000 16,-14.000 3.000 0,-16.000 3.000-16,-18.000 4.000 15,-25.000 6.000 1,-26.000 8.000-16,-20.000 3.000 15,-15.000 7.000 1,2.000-2.000-16,13.000-2.000 16,20.000-10.000-1,23.000-3.000-15,29.000-3.000 16,31.000-4.000 0,31.000-4.000-16,23.000-6.000 15,15.000-2.000 1,1.000-2.000-16,-9.000-2.000 15,-17.000-3.000-15,-22.000 2.000 16,-24.000-4.000 0,-19.000-10.000-16,-19.000-12.000 15,-17.000-14.000 1,-11.000-11.000-16,5.000 8.000 16</inkml:trace>
  <inkml:trace contextRef="#ctx0" brushRef="#br0">6697.000 15350.000 0,'12.000'33.000'0,"3.000"36.000"15,-5.000 30.000 1,-6.000 33.000-16,-11.000 21.000 15,-3.000 21.000 1,4.000 6.000 0,4.000-7.000-16,8.000-14.000 15,6.000-25.000 1,2.000-23.000-16,-3.000-27.000 16,-2.000-31.000-1,-9.000-53.000-15,1.000 2.000 16,-2.000-18.000-1</inkml:trace>
  <inkml:trace contextRef="#ctx0" brushRef="#br0">6529.000 16322.000 0,'56.000'10.000'0,"15.000"5.000"15,-11.000-1.000 1,-17.000-5.000-16,-22.000-6.000 16,-22.000-4.000-1,-17.000-6.000-15,-3.000 2.000 16</inkml:trace>
  <inkml:trace contextRef="#ctx0" brushRef="#br0">6462.000 16434.000 0,'64.000'14.000'0,"28.000"0.000"15,4.000-6.000 1,-8.000-4.000-16,-11.000-5.000 15,-13.000-2.000 1,-11.000-7.000 0,-10.000-3.000-16,-12.000-1.000 15</inkml:trace>
  <inkml:trace contextRef="#ctx0" brushRef="#br0">7606.000 15879.000 0,'-9.000'8.000'15,"-4.000"1.000"-15,3.000-1.000 16,3.000-3.000 0</inkml:trace>
  <inkml:trace contextRef="#ctx0" brushRef="#br0">7623.000 15794.000 0,'15.000'-17.000'16,"1.000"1.000"-16,-3.000 5.000 15,-7.000 12.000 1,-9.000 21.000-16,-15.000 21.000 15,-7.000 13.000 1,-4.000 0.000-16,3.000-7.000 16,6.000-11.000-1,10.000-14.000-15,4.000-4.000 16,10.000-4.000 0,3.000-2.000-16,3.000 1.000 15,2.000 0.000 1,-2.000 4.000-16,-2.000 0.000 15,-2.000 7.000-15,-5.000-2.000 16,-1.000 3.000 0,-5.000 4.000-16,-4.000 4.000 15,0.000-1.000 1,1.000 5.000-16,5.000 1.000 16,5.000 1.000-1,3.000 2.000-15,4.000-3.000 16,1.000-2.000-1,-1.000 1.000-15,-3.000 2.000 16,-9.000 2.000 0,-8.000 0.000-16,-2.000-8.000 15,-5.000-9.000 1,-1.000-22.000 0,3.000-27.000-16,7.000-6.000 15</inkml:trace>
  <inkml:trace contextRef="#ctx0" brushRef="#br0">7950.000 15649.000 0,'0.000'0.000'0,"-4.000"20.000"15,-9.000 17.000 1,-8.000 5.000-16,-2.000-2.000 16,4.000-5.000-16,8.000-7.000 15,8.000-7.000 1,11.000-6.000-16,11.000-7.000 16,11.000-6.000-1,7.000-6.000-15,9.000 0.000 16,-3.000 3.000-1,-6.000 1.000-15,-6.000 2.000 16,-11.000 10.000 0,-17.000 12.000-16,-25.000 18.000 15,-22.000 10.000 1,-17.000 7.000-16,-5.000 3.000 16,6.000-3.000-1,13.000-12.000-15,20.000-11.000 16,20.000-8.000-1,22.000-13.000-15,16.000-8.000 16,17.000-9.000 0,11.000-2.000-16,1.000 2.000 15,-5.000 0.000 1,-13.000 5.000-16,-16.000 8.000 16,-19.000 13.000-1,-20.000 14.000-15,-22.000 15.000 16,-13.000 11.000-1,-8.000-4.000-15,-2.000-8.000 16,10.000-23.000 0,17.000-25.000-16,11.000-10.000 15</inkml:trace>
  <inkml:trace contextRef="#ctx0" brushRef="#br0">8119.000 16425.000 0,'11.000'62.000'0,"7.000"29.000"15,2.000 1.000-15,2.000-10.000 16,8.000-15.000 0,7.000-19.000-1,8.000-21.000-15,6.000-29.000 16,3.000-33.000-1,1.000-31.000-15,-6.000-28.000 16,-8.000-20.000 0,-14.000 18.000-16</inkml:trace>
  <inkml:trace contextRef="#ctx0" brushRef="#br0">8741.000 15836.000 0,'6.000'21.000'0,"3.000"10.000"16,-4.000 3.000-1,-2.000-2.000-15,-4.000-6.000 16,-1.000-9.000-16</inkml:trace>
  <inkml:trace contextRef="#ctx0" brushRef="#br0">8724.000 16322.000 0,'0.000'55.000'16,"-4.000"20.000"-16,-2.000-9.000 16,2.000-16.000-1,4.000-19.000-15,7.000-24.000 16,4.000-23.000-16,6.000-16.000 15,7.000-15.000 1,5.000-4.000-16,4.000 4.000 16,2.000 13.000-1,-3.000 13.000-15,-1.000 10.000 16,4.000 9.000 0,1.000 3.000-16,6.000 2.000 15,3.000-1.000 1,2.000 3.000-16,-1.000 1.000 15,-3.000-1.000 1,-5.000 0.000-16,-6.000-7.000 16,-7.000-7.000-1,-13.000-10.000-15,-9.000-8.000 16,-4.000 2.000 0</inkml:trace>
  <inkml:trace contextRef="#ctx0" brushRef="#br0">9127.000 15947.000 0,'10.000'85.000'16,"2.000"51.000"-16,-5.000 22.000 16,-7.000 10.000-1,-6.000-7.000-15,-3.000-23.000 16,3.000-32.000-1,5.000-37.000-15,2.000-29.000 16</inkml:trace>
  <inkml:trace contextRef="#ctx0" brushRef="#br0">9632.000 15623.000 0,'0.000'0.000'0,"0.000"0.000"15,-12.000 24.000-15,-9.000 11.000 16,-3.000 1.000-1,13.000-4.000 1,17.000-9.000-16,23.000-6.000 16,19.000-7.000-16,11.000-1.000 15,-3.000 2.000 1,-6.000 1.000-16,-15.000 5.000 16,-18.000 6.000-1,-21.000 11.000-15,-26.000 4.000 16,-18.000-1.000-1,-10.000-7.000-15,4.000-14.000 16,19.000-18.000-16,15.000-8.000 16</inkml:trace>
  <inkml:trace contextRef="#ctx0" brushRef="#br0">10095.000 15887.000 0,'-14.000'21.000'0,"-25.000"9.000"16,-24.000 2.000-1,-19.000 2.000-15,-11.000-2.000 16,2.000-6.000 0,7.000-4.000-1,20.000-5.000-15,25.000-7.000 16,39.000-10.000-16,10.000 6.000 15,36.000-8.000 1,26.000-3.000-16,20.000-1.000 16,10.000-1.000-1,-6.000 3.000-15,-8.000-1.000 16,-19.000-2.000-16,-19.000 3.000 16,-20.000 0.000-1,-30.000 4.000-15,0.000-8.000 16,-25.000-3.000-1,-19.000-2.000-15,-8.000 1.000 16,8.000 2.000 0</inkml:trace>
  <inkml:trace contextRef="#ctx0" brushRef="#br0">9708.000 16186.000 0,'4.000'63.000'0,"3.000"17.000"15,-2.000-15.000 1,-3.000-25.000-16,0.000-18.000 16,1.000-22.000-1,0.000-20.000-15,0.000-16.000 16,3.000-7.000 0,1.000 1.000-16,-1.000 6.000 15,-1.000 9.000 1,1.000 13.000-16,1.000 9.000 15,8.000 6.000 1,0.000 9.000-16,3.000 4.000 16,3.000 5.000-1,-7.000 6.000-15,-3.000 2.000 16,-7.000 2.000 0,-8.000 3.000-16,-6.000-6.000 15,-7.000-5.000-15,-6.000-6.000 16,1.000-4.000-1,-1.000-4.000-15,7.000-7.000 16,5.000 0.000 0,4.000 2.000-16,7.000-2.000 15,-3.000 9.000 1,0.000 9.000-16,-1.000 6.000 16,-3.000 11.000-16,-7.000 5.000 15,-10.000 4.000 1,-4.000 5.000-16,0.000-2.000 15,2.000-3.000 1,9.000-6.000-16,13.000-4.000 16,23.000-1.000-1,17.000-4.000-15,20.000-8.000 16,12.000-4.000 0,6.000-5.000-16,-3.000-6.000 15,-9.000-6.000 1,-13.000-6.000-16,-12.000-8.000 15,-12.000-11.000 1,-18.000-12.000-16,-13.000-13.000 16,-14.000-4.000-1,-6.000-1.000-15,-1.000 5.000 16,6.000 13.000 0,9.000 17.000-16,15.000 14.000 15,14.000 10.000 1,11.000 5.000-16,15.000 4.000 15,9.000-1.000 1,3.000 2.000-16,-9.000-6.000 16,-10.000-4.000-1,-10.000-2.000-15,-11.000-2.000 16,-11.000-6.000 0,-8.000-10.000-16,-6.000-9.000 15,1.000 2.000 1</inkml:trace>
  <inkml:trace contextRef="#ctx0" brushRef="#br0">10457.000 16118.000 0,'31.000'36.000'15,"7.000"11.000"-15,-4.000-10.000 16,-1.000-13.000-16,-2.000-17.000 16,-6.000-8.000-1</inkml:trace>
  <inkml:trace contextRef="#ctx0" brushRef="#br0">10994.000 16134.000 0,'2.000'63.000'0,"-10.000"31.000"16,-17.000 11.000 0,-18.000 0.000-16,-13.000-5.000 15,-5.000-13.000 1,-1.000-16.000-16,2.000-21.000 15,5.000-24.000-15,14.000-28.000 16,10.000-21.000 0,11.000-19.000-1,9.000 3.000-15</inkml:trace>
  <inkml:trace contextRef="#ctx0" brushRef="#br0">10507.000 16425.000 0,'86.000'86.000'16,"35.000"29.000"-16,-2.000-11.000 16,-21.000-16.000-1,-16.000-23.000-15,-19.000-21.000 16,-12.000-20.000-1,-9.000-23.000-15,-12.000-25.000 16,-12.000-5.000-16</inkml:trace>
  <inkml:trace contextRef="#ctx0" brushRef="#br0">11474.000 16340.000 0,'18.000'18.000'16,"8.000"4.000"-16,-4.000-4.000 16,-4.000-3.000-1,-8.000-6.000-15,-5.000-7.000 16</inkml:trace>
  <inkml:trace contextRef="#ctx0" brushRef="#br0">11591.000 16706.000 0,'10.000'25.000'16,"1.000"-2.000"-16,-1.000-9.000 15</inkml:trace>
  <inkml:trace contextRef="#ctx0" brushRef="#br0">12214.000 16502.000 0,'8.000'27.000'0,"4.000"9.000"16,3.000 1.000-1,-5.000 2.000 1,-2.000-5.000-16,-7.000-5.000 16,-3.000-9.000-16</inkml:trace>
  <inkml:trace contextRef="#ctx0" brushRef="#br0">12592.000 16442.000 0,'20.000'23.000'0,"-4.000"16.000"16,-10.000 2.000-16,-13.000-2.000 15,-14.000-5.000 1,-5.000-12.000-16,-1.000-16.000 15,0.000-16.000 1,3.000-16.000-16,4.000-8.000 16,7.000 4.000-1</inkml:trace>
  <inkml:trace contextRef="#ctx0" brushRef="#br0">12466.000 16374.000 0,'4.000'53.000'16,"-8.000"37.000"-16,-12.000 28.000 16,-10.000 14.000-1,-7.000-7.000-15,-5.000-13.000 16,1.000-18.000 0,2.000-24.000-16,4.000-30.000 15,5.000-31.000 1,6.000-29.000-16,8.000-5.000 15</inkml:trace>
  <inkml:trace contextRef="#ctx0" brushRef="#br0">12466.000 16937.000 0,'29.000'53.000'16,"12.000"21.000"-1,-2.000-4.000-15,-9.000-12.000 16,-9.000-14.000 0,-11.000-22.000-1,-5.000-12.000-15</inkml:trace>
  <inkml:trace contextRef="#ctx0" brushRef="#br0">12903.000 16237.000 0,'0.000'0.000'0,"0.000"0.000"16,-17.000 28.000-1,-16.000 13.000-15,-7.000 7.000 16,2.000-8.000 0,12.000-12.000-16,11.000-9.000 15,12.000-6.000-15,17.000-6.000 16,13.000-3.000 0,12.000-4.000-16,4.000 0.000 15,-1.000 0.000 1,-7.000 3.000-16,-8.000 1.000 15,-10.000 8.000 1,-14.000 12.000-16,-13.000 8.000 16,-13.000 4.000-1,-8.000-2.000 1,-3.000-7.000-16,2.000-21.000 16,10.000-9.000-16</inkml:trace>
  <inkml:trace contextRef="#ctx0" brushRef="#br0">13181.000 16459.000 0,'6.000'14.000'0,"-8.000"10.000"16,-18.000 6.000-1,-22.000 6.000 1,-19.000-1.000-16,-12.000-7.000 15,-4.000-9.000-15,11.000-12.000 16,19.000-7.000 0</inkml:trace>
  <inkml:trace contextRef="#ctx0" brushRef="#br0">12718.000 16698.000 0,'11.000'38.000'16,"6.000"21.000"-1,-5.000 13.000-15,-9.000 9.000 16,-4.000 3.000-16,-3.000-2.000 16,-1.000-12.000-1,1.000-18.000 1,0.000-18.000-16,4.000-34.000 16,2.000-3.000-16,2.000-29.000 15,1.000-22.000 1,-3.000-14.000-16,-2.000-8.000 15,-1.000-3.000 1,-1.000 5.000-16,-1.000 7.000 16,3.000 14.000-16,3.000 20.000 15,0.000 14.000 1,-3.000 19.000 0,4.000-10.000-16,4.000 5.000 15,6.000 2.000-15,8.000-1.000 16,8.000-4.000-1,6.000 0.000-15,9.000 0.000 16,8.000-2.000 0,5.000-1.000-16,1.000 1.000 15,-1.000 2.000 1,-3.000 3.000-16,-7.000 2.000 16,-11.000 6.000-1,-6.000 6.000-15,-7.000 11.000 16,-5.000 12.000-1,-7.000 15.000-15,-7.000 13.000 16,0.000 17.000 0,1.000 17.000-16,-4.000 10.000 15,0.000 4.000 1,0.000-6.000-16,-2.000-11.000 16,0.000-13.000-1,0.000-17.000-15,-1.000-19.000 16,-2.000-15.000-1,-8.000-21.000-15,-7.000-24.000 16,-9.000-25.000-16,-2.000-20.000 16,-2.000-19.000-1,0.000-9.000 1,-2.000-9.000-16,7.000 16.000 16</inkml:trace>
  <inkml:trace contextRef="#ctx0" brushRef="#br0">13055.000 16629.000 0,'-27.000'50.000'16,"-15.000"16.000"-16,-9.000-3.000 16,2.000-12.000-1,9.000-20.000-15,12.000-22.000 16,13.000-18.000-1,16.000-15.000-15,14.000-4.000 16,13.000 2.000 0,9.000 7.000-16,10.000 8.000 15,6.000 14.000 1,-7.000 3.000-16,-5.000 3.000 16,-1.000-2.000-16,-6.000 1.000 15,-6.000 2.000 1,-9.000-3.000-16,-7.000 5.000 15,-11.000 1.000 1,-11.000-1.000-16,-3.000-8.000 16,-7.000-4.000-1,4.000 0.000-15</inkml:trace>
  <inkml:trace contextRef="#ctx0" brushRef="#br0">13063.000 16902.000 0,'-8.000'20.000'15,"-5.000"6.000"-15,-1.000 2.000 16,-3.000 0.000 0,-1.000-3.000-16,2.000-6.000 15,7.000-7.000 1,3.000-5.000-16,6.000-7.000 16,6.000-3.000-1,10.000-6.000-15,8.000-6.000 16,6.000-3.000-1,2.000 6.000-15,-6.000 3.000 16,-3.000 5.000 0,-8.000 8.000-16,-8.000 12.000 15,-11.000 10.000-15,-12.000 8.000 16,-10.000 0.000 0,-5.000-3.000-16,-1.000-4.000 15,7.000-9.000 1,4.000-13.000-16,4.000-14.000 15,13.000-20.000 1,12.000-16.000-16,14.000-9.000 16,10.000-4.000-1,10.000-3.000-15,-4.000 12.000 16</inkml:trace>
  <inkml:trace contextRef="#ctx0" brushRef="#br0">13374.000 16681.000 0,'68.000'4.000'16,"22.000"-1.000"-1,-7.000-3.000-15,-14.000-3.000 16,-12.000-7.000-16,-10.000-6.000 16,-14.000-6.000-1,-12.000-3.000 1,-8.000-1.000-16,-10.000 1.000 15,-7.000 2.000-15,-10.000 4.000 16,-4.000 7.000 0,-3.000 13.000-16,0.000 11.000 15,6.000 6.000 1,3.000 9.000-16,0.000 12.000 16,2.000 11.000-1,-2.000 13.000-15,3.000 13.000 16,3.000 6.000-1,4.000-3.000-15,5.000-14.000 16,5.000-11.000-16,2.000-16.000 31,0.000-12.000-31,-1.000-11.000 0,5.000-16.000 16,3.000-27.000 0,2.000-29.000-16,3.000-22.000 15,-1.000-16.000 1,2.000-7.000-16,-3.000 0.000 15,-4.000 10.000 1,1.000 19.000-16,-3.000 23.000 16,-2.000 17.000-1,-4.000 13.000-15,-8.000 20.000 16,10.000-1.000 0,3.000 16.000-16,0.000 13.000 15,1.000 4.000 1,-2.000-4.000-16,-1.000-4.000 15,1.000-10.000-15,7.000-16.000 16,8.000-19.000 0,8.000-15.000-1,2.000-9.000-15,3.000 3.000 16,0.000 6.000-16,-4.000 14.000 16,-2.000 18.000-1,-6.000 10.000-15,-5.000 3.000 16,-6.000 8.000-1,-7.000 9.000-15,-16.000 8.000 16,-14.000 3.000 0,-16.000 4.000-16,-14.000-4.000 15,-10.000-9.000 1,-2.000-11.000-16,3.000-11.000 16,9.000-11.000-1,4.000-4.000-15,11.000 0.000 16,10.000 8.000-1,13.000 16.000-15,7.000 12.000 16,7.000 7.000 0,3.000 6.000-16,6.000 6.000 15,3.000 4.000 1,-3.000-1.000-16,-1.000-9.000 16,-3.000-7.000-1,-7.000-12.000-15,0.000-21.000 16,1.000-8.000-16,0.000-23.000 15,1.000-11.000 1,1.000-7.000-16,-1.000 2.000 16,-1.000 3.000-1,3.000 12.000-15,2.000 14.000 16,0.000 9.000 0,3.000 5.000-16,3.000 3.000 15,10.000-3.000 1,8.000-3.000-16,10.000-1.000 15,10.000 0.000 1,6.000 2.000-16,4.000 5.000 16,0.000 2.000-1,-2.000 3.000 1,-10.000 9.000-16,-10.000 8.000 0,-13.000 17.000 16,-12.000 17.000-1,-14.000 8.000-15,-14.000 1.000 16,-8.000-8.000-1,-7.000-12.000-15,-4.000-16.000 16,2.000-23.000 0,4.000-22.000-16,6.000-21.000 15,4.000-16.000 1,3.000 3.000-16</inkml:trace>
  <inkml:trace contextRef="#ctx0" brushRef="#br0">14232.000 16647.000 0,'2.000'22.000'0,"-1.000"10.000"15,-1.000 2.000 1,0.000-7.000-16,-6.000-8.000 16,-2.000-7.000-16,-3.000-8.000 15,4.000-14.000 1,1.000-9.000-16,-3.000-5.000 15,-3.000 0.000 1,-1.000 5.000-16,-5.000 5.000 16,-4.000 8.000-1,1.000 9.000-15,5.000 6.000 16,5.000 5.000 0,4.000 6.000-16,2.000 2.000 15,4.000-4.000 1,2.000-4.000-16,-1.000-14.000 15,9.000-7.000-15,8.000-16.000 16,9.000-9.000 0,-4.000 3.000-16</inkml:trace>
  <inkml:trace contextRef="#ctx0" brushRef="#br0">14342.000 16587.000 0,'4.000'54.000'0,"-12.000"21.000"16,-18.000-6.000 0,-18.000-7.000-16,-13.000-14.000 15,-4.000-10.000 1,-2.000-9.000-16,11.000-6.000 16,12.000-6.000-1,18.000-5.000-15,22.000-12.000 16,4.000 0.000-1,18.000-6.000-15,13.000-8.000 16,5.000 1.000-16,4.000 0.000 16,-6.000 3.000-1,-10.000 0.000-15,-11.000 3.000 16,-4.000 6.000 0,-6.000 12.000-16,-11.000 17.000 15,-12.000 15.000-15,-8.000 18.000 16,-6.000 7.000-1,-3.000 1.000-15,1.000-6.000 16,5.000-10.000 0,8.000-14.000-16,5.000-15.000 15,14.000-24.000 1,0.000-2.000-16,11.000-18.000 16,9.000-16.000-1,8.000-11.000-15,5.000-2.000 16,0.000 9.000-1,0.000 9.000-15,-5.000 11.000 16,-3.000 7.000 0,-2.000 9.000-16,-2.000 12.000 15,-1.000 9.000-15,-1.000 14.000 16,-4.000 12.000 0,-4.000 4.000-1,-8.000 3.000-15,-4.000-3.000 16,-6.000-4.000-1,-4.000-11.000-15,-1.000-6.000 16,-5.000-8.000-16,-3.000-9.000 16,0.000-6.000-1,-1.000-8.000-15,5.000 2.000 16,3.000-5.000 0,8.000-6.000-16,8.000-9.000 15,13.000-8.000 1,9.000-3.000-16,5.000 3.000 15,2.000-2.000 1,-6.000 1.000-16,-3.000-1.000 16,-7.000-1.000-16,-7.000 8.000 15</inkml:trace>
  <inkml:trace contextRef="#ctx0" brushRef="#br0">14955.000 16613.000 0,'10.000'-23.000'0,"1.000"-16.000"16,-1.000 1.000-1,-8.000 9.000-15,-5.000 10.000 16,-1.000 3.000-16,-2.000 5.000 16,-4.000 4.000-1,-1.000-1.000-15,2.000 3.000 16,7.000-2.000-1,8.000-4.000-15,16.000-2.000 16,15.000-4.000 0,12.000 1.000-16,4.000 0.000 15,-2.000 3.000 1,-4.000 5.000-16,-10.000 0.000 16,-8.000 8.000-1,-8.000 6.000-15,-9.000 6.000 16,-10.000 16.000-16,-10.000 15.000 15,-14.000 21.000 1,-14.000 28.000-16,-16.000 31.000 16,-9.000 28.000-1,-2.000 15.000-15,6.000-8.000 16,11.000-20.000 0,8.000-29.000-16,13.000-23.000 15,6.000-23.000 1,6.000-23.000-16,2.000-27.000 15,5.000-22.000 1,5.000-20.000-16,6.000-19.000 16,1.000 2.000-1</inkml:trace>
  <inkml:trace contextRef="#ctx0" brushRef="#br0">15527.000 16519.000 0,'-27.000'21.000'16,"-21.000"7.000"-16,-11.000 1.000 15,-9.000-6.000 1,0.000-5.000-16,8.000-10.000 16,16.000-9.000-1,14.000-3.000 1</inkml:trace>
  <inkml:trace contextRef="#ctx0" brushRef="#br0">15098.000 16698.000 0,'31.000'75.000'16,"15.000"29.000"-16,-5.000-9.000 16,-13.000-22.000-1,-11.000-23.000-15,-10.000-16.000 16,-7.000-34.000 0,-2.000 4.000-16,-5.000-24.000 15,-2.000-15.000-15,-1.000-8.000 16,-3.000-4.000-1,3.000-1.000-15,2.000 3.000 16,4.000 6.000 0,11.000 10.000-16,5.000 9.000 15,10.000 4.000 1,10.000 7.000-16,5.000 1.000 16,8.000 2.000-1,0.000 8.000-15,-2.000 8.000 16,-3.000 10.000-16,-8.000 10.000 15,-10.000 10.000 1,-13.000 7.000-16,-15.000-1.000 16,-11.000-1.000-1,-12.000-12.000-15,-7.000-11.000 16,-3.000-16.000 0,0.000-19.000-16,2.000-12.000 15,7.000-11.000 1,8.000 0.000-16,5.000 5.000 15,10.000 8.000 1,7.000 13.000-16,4.000 3.000 16,-4.000 7.000-16,11.000 0.000 15,6.000 3.000 1,0.000 3.000-16,6.000-1.000 16,1.000 1.000-1,2.000 2.000-15,-4.000 0.000 16,-7.000-2.000-1,-6.000 1.000-15,-9.000 6.000 16,-12.000 6.000-16,-14.000 5.000 16,-12.000 5.000-1,-7.000 0.000-15,3.000-2.000 16,5.000-3.000 0,11.000-6.000-16,9.000-6.000 15,17.000-12.000 1,8.000 6.000-16,18.000-4.000 15,11.000-9.000 1,3.000-1.000-16,0.000 3.000 16,-3.000 0.000-1,-7.000 2.000-15,-9.000 5.000 16,-5.000 8.000-16,-6.000 11.000 16,-7.000 14.000-1,-5.000 15.000-15,-4.000 15.000 16,-2.000 10.000-1,5.000 6.000-15,1.000-4.000 16,1.000-9.000 0,1.000-17.000-16,0.000-18.000 15,-3.000-21.000 1,1.000-23.000-16,-1.000-28.000 16,0.000-1.000-1</inkml:trace>
  <inkml:trace contextRef="#ctx0" brushRef="#br0">15334.000 17295.000 0,'-18.000'43.000'0,"-14.000"14.000"15,-11.000-10.000 1,1.000-22.000-16,10.000-26.000 15,14.000-9.000 1</inkml:trace>
  <inkml:trace contextRef="#ctx0" brushRef="#br0">15560.000 17313.000 0,'36.000'43.000'15,"11.000"10.000"-15,-12.000-11.000 16,-15.000-23.000 0,-15.000-25.000-16,-9.000-7.000 15</inkml:trace>
  <inkml:trace contextRef="#ctx0" brushRef="#br0">15897.000 16494.000 0,'43.000'4.000'15,"17.000"2.000"-15,-4.000-4.000 16,-12.000 1.000-1,-13.000 0.000-15,-11.000 1.000 16,-8.000-2.000-16,-6.000-1.000 16</inkml:trace>
  <inkml:trace contextRef="#ctx0" brushRef="#br0">15830.000 16886.000 0,'21.000'19.000'0,"18.000"5.000"16,7.000-3.000-16,6.000-9.000 15,0.000-8.000 1,-3.000-11.000-16,-3.000-9.000 16,-6.000-10.000-1,-5.000-3.000-15,-11.000 1.000 16,-12.000-1.000-1,-11.000 3.000-15,-12.000 0.000 16,-12.000-1.000 0,-10.000 4.000-16,-5.000 7.000 15,-1.000 10.000 1,4.000 11.000-16,10.000 2.000 16,8.000 1.000-16,8.000 6.000 15,8.000 12.000 1,8.000 13.000-16,8.000 20.000 15,0.000 12.000 1,-1.000 8.000-16,1.000 0.000 16,0.000-12.000-1,-3.000-15.000-15,3.000-14.000 16,1.000-16.000 0,0.000-16.000-16,1.000-18.000 15,1.000-26.000 1,0.000-26.000-16,-2.000-23.000 15,-4.000-11.000 1,3.000 0.000-16,0.000 11.000 16,3.000 18.000-1,1.000 21.000-15,0.000 18.000 16,-3.000 16.000-16,-1.000 15.000 16,3.000 21.000-1,-1.000 25.000-15,-4.000 21.000 16,-4.000 10.000-1,-4.000 1.000-15,-3.000-7.000 16,-1.000-13.000 0,-1.000-14.000-16,0.000-23.000 15,0.000-21.000 1,0.000-24.000-16,0.000-24.000 16,-1.000-20.000-1,-6.000-9.000-15,-4.000-6.000 16,-3.000 3.000-1,0.000 8.000-15,3.000 13.000 16,6.000 16.000 0,7.000 13.000-16,6.000 9.000 15,12.000 4.000-15,11.000 3.000 16,10.000 3.000 0,7.000 5.000-16,1.000 5.000 15,2.000 5.000 1,-1.000 9.000-16,-3.000 8.000 15,-2.000 12.000 1,-9.000 13.000 0,-12.000 8.000-16,-14.000 11.000 15,-14.000 3.000-15,-19.000-1.000 16,-11.000-9.000 0,-8.000-16.000-16,-3.000-24.000 15,4.000-23.000 1,8.000-7.000-16</inkml:trace>
  <inkml:trace contextRef="#ctx0" brushRef="#br0">16444.000 16801.000 0,'35.000'11.000'15,"18.000"5.000"-15,3.000-1.000 16,-9.000-2.000-1,-11.000-4.000-15,-8.000-1.000 16,-12.000 2.000 0,-15.000 2.000-16,-17.000 3.000 15,-17.000 6.000-15,-14.000 7.000 16,-12.000 3.000 0,-2.000-1.000-1,6.000-2.000-15,13.000-7.000 16,15.000-5.000-16,17.000-2.000 15,18.000-3.000 1,19.000-4.000-16,17.000-2.000 16,10.000-4.000-1,9.000-5.000-15,-2.000-6.000 16,-8.000-1.000-16,-8.000 1.000 16,-13.000-3.000-1,-11.000-6.000-15,-15.000-9.000 16,-16.000-10.000-1,-13.000-11.000-15,-9.000-2.000 16,-7.000 1.000 0,10.000 7.000-16</inkml:trace>
  <inkml:trace contextRef="#ctx0" brushRef="#br0">16485.000 16604.000 0,'29.000'31.000'0,"7.000"25.000"16,-6.000 25.000 0,-15.000 26.000-16,-9.000 12.000 15,-5.000 6.000-15,-2.000-7.000 16,1.000-11.000 0,5.000-21.000-16,-2.000-22.000 15,-3.000-25.000 1,-1.000-18.000-16</inkml:trace>
  <inkml:trace contextRef="#ctx0" brushRef="#br0">16418.000 17295.000 0,'47.000'9.000'16,"15.000"3.000"0,0.000-4.000-16,-10.000-3.000 15,-11.000-3.000-15,-14.000 0.000 16,-16.000 5.000 0,-11.000 2.000-1,-12.000 8.000-15,-21.000 8.000 16,-15.000 6.000-16,-15.000 6.000 15,-6.000 0.000 1,5.000-4.000-16,12.000-7.000 16,17.000-8.000-1,13.000-8.000-15,22.000-10.000 16,9.000 7.000 0,27.000-5.000-16,21.000-2.000 15,15.000 0.000 1,10.000 0.000-16,4.000-1.000 15,-1.000 0.000 1,-6.000-2.000-16,-10.000-2.000 16,-9.000-8.000-1,-10.000-11.000-15,-15.000 2.000 16</inkml:trace>
  <inkml:trace contextRef="#ctx0" brushRef="#br0">17284.000 17508.000 0,'0.000'10.000'15,"0.000"1.000"-15</inkml:trace>
  <inkml:trace contextRef="#ctx0" brushRef="#br0">18193.000 17141.000 0,'17.000'18.000'16,"9.000"7.000"-16,2.000-4.000 15,-4.000-7.000 1,-9.000-9.000-16,-6.000-5.000 15</inkml:trace>
  <inkml:trace contextRef="#ctx0" brushRef="#br0">18588.000 17048.000 0,'8.000'21.000'0,"-3.000"12.000"16,-11.000 2.000-1,-13.000 2.000-15,-10.000-10.000 16,1.000-11.000 0</inkml:trace>
  <inkml:trace contextRef="#ctx0" brushRef="#br0">18461.000 16988.000 0,'-11.000'84.000'16,"-8.000"36.000"0,-4.000 5.000-16,-4.000-9.000 15,-3.000-20.000 1,-1.000-21.000-16,-4.000-24.000 16,4.000-27.000-1,6.000-15.000-15</inkml:trace>
  <inkml:trace contextRef="#ctx0" brushRef="#br0">18487.000 17398.000 0,'12.000'28.000'16,"12.000"23.000"-16,7.000 9.000 15,0.000 3.000 1,2.000 2.000-16,-9.000-4.000 16,-8.000-10.000-1,-8.000-17.000-15</inkml:trace>
  <inkml:trace contextRef="#ctx0" brushRef="#br0">18857.000 16801.000 0,'0.000'0.000'0,"0.000"0.000"15,0.000 0.000-15,0.000 0.000 16,0.000 0.000 0,-19.000 4.000-16,-4.000 1.000 15</inkml:trace>
  <inkml:trace contextRef="#ctx0" brushRef="#br0">18756.000 16878.000 0,'21.000'4.000'0,"10.000"2.000"16,3.000 0.000-16,3.000-1.000 15,-6.000 2.000 1,-5.000 3.000 0,-9.000 7.000-16,-10.000 8.000 15,-13.000 8.000-15,-9.000 7.000 16,-11.000 2.000-1,-2.000-1.000-15,-2.000-1.000 16,3.000-8.000 0,9.000-10.000-16,18.000-22.000 15,1.000 3.000 1,17.000-20.000-16,15.000-10.000 16,8.000-5.000-1,4.000-4.000 1,2.000 2.000-16,-4.000 4.000 15,-1.000 7.000-15,-10.000 5.000 16,-12.000 5.000 0,-4.000 11.000-16,-10.000 7.000 15,-8.000 9.000 1,-11.000 10.000-16,-8.000 8.000 16,-12.000 9.000-1,-10.000 4.000-15,-8.000-4.000 16,-6.000-5.000-16,4.000-12.000 15,7.000-9.000 1,8.000-12.000-16,13.000-3.000 16,11.000-3.000-1,6.000 2.000-15,8.000 1.000 16,-4.000 3.000 0,2.000 7.000-16,1.000 12.000 15,3.000 11.000 1,0.000 14.000-16,-2.000 13.000 15,-3.000 13.000 1,1.000 11.000-16,1.000 2.000 16,3.000-1.000-1,0.000-12.000-15,2.000-14.000 16,1.000-16.000 0,0.000-21.000-16,-2.000-23.000 15,-3.000-22.000-15,-4.000-21.000 16,-2.000 3.000-1</inkml:trace>
  <inkml:trace contextRef="#ctx0" brushRef="#br0">18756.000 17278.000 0,'0.000'0.000'16,"0.000"0.000"-16,21.000-17.000 15,13.000-6.000 1,6.000-2.000-16,8.000 3.000 16,4.000 1.000-1,7.000 3.000-15,4.000 3.000 16,0.000 2.000 0,-4.000 4.000-16,-8.000 2.000 15,-8.000 3.000 1,-13.000 6.000-16,-7.000 9.000 15,-7.000 14.000 1,-9.000 17.000-16,-5.000 16.000 16,-4.000 15.000-1,-1.000 15.000-15,0.000 10.000 16,2.000 10.000 0,2.000 1.000-16,-1.000-7.000 15,-1.000-11.000 1,0.000-17.000-16,-2.000-18.000 15,0.000-18.000 1,-5.000-15.000-16,-4.000-20.000 16,-6.000-21.000-1,-11.000-18.000-15,-4.000-18.000 16,-4.000-13.000 0,0.000-15.000-16,8.000 13.000 15</inkml:trace>
  <inkml:trace contextRef="#ctx0" brushRef="#br0">19118.000 17193.000 0,'-47.000'55.000'15,"-23.000"28.000"-15,-7.000-3.000 16,4.000-18.000 0,14.000-26.000-16,17.000-17.000 15</inkml:trace>
  <inkml:trace contextRef="#ctx0" brushRef="#br0">19168.000 17313.000 0,'21.000'24.000'15,"9.000"13.000"-15,2.000 6.000 16,-6.000 2.000-16,-3.000-2.000 16,-8.000-6.000-1,-9.000-15.000-15,-4.000-11.000 16</inkml:trace>
  <inkml:trace contextRef="#ctx0" brushRef="#br0">18974.000 17508.000 0,'2.000'24.000'16,"2.000"10.000"-16,0.000 6.000 16,0.000 1.000-1,-3.000 0.000-15,-8.000-6.000 16,-3.000-13.000 0,3.000-9.000-16</inkml:trace>
  <inkml:trace contextRef="#ctx0" brushRef="#br0">19008.000 17483.000 0,'26.000'-1.000'16,"9.000"1.000"-1,0.000 1.000-15,-7.000-1.000 16,-7.000 4.000-16,-6.000 5.000 15,-8.000 6.000 1,-8.000 5.000-16,-10.000 7.000 16,-6.000 0.000-1,-8.000 4.000-15,-5.000 0.000 16,2.000-2.000-16,5.000-5.000 16,7.000-9.000-1,7.000-4.000-15,12.000-6.000 16,9.000 0.000-1,13.000-4.000-15,9.000-6.000 16,9.000-7.000 0,3.000-5.000-1,3.000-6.000-15,0.000-3.000 16,-8.000-4.000-16,-6.000-4.000 16,-10.000 4.000-1</inkml:trace>
  <inkml:trace contextRef="#ctx0" brushRef="#br0">19925.000 17099.000 0,'0.000'0.000'15,"0.000"0.000"-15,6.000 20.000 16,-3.000 8.000 0,-3.000-5.000-16,-2.000-5.000 15</inkml:trace>
  <inkml:trace contextRef="#ctx0" brushRef="#br0">19933.000 17398.000 0,'14.000'47.000'0,"-2.000"14.000"15,-15.000-11.000 1,-5.000-18.000-16</inkml:trace>
  <inkml:trace contextRef="#ctx0" brushRef="#br0">21086.000 16570.000 0,'11.000'5.000'0,"-2.000"7.000"16,-11.000 10.000-1,-17.000 12.000 1,-17.000 10.000-16,-9.000 7.000 15,-12.000 6.000 1,-6.000 4.000-16,-3.000-1.000 16,0.000-4.000-1,2.000-5.000-15,6.000-14.000 16,7.000-18.000 0,19.000-20.000-16,14.000-7.000 15</inkml:trace>
  <inkml:trace contextRef="#ctx0" brushRef="#br0">20883.000 16818.000 0,'20.000'15.000'15,"-2.000"13.000"1,-14.000 10.000-16,-17.000 7.000 16,-21.000 5.000-1,-13.000 1.000-15,-2.000-1.000 16,0.000-5.000 0,5.000-9.000-16,12.000-8.000 15,9.000-12.000 1,23.000-16.000-16,0.000 0.000 15,4.000 2.000 1,19.000-11.000-16,8.000-7.000 16,5.000-4.000-1,-1.000 4.000-15,-3.000 2.000 16,-7.000 7.000 0,-7.000 4.000-16,-10.000 7.000 15,-8.000 13.000-15,-15.000 13.000 16,-10.000 8.000-1,-13.000 6.000-15,-2.000-3.000 16,1.000-7.000 0,10.000-12.000-16,9.000-6.000 15,9.000-11.000 1,11.000-5.000-16,3.000-5.000 16,13.000-13.000-1,11.000-9.000-15,12.000-3.000 16,5.000-3.000-1,12.000 0.000-15,5.000 3.000 16,5.000 6.000 0,0.000 9.000-1,-2.000 8.000-15,-2.000 11.000 16,-6.000 9.000-16,-9.000 10.000 16,-14.000 12.000-1,-13.000 3.000-15,-14.000-6.000 16,-8.000-9.000-1,-7.000-10.000-15,-6.000-17.000 16,-5.000-15.000 0,-2.000-15.000-16,-2.000-13.000 15,5.000 6.000-15</inkml:trace>
  <inkml:trace contextRef="#ctx0" brushRef="#br0">21035.000 17209.000 0,'0.000'55.000'0,"0.000"30.000"15,2.000 15.000 1,1.000 9.000-16,-1.000 1.000 16,-2.000 1.000-1,0.000-11.000-15,-1.000-16.000 16,0.000-21.000-1,-3.000-24.000-15,-1.000-25.000 16,1.000-12.000-16</inkml:trace>
  <inkml:trace contextRef="#ctx0" brushRef="#br0">20816.000 17645.000 0,'-9.000'11.000'15,"-4.000"5.000"-15,3.000-7.000 16,6.000-13.000-16,4.000-11.000 16,1.000-2.000-1</inkml:trace>
  <inkml:trace contextRef="#ctx0" brushRef="#br0">21228.000 17543.000 0,'19.000'44.000'0,"6.000"9.000"16,-13.000-12.000-16,-7.000-14.000 15</inkml:trace>
  <inkml:trace contextRef="#ctx0" brushRef="#br0">21834.000 16826.000 0,'0.000'0.000'16,"-6.000"31.000"0,-14.000 21.000-1,-7.000 5.000-15,-3.000-1.000 16,5.000-5.000-16,9.000-9.000 16,10.000-8.000-1,11.000-6.000-15,10.000-1.000 16,8.000 0.000-1,0.000 1.000-15,-5.000 5.000 16,-6.000 4.000-16,-12.000 6.000 16,-7.000 3.000-1,-9.000 1.000-15,-5.000-6.000 16,0.000-10.000 0,1.000-20.000-16,1.000-23.000 15,9.000-31.000 1,4.000-2.000-16</inkml:trace>
  <inkml:trace contextRef="#ctx0" brushRef="#br0">22078.000 16494.000 0,'24.000'1.000'15,"0.000"11.000"-15,-13.000 12.000 16,-24.000 14.000 0,-15.000 11.000-16,-7.000-3.000 15,7.000-9.000 1,9.000-9.000-16,13.000-10.000 16,11.000-6.000-16,11.000-4.000 15,11.000-8.000 1,10.000-2.000-16,5.000-2.000 15,0.000 2.000 1,-2.000 1.000-16,-12.000 5.000 16,-11.000 8.000-1,-15.000 11.000-15,-20.000 10.000 16,-13.000 12.000 0,-14.000 8.000-16,-4.000-2.000 15,5.000-11.000 1,11.000-10.000-16,13.000-12.000 15,19.000-12.000 1,14.000-6.000-16,10.000-3.000 16,13.000-4.000-16,8.000-5.000 15,-2.000 1.000 1,-5.000 7.000-16,-8.000 4.000 16,-7.000 9.000-1,-13.000 10.000-15,-11.000 11.000 16,-12.000 13.000-1,-18.000 10.000-15,-11.000 7.000 16,-6.000 3.000 0,-2.000-3.000-16,6.000-10.000 15,13.000-13.000 1,10.000-18.000-16,12.000-19.000 16,13.000-17.000-1,14.000-12.000-15,15.000-8.000 16,13.000-1.000-16,7.000 2.000 15,8.000 11.000 1,-1.000 18.000 0,-11.000 13.000-16,-12.000 15.000 15,-11.000 9.000-15,-12.000 3.000 16,-1.000-1.000 0,-1.000-7.000-16,10.000-11.000 15,15.000-17.000 1,16.000-23.000-16,11.000-22.000 15,7.000-12.000 1,-4.000-7.000 0,-14.000 14.000-16</inkml:trace>
  <inkml:trace contextRef="#ctx0" brushRef="#br0">23003.000 16724.000 0,'28.000'9.000'0,"18.000"-2.000"16,8.000-2.000-1,6.000-6.000-15,-1.000-6.000 16,-2.000-3.000-16,-3.000-4.000 15,-10.000-4.000 1,-13.000-4.000-16,-17.000 3.000 16,-8.000 6.000-1</inkml:trace>
  <inkml:trace contextRef="#ctx0" brushRef="#br0">22994.000 17065.000 0,'32.000'-1.000'15,"18.000"-5.000"1,12.000-3.000-16,7.000-2.000 16,0.000 1.000-1,-1.000 1.000-15,-5.000 7.000 16,-8.000 0.000-16,-15.000 0.000 15,-15.000-2.000 1,-14.000-7.000-16,-7.000-1.000 16</inkml:trace>
  <inkml:trace contextRef="#ctx0" brushRef="#br0">23255.000 16809.000 0,'0.000'0.000'0,"-4.000"47.000"16,-13.000 34.000-16,-10.000 22.000 16,-16.000 9.000-1,-3.000-6.000-15,-1.000-19.000 31,7.000-29.000-31,12.000-34.000 0,10.000-15.000 16</inkml:trace>
  <inkml:trace contextRef="#ctx0" brushRef="#br0">23221.000 17065.000 0,'13.000'52.000'16,"3.000"24.000"0,-7.000 1.000-16,-3.000-11.000 15,1.000-15.000 1,2.000-15.000 0,7.000-14.000-16,10.000-9.000 0,6.000-12.000 15,10.000-2.000 1,5.000-8.000-16,3.000 0.000 15,-5.000-1.000 1,-4.000 3.000-16,-10.000 1.000 16,-8.000 2.000-1,-8.000 2.000-15,-6.000 0.000 16,-9.000 2.000-16,0.000 0.000 16,0.000 0.000-16,0.000-5.000 15,-7.000-8.000 1,-5.000-11.000-16,3.000-16.000 15,8.000-18.000 1,11.000-14.000-16,11.000-13.000 16,10.000-4.000-1,5.000 3.000-15,8.000 1.000 16,-9.000 19.000 0</inkml:trace>
  <inkml:trace contextRef="#ctx0" brushRef="#br0">24045.000 16407.000 0,'18.000'-5.000'0,"4.000"3.000"16,-2.000 8.000-1,0.000 5.000-15,1.000 5.000 16,1.000 2.000-1,3.000-2.000-15,-5.000-5.000 16,-3.000-6.000 0,-8.000-10.000-16,-7.000 0.000 15</inkml:trace>
  <inkml:trace contextRef="#ctx0" brushRef="#br0">24045.000 16519.000 0,'37.000'14.000'16,"25.000"0.000"-1,17.000-7.000 1,8.000-5.000-16,-5.000-2.000 0,-12.000 0.000 16,-12.000 0.000-1,-14.000 3.000-15,-18.000 3.000 16,-16.000 2.000-1,-23.000-3.000 1,-16.000-5.000-16,-1.000-1.000 16</inkml:trace>
  <inkml:trace contextRef="#ctx0" brushRef="#br0">24079.000 16629.000 0,'-3.000'53.000'0,"0.000"32.000"16,2.000 18.000 0,-6.000 26.000-16,-8.000 17.000 15,-7.000 15.000 1,-3.000 3.000-16,0.000-10.000 16,5.000-29.000-1,8.000-38.000-15</inkml:trace>
  <inkml:trace contextRef="#ctx0" brushRef="#br0">24272.000 16647.000 0,'19.000'-3.000'16,"11.000"-1.000"-16,-2.000 1.000 16,-4.000 3.000-1,-1.000 6.000-15,-5.000 10.000 16,-9.000 9.000-16,-16.000 7.000 15,-12.000 6.000 1,-7.000 1.000 0,-4.000-5.000-16,8.000-5.000 15,5.000-8.000-15,9.000-7.000 16,7.000-3.000 0,10.000-1.000-16,9.000-5.000 15,5.000-3.000 1,6.000 1.000-16,0.000-1.000 15,-4.000 3.000-15,-11.000 3.000 16,-15.000 4.000 0,-18.000 7.000-16,-20.000 8.000 15,-19.000 8.000 1,-8.000 1.000-16,-1.000-5.000 16,16.000-6.000-1,15.000-10.000-15,36.000-15.000 16,7.000 0.000-1,34.000-10.000-15,26.000-6.000 16,15.000-1.000 0,5.000 7.000-16,-2.000 5.000 15,-12.000 8.000 1,-18.000 5.000-16,-16.000 10.000 16,-21.000 6.000-1,-18.000 3.000-15,-19.000-6.000 16,-1.000-7.000-16</inkml:trace>
  <inkml:trace contextRef="#ctx0" brushRef="#br0">24457.000 17159.000 0,'9.000'43.000'0,"6.000"29.000"15,-8.000 10.000 1,-9.000 5.000-16,-8.000-3.000 16,-1.000-6.000-1,-1.000-15.000-15,0.000-19.000 16,1.000-23.000 0,3.000-13.000-16</inkml:trace>
  <inkml:trace contextRef="#ctx0" brushRef="#br0">24903.000 16647.000 0,'8.000'32.000'16,"5.000"15.000"-16,4.000 7.000 16,0.000-2.000-1,5.000-1.000-15,3.000-5.000 16,4.000-7.000 0,5.000-9.000-16,3.000-8.000 15,0.000-12.000 1,2.000-12.000-16,-4.000-15.000 15,-2.000-19.000-15,-9.000-12.000 16,-10.000-10.000 0,-14.000-7.000-1,-6.000 11.000-15</inkml:trace>
  <inkml:trace contextRef="#ctx0" brushRef="#br0">25155.000 16629.000 0,'-8.000'84.000'0,"-6.000"46.000"16,-5.000 14.000-16,-2.000-1.000 16,4.000-15.000-1,4.000-28.000-15,6.000-36.000 16,2.000-26.000 0</inkml:trace>
  <inkml:trace contextRef="#ctx0" brushRef="#br0">25390.000 16562.000 0,'0.000'0.000'16,"7.000"19.000"-16,0.000 9.000 15,-1.000 3.000 1,1.000-4.000-16,5.000-3.000 16,9.000-4.000-16,12.000-4.000 15,8.000-2.000 1,4.000 1.000-16,-4.000-1.000 16,-16.000-2.000-1,-10.000 6.000-15,-19.000 7.000 16,-21.000 10.000-1,-20.000 4.000-15,-12.000 0.000 16,-4.000-1.000 0,7.000-5.000-16,16.000-9.000 15,12.000-9.000 1,15.000-5.000-16,17.000 2.000 16,15.000-4.000-1,14.000-1.000-15,14.000-5.000 16,6.000-4.000-16,3.000-5.000 15,-1.000-2.000 1,-7.000-2.000-16,-8.000-4.000 16,-10.000-2.000-1,-17.000-7.000-15,-13.000-4.000 16,-12.000-6.000 0,-11.000-7.000-16,-9.000-2.000 15,4.000 9.000 1</inkml:trace>
  <inkml:trace contextRef="#ctx0" brushRef="#br0">25525.000 16604.000 0,'0.000'0.000'16,"0.000"0.000"-16,4.000 31.000 16,0.000 27.000-1,-4.000 19.000 1,-9.000 18.000-16,-3.000 9.000 15,0.000 2.000 1,2.000-9.000-16,3.000-18.000 16,6.000-20.000-1,3.000-22.000-15,0.000-19.000 16,-2.000-11.000-16</inkml:trace>
  <inkml:trace contextRef="#ctx0" brushRef="#br0">25240.000 17313.000 0,'0.000'0.000'0,"23.000"18.000"16,25.000 9.000-1,18.000 2.000-15,12.000-4.000 16,2.000-7.000-16,1.000-10.000 15,-5.000-9.000 1,-17.000-2.000-16</inkml:trace>
  <inkml:trace contextRef="#ctx0" brushRef="#br0">26535.000 16340.000 0,'8.000'18.000'16,"-1.000"12.000"-1,-9.000 12.000-15,-17.000 8.000 16,-16.000 4.000 0,-18.000 3.000-16,-13.000-2.000 15,-2.000-7.000 1,2.000-13.000-16,9.000-13.000 15,13.000-6.000 1,16.000-3.000-16,14.000 1.000 16,14.000 11.000-16,10.000 4.000 15,1.000 5.000 1,2.000 6.000 0,-2.000 5.000-16,2.000 7.000 15,-2.000 7.000 1,-4.000 0.000-16,-5.000-10.000 15,-2.000-11.000 1,0.000-12.000-16,0.000-12.000 16,2.000-14.000-16,3.000-12.000 15,4.000-13.000 1,6.000-9.000-16,1.000-5.000 16,5.000 7.000-1,-1.000 5.000-15,-3.000 10.000 16,-3.000 8.000-1,-3.000 7.000-15,1.000 11.000 16,1.000 13.000 0,0.000 12.000-16,1.000 7.000 15,-2.000 0.000 1,-2.000-3.000-16,-3.000-3.000 16,-1.000-10.000-1,-4.000-10.000-15,-8.000-12.000 16,-7.000-13.000-16,-3.000-16.000 15,-3.000-16.000 1,6.000-16.000 0,11.000-5.000-16,7.000 1.000 15,9.000 5.000 1,5.000 7.000-16,3.000 8.000 16,5.000 7.000-1,0.000 10.000 1,1.000 8.000-16,7.000 9.000 0,-1.000 13.000 15,1.000 12.000 1,1.000 20.000-16,3.000 18.000 16,-4.000 18.000-1,-7.000 19.000-15,-10.000 12.000 16,-12.000 5.000 0,-6.000-7.000-1,-4.000-12.000-15,-5.000-18.000 16,-4.000-25.000-1,-1.000-29.000-15,-4.000-29.000 16,0.000-33.000 0,-1.000-30.000-16,2.000-23.000 15,4.000 12.000 1</inkml:trace>
  <inkml:trace contextRef="#ctx0" brushRef="#br0">26568.000 16945.000 0,'16.000'41.000'16,"3.000"8.000"-1,1.000-14.000-15,-4.000-13.000 16</inkml:trace>
  <inkml:trace contextRef="#ctx0" brushRef="#br0">27064.000 16229.000 0,'18.000'25.000'0,"6.000"12.000"16,0.000 12.000-1,-1.000 4.000-15,-8.000-2.000 16,-4.000-2.000 0,-5.000-9.000-1,-3.000-11.000-15,-3.000-29.000 16,0.000 0.000-16,1.000-20.000 16,0.000-15.000-1,-1.000-7.000-15,4.000-5.000 16,3.000 1.000-1,3.000 5.000-15,2.000 9.000 16,3.000 5.000 0,8.000 4.000-16,8.000 1.000 15,7.000 4.000 1,8.000 5.000-16,10.000 10.000 16,5.000 11.000-16,1.000 10.000 15,-3.000 11.000 1,-9.000 7.000-1,-8.000 6.000-15,-17.000 4.000 16,-16.000-3.000 0,-22.000-2.000-16,-22.000-11.000 15,-16.000-15.000-15,-9.000-17.000 16,10.000-6.000 0</inkml:trace>
  <inkml:trace contextRef="#ctx0" brushRef="#br0">27291.000 16305.000 0,'30.000'-3.000'16,"17.000"2.000"-16,-3.000 1.000 16,-7.000 3.000-1,-6.000 1.000 1,-3.000 2.000-16,-4.000-2.000 15,-6.000-5.000-15,-18.000 1.000 16,0.000-6.000 0,-8.000-1.000-16</inkml:trace>
  <inkml:trace contextRef="#ctx0" brushRef="#br0">27232.000 16425.000 0,'36.000'16.000'16,"18.000"2.000"-16,9.000-5.000 16,2.000-7.000-1,-3.000-1.000-15,-5.000-1.000 16,-7.000 0.000 0,-11.000 2.000-16,-12.000-3.000 15,-27.000-3.000 1,2.000 2.000-16,-22.000-5.000 15,-3.000-1.000 1</inkml:trace>
  <inkml:trace contextRef="#ctx0" brushRef="#br0">26812.000 16664.000 0,'103.000'6.000'15,"47.000"5.000"1,6.000-1.000-16,-7.000-2.000 16,-12.000 1.000-1,-14.000-2.000-15,-16.000-2.000 16,-17.000-1.000-1,-19.000-2.000-15,-19.000-2.000 16,-26.000-3.000-16,-21.000-8.000 16,-27.000-2.000-1,-23.000 5.000-15,3.000 1.000 16</inkml:trace>
  <inkml:trace contextRef="#ctx0" brushRef="#br0">27409.000 16741.000 0,'-17.000'31.000'0,"-5.000"11.000"16,6.000-4.000-16,7.000-8.000 16,8.000-10.000-16,7.000-7.000 15,12.000-6.000 1,14.000-7.000-16,8.000-5.000 15,10.000-4.000-15,1.000 3.000 16,-2.000 5.000 0,-7.000 6.000-16,-5.000 8.000 15,-15.000 9.000 1,-13.000 9.000-16,-18.000 9.000 16,-17.000-2.000-1,-12.000-6.000-15,-2.000-10.000 16,-3.000-10.000-1,5.000-8.000-15,8.000-8.000 16,12.000-7.000 0,9.000-3.000-16,9.000 0.000 15,10.000 2.000 1,2.000 5.000-16,4.000 9.000 16,2.000 12.000-1,0.000 17.000 1,-4.000 15.000-16,-9.000 12.000 15,-9.000 3.000-15,-6.000-1.000 16,-7.000-7.000 0,-5.000-12.000-16,-3.000-14.000 15,-3.000-16.000 1,2.000-20.000-16,4.000-17.000 16,7.000-13.000-1,9.000-9.000-15,11.000 2.000 16,7.000 7.000-1,7.000 10.000-15,-1.000 12.000 16,3.000 9.000 0,1.000 9.000-16,-5.000 12.000 15,-1.000 10.000-15,0.000 8.000 16,0.000 8.000 0,2.000 1.000-16,1.000 3.000 15,2.000-3.000 1,-2.000-3.000-16,2.000-7.000 15,2.000-13.000 1,1.000-20.000-16,0.000-23.000 16,1.000-24.000-1,-6.000 2.000-15</inkml:trace>
  <inkml:trace contextRef="#ctx0" brushRef="#br0">28351.000 16092.000 0,'46.000'9.000'16,"11.000"7.000"-16,-17.000 0.000 15,-20.000-2.000 1,-24.000-1.000-16,-8.000-1.000 16</inkml:trace>
  <inkml:trace contextRef="#ctx0" brushRef="#br0">28249.000 16391.000 0,'42.000'6.000'15,"19.000"-1.000"1,7.000-1.000-16,-2.000 0.000 16,-7.000-1.000-16,-12.000 3.000 15,-9.000 6.000 1,-14.000 6.000-16,-13.000 13.000 16,-22.000 18.000-1,-16.000 21.000-15,-19.000 24.000 16,-13.000 28.000-1,-8.000 22.000-15,1.000 10.000 16,6.000-7.000 0,11.000-21.000-16,14.000-26.000 15,12.000-32.000 1,8.000-34.000-16,8.000-34.000 16,3.000-14.000-1</inkml:trace>
  <inkml:trace contextRef="#ctx0" brushRef="#br0">28434.000 16793.000 0,'75.000'1.000'0,"27.000"2.000"15,-2.000 2.000 1,-17.000-2.000-16,-18.000 2.000 16,-14.000-5.000-1,-11.000-8.000-15,-12.000-8.000 16,-9.000 0.000 0</inkml:trace>
  <inkml:trace contextRef="#ctx0" brushRef="#br0">28771.000 16640.000 0,'-13.000'62.000'0,"-8.000"19.000"16,1.000-14.000-1,5.000-22.000-15,15.000-45.000 16,0.000-5.000-1,5.000-17.000-15</inkml:trace>
  <inkml:trace contextRef="#ctx0" brushRef="#br0">28973.000 16511.000 0,'-9.000'53.000'15,"-11.000"27.000"1,-11.000 1.000-16,-1.000-9.000 16,4.000-12.000-1,11.000-11.000-15,11.000-10.000 16,12.000-4.000 0,9.000-6.000-16,9.000-5.000 15,2.000-3.000-15,1.000-2.000 16,-1.000 2.000-1,-8.000 2.000-15,-14.000 5.000 16,-14.000 10.000 0,-16.000 1.000-16,-14.000 1.000 15,-9.000-3.000 1,-4.000-8.000-16,2.000-12.000 16,6.000-8.000-1,9.000-11.000-15,7.000-12.000 16,8.000-8.000-1,9.000-4.000-15,5.000-5.000 16,7.000 2.000-16,3.000 4.000 16,5.000 5.000-1,3.000 5.000-15,4.000 10.000 16,1.000 6.000-16,6.000 10.000 16,6.000 10.000-1,6.000 11.000-15,7.000 8.000 16,9.000 10.000-1,-1.000 3.000-15,-3.000-3.000 16,2.000-6.000 0,-3.000-13.000-16,0.000-21.000 15,-6.000-19.000 1,-10.000-7.000-16</inkml:trace>
  <inkml:trace contextRef="#ctx0" brushRef="#br0">29385.000 17475.000 0,'8.000'8.000'15,"2.000"2.000"-15</inkml:trace>
  <inkml:trace contextRef="#ctx0" brushRef="#br0">11616.000 12739.000 0,'0.000'0.000'16,"0.000"0.000"-16,0.000 0.000 16,0.000 0.000-16,0.000 0.000 15,0.000 0.000 1,0.000 0.000-16,0.000 0.000 16,0.000 0.000-1,19.000 5.000-15,13.000 4.000 16,10.000-4.000-1,7.000-4.000-15,6.000-1.000 16,-3.000 0.000 0,4.000 2.000-16,-5.000-4.000 15,-5.000-2.000-15,-4.000 3.000 16,-9.000 1.000 0,-10.000 1.000-16,-23.000-1.000 15,0.000 0.000 1,6.000 3.000-16</inkml:trace>
  <inkml:trace contextRef="#ctx0" brushRef="#br0">11516.000 13080.000 0,'19.000'9.000'0,"16.000"0.000"16,10.000-6.000-1,16.000-8.000-15,11.000-4.000 16,8.000 0.000-16,-1.000 0.000 15,2.000-3.000 1,-2.000 2.000-16,-9.000 3.000 16,-8.000 4.000-1,-9.000 2.000-15,-15.000 0.000 16,-11.000-4.000 0,-18.000-3.000-16,-7.000 1.000 15</inkml:trace>
  <inkml:trace contextRef="#ctx0" brushRef="#br0">11717.000 12917.000 0,'12.000'33.000'0,"2.000"18.000"16,-2.000 14.000-1,-7.000 5.000-15,-5.000-3.000 16,0.000-8.000 0,-1.000-14.000-1,1.000-20.000-15,1.000-12.000 16</inkml:trace>
  <inkml:trace contextRef="#ctx0" brushRef="#br0">12020.000 12764.000 0,'14.000'75.000'0,"0.000"41.000"16,-4.000 9.000-1,-6.000-4.000-15,-6.000-19.000 16,-2.000-31.000 0</inkml:trace>
  <inkml:trace contextRef="#ctx0" brushRef="#br0">11600.000 13950.000 0,'31.000'-2.000'16,"15.000"2.000"0,11.000-3.000-16,0.000-2.000 15,0.000-2.000-15,2.000 0.000 16,-5.000 0.000-1,-5.000 1.000-15,-12.000 1.000 16,-8.000 2.000 0,-7.000 0.000-16,-8.000-2.000 15,-4.000-4.000 1,-10.000-3.000 0,-11.000-6.000-16,-2.000-3.000 15,-7.000-3.000-15,-3.000 1.000 16,-1.000 2.000-1,-1.000 5.000-15,2.000 6.000 16,8.000 6.000 0,15.000 4.000-16,-7.000 8.000 15,8.000 10.000-15,5.000 7.000 16,-1.000 11.000 0,0.000 4.000-16,-3.000 4.000 15,-3.000-2.000 1,-2.000-7.000-16,0.000-8.000 15,-2.000-11.000 1,-2.000-14.000-16,2.000-5.000 16</inkml:trace>
  <inkml:trace contextRef="#ctx0" brushRef="#br0">11785.000 14078.000 0,'2.000'32.000'16,"1.000"15.000"-1,-1.000-4.000-15,1.000-7.000 16,-2.000-8.000-16,-1.000-10.000 16,0.000-18.000-1,0.000-2.000-15,2.000-14.000 16,1.000-10.000-1,3.000-5.000-15,2.000-5.000 16,0.000 2.000 0,1.000 5.000-16,1.000 7.000 15,-1.000 8.000 1,-1.000 7.000-16,-2.000 2.000 16,4.000 2.000-1,4.000 4.000-15,8.000 1.000 16,9.000 2.000-16,5.000 1.000 15,-1.000-3.000 1,-5.000 1.000-16,-5.000 1.000 16,-9.000 0.000-1,-6.000 1.000-15,-8.000 2.000 16,-13.000 5.000 0,-11.000 1.000-16,-14.000 1.000 15,-7.000 4.000 1,3.000 2.000-16,-2.000 0.000 15,8.000-6.000 1,11.000-5.000-16,10.000-4.000 16,15.000-3.000-1,14.000-5.000-15,12.000-4.000 16,6.000-3.000-16,8.000 0.000 16,0.000-1.000-1,-3.000 1.000-15,-7.000 5.000 16,-12.000 2.000-1,-9.000 5.000-15,-11.000 9.000 16,-14.000 7.000 0,-9.000 9.000-16,-11.000 5.000 15,-8.000 5.000 1,-2.000 1.000-16,-5.000 0.000 16,0.000-3.000-1,3.000-8.000-15,11.000-8.000 16,11.000-11.000-1,15.000-11.000-15,15.000-9.000 16,16.000-8.000 0,11.000-4.000-16,10.000 2.000 15,5.000 1.000 1,-2.000 9.000-16,-4.000 11.000 16,-10.000 15.000-1,-8.000 11.000-15,-5.000 6.000 16,-3.000 6.000-1,-4.000-2.000-15,0.000-2.000 16,1.000-3.000-16,11.000-8.000 16,2.000-10.000-1,13.000-24.000 1,7.000-18.000-16,7.000-27.000 16,-2.000-22.000-16,-3.000-14.000 15,-8.000-6.000 1,-12.000 18.000-16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12"/>
          <a:srcRect t="1" b="-70"/>
          <a:stretch>
            <a:fillRect/>
          </a:stretch>
        </p:blipFill>
        <p:spPr>
          <a:xfrm>
            <a:off x="-9525" y="7302"/>
            <a:ext cx="12192000" cy="6853238"/>
          </a:xfrm>
          <a:prstGeom prst="rect">
            <a:avLst/>
          </a:prstGeom>
        </p:spPr>
      </p:pic>
      <p:grpSp>
        <p:nvGrpSpPr>
          <p:cNvPr id="21" name="Group 2"/>
          <p:cNvGrpSpPr/>
          <p:nvPr userDrawn="1"/>
        </p:nvGrpSpPr>
        <p:grpSpPr bwMode="auto">
          <a:xfrm>
            <a:off x="-9525" y="2540"/>
            <a:ext cx="11442700" cy="546100"/>
            <a:chOff x="0" y="0"/>
            <a:chExt cx="7208" cy="344"/>
          </a:xfrm>
        </p:grpSpPr>
        <p:sp>
          <p:nvSpPr>
            <p:cNvPr id="24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 userDrawn="1"/>
          </p:nvSpPr>
          <p:spPr bwMode="auto">
            <a:xfrm>
              <a:off x="260" y="85"/>
              <a:ext cx="6948" cy="173"/>
            </a:xfrm>
            <a:prstGeom prst="rect">
              <a:avLst/>
            </a:prstGeom>
            <a:gradFill rotWithShape="0">
              <a:gsLst>
                <a:gs pos="0">
                  <a:srgbClr val="779F92"/>
                </a:gs>
                <a:gs pos="100000">
                  <a:srgbClr val="D6EEFC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26" name="Rectangle 7"/>
            <p:cNvSpPr>
              <a:spLocks noChangeArrowheads="1"/>
            </p:cNvSpPr>
            <p:nvPr userDrawn="1"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0">
                <a:solidFill>
                  <a:srgbClr val="006666"/>
                </a:solidFill>
              </a:endParaRPr>
            </a:p>
          </p:txBody>
        </p:sp>
        <p:sp>
          <p:nvSpPr>
            <p:cNvPr id="27" name="Rectangle 8"/>
            <p:cNvSpPr>
              <a:spLocks noChangeArrowheads="1"/>
            </p:cNvSpPr>
            <p:nvPr userDrawn="1"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0">
                <a:solidFill>
                  <a:srgbClr val="006666"/>
                </a:solidFill>
              </a:endParaRPr>
            </a:p>
          </p:txBody>
        </p:sp>
        <p:sp>
          <p:nvSpPr>
            <p:cNvPr id="28" name="Rectangle 9"/>
            <p:cNvSpPr>
              <a:spLocks noChangeArrowheads="1"/>
            </p:cNvSpPr>
            <p:nvPr userDrawn="1"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9DC2D7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0">
                <a:solidFill>
                  <a:srgbClr val="9DC2D7"/>
                </a:solidFill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 userDrawn="1"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0">
                <a:solidFill>
                  <a:srgbClr val="006666"/>
                </a:solidFill>
              </a:endParaRPr>
            </a:p>
          </p:txBody>
        </p:sp>
        <p:sp>
          <p:nvSpPr>
            <p:cNvPr id="30" name="Rectangle 11"/>
            <p:cNvSpPr>
              <a:spLocks noChangeArrowheads="1"/>
            </p:cNvSpPr>
            <p:nvPr userDrawn="1"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779F92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31" name="Rectangle 12"/>
            <p:cNvSpPr>
              <a:spLocks noChangeArrowheads="1"/>
            </p:cNvSpPr>
            <p:nvPr userDrawn="1"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9DC2D7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0">
                <a:solidFill>
                  <a:srgbClr val="9DC2D7"/>
                </a:solidFill>
              </a:endParaRPr>
            </a:p>
          </p:txBody>
        </p:sp>
        <p:sp>
          <p:nvSpPr>
            <p:cNvPr id="32" name="Rectangle 13"/>
            <p:cNvSpPr>
              <a:spLocks noChangeArrowheads="1"/>
            </p:cNvSpPr>
            <p:nvPr userDrawn="1"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9DC2D7"/>
            </a:solidFill>
            <a:ln w="9525">
              <a:noFill/>
              <a:miter lim="800000"/>
            </a:ln>
            <a:effectLst/>
          </p:spPr>
          <p:txBody>
            <a:bodyPr/>
            <a:lstStyle>
              <a:defPPr>
                <a:defRPr lang="zh-CN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1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0">
                <a:solidFill>
                  <a:srgbClr val="9DC2D7"/>
                </a:solidFill>
              </a:endParaRPr>
            </a:p>
          </p:txBody>
        </p:sp>
      </p:grpSp>
      <p:pic>
        <p:nvPicPr>
          <p:cNvPr id="22" name="图片 21"/>
          <p:cNvPicPr/>
          <p:nvPr userDrawn="1"/>
        </p:nvPicPr>
        <p:blipFill>
          <a:blip r:embed="rId13"/>
          <a:srcRect l="25417" r="24583" b="38831"/>
          <a:stretch>
            <a:fillRect/>
          </a:stretch>
        </p:blipFill>
        <p:spPr>
          <a:xfrm>
            <a:off x="11713845" y="-2540"/>
            <a:ext cx="487680" cy="6121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图片 22"/>
          <p:cNvPicPr/>
          <p:nvPr userDrawn="1"/>
        </p:nvPicPr>
        <p:blipFill>
          <a:blip r:embed="rId14"/>
          <a:srcRect b="26667"/>
          <a:stretch>
            <a:fillRect/>
          </a:stretch>
        </p:blipFill>
        <p:spPr>
          <a:xfrm>
            <a:off x="9815195" y="88900"/>
            <a:ext cx="1932305" cy="34988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9.xml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9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9.xml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3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19.xml"/><Relationship Id="rId16" Type="http://schemas.openxmlformats.org/officeDocument/2006/relationships/image" Target="../media/image17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8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9.xml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8.bin"/><Relationship Id="rId24" Type="http://schemas.openxmlformats.org/officeDocument/2006/relationships/vmlDrawing" Target="../drawings/vmlDrawing5.vml"/><Relationship Id="rId23" Type="http://schemas.openxmlformats.org/officeDocument/2006/relationships/slideLayout" Target="../slideLayouts/slideLayout19.xml"/><Relationship Id="rId22" Type="http://schemas.openxmlformats.org/officeDocument/2006/relationships/image" Target="../media/image8.wmf"/><Relationship Id="rId21" Type="http://schemas.openxmlformats.org/officeDocument/2006/relationships/oleObject" Target="../embeddings/oleObject37.bin"/><Relationship Id="rId20" Type="http://schemas.openxmlformats.org/officeDocument/2006/relationships/image" Target="../media/image7.wmf"/><Relationship Id="rId2" Type="http://schemas.openxmlformats.org/officeDocument/2006/relationships/image" Target="../media/image24.wmf"/><Relationship Id="rId19" Type="http://schemas.openxmlformats.org/officeDocument/2006/relationships/oleObject" Target="../embeddings/oleObject36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35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34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39.bin"/><Relationship Id="rId24" Type="http://schemas.openxmlformats.org/officeDocument/2006/relationships/vmlDrawing" Target="../drawings/vmlDrawing6.vml"/><Relationship Id="rId23" Type="http://schemas.openxmlformats.org/officeDocument/2006/relationships/slideLayout" Target="../slideLayouts/slideLayout19.xml"/><Relationship Id="rId22" Type="http://schemas.openxmlformats.org/officeDocument/2006/relationships/image" Target="../media/image8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7.wmf"/><Relationship Id="rId2" Type="http://schemas.openxmlformats.org/officeDocument/2006/relationships/image" Target="../media/image33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37.wmf"/><Relationship Id="rId17" Type="http://schemas.openxmlformats.org/officeDocument/2006/relationships/vmlDrawing" Target="../drawings/vmlDrawing7.vml"/><Relationship Id="rId16" Type="http://schemas.openxmlformats.org/officeDocument/2006/relationships/slideLayout" Target="../slideLayouts/slideLayout19.xml"/><Relationship Id="rId15" Type="http://schemas.openxmlformats.org/officeDocument/2006/relationships/image" Target="../media/image44.wmf"/><Relationship Id="rId14" Type="http://schemas.openxmlformats.org/officeDocument/2006/relationships/oleObject" Target="../embeddings/oleObject55.bin"/><Relationship Id="rId13" Type="http://schemas.openxmlformats.org/officeDocument/2006/relationships/image" Target="../media/image43.wmf"/><Relationship Id="rId12" Type="http://schemas.openxmlformats.org/officeDocument/2006/relationships/oleObject" Target="../embeddings/oleObject54.bin"/><Relationship Id="rId11" Type="http://schemas.openxmlformats.org/officeDocument/2006/relationships/image" Target="../media/image42.png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4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57.bin"/><Relationship Id="rId23" Type="http://schemas.openxmlformats.org/officeDocument/2006/relationships/vmlDrawing" Target="../drawings/vmlDrawing8.vml"/><Relationship Id="rId22" Type="http://schemas.openxmlformats.org/officeDocument/2006/relationships/slideLayout" Target="../slideLayouts/slideLayout19.xml"/><Relationship Id="rId21" Type="http://schemas.openxmlformats.org/officeDocument/2006/relationships/image" Target="../media/image54.wmf"/><Relationship Id="rId20" Type="http://schemas.openxmlformats.org/officeDocument/2006/relationships/oleObject" Target="../embeddings/oleObject65.bin"/><Relationship Id="rId2" Type="http://schemas.openxmlformats.org/officeDocument/2006/relationships/image" Target="../media/image45.wmf"/><Relationship Id="rId19" Type="http://schemas.openxmlformats.org/officeDocument/2006/relationships/image" Target="../media/image53.wmf"/><Relationship Id="rId18" Type="http://schemas.openxmlformats.org/officeDocument/2006/relationships/oleObject" Target="../embeddings/oleObject64.bin"/><Relationship Id="rId17" Type="http://schemas.openxmlformats.org/officeDocument/2006/relationships/image" Target="../media/image52.wmf"/><Relationship Id="rId16" Type="http://schemas.openxmlformats.org/officeDocument/2006/relationships/oleObject" Target="../embeddings/oleObject63.bin"/><Relationship Id="rId15" Type="http://schemas.openxmlformats.org/officeDocument/2006/relationships/image" Target="../media/image42.png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56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58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55.wmf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19.xml"/><Relationship Id="rId11" Type="http://schemas.openxmlformats.org/officeDocument/2006/relationships/image" Target="../media/image59.wmf"/><Relationship Id="rId10" Type="http://schemas.openxmlformats.org/officeDocument/2006/relationships/oleObject" Target="../embeddings/oleObject70.bin"/><Relationship Id="rId1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1.wmf"/><Relationship Id="rId3" Type="http://schemas.openxmlformats.org/officeDocument/2006/relationships/oleObject" Target="../embeddings/oleObject72.bin"/><Relationship Id="rId22" Type="http://schemas.openxmlformats.org/officeDocument/2006/relationships/vmlDrawing" Target="../drawings/vmlDrawing10.vml"/><Relationship Id="rId21" Type="http://schemas.openxmlformats.org/officeDocument/2006/relationships/slideLayout" Target="../slideLayouts/slideLayout19.xml"/><Relationship Id="rId20" Type="http://schemas.openxmlformats.org/officeDocument/2006/relationships/image" Target="../media/image68.wmf"/><Relationship Id="rId2" Type="http://schemas.openxmlformats.org/officeDocument/2006/relationships/image" Target="../media/image60.wmf"/><Relationship Id="rId19" Type="http://schemas.openxmlformats.org/officeDocument/2006/relationships/oleObject" Target="../embeddings/oleObject81.bin"/><Relationship Id="rId18" Type="http://schemas.openxmlformats.org/officeDocument/2006/relationships/image" Target="../media/image67.wmf"/><Relationship Id="rId17" Type="http://schemas.openxmlformats.org/officeDocument/2006/relationships/oleObject" Target="../embeddings/oleObject80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79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78.bin"/><Relationship Id="rId12" Type="http://schemas.openxmlformats.org/officeDocument/2006/relationships/oleObject" Target="../embeddings/oleObject77.bin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71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71.wmf"/><Relationship Id="rId51" Type="http://schemas.openxmlformats.org/officeDocument/2006/relationships/vmlDrawing" Target="../drawings/vmlDrawing11.vml"/><Relationship Id="rId50" Type="http://schemas.openxmlformats.org/officeDocument/2006/relationships/slideLayout" Target="../slideLayouts/slideLayout19.xml"/><Relationship Id="rId5" Type="http://schemas.openxmlformats.org/officeDocument/2006/relationships/oleObject" Target="../embeddings/oleObject84.bin"/><Relationship Id="rId49" Type="http://schemas.openxmlformats.org/officeDocument/2006/relationships/oleObject" Target="../embeddings/oleObject107.bin"/><Relationship Id="rId48" Type="http://schemas.openxmlformats.org/officeDocument/2006/relationships/image" Target="../media/image82.wmf"/><Relationship Id="rId47" Type="http://schemas.openxmlformats.org/officeDocument/2006/relationships/oleObject" Target="../embeddings/oleObject106.bin"/><Relationship Id="rId46" Type="http://schemas.openxmlformats.org/officeDocument/2006/relationships/image" Target="../media/image81.wmf"/><Relationship Id="rId45" Type="http://schemas.openxmlformats.org/officeDocument/2006/relationships/oleObject" Target="../embeddings/oleObject105.bin"/><Relationship Id="rId44" Type="http://schemas.openxmlformats.org/officeDocument/2006/relationships/image" Target="../media/image80.wmf"/><Relationship Id="rId43" Type="http://schemas.openxmlformats.org/officeDocument/2006/relationships/oleObject" Target="../embeddings/oleObject104.bin"/><Relationship Id="rId42" Type="http://schemas.openxmlformats.org/officeDocument/2006/relationships/image" Target="../media/image79.wmf"/><Relationship Id="rId41" Type="http://schemas.openxmlformats.org/officeDocument/2006/relationships/oleObject" Target="../embeddings/oleObject103.bin"/><Relationship Id="rId40" Type="http://schemas.openxmlformats.org/officeDocument/2006/relationships/image" Target="../media/image78.wmf"/><Relationship Id="rId4" Type="http://schemas.openxmlformats.org/officeDocument/2006/relationships/image" Target="../media/image70.wmf"/><Relationship Id="rId39" Type="http://schemas.openxmlformats.org/officeDocument/2006/relationships/oleObject" Target="../embeddings/oleObject102.bin"/><Relationship Id="rId38" Type="http://schemas.openxmlformats.org/officeDocument/2006/relationships/image" Target="../media/image77.wmf"/><Relationship Id="rId37" Type="http://schemas.openxmlformats.org/officeDocument/2006/relationships/oleObject" Target="../embeddings/oleObject101.bin"/><Relationship Id="rId36" Type="http://schemas.openxmlformats.org/officeDocument/2006/relationships/image" Target="../media/image68.wmf"/><Relationship Id="rId35" Type="http://schemas.openxmlformats.org/officeDocument/2006/relationships/oleObject" Target="../embeddings/oleObject100.bin"/><Relationship Id="rId34" Type="http://schemas.openxmlformats.org/officeDocument/2006/relationships/image" Target="../media/image67.wmf"/><Relationship Id="rId33" Type="http://schemas.openxmlformats.org/officeDocument/2006/relationships/oleObject" Target="../embeddings/oleObject99.bin"/><Relationship Id="rId32" Type="http://schemas.openxmlformats.org/officeDocument/2006/relationships/image" Target="../media/image66.wmf"/><Relationship Id="rId31" Type="http://schemas.openxmlformats.org/officeDocument/2006/relationships/oleObject" Target="../embeddings/oleObject98.bin"/><Relationship Id="rId30" Type="http://schemas.openxmlformats.org/officeDocument/2006/relationships/image" Target="../media/image65.wmf"/><Relationship Id="rId3" Type="http://schemas.openxmlformats.org/officeDocument/2006/relationships/oleObject" Target="../embeddings/oleObject83.bin"/><Relationship Id="rId29" Type="http://schemas.openxmlformats.org/officeDocument/2006/relationships/oleObject" Target="../embeddings/oleObject97.bin"/><Relationship Id="rId28" Type="http://schemas.openxmlformats.org/officeDocument/2006/relationships/oleObject" Target="../embeddings/oleObject96.bin"/><Relationship Id="rId27" Type="http://schemas.openxmlformats.org/officeDocument/2006/relationships/oleObject" Target="../embeddings/oleObject95.bin"/><Relationship Id="rId26" Type="http://schemas.openxmlformats.org/officeDocument/2006/relationships/image" Target="../media/image64.wmf"/><Relationship Id="rId25" Type="http://schemas.openxmlformats.org/officeDocument/2006/relationships/oleObject" Target="../embeddings/oleObject94.bin"/><Relationship Id="rId24" Type="http://schemas.openxmlformats.org/officeDocument/2006/relationships/image" Target="../media/image63.wmf"/><Relationship Id="rId23" Type="http://schemas.openxmlformats.org/officeDocument/2006/relationships/oleObject" Target="../embeddings/oleObject93.bin"/><Relationship Id="rId22" Type="http://schemas.openxmlformats.org/officeDocument/2006/relationships/image" Target="../media/image62.wmf"/><Relationship Id="rId21" Type="http://schemas.openxmlformats.org/officeDocument/2006/relationships/oleObject" Target="../embeddings/oleObject92.bin"/><Relationship Id="rId20" Type="http://schemas.openxmlformats.org/officeDocument/2006/relationships/image" Target="../media/image61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91.bin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90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89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8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110.bin"/><Relationship Id="rId45" Type="http://schemas.openxmlformats.org/officeDocument/2006/relationships/vmlDrawing" Target="../drawings/vmlDrawing12.vml"/><Relationship Id="rId44" Type="http://schemas.openxmlformats.org/officeDocument/2006/relationships/slideLayout" Target="../slideLayouts/slideLayout19.xml"/><Relationship Id="rId43" Type="http://schemas.openxmlformats.org/officeDocument/2006/relationships/oleObject" Target="../embeddings/oleObject130.bin"/><Relationship Id="rId42" Type="http://schemas.openxmlformats.org/officeDocument/2006/relationships/image" Target="../media/image93.wmf"/><Relationship Id="rId41" Type="http://schemas.openxmlformats.org/officeDocument/2006/relationships/oleObject" Target="../embeddings/oleObject129.bin"/><Relationship Id="rId40" Type="http://schemas.openxmlformats.org/officeDocument/2006/relationships/image" Target="../media/image92.wmf"/><Relationship Id="rId4" Type="http://schemas.openxmlformats.org/officeDocument/2006/relationships/image" Target="../media/image61.wmf"/><Relationship Id="rId39" Type="http://schemas.openxmlformats.org/officeDocument/2006/relationships/oleObject" Target="../embeddings/oleObject128.bin"/><Relationship Id="rId38" Type="http://schemas.openxmlformats.org/officeDocument/2006/relationships/image" Target="../media/image91.wmf"/><Relationship Id="rId37" Type="http://schemas.openxmlformats.org/officeDocument/2006/relationships/oleObject" Target="../embeddings/oleObject127.bin"/><Relationship Id="rId36" Type="http://schemas.openxmlformats.org/officeDocument/2006/relationships/image" Target="../media/image90.wmf"/><Relationship Id="rId35" Type="http://schemas.openxmlformats.org/officeDocument/2006/relationships/oleObject" Target="../embeddings/oleObject126.bin"/><Relationship Id="rId34" Type="http://schemas.openxmlformats.org/officeDocument/2006/relationships/image" Target="../media/image89.wmf"/><Relationship Id="rId33" Type="http://schemas.openxmlformats.org/officeDocument/2006/relationships/oleObject" Target="../embeddings/oleObject125.bin"/><Relationship Id="rId32" Type="http://schemas.openxmlformats.org/officeDocument/2006/relationships/image" Target="../media/image88.wmf"/><Relationship Id="rId31" Type="http://schemas.openxmlformats.org/officeDocument/2006/relationships/oleObject" Target="../embeddings/oleObject124.bin"/><Relationship Id="rId30" Type="http://schemas.openxmlformats.org/officeDocument/2006/relationships/image" Target="../media/image87.wmf"/><Relationship Id="rId3" Type="http://schemas.openxmlformats.org/officeDocument/2006/relationships/oleObject" Target="../embeddings/oleObject109.bin"/><Relationship Id="rId29" Type="http://schemas.openxmlformats.org/officeDocument/2006/relationships/oleObject" Target="../embeddings/oleObject123.bin"/><Relationship Id="rId28" Type="http://schemas.openxmlformats.org/officeDocument/2006/relationships/image" Target="../media/image86.wmf"/><Relationship Id="rId27" Type="http://schemas.openxmlformats.org/officeDocument/2006/relationships/oleObject" Target="../embeddings/oleObject122.bin"/><Relationship Id="rId26" Type="http://schemas.openxmlformats.org/officeDocument/2006/relationships/image" Target="../media/image85.wmf"/><Relationship Id="rId25" Type="http://schemas.openxmlformats.org/officeDocument/2006/relationships/oleObject" Target="../embeddings/oleObject121.bin"/><Relationship Id="rId24" Type="http://schemas.openxmlformats.org/officeDocument/2006/relationships/image" Target="../media/image84.wmf"/><Relationship Id="rId23" Type="http://schemas.openxmlformats.org/officeDocument/2006/relationships/oleObject" Target="../embeddings/oleObject120.bin"/><Relationship Id="rId22" Type="http://schemas.openxmlformats.org/officeDocument/2006/relationships/image" Target="../media/image83.wmf"/><Relationship Id="rId21" Type="http://schemas.openxmlformats.org/officeDocument/2006/relationships/oleObject" Target="../embeddings/oleObject119.bin"/><Relationship Id="rId20" Type="http://schemas.openxmlformats.org/officeDocument/2006/relationships/image" Target="../media/image68.wmf"/><Relationship Id="rId2" Type="http://schemas.openxmlformats.org/officeDocument/2006/relationships/image" Target="../media/image60.wmf"/><Relationship Id="rId19" Type="http://schemas.openxmlformats.org/officeDocument/2006/relationships/oleObject" Target="../embeddings/oleObject118.bin"/><Relationship Id="rId18" Type="http://schemas.openxmlformats.org/officeDocument/2006/relationships/image" Target="../media/image67.wmf"/><Relationship Id="rId17" Type="http://schemas.openxmlformats.org/officeDocument/2006/relationships/oleObject" Target="../embeddings/oleObject117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116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115.bin"/><Relationship Id="rId12" Type="http://schemas.openxmlformats.org/officeDocument/2006/relationships/oleObject" Target="../embeddings/oleObject114.bin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108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5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75.wmf"/><Relationship Id="rId34" Type="http://schemas.openxmlformats.org/officeDocument/2006/relationships/vmlDrawing" Target="../drawings/vmlDrawing13.vml"/><Relationship Id="rId33" Type="http://schemas.openxmlformats.org/officeDocument/2006/relationships/slideLayout" Target="../slideLayouts/slideLayout19.xml"/><Relationship Id="rId32" Type="http://schemas.openxmlformats.org/officeDocument/2006/relationships/image" Target="../media/image68.wmf"/><Relationship Id="rId31" Type="http://schemas.openxmlformats.org/officeDocument/2006/relationships/oleObject" Target="../embeddings/oleObject147.bin"/><Relationship Id="rId30" Type="http://schemas.openxmlformats.org/officeDocument/2006/relationships/image" Target="../media/image67.wmf"/><Relationship Id="rId3" Type="http://schemas.openxmlformats.org/officeDocument/2006/relationships/oleObject" Target="../embeddings/oleObject132.bin"/><Relationship Id="rId29" Type="http://schemas.openxmlformats.org/officeDocument/2006/relationships/oleObject" Target="../embeddings/oleObject146.bin"/><Relationship Id="rId28" Type="http://schemas.openxmlformats.org/officeDocument/2006/relationships/image" Target="../media/image66.wmf"/><Relationship Id="rId27" Type="http://schemas.openxmlformats.org/officeDocument/2006/relationships/oleObject" Target="../embeddings/oleObject145.bin"/><Relationship Id="rId26" Type="http://schemas.openxmlformats.org/officeDocument/2006/relationships/image" Target="../media/image65.wmf"/><Relationship Id="rId25" Type="http://schemas.openxmlformats.org/officeDocument/2006/relationships/oleObject" Target="../embeddings/oleObject144.bin"/><Relationship Id="rId24" Type="http://schemas.openxmlformats.org/officeDocument/2006/relationships/oleObject" Target="../embeddings/oleObject143.bin"/><Relationship Id="rId23" Type="http://schemas.openxmlformats.org/officeDocument/2006/relationships/oleObject" Target="../embeddings/oleObject142.bin"/><Relationship Id="rId22" Type="http://schemas.openxmlformats.org/officeDocument/2006/relationships/image" Target="../media/image64.wmf"/><Relationship Id="rId21" Type="http://schemas.openxmlformats.org/officeDocument/2006/relationships/oleObject" Target="../embeddings/oleObject141.bin"/><Relationship Id="rId20" Type="http://schemas.openxmlformats.org/officeDocument/2006/relationships/image" Target="../media/image63.wmf"/><Relationship Id="rId2" Type="http://schemas.openxmlformats.org/officeDocument/2006/relationships/image" Target="../media/image94.wmf"/><Relationship Id="rId19" Type="http://schemas.openxmlformats.org/officeDocument/2006/relationships/oleObject" Target="../embeddings/oleObject140.bin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139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138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137.bin"/><Relationship Id="rId12" Type="http://schemas.openxmlformats.org/officeDocument/2006/relationships/image" Target="../media/image98.wmf"/><Relationship Id="rId11" Type="http://schemas.openxmlformats.org/officeDocument/2006/relationships/oleObject" Target="../embeddings/oleObject136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13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1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1" Type="http://schemas.openxmlformats.org/officeDocument/2006/relationships/customXml" Target="../ink/ink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1" Type="http://schemas.openxmlformats.org/officeDocument/2006/relationships/customXml" Target="../ink/ink3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4.png"/><Relationship Id="rId3" Type="http://schemas.openxmlformats.org/officeDocument/2006/relationships/customXml" Target="../ink/ink5.xml"/><Relationship Id="rId2" Type="http://schemas.openxmlformats.org/officeDocument/2006/relationships/image" Target="../media/image103.png"/><Relationship Id="rId1" Type="http://schemas.openxmlformats.org/officeDocument/2006/relationships/customXml" Target="../ink/ink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1" Type="http://schemas.openxmlformats.org/officeDocument/2006/relationships/customXml" Target="../ink/ink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1" Type="http://schemas.openxmlformats.org/officeDocument/2006/relationships/tags" Target="../tags/tag15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8.png"/><Relationship Id="rId3" Type="http://schemas.openxmlformats.org/officeDocument/2006/relationships/tags" Target="../tags/tag16.xml"/><Relationship Id="rId2" Type="http://schemas.openxmlformats.org/officeDocument/2006/relationships/image" Target="../media/image107.png"/><Relationship Id="rId1" Type="http://schemas.openxmlformats.org/officeDocument/2006/relationships/customXml" Target="../ink/ink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customXml" Target="../ink/ink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1" Type="http://schemas.openxmlformats.org/officeDocument/2006/relationships/tags" Target="../tags/tag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1" Type="http://schemas.openxmlformats.org/officeDocument/2006/relationships/customXml" Target="../ink/ink9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customXml" Target="../ink/ink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1" Type="http://schemas.openxmlformats.org/officeDocument/2006/relationships/customXml" Target="../ink/ink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1" Type="http://schemas.openxmlformats.org/officeDocument/2006/relationships/tags" Target="../tags/tag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1" Type="http://schemas.openxmlformats.org/officeDocument/2006/relationships/customXml" Target="../ink/ink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6.png"/><Relationship Id="rId1" Type="http://schemas.openxmlformats.org/officeDocument/2006/relationships/customXml" Target="../ink/ink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1" Type="http://schemas.openxmlformats.org/officeDocument/2006/relationships/customXml" Target="../ink/ink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1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6"/>
          <p:cNvSpPr txBox="1"/>
          <p:nvPr>
            <p:custDataLst>
              <p:tags r:id="rId1"/>
            </p:custDataLst>
          </p:nvPr>
        </p:nvSpPr>
        <p:spPr>
          <a:xfrm>
            <a:off x="903605" y="2082047"/>
            <a:ext cx="10489565" cy="378565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选择题、判断题、填空题、计算题、附加题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前半期（振动、波动和光学）：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53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分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后半期（量子和热学）：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47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分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附加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题：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分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复习资料：教材、教案、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作业（作业重点复习！！！）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34018" y="921496"/>
            <a:ext cx="8957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期末</a:t>
            </a:r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考试题型、分值分布、复习重点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"/>
          <p:cNvSpPr txBox="1"/>
          <p:nvPr>
            <p:custDataLst>
              <p:tags r:id="rId1"/>
            </p:custDataLst>
          </p:nvPr>
        </p:nvSpPr>
        <p:spPr>
          <a:xfrm>
            <a:off x="485775" y="1573413"/>
            <a:ext cx="43370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defTabSz="45720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一、振动和波动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4" name="Text Box 6"/>
          <p:cNvSpPr txBox="1"/>
          <p:nvPr>
            <p:custDataLst>
              <p:tags r:id="rId2"/>
            </p:custDataLst>
          </p:nvPr>
        </p:nvSpPr>
        <p:spPr>
          <a:xfrm>
            <a:off x="903605" y="2229485"/>
            <a:ext cx="10231120" cy="3709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简谐振动及其描述（代数法、旋转矢量法）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孤立简谐振动系统的能量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同方向同频率简谐振动的合成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波动的一般概念描述、波函数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机械波的能量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波的叠加、干涉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驻波，半波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全波反射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24275" y="681355"/>
            <a:ext cx="5205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期末考试范围概述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6"/>
          <p:cNvSpPr txBox="1"/>
          <p:nvPr>
            <p:custDataLst>
              <p:tags r:id="rId1"/>
            </p:custDataLst>
          </p:nvPr>
        </p:nvSpPr>
        <p:spPr>
          <a:xfrm>
            <a:off x="903605" y="1398905"/>
            <a:ext cx="10231120" cy="4742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光的偏振态，介质吸收起偏，反射起偏，检偏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光程、光程差，光的相干条件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杨氏双缝干涉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薄膜干涉（增透、增反），劈尖干涉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牛顿环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惠更斯-菲涅耳原理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单缝夫琅禾费衍射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圆孔夫琅禾费衍射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光栅衍射（其中分辨本领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定性</a:t>
            </a: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Text Box 8"/>
          <p:cNvSpPr txBox="1"/>
          <p:nvPr>
            <p:custDataLst>
              <p:tags r:id="rId2"/>
            </p:custDataLst>
          </p:nvPr>
        </p:nvSpPr>
        <p:spPr>
          <a:xfrm>
            <a:off x="485775" y="750453"/>
            <a:ext cx="43370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defTabSz="45720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二、波动光学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6"/>
          <p:cNvSpPr txBox="1"/>
          <p:nvPr>
            <p:custDataLst>
              <p:tags r:id="rId1"/>
            </p:custDataLst>
          </p:nvPr>
        </p:nvSpPr>
        <p:spPr>
          <a:xfrm>
            <a:off x="903605" y="1332865"/>
            <a:ext cx="10231120" cy="5259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热辐射、普朗克能量子假设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光子理论、光电效应、康普顿散射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玻尔氢原子理论（能级和能级跃迁）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德布罗意假设（计算波长）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玻恩统计假设（波函数及其概率分布）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薛定谔方程、不确定关系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势阱</a:t>
            </a: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（不需要背波函数，给出波函数会讨论，能级公式）</a:t>
            </a: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、势垒</a:t>
            </a: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（量子隧穿效应，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定性</a:t>
            </a: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原子结构的量子理论，四个量子数取值及意义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原子壳层结构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8"/>
          <p:cNvSpPr txBox="1"/>
          <p:nvPr>
            <p:custDataLst>
              <p:tags r:id="rId2"/>
            </p:custDataLst>
          </p:nvPr>
        </p:nvSpPr>
        <p:spPr>
          <a:xfrm>
            <a:off x="485775" y="750453"/>
            <a:ext cx="43370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defTabSz="45720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三、量子力学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6"/>
          <p:cNvSpPr txBox="1"/>
          <p:nvPr>
            <p:custDataLst>
              <p:tags r:id="rId1"/>
            </p:custDataLst>
          </p:nvPr>
        </p:nvSpPr>
        <p:spPr>
          <a:xfrm>
            <a:off x="903605" y="1407795"/>
            <a:ext cx="10489565" cy="4742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热学基本概念，理想气体物态方程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平衡态理想气体压强公式、温度公式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麦克斯韦速率分布（分布函数不需要背）、三种速率统计值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理想气体分子自由度及能均分定理、内能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热力学过程、准静态过程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热力学第一定律及其应用</a:t>
            </a:r>
            <a:endParaRPr 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循环过程的效率、致冷系数，卡诺循环的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效率、致冷系数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热力学第二定律表述，可逆和不可逆过程，熵增原理，熵的统计解释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（定性）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8"/>
          <p:cNvSpPr txBox="1"/>
          <p:nvPr>
            <p:custDataLst>
              <p:tags r:id="rId2"/>
            </p:custDataLst>
          </p:nvPr>
        </p:nvSpPr>
        <p:spPr>
          <a:xfrm>
            <a:off x="485775" y="750453"/>
            <a:ext cx="43370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defTabSz="45720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四、热力学和统计物理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1855912" y="2169193"/>
            <a:ext cx="935265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zh-CN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传播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= 0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时坐标原点处                      。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1511" name="Text Box 6"/>
          <p:cNvSpPr txBox="1">
            <a:spLocks noChangeArrowheads="1"/>
          </p:cNvSpPr>
          <p:nvPr/>
        </p:nvSpPr>
        <p:spPr bwMode="auto">
          <a:xfrm>
            <a:off x="4111364" y="1553337"/>
            <a:ext cx="159861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已知：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30"/>
          <p:cNvGrpSpPr/>
          <p:nvPr/>
        </p:nvGrpSpPr>
        <p:grpSpPr bwMode="auto">
          <a:xfrm>
            <a:off x="4684712" y="1577291"/>
            <a:ext cx="6019800" cy="523220"/>
            <a:chOff x="3832488" y="489958"/>
            <a:chExt cx="6019800" cy="523220"/>
          </a:xfrm>
        </p:grpSpPr>
        <p:graphicFrame>
          <p:nvGraphicFramePr>
            <p:cNvPr id="21509" name="Object 3"/>
            <p:cNvGraphicFramePr>
              <a:graphicFrameLocks noChangeAspect="1"/>
            </p:cNvGraphicFramePr>
            <p:nvPr/>
          </p:nvGraphicFramePr>
          <p:xfrm>
            <a:off x="6957555" y="609035"/>
            <a:ext cx="33655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name="公式" r:id="rId1" imgW="3048000" imgH="3352800" progId="">
                    <p:embed/>
                  </p:oleObj>
                </mc:Choice>
                <mc:Fallback>
                  <p:oleObj name="公式" r:id="rId1" imgW="3048000" imgH="3352800" progId="">
                    <p:embed/>
                    <p:pic>
                      <p:nvPicPr>
                        <p:cNvPr id="0" name="Object 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957555" y="609035"/>
                          <a:ext cx="336550" cy="3746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4" name="Text Box 7"/>
            <p:cNvSpPr txBox="1">
              <a:spLocks noChangeArrowheads="1"/>
            </p:cNvSpPr>
            <p:nvPr/>
          </p:nvSpPr>
          <p:spPr bwMode="auto">
            <a:xfrm>
              <a:off x="3832488" y="489958"/>
              <a:ext cx="6019800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 平面简谐行波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、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 、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u </a:t>
              </a:r>
              <a:r>
                <a:rPr kumimoji="1" lang="zh-CN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沿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x</a:t>
              </a:r>
              <a:endPara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513" name="Text Box 8"/>
          <p:cNvSpPr txBox="1">
            <a:spLocks noChangeArrowheads="1"/>
          </p:cNvSpPr>
          <p:nvPr/>
        </p:nvSpPr>
        <p:spPr bwMode="auto">
          <a:xfrm>
            <a:off x="1819345" y="2552262"/>
            <a:ext cx="9144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求：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1514" name="Text Box 9"/>
          <p:cNvSpPr txBox="1">
            <a:spLocks noChangeArrowheads="1"/>
          </p:cNvSpPr>
          <p:nvPr/>
        </p:nvSpPr>
        <p:spPr bwMode="auto">
          <a:xfrm>
            <a:off x="1819346" y="2923237"/>
            <a:ext cx="8675687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/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入射波函数；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/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反射波函数；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/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(3)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DP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=</a:t>
            </a:r>
            <a:r>
              <a:rPr kumimoji="1" lang="el-GR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λ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/6)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处入射波和反射波合振动方程。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补充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457200" indent="-457200"/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1515" name="Rectangle 26"/>
          <p:cNvSpPr>
            <a:spLocks noChangeArrowheads="1"/>
          </p:cNvSpPr>
          <p:nvPr/>
        </p:nvSpPr>
        <p:spPr bwMode="auto">
          <a:xfrm>
            <a:off x="1839983" y="1598809"/>
            <a:ext cx="2294218" cy="5232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教材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72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13.20: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506" name="Object 28"/>
          <p:cNvGraphicFramePr>
            <a:graphicFrameLocks noChangeAspect="1"/>
          </p:cNvGraphicFramePr>
          <p:nvPr/>
        </p:nvGraphicFramePr>
        <p:xfrm>
          <a:off x="5591945" y="1952998"/>
          <a:ext cx="41052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3" imgW="39624000" imgH="5486400" progId="Equation.DSMT4">
                  <p:embed/>
                </p:oleObj>
              </mc:Choice>
              <mc:Fallback>
                <p:oleObj name="Equation" r:id="rId3" imgW="39624000" imgH="5486400" progId="Equation.DSMT4">
                  <p:embed/>
                  <p:pic>
                    <p:nvPicPr>
                      <p:cNvPr id="0" name="Object 2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91945" y="1952998"/>
                        <a:ext cx="4105275" cy="509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30"/>
          <p:cNvSpPr>
            <a:spLocks noChangeArrowheads="1"/>
          </p:cNvSpPr>
          <p:nvPr/>
        </p:nvSpPr>
        <p:spPr bwMode="auto">
          <a:xfrm>
            <a:off x="1819346" y="4233719"/>
            <a:ext cx="7944804" cy="5232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(4)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轴上干涉静止点（驻波波节）和波腹的位置。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33"/>
          <p:cNvGrpSpPr/>
          <p:nvPr/>
        </p:nvGrpSpPr>
        <p:grpSpPr bwMode="auto">
          <a:xfrm>
            <a:off x="3329566" y="4698674"/>
            <a:ext cx="5424487" cy="2024062"/>
            <a:chOff x="1149" y="2747"/>
            <a:chExt cx="3417" cy="1275"/>
          </a:xfrm>
        </p:grpSpPr>
        <p:sp>
          <p:nvSpPr>
            <p:cNvPr id="21520" name="Rectangle 11"/>
            <p:cNvSpPr>
              <a:spLocks noChangeArrowheads="1"/>
            </p:cNvSpPr>
            <p:nvPr/>
          </p:nvSpPr>
          <p:spPr bwMode="auto">
            <a:xfrm>
              <a:off x="1149" y="2747"/>
              <a:ext cx="3417" cy="1275"/>
            </a:xfrm>
            <a:prstGeom prst="rect">
              <a:avLst/>
            </a:prstGeom>
            <a:solidFill>
              <a:srgbClr val="FFF5EB"/>
            </a:solidFill>
            <a:ln w="28575">
              <a:solidFill>
                <a:srgbClr val="D264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1" name="Rectangle 12"/>
            <p:cNvSpPr>
              <a:spLocks noChangeArrowheads="1"/>
            </p:cNvSpPr>
            <p:nvPr/>
          </p:nvSpPr>
          <p:spPr bwMode="auto">
            <a:xfrm>
              <a:off x="3469" y="2785"/>
              <a:ext cx="506" cy="1162"/>
            </a:xfrm>
            <a:prstGeom prst="rect">
              <a:avLst/>
            </a:prstGeom>
            <a:gradFill rotWithShape="0">
              <a:gsLst>
                <a:gs pos="0">
                  <a:srgbClr val="744E27"/>
                </a:gs>
                <a:gs pos="100000">
                  <a:srgbClr val="996633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2" name="Line 13"/>
            <p:cNvSpPr>
              <a:spLocks noChangeShapeType="1"/>
            </p:cNvSpPr>
            <p:nvPr/>
          </p:nvSpPr>
          <p:spPr bwMode="auto">
            <a:xfrm>
              <a:off x="1360" y="3422"/>
              <a:ext cx="2953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3" name="Text Box 14"/>
            <p:cNvSpPr txBox="1">
              <a:spLocks noChangeArrowheads="1"/>
            </p:cNvSpPr>
            <p:nvPr/>
          </p:nvSpPr>
          <p:spPr bwMode="auto">
            <a:xfrm>
              <a:off x="3554" y="2785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密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4" name="Text Box 15"/>
            <p:cNvSpPr txBox="1">
              <a:spLocks noChangeArrowheads="1"/>
            </p:cNvSpPr>
            <p:nvPr/>
          </p:nvSpPr>
          <p:spPr bwMode="auto">
            <a:xfrm>
              <a:off x="3132" y="2785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疏</a:t>
              </a:r>
              <a:endPara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5" name="Text Box 16"/>
            <p:cNvSpPr txBox="1">
              <a:spLocks noChangeArrowheads="1"/>
            </p:cNvSpPr>
            <p:nvPr/>
          </p:nvSpPr>
          <p:spPr bwMode="auto">
            <a:xfrm>
              <a:off x="1529" y="3123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O</a:t>
              </a:r>
              <a:endPara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6" name="Text Box 17"/>
            <p:cNvSpPr txBox="1">
              <a:spLocks noChangeArrowheads="1"/>
            </p:cNvSpPr>
            <p:nvPr/>
          </p:nvSpPr>
          <p:spPr bwMode="auto">
            <a:xfrm>
              <a:off x="3421" y="3141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P</a:t>
              </a:r>
              <a:endPara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7" name="Line 18"/>
            <p:cNvSpPr>
              <a:spLocks noChangeShapeType="1"/>
            </p:cNvSpPr>
            <p:nvPr/>
          </p:nvSpPr>
          <p:spPr bwMode="auto">
            <a:xfrm>
              <a:off x="1613" y="3422"/>
              <a:ext cx="0" cy="22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507" name="Object 19"/>
            <p:cNvGraphicFramePr>
              <a:graphicFrameLocks noChangeAspect="1"/>
            </p:cNvGraphicFramePr>
            <p:nvPr/>
          </p:nvGraphicFramePr>
          <p:xfrm>
            <a:off x="2372" y="3422"/>
            <a:ext cx="260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" name="Equation" r:id="rId5" imgW="5791200" imgH="9448800" progId="Equation.DSMT4">
                    <p:embed/>
                  </p:oleObj>
                </mc:Choice>
                <mc:Fallback>
                  <p:oleObj name="Equation" r:id="rId5" imgW="5791200" imgH="9448800" progId="Equation.DSMT4">
                    <p:embed/>
                    <p:pic>
                      <p:nvPicPr>
                        <p:cNvPr id="0" name="Object 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72" y="3422"/>
                          <a:ext cx="260" cy="3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Line 20"/>
            <p:cNvSpPr>
              <a:spLocks noChangeShapeType="1"/>
            </p:cNvSpPr>
            <p:nvPr/>
          </p:nvSpPr>
          <p:spPr bwMode="auto">
            <a:xfrm>
              <a:off x="2668" y="3572"/>
              <a:ext cx="759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29" name="Line 21"/>
            <p:cNvSpPr>
              <a:spLocks noChangeShapeType="1"/>
            </p:cNvSpPr>
            <p:nvPr/>
          </p:nvSpPr>
          <p:spPr bwMode="auto">
            <a:xfrm flipH="1">
              <a:off x="1613" y="3572"/>
              <a:ext cx="7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30" name="Text Box 22"/>
            <p:cNvSpPr txBox="1">
              <a:spLocks noChangeArrowheads="1"/>
            </p:cNvSpPr>
            <p:nvPr/>
          </p:nvSpPr>
          <p:spPr bwMode="auto">
            <a:xfrm>
              <a:off x="4271" y="3122"/>
              <a:ext cx="168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x</a:t>
              </a:r>
              <a:endPara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31" name="Line 23"/>
            <p:cNvSpPr>
              <a:spLocks noChangeShapeType="1"/>
            </p:cNvSpPr>
            <p:nvPr/>
          </p:nvSpPr>
          <p:spPr bwMode="auto">
            <a:xfrm>
              <a:off x="2415" y="3197"/>
              <a:ext cx="6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508" name="Object 24"/>
            <p:cNvGraphicFramePr>
              <a:graphicFrameLocks noChangeAspect="1"/>
            </p:cNvGraphicFramePr>
            <p:nvPr/>
          </p:nvGraphicFramePr>
          <p:xfrm>
            <a:off x="2119" y="2972"/>
            <a:ext cx="29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" name="Equation" r:id="rId7" imgW="5181600" imgH="5486400" progId="Equation.3">
                    <p:embed/>
                  </p:oleObj>
                </mc:Choice>
                <mc:Fallback>
                  <p:oleObj name="Equation" r:id="rId7" imgW="5181600" imgH="5486400" progId="Equation.3">
                    <p:embed/>
                    <p:pic>
                      <p:nvPicPr>
                        <p:cNvPr id="0" name="Object 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19" y="2972"/>
                          <a:ext cx="299" cy="2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2" name="Text Box 25"/>
            <p:cNvSpPr txBox="1">
              <a:spLocks noChangeArrowheads="1"/>
            </p:cNvSpPr>
            <p:nvPr/>
          </p:nvSpPr>
          <p:spPr bwMode="auto">
            <a:xfrm>
              <a:off x="3038" y="3123"/>
              <a:ext cx="280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33" name="Text Box 32"/>
            <p:cNvSpPr txBox="1">
              <a:spLocks noChangeArrowheads="1"/>
            </p:cNvSpPr>
            <p:nvPr/>
          </p:nvSpPr>
          <p:spPr bwMode="auto">
            <a:xfrm>
              <a:off x="3061" y="2970"/>
              <a:ext cx="173" cy="33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9354819" y="6461126"/>
            <a:ext cx="2144453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三、驻波</a:t>
            </a:r>
            <a:endParaRPr kumimoji="1"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6849771" y="4869161"/>
            <a:ext cx="274434" cy="5232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6"/>
          <p:cNvSpPr txBox="1"/>
          <p:nvPr>
            <p:custDataLst>
              <p:tags r:id="rId9"/>
            </p:custDataLst>
          </p:nvPr>
        </p:nvSpPr>
        <p:spPr>
          <a:xfrm>
            <a:off x="1634432" y="1026829"/>
            <a:ext cx="10489565" cy="5598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：振动和波动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869441" y="336269"/>
            <a:ext cx="520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计算题复习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8"/>
          <p:cNvGrpSpPr/>
          <p:nvPr/>
        </p:nvGrpSpPr>
        <p:grpSpPr bwMode="auto">
          <a:xfrm>
            <a:off x="1452530" y="1039836"/>
            <a:ext cx="3689350" cy="954087"/>
            <a:chOff x="240" y="336"/>
            <a:chExt cx="2324" cy="601"/>
          </a:xfrm>
        </p:grpSpPr>
        <p:sp>
          <p:nvSpPr>
            <p:cNvPr id="22554" name="Text Box 6"/>
            <p:cNvSpPr txBox="1">
              <a:spLocks noChangeArrowheads="1"/>
            </p:cNvSpPr>
            <p:nvPr/>
          </p:nvSpPr>
          <p:spPr bwMode="auto">
            <a:xfrm>
              <a:off x="240" y="336"/>
              <a:ext cx="624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解：</a:t>
              </a:r>
              <a:endPara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55" name="Text Box 7"/>
            <p:cNvSpPr txBox="1">
              <a:spLocks noChangeArrowheads="1"/>
            </p:cNvSpPr>
            <p:nvPr/>
          </p:nvSpPr>
          <p:spPr bwMode="auto">
            <a:xfrm>
              <a:off x="537" y="336"/>
              <a:ext cx="2027" cy="6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(1):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坐标原点为参</a:t>
              </a:r>
              <a:endPara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  <a:p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考点 </a:t>
              </a:r>
              <a:endPara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537" name="Rectangle 8"/>
          <p:cNvSpPr>
            <a:spLocks noChangeArrowheads="1"/>
          </p:cNvSpPr>
          <p:nvPr/>
        </p:nvSpPr>
        <p:spPr bwMode="auto">
          <a:xfrm>
            <a:off x="1982268" y="1428308"/>
            <a:ext cx="37592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, t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= 0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时坐标原</a:t>
            </a:r>
            <a:endParaRPr kumimoji="1" lang="en-US" altLang="zh-CN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530" name="Object 9"/>
          <p:cNvGraphicFramePr>
            <a:graphicFrameLocks noChangeAspect="1"/>
          </p:cNvGraphicFramePr>
          <p:nvPr/>
        </p:nvGraphicFramePr>
        <p:xfrm>
          <a:off x="2029576" y="2656196"/>
          <a:ext cx="28622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公式" r:id="rId1" imgW="26517600" imgH="5791200" progId="Equation.3">
                  <p:embed/>
                </p:oleObj>
              </mc:Choice>
              <mc:Fallback>
                <p:oleObj name="公式" r:id="rId1" imgW="26517600" imgH="57912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29576" y="2656196"/>
                        <a:ext cx="2862262" cy="593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6"/>
          <p:cNvGrpSpPr/>
          <p:nvPr/>
        </p:nvGrpSpPr>
        <p:grpSpPr bwMode="auto">
          <a:xfrm>
            <a:off x="5029230" y="1069999"/>
            <a:ext cx="5424488" cy="2024063"/>
            <a:chOff x="1149" y="2747"/>
            <a:chExt cx="3417" cy="1275"/>
          </a:xfrm>
        </p:grpSpPr>
        <p:sp>
          <p:nvSpPr>
            <p:cNvPr id="22540" name="Rectangle 27"/>
            <p:cNvSpPr>
              <a:spLocks noChangeArrowheads="1"/>
            </p:cNvSpPr>
            <p:nvPr/>
          </p:nvSpPr>
          <p:spPr bwMode="auto">
            <a:xfrm>
              <a:off x="1149" y="2747"/>
              <a:ext cx="3417" cy="1275"/>
            </a:xfrm>
            <a:prstGeom prst="rect">
              <a:avLst/>
            </a:prstGeom>
            <a:solidFill>
              <a:srgbClr val="FFF5EB"/>
            </a:solidFill>
            <a:ln w="28575">
              <a:solidFill>
                <a:srgbClr val="D264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1" name="Rectangle 28"/>
            <p:cNvSpPr>
              <a:spLocks noChangeArrowheads="1"/>
            </p:cNvSpPr>
            <p:nvPr/>
          </p:nvSpPr>
          <p:spPr bwMode="auto">
            <a:xfrm>
              <a:off x="3469" y="2785"/>
              <a:ext cx="506" cy="1162"/>
            </a:xfrm>
            <a:prstGeom prst="rect">
              <a:avLst/>
            </a:prstGeom>
            <a:gradFill rotWithShape="0">
              <a:gsLst>
                <a:gs pos="0">
                  <a:srgbClr val="744E27"/>
                </a:gs>
                <a:gs pos="100000">
                  <a:srgbClr val="996633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2" name="Line 29"/>
            <p:cNvSpPr>
              <a:spLocks noChangeShapeType="1"/>
            </p:cNvSpPr>
            <p:nvPr/>
          </p:nvSpPr>
          <p:spPr bwMode="auto">
            <a:xfrm>
              <a:off x="1360" y="3422"/>
              <a:ext cx="2953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3" name="Text Box 30"/>
            <p:cNvSpPr txBox="1">
              <a:spLocks noChangeArrowheads="1"/>
            </p:cNvSpPr>
            <p:nvPr/>
          </p:nvSpPr>
          <p:spPr bwMode="auto">
            <a:xfrm>
              <a:off x="3554" y="2785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密</a:t>
              </a:r>
              <a:endPara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4" name="Text Box 31"/>
            <p:cNvSpPr txBox="1">
              <a:spLocks noChangeArrowheads="1"/>
            </p:cNvSpPr>
            <p:nvPr/>
          </p:nvSpPr>
          <p:spPr bwMode="auto">
            <a:xfrm>
              <a:off x="3132" y="2785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疏</a:t>
              </a:r>
              <a:endPara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5" name="Text Box 32"/>
            <p:cNvSpPr txBox="1">
              <a:spLocks noChangeArrowheads="1"/>
            </p:cNvSpPr>
            <p:nvPr/>
          </p:nvSpPr>
          <p:spPr bwMode="auto">
            <a:xfrm>
              <a:off x="1529" y="3147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O</a:t>
              </a:r>
              <a:endPara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6" name="Text Box 33"/>
            <p:cNvSpPr txBox="1">
              <a:spLocks noChangeArrowheads="1"/>
            </p:cNvSpPr>
            <p:nvPr/>
          </p:nvSpPr>
          <p:spPr bwMode="auto">
            <a:xfrm>
              <a:off x="3428" y="3135"/>
              <a:ext cx="253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P</a:t>
              </a:r>
              <a:endPara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7" name="Line 34"/>
            <p:cNvSpPr>
              <a:spLocks noChangeShapeType="1"/>
            </p:cNvSpPr>
            <p:nvPr/>
          </p:nvSpPr>
          <p:spPr bwMode="auto">
            <a:xfrm>
              <a:off x="1613" y="3422"/>
              <a:ext cx="0" cy="22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534" name="Object 35"/>
            <p:cNvGraphicFramePr>
              <a:graphicFrameLocks noChangeAspect="1"/>
            </p:cNvGraphicFramePr>
            <p:nvPr/>
          </p:nvGraphicFramePr>
          <p:xfrm>
            <a:off x="2372" y="3422"/>
            <a:ext cx="260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" name="Equation" r:id="rId3" imgW="5791200" imgH="9448800" progId="Equation.3">
                    <p:embed/>
                  </p:oleObj>
                </mc:Choice>
                <mc:Fallback>
                  <p:oleObj name="Equation" r:id="rId3" imgW="5791200" imgH="9448800" progId="Equation.3">
                    <p:embed/>
                    <p:pic>
                      <p:nvPicPr>
                        <p:cNvPr id="0" name="Object 3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72" y="3422"/>
                          <a:ext cx="260" cy="3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8" name="Line 36"/>
            <p:cNvSpPr>
              <a:spLocks noChangeShapeType="1"/>
            </p:cNvSpPr>
            <p:nvPr/>
          </p:nvSpPr>
          <p:spPr bwMode="auto">
            <a:xfrm>
              <a:off x="2668" y="3572"/>
              <a:ext cx="759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9" name="Line 37"/>
            <p:cNvSpPr>
              <a:spLocks noChangeShapeType="1"/>
            </p:cNvSpPr>
            <p:nvPr/>
          </p:nvSpPr>
          <p:spPr bwMode="auto">
            <a:xfrm flipH="1">
              <a:off x="1613" y="3572"/>
              <a:ext cx="7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50" name="Text Box 38"/>
            <p:cNvSpPr txBox="1">
              <a:spLocks noChangeArrowheads="1"/>
            </p:cNvSpPr>
            <p:nvPr/>
          </p:nvSpPr>
          <p:spPr bwMode="auto">
            <a:xfrm>
              <a:off x="4271" y="3122"/>
              <a:ext cx="168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x</a:t>
              </a:r>
              <a:endParaRPr kumimoji="1"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51" name="Line 39"/>
            <p:cNvSpPr>
              <a:spLocks noChangeShapeType="1"/>
            </p:cNvSpPr>
            <p:nvPr/>
          </p:nvSpPr>
          <p:spPr bwMode="auto">
            <a:xfrm>
              <a:off x="2415" y="3197"/>
              <a:ext cx="6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535" name="Object 40"/>
            <p:cNvGraphicFramePr>
              <a:graphicFrameLocks noChangeAspect="1"/>
            </p:cNvGraphicFramePr>
            <p:nvPr/>
          </p:nvGraphicFramePr>
          <p:xfrm>
            <a:off x="2119" y="2972"/>
            <a:ext cx="29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" name="Equation" r:id="rId5" imgW="5181600" imgH="5486400" progId="Equation.3">
                    <p:embed/>
                  </p:oleObj>
                </mc:Choice>
                <mc:Fallback>
                  <p:oleObj name="Equation" r:id="rId5" imgW="5181600" imgH="5486400" progId="Equation.3">
                    <p:embed/>
                    <p:pic>
                      <p:nvPicPr>
                        <p:cNvPr id="0" name="Object 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19" y="2972"/>
                          <a:ext cx="299" cy="2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2" name="Text Box 41"/>
            <p:cNvSpPr txBox="1">
              <a:spLocks noChangeArrowheads="1"/>
            </p:cNvSpPr>
            <p:nvPr/>
          </p:nvSpPr>
          <p:spPr bwMode="auto">
            <a:xfrm>
              <a:off x="3050" y="3129"/>
              <a:ext cx="280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2800" b="1" i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53" name="Text Box 42"/>
            <p:cNvSpPr txBox="1">
              <a:spLocks noChangeArrowheads="1"/>
            </p:cNvSpPr>
            <p:nvPr/>
          </p:nvSpPr>
          <p:spPr bwMode="auto">
            <a:xfrm>
              <a:off x="3061" y="2975"/>
              <a:ext cx="336" cy="33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46156" name="Object 44"/>
          <p:cNvGraphicFramePr>
            <a:graphicFrameLocks noChangeAspect="1"/>
          </p:cNvGraphicFramePr>
          <p:nvPr/>
        </p:nvGraphicFramePr>
        <p:xfrm>
          <a:off x="3961256" y="3356992"/>
          <a:ext cx="3890645" cy="941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Equation" r:id="rId7" imgW="36576000" imgH="9448800" progId="Equation.DSMT4">
                  <p:embed/>
                </p:oleObj>
              </mc:Choice>
              <mc:Fallback>
                <p:oleObj name="Equation" r:id="rId7" imgW="36576000" imgH="9448800" progId="Equation.DSMT4">
                  <p:embed/>
                  <p:pic>
                    <p:nvPicPr>
                      <p:cNvPr id="0" name="Object 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61256" y="3356992"/>
                        <a:ext cx="3890645" cy="9412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57" name="Object 45"/>
          <p:cNvGraphicFramePr>
            <a:graphicFrameLocks noChangeAspect="1"/>
          </p:cNvGraphicFramePr>
          <p:nvPr/>
        </p:nvGraphicFramePr>
        <p:xfrm>
          <a:off x="3967178" y="4146571"/>
          <a:ext cx="43434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公式" r:id="rId9" imgW="32613600" imgH="9753600" progId="Equation.3">
                  <p:embed/>
                </p:oleObj>
              </mc:Choice>
              <mc:Fallback>
                <p:oleObj name="公式" r:id="rId9" imgW="32613600" imgH="9753600" progId="Equation.3">
                  <p:embed/>
                  <p:pic>
                    <p:nvPicPr>
                      <p:cNvPr id="0" name="Object 4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67178" y="4146571"/>
                        <a:ext cx="4343400" cy="1076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58" name="Object 46"/>
          <p:cNvGraphicFramePr>
            <a:graphicFrameLocks noChangeAspect="1"/>
          </p:cNvGraphicFramePr>
          <p:nvPr/>
        </p:nvGraphicFramePr>
        <p:xfrm>
          <a:off x="3910029" y="5283220"/>
          <a:ext cx="42894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公式" r:id="rId11" imgW="41452800" imgH="9753600" progId="Equation.3">
                  <p:embed/>
                </p:oleObj>
              </mc:Choice>
              <mc:Fallback>
                <p:oleObj name="公式" r:id="rId11" imgW="41452800" imgH="9753600" progId="Equation.3">
                  <p:embed/>
                  <p:pic>
                    <p:nvPicPr>
                      <p:cNvPr id="0" name="Object 4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10029" y="5283220"/>
                        <a:ext cx="4289425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2"/>
          <p:cNvSpPr txBox="1">
            <a:spLocks noChangeArrowheads="1"/>
          </p:cNvSpPr>
          <p:nvPr/>
        </p:nvSpPr>
        <p:spPr bwMode="auto">
          <a:xfrm>
            <a:off x="9354820" y="6461126"/>
            <a:ext cx="1511300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三、驻波</a:t>
            </a:r>
            <a:endParaRPr kumimoji="1"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8540756" y="1440485"/>
            <a:ext cx="274434" cy="5232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23160" y="2237139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点处：</a:t>
            </a:r>
            <a:endParaRPr kumimoji="1"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auto">
          <a:xfrm>
            <a:off x="1524001" y="0"/>
            <a:ext cx="184731" cy="52322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en-US" sz="2800" b="1">
              <a:latin typeface="Arial" panose="020B0604020202020204" pitchFamily="34" charset="0"/>
              <a:ea typeface="楷体_GB2312" pitchFamily="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40447" y="179115"/>
            <a:ext cx="8948042" cy="6602631"/>
            <a:chOff x="1540447" y="179115"/>
            <a:chExt cx="8948042" cy="6602631"/>
          </a:xfrm>
        </p:grpSpPr>
        <p:grpSp>
          <p:nvGrpSpPr>
            <p:cNvPr id="2" name="Group 43"/>
            <p:cNvGrpSpPr/>
            <p:nvPr/>
          </p:nvGrpSpPr>
          <p:grpSpPr bwMode="auto">
            <a:xfrm>
              <a:off x="1746219" y="1749470"/>
              <a:ext cx="7707318" cy="1481138"/>
              <a:chOff x="290" y="1394"/>
              <a:chExt cx="4855" cy="933"/>
            </a:xfrm>
          </p:grpSpPr>
          <p:sp>
            <p:nvSpPr>
              <p:cNvPr id="23589" name="Text Box 5"/>
              <p:cNvSpPr txBox="1">
                <a:spLocks noChangeArrowheads="1"/>
              </p:cNvSpPr>
              <p:nvPr/>
            </p:nvSpPr>
            <p:spPr bwMode="auto">
              <a:xfrm>
                <a:off x="290" y="1394"/>
                <a:ext cx="539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en-US" altLang="zh-CN" sz="28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(2):</a:t>
                </a:r>
                <a:endParaRPr kumimoji="1"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90" name="Text Box 6"/>
              <p:cNvSpPr txBox="1">
                <a:spLocks noChangeArrowheads="1"/>
              </p:cNvSpPr>
              <p:nvPr/>
            </p:nvSpPr>
            <p:spPr bwMode="auto">
              <a:xfrm>
                <a:off x="753" y="1397"/>
                <a:ext cx="3312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入射波在反射点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P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引起的振动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:</a:t>
                </a:r>
                <a:endParaRPr kumimoji="1"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561" name="Object 7"/>
              <p:cNvGraphicFramePr>
                <a:graphicFrameLocks noChangeAspect="1"/>
              </p:cNvGraphicFramePr>
              <p:nvPr/>
            </p:nvGraphicFramePr>
            <p:xfrm>
              <a:off x="805" y="1674"/>
              <a:ext cx="4340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8" name="Equation" r:id="rId1" imgW="68580000" imgH="11582400" progId="Equation.DSMT4">
                      <p:embed/>
                    </p:oleObj>
                  </mc:Choice>
                  <mc:Fallback>
                    <p:oleObj name="Equation" r:id="rId1" imgW="68580000" imgH="115824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805" y="1674"/>
                            <a:ext cx="4340" cy="6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68651" name="Text Box 11"/>
            <p:cNvSpPr txBox="1">
              <a:spLocks noChangeArrowheads="1"/>
            </p:cNvSpPr>
            <p:nvPr/>
          </p:nvSpPr>
          <p:spPr bwMode="auto">
            <a:xfrm>
              <a:off x="2263802" y="3817983"/>
              <a:ext cx="3048000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实际上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P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为波节：</a:t>
              </a:r>
              <a:endParaRPr kumimoji="1"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8652" name="Object 12"/>
            <p:cNvGraphicFramePr>
              <a:graphicFrameLocks noChangeAspect="1"/>
            </p:cNvGraphicFramePr>
            <p:nvPr/>
          </p:nvGraphicFramePr>
          <p:xfrm>
            <a:off x="4880003" y="3784645"/>
            <a:ext cx="3514725" cy="674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Equation" r:id="rId3" imgW="31699200" imgH="5791200" progId="Equation.DSMT4">
                    <p:embed/>
                  </p:oleObj>
                </mc:Choice>
                <mc:Fallback>
                  <p:oleObj name="Equation" r:id="rId3" imgW="31699200" imgH="5791200" progId="Equation.DSMT4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80003" y="3784645"/>
                          <a:ext cx="3514725" cy="6746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655" name="Object 15"/>
            <p:cNvGraphicFramePr>
              <a:graphicFrameLocks noChangeAspect="1"/>
            </p:cNvGraphicFramePr>
            <p:nvPr/>
          </p:nvGraphicFramePr>
          <p:xfrm>
            <a:off x="6286326" y="5026458"/>
            <a:ext cx="3455987" cy="852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公式" r:id="rId5" imgW="40538400" imgH="10668000" progId="Equation.3">
                    <p:embed/>
                  </p:oleObj>
                </mc:Choice>
                <mc:Fallback>
                  <p:oleObj name="公式" r:id="rId5" imgW="40538400" imgH="10668000" progId="Equation.3">
                    <p:embed/>
                    <p:pic>
                      <p:nvPicPr>
                        <p:cNvPr id="0" name="Object 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86326" y="5026458"/>
                          <a:ext cx="3455987" cy="8524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6" name="Object 18"/>
            <p:cNvGraphicFramePr>
              <a:graphicFrameLocks noChangeAspect="1"/>
            </p:cNvGraphicFramePr>
            <p:nvPr/>
          </p:nvGraphicFramePr>
          <p:xfrm>
            <a:off x="1743044" y="317546"/>
            <a:ext cx="4057650" cy="912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公式" r:id="rId7" imgW="41452800" imgH="9753600" progId="Equation.3">
                    <p:embed/>
                  </p:oleObj>
                </mc:Choice>
                <mc:Fallback>
                  <p:oleObj name="公式" r:id="rId7" imgW="41452800" imgH="9753600" progId="Equation.3">
                    <p:embed/>
                    <p:pic>
                      <p:nvPicPr>
                        <p:cNvPr id="0" name="Object 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43044" y="317546"/>
                          <a:ext cx="4057650" cy="9128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46"/>
            <p:cNvGrpSpPr/>
            <p:nvPr/>
          </p:nvGrpSpPr>
          <p:grpSpPr bwMode="auto">
            <a:xfrm>
              <a:off x="5930869" y="179115"/>
              <a:ext cx="4356100" cy="1625600"/>
              <a:chOff x="2926" y="328"/>
              <a:chExt cx="2744" cy="1024"/>
            </a:xfrm>
          </p:grpSpPr>
          <p:sp>
            <p:nvSpPr>
              <p:cNvPr id="23575" name="Rectangle 23"/>
              <p:cNvSpPr>
                <a:spLocks noChangeArrowheads="1"/>
              </p:cNvSpPr>
              <p:nvPr/>
            </p:nvSpPr>
            <p:spPr bwMode="auto">
              <a:xfrm>
                <a:off x="2926" y="328"/>
                <a:ext cx="2744" cy="1024"/>
              </a:xfrm>
              <a:prstGeom prst="rect">
                <a:avLst/>
              </a:prstGeom>
              <a:solidFill>
                <a:srgbClr val="FFF5EB"/>
              </a:solidFill>
              <a:ln w="28575">
                <a:solidFill>
                  <a:srgbClr val="D264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76" name="Rectangle 24"/>
              <p:cNvSpPr>
                <a:spLocks noChangeArrowheads="1"/>
              </p:cNvSpPr>
              <p:nvPr/>
            </p:nvSpPr>
            <p:spPr bwMode="auto">
              <a:xfrm>
                <a:off x="4789" y="359"/>
                <a:ext cx="406" cy="933"/>
              </a:xfrm>
              <a:prstGeom prst="rect">
                <a:avLst/>
              </a:prstGeom>
              <a:gradFill rotWithShape="0">
                <a:gsLst>
                  <a:gs pos="0">
                    <a:srgbClr val="744E27"/>
                  </a:gs>
                  <a:gs pos="100000">
                    <a:srgbClr val="996633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77" name="Line 25"/>
              <p:cNvSpPr>
                <a:spLocks noChangeShapeType="1"/>
              </p:cNvSpPr>
              <p:nvPr/>
            </p:nvSpPr>
            <p:spPr bwMode="auto">
              <a:xfrm>
                <a:off x="3095" y="870"/>
                <a:ext cx="237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78" name="Text Box 26"/>
              <p:cNvSpPr txBox="1">
                <a:spLocks noChangeArrowheads="1"/>
              </p:cNvSpPr>
              <p:nvPr/>
            </p:nvSpPr>
            <p:spPr bwMode="auto">
              <a:xfrm>
                <a:off x="4857" y="359"/>
                <a:ext cx="203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密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79" name="Text Box 27"/>
              <p:cNvSpPr txBox="1">
                <a:spLocks noChangeArrowheads="1"/>
              </p:cNvSpPr>
              <p:nvPr/>
            </p:nvSpPr>
            <p:spPr bwMode="auto">
              <a:xfrm>
                <a:off x="4518" y="359"/>
                <a:ext cx="20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疏</a:t>
                </a:r>
                <a:endPara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0" name="Text Box 28"/>
              <p:cNvSpPr txBox="1">
                <a:spLocks noChangeArrowheads="1"/>
              </p:cNvSpPr>
              <p:nvPr/>
            </p:nvSpPr>
            <p:spPr bwMode="auto">
              <a:xfrm>
                <a:off x="3231" y="590"/>
                <a:ext cx="20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O</a:t>
                </a:r>
                <a:endParaRPr kumimoji="1"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1" name="Text Box 29"/>
              <p:cNvSpPr txBox="1">
                <a:spLocks noChangeArrowheads="1"/>
              </p:cNvSpPr>
              <p:nvPr/>
            </p:nvSpPr>
            <p:spPr bwMode="auto">
              <a:xfrm>
                <a:off x="4777" y="581"/>
                <a:ext cx="203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800" b="1" i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P</a:t>
                </a:r>
                <a:endPara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2" name="Line 30"/>
              <p:cNvSpPr>
                <a:spLocks noChangeShapeType="1"/>
              </p:cNvSpPr>
              <p:nvPr/>
            </p:nvSpPr>
            <p:spPr bwMode="auto">
              <a:xfrm>
                <a:off x="3299" y="870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559" name="Object 31"/>
              <p:cNvGraphicFramePr>
                <a:graphicFrameLocks noChangeAspect="1"/>
              </p:cNvGraphicFramePr>
              <p:nvPr/>
            </p:nvGraphicFramePr>
            <p:xfrm>
              <a:off x="3908" y="870"/>
              <a:ext cx="209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2" name="Equation" r:id="rId9" imgW="5791200" imgH="9448800" progId="Equation.3">
                      <p:embed/>
                    </p:oleObj>
                  </mc:Choice>
                  <mc:Fallback>
                    <p:oleObj name="Equation" r:id="rId9" imgW="5791200" imgH="94488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908" y="870"/>
                            <a:ext cx="209" cy="3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3" name="Line 32"/>
              <p:cNvSpPr>
                <a:spLocks noChangeShapeType="1"/>
              </p:cNvSpPr>
              <p:nvPr/>
            </p:nvSpPr>
            <p:spPr bwMode="auto">
              <a:xfrm>
                <a:off x="4146" y="991"/>
                <a:ext cx="60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4" name="Line 33"/>
              <p:cNvSpPr>
                <a:spLocks noChangeShapeType="1"/>
              </p:cNvSpPr>
              <p:nvPr/>
            </p:nvSpPr>
            <p:spPr bwMode="auto">
              <a:xfrm flipH="1">
                <a:off x="3299" y="991"/>
                <a:ext cx="575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5" name="Text Box 34"/>
              <p:cNvSpPr txBox="1">
                <a:spLocks noChangeArrowheads="1"/>
              </p:cNvSpPr>
              <p:nvPr/>
            </p:nvSpPr>
            <p:spPr bwMode="auto">
              <a:xfrm>
                <a:off x="5433" y="629"/>
                <a:ext cx="135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x</a:t>
                </a:r>
                <a:endPara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6" name="Line 35"/>
              <p:cNvSpPr>
                <a:spLocks noChangeShapeType="1"/>
              </p:cNvSpPr>
              <p:nvPr/>
            </p:nvSpPr>
            <p:spPr bwMode="auto">
              <a:xfrm>
                <a:off x="3943" y="689"/>
                <a:ext cx="50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560" name="Object 36"/>
              <p:cNvGraphicFramePr>
                <a:graphicFrameLocks noChangeAspect="1"/>
              </p:cNvGraphicFramePr>
              <p:nvPr/>
            </p:nvGraphicFramePr>
            <p:xfrm>
              <a:off x="3705" y="444"/>
              <a:ext cx="309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Equation" r:id="rId11" imgW="5181600" imgH="5486400" progId="Equation.3">
                      <p:embed/>
                    </p:oleObj>
                  </mc:Choice>
                  <mc:Fallback>
                    <p:oleObj name="Equation" r:id="rId11" imgW="5181600" imgH="548640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705" y="444"/>
                            <a:ext cx="309" cy="29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7" name="Text Box 37"/>
              <p:cNvSpPr txBox="1">
                <a:spLocks noChangeArrowheads="1"/>
              </p:cNvSpPr>
              <p:nvPr/>
            </p:nvSpPr>
            <p:spPr bwMode="auto">
              <a:xfrm>
                <a:off x="4381" y="586"/>
                <a:ext cx="280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88" name="Text Box 38"/>
              <p:cNvSpPr txBox="1">
                <a:spLocks noChangeArrowheads="1"/>
              </p:cNvSpPr>
              <p:nvPr/>
            </p:nvSpPr>
            <p:spPr bwMode="auto">
              <a:xfrm>
                <a:off x="4397" y="426"/>
                <a:ext cx="173" cy="330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.</a:t>
                </a:r>
                <a:endParaRPr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47"/>
            <p:cNvGrpSpPr/>
            <p:nvPr/>
          </p:nvGrpSpPr>
          <p:grpSpPr bwMode="auto">
            <a:xfrm>
              <a:off x="1995457" y="4365104"/>
              <a:ext cx="4881562" cy="1450976"/>
              <a:chOff x="447" y="3067"/>
              <a:chExt cx="3075" cy="914"/>
            </a:xfrm>
          </p:grpSpPr>
          <p:sp>
            <p:nvSpPr>
              <p:cNvPr id="23574" name="Text Box 14"/>
              <p:cNvSpPr txBox="1">
                <a:spLocks noChangeArrowheads="1"/>
              </p:cNvSpPr>
              <p:nvPr/>
            </p:nvSpPr>
            <p:spPr bwMode="auto">
              <a:xfrm>
                <a:off x="447" y="3067"/>
                <a:ext cx="3075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以</a:t>
                </a:r>
                <a:r>
                  <a:rPr kumimoji="1" lang="en-US" altLang="zh-CN" sz="2800" b="1" i="1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P</a:t>
                </a:r>
                <a:r>
                  <a:rPr kumimoji="1" lang="zh-CN" altLang="en-US" sz="2800" b="1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为参考点，反射波波函数：</a:t>
                </a:r>
                <a:endParaRPr kumimoji="1" lang="zh-CN" altLang="en-US" sz="2800" b="1" dirty="0">
                  <a:solidFill>
                    <a:srgbClr val="A5002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558" name="Object 41"/>
              <p:cNvGraphicFramePr>
                <a:graphicFrameLocks noChangeAspect="1"/>
              </p:cNvGraphicFramePr>
              <p:nvPr/>
            </p:nvGraphicFramePr>
            <p:xfrm>
              <a:off x="671" y="3339"/>
              <a:ext cx="2523" cy="6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4" name="Equation" r:id="rId13" imgW="50596800" imgH="13716000" progId="Equation.DSMT4">
                      <p:embed/>
                    </p:oleObj>
                  </mc:Choice>
                  <mc:Fallback>
                    <p:oleObj name="Equation" r:id="rId13" imgW="50596800" imgH="13716000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71" y="3339"/>
                            <a:ext cx="2523" cy="64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组合 37"/>
            <p:cNvGrpSpPr/>
            <p:nvPr/>
          </p:nvGrpSpPr>
          <p:grpSpPr bwMode="auto">
            <a:xfrm>
              <a:off x="2278087" y="3216323"/>
              <a:ext cx="7889879" cy="1223963"/>
              <a:chOff x="700084" y="3679827"/>
              <a:chExt cx="7889879" cy="1223963"/>
            </a:xfrm>
          </p:grpSpPr>
          <p:sp>
            <p:nvSpPr>
              <p:cNvPr id="23568" name="Text Box 8"/>
              <p:cNvSpPr txBox="1">
                <a:spLocks noChangeArrowheads="1"/>
              </p:cNvSpPr>
              <p:nvPr/>
            </p:nvSpPr>
            <p:spPr bwMode="auto">
              <a:xfrm>
                <a:off x="700084" y="3695700"/>
                <a:ext cx="3200400" cy="5232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反射波在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P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点振动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:</a:t>
                </a:r>
                <a:endParaRPr kumimoji="1"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" name="Group 51"/>
              <p:cNvGrpSpPr/>
              <p:nvPr/>
            </p:nvGrpSpPr>
            <p:grpSpPr bwMode="auto">
              <a:xfrm>
                <a:off x="3878263" y="3679827"/>
                <a:ext cx="4711700" cy="1223963"/>
                <a:chOff x="2443" y="2318"/>
                <a:chExt cx="2968" cy="771"/>
              </a:xfrm>
            </p:grpSpPr>
            <p:graphicFrame>
              <p:nvGraphicFramePr>
                <p:cNvPr id="23557" name="Object 9"/>
                <p:cNvGraphicFramePr>
                  <a:graphicFrameLocks noChangeAspect="1"/>
                </p:cNvGraphicFramePr>
                <p:nvPr/>
              </p:nvGraphicFramePr>
              <p:xfrm>
                <a:off x="2443" y="2318"/>
                <a:ext cx="2608" cy="3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45" name="Equation" r:id="rId15" imgW="35052000" imgH="5486400" progId="Equation.DSMT4">
                        <p:embed/>
                      </p:oleObj>
                    </mc:Choice>
                    <mc:Fallback>
                      <p:oleObj name="Equation" r:id="rId15" imgW="35052000" imgH="5486400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43" y="2318"/>
                              <a:ext cx="2608" cy="367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7" name="Group 50"/>
                <p:cNvGrpSpPr/>
                <p:nvPr/>
              </p:nvGrpSpPr>
              <p:grpSpPr bwMode="auto">
                <a:xfrm>
                  <a:off x="4277" y="2647"/>
                  <a:ext cx="1134" cy="442"/>
                  <a:chOff x="4277" y="2647"/>
                  <a:chExt cx="1134" cy="442"/>
                </a:xfrm>
              </p:grpSpPr>
              <p:sp>
                <p:nvSpPr>
                  <p:cNvPr id="23571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4522" y="2647"/>
                    <a:ext cx="16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572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7" y="2759"/>
                    <a:ext cx="1134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kumimoji="1" lang="zh-CN" altLang="en-US" sz="2800" b="1">
                        <a:solidFill>
                          <a:srgbClr val="A50021"/>
                        </a:solidFill>
                        <a:latin typeface="Times New Roman" panose="02020603050405020304" pitchFamily="18" charset="0"/>
                        <a:ea typeface="楷体" panose="02010609060101010101" charset="-122"/>
                        <a:cs typeface="Times New Roman" panose="02020603050405020304" pitchFamily="18" charset="0"/>
                      </a:rPr>
                      <a:t>半波损失</a:t>
                    </a:r>
                    <a:endParaRPr kumimoji="1" lang="zh-CN" altLang="en-US" sz="2800" b="1">
                      <a:solidFill>
                        <a:srgbClr val="A50021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57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604" y="2659"/>
                    <a:ext cx="136" cy="136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tailEnd type="triangle" w="med" len="med"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40" name="Text Box 32"/>
            <p:cNvSpPr txBox="1">
              <a:spLocks noChangeArrowheads="1"/>
            </p:cNvSpPr>
            <p:nvPr/>
          </p:nvSpPr>
          <p:spPr bwMode="auto">
            <a:xfrm>
              <a:off x="8716249" y="331851"/>
              <a:ext cx="274434" cy="52322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1540447" y="6258526"/>
              <a:ext cx="184731" cy="5232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999996" y="5803384"/>
              <a:ext cx="848849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注意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若波是由波密介质到波疏介质界面的反射，反射波在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P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点的振动相位就不加</a:t>
              </a:r>
              <a:r>
                <a:rPr kumimoji="1" lang="el-GR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π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。</a:t>
              </a:r>
              <a:endPara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9354819" y="6461126"/>
            <a:ext cx="240307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三、驻波</a:t>
            </a:r>
            <a:endParaRPr kumimoji="1"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58925" y="826135"/>
            <a:ext cx="8966200" cy="5562600"/>
            <a:chOff x="1558925" y="826135"/>
            <a:chExt cx="8966200" cy="5562600"/>
          </a:xfrm>
        </p:grpSpPr>
        <p:graphicFrame>
          <p:nvGraphicFramePr>
            <p:cNvPr id="24578" name="Object 3"/>
            <p:cNvGraphicFramePr>
              <a:graphicFrameLocks noChangeAspect="1"/>
            </p:cNvGraphicFramePr>
            <p:nvPr/>
          </p:nvGraphicFramePr>
          <p:xfrm>
            <a:off x="2005013" y="1548448"/>
            <a:ext cx="3471862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2" name="Equation" r:id="rId1" imgW="43281600" imgH="9448800" progId="Equation.DSMT4">
                    <p:embed/>
                  </p:oleObj>
                </mc:Choice>
                <mc:Fallback>
                  <p:oleObj name="Equation" r:id="rId1" imgW="43281600" imgH="9448800" progId="Equation.DSMT4">
                    <p:embed/>
                    <p:pic>
                      <p:nvPicPr>
                        <p:cNvPr id="0" name="Object 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05013" y="1548448"/>
                          <a:ext cx="3471862" cy="7747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79" name="Object 4"/>
            <p:cNvGraphicFramePr>
              <a:graphicFrameLocks noChangeAspect="1"/>
            </p:cNvGraphicFramePr>
            <p:nvPr/>
          </p:nvGraphicFramePr>
          <p:xfrm>
            <a:off x="1919289" y="2288224"/>
            <a:ext cx="3671887" cy="790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3" name="Equation" r:id="rId3" imgW="43281600" imgH="9448800" progId="Equation.DSMT4">
                    <p:embed/>
                  </p:oleObj>
                </mc:Choice>
                <mc:Fallback>
                  <p:oleObj name="Equation" r:id="rId3" imgW="43281600" imgH="9448800" progId="Equation.DSMT4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19289" y="2288224"/>
                          <a:ext cx="3671887" cy="7905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6" name="Text Box 22"/>
            <p:cNvSpPr txBox="1">
              <a:spLocks noChangeArrowheads="1"/>
            </p:cNvSpPr>
            <p:nvPr/>
          </p:nvSpPr>
          <p:spPr bwMode="auto">
            <a:xfrm>
              <a:off x="1558925" y="826135"/>
              <a:ext cx="1219200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(3):</a:t>
              </a:r>
              <a:endPara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87" name="Text Box 23"/>
            <p:cNvSpPr txBox="1">
              <a:spLocks noChangeArrowheads="1"/>
            </p:cNvSpPr>
            <p:nvPr/>
          </p:nvSpPr>
          <p:spPr bwMode="auto">
            <a:xfrm>
              <a:off x="2278064" y="835760"/>
              <a:ext cx="3960812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入射波、反射波波函数：</a:t>
              </a:r>
              <a:endPara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8184" name="Object 24"/>
            <p:cNvGraphicFramePr>
              <a:graphicFrameLocks noChangeAspect="1"/>
            </p:cNvGraphicFramePr>
            <p:nvPr/>
          </p:nvGraphicFramePr>
          <p:xfrm>
            <a:off x="2236788" y="3056574"/>
            <a:ext cx="6788150" cy="91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4" name="Equation" r:id="rId5" imgW="72237600" imgH="9448800" progId="Equation.DSMT4">
                    <p:embed/>
                  </p:oleObj>
                </mc:Choice>
                <mc:Fallback>
                  <p:oleObj name="Equation" r:id="rId5" imgW="72237600" imgH="9448800" progId="Equation.DSMT4">
                    <p:embed/>
                    <p:pic>
                      <p:nvPicPr>
                        <p:cNvPr id="0" name="Object 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36788" y="3056574"/>
                          <a:ext cx="6788150" cy="9112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" name="Group 26"/>
            <p:cNvGrpSpPr/>
            <p:nvPr/>
          </p:nvGrpSpPr>
          <p:grpSpPr bwMode="auto">
            <a:xfrm>
              <a:off x="2092621" y="3942398"/>
              <a:ext cx="3382640" cy="830262"/>
              <a:chOff x="557" y="2559"/>
              <a:chExt cx="2372" cy="682"/>
            </a:xfrm>
          </p:grpSpPr>
          <p:graphicFrame>
            <p:nvGraphicFramePr>
              <p:cNvPr id="24585" name="Object 27"/>
              <p:cNvGraphicFramePr>
                <a:graphicFrameLocks noChangeAspect="1"/>
              </p:cNvGraphicFramePr>
              <p:nvPr/>
            </p:nvGraphicFramePr>
            <p:xfrm>
              <a:off x="861" y="2559"/>
              <a:ext cx="2068" cy="6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65" name="公式" r:id="rId7" imgW="33223200" imgH="10363200" progId="Equation.3">
                      <p:embed/>
                    </p:oleObj>
                  </mc:Choice>
                  <mc:Fallback>
                    <p:oleObj name="公式" r:id="rId7" imgW="33223200" imgH="103632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861" y="2559"/>
                            <a:ext cx="2068" cy="6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10" name="Text Box 28"/>
              <p:cNvSpPr txBox="1">
                <a:spLocks noChangeArrowheads="1"/>
              </p:cNvSpPr>
              <p:nvPr/>
            </p:nvSpPr>
            <p:spPr bwMode="auto">
              <a:xfrm>
                <a:off x="557" y="2715"/>
                <a:ext cx="382" cy="4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又</a:t>
                </a:r>
                <a:endPara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56"/>
            <p:cNvGrpSpPr/>
            <p:nvPr/>
          </p:nvGrpSpPr>
          <p:grpSpPr bwMode="auto">
            <a:xfrm>
              <a:off x="1919288" y="4785360"/>
              <a:ext cx="8424862" cy="890588"/>
              <a:chOff x="249" y="2976"/>
              <a:chExt cx="5307" cy="561"/>
            </a:xfrm>
          </p:grpSpPr>
          <p:graphicFrame>
            <p:nvGraphicFramePr>
              <p:cNvPr id="24584" name="Object 29"/>
              <p:cNvGraphicFramePr>
                <a:graphicFrameLocks noChangeAspect="1"/>
              </p:cNvGraphicFramePr>
              <p:nvPr/>
            </p:nvGraphicFramePr>
            <p:xfrm>
              <a:off x="2094" y="2976"/>
              <a:ext cx="3462" cy="5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66" name="公式" r:id="rId9" imgW="65532000" imgH="10363200" progId="Equation.3">
                      <p:embed/>
                    </p:oleObj>
                  </mc:Choice>
                  <mc:Fallback>
                    <p:oleObj name="公式" r:id="rId9" imgW="65532000" imgH="1036320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094" y="2976"/>
                            <a:ext cx="3462" cy="56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09" name="Rectangle 30"/>
              <p:cNvSpPr>
                <a:spLocks noChangeArrowheads="1"/>
              </p:cNvSpPr>
              <p:nvPr/>
            </p:nvSpPr>
            <p:spPr bwMode="auto">
              <a:xfrm>
                <a:off x="249" y="3113"/>
                <a:ext cx="240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故</a:t>
                </a:r>
                <a:r>
                  <a: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D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点</a:t>
                </a:r>
                <a:r>
                  <a:rPr kumimoji="1" lang="zh-CN" altLang="en-US" sz="2800" b="1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合振动方程</a:t>
                </a:r>
                <a:endParaRPr kumimoji="1" lang="zh-CN" altLang="en-US" sz="2800" b="1" dirty="0">
                  <a:solidFill>
                    <a:srgbClr val="A5002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48191" name="Object 31"/>
            <p:cNvGraphicFramePr>
              <a:graphicFrameLocks noChangeAspect="1"/>
            </p:cNvGraphicFramePr>
            <p:nvPr/>
          </p:nvGraphicFramePr>
          <p:xfrm>
            <a:off x="4327525" y="5810885"/>
            <a:ext cx="3784600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7" name="公式" r:id="rId11" imgW="42976800" imgH="6400800" progId="Equation.3">
                    <p:embed/>
                  </p:oleObj>
                </mc:Choice>
                <mc:Fallback>
                  <p:oleObj name="公式" r:id="rId11" imgW="42976800" imgH="6400800" progId="Equation.3">
                    <p:embed/>
                    <p:pic>
                      <p:nvPicPr>
                        <p:cNvPr id="0" name="Object 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27525" y="5810885"/>
                          <a:ext cx="3784600" cy="5778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50"/>
            <p:cNvGrpSpPr/>
            <p:nvPr/>
          </p:nvGrpSpPr>
          <p:grpSpPr bwMode="auto">
            <a:xfrm>
              <a:off x="6169025" y="983615"/>
              <a:ext cx="4356100" cy="1625600"/>
              <a:chOff x="2926" y="328"/>
              <a:chExt cx="2744" cy="1024"/>
            </a:xfrm>
          </p:grpSpPr>
          <p:sp>
            <p:nvSpPr>
              <p:cNvPr id="24595" name="Rectangle 33"/>
              <p:cNvSpPr>
                <a:spLocks noChangeArrowheads="1"/>
              </p:cNvSpPr>
              <p:nvPr/>
            </p:nvSpPr>
            <p:spPr bwMode="auto">
              <a:xfrm>
                <a:off x="2926" y="328"/>
                <a:ext cx="2744" cy="1024"/>
              </a:xfrm>
              <a:prstGeom prst="rect">
                <a:avLst/>
              </a:prstGeom>
              <a:solidFill>
                <a:srgbClr val="FFF5EB"/>
              </a:solidFill>
              <a:ln w="28575">
                <a:solidFill>
                  <a:srgbClr val="D2640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96" name="Rectangle 34"/>
              <p:cNvSpPr>
                <a:spLocks noChangeArrowheads="1"/>
              </p:cNvSpPr>
              <p:nvPr/>
            </p:nvSpPr>
            <p:spPr bwMode="auto">
              <a:xfrm>
                <a:off x="4789" y="359"/>
                <a:ext cx="406" cy="933"/>
              </a:xfrm>
              <a:prstGeom prst="rect">
                <a:avLst/>
              </a:prstGeom>
              <a:gradFill rotWithShape="0">
                <a:gsLst>
                  <a:gs pos="0">
                    <a:srgbClr val="744E27"/>
                  </a:gs>
                  <a:gs pos="100000">
                    <a:srgbClr val="996633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97" name="Line 35"/>
              <p:cNvSpPr>
                <a:spLocks noChangeShapeType="1"/>
              </p:cNvSpPr>
              <p:nvPr/>
            </p:nvSpPr>
            <p:spPr bwMode="auto">
              <a:xfrm>
                <a:off x="3095" y="870"/>
                <a:ext cx="237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98" name="Text Box 36"/>
              <p:cNvSpPr txBox="1">
                <a:spLocks noChangeArrowheads="1"/>
              </p:cNvSpPr>
              <p:nvPr/>
            </p:nvSpPr>
            <p:spPr bwMode="auto">
              <a:xfrm>
                <a:off x="4857" y="359"/>
                <a:ext cx="203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密</a:t>
                </a:r>
                <a:endParaRPr kumimoji="1" lang="zh-CN" altLang="en-US" sz="2800" b="1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99" name="Text Box 37"/>
              <p:cNvSpPr txBox="1">
                <a:spLocks noChangeArrowheads="1"/>
              </p:cNvSpPr>
              <p:nvPr/>
            </p:nvSpPr>
            <p:spPr bwMode="auto">
              <a:xfrm>
                <a:off x="4518" y="359"/>
                <a:ext cx="20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疏</a:t>
                </a:r>
                <a:endPara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0" name="Text Box 38"/>
              <p:cNvSpPr txBox="1">
                <a:spLocks noChangeArrowheads="1"/>
              </p:cNvSpPr>
              <p:nvPr/>
            </p:nvSpPr>
            <p:spPr bwMode="auto">
              <a:xfrm>
                <a:off x="3231" y="590"/>
                <a:ext cx="20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O</a:t>
                </a:r>
                <a:endPara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1" name="Text Box 39"/>
              <p:cNvSpPr txBox="1">
                <a:spLocks noChangeArrowheads="1"/>
              </p:cNvSpPr>
              <p:nvPr/>
            </p:nvSpPr>
            <p:spPr bwMode="auto">
              <a:xfrm>
                <a:off x="4776" y="573"/>
                <a:ext cx="203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P</a:t>
                </a:r>
                <a:endPara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2" name="Line 40"/>
              <p:cNvSpPr>
                <a:spLocks noChangeShapeType="1"/>
              </p:cNvSpPr>
              <p:nvPr/>
            </p:nvSpPr>
            <p:spPr bwMode="auto">
              <a:xfrm>
                <a:off x="3299" y="870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4582" name="Object 41"/>
              <p:cNvGraphicFramePr>
                <a:graphicFrameLocks noChangeAspect="1"/>
              </p:cNvGraphicFramePr>
              <p:nvPr/>
            </p:nvGraphicFramePr>
            <p:xfrm>
              <a:off x="3908" y="870"/>
              <a:ext cx="209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68" name="Equation" r:id="rId13" imgW="5791200" imgH="9448800" progId="Equation.3">
                      <p:embed/>
                    </p:oleObj>
                  </mc:Choice>
                  <mc:Fallback>
                    <p:oleObj name="Equation" r:id="rId13" imgW="5791200" imgH="9448800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908" y="870"/>
                            <a:ext cx="209" cy="30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03" name="Line 42"/>
              <p:cNvSpPr>
                <a:spLocks noChangeShapeType="1"/>
              </p:cNvSpPr>
              <p:nvPr/>
            </p:nvSpPr>
            <p:spPr bwMode="auto">
              <a:xfrm>
                <a:off x="4146" y="991"/>
                <a:ext cx="60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4" name="Line 43"/>
              <p:cNvSpPr>
                <a:spLocks noChangeShapeType="1"/>
              </p:cNvSpPr>
              <p:nvPr/>
            </p:nvSpPr>
            <p:spPr bwMode="auto">
              <a:xfrm flipH="1">
                <a:off x="3299" y="991"/>
                <a:ext cx="575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5" name="Text Box 44"/>
              <p:cNvSpPr txBox="1">
                <a:spLocks noChangeArrowheads="1"/>
              </p:cNvSpPr>
              <p:nvPr/>
            </p:nvSpPr>
            <p:spPr bwMode="auto">
              <a:xfrm>
                <a:off x="5433" y="629"/>
                <a:ext cx="135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x</a:t>
                </a:r>
                <a:endPara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6" name="Line 45"/>
              <p:cNvSpPr>
                <a:spLocks noChangeShapeType="1"/>
              </p:cNvSpPr>
              <p:nvPr/>
            </p:nvSpPr>
            <p:spPr bwMode="auto">
              <a:xfrm>
                <a:off x="3943" y="689"/>
                <a:ext cx="50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4583" name="Object 46"/>
              <p:cNvGraphicFramePr>
                <a:graphicFrameLocks noChangeAspect="1"/>
              </p:cNvGraphicFramePr>
              <p:nvPr/>
            </p:nvGraphicFramePr>
            <p:xfrm>
              <a:off x="3705" y="509"/>
              <a:ext cx="240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69" name="Equation" r:id="rId15" imgW="5181600" imgH="5486400" progId="Equation.3">
                      <p:embed/>
                    </p:oleObj>
                  </mc:Choice>
                  <mc:Fallback>
                    <p:oleObj name="Equation" r:id="rId15" imgW="5181600" imgH="548640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705" y="509"/>
                            <a:ext cx="240" cy="2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07" name="Text Box 47"/>
              <p:cNvSpPr txBox="1">
                <a:spLocks noChangeArrowheads="1"/>
              </p:cNvSpPr>
              <p:nvPr/>
            </p:nvSpPr>
            <p:spPr bwMode="auto">
              <a:xfrm>
                <a:off x="4411" y="571"/>
                <a:ext cx="280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800" b="1" i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08" name="Text Box 48"/>
              <p:cNvSpPr txBox="1">
                <a:spLocks noChangeArrowheads="1"/>
              </p:cNvSpPr>
              <p:nvPr/>
            </p:nvSpPr>
            <p:spPr bwMode="auto">
              <a:xfrm>
                <a:off x="4462" y="546"/>
                <a:ext cx="173" cy="330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.</a:t>
                </a:r>
                <a:endParaRPr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54"/>
            <p:cNvGrpSpPr/>
            <p:nvPr/>
          </p:nvGrpSpPr>
          <p:grpSpPr bwMode="auto">
            <a:xfrm>
              <a:off x="9061771" y="3239138"/>
              <a:ext cx="1201738" cy="523876"/>
              <a:chOff x="4921" y="1912"/>
              <a:chExt cx="757" cy="330"/>
            </a:xfrm>
          </p:grpSpPr>
          <p:sp>
            <p:nvSpPr>
              <p:cNvPr id="24593" name="Text Box 52"/>
              <p:cNvSpPr txBox="1">
                <a:spLocks noChangeArrowheads="1"/>
              </p:cNvSpPr>
              <p:nvPr/>
            </p:nvSpPr>
            <p:spPr bwMode="auto">
              <a:xfrm>
                <a:off x="5107" y="1912"/>
                <a:ext cx="571" cy="330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驻波</a:t>
                </a:r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94" name="Line 53"/>
              <p:cNvSpPr>
                <a:spLocks noChangeShapeType="1"/>
              </p:cNvSpPr>
              <p:nvPr/>
            </p:nvSpPr>
            <p:spPr bwMode="auto">
              <a:xfrm>
                <a:off x="4921" y="2069"/>
                <a:ext cx="22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" name="Text Box 32"/>
            <p:cNvSpPr txBox="1">
              <a:spLocks noChangeArrowheads="1"/>
            </p:cNvSpPr>
            <p:nvPr/>
          </p:nvSpPr>
          <p:spPr bwMode="auto">
            <a:xfrm>
              <a:off x="8946976" y="1124745"/>
              <a:ext cx="274434" cy="52322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166951" y="714356"/>
            <a:ext cx="9655593" cy="6269990"/>
            <a:chOff x="2166951" y="714356"/>
            <a:chExt cx="9655593" cy="6269990"/>
          </a:xfrm>
        </p:grpSpPr>
        <p:grpSp>
          <p:nvGrpSpPr>
            <p:cNvPr id="2" name="Group 52"/>
            <p:cNvGrpSpPr/>
            <p:nvPr/>
          </p:nvGrpSpPr>
          <p:grpSpPr bwMode="auto">
            <a:xfrm>
              <a:off x="2392364" y="5183206"/>
              <a:ext cx="7227887" cy="889000"/>
              <a:chOff x="547" y="3203"/>
              <a:chExt cx="4553" cy="560"/>
            </a:xfrm>
          </p:grpSpPr>
          <p:sp>
            <p:nvSpPr>
              <p:cNvPr id="25639" name="Text Box 12"/>
              <p:cNvSpPr txBox="1">
                <a:spLocks noChangeArrowheads="1"/>
              </p:cNvSpPr>
              <p:nvPr/>
            </p:nvSpPr>
            <p:spPr bwMode="auto">
              <a:xfrm>
                <a:off x="547" y="3322"/>
                <a:ext cx="1968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即所求</a:t>
                </a:r>
                <a:r>
                  <a:rPr kumimoji="1" lang="zh-CN" altLang="en-US" sz="2800" b="1">
                    <a:solidFill>
                      <a:srgbClr val="A5002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波节位置：</a:t>
                </a:r>
                <a:endParaRPr kumimoji="1" lang="zh-CN" altLang="en-US" sz="2800" b="1">
                  <a:solidFill>
                    <a:srgbClr val="A5002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612" name="Object 13"/>
              <p:cNvGraphicFramePr>
                <a:graphicFrameLocks noChangeAspect="1"/>
              </p:cNvGraphicFramePr>
              <p:nvPr/>
            </p:nvGraphicFramePr>
            <p:xfrm>
              <a:off x="2444" y="3203"/>
              <a:ext cx="2656" cy="5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0" name="公式" r:id="rId1" imgW="50596800" imgH="10668000" progId="Equation.3">
                      <p:embed/>
                    </p:oleObj>
                  </mc:Choice>
                  <mc:Fallback>
                    <p:oleObj name="公式" r:id="rId1" imgW="50596800" imgH="106680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444" y="3203"/>
                            <a:ext cx="2656" cy="56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5602" name="Object 14"/>
            <p:cNvGraphicFramePr>
              <a:graphicFrameLocks noChangeAspect="1"/>
            </p:cNvGraphicFramePr>
            <p:nvPr/>
          </p:nvGraphicFramePr>
          <p:xfrm>
            <a:off x="3316288" y="714356"/>
            <a:ext cx="5821362" cy="857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1" name="Equation" r:id="rId3" imgW="72237600" imgH="9448800" progId="Equation.DSMT4">
                    <p:embed/>
                  </p:oleObj>
                </mc:Choice>
                <mc:Fallback>
                  <p:oleObj name="Equation" r:id="rId3" imgW="72237600" imgH="9448800" progId="Equation.DSMT4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16288" y="714356"/>
                          <a:ext cx="5821362" cy="857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5"/>
            <p:cNvGrpSpPr/>
            <p:nvPr/>
          </p:nvGrpSpPr>
          <p:grpSpPr bwMode="auto">
            <a:xfrm>
              <a:off x="2166951" y="1473194"/>
              <a:ext cx="7786701" cy="1027113"/>
              <a:chOff x="-459" y="918"/>
              <a:chExt cx="4905" cy="647"/>
            </a:xfrm>
          </p:grpSpPr>
          <p:sp>
            <p:nvSpPr>
              <p:cNvPr id="25638" name="Rectangle 16"/>
              <p:cNvSpPr>
                <a:spLocks noChangeArrowheads="1"/>
              </p:cNvSpPr>
              <p:nvPr/>
            </p:nvSpPr>
            <p:spPr bwMode="auto">
              <a:xfrm>
                <a:off x="-459" y="1081"/>
                <a:ext cx="193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波节（静止点）：</a:t>
                </a:r>
                <a:endPara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611" name="Object 17"/>
              <p:cNvGraphicFramePr>
                <a:graphicFrameLocks noChangeAspect="1"/>
              </p:cNvGraphicFramePr>
              <p:nvPr/>
            </p:nvGraphicFramePr>
            <p:xfrm>
              <a:off x="1450" y="918"/>
              <a:ext cx="2996" cy="6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2" name="公式" r:id="rId5" imgW="50596800" imgH="10668000" progId="Equation.3">
                      <p:embed/>
                    </p:oleObj>
                  </mc:Choice>
                  <mc:Fallback>
                    <p:oleObj name="公式" r:id="rId5" imgW="50596800" imgH="106680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450" y="918"/>
                            <a:ext cx="2996" cy="64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" name="Group 45"/>
            <p:cNvGrpSpPr/>
            <p:nvPr/>
          </p:nvGrpSpPr>
          <p:grpSpPr bwMode="auto">
            <a:xfrm>
              <a:off x="6875490" y="3384570"/>
              <a:ext cx="3006725" cy="950913"/>
              <a:chOff x="1536" y="2032"/>
              <a:chExt cx="1894" cy="599"/>
            </a:xfrm>
          </p:grpSpPr>
          <p:sp>
            <p:nvSpPr>
              <p:cNvPr id="25637" name="Text Box 19"/>
              <p:cNvSpPr txBox="1">
                <a:spLocks noChangeArrowheads="1"/>
              </p:cNvSpPr>
              <p:nvPr/>
            </p:nvSpPr>
            <p:spPr bwMode="auto">
              <a:xfrm>
                <a:off x="1536" y="2178"/>
                <a:ext cx="48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得</a:t>
                </a:r>
                <a:r>
                  <a:rPr kumimoji="1" lang="en-US" altLang="zh-CN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:</a:t>
                </a:r>
                <a:endPara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610" name="Object 21"/>
              <p:cNvGraphicFramePr>
                <a:graphicFrameLocks noChangeAspect="1"/>
              </p:cNvGraphicFramePr>
              <p:nvPr/>
            </p:nvGraphicFramePr>
            <p:xfrm>
              <a:off x="1980" y="2032"/>
              <a:ext cx="1450" cy="5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3" name="公式" r:id="rId7" imgW="24384000" imgH="10668000" progId="Equation.3">
                      <p:embed/>
                    </p:oleObj>
                  </mc:Choice>
                  <mc:Fallback>
                    <p:oleObj name="公式" r:id="rId7" imgW="24384000" imgH="106680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980" y="2032"/>
                            <a:ext cx="1450" cy="59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16" name="Text Box 44"/>
            <p:cNvSpPr txBox="1">
              <a:spLocks noChangeArrowheads="1"/>
            </p:cNvSpPr>
            <p:nvPr/>
          </p:nvSpPr>
          <p:spPr bwMode="auto">
            <a:xfrm>
              <a:off x="2519346" y="838186"/>
              <a:ext cx="1219200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(4):</a:t>
              </a:r>
              <a:endPara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" name="Group 50"/>
            <p:cNvGrpSpPr/>
            <p:nvPr/>
          </p:nvGrpSpPr>
          <p:grpSpPr bwMode="auto">
            <a:xfrm>
              <a:off x="5453059" y="4614874"/>
              <a:ext cx="3671887" cy="457200"/>
              <a:chOff x="2427" y="2751"/>
              <a:chExt cx="2517" cy="371"/>
            </a:xfrm>
          </p:grpSpPr>
          <p:graphicFrame>
            <p:nvGraphicFramePr>
              <p:cNvPr id="25608" name="Object 48"/>
              <p:cNvGraphicFramePr>
                <a:graphicFrameLocks noChangeAspect="1"/>
              </p:cNvGraphicFramePr>
              <p:nvPr/>
            </p:nvGraphicFramePr>
            <p:xfrm>
              <a:off x="2427" y="2784"/>
              <a:ext cx="249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4" name="公式" r:id="rId9" imgW="3657600" imgH="3657600" progId="Equation.3">
                      <p:embed/>
                    </p:oleObj>
                  </mc:Choice>
                  <mc:Fallback>
                    <p:oleObj name="公式" r:id="rId9" imgW="3657600" imgH="3657600" progId="Equation.3">
                      <p:embed/>
                      <p:pic>
                        <p:nvPicPr>
                          <p:cNvPr id="0" name="Object 4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427" y="2784"/>
                            <a:ext cx="249" cy="24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9" name="Object 49"/>
              <p:cNvGraphicFramePr>
                <a:graphicFrameLocks noChangeAspect="1"/>
              </p:cNvGraphicFramePr>
              <p:nvPr/>
            </p:nvGraphicFramePr>
            <p:xfrm>
              <a:off x="2736" y="2751"/>
              <a:ext cx="2208" cy="3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5" name="公式" r:id="rId11" imgW="28956000" imgH="4876800" progId="Equation.3">
                      <p:embed/>
                    </p:oleObj>
                  </mc:Choice>
                  <mc:Fallback>
                    <p:oleObj name="公式" r:id="rId11" imgW="28956000" imgH="487680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736" y="2751"/>
                            <a:ext cx="2208" cy="37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60"/>
            <p:cNvGrpSpPr/>
            <p:nvPr/>
          </p:nvGrpSpPr>
          <p:grpSpPr bwMode="auto">
            <a:xfrm>
              <a:off x="3365501" y="2543176"/>
              <a:ext cx="5762625" cy="885825"/>
              <a:chOff x="1745" y="1477"/>
              <a:chExt cx="3630" cy="558"/>
            </a:xfrm>
          </p:grpSpPr>
          <p:graphicFrame>
            <p:nvGraphicFramePr>
              <p:cNvPr id="25606" name="Object 22"/>
              <p:cNvGraphicFramePr>
                <a:graphicFrameLocks noChangeAspect="1"/>
              </p:cNvGraphicFramePr>
              <p:nvPr/>
            </p:nvGraphicFramePr>
            <p:xfrm>
              <a:off x="1745" y="1477"/>
              <a:ext cx="1815" cy="5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6" name="公式" r:id="rId13" imgW="33528000" imgH="10668000" progId="Equation.3">
                      <p:embed/>
                    </p:oleObj>
                  </mc:Choice>
                  <mc:Fallback>
                    <p:oleObj name="公式" r:id="rId13" imgW="33528000" imgH="106680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745" y="1477"/>
                            <a:ext cx="1815" cy="55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7" name="Object 59"/>
              <p:cNvGraphicFramePr>
                <a:graphicFrameLocks noChangeAspect="1"/>
              </p:cNvGraphicFramePr>
              <p:nvPr/>
            </p:nvGraphicFramePr>
            <p:xfrm>
              <a:off x="3606" y="1598"/>
              <a:ext cx="1769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17" name="公式" r:id="rId15" imgW="28956000" imgH="4876800" progId="Equation.3">
                      <p:embed/>
                    </p:oleObj>
                  </mc:Choice>
                  <mc:Fallback>
                    <p:oleObj name="公式" r:id="rId15" imgW="28956000" imgH="4876800" progId="Equation.3">
                      <p:embed/>
                      <p:pic>
                        <p:nvPicPr>
                          <p:cNvPr id="0" name="Object 5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606" y="1598"/>
                            <a:ext cx="1769" cy="31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97"/>
            <p:cNvGrpSpPr/>
            <p:nvPr/>
          </p:nvGrpSpPr>
          <p:grpSpPr bwMode="auto">
            <a:xfrm>
              <a:off x="2317755" y="3357577"/>
              <a:ext cx="3921122" cy="2036759"/>
              <a:chOff x="95" y="2029"/>
              <a:chExt cx="2470" cy="1283"/>
            </a:xfrm>
          </p:grpSpPr>
          <p:grpSp>
            <p:nvGrpSpPr>
              <p:cNvPr id="8" name="Group 51"/>
              <p:cNvGrpSpPr/>
              <p:nvPr/>
            </p:nvGrpSpPr>
            <p:grpSpPr bwMode="auto">
              <a:xfrm>
                <a:off x="1404" y="2029"/>
                <a:ext cx="1161" cy="641"/>
                <a:chOff x="936" y="2191"/>
                <a:chExt cx="1161" cy="641"/>
              </a:xfrm>
            </p:grpSpPr>
            <p:sp>
              <p:nvSpPr>
                <p:cNvPr id="2563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936" y="2349"/>
                  <a:ext cx="57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r>
                    <a:rPr kumimoji="1" lang="zh-CN" altLang="en-US" sz="2800" b="1" dirty="0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又</a:t>
                  </a:r>
                  <a:endPara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5605" name="Object 47"/>
                <p:cNvGraphicFramePr>
                  <a:graphicFrameLocks noChangeAspect="1"/>
                </p:cNvGraphicFramePr>
                <p:nvPr/>
              </p:nvGraphicFramePr>
              <p:xfrm>
                <a:off x="1271" y="2191"/>
                <a:ext cx="826" cy="6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218" name="公式" r:id="rId17" imgW="12496800" imgH="9753600" progId="Equation.3">
                        <p:embed/>
                      </p:oleObj>
                    </mc:Choice>
                    <mc:Fallback>
                      <p:oleObj name="公式" r:id="rId17" imgW="12496800" imgH="9753600" progId="Equation.3">
                        <p:embed/>
                        <p:pic>
                          <p:nvPicPr>
                            <p:cNvPr id="0" name="Object 47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1" y="2191"/>
                              <a:ext cx="826" cy="641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" name="Group 96"/>
              <p:cNvGrpSpPr/>
              <p:nvPr/>
            </p:nvGrpSpPr>
            <p:grpSpPr bwMode="auto">
              <a:xfrm>
                <a:off x="95" y="2278"/>
                <a:ext cx="998" cy="1034"/>
                <a:chOff x="3061" y="407"/>
                <a:chExt cx="2178" cy="1803"/>
              </a:xfrm>
            </p:grpSpPr>
            <p:sp>
              <p:nvSpPr>
                <p:cNvPr id="25623" name="Rectangle 80"/>
                <p:cNvSpPr>
                  <a:spLocks noChangeArrowheads="1"/>
                </p:cNvSpPr>
                <p:nvPr/>
              </p:nvSpPr>
              <p:spPr bwMode="auto">
                <a:xfrm>
                  <a:off x="3061" y="407"/>
                  <a:ext cx="2178" cy="1024"/>
                </a:xfrm>
                <a:prstGeom prst="rect">
                  <a:avLst/>
                </a:prstGeom>
                <a:solidFill>
                  <a:srgbClr val="FFF5EB"/>
                </a:solidFill>
                <a:ln w="28575">
                  <a:solidFill>
                    <a:srgbClr val="D264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4" name="Rectangle 81"/>
                <p:cNvSpPr>
                  <a:spLocks noChangeArrowheads="1"/>
                </p:cNvSpPr>
                <p:nvPr/>
              </p:nvSpPr>
              <p:spPr bwMode="auto">
                <a:xfrm>
                  <a:off x="4789" y="449"/>
                  <a:ext cx="406" cy="933"/>
                </a:xfrm>
                <a:prstGeom prst="rect">
                  <a:avLst/>
                </a:prstGeom>
                <a:gradFill rotWithShape="0">
                  <a:gsLst>
                    <a:gs pos="0">
                      <a:srgbClr val="744E27"/>
                    </a:gs>
                    <a:gs pos="100000">
                      <a:srgbClr val="996633"/>
                    </a:gs>
                  </a:gsLst>
                  <a:lin ang="0" scaled="1"/>
                </a:gra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5" name="Line 82"/>
                <p:cNvSpPr>
                  <a:spLocks noChangeShapeType="1"/>
                </p:cNvSpPr>
                <p:nvPr/>
              </p:nvSpPr>
              <p:spPr bwMode="auto">
                <a:xfrm>
                  <a:off x="3198" y="960"/>
                  <a:ext cx="1995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6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831" y="449"/>
                  <a:ext cx="253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zh-CN" altLang="en-US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密</a:t>
                  </a:r>
                  <a:endPara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7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4495" y="474"/>
                  <a:ext cx="316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zh-CN" altLang="en-US" sz="2800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疏</a:t>
                  </a:r>
                  <a:endParaRPr kumimoji="1"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3161" y="643"/>
                  <a:ext cx="254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en-US" altLang="zh-CN" sz="28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O</a:t>
                  </a:r>
                  <a:endPara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9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748" y="643"/>
                  <a:ext cx="253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en-US" altLang="zh-CN" sz="2800" b="1" i="1" dirty="0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P</a:t>
                  </a:r>
                  <a:endParaRPr kumimoji="1" lang="en-US" altLang="zh-CN" sz="2800" b="1" i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0" name="Line 87"/>
                <p:cNvSpPr>
                  <a:spLocks noChangeShapeType="1"/>
                </p:cNvSpPr>
                <p:nvPr/>
              </p:nvSpPr>
              <p:spPr bwMode="auto">
                <a:xfrm>
                  <a:off x="3299" y="960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5603" name="Object 88"/>
                <p:cNvGraphicFramePr>
                  <a:graphicFrameLocks noChangeAspect="1"/>
                </p:cNvGraphicFramePr>
                <p:nvPr/>
              </p:nvGraphicFramePr>
              <p:xfrm>
                <a:off x="3908" y="960"/>
                <a:ext cx="209" cy="3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219" name="Equation" r:id="rId19" imgW="5791200" imgH="9448800" progId="Equation.3">
                        <p:embed/>
                      </p:oleObj>
                    </mc:Choice>
                    <mc:Fallback>
                      <p:oleObj name="Equation" r:id="rId19" imgW="5791200" imgH="9448800" progId="Equation.3">
                        <p:embed/>
                        <p:pic>
                          <p:nvPicPr>
                            <p:cNvPr id="0" name="Object 88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08" y="960"/>
                              <a:ext cx="209" cy="301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31" name="Line 89"/>
                <p:cNvSpPr>
                  <a:spLocks noChangeShapeType="1"/>
                </p:cNvSpPr>
                <p:nvPr/>
              </p:nvSpPr>
              <p:spPr bwMode="auto">
                <a:xfrm>
                  <a:off x="4146" y="1081"/>
                  <a:ext cx="609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2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3299" y="1081"/>
                  <a:ext cx="575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3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968" y="802"/>
                  <a:ext cx="254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en-US" altLang="zh-CN" sz="28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x</a:t>
                  </a:r>
                  <a:endPara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4" name="Line 92"/>
                <p:cNvSpPr>
                  <a:spLocks noChangeShapeType="1"/>
                </p:cNvSpPr>
                <p:nvPr/>
              </p:nvSpPr>
              <p:spPr bwMode="auto">
                <a:xfrm>
                  <a:off x="3943" y="779"/>
                  <a:ext cx="507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5604" name="Object 93"/>
                <p:cNvGraphicFramePr>
                  <a:graphicFrameLocks noChangeAspect="1"/>
                </p:cNvGraphicFramePr>
                <p:nvPr/>
              </p:nvGraphicFramePr>
              <p:xfrm>
                <a:off x="3705" y="599"/>
                <a:ext cx="240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220" name="Equation" r:id="rId21" imgW="5181600" imgH="5486400" progId="Equation.3">
                        <p:embed/>
                      </p:oleObj>
                    </mc:Choice>
                    <mc:Fallback>
                      <p:oleObj name="Equation" r:id="rId21" imgW="5181600" imgH="5486400" progId="Equation.3">
                        <p:embed/>
                        <p:pic>
                          <p:nvPicPr>
                            <p:cNvPr id="0" name="Object 93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705" y="599"/>
                              <a:ext cx="240" cy="22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35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10" y="1635"/>
                  <a:ext cx="254" cy="5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zh-CN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0" name="Text Box 32"/>
            <p:cNvSpPr txBox="1">
              <a:spLocks noChangeArrowheads="1"/>
            </p:cNvSpPr>
            <p:nvPr/>
          </p:nvSpPr>
          <p:spPr bwMode="auto">
            <a:xfrm>
              <a:off x="9354819" y="6461126"/>
              <a:ext cx="2467725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三、驻波</a:t>
              </a:r>
              <a:endParaRPr kumimoji="1"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373312" y="714356"/>
            <a:ext cx="7437465" cy="5319750"/>
            <a:chOff x="2373312" y="714356"/>
            <a:chExt cx="7437465" cy="5319750"/>
          </a:xfrm>
        </p:grpSpPr>
        <p:grpSp>
          <p:nvGrpSpPr>
            <p:cNvPr id="2" name="Group 52"/>
            <p:cNvGrpSpPr/>
            <p:nvPr/>
          </p:nvGrpSpPr>
          <p:grpSpPr bwMode="auto">
            <a:xfrm>
              <a:off x="2606700" y="5221306"/>
              <a:ext cx="6846887" cy="812800"/>
              <a:chOff x="547" y="3227"/>
              <a:chExt cx="4313" cy="512"/>
            </a:xfrm>
          </p:grpSpPr>
          <p:sp>
            <p:nvSpPr>
              <p:cNvPr id="25639" name="Text Box 12"/>
              <p:cNvSpPr txBox="1">
                <a:spLocks noChangeArrowheads="1"/>
              </p:cNvSpPr>
              <p:nvPr/>
            </p:nvSpPr>
            <p:spPr bwMode="auto">
              <a:xfrm>
                <a:off x="547" y="3322"/>
                <a:ext cx="1968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即所求</a:t>
                </a:r>
                <a:r>
                  <a:rPr kumimoji="1" lang="zh-CN" altLang="en-US" sz="2800" b="1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波腹位置：</a:t>
                </a:r>
                <a:endParaRPr kumimoji="1" lang="zh-CN" altLang="en-US" sz="2800" b="1" dirty="0">
                  <a:solidFill>
                    <a:srgbClr val="A5002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612" name="Object 13"/>
              <p:cNvGraphicFramePr>
                <a:graphicFrameLocks noChangeAspect="1"/>
              </p:cNvGraphicFramePr>
              <p:nvPr/>
            </p:nvGraphicFramePr>
            <p:xfrm>
              <a:off x="2684" y="3227"/>
              <a:ext cx="2176" cy="5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34" name="Equation" r:id="rId1" imgW="41452800" imgH="9753600" progId="Equation.DSMT4">
                      <p:embed/>
                    </p:oleObj>
                  </mc:Choice>
                  <mc:Fallback>
                    <p:oleObj name="Equation" r:id="rId1" imgW="41452800" imgH="975360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684" y="3227"/>
                            <a:ext cx="2176" cy="51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5602" name="Object 14"/>
            <p:cNvGraphicFramePr>
              <a:graphicFrameLocks noChangeAspect="1"/>
            </p:cNvGraphicFramePr>
            <p:nvPr/>
          </p:nvGraphicFramePr>
          <p:xfrm>
            <a:off x="3060720" y="714356"/>
            <a:ext cx="5821362" cy="928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5" name="Equation" r:id="rId3" imgW="72237600" imgH="9448800" progId="Equation.DSMT4">
                    <p:embed/>
                  </p:oleObj>
                </mc:Choice>
                <mc:Fallback>
                  <p:oleObj name="Equation" r:id="rId3" imgW="72237600" imgH="9448800" progId="Equation.DSMT4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60720" y="714356"/>
                          <a:ext cx="5821362" cy="9286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5"/>
            <p:cNvGrpSpPr/>
            <p:nvPr/>
          </p:nvGrpSpPr>
          <p:grpSpPr bwMode="auto">
            <a:xfrm>
              <a:off x="2913103" y="1516055"/>
              <a:ext cx="5881688" cy="939800"/>
              <a:chOff x="172" y="945"/>
              <a:chExt cx="3705" cy="592"/>
            </a:xfrm>
          </p:grpSpPr>
          <p:sp>
            <p:nvSpPr>
              <p:cNvPr id="25638" name="Rectangle 16"/>
              <p:cNvSpPr>
                <a:spLocks noChangeArrowheads="1"/>
              </p:cNvSpPr>
              <p:nvPr/>
            </p:nvSpPr>
            <p:spPr bwMode="auto">
              <a:xfrm>
                <a:off x="172" y="1081"/>
                <a:ext cx="798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2800" b="1" dirty="0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波腹：</a:t>
                </a:r>
                <a:endPara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611" name="Object 17"/>
              <p:cNvGraphicFramePr>
                <a:graphicFrameLocks noChangeAspect="1"/>
              </p:cNvGraphicFramePr>
              <p:nvPr/>
            </p:nvGraphicFramePr>
            <p:xfrm>
              <a:off x="1080" y="945"/>
              <a:ext cx="2797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36" name="Equation" r:id="rId5" imgW="47244000" imgH="9753600" progId="Equation.DSMT4">
                      <p:embed/>
                    </p:oleObj>
                  </mc:Choice>
                  <mc:Fallback>
                    <p:oleObj name="Equation" r:id="rId5" imgW="47244000" imgH="9753600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80" y="945"/>
                            <a:ext cx="2797" cy="5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" name="Group 45"/>
            <p:cNvGrpSpPr/>
            <p:nvPr/>
          </p:nvGrpSpPr>
          <p:grpSpPr bwMode="auto">
            <a:xfrm>
              <a:off x="5589605" y="3424255"/>
              <a:ext cx="2459038" cy="869950"/>
              <a:chOff x="1536" y="2057"/>
              <a:chExt cx="1549" cy="548"/>
            </a:xfrm>
          </p:grpSpPr>
          <p:sp>
            <p:nvSpPr>
              <p:cNvPr id="25637" name="Text Box 19"/>
              <p:cNvSpPr txBox="1">
                <a:spLocks noChangeArrowheads="1"/>
              </p:cNvSpPr>
              <p:nvPr/>
            </p:nvSpPr>
            <p:spPr bwMode="auto">
              <a:xfrm>
                <a:off x="1536" y="2178"/>
                <a:ext cx="484" cy="3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得</a:t>
                </a:r>
                <a:r>
                  <a:rPr kumimoji="1" lang="en-US" altLang="zh-CN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rPr>
                  <a:t>:</a:t>
                </a:r>
                <a:endPara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5610" name="Object 21"/>
              <p:cNvGraphicFramePr>
                <a:graphicFrameLocks noChangeAspect="1"/>
              </p:cNvGraphicFramePr>
              <p:nvPr/>
            </p:nvGraphicFramePr>
            <p:xfrm>
              <a:off x="2324" y="2057"/>
              <a:ext cx="761" cy="5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37" name="Equation" r:id="rId7" imgW="12801600" imgH="9753600" progId="Equation.DSMT4">
                      <p:embed/>
                    </p:oleObj>
                  </mc:Choice>
                  <mc:Fallback>
                    <p:oleObj name="Equation" r:id="rId7" imgW="12801600" imgH="9753600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324" y="2057"/>
                            <a:ext cx="761" cy="5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50"/>
            <p:cNvGrpSpPr/>
            <p:nvPr/>
          </p:nvGrpSpPr>
          <p:grpSpPr bwMode="auto">
            <a:xfrm>
              <a:off x="6138890" y="4429132"/>
              <a:ext cx="3671887" cy="457200"/>
              <a:chOff x="2427" y="2751"/>
              <a:chExt cx="2517" cy="371"/>
            </a:xfrm>
          </p:grpSpPr>
          <p:graphicFrame>
            <p:nvGraphicFramePr>
              <p:cNvPr id="25608" name="Object 48"/>
              <p:cNvGraphicFramePr>
                <a:graphicFrameLocks noChangeAspect="1"/>
              </p:cNvGraphicFramePr>
              <p:nvPr/>
            </p:nvGraphicFramePr>
            <p:xfrm>
              <a:off x="2427" y="2784"/>
              <a:ext cx="249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38" name="公式" r:id="rId9" imgW="3657600" imgH="3657600" progId="Equation.3">
                      <p:embed/>
                    </p:oleObj>
                  </mc:Choice>
                  <mc:Fallback>
                    <p:oleObj name="公式" r:id="rId9" imgW="3657600" imgH="3657600" progId="Equation.3">
                      <p:embed/>
                      <p:pic>
                        <p:nvPicPr>
                          <p:cNvPr id="0" name="Object 4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427" y="2784"/>
                            <a:ext cx="249" cy="24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9" name="Object 49"/>
              <p:cNvGraphicFramePr>
                <a:graphicFrameLocks noChangeAspect="1"/>
              </p:cNvGraphicFramePr>
              <p:nvPr/>
            </p:nvGraphicFramePr>
            <p:xfrm>
              <a:off x="2736" y="2751"/>
              <a:ext cx="2208" cy="3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39" name="公式" r:id="rId11" imgW="28956000" imgH="4876800" progId="Equation.3">
                      <p:embed/>
                    </p:oleObj>
                  </mc:Choice>
                  <mc:Fallback>
                    <p:oleObj name="公式" r:id="rId11" imgW="28956000" imgH="487680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736" y="2751"/>
                            <a:ext cx="2208" cy="37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60"/>
            <p:cNvGrpSpPr/>
            <p:nvPr/>
          </p:nvGrpSpPr>
          <p:grpSpPr bwMode="auto">
            <a:xfrm>
              <a:off x="3381356" y="2500314"/>
              <a:ext cx="5238750" cy="890588"/>
              <a:chOff x="2075" y="1450"/>
              <a:chExt cx="3300" cy="561"/>
            </a:xfrm>
          </p:grpSpPr>
          <p:graphicFrame>
            <p:nvGraphicFramePr>
              <p:cNvPr id="25606" name="Object 22"/>
              <p:cNvGraphicFramePr>
                <a:graphicFrameLocks noChangeAspect="1"/>
              </p:cNvGraphicFramePr>
              <p:nvPr/>
            </p:nvGraphicFramePr>
            <p:xfrm>
              <a:off x="2075" y="1450"/>
              <a:ext cx="1271" cy="5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40" name="Equation" r:id="rId13" imgW="21336000" imgH="9753600" progId="Equation.DSMT4">
                      <p:embed/>
                    </p:oleObj>
                  </mc:Choice>
                  <mc:Fallback>
                    <p:oleObj name="Equation" r:id="rId13" imgW="21336000" imgH="975360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075" y="1450"/>
                            <a:ext cx="1271" cy="56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7" name="Object 59"/>
              <p:cNvGraphicFramePr>
                <a:graphicFrameLocks noChangeAspect="1"/>
              </p:cNvGraphicFramePr>
              <p:nvPr/>
            </p:nvGraphicFramePr>
            <p:xfrm>
              <a:off x="3606" y="1598"/>
              <a:ext cx="1769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41" name="公式" r:id="rId15" imgW="28956000" imgH="4876800" progId="Equation.3">
                      <p:embed/>
                    </p:oleObj>
                  </mc:Choice>
                  <mc:Fallback>
                    <p:oleObj name="公式" r:id="rId15" imgW="28956000" imgH="4876800" progId="Equation.3">
                      <p:embed/>
                      <p:pic>
                        <p:nvPicPr>
                          <p:cNvPr id="0" name="Object 5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606" y="1598"/>
                            <a:ext cx="1769" cy="31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97"/>
            <p:cNvGrpSpPr/>
            <p:nvPr/>
          </p:nvGrpSpPr>
          <p:grpSpPr bwMode="auto">
            <a:xfrm>
              <a:off x="2373312" y="4121170"/>
              <a:ext cx="3579812" cy="1701799"/>
              <a:chOff x="95" y="2240"/>
              <a:chExt cx="2255" cy="1072"/>
            </a:xfrm>
          </p:grpSpPr>
          <p:grpSp>
            <p:nvGrpSpPr>
              <p:cNvPr id="8" name="Group 51"/>
              <p:cNvGrpSpPr/>
              <p:nvPr/>
            </p:nvGrpSpPr>
            <p:grpSpPr bwMode="auto">
              <a:xfrm>
                <a:off x="1160" y="2240"/>
                <a:ext cx="1190" cy="641"/>
                <a:chOff x="692" y="2402"/>
                <a:chExt cx="1190" cy="641"/>
              </a:xfrm>
            </p:grpSpPr>
            <p:sp>
              <p:nvSpPr>
                <p:cNvPr id="2563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692" y="2560"/>
                  <a:ext cx="57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r>
                    <a:rPr kumimoji="1"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又</a:t>
                  </a:r>
                  <a:endParaRPr kumimoji="1"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5605" name="Object 47"/>
                <p:cNvGraphicFramePr>
                  <a:graphicFrameLocks noChangeAspect="1"/>
                </p:cNvGraphicFramePr>
                <p:nvPr/>
              </p:nvGraphicFramePr>
              <p:xfrm>
                <a:off x="1056" y="2402"/>
                <a:ext cx="826" cy="6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42" name="公式" r:id="rId17" imgW="12496800" imgH="9753600" progId="Equation.3">
                        <p:embed/>
                      </p:oleObj>
                    </mc:Choice>
                    <mc:Fallback>
                      <p:oleObj name="公式" r:id="rId17" imgW="12496800" imgH="9753600" progId="Equation.3">
                        <p:embed/>
                        <p:pic>
                          <p:nvPicPr>
                            <p:cNvPr id="0" name="Object 47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6" y="2402"/>
                              <a:ext cx="826" cy="641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" name="Group 96"/>
              <p:cNvGrpSpPr/>
              <p:nvPr/>
            </p:nvGrpSpPr>
            <p:grpSpPr bwMode="auto">
              <a:xfrm>
                <a:off x="95" y="2285"/>
                <a:ext cx="998" cy="1027"/>
                <a:chOff x="3061" y="418"/>
                <a:chExt cx="2178" cy="1792"/>
              </a:xfrm>
            </p:grpSpPr>
            <p:sp>
              <p:nvSpPr>
                <p:cNvPr id="25623" name="Rectangle 80"/>
                <p:cNvSpPr>
                  <a:spLocks noChangeArrowheads="1"/>
                </p:cNvSpPr>
                <p:nvPr/>
              </p:nvSpPr>
              <p:spPr bwMode="auto">
                <a:xfrm>
                  <a:off x="3061" y="418"/>
                  <a:ext cx="2178" cy="1024"/>
                </a:xfrm>
                <a:prstGeom prst="rect">
                  <a:avLst/>
                </a:prstGeom>
                <a:solidFill>
                  <a:srgbClr val="FFF5EB"/>
                </a:solidFill>
                <a:ln w="28575">
                  <a:solidFill>
                    <a:srgbClr val="D264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4" name="Rectangle 81"/>
                <p:cNvSpPr>
                  <a:spLocks noChangeArrowheads="1"/>
                </p:cNvSpPr>
                <p:nvPr/>
              </p:nvSpPr>
              <p:spPr bwMode="auto">
                <a:xfrm>
                  <a:off x="4789" y="449"/>
                  <a:ext cx="406" cy="933"/>
                </a:xfrm>
                <a:prstGeom prst="rect">
                  <a:avLst/>
                </a:prstGeom>
                <a:gradFill rotWithShape="0">
                  <a:gsLst>
                    <a:gs pos="0">
                      <a:srgbClr val="744E27"/>
                    </a:gs>
                    <a:gs pos="100000">
                      <a:srgbClr val="996633"/>
                    </a:gs>
                  </a:gsLst>
                  <a:lin ang="0" scaled="1"/>
                </a:gra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5" name="Line 82"/>
                <p:cNvSpPr>
                  <a:spLocks noChangeShapeType="1"/>
                </p:cNvSpPr>
                <p:nvPr/>
              </p:nvSpPr>
              <p:spPr bwMode="auto">
                <a:xfrm>
                  <a:off x="3198" y="960"/>
                  <a:ext cx="1995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6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831" y="449"/>
                  <a:ext cx="253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zh-CN" altLang="en-US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密</a:t>
                  </a:r>
                  <a:endParaRPr kumimoji="1"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7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4495" y="474"/>
                  <a:ext cx="316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zh-CN" altLang="en-US" sz="2800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疏</a:t>
                  </a:r>
                  <a:endParaRPr kumimoji="1" lang="zh-CN" altLang="en-US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3161" y="643"/>
                  <a:ext cx="254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en-US" altLang="zh-CN" sz="28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O</a:t>
                  </a:r>
                  <a:endPara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29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784" y="643"/>
                  <a:ext cx="253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en-US" altLang="zh-CN" sz="2800" b="1" i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P</a:t>
                  </a:r>
                  <a:endParaRPr kumimoji="1"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0" name="Line 87"/>
                <p:cNvSpPr>
                  <a:spLocks noChangeShapeType="1"/>
                </p:cNvSpPr>
                <p:nvPr/>
              </p:nvSpPr>
              <p:spPr bwMode="auto">
                <a:xfrm>
                  <a:off x="3299" y="960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5603" name="Object 88"/>
                <p:cNvGraphicFramePr>
                  <a:graphicFrameLocks noChangeAspect="1"/>
                </p:cNvGraphicFramePr>
                <p:nvPr/>
              </p:nvGraphicFramePr>
              <p:xfrm>
                <a:off x="3908" y="960"/>
                <a:ext cx="209" cy="3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43" name="Equation" r:id="rId19" imgW="5791200" imgH="9448800" progId="Equation.3">
                        <p:embed/>
                      </p:oleObj>
                    </mc:Choice>
                    <mc:Fallback>
                      <p:oleObj name="Equation" r:id="rId19" imgW="5791200" imgH="9448800" progId="Equation.3">
                        <p:embed/>
                        <p:pic>
                          <p:nvPicPr>
                            <p:cNvPr id="0" name="Object 88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08" y="960"/>
                              <a:ext cx="209" cy="301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31" name="Line 89"/>
                <p:cNvSpPr>
                  <a:spLocks noChangeShapeType="1"/>
                </p:cNvSpPr>
                <p:nvPr/>
              </p:nvSpPr>
              <p:spPr bwMode="auto">
                <a:xfrm>
                  <a:off x="4146" y="1081"/>
                  <a:ext cx="609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2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3299" y="1081"/>
                  <a:ext cx="575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3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968" y="802"/>
                  <a:ext cx="254" cy="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kumimoji="1" lang="en-US" altLang="zh-CN" sz="28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x</a:t>
                  </a:r>
                  <a:endParaRPr kumimoji="1" lang="en-US" altLang="zh-CN" sz="28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34" name="Line 92"/>
                <p:cNvSpPr>
                  <a:spLocks noChangeShapeType="1"/>
                </p:cNvSpPr>
                <p:nvPr/>
              </p:nvSpPr>
              <p:spPr bwMode="auto">
                <a:xfrm>
                  <a:off x="3943" y="779"/>
                  <a:ext cx="507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5604" name="Object 93"/>
                <p:cNvGraphicFramePr>
                  <a:graphicFrameLocks noChangeAspect="1"/>
                </p:cNvGraphicFramePr>
                <p:nvPr/>
              </p:nvGraphicFramePr>
              <p:xfrm>
                <a:off x="3705" y="599"/>
                <a:ext cx="240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44" name="Equation" r:id="rId21" imgW="5181600" imgH="5486400" progId="Equation.3">
                        <p:embed/>
                      </p:oleObj>
                    </mc:Choice>
                    <mc:Fallback>
                      <p:oleObj name="Equation" r:id="rId21" imgW="5181600" imgH="5486400" progId="Equation.3">
                        <p:embed/>
                        <p:pic>
                          <p:nvPicPr>
                            <p:cNvPr id="0" name="Object 93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705" y="599"/>
                              <a:ext cx="240" cy="22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35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10" y="1635"/>
                  <a:ext cx="254" cy="5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zh-CN" sz="2800" b="1"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40" name="Text Box 32"/>
          <p:cNvSpPr txBox="1">
            <a:spLocks noChangeArrowheads="1"/>
          </p:cNvSpPr>
          <p:nvPr/>
        </p:nvSpPr>
        <p:spPr bwMode="auto">
          <a:xfrm>
            <a:off x="9354820" y="6461126"/>
            <a:ext cx="283718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三、驻波</a:t>
            </a:r>
            <a:endParaRPr kumimoji="1"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6"/>
          <p:cNvSpPr txBox="1"/>
          <p:nvPr>
            <p:custDataLst>
              <p:tags r:id="rId1"/>
            </p:custDataLst>
          </p:nvPr>
        </p:nvSpPr>
        <p:spPr>
          <a:xfrm>
            <a:off x="2474939" y="3529884"/>
            <a:ext cx="10489565" cy="68326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：光栅（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复习时参看例题和作业题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84714" y="1555469"/>
            <a:ext cx="520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计算题复习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6"/>
          <p:cNvSpPr txBox="1"/>
          <p:nvPr>
            <p:custDataLst>
              <p:tags r:id="rId1"/>
            </p:custDataLst>
          </p:nvPr>
        </p:nvSpPr>
        <p:spPr>
          <a:xfrm>
            <a:off x="2068539" y="2707847"/>
            <a:ext cx="8811897" cy="186512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：光电效应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德布罗意波长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复习光电效应方程和德布罗意动量公式，</a:t>
            </a:r>
            <a:endParaRPr lang="en-US" altLang="zh-CN" sz="3200" b="1" dirty="0" smtClean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找出他们的联系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84714" y="1555469"/>
            <a:ext cx="520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计算题复习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6"/>
          <p:cNvSpPr txBox="1"/>
          <p:nvPr>
            <p:custDataLst>
              <p:tags r:id="rId1"/>
            </p:custDataLst>
          </p:nvPr>
        </p:nvSpPr>
        <p:spPr>
          <a:xfrm>
            <a:off x="2862865" y="3428282"/>
            <a:ext cx="8811897" cy="121764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：热学：循环过程（包含多方过程，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 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过程曲线为直线）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84714" y="1555469"/>
            <a:ext cx="520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计算题复习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544945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69" name="Text Box 3"/>
          <p:cNvSpPr txBox="1">
            <a:spLocks noChangeArrowheads="1"/>
          </p:cNvSpPr>
          <p:nvPr/>
        </p:nvSpPr>
        <p:spPr bwMode="auto">
          <a:xfrm>
            <a:off x="1846263" y="886143"/>
            <a:ext cx="13716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例题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828800" y="1525905"/>
            <a:ext cx="6688138" cy="3367088"/>
            <a:chOff x="192" y="624"/>
            <a:chExt cx="4213" cy="2121"/>
          </a:xfrm>
        </p:grpSpPr>
        <p:sp>
          <p:nvSpPr>
            <p:cNvPr id="15384" name="Text Box 5"/>
            <p:cNvSpPr txBox="1">
              <a:spLocks noChangeArrowheads="1"/>
            </p:cNvSpPr>
            <p:nvPr/>
          </p:nvSpPr>
          <p:spPr bwMode="auto">
            <a:xfrm>
              <a:off x="192" y="624"/>
              <a:ext cx="816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solidFill>
                    <a:srgbClr val="A5002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已知</a:t>
              </a:r>
              <a:r>
                <a:rPr kumimoji="1" lang="en-US" altLang="zh-CN" sz="2800" b="1">
                  <a:solidFill>
                    <a:srgbClr val="A50021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:</a:t>
              </a:r>
              <a:endParaRPr kumimoji="1"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" name="Group 6"/>
            <p:cNvGrpSpPr/>
            <p:nvPr/>
          </p:nvGrpSpPr>
          <p:grpSpPr bwMode="auto">
            <a:xfrm>
              <a:off x="384" y="672"/>
              <a:ext cx="4021" cy="2073"/>
              <a:chOff x="384" y="672"/>
              <a:chExt cx="4021" cy="2073"/>
            </a:xfrm>
          </p:grpSpPr>
          <p:graphicFrame>
            <p:nvGraphicFramePr>
              <p:cNvPr id="15364" name="Object 7"/>
              <p:cNvGraphicFramePr>
                <a:graphicFrameLocks noChangeAspect="1"/>
              </p:cNvGraphicFramePr>
              <p:nvPr/>
            </p:nvGraphicFramePr>
            <p:xfrm>
              <a:off x="922" y="672"/>
              <a:ext cx="3483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19" name="Equation" r:id="rId1" imgW="2044700" imgH="203200" progId="Equation.DSMT4">
                      <p:embed/>
                    </p:oleObj>
                  </mc:Choice>
                  <mc:Fallback>
                    <p:oleObj name="Equation" r:id="rId1" imgW="2044700" imgH="2032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2" y="672"/>
                            <a:ext cx="3483" cy="3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65" name="Object 8"/>
              <p:cNvGraphicFramePr>
                <a:graphicFrameLocks noChangeAspect="1"/>
              </p:cNvGraphicFramePr>
              <p:nvPr/>
            </p:nvGraphicFramePr>
            <p:xfrm>
              <a:off x="816" y="1114"/>
              <a:ext cx="1392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0" name="Equation" r:id="rId3" imgW="812165" imgH="203200" progId="Equation.DSMT4">
                      <p:embed/>
                    </p:oleObj>
                  </mc:Choice>
                  <mc:Fallback>
                    <p:oleObj name="Equation" r:id="rId3" imgW="812165" imgH="203200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114"/>
                            <a:ext cx="1392" cy="3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66" name="Object 9"/>
              <p:cNvGraphicFramePr>
                <a:graphicFrameLocks noChangeAspect="1"/>
              </p:cNvGraphicFramePr>
              <p:nvPr/>
            </p:nvGraphicFramePr>
            <p:xfrm>
              <a:off x="816" y="1536"/>
              <a:ext cx="1876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1" name="公式" r:id="rId5" imgW="1193800" imgH="228600" progId="Equation.3">
                      <p:embed/>
                    </p:oleObj>
                  </mc:Choice>
                  <mc:Fallback>
                    <p:oleObj name="公式" r:id="rId5" imgW="1193800" imgH="2286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536"/>
                            <a:ext cx="1876" cy="3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Group 10"/>
              <p:cNvGrpSpPr/>
              <p:nvPr/>
            </p:nvGrpSpPr>
            <p:grpSpPr bwMode="auto">
              <a:xfrm>
                <a:off x="384" y="2072"/>
                <a:ext cx="2301" cy="673"/>
                <a:chOff x="432" y="2255"/>
                <a:chExt cx="2301" cy="673"/>
              </a:xfrm>
            </p:grpSpPr>
            <p:sp>
              <p:nvSpPr>
                <p:cNvPr id="1538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32" y="2256"/>
                  <a:ext cx="81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r>
                    <a:rPr kumimoji="1" lang="zh-CN" altLang="en-US" sz="2800" b="1">
                      <a:solidFill>
                        <a:srgbClr val="A50021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求</a:t>
                  </a:r>
                  <a:r>
                    <a:rPr kumimoji="1" lang="en-US" altLang="zh-CN" sz="2800" b="1">
                      <a:solidFill>
                        <a:srgbClr val="A50021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:</a:t>
                  </a:r>
                  <a:r>
                    <a:rPr kumimoji="1" lang="en-US" altLang="zh-CN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  <a:sym typeface="Monotype Sorts" pitchFamily="2" charset="2"/>
                    </a:rPr>
                    <a:t>1.</a:t>
                  </a:r>
                  <a:endParaRPr kumimoji="1" lang="en-US" altLang="zh-CN" sz="28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15367" name="Object 12"/>
                <p:cNvGraphicFramePr>
                  <a:graphicFrameLocks noChangeAspect="1"/>
                </p:cNvGraphicFramePr>
                <p:nvPr/>
              </p:nvGraphicFramePr>
              <p:xfrm>
                <a:off x="1204" y="2255"/>
                <a:ext cx="1529" cy="3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22" name="Equation" r:id="rId7" imgW="1091565" imgH="215900" progId="Equation.DSMT4">
                        <p:embed/>
                      </p:oleObj>
                    </mc:Choice>
                    <mc:Fallback>
                      <p:oleObj name="Equation" r:id="rId7" imgW="1091565" imgH="215900" progId="Equation.DSMT4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04" y="2255"/>
                              <a:ext cx="1529" cy="3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388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864" y="2592"/>
                  <a:ext cx="2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800" b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  <a:sym typeface="Monotype Sorts" pitchFamily="2" charset="2"/>
                    </a:rPr>
                    <a:t>2.</a:t>
                  </a:r>
                  <a:endParaRPr kumimoji="1" lang="en-US" altLang="zh-CN" sz="28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15368" name="Object 14"/>
                <p:cNvGraphicFramePr>
                  <a:graphicFrameLocks noChangeAspect="1"/>
                </p:cNvGraphicFramePr>
                <p:nvPr/>
              </p:nvGraphicFramePr>
              <p:xfrm>
                <a:off x="1329" y="2592"/>
                <a:ext cx="288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23" name="公式" r:id="rId9" imgW="139700" imgH="165100" progId="Equation.3">
                        <p:embed/>
                      </p:oleObj>
                    </mc:Choice>
                    <mc:Fallback>
                      <p:oleObj name="公式" r:id="rId9" imgW="139700" imgH="165100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29" y="2592"/>
                              <a:ext cx="288" cy="3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6" name="Group 15"/>
          <p:cNvGrpSpPr/>
          <p:nvPr/>
        </p:nvGrpSpPr>
        <p:grpSpPr bwMode="auto">
          <a:xfrm>
            <a:off x="6236986" y="3002281"/>
            <a:ext cx="3674083" cy="2973389"/>
            <a:chOff x="3072" y="2208"/>
            <a:chExt cx="2352" cy="1777"/>
          </a:xfrm>
        </p:grpSpPr>
        <p:pic>
          <p:nvPicPr>
            <p:cNvPr id="15378" name="Picture 16" descr="32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072" y="2208"/>
              <a:ext cx="2352" cy="1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</p:pic>
        <p:sp>
          <p:nvSpPr>
            <p:cNvPr id="15379" name="Line 17"/>
            <p:cNvSpPr>
              <a:spLocks noChangeShapeType="1"/>
            </p:cNvSpPr>
            <p:nvPr/>
          </p:nvSpPr>
          <p:spPr bwMode="auto">
            <a:xfrm flipH="1">
              <a:off x="3312" y="2712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80" name="Line 18"/>
            <p:cNvSpPr>
              <a:spLocks noChangeShapeType="1"/>
            </p:cNvSpPr>
            <p:nvPr/>
          </p:nvSpPr>
          <p:spPr bwMode="auto">
            <a:xfrm>
              <a:off x="4212" y="2688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 flipH="1">
              <a:off x="3312" y="3408"/>
              <a:ext cx="2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82" name="Line 20"/>
            <p:cNvSpPr>
              <a:spLocks noChangeShapeType="1"/>
            </p:cNvSpPr>
            <p:nvPr/>
          </p:nvSpPr>
          <p:spPr bwMode="auto">
            <a:xfrm flipV="1">
              <a:off x="3588" y="3408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83" name="Line 21"/>
            <p:cNvSpPr>
              <a:spLocks noChangeShapeType="1"/>
            </p:cNvSpPr>
            <p:nvPr/>
          </p:nvSpPr>
          <p:spPr bwMode="auto">
            <a:xfrm flipV="1">
              <a:off x="3336" y="3408"/>
              <a:ext cx="240" cy="24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362" name="Object 22"/>
          <p:cNvGraphicFramePr>
            <a:graphicFrameLocks noChangeAspect="1"/>
          </p:cNvGraphicFramePr>
          <p:nvPr/>
        </p:nvGraphicFramePr>
        <p:xfrm>
          <a:off x="5273675" y="2241868"/>
          <a:ext cx="478313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Equation" r:id="rId12" imgW="1917065" imgH="215900" progId="Equation.DSMT4">
                  <p:embed/>
                </p:oleObj>
              </mc:Choice>
              <mc:Fallback>
                <p:oleObj name="Equation" r:id="rId12" imgW="1917065" imgH="2159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2241868"/>
                        <a:ext cx="4783138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Text Box 23"/>
          <p:cNvSpPr txBox="1">
            <a:spLocks noChangeArrowheads="1"/>
          </p:cNvSpPr>
          <p:nvPr/>
        </p:nvSpPr>
        <p:spPr bwMode="auto">
          <a:xfrm>
            <a:off x="3216275" y="871855"/>
            <a:ext cx="24511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272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19.14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29"/>
          <p:cNvGrpSpPr/>
          <p:nvPr/>
        </p:nvGrpSpPr>
        <p:grpSpPr bwMode="auto">
          <a:xfrm>
            <a:off x="2122489" y="5046980"/>
            <a:ext cx="3311525" cy="946150"/>
            <a:chOff x="377" y="3112"/>
            <a:chExt cx="2086" cy="596"/>
          </a:xfrm>
        </p:grpSpPr>
        <p:sp>
          <p:nvSpPr>
            <p:cNvPr id="15375" name="Rectangle 27"/>
            <p:cNvSpPr>
              <a:spLocks noChangeArrowheads="1"/>
            </p:cNvSpPr>
            <p:nvPr/>
          </p:nvSpPr>
          <p:spPr bwMode="auto">
            <a:xfrm>
              <a:off x="377" y="3239"/>
              <a:ext cx="419" cy="33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solidFill>
                    <a:srgbClr val="990033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解</a:t>
              </a:r>
              <a:r>
                <a:rPr kumimoji="1" lang="en-US" altLang="zh-CN" sz="2800" b="1">
                  <a:solidFill>
                    <a:srgbClr val="990033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:</a:t>
              </a:r>
              <a:endParaRPr kumimoji="1" lang="en-US" altLang="zh-CN" sz="2800" b="1">
                <a:solidFill>
                  <a:srgbClr val="990033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363" name="Object 28"/>
            <p:cNvGraphicFramePr>
              <a:graphicFrameLocks noChangeAspect="1"/>
            </p:cNvGraphicFramePr>
            <p:nvPr/>
          </p:nvGraphicFramePr>
          <p:xfrm>
            <a:off x="831" y="3112"/>
            <a:ext cx="1632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5" name="公式" r:id="rId14" imgW="1180465" imgH="431800" progId="Equation.3">
                    <p:embed/>
                  </p:oleObj>
                </mc:Choice>
                <mc:Fallback>
                  <p:oleObj name="公式" r:id="rId14" imgW="1180465" imgH="4318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" y="3112"/>
                          <a:ext cx="1632" cy="5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535709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96" name="Text Box 4"/>
          <p:cNvSpPr txBox="1">
            <a:spLocks noChangeArrowheads="1"/>
          </p:cNvSpPr>
          <p:nvPr/>
        </p:nvSpPr>
        <p:spPr bwMode="auto">
          <a:xfrm>
            <a:off x="1964056" y="666750"/>
            <a:ext cx="304482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990033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1-2</a:t>
            </a:r>
            <a:r>
              <a:rPr kumimoji="1" lang="zh-CN" altLang="en-US" sz="2800" b="1" dirty="0">
                <a:solidFill>
                  <a:srgbClr val="990033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：多方过程</a:t>
            </a:r>
            <a:endParaRPr kumimoji="1" lang="zh-CN" altLang="en-US" sz="2800" b="1" dirty="0">
              <a:solidFill>
                <a:srgbClr val="990033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4549" name="Object 5"/>
          <p:cNvGraphicFramePr>
            <a:graphicFrameLocks noChangeAspect="1"/>
          </p:cNvGraphicFramePr>
          <p:nvPr/>
        </p:nvGraphicFramePr>
        <p:xfrm>
          <a:off x="2090739" y="1134745"/>
          <a:ext cx="26114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公式" r:id="rId1" imgW="1459865" imgH="482600" progId="Equation.3">
                  <p:embed/>
                </p:oleObj>
              </mc:Choice>
              <mc:Fallback>
                <p:oleObj name="公式" r:id="rId1" imgW="1459865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9" y="1134745"/>
                        <a:ext cx="2611437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0" name="Object 6"/>
          <p:cNvGraphicFramePr>
            <a:graphicFrameLocks noChangeAspect="1"/>
          </p:cNvGraphicFramePr>
          <p:nvPr/>
        </p:nvGraphicFramePr>
        <p:xfrm>
          <a:off x="2203450" y="2669858"/>
          <a:ext cx="308768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公式" r:id="rId3" imgW="1574165" imgH="406400" progId="Equation.3">
                  <p:embed/>
                </p:oleObj>
              </mc:Choice>
              <mc:Fallback>
                <p:oleObj name="公式" r:id="rId3" imgW="1574165" imgH="40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669858"/>
                        <a:ext cx="3087688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1" name="Object 7"/>
          <p:cNvGraphicFramePr>
            <a:graphicFrameLocks noChangeAspect="1"/>
          </p:cNvGraphicFramePr>
          <p:nvPr/>
        </p:nvGraphicFramePr>
        <p:xfrm>
          <a:off x="7505701" y="3766821"/>
          <a:ext cx="25939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公式" r:id="rId5" imgW="1333500" imgH="215900" progId="Equation.3">
                  <p:embed/>
                </p:oleObj>
              </mc:Choice>
              <mc:Fallback>
                <p:oleObj name="公式" r:id="rId5" imgW="13335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1" y="3766821"/>
                        <a:ext cx="2593975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5" name="Object 11"/>
          <p:cNvGraphicFramePr>
            <a:graphicFrameLocks noChangeAspect="1"/>
          </p:cNvGraphicFramePr>
          <p:nvPr/>
        </p:nvGraphicFramePr>
        <p:xfrm>
          <a:off x="4975225" y="4368484"/>
          <a:ext cx="12271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公式" r:id="rId7" imgW="443865" imgH="215900" progId="Equation.3">
                  <p:embed/>
                </p:oleObj>
              </mc:Choice>
              <mc:Fallback>
                <p:oleObj name="公式" r:id="rId7" imgW="443865" imgH="215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225" y="4368484"/>
                        <a:ext cx="1227138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/>
          <p:nvPr/>
        </p:nvGrpSpPr>
        <p:grpSpPr bwMode="auto">
          <a:xfrm>
            <a:off x="1979614" y="4406579"/>
            <a:ext cx="2916237" cy="523874"/>
            <a:chOff x="476" y="2870"/>
            <a:chExt cx="1837" cy="330"/>
          </a:xfrm>
        </p:grpSpPr>
        <p:sp>
          <p:nvSpPr>
            <p:cNvPr id="16408" name="Text Box 10"/>
            <p:cNvSpPr txBox="1">
              <a:spLocks noChangeArrowheads="1"/>
            </p:cNvSpPr>
            <p:nvPr/>
          </p:nvSpPr>
          <p:spPr bwMode="auto">
            <a:xfrm>
              <a:off x="476" y="2870"/>
              <a:ext cx="714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solidFill>
                    <a:srgbClr val="990033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2-3</a:t>
              </a:r>
              <a:r>
                <a:rPr kumimoji="1" lang="zh-CN" altLang="en-US" sz="2800" b="1">
                  <a:solidFill>
                    <a:srgbClr val="990033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：</a:t>
              </a:r>
              <a:endParaRPr kumimoji="1" lang="zh-CN" altLang="en-US" sz="2800" b="1">
                <a:solidFill>
                  <a:srgbClr val="990033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09" name="Text Box 12"/>
            <p:cNvSpPr txBox="1">
              <a:spLocks noChangeArrowheads="1"/>
            </p:cNvSpPr>
            <p:nvPr/>
          </p:nvSpPr>
          <p:spPr bwMode="auto">
            <a:xfrm>
              <a:off x="1004" y="2870"/>
              <a:ext cx="1309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绝热膨胀</a:t>
              </a:r>
              <a:endParaRPr kumimoji="1"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64557" name="Object 13"/>
          <p:cNvGraphicFramePr>
            <a:graphicFrameLocks noChangeAspect="1"/>
          </p:cNvGraphicFramePr>
          <p:nvPr/>
        </p:nvGraphicFramePr>
        <p:xfrm>
          <a:off x="2457451" y="4845050"/>
          <a:ext cx="320516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公式" r:id="rId9" imgW="1384300" imgH="431800" progId="Equation.3">
                  <p:embed/>
                </p:oleObj>
              </mc:Choice>
              <mc:Fallback>
                <p:oleObj name="公式" r:id="rId9" imgW="1384300" imgH="431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1" y="4845050"/>
                        <a:ext cx="3205163" cy="90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8" name="Object 14"/>
          <p:cNvGraphicFramePr>
            <a:graphicFrameLocks noChangeAspect="1"/>
          </p:cNvGraphicFramePr>
          <p:nvPr/>
        </p:nvGraphicFramePr>
        <p:xfrm>
          <a:off x="4451351" y="5613401"/>
          <a:ext cx="27971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公式" r:id="rId11" imgW="1243965" imgH="406400" progId="Equation.3">
                  <p:embed/>
                </p:oleObj>
              </mc:Choice>
              <mc:Fallback>
                <p:oleObj name="公式" r:id="rId11" imgW="1243965" imgH="406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351" y="5613401"/>
                        <a:ext cx="2797175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66" name="Object 22"/>
          <p:cNvGraphicFramePr>
            <a:graphicFrameLocks noChangeAspect="1"/>
          </p:cNvGraphicFramePr>
          <p:nvPr/>
        </p:nvGraphicFramePr>
        <p:xfrm>
          <a:off x="2038351" y="1891984"/>
          <a:ext cx="3446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公式" r:id="rId13" imgW="1968500" imgH="444500" progId="Equation.3">
                  <p:embed/>
                </p:oleObj>
              </mc:Choice>
              <mc:Fallback>
                <p:oleObj name="公式" r:id="rId13" imgW="1968500" imgH="4445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1" y="1891984"/>
                        <a:ext cx="3446463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6"/>
          <p:cNvGrpSpPr/>
          <p:nvPr/>
        </p:nvGrpSpPr>
        <p:grpSpPr bwMode="auto">
          <a:xfrm>
            <a:off x="6902883" y="1059207"/>
            <a:ext cx="2928405" cy="2332833"/>
            <a:chOff x="3072" y="2208"/>
            <a:chExt cx="2352" cy="1777"/>
          </a:xfrm>
        </p:grpSpPr>
        <p:pic>
          <p:nvPicPr>
            <p:cNvPr id="16402" name="Picture 27" descr="32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3072" y="2208"/>
              <a:ext cx="2352" cy="1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</p:pic>
        <p:sp>
          <p:nvSpPr>
            <p:cNvPr id="16403" name="Line 28"/>
            <p:cNvSpPr>
              <a:spLocks noChangeShapeType="1"/>
            </p:cNvSpPr>
            <p:nvPr/>
          </p:nvSpPr>
          <p:spPr bwMode="auto">
            <a:xfrm flipH="1">
              <a:off x="3312" y="2712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04" name="Line 29"/>
            <p:cNvSpPr>
              <a:spLocks noChangeShapeType="1"/>
            </p:cNvSpPr>
            <p:nvPr/>
          </p:nvSpPr>
          <p:spPr bwMode="auto">
            <a:xfrm>
              <a:off x="4212" y="2688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05" name="Line 30"/>
            <p:cNvSpPr>
              <a:spLocks noChangeShapeType="1"/>
            </p:cNvSpPr>
            <p:nvPr/>
          </p:nvSpPr>
          <p:spPr bwMode="auto">
            <a:xfrm flipH="1">
              <a:off x="3312" y="3408"/>
              <a:ext cx="2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06" name="Line 31"/>
            <p:cNvSpPr>
              <a:spLocks noChangeShapeType="1"/>
            </p:cNvSpPr>
            <p:nvPr/>
          </p:nvSpPr>
          <p:spPr bwMode="auto">
            <a:xfrm flipV="1">
              <a:off x="3588" y="3408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07" name="Line 32"/>
            <p:cNvSpPr>
              <a:spLocks noChangeShapeType="1"/>
            </p:cNvSpPr>
            <p:nvPr/>
          </p:nvSpPr>
          <p:spPr bwMode="auto">
            <a:xfrm flipV="1">
              <a:off x="3336" y="3408"/>
              <a:ext cx="240" cy="24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64578" name="Object 34"/>
          <p:cNvGraphicFramePr>
            <a:graphicFrameLocks noChangeAspect="1"/>
          </p:cNvGraphicFramePr>
          <p:nvPr/>
        </p:nvGraphicFramePr>
        <p:xfrm>
          <a:off x="4475163" y="3535046"/>
          <a:ext cx="28813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公式" r:id="rId16" imgW="1473200" imgH="406400" progId="Equation.3">
                  <p:embed/>
                </p:oleObj>
              </mc:Choice>
              <mc:Fallback>
                <p:oleObj name="公式" r:id="rId16" imgW="1473200" imgH="4064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63" y="3535046"/>
                        <a:ext cx="2881312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79" name="Object 35"/>
          <p:cNvGraphicFramePr>
            <a:graphicFrameLocks noChangeAspect="1"/>
          </p:cNvGraphicFramePr>
          <p:nvPr/>
        </p:nvGraphicFramePr>
        <p:xfrm>
          <a:off x="5618163" y="4835526"/>
          <a:ext cx="38290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公式" r:id="rId18" imgW="1612900" imgH="406400" progId="Equation.3">
                  <p:embed/>
                </p:oleObj>
              </mc:Choice>
              <mc:Fallback>
                <p:oleObj name="公式" r:id="rId18" imgW="1612900" imgH="4064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3" y="4835526"/>
                        <a:ext cx="3829050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80" name="Object 36"/>
          <p:cNvGraphicFramePr>
            <a:graphicFrameLocks noChangeAspect="1"/>
          </p:cNvGraphicFramePr>
          <p:nvPr/>
        </p:nvGraphicFramePr>
        <p:xfrm>
          <a:off x="2589214" y="3522346"/>
          <a:ext cx="19907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公式" r:id="rId20" imgW="1104265" imgH="406400" progId="Equation.3">
                  <p:embed/>
                </p:oleObj>
              </mc:Choice>
              <mc:Fallback>
                <p:oleObj name="公式" r:id="rId20" imgW="1104265" imgH="4064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4" y="3522346"/>
                        <a:ext cx="1990725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6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6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535709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65571" name="Object 3"/>
          <p:cNvGraphicFramePr>
            <a:graphicFrameLocks noChangeAspect="1"/>
          </p:cNvGraphicFramePr>
          <p:nvPr/>
        </p:nvGraphicFramePr>
        <p:xfrm>
          <a:off x="3575051" y="5229226"/>
          <a:ext cx="47021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公式" r:id="rId1" imgW="2019300" imgH="444500" progId="Equation.3">
                  <p:embed/>
                </p:oleObj>
              </mc:Choice>
              <mc:Fallback>
                <p:oleObj name="公式" r:id="rId1" imgW="20193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229226"/>
                        <a:ext cx="4702175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3" name="Object 5"/>
          <p:cNvGraphicFramePr>
            <a:graphicFrameLocks noChangeAspect="1"/>
          </p:cNvGraphicFramePr>
          <p:nvPr/>
        </p:nvGraphicFramePr>
        <p:xfrm>
          <a:off x="2028826" y="2152651"/>
          <a:ext cx="296386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公式" r:id="rId3" imgW="1143000" imgH="444500" progId="Equation.3">
                  <p:embed/>
                </p:oleObj>
              </mc:Choice>
              <mc:Fallback>
                <p:oleObj name="公式" r:id="rId3" imgW="11430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6" y="2152651"/>
                        <a:ext cx="2963863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4" name="Object 6"/>
          <p:cNvGraphicFramePr>
            <a:graphicFrameLocks noChangeAspect="1"/>
          </p:cNvGraphicFramePr>
          <p:nvPr/>
        </p:nvGraphicFramePr>
        <p:xfrm>
          <a:off x="2093913" y="4257676"/>
          <a:ext cx="31559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公式" r:id="rId5" imgW="1282700" imgH="228600" progId="Equation.3">
                  <p:embed/>
                </p:oleObj>
              </mc:Choice>
              <mc:Fallback>
                <p:oleObj name="公式" r:id="rId5" imgW="1282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4257676"/>
                        <a:ext cx="3155950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5" name="Object 7"/>
          <p:cNvGraphicFramePr>
            <a:graphicFrameLocks noChangeAspect="1"/>
          </p:cNvGraphicFramePr>
          <p:nvPr/>
        </p:nvGraphicFramePr>
        <p:xfrm>
          <a:off x="2035176" y="1519239"/>
          <a:ext cx="127476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公式" r:id="rId7" imgW="546100" imgH="228600" progId="Equation.3">
                  <p:embed/>
                </p:oleObj>
              </mc:Choice>
              <mc:Fallback>
                <p:oleObj name="公式" r:id="rId7" imgW="5461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6" y="1519239"/>
                        <a:ext cx="1274763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2638426" y="828675"/>
            <a:ext cx="2881313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等温压缩</a:t>
            </a:r>
            <a:endParaRPr kumimoji="1" lang="zh-CN" altLang="en-US" sz="2800" b="1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1752601" y="828675"/>
            <a:ext cx="115252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800" b="1">
                <a:solidFill>
                  <a:srgbClr val="990033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3-1</a:t>
            </a:r>
            <a:r>
              <a:rPr kumimoji="1" lang="zh-CN" altLang="en-US" sz="2800" b="1">
                <a:solidFill>
                  <a:srgbClr val="990033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endParaRPr kumimoji="1" lang="zh-CN" altLang="en-US" sz="2800" b="1">
              <a:solidFill>
                <a:srgbClr val="990033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20"/>
          <p:cNvGrpSpPr/>
          <p:nvPr/>
        </p:nvGrpSpPr>
        <p:grpSpPr bwMode="auto">
          <a:xfrm>
            <a:off x="6437047" y="1145094"/>
            <a:ext cx="3571979" cy="2844522"/>
            <a:chOff x="3072" y="2208"/>
            <a:chExt cx="2352" cy="1777"/>
          </a:xfrm>
        </p:grpSpPr>
        <p:pic>
          <p:nvPicPr>
            <p:cNvPr id="17421" name="Picture 21" descr="3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072" y="2208"/>
              <a:ext cx="2352" cy="1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</p:pic>
        <p:sp>
          <p:nvSpPr>
            <p:cNvPr id="17422" name="Line 22"/>
            <p:cNvSpPr>
              <a:spLocks noChangeShapeType="1"/>
            </p:cNvSpPr>
            <p:nvPr/>
          </p:nvSpPr>
          <p:spPr bwMode="auto">
            <a:xfrm flipH="1">
              <a:off x="3312" y="2712"/>
              <a:ext cx="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23" name="Line 23"/>
            <p:cNvSpPr>
              <a:spLocks noChangeShapeType="1"/>
            </p:cNvSpPr>
            <p:nvPr/>
          </p:nvSpPr>
          <p:spPr bwMode="auto">
            <a:xfrm>
              <a:off x="4212" y="2688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24" name="Line 24"/>
            <p:cNvSpPr>
              <a:spLocks noChangeShapeType="1"/>
            </p:cNvSpPr>
            <p:nvPr/>
          </p:nvSpPr>
          <p:spPr bwMode="auto">
            <a:xfrm flipH="1">
              <a:off x="3312" y="3408"/>
              <a:ext cx="2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25" name="Line 25"/>
            <p:cNvSpPr>
              <a:spLocks noChangeShapeType="1"/>
            </p:cNvSpPr>
            <p:nvPr/>
          </p:nvSpPr>
          <p:spPr bwMode="auto">
            <a:xfrm flipV="1">
              <a:off x="3588" y="3408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26" name="Line 26"/>
            <p:cNvSpPr>
              <a:spLocks noChangeShapeType="1"/>
            </p:cNvSpPr>
            <p:nvPr/>
          </p:nvSpPr>
          <p:spPr bwMode="auto">
            <a:xfrm flipV="1">
              <a:off x="3336" y="3408"/>
              <a:ext cx="240" cy="24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65596" name="Object 28"/>
          <p:cNvGraphicFramePr>
            <a:graphicFrameLocks noChangeAspect="1"/>
          </p:cNvGraphicFramePr>
          <p:nvPr/>
        </p:nvGraphicFramePr>
        <p:xfrm>
          <a:off x="2424113" y="3184526"/>
          <a:ext cx="37211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公式" r:id="rId10" imgW="1434465" imgH="406400" progId="Equation.3">
                  <p:embed/>
                </p:oleObj>
              </mc:Choice>
              <mc:Fallback>
                <p:oleObj name="公式" r:id="rId10" imgW="1434465" imgH="4064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184526"/>
                        <a:ext cx="3721100" cy="94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0" y="535709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2339976" y="1037909"/>
            <a:ext cx="7286625" cy="5411784"/>
            <a:chOff x="793" y="210"/>
            <a:chExt cx="4590" cy="3409"/>
          </a:xfrm>
        </p:grpSpPr>
        <p:sp>
          <p:nvSpPr>
            <p:cNvPr id="22565" name="Text Box 3"/>
            <p:cNvSpPr txBox="1">
              <a:spLocks noChangeArrowheads="1"/>
            </p:cNvSpPr>
            <p:nvPr/>
          </p:nvSpPr>
          <p:spPr bwMode="auto">
            <a:xfrm>
              <a:off x="793" y="210"/>
              <a:ext cx="1104" cy="3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 dirty="0" smtClean="0">
                  <a:solidFill>
                    <a:srgbClr val="FF33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例题</a:t>
              </a:r>
              <a:r>
                <a:rPr kumimoji="1" lang="en-US" altLang="zh-CN" sz="2800" b="1" dirty="0" smtClean="0">
                  <a:solidFill>
                    <a:srgbClr val="FF3300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6" name="Text Box 4"/>
            <p:cNvSpPr txBox="1">
              <a:spLocks noChangeArrowheads="1"/>
            </p:cNvSpPr>
            <p:nvPr/>
          </p:nvSpPr>
          <p:spPr bwMode="auto">
            <a:xfrm>
              <a:off x="793" y="572"/>
              <a:ext cx="4590" cy="872"/>
            </a:xfrm>
            <a:prstGeom prst="rect">
              <a:avLst/>
            </a:prstGeom>
            <a:noFill/>
            <a:ln w="19050">
              <a:noFill/>
              <a:miter lim="800000"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一定量的单原子分子理想气体，从初态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A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出发，沿图示直线过程变到另一状态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，又经过等体、等压两过程回到状态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。求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:</a:t>
              </a:r>
              <a:endParaRPr kumimoji="1" lang="en-US" altLang="zh-CN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7" name="Text Box 5"/>
            <p:cNvSpPr txBox="1">
              <a:spLocks noChangeArrowheads="1"/>
            </p:cNvSpPr>
            <p:nvPr/>
          </p:nvSpPr>
          <p:spPr bwMode="auto">
            <a:xfrm>
              <a:off x="839" y="1389"/>
              <a:ext cx="2540" cy="1144"/>
            </a:xfrm>
            <a:prstGeom prst="rect">
              <a:avLst/>
            </a:prstGeom>
            <a:noFill/>
            <a:ln w="19050">
              <a:noFill/>
              <a:miter lim="800000"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）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—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—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C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—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A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各过程中系统对外所作的功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W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，内能增量及所吸收的热量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Q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。</a:t>
              </a:r>
              <a:endParaRPr kumimoji="1"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8" name="Text Box 6"/>
            <p:cNvSpPr txBox="1">
              <a:spLocks noChangeArrowheads="1"/>
            </p:cNvSpPr>
            <p:nvPr/>
          </p:nvSpPr>
          <p:spPr bwMode="auto">
            <a:xfrm>
              <a:off x="839" y="2432"/>
              <a:ext cx="2586" cy="872"/>
            </a:xfrm>
            <a:prstGeom prst="rect">
              <a:avLst/>
            </a:prstGeom>
            <a:noFill/>
            <a:ln w="19050">
              <a:noFill/>
              <a:miter lim="800000"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）整个循环过程中系统</a:t>
              </a:r>
              <a:r>
                <a:rPr kumimoji="1" lang="zh-CN" altLang="en-US" sz="2800" b="1" dirty="0" smtClean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对外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所作的总功以及总热量。</a:t>
              </a:r>
              <a:endPara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9" name="Rectangle 7"/>
            <p:cNvSpPr>
              <a:spLocks noChangeArrowheads="1"/>
            </p:cNvSpPr>
            <p:nvPr/>
          </p:nvSpPr>
          <p:spPr bwMode="auto">
            <a:xfrm>
              <a:off x="839" y="3289"/>
              <a:ext cx="1820" cy="330"/>
            </a:xfrm>
            <a:prstGeom prst="rect">
              <a:avLst/>
            </a:prstGeom>
            <a:noFill/>
            <a:ln w="19050">
              <a:noFill/>
              <a:miter lim="800000"/>
              <a:tailEnd type="none" w="med" len="lg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3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）热机效率。</a:t>
              </a:r>
              <a:endPara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6589714" y="2982595"/>
            <a:ext cx="3024187" cy="2592388"/>
            <a:chOff x="3024" y="480"/>
            <a:chExt cx="2304" cy="2160"/>
          </a:xfrm>
        </p:grpSpPr>
        <p:sp>
          <p:nvSpPr>
            <p:cNvPr id="22544" name="Rectangle 9"/>
            <p:cNvSpPr>
              <a:spLocks noChangeArrowheads="1"/>
            </p:cNvSpPr>
            <p:nvPr/>
          </p:nvSpPr>
          <p:spPr bwMode="auto">
            <a:xfrm>
              <a:off x="3024" y="480"/>
              <a:ext cx="2304" cy="2160"/>
            </a:xfrm>
            <a:prstGeom prst="rect">
              <a:avLst/>
            </a:prstGeom>
            <a:solidFill>
              <a:srgbClr val="FFF5EB"/>
            </a:solidFill>
            <a:ln w="28575">
              <a:solidFill>
                <a:srgbClr val="D264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" name="Group 10"/>
            <p:cNvGrpSpPr/>
            <p:nvPr/>
          </p:nvGrpSpPr>
          <p:grpSpPr bwMode="auto">
            <a:xfrm>
              <a:off x="3120" y="528"/>
              <a:ext cx="2160" cy="2045"/>
              <a:chOff x="3120" y="528"/>
              <a:chExt cx="2160" cy="2045"/>
            </a:xfrm>
          </p:grpSpPr>
          <p:graphicFrame>
            <p:nvGraphicFramePr>
              <p:cNvPr id="22530" name="Object 11"/>
              <p:cNvGraphicFramePr>
                <a:graphicFrameLocks noChangeAspect="1"/>
              </p:cNvGraphicFramePr>
              <p:nvPr/>
            </p:nvGraphicFramePr>
            <p:xfrm>
              <a:off x="3168" y="2256"/>
              <a:ext cx="205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19" name="公式" r:id="rId1" imgW="127000" imgH="139700" progId="Equation.3">
                      <p:embed/>
                    </p:oleObj>
                  </mc:Choice>
                  <mc:Fallback>
                    <p:oleObj name="公式" r:id="rId1" imgW="127000" imgH="1397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256"/>
                            <a:ext cx="205" cy="2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31" name="Object 12"/>
              <p:cNvGraphicFramePr>
                <a:graphicFrameLocks noChangeAspect="1"/>
              </p:cNvGraphicFramePr>
              <p:nvPr/>
            </p:nvGraphicFramePr>
            <p:xfrm>
              <a:off x="3456" y="528"/>
              <a:ext cx="74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0" name="公式" r:id="rId3" imgW="685800" imgH="228600" progId="Equation.3">
                      <p:embed/>
                    </p:oleObj>
                  </mc:Choice>
                  <mc:Fallback>
                    <p:oleObj name="公式" r:id="rId3" imgW="685800" imgH="228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528"/>
                            <a:ext cx="746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6" name="Line 13"/>
              <p:cNvSpPr>
                <a:spLocks noChangeShapeType="1"/>
              </p:cNvSpPr>
              <p:nvPr/>
            </p:nvSpPr>
            <p:spPr bwMode="auto">
              <a:xfrm>
                <a:off x="3372" y="2256"/>
                <a:ext cx="18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47" name="Line 14"/>
              <p:cNvSpPr>
                <a:spLocks noChangeShapeType="1"/>
              </p:cNvSpPr>
              <p:nvPr/>
            </p:nvSpPr>
            <p:spPr bwMode="auto">
              <a:xfrm flipV="1">
                <a:off x="3372" y="576"/>
                <a:ext cx="0" cy="1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532" name="Object 15"/>
              <p:cNvGraphicFramePr>
                <a:graphicFrameLocks noChangeAspect="1"/>
              </p:cNvGraphicFramePr>
              <p:nvPr/>
            </p:nvGraphicFramePr>
            <p:xfrm>
              <a:off x="4656" y="2304"/>
              <a:ext cx="624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1" name="公式" r:id="rId5" imgW="761365" imgH="228600" progId="Equation.3">
                      <p:embed/>
                    </p:oleObj>
                  </mc:Choice>
                  <mc:Fallback>
                    <p:oleObj name="公式" r:id="rId5" imgW="761365" imgH="2286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304"/>
                            <a:ext cx="624" cy="2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8" name="Line 16"/>
              <p:cNvSpPr>
                <a:spLocks noChangeShapeType="1"/>
              </p:cNvSpPr>
              <p:nvPr/>
            </p:nvSpPr>
            <p:spPr bwMode="auto">
              <a:xfrm>
                <a:off x="3372" y="960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49" name="Line 17"/>
              <p:cNvSpPr>
                <a:spLocks noChangeShapeType="1"/>
              </p:cNvSpPr>
              <p:nvPr/>
            </p:nvSpPr>
            <p:spPr bwMode="auto">
              <a:xfrm>
                <a:off x="3372" y="1824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533" name="Object 18"/>
              <p:cNvGraphicFramePr>
                <a:graphicFrameLocks noChangeAspect="1"/>
              </p:cNvGraphicFramePr>
              <p:nvPr/>
            </p:nvGraphicFramePr>
            <p:xfrm>
              <a:off x="3156" y="1734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2" name="公式" r:id="rId7" imgW="215900" imgH="368300" progId="Equation.3">
                      <p:embed/>
                    </p:oleObj>
                  </mc:Choice>
                  <mc:Fallback>
                    <p:oleObj name="公式" r:id="rId7" imgW="215900" imgH="3683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6" y="1734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34" name="Object 19"/>
              <p:cNvGraphicFramePr>
                <a:graphicFrameLocks noChangeAspect="1"/>
              </p:cNvGraphicFramePr>
              <p:nvPr/>
            </p:nvGraphicFramePr>
            <p:xfrm>
              <a:off x="3120" y="1296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3" name="公式" r:id="rId9" imgW="266700" imgH="368300" progId="Equation.3">
                      <p:embed/>
                    </p:oleObj>
                  </mc:Choice>
                  <mc:Fallback>
                    <p:oleObj name="公式" r:id="rId9" imgW="266700" imgH="36830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296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0" name="Line 20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535" name="Object 21"/>
              <p:cNvGraphicFramePr>
                <a:graphicFrameLocks noChangeAspect="1"/>
              </p:cNvGraphicFramePr>
              <p:nvPr/>
            </p:nvGraphicFramePr>
            <p:xfrm>
              <a:off x="3840" y="2352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4" name="公式" r:id="rId11" imgW="215900" imgH="368300" progId="Equation.3">
                      <p:embed/>
                    </p:oleObj>
                  </mc:Choice>
                  <mc:Fallback>
                    <p:oleObj name="公式" r:id="rId11" imgW="215900" imgH="3683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2352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36" name="Object 22"/>
              <p:cNvGraphicFramePr>
                <a:graphicFrameLocks noChangeAspect="1"/>
              </p:cNvGraphicFramePr>
              <p:nvPr/>
            </p:nvGraphicFramePr>
            <p:xfrm>
              <a:off x="4320" y="2304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5" name="公式" r:id="rId12" imgW="266700" imgH="368300" progId="Equation.3">
                      <p:embed/>
                    </p:oleObj>
                  </mc:Choice>
                  <mc:Fallback>
                    <p:oleObj name="公式" r:id="rId12" imgW="266700" imgH="3683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304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37" name="Object 23"/>
              <p:cNvGraphicFramePr>
                <a:graphicFrameLocks noChangeAspect="1"/>
              </p:cNvGraphicFramePr>
              <p:nvPr/>
            </p:nvGraphicFramePr>
            <p:xfrm>
              <a:off x="3120" y="861"/>
              <a:ext cx="12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6" name="公式" r:id="rId13" imgW="254000" imgH="381000" progId="Equation.3">
                      <p:embed/>
                    </p:oleObj>
                  </mc:Choice>
                  <mc:Fallback>
                    <p:oleObj name="公式" r:id="rId13" imgW="254000" imgH="3810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861"/>
                            <a:ext cx="126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1" name="Line 24"/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52" name="Line 25"/>
              <p:cNvSpPr>
                <a:spLocks noChangeShapeType="1"/>
              </p:cNvSpPr>
              <p:nvPr/>
            </p:nvSpPr>
            <p:spPr bwMode="auto">
              <a:xfrm>
                <a:off x="3888" y="1824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53" name="Line 26"/>
              <p:cNvSpPr>
                <a:spLocks noChangeShapeType="1"/>
              </p:cNvSpPr>
              <p:nvPr/>
            </p:nvSpPr>
            <p:spPr bwMode="auto">
              <a:xfrm>
                <a:off x="3408" y="960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54" name="Line 27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 b="1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538" name="Object 28"/>
              <p:cNvGraphicFramePr>
                <a:graphicFrameLocks noChangeAspect="1"/>
              </p:cNvGraphicFramePr>
              <p:nvPr/>
            </p:nvGraphicFramePr>
            <p:xfrm>
              <a:off x="3600" y="1824"/>
              <a:ext cx="231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7" name="公式" r:id="rId15" imgW="165100" imgH="165100" progId="Equation.3">
                      <p:embed/>
                    </p:oleObj>
                  </mc:Choice>
                  <mc:Fallback>
                    <p:oleObj name="公式" r:id="rId15" imgW="165100" imgH="1651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1824"/>
                            <a:ext cx="231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39" name="Object 29"/>
              <p:cNvGraphicFramePr>
                <a:graphicFrameLocks noChangeAspect="1"/>
              </p:cNvGraphicFramePr>
              <p:nvPr/>
            </p:nvGraphicFramePr>
            <p:xfrm>
              <a:off x="4464" y="816"/>
              <a:ext cx="23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8" name="公式" r:id="rId17" imgW="165100" imgH="165100" progId="Equation.3">
                      <p:embed/>
                    </p:oleObj>
                  </mc:Choice>
                  <mc:Fallback>
                    <p:oleObj name="公式" r:id="rId17" imgW="165100" imgH="16510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816"/>
                            <a:ext cx="237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0" name="Object 30"/>
              <p:cNvGraphicFramePr>
                <a:graphicFrameLocks noChangeAspect="1"/>
              </p:cNvGraphicFramePr>
              <p:nvPr/>
            </p:nvGraphicFramePr>
            <p:xfrm>
              <a:off x="4464" y="1728"/>
              <a:ext cx="217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9" name="公式" r:id="rId19" imgW="165100" imgH="177800" progId="Equation.3">
                      <p:embed/>
                    </p:oleObj>
                  </mc:Choice>
                  <mc:Fallback>
                    <p:oleObj name="公式" r:id="rId19" imgW="165100" imgH="1778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728"/>
                            <a:ext cx="217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" name="Group 31"/>
              <p:cNvGrpSpPr/>
              <p:nvPr/>
            </p:nvGrpSpPr>
            <p:grpSpPr bwMode="auto">
              <a:xfrm>
                <a:off x="3888" y="960"/>
                <a:ext cx="528" cy="864"/>
                <a:chOff x="4176" y="960"/>
                <a:chExt cx="816" cy="864"/>
              </a:xfrm>
            </p:grpSpPr>
            <p:grpSp>
              <p:nvGrpSpPr>
                <p:cNvPr id="6" name="Group 32"/>
                <p:cNvGrpSpPr/>
                <p:nvPr/>
              </p:nvGrpSpPr>
              <p:grpSpPr bwMode="auto">
                <a:xfrm>
                  <a:off x="4176" y="960"/>
                  <a:ext cx="816" cy="864"/>
                  <a:chOff x="4176" y="960"/>
                  <a:chExt cx="816" cy="864"/>
                </a:xfrm>
              </p:grpSpPr>
              <p:sp>
                <p:nvSpPr>
                  <p:cNvPr id="22563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76" y="960"/>
                    <a:ext cx="816" cy="864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64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12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7" name="Group 35"/>
                <p:cNvGrpSpPr/>
                <p:nvPr/>
              </p:nvGrpSpPr>
              <p:grpSpPr bwMode="auto">
                <a:xfrm>
                  <a:off x="4992" y="960"/>
                  <a:ext cx="0" cy="864"/>
                  <a:chOff x="4992" y="960"/>
                  <a:chExt cx="0" cy="864"/>
                </a:xfrm>
              </p:grpSpPr>
              <p:sp>
                <p:nvSpPr>
                  <p:cNvPr id="22561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960"/>
                    <a:ext cx="0" cy="864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62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1248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8" name="Group 38"/>
                <p:cNvGrpSpPr/>
                <p:nvPr/>
              </p:nvGrpSpPr>
              <p:grpSpPr bwMode="auto">
                <a:xfrm>
                  <a:off x="4176" y="1824"/>
                  <a:ext cx="816" cy="0"/>
                  <a:chOff x="4176" y="1824"/>
                  <a:chExt cx="816" cy="0"/>
                </a:xfrm>
              </p:grpSpPr>
              <p:sp>
                <p:nvSpPr>
                  <p:cNvPr id="22559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24"/>
                    <a:ext cx="81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60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64" y="1824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 sz="2800" b="1">
                      <a:latin typeface="Times New Roman" panose="02020603050405020304" pitchFamily="18" charset="0"/>
                      <a:ea typeface="楷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0" y="535709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80" name="Text Box 2"/>
          <p:cNvSpPr txBox="1">
            <a:spLocks noChangeArrowheads="1"/>
          </p:cNvSpPr>
          <p:nvPr/>
        </p:nvSpPr>
        <p:spPr bwMode="auto">
          <a:xfrm>
            <a:off x="2909570" y="707073"/>
            <a:ext cx="3200400" cy="523220"/>
          </a:xfrm>
          <a:prstGeom prst="rect">
            <a:avLst/>
          </a:prstGeom>
          <a:noFill/>
          <a:ln w="19050">
            <a:noFill/>
            <a:miter lim="800000"/>
            <a:tailEnd type="none" w="med" len="lg"/>
          </a:ln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解：</a:t>
            </a:r>
            <a:r>
              <a:rPr kumimoji="1"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(1) </a:t>
            </a:r>
            <a:r>
              <a:rPr kumimoji="1"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过程</a:t>
            </a:r>
            <a:r>
              <a:rPr kumimoji="1"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003399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3143250" y="1130618"/>
            <a:ext cx="3195638" cy="1223962"/>
            <a:chOff x="494" y="757"/>
            <a:chExt cx="2467" cy="930"/>
          </a:xfrm>
        </p:grpSpPr>
        <p:graphicFrame>
          <p:nvGraphicFramePr>
            <p:cNvPr id="23578" name="Object 5"/>
            <p:cNvGraphicFramePr>
              <a:graphicFrameLocks noChangeAspect="1"/>
            </p:cNvGraphicFramePr>
            <p:nvPr/>
          </p:nvGraphicFramePr>
          <p:xfrm>
            <a:off x="494" y="757"/>
            <a:ext cx="2467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8" name="Equation" r:id="rId1" imgW="1752600" imgH="393700" progId="Equation.3">
                    <p:embed/>
                  </p:oleObj>
                </mc:Choice>
                <mc:Fallback>
                  <p:oleObj name="Equation" r:id="rId1" imgW="1752600" imgH="3937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" y="757"/>
                          <a:ext cx="2467" cy="5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9" name="Object 6"/>
            <p:cNvGraphicFramePr>
              <a:graphicFrameLocks noChangeAspect="1"/>
            </p:cNvGraphicFramePr>
            <p:nvPr/>
          </p:nvGraphicFramePr>
          <p:xfrm>
            <a:off x="816" y="1392"/>
            <a:ext cx="80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9" name="公式" r:id="rId3" imgW="481965" imgH="177800" progId="Equation.3">
                    <p:embed/>
                  </p:oleObj>
                </mc:Choice>
                <mc:Fallback>
                  <p:oleObj name="公式" r:id="rId3" imgW="481965" imgH="177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392"/>
                          <a:ext cx="804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 bwMode="auto">
          <a:xfrm>
            <a:off x="3216275" y="2316480"/>
            <a:ext cx="3671888" cy="1512888"/>
            <a:chOff x="336" y="1872"/>
            <a:chExt cx="2784" cy="1242"/>
          </a:xfrm>
        </p:grpSpPr>
        <p:graphicFrame>
          <p:nvGraphicFramePr>
            <p:cNvPr id="23575" name="Object 8"/>
            <p:cNvGraphicFramePr>
              <a:graphicFrameLocks noChangeAspect="1"/>
            </p:cNvGraphicFramePr>
            <p:nvPr/>
          </p:nvGraphicFramePr>
          <p:xfrm>
            <a:off x="336" y="1872"/>
            <a:ext cx="2112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0" name="公式" r:id="rId5" imgW="1548765" imgH="431800" progId="Equation.3">
                    <p:embed/>
                  </p:oleObj>
                </mc:Choice>
                <mc:Fallback>
                  <p:oleObj name="公式" r:id="rId5" imgW="1548765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872"/>
                          <a:ext cx="2112" cy="6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6" name="Object 9"/>
            <p:cNvGraphicFramePr>
              <a:graphicFrameLocks noChangeAspect="1"/>
            </p:cNvGraphicFramePr>
            <p:nvPr/>
          </p:nvGraphicFramePr>
          <p:xfrm>
            <a:off x="832" y="2553"/>
            <a:ext cx="1504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1" name="Equation" r:id="rId7" imgW="1193800" imgH="393700" progId="Equation.3">
                    <p:embed/>
                  </p:oleObj>
                </mc:Choice>
                <mc:Fallback>
                  <p:oleObj name="Equation" r:id="rId7" imgW="1193800" imgH="3937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2" y="2553"/>
                          <a:ext cx="1504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0"/>
            <p:cNvGraphicFramePr>
              <a:graphicFrameLocks noChangeAspect="1"/>
            </p:cNvGraphicFramePr>
            <p:nvPr/>
          </p:nvGraphicFramePr>
          <p:xfrm>
            <a:off x="2400" y="2688"/>
            <a:ext cx="7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2" name="公式" r:id="rId9" imgW="481965" imgH="177800" progId="Equation.3">
                    <p:embed/>
                  </p:oleObj>
                </mc:Choice>
                <mc:Fallback>
                  <p:oleObj name="公式" r:id="rId9" imgW="481965" imgH="177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688"/>
                          <a:ext cx="720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/>
          <p:nvPr/>
        </p:nvGrpSpPr>
        <p:grpSpPr bwMode="auto">
          <a:xfrm>
            <a:off x="3216275" y="3812540"/>
            <a:ext cx="4737100" cy="431800"/>
            <a:chOff x="841" y="3327"/>
            <a:chExt cx="3840" cy="350"/>
          </a:xfrm>
        </p:grpSpPr>
        <p:graphicFrame>
          <p:nvGraphicFramePr>
            <p:cNvPr id="23572" name="Object 12"/>
            <p:cNvGraphicFramePr>
              <a:graphicFrameLocks noChangeAspect="1"/>
            </p:cNvGraphicFramePr>
            <p:nvPr/>
          </p:nvGraphicFramePr>
          <p:xfrm>
            <a:off x="841" y="3327"/>
            <a:ext cx="196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3" name="公式" r:id="rId11" imgW="1205865" imgH="215900" progId="Equation.3">
                    <p:embed/>
                  </p:oleObj>
                </mc:Choice>
                <mc:Fallback>
                  <p:oleObj name="公式" r:id="rId11" imgW="1205865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" y="3327"/>
                          <a:ext cx="1968" cy="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Object 13"/>
            <p:cNvGraphicFramePr>
              <a:graphicFrameLocks noChangeAspect="1"/>
            </p:cNvGraphicFramePr>
            <p:nvPr/>
          </p:nvGraphicFramePr>
          <p:xfrm>
            <a:off x="2809" y="3375"/>
            <a:ext cx="80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4" name="公式" r:id="rId13" imgW="481965" imgH="177800" progId="Equation.3">
                    <p:embed/>
                  </p:oleObj>
                </mc:Choice>
                <mc:Fallback>
                  <p:oleObj name="公式" r:id="rId13" imgW="481965" imgH="177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9" y="3375"/>
                          <a:ext cx="804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4" name="Object 14"/>
            <p:cNvGraphicFramePr>
              <a:graphicFrameLocks noChangeAspect="1"/>
            </p:cNvGraphicFramePr>
            <p:nvPr/>
          </p:nvGraphicFramePr>
          <p:xfrm>
            <a:off x="3684" y="3339"/>
            <a:ext cx="99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5" name="Equation" r:id="rId15" imgW="533400" imgH="190500" progId="Equation.DSMT4">
                    <p:embed/>
                  </p:oleObj>
                </mc:Choice>
                <mc:Fallback>
                  <p:oleObj name="Equation" r:id="rId15" imgW="533400" imgH="1905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4" y="3339"/>
                          <a:ext cx="99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/>
          <p:nvPr/>
        </p:nvGrpSpPr>
        <p:grpSpPr bwMode="auto">
          <a:xfrm>
            <a:off x="7032625" y="899795"/>
            <a:ext cx="3024188" cy="2592388"/>
            <a:chOff x="3024" y="480"/>
            <a:chExt cx="2304" cy="2160"/>
          </a:xfrm>
        </p:grpSpPr>
        <p:sp>
          <p:nvSpPr>
            <p:cNvPr id="23589" name="Rectangle 16"/>
            <p:cNvSpPr>
              <a:spLocks noChangeArrowheads="1"/>
            </p:cNvSpPr>
            <p:nvPr/>
          </p:nvSpPr>
          <p:spPr bwMode="auto">
            <a:xfrm>
              <a:off x="3024" y="480"/>
              <a:ext cx="2304" cy="2160"/>
            </a:xfrm>
            <a:prstGeom prst="rect">
              <a:avLst/>
            </a:prstGeom>
            <a:solidFill>
              <a:srgbClr val="FFF5EB"/>
            </a:solidFill>
            <a:ln w="28575">
              <a:solidFill>
                <a:srgbClr val="D264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" name="Group 17"/>
            <p:cNvGrpSpPr/>
            <p:nvPr/>
          </p:nvGrpSpPr>
          <p:grpSpPr bwMode="auto">
            <a:xfrm>
              <a:off x="3120" y="528"/>
              <a:ext cx="2160" cy="2045"/>
              <a:chOff x="3120" y="528"/>
              <a:chExt cx="2160" cy="2045"/>
            </a:xfrm>
          </p:grpSpPr>
          <p:graphicFrame>
            <p:nvGraphicFramePr>
              <p:cNvPr id="23561" name="Object 18"/>
              <p:cNvGraphicFramePr>
                <a:graphicFrameLocks noChangeAspect="1"/>
              </p:cNvGraphicFramePr>
              <p:nvPr/>
            </p:nvGraphicFramePr>
            <p:xfrm>
              <a:off x="3168" y="2256"/>
              <a:ext cx="205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56" name="公式" r:id="rId17" imgW="127000" imgH="139700" progId="Equation.3">
                      <p:embed/>
                    </p:oleObj>
                  </mc:Choice>
                  <mc:Fallback>
                    <p:oleObj name="公式" r:id="rId17" imgW="127000" imgH="1397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256"/>
                            <a:ext cx="205" cy="2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2" name="Object 19"/>
              <p:cNvGraphicFramePr>
                <a:graphicFrameLocks noChangeAspect="1"/>
              </p:cNvGraphicFramePr>
              <p:nvPr/>
            </p:nvGraphicFramePr>
            <p:xfrm>
              <a:off x="3456" y="528"/>
              <a:ext cx="74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57" name="公式" r:id="rId19" imgW="685800" imgH="228600" progId="Equation.3">
                      <p:embed/>
                    </p:oleObj>
                  </mc:Choice>
                  <mc:Fallback>
                    <p:oleObj name="公式" r:id="rId19" imgW="685800" imgH="22860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528"/>
                            <a:ext cx="746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1" name="Line 20"/>
              <p:cNvSpPr>
                <a:spLocks noChangeShapeType="1"/>
              </p:cNvSpPr>
              <p:nvPr/>
            </p:nvSpPr>
            <p:spPr bwMode="auto">
              <a:xfrm>
                <a:off x="3372" y="2256"/>
                <a:ext cx="18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2" name="Line 21"/>
              <p:cNvSpPr>
                <a:spLocks noChangeShapeType="1"/>
              </p:cNvSpPr>
              <p:nvPr/>
            </p:nvSpPr>
            <p:spPr bwMode="auto">
              <a:xfrm flipV="1">
                <a:off x="3372" y="576"/>
                <a:ext cx="0" cy="1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3" name="Object 22"/>
              <p:cNvGraphicFramePr>
                <a:graphicFrameLocks noChangeAspect="1"/>
              </p:cNvGraphicFramePr>
              <p:nvPr/>
            </p:nvGraphicFramePr>
            <p:xfrm>
              <a:off x="4656" y="2304"/>
              <a:ext cx="624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58" name="公式" r:id="rId21" imgW="761365" imgH="228600" progId="Equation.3">
                      <p:embed/>
                    </p:oleObj>
                  </mc:Choice>
                  <mc:Fallback>
                    <p:oleObj name="公式" r:id="rId21" imgW="761365" imgH="2286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304"/>
                            <a:ext cx="624" cy="2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3" name="Line 23"/>
              <p:cNvSpPr>
                <a:spLocks noChangeShapeType="1"/>
              </p:cNvSpPr>
              <p:nvPr/>
            </p:nvSpPr>
            <p:spPr bwMode="auto">
              <a:xfrm>
                <a:off x="3372" y="960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4" name="Line 24"/>
              <p:cNvSpPr>
                <a:spLocks noChangeShapeType="1"/>
              </p:cNvSpPr>
              <p:nvPr/>
            </p:nvSpPr>
            <p:spPr bwMode="auto">
              <a:xfrm>
                <a:off x="3372" y="1824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4" name="Object 25"/>
              <p:cNvGraphicFramePr>
                <a:graphicFrameLocks noChangeAspect="1"/>
              </p:cNvGraphicFramePr>
              <p:nvPr/>
            </p:nvGraphicFramePr>
            <p:xfrm>
              <a:off x="3156" y="1734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59" name="公式" r:id="rId23" imgW="215900" imgH="368300" progId="Equation.3">
                      <p:embed/>
                    </p:oleObj>
                  </mc:Choice>
                  <mc:Fallback>
                    <p:oleObj name="公式" r:id="rId23" imgW="215900" imgH="3683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6" y="1734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5" name="Object 26"/>
              <p:cNvGraphicFramePr>
                <a:graphicFrameLocks noChangeAspect="1"/>
              </p:cNvGraphicFramePr>
              <p:nvPr/>
            </p:nvGraphicFramePr>
            <p:xfrm>
              <a:off x="3120" y="1296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0" name="公式" r:id="rId25" imgW="266700" imgH="368300" progId="Equation.3">
                      <p:embed/>
                    </p:oleObj>
                  </mc:Choice>
                  <mc:Fallback>
                    <p:oleObj name="公式" r:id="rId25" imgW="266700" imgH="3683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296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5" name="Line 27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6" name="Object 28"/>
              <p:cNvGraphicFramePr>
                <a:graphicFrameLocks noChangeAspect="1"/>
              </p:cNvGraphicFramePr>
              <p:nvPr/>
            </p:nvGraphicFramePr>
            <p:xfrm>
              <a:off x="3840" y="2352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1" name="公式" r:id="rId27" imgW="215900" imgH="368300" progId="Equation.3">
                      <p:embed/>
                    </p:oleObj>
                  </mc:Choice>
                  <mc:Fallback>
                    <p:oleObj name="公式" r:id="rId27" imgW="215900" imgH="3683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2352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7" name="Object 29"/>
              <p:cNvGraphicFramePr>
                <a:graphicFrameLocks noChangeAspect="1"/>
              </p:cNvGraphicFramePr>
              <p:nvPr/>
            </p:nvGraphicFramePr>
            <p:xfrm>
              <a:off x="4320" y="2304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2" name="公式" r:id="rId28" imgW="266700" imgH="368300" progId="Equation.3">
                      <p:embed/>
                    </p:oleObj>
                  </mc:Choice>
                  <mc:Fallback>
                    <p:oleObj name="公式" r:id="rId28" imgW="266700" imgH="36830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304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30"/>
              <p:cNvGraphicFramePr>
                <a:graphicFrameLocks noChangeAspect="1"/>
              </p:cNvGraphicFramePr>
              <p:nvPr/>
            </p:nvGraphicFramePr>
            <p:xfrm>
              <a:off x="3120" y="861"/>
              <a:ext cx="12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3" name="公式" r:id="rId29" imgW="254000" imgH="381000" progId="Equation.3">
                      <p:embed/>
                    </p:oleObj>
                  </mc:Choice>
                  <mc:Fallback>
                    <p:oleObj name="公式" r:id="rId29" imgW="254000" imgH="3810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861"/>
                            <a:ext cx="126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6" name="Line 31"/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7" name="Line 32"/>
              <p:cNvSpPr>
                <a:spLocks noChangeShapeType="1"/>
              </p:cNvSpPr>
              <p:nvPr/>
            </p:nvSpPr>
            <p:spPr bwMode="auto">
              <a:xfrm>
                <a:off x="3888" y="1824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8" name="Line 33"/>
              <p:cNvSpPr>
                <a:spLocks noChangeShapeType="1"/>
              </p:cNvSpPr>
              <p:nvPr/>
            </p:nvSpPr>
            <p:spPr bwMode="auto">
              <a:xfrm>
                <a:off x="3408" y="960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9" name="Line 34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9" name="Object 35"/>
              <p:cNvGraphicFramePr>
                <a:graphicFrameLocks noChangeAspect="1"/>
              </p:cNvGraphicFramePr>
              <p:nvPr/>
            </p:nvGraphicFramePr>
            <p:xfrm>
              <a:off x="3600" y="1824"/>
              <a:ext cx="231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4" name="公式" r:id="rId31" imgW="165100" imgH="165100" progId="Equation.3">
                      <p:embed/>
                    </p:oleObj>
                  </mc:Choice>
                  <mc:Fallback>
                    <p:oleObj name="公式" r:id="rId31" imgW="165100" imgH="16510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1824"/>
                            <a:ext cx="231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0" name="Object 36"/>
              <p:cNvGraphicFramePr>
                <a:graphicFrameLocks noChangeAspect="1"/>
              </p:cNvGraphicFramePr>
              <p:nvPr/>
            </p:nvGraphicFramePr>
            <p:xfrm>
              <a:off x="4464" y="816"/>
              <a:ext cx="23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5" name="公式" r:id="rId33" imgW="165100" imgH="165100" progId="Equation.3">
                      <p:embed/>
                    </p:oleObj>
                  </mc:Choice>
                  <mc:Fallback>
                    <p:oleObj name="公式" r:id="rId33" imgW="165100" imgH="16510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816"/>
                            <a:ext cx="237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1" name="Object 37"/>
              <p:cNvGraphicFramePr>
                <a:graphicFrameLocks noChangeAspect="1"/>
              </p:cNvGraphicFramePr>
              <p:nvPr/>
            </p:nvGraphicFramePr>
            <p:xfrm>
              <a:off x="4464" y="1728"/>
              <a:ext cx="217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66" name="公式" r:id="rId35" imgW="165100" imgH="177800" progId="Equation.3">
                      <p:embed/>
                    </p:oleObj>
                  </mc:Choice>
                  <mc:Fallback>
                    <p:oleObj name="公式" r:id="rId35" imgW="165100" imgH="17780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728"/>
                            <a:ext cx="217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" name="Group 38"/>
              <p:cNvGrpSpPr/>
              <p:nvPr/>
            </p:nvGrpSpPr>
            <p:grpSpPr bwMode="auto">
              <a:xfrm>
                <a:off x="3888" y="960"/>
                <a:ext cx="528" cy="864"/>
                <a:chOff x="4176" y="960"/>
                <a:chExt cx="816" cy="864"/>
              </a:xfrm>
            </p:grpSpPr>
            <p:grpSp>
              <p:nvGrpSpPr>
                <p:cNvPr id="8" name="Group 39"/>
                <p:cNvGrpSpPr/>
                <p:nvPr/>
              </p:nvGrpSpPr>
              <p:grpSpPr bwMode="auto">
                <a:xfrm>
                  <a:off x="4176" y="960"/>
                  <a:ext cx="816" cy="864"/>
                  <a:chOff x="4176" y="960"/>
                  <a:chExt cx="816" cy="864"/>
                </a:xfrm>
              </p:grpSpPr>
              <p:sp>
                <p:nvSpPr>
                  <p:cNvPr id="23608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76" y="960"/>
                    <a:ext cx="816" cy="864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9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12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" name="Group 42"/>
                <p:cNvGrpSpPr/>
                <p:nvPr/>
              </p:nvGrpSpPr>
              <p:grpSpPr bwMode="auto">
                <a:xfrm>
                  <a:off x="4992" y="960"/>
                  <a:ext cx="0" cy="864"/>
                  <a:chOff x="4992" y="960"/>
                  <a:chExt cx="0" cy="864"/>
                </a:xfrm>
              </p:grpSpPr>
              <p:sp>
                <p:nvSpPr>
                  <p:cNvPr id="23606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960"/>
                    <a:ext cx="0" cy="864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7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1248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" name="Group 45"/>
                <p:cNvGrpSpPr/>
                <p:nvPr/>
              </p:nvGrpSpPr>
              <p:grpSpPr bwMode="auto">
                <a:xfrm>
                  <a:off x="4176" y="1824"/>
                  <a:ext cx="816" cy="0"/>
                  <a:chOff x="4176" y="1824"/>
                  <a:chExt cx="816" cy="0"/>
                </a:xfrm>
              </p:grpSpPr>
              <p:sp>
                <p:nvSpPr>
                  <p:cNvPr id="23604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24"/>
                    <a:ext cx="81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5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64" y="1824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377905" name="Rectangle 49"/>
          <p:cNvSpPr>
            <a:spLocks noChangeArrowheads="1"/>
          </p:cNvSpPr>
          <p:nvPr/>
        </p:nvSpPr>
        <p:spPr bwMode="auto">
          <a:xfrm>
            <a:off x="3000375" y="4226560"/>
            <a:ext cx="2133600" cy="523220"/>
          </a:xfrm>
          <a:prstGeom prst="rect">
            <a:avLst/>
          </a:prstGeom>
          <a:noFill/>
          <a:ln w="19050">
            <a:noFill/>
            <a:miter lim="800000"/>
            <a:tailEnd type="none" w="med" len="lg"/>
          </a:ln>
        </p:spPr>
        <p:txBody>
          <a:bodyPr>
            <a:spAutoFit/>
          </a:bodyPr>
          <a:lstStyle/>
          <a:p>
            <a:r>
              <a:rPr kumimoji="1" lang="en-US" altLang="zh-CN" sz="2800" b="1" i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800" b="1" i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过程</a:t>
            </a:r>
            <a:r>
              <a:rPr kumimoji="1" lang="en-US" altLang="zh-CN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i="1">
              <a:solidFill>
                <a:srgbClr val="003399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50"/>
          <p:cNvGrpSpPr/>
          <p:nvPr/>
        </p:nvGrpSpPr>
        <p:grpSpPr bwMode="auto">
          <a:xfrm>
            <a:off x="3398839" y="5084763"/>
            <a:ext cx="5761037" cy="766762"/>
            <a:chOff x="975" y="3203"/>
            <a:chExt cx="3629" cy="483"/>
          </a:xfrm>
        </p:grpSpPr>
        <p:graphicFrame>
          <p:nvGraphicFramePr>
            <p:cNvPr id="23558" name="Object 51"/>
            <p:cNvGraphicFramePr>
              <a:graphicFrameLocks noChangeAspect="1"/>
            </p:cNvGraphicFramePr>
            <p:nvPr/>
          </p:nvGraphicFramePr>
          <p:xfrm>
            <a:off x="975" y="3203"/>
            <a:ext cx="163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7" name="公式" r:id="rId37" imgW="1511300" imgH="431800" progId="Equation.3">
                    <p:embed/>
                  </p:oleObj>
                </mc:Choice>
                <mc:Fallback>
                  <p:oleObj name="公式" r:id="rId37" imgW="1511300" imgH="4318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203"/>
                          <a:ext cx="1633" cy="4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9" name="Object 52"/>
            <p:cNvGraphicFramePr>
              <a:graphicFrameLocks noChangeAspect="1"/>
            </p:cNvGraphicFramePr>
            <p:nvPr/>
          </p:nvGraphicFramePr>
          <p:xfrm>
            <a:off x="2608" y="3203"/>
            <a:ext cx="1225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8" name="Equation" r:id="rId39" imgW="1193800" imgH="393700" progId="Equation.3">
                    <p:embed/>
                  </p:oleObj>
                </mc:Choice>
                <mc:Fallback>
                  <p:oleObj name="Equation" r:id="rId39" imgW="1193800" imgH="39370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203"/>
                          <a:ext cx="1225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0" name="Object 53"/>
            <p:cNvGraphicFramePr>
              <a:graphicFrameLocks noChangeAspect="1"/>
            </p:cNvGraphicFramePr>
            <p:nvPr/>
          </p:nvGraphicFramePr>
          <p:xfrm>
            <a:off x="3833" y="3340"/>
            <a:ext cx="77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9" name="公式" r:id="rId41" imgW="570865" imgH="177800" progId="Equation.3">
                    <p:embed/>
                  </p:oleObj>
                </mc:Choice>
                <mc:Fallback>
                  <p:oleObj name="公式" r:id="rId41" imgW="570865" imgH="1778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3340"/>
                          <a:ext cx="771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7910" name="Object 54"/>
          <p:cNvGraphicFramePr>
            <a:graphicFrameLocks noChangeAspect="1"/>
          </p:cNvGraphicFramePr>
          <p:nvPr/>
        </p:nvGraphicFramePr>
        <p:xfrm>
          <a:off x="3432176" y="4652963"/>
          <a:ext cx="10080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" name="公式" r:id="rId43" imgW="546100" imgH="228600" progId="Equation.3">
                  <p:embed/>
                </p:oleObj>
              </mc:Choice>
              <mc:Fallback>
                <p:oleObj name="公式" r:id="rId43" imgW="546100" imgH="2286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4652963"/>
                        <a:ext cx="1008063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55"/>
          <p:cNvGrpSpPr/>
          <p:nvPr/>
        </p:nvGrpSpPr>
        <p:grpSpPr bwMode="auto">
          <a:xfrm>
            <a:off x="3575050" y="5949950"/>
            <a:ext cx="4465638" cy="431800"/>
            <a:chOff x="480" y="3264"/>
            <a:chExt cx="3693" cy="369"/>
          </a:xfrm>
        </p:grpSpPr>
        <p:graphicFrame>
          <p:nvGraphicFramePr>
            <p:cNvPr id="23555" name="Object 56"/>
            <p:cNvGraphicFramePr>
              <a:graphicFrameLocks noChangeAspect="1"/>
            </p:cNvGraphicFramePr>
            <p:nvPr/>
          </p:nvGraphicFramePr>
          <p:xfrm>
            <a:off x="480" y="3264"/>
            <a:ext cx="1712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1" name="公式" r:id="rId45" imgW="1206500" imgH="228600" progId="Equation.3">
                    <p:embed/>
                  </p:oleObj>
                </mc:Choice>
                <mc:Fallback>
                  <p:oleObj name="公式" r:id="rId45" imgW="1206500" imgH="22860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264"/>
                          <a:ext cx="1712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6" name="Object 57"/>
            <p:cNvGraphicFramePr>
              <a:graphicFrameLocks noChangeAspect="1"/>
            </p:cNvGraphicFramePr>
            <p:nvPr/>
          </p:nvGraphicFramePr>
          <p:xfrm>
            <a:off x="3312" y="3320"/>
            <a:ext cx="86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2" name="Equation" r:id="rId47" imgW="546100" imgH="190500" progId="Equation.DSMT4">
                    <p:embed/>
                  </p:oleObj>
                </mc:Choice>
                <mc:Fallback>
                  <p:oleObj name="Equation" r:id="rId47" imgW="546100" imgH="1905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320"/>
                          <a:ext cx="86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7" name="Object 58"/>
            <p:cNvGraphicFramePr>
              <a:graphicFrameLocks noChangeAspect="1"/>
            </p:cNvGraphicFramePr>
            <p:nvPr/>
          </p:nvGraphicFramePr>
          <p:xfrm>
            <a:off x="2256" y="3312"/>
            <a:ext cx="960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3" name="公式" r:id="rId49" imgW="570865" imgH="177800" progId="Equation.3">
                    <p:embed/>
                  </p:oleObj>
                </mc:Choice>
                <mc:Fallback>
                  <p:oleObj name="公式" r:id="rId49" imgW="570865" imgH="177800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312"/>
                          <a:ext cx="960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7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0" y="544945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7032625" y="925514"/>
            <a:ext cx="3024188" cy="2592387"/>
            <a:chOff x="3024" y="480"/>
            <a:chExt cx="2304" cy="2160"/>
          </a:xfrm>
        </p:grpSpPr>
        <p:sp>
          <p:nvSpPr>
            <p:cNvPr id="24613" name="Rectangle 3"/>
            <p:cNvSpPr>
              <a:spLocks noChangeArrowheads="1"/>
            </p:cNvSpPr>
            <p:nvPr/>
          </p:nvSpPr>
          <p:spPr bwMode="auto">
            <a:xfrm>
              <a:off x="3024" y="480"/>
              <a:ext cx="2304" cy="2160"/>
            </a:xfrm>
            <a:prstGeom prst="rect">
              <a:avLst/>
            </a:prstGeom>
            <a:solidFill>
              <a:srgbClr val="FFF5EB"/>
            </a:solidFill>
            <a:ln w="28575">
              <a:solidFill>
                <a:srgbClr val="D264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" name="Group 4"/>
            <p:cNvGrpSpPr/>
            <p:nvPr/>
          </p:nvGrpSpPr>
          <p:grpSpPr bwMode="auto">
            <a:xfrm>
              <a:off x="3120" y="528"/>
              <a:ext cx="2160" cy="2045"/>
              <a:chOff x="3120" y="528"/>
              <a:chExt cx="2160" cy="2045"/>
            </a:xfrm>
          </p:grpSpPr>
          <p:graphicFrame>
            <p:nvGraphicFramePr>
              <p:cNvPr id="24590" name="Object 5"/>
              <p:cNvGraphicFramePr>
                <a:graphicFrameLocks noChangeAspect="1"/>
              </p:cNvGraphicFramePr>
              <p:nvPr/>
            </p:nvGraphicFramePr>
            <p:xfrm>
              <a:off x="3168" y="2256"/>
              <a:ext cx="205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1" name="公式" r:id="rId1" imgW="127000" imgH="139700" progId="Equation.3">
                      <p:embed/>
                    </p:oleObj>
                  </mc:Choice>
                  <mc:Fallback>
                    <p:oleObj name="公式" r:id="rId1" imgW="127000" imgH="1397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256"/>
                            <a:ext cx="205" cy="2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1" name="Object 6"/>
              <p:cNvGraphicFramePr>
                <a:graphicFrameLocks noChangeAspect="1"/>
              </p:cNvGraphicFramePr>
              <p:nvPr/>
            </p:nvGraphicFramePr>
            <p:xfrm>
              <a:off x="3456" y="528"/>
              <a:ext cx="74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2" name="公式" r:id="rId3" imgW="685800" imgH="228600" progId="Equation.3">
                      <p:embed/>
                    </p:oleObj>
                  </mc:Choice>
                  <mc:Fallback>
                    <p:oleObj name="公式" r:id="rId3" imgW="685800" imgH="2286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528"/>
                            <a:ext cx="746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15" name="Line 7"/>
              <p:cNvSpPr>
                <a:spLocks noChangeShapeType="1"/>
              </p:cNvSpPr>
              <p:nvPr/>
            </p:nvSpPr>
            <p:spPr bwMode="auto">
              <a:xfrm>
                <a:off x="3372" y="2256"/>
                <a:ext cx="18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6" name="Line 8"/>
              <p:cNvSpPr>
                <a:spLocks noChangeShapeType="1"/>
              </p:cNvSpPr>
              <p:nvPr/>
            </p:nvSpPr>
            <p:spPr bwMode="auto">
              <a:xfrm flipV="1">
                <a:off x="3372" y="576"/>
                <a:ext cx="0" cy="1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92" name="Object 9"/>
              <p:cNvGraphicFramePr>
                <a:graphicFrameLocks noChangeAspect="1"/>
              </p:cNvGraphicFramePr>
              <p:nvPr/>
            </p:nvGraphicFramePr>
            <p:xfrm>
              <a:off x="4656" y="2304"/>
              <a:ext cx="624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3" name="公式" r:id="rId5" imgW="761365" imgH="228600" progId="Equation.3">
                      <p:embed/>
                    </p:oleObj>
                  </mc:Choice>
                  <mc:Fallback>
                    <p:oleObj name="公式" r:id="rId5" imgW="761365" imgH="2286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304"/>
                            <a:ext cx="624" cy="2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17" name="Line 10"/>
              <p:cNvSpPr>
                <a:spLocks noChangeShapeType="1"/>
              </p:cNvSpPr>
              <p:nvPr/>
            </p:nvSpPr>
            <p:spPr bwMode="auto">
              <a:xfrm>
                <a:off x="3372" y="960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8" name="Line 11"/>
              <p:cNvSpPr>
                <a:spLocks noChangeShapeType="1"/>
              </p:cNvSpPr>
              <p:nvPr/>
            </p:nvSpPr>
            <p:spPr bwMode="auto">
              <a:xfrm>
                <a:off x="3372" y="1824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93" name="Object 12"/>
              <p:cNvGraphicFramePr>
                <a:graphicFrameLocks noChangeAspect="1"/>
              </p:cNvGraphicFramePr>
              <p:nvPr/>
            </p:nvGraphicFramePr>
            <p:xfrm>
              <a:off x="3156" y="1734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4" name="公式" r:id="rId7" imgW="215900" imgH="368300" progId="Equation.3">
                      <p:embed/>
                    </p:oleObj>
                  </mc:Choice>
                  <mc:Fallback>
                    <p:oleObj name="公式" r:id="rId7" imgW="215900" imgH="3683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6" y="1734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4" name="Object 13"/>
              <p:cNvGraphicFramePr>
                <a:graphicFrameLocks noChangeAspect="1"/>
              </p:cNvGraphicFramePr>
              <p:nvPr/>
            </p:nvGraphicFramePr>
            <p:xfrm>
              <a:off x="3120" y="1296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5" name="公式" r:id="rId9" imgW="266700" imgH="368300" progId="Equation.3">
                      <p:embed/>
                    </p:oleObj>
                  </mc:Choice>
                  <mc:Fallback>
                    <p:oleObj name="公式" r:id="rId9" imgW="266700" imgH="3683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296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19" name="Line 14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95" name="Object 15"/>
              <p:cNvGraphicFramePr>
                <a:graphicFrameLocks noChangeAspect="1"/>
              </p:cNvGraphicFramePr>
              <p:nvPr/>
            </p:nvGraphicFramePr>
            <p:xfrm>
              <a:off x="3840" y="2352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6" name="公式" r:id="rId11" imgW="215900" imgH="368300" progId="Equation.3">
                      <p:embed/>
                    </p:oleObj>
                  </mc:Choice>
                  <mc:Fallback>
                    <p:oleObj name="公式" r:id="rId11" imgW="215900" imgH="3683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2352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6" name="Object 16"/>
              <p:cNvGraphicFramePr>
                <a:graphicFrameLocks noChangeAspect="1"/>
              </p:cNvGraphicFramePr>
              <p:nvPr/>
            </p:nvGraphicFramePr>
            <p:xfrm>
              <a:off x="4320" y="2304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7" name="公式" r:id="rId12" imgW="266700" imgH="368300" progId="Equation.3">
                      <p:embed/>
                    </p:oleObj>
                  </mc:Choice>
                  <mc:Fallback>
                    <p:oleObj name="公式" r:id="rId12" imgW="266700" imgH="3683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304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7" name="Object 17"/>
              <p:cNvGraphicFramePr>
                <a:graphicFrameLocks noChangeAspect="1"/>
              </p:cNvGraphicFramePr>
              <p:nvPr/>
            </p:nvGraphicFramePr>
            <p:xfrm>
              <a:off x="3120" y="861"/>
              <a:ext cx="12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8" name="公式" r:id="rId13" imgW="254000" imgH="381000" progId="Equation.3">
                      <p:embed/>
                    </p:oleObj>
                  </mc:Choice>
                  <mc:Fallback>
                    <p:oleObj name="公式" r:id="rId13" imgW="254000" imgH="3810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861"/>
                            <a:ext cx="126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20" name="Line 18"/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1" name="Line 19"/>
              <p:cNvSpPr>
                <a:spLocks noChangeShapeType="1"/>
              </p:cNvSpPr>
              <p:nvPr/>
            </p:nvSpPr>
            <p:spPr bwMode="auto">
              <a:xfrm>
                <a:off x="3888" y="1824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2" name="Line 20"/>
              <p:cNvSpPr>
                <a:spLocks noChangeShapeType="1"/>
              </p:cNvSpPr>
              <p:nvPr/>
            </p:nvSpPr>
            <p:spPr bwMode="auto">
              <a:xfrm>
                <a:off x="3408" y="960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3" name="Line 21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598" name="Object 22"/>
              <p:cNvGraphicFramePr>
                <a:graphicFrameLocks noChangeAspect="1"/>
              </p:cNvGraphicFramePr>
              <p:nvPr/>
            </p:nvGraphicFramePr>
            <p:xfrm>
              <a:off x="3600" y="1824"/>
              <a:ext cx="231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9" name="公式" r:id="rId15" imgW="165100" imgH="165100" progId="Equation.3">
                      <p:embed/>
                    </p:oleObj>
                  </mc:Choice>
                  <mc:Fallback>
                    <p:oleObj name="公式" r:id="rId15" imgW="165100" imgH="1651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1824"/>
                            <a:ext cx="231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9" name="Object 23"/>
              <p:cNvGraphicFramePr>
                <a:graphicFrameLocks noChangeAspect="1"/>
              </p:cNvGraphicFramePr>
              <p:nvPr/>
            </p:nvGraphicFramePr>
            <p:xfrm>
              <a:off x="4464" y="816"/>
              <a:ext cx="23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60" name="公式" r:id="rId17" imgW="165100" imgH="165100" progId="Equation.3">
                      <p:embed/>
                    </p:oleObj>
                  </mc:Choice>
                  <mc:Fallback>
                    <p:oleObj name="公式" r:id="rId17" imgW="165100" imgH="1651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816"/>
                            <a:ext cx="237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0" name="Object 24"/>
              <p:cNvGraphicFramePr>
                <a:graphicFrameLocks noChangeAspect="1"/>
              </p:cNvGraphicFramePr>
              <p:nvPr/>
            </p:nvGraphicFramePr>
            <p:xfrm>
              <a:off x="4464" y="1728"/>
              <a:ext cx="217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61" name="公式" r:id="rId19" imgW="165100" imgH="177800" progId="Equation.3">
                      <p:embed/>
                    </p:oleObj>
                  </mc:Choice>
                  <mc:Fallback>
                    <p:oleObj name="公式" r:id="rId19" imgW="165100" imgH="1778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728"/>
                            <a:ext cx="217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Group 25"/>
              <p:cNvGrpSpPr/>
              <p:nvPr/>
            </p:nvGrpSpPr>
            <p:grpSpPr bwMode="auto">
              <a:xfrm>
                <a:off x="3888" y="960"/>
                <a:ext cx="528" cy="864"/>
                <a:chOff x="4176" y="960"/>
                <a:chExt cx="816" cy="864"/>
              </a:xfrm>
            </p:grpSpPr>
            <p:grpSp>
              <p:nvGrpSpPr>
                <p:cNvPr id="5" name="Group 26"/>
                <p:cNvGrpSpPr/>
                <p:nvPr/>
              </p:nvGrpSpPr>
              <p:grpSpPr bwMode="auto">
                <a:xfrm>
                  <a:off x="4176" y="960"/>
                  <a:ext cx="816" cy="864"/>
                  <a:chOff x="4176" y="960"/>
                  <a:chExt cx="816" cy="864"/>
                </a:xfrm>
              </p:grpSpPr>
              <p:sp>
                <p:nvSpPr>
                  <p:cNvPr id="24632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76" y="960"/>
                    <a:ext cx="816" cy="864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33" name="Lin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1296"/>
                    <a:ext cx="192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29"/>
                <p:cNvGrpSpPr/>
                <p:nvPr/>
              </p:nvGrpSpPr>
              <p:grpSpPr bwMode="auto">
                <a:xfrm>
                  <a:off x="4992" y="960"/>
                  <a:ext cx="0" cy="864"/>
                  <a:chOff x="4992" y="960"/>
                  <a:chExt cx="0" cy="864"/>
                </a:xfrm>
              </p:grpSpPr>
              <p:sp>
                <p:nvSpPr>
                  <p:cNvPr id="24630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960"/>
                    <a:ext cx="0" cy="864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31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1248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32"/>
                <p:cNvGrpSpPr/>
                <p:nvPr/>
              </p:nvGrpSpPr>
              <p:grpSpPr bwMode="auto">
                <a:xfrm>
                  <a:off x="4176" y="1824"/>
                  <a:ext cx="816" cy="0"/>
                  <a:chOff x="4176" y="1824"/>
                  <a:chExt cx="816" cy="0"/>
                </a:xfrm>
              </p:grpSpPr>
              <p:sp>
                <p:nvSpPr>
                  <p:cNvPr id="24628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24"/>
                    <a:ext cx="81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29" name="Line 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64" y="1824"/>
                    <a:ext cx="24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24602" name="Rectangle 35"/>
          <p:cNvSpPr>
            <a:spLocks noChangeArrowheads="1"/>
          </p:cNvSpPr>
          <p:nvPr/>
        </p:nvSpPr>
        <p:spPr bwMode="auto">
          <a:xfrm>
            <a:off x="2855913" y="846773"/>
            <a:ext cx="2374900" cy="523220"/>
          </a:xfrm>
          <a:prstGeom prst="rect">
            <a:avLst/>
          </a:prstGeom>
          <a:noFill/>
          <a:ln w="19050">
            <a:noFill/>
            <a:miter lim="800000"/>
            <a:tailEnd type="none" w="med" len="lg"/>
          </a:ln>
        </p:spPr>
        <p:txBody>
          <a:bodyPr>
            <a:spAutoFit/>
          </a:bodyPr>
          <a:lstStyle/>
          <a:p>
            <a:r>
              <a:rPr kumimoji="1"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800" b="1" i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过程：</a:t>
            </a:r>
            <a:endParaRPr kumimoji="1" lang="zh-CN" altLang="en-US" sz="2800" b="1" i="1" dirty="0">
              <a:solidFill>
                <a:srgbClr val="003399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37"/>
          <p:cNvGrpSpPr/>
          <p:nvPr/>
        </p:nvGrpSpPr>
        <p:grpSpPr bwMode="auto">
          <a:xfrm>
            <a:off x="3000376" y="1423035"/>
            <a:ext cx="3529013" cy="431800"/>
            <a:chOff x="480" y="2880"/>
            <a:chExt cx="2908" cy="348"/>
          </a:xfrm>
        </p:grpSpPr>
        <p:graphicFrame>
          <p:nvGraphicFramePr>
            <p:cNvPr id="24588" name="Object 38"/>
            <p:cNvGraphicFramePr>
              <a:graphicFrameLocks noChangeAspect="1"/>
            </p:cNvGraphicFramePr>
            <p:nvPr/>
          </p:nvGraphicFramePr>
          <p:xfrm>
            <a:off x="480" y="2880"/>
            <a:ext cx="1896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2" name="公式" r:id="rId21" imgW="1244600" imgH="228600" progId="Equation.3">
                    <p:embed/>
                  </p:oleObj>
                </mc:Choice>
                <mc:Fallback>
                  <p:oleObj name="公式" r:id="rId21" imgW="1244600" imgH="2286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880"/>
                          <a:ext cx="1896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39"/>
            <p:cNvGraphicFramePr>
              <a:graphicFrameLocks noChangeAspect="1"/>
            </p:cNvGraphicFramePr>
            <p:nvPr/>
          </p:nvGraphicFramePr>
          <p:xfrm>
            <a:off x="2448" y="2880"/>
            <a:ext cx="94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3" name="公式" r:id="rId23" imgW="570865" imgH="177800" progId="Equation.3">
                    <p:embed/>
                  </p:oleObj>
                </mc:Choice>
                <mc:Fallback>
                  <p:oleObj name="公式" r:id="rId23" imgW="570865" imgH="1778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880"/>
                          <a:ext cx="94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0"/>
          <p:cNvGrpSpPr/>
          <p:nvPr/>
        </p:nvGrpSpPr>
        <p:grpSpPr bwMode="auto">
          <a:xfrm>
            <a:off x="3000376" y="1933575"/>
            <a:ext cx="2951163" cy="2159000"/>
            <a:chOff x="384" y="672"/>
            <a:chExt cx="2304" cy="1903"/>
          </a:xfrm>
        </p:grpSpPr>
        <p:graphicFrame>
          <p:nvGraphicFramePr>
            <p:cNvPr id="24585" name="Object 41"/>
            <p:cNvGraphicFramePr>
              <a:graphicFrameLocks noChangeAspect="1"/>
            </p:cNvGraphicFramePr>
            <p:nvPr/>
          </p:nvGraphicFramePr>
          <p:xfrm>
            <a:off x="384" y="672"/>
            <a:ext cx="2304" cy="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4" name="公式" r:id="rId25" imgW="1536700" imgH="431800" progId="Equation.3">
                    <p:embed/>
                  </p:oleObj>
                </mc:Choice>
                <mc:Fallback>
                  <p:oleObj name="公式" r:id="rId25" imgW="1536700" imgH="4318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672"/>
                          <a:ext cx="2304" cy="7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42"/>
            <p:cNvGraphicFramePr>
              <a:graphicFrameLocks noChangeAspect="1"/>
            </p:cNvGraphicFramePr>
            <p:nvPr/>
          </p:nvGraphicFramePr>
          <p:xfrm>
            <a:off x="937" y="1449"/>
            <a:ext cx="1583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5" name="Equation" r:id="rId27" imgW="1193800" imgH="393700" progId="Equation.3">
                    <p:embed/>
                  </p:oleObj>
                </mc:Choice>
                <mc:Fallback>
                  <p:oleObj name="Equation" r:id="rId27" imgW="1193800" imgH="3937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1449"/>
                          <a:ext cx="1583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43"/>
            <p:cNvGraphicFramePr>
              <a:graphicFrameLocks noChangeAspect="1"/>
            </p:cNvGraphicFramePr>
            <p:nvPr/>
          </p:nvGraphicFramePr>
          <p:xfrm>
            <a:off x="960" y="2256"/>
            <a:ext cx="103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6" name="公式" r:id="rId29" imgW="570865" imgH="177800" progId="Equation.3">
                    <p:embed/>
                  </p:oleObj>
                </mc:Choice>
                <mc:Fallback>
                  <p:oleObj name="公式" r:id="rId29" imgW="570865" imgH="1778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256"/>
                          <a:ext cx="103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4"/>
          <p:cNvGrpSpPr/>
          <p:nvPr/>
        </p:nvGrpSpPr>
        <p:grpSpPr bwMode="auto">
          <a:xfrm>
            <a:off x="3074989" y="4167188"/>
            <a:ext cx="5064125" cy="525462"/>
            <a:chOff x="623" y="3504"/>
            <a:chExt cx="3273" cy="376"/>
          </a:xfrm>
        </p:grpSpPr>
        <p:graphicFrame>
          <p:nvGraphicFramePr>
            <p:cNvPr id="24582" name="Object 45"/>
            <p:cNvGraphicFramePr>
              <a:graphicFrameLocks noChangeAspect="1"/>
            </p:cNvGraphicFramePr>
            <p:nvPr/>
          </p:nvGraphicFramePr>
          <p:xfrm>
            <a:off x="623" y="3504"/>
            <a:ext cx="1675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7" name="公式" r:id="rId31" imgW="1155700" imgH="228600" progId="Equation.3">
                    <p:embed/>
                  </p:oleObj>
                </mc:Choice>
                <mc:Fallback>
                  <p:oleObj name="公式" r:id="rId31" imgW="1155700" imgH="2286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" y="3504"/>
                          <a:ext cx="1675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3" name="Object 46"/>
            <p:cNvGraphicFramePr>
              <a:graphicFrameLocks noChangeAspect="1"/>
            </p:cNvGraphicFramePr>
            <p:nvPr/>
          </p:nvGraphicFramePr>
          <p:xfrm>
            <a:off x="2304" y="3536"/>
            <a:ext cx="92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8" name="公式" r:id="rId33" imgW="570865" imgH="177800" progId="Equation.3">
                    <p:embed/>
                  </p:oleObj>
                </mc:Choice>
                <mc:Fallback>
                  <p:oleObj name="公式" r:id="rId33" imgW="570865" imgH="1778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536"/>
                          <a:ext cx="92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4" name="Object 47"/>
            <p:cNvGraphicFramePr>
              <a:graphicFrameLocks noChangeAspect="1"/>
            </p:cNvGraphicFramePr>
            <p:nvPr/>
          </p:nvGraphicFramePr>
          <p:xfrm>
            <a:off x="3208" y="3516"/>
            <a:ext cx="688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9" name="Equation" r:id="rId35" imgW="546100" imgH="190500" progId="Equation.DSMT4">
                    <p:embed/>
                  </p:oleObj>
                </mc:Choice>
                <mc:Fallback>
                  <p:oleObj name="Equation" r:id="rId35" imgW="546100" imgH="1905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8" y="3516"/>
                          <a:ext cx="688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9"/>
          <p:cNvGrpSpPr/>
          <p:nvPr/>
        </p:nvGrpSpPr>
        <p:grpSpPr bwMode="auto">
          <a:xfrm>
            <a:off x="3287714" y="5749927"/>
            <a:ext cx="5400675" cy="529696"/>
            <a:chOff x="1111" y="3475"/>
            <a:chExt cx="3336" cy="273"/>
          </a:xfrm>
        </p:grpSpPr>
        <p:grpSp>
          <p:nvGrpSpPr>
            <p:cNvPr id="12" name="Group 52"/>
            <p:cNvGrpSpPr/>
            <p:nvPr/>
          </p:nvGrpSpPr>
          <p:grpSpPr bwMode="auto">
            <a:xfrm>
              <a:off x="2043" y="3475"/>
              <a:ext cx="2404" cy="273"/>
              <a:chOff x="1536" y="624"/>
              <a:chExt cx="3020" cy="383"/>
            </a:xfrm>
          </p:grpSpPr>
          <p:graphicFrame>
            <p:nvGraphicFramePr>
              <p:cNvPr id="24580" name="Object 53"/>
              <p:cNvGraphicFramePr>
                <a:graphicFrameLocks noChangeAspect="1"/>
              </p:cNvGraphicFramePr>
              <p:nvPr/>
            </p:nvGraphicFramePr>
            <p:xfrm>
              <a:off x="1536" y="624"/>
              <a:ext cx="2148" cy="3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70" name="公式" r:id="rId37" imgW="1320800" imgH="228600" progId="Equation.3">
                      <p:embed/>
                    </p:oleObj>
                  </mc:Choice>
                  <mc:Fallback>
                    <p:oleObj name="公式" r:id="rId37" imgW="1320800" imgH="22860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624"/>
                            <a:ext cx="2148" cy="37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81" name="Object 54"/>
              <p:cNvGraphicFramePr>
                <a:graphicFrameLocks noChangeAspect="1"/>
              </p:cNvGraphicFramePr>
              <p:nvPr/>
            </p:nvGraphicFramePr>
            <p:xfrm>
              <a:off x="3792" y="720"/>
              <a:ext cx="764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71" name="公式" r:id="rId39" imgW="469900" imgH="177800" progId="Equation.3">
                      <p:embed/>
                    </p:oleObj>
                  </mc:Choice>
                  <mc:Fallback>
                    <p:oleObj name="公式" r:id="rId39" imgW="469900" imgH="177800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720"/>
                            <a:ext cx="764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12" name="Text Box 56"/>
            <p:cNvSpPr txBox="1">
              <a:spLocks noChangeArrowheads="1"/>
            </p:cNvSpPr>
            <p:nvPr/>
          </p:nvSpPr>
          <p:spPr bwMode="auto">
            <a:xfrm>
              <a:off x="1111" y="3475"/>
              <a:ext cx="1200" cy="270"/>
            </a:xfrm>
            <a:prstGeom prst="rect">
              <a:avLst/>
            </a:prstGeom>
            <a:noFill/>
            <a:ln w="19050">
              <a:noFill/>
              <a:miter lim="800000"/>
              <a:tailEnd type="none" w="med" len="lg"/>
            </a:ln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solidFill>
                    <a:srgbClr val="003399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总热量：</a:t>
              </a:r>
              <a:endParaRPr kumimoji="1" lang="zh-CN" altLang="en-US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58"/>
          <p:cNvGrpSpPr/>
          <p:nvPr/>
        </p:nvGrpSpPr>
        <p:grpSpPr bwMode="auto">
          <a:xfrm>
            <a:off x="2874964" y="4945058"/>
            <a:ext cx="6029325" cy="566276"/>
            <a:chOff x="848" y="2961"/>
            <a:chExt cx="3705" cy="285"/>
          </a:xfrm>
        </p:grpSpPr>
        <p:grpSp>
          <p:nvGrpSpPr>
            <p:cNvPr id="14" name="Group 49"/>
            <p:cNvGrpSpPr/>
            <p:nvPr/>
          </p:nvGrpSpPr>
          <p:grpSpPr bwMode="auto">
            <a:xfrm>
              <a:off x="2064" y="2961"/>
              <a:ext cx="2489" cy="273"/>
              <a:chOff x="1488" y="123"/>
              <a:chExt cx="3367" cy="371"/>
            </a:xfrm>
          </p:grpSpPr>
          <p:graphicFrame>
            <p:nvGraphicFramePr>
              <p:cNvPr id="24578" name="Object 50"/>
              <p:cNvGraphicFramePr>
                <a:graphicFrameLocks noChangeAspect="1"/>
              </p:cNvGraphicFramePr>
              <p:nvPr/>
            </p:nvGraphicFramePr>
            <p:xfrm>
              <a:off x="1488" y="123"/>
              <a:ext cx="2304" cy="3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72" name="公式" r:id="rId41" imgW="1422400" imgH="228600" progId="Equation.3">
                      <p:embed/>
                    </p:oleObj>
                  </mc:Choice>
                  <mc:Fallback>
                    <p:oleObj name="公式" r:id="rId41" imgW="1422400" imgH="228600" progId="Equation.3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23"/>
                            <a:ext cx="2304" cy="37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79" name="Object 51"/>
              <p:cNvGraphicFramePr>
                <a:graphicFrameLocks noChangeAspect="1"/>
              </p:cNvGraphicFramePr>
              <p:nvPr/>
            </p:nvGraphicFramePr>
            <p:xfrm>
              <a:off x="3840" y="171"/>
              <a:ext cx="1015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73" name="公式" r:id="rId43" imgW="469900" imgH="177800" progId="Equation.3">
                      <p:embed/>
                    </p:oleObj>
                  </mc:Choice>
                  <mc:Fallback>
                    <p:oleObj name="公式" r:id="rId43" imgW="469900" imgH="177800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71"/>
                            <a:ext cx="1015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10" name="Rectangle 57"/>
            <p:cNvSpPr>
              <a:spLocks noChangeArrowheads="1"/>
            </p:cNvSpPr>
            <p:nvPr/>
          </p:nvSpPr>
          <p:spPr bwMode="auto">
            <a:xfrm>
              <a:off x="848" y="2983"/>
              <a:ext cx="1372" cy="263"/>
            </a:xfrm>
            <a:prstGeom prst="rect">
              <a:avLst/>
            </a:prstGeom>
            <a:noFill/>
            <a:ln w="19050">
              <a:noFill/>
              <a:miter lim="800000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zh-CN" altLang="en-US" sz="2800" b="1">
                  <a:solidFill>
                    <a:srgbClr val="003399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solidFill>
                    <a:srgbClr val="003399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solidFill>
                    <a:srgbClr val="003399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）总功：</a:t>
              </a:r>
              <a:endParaRPr kumimoji="1" lang="zh-CN" altLang="en-US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535709"/>
            <a:ext cx="12192000" cy="63222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19" name="Rectangle 2"/>
          <p:cNvSpPr>
            <a:spLocks noChangeArrowheads="1"/>
          </p:cNvSpPr>
          <p:nvPr/>
        </p:nvSpPr>
        <p:spPr bwMode="auto">
          <a:xfrm>
            <a:off x="2444750" y="1905001"/>
            <a:ext cx="2528256" cy="523220"/>
          </a:xfrm>
          <a:prstGeom prst="rect">
            <a:avLst/>
          </a:prstGeom>
          <a:noFill/>
          <a:ln w="19050">
            <a:noFill/>
            <a:miter lim="800000"/>
            <a:tailEnd type="none" w="med" len="lg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003399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）热机效率</a:t>
            </a:r>
            <a:endParaRPr kumimoji="1" lang="zh-CN" altLang="en-US" sz="2800" b="1">
              <a:solidFill>
                <a:srgbClr val="003399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725738" y="2420939"/>
            <a:ext cx="2578100" cy="503237"/>
            <a:chOff x="682" y="1728"/>
            <a:chExt cx="1850" cy="388"/>
          </a:xfrm>
        </p:grpSpPr>
        <p:graphicFrame>
          <p:nvGraphicFramePr>
            <p:cNvPr id="25617" name="Object 5"/>
            <p:cNvGraphicFramePr>
              <a:graphicFrameLocks noChangeAspect="1"/>
            </p:cNvGraphicFramePr>
            <p:nvPr/>
          </p:nvGraphicFramePr>
          <p:xfrm>
            <a:off x="682" y="1728"/>
            <a:ext cx="1082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3" name="Equation" r:id="rId1" imgW="635000" imgH="228600" progId="Equation.DSMT4">
                    <p:embed/>
                  </p:oleObj>
                </mc:Choice>
                <mc:Fallback>
                  <p:oleObj name="Equation" r:id="rId1" imgW="6350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1728"/>
                          <a:ext cx="1082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6"/>
            <p:cNvGraphicFramePr>
              <a:graphicFrameLocks noChangeAspect="1"/>
            </p:cNvGraphicFramePr>
            <p:nvPr/>
          </p:nvGraphicFramePr>
          <p:xfrm>
            <a:off x="1728" y="1728"/>
            <a:ext cx="80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4" name="公式" r:id="rId3" imgW="481965" imgH="177800" progId="Equation.3">
                    <p:embed/>
                  </p:oleObj>
                </mc:Choice>
                <mc:Fallback>
                  <p:oleObj name="公式" r:id="rId3" imgW="481965" imgH="177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728"/>
                          <a:ext cx="804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 bwMode="auto">
          <a:xfrm>
            <a:off x="2728914" y="3284539"/>
            <a:ext cx="2725737" cy="936625"/>
            <a:chOff x="396" y="2243"/>
            <a:chExt cx="1923" cy="779"/>
          </a:xfrm>
        </p:grpSpPr>
        <p:graphicFrame>
          <p:nvGraphicFramePr>
            <p:cNvPr id="25615" name="Object 8"/>
            <p:cNvGraphicFramePr>
              <a:graphicFrameLocks noChangeAspect="1"/>
            </p:cNvGraphicFramePr>
            <p:nvPr/>
          </p:nvGraphicFramePr>
          <p:xfrm>
            <a:off x="396" y="2243"/>
            <a:ext cx="1923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5" name="Equation" r:id="rId5" imgW="1016000" imgH="228600" progId="Equation.DSMT4">
                    <p:embed/>
                  </p:oleObj>
                </mc:Choice>
                <mc:Fallback>
                  <p:oleObj name="Equation" r:id="rId5" imgW="10160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" y="2243"/>
                          <a:ext cx="1923" cy="4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6" name="Object 9"/>
            <p:cNvGraphicFramePr>
              <a:graphicFrameLocks noChangeAspect="1"/>
            </p:cNvGraphicFramePr>
            <p:nvPr/>
          </p:nvGraphicFramePr>
          <p:xfrm>
            <a:off x="816" y="2736"/>
            <a:ext cx="92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6" name="公式" r:id="rId7" imgW="570865" imgH="177800" progId="Equation.3">
                    <p:embed/>
                  </p:oleObj>
                </mc:Choice>
                <mc:Fallback>
                  <p:oleObj name="公式" r:id="rId7" imgW="570865" imgH="177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736"/>
                          <a:ext cx="92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/>
          <p:nvPr/>
        </p:nvGrpSpPr>
        <p:grpSpPr bwMode="auto">
          <a:xfrm>
            <a:off x="2711451" y="4508500"/>
            <a:ext cx="3167063" cy="865188"/>
            <a:chOff x="432" y="3274"/>
            <a:chExt cx="2408" cy="711"/>
          </a:xfrm>
        </p:grpSpPr>
        <p:graphicFrame>
          <p:nvGraphicFramePr>
            <p:cNvPr id="25613" name="Object 11"/>
            <p:cNvGraphicFramePr>
              <a:graphicFrameLocks noChangeAspect="1"/>
            </p:cNvGraphicFramePr>
            <p:nvPr/>
          </p:nvGraphicFramePr>
          <p:xfrm>
            <a:off x="432" y="3274"/>
            <a:ext cx="1344" cy="7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7" name="Equation" r:id="rId9" imgW="837565" imgH="444500" progId="Equation.DSMT4">
                    <p:embed/>
                  </p:oleObj>
                </mc:Choice>
                <mc:Fallback>
                  <p:oleObj name="Equation" r:id="rId9" imgW="837565" imgH="4445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3274"/>
                          <a:ext cx="1344" cy="7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4" name="Object 12"/>
            <p:cNvGraphicFramePr>
              <a:graphicFrameLocks noChangeAspect="1"/>
            </p:cNvGraphicFramePr>
            <p:nvPr/>
          </p:nvGraphicFramePr>
          <p:xfrm>
            <a:off x="1776" y="3504"/>
            <a:ext cx="10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8" name="公式" r:id="rId11" imgW="545465" imgH="177800" progId="Equation.3">
                    <p:embed/>
                  </p:oleObj>
                </mc:Choice>
                <mc:Fallback>
                  <p:oleObj name="公式" r:id="rId11" imgW="545465" imgH="177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504"/>
                          <a:ext cx="10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/>
          <p:nvPr/>
        </p:nvGrpSpPr>
        <p:grpSpPr bwMode="auto">
          <a:xfrm>
            <a:off x="6477000" y="2120900"/>
            <a:ext cx="3024188" cy="2592388"/>
            <a:chOff x="3024" y="480"/>
            <a:chExt cx="2304" cy="2160"/>
          </a:xfrm>
        </p:grpSpPr>
        <p:sp>
          <p:nvSpPr>
            <p:cNvPr id="25625" name="Rectangle 14"/>
            <p:cNvSpPr>
              <a:spLocks noChangeArrowheads="1"/>
            </p:cNvSpPr>
            <p:nvPr/>
          </p:nvSpPr>
          <p:spPr bwMode="auto">
            <a:xfrm>
              <a:off x="3024" y="480"/>
              <a:ext cx="2304" cy="2160"/>
            </a:xfrm>
            <a:prstGeom prst="rect">
              <a:avLst/>
            </a:prstGeom>
            <a:solidFill>
              <a:srgbClr val="FFF5EB"/>
            </a:solidFill>
            <a:ln w="28575">
              <a:solidFill>
                <a:srgbClr val="D2640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" name="Group 15"/>
            <p:cNvGrpSpPr/>
            <p:nvPr/>
          </p:nvGrpSpPr>
          <p:grpSpPr bwMode="auto">
            <a:xfrm>
              <a:off x="3120" y="528"/>
              <a:ext cx="2160" cy="2045"/>
              <a:chOff x="3120" y="528"/>
              <a:chExt cx="2160" cy="2045"/>
            </a:xfrm>
          </p:grpSpPr>
          <p:graphicFrame>
            <p:nvGraphicFramePr>
              <p:cNvPr id="25602" name="Object 16"/>
              <p:cNvGraphicFramePr>
                <a:graphicFrameLocks noChangeAspect="1"/>
              </p:cNvGraphicFramePr>
              <p:nvPr/>
            </p:nvGraphicFramePr>
            <p:xfrm>
              <a:off x="3168" y="2256"/>
              <a:ext cx="205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39" name="公式" r:id="rId13" imgW="127000" imgH="139700" progId="Equation.3">
                      <p:embed/>
                    </p:oleObj>
                  </mc:Choice>
                  <mc:Fallback>
                    <p:oleObj name="公式" r:id="rId13" imgW="127000" imgH="1397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256"/>
                            <a:ext cx="205" cy="2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3" name="Object 17"/>
              <p:cNvGraphicFramePr>
                <a:graphicFrameLocks noChangeAspect="1"/>
              </p:cNvGraphicFramePr>
              <p:nvPr/>
            </p:nvGraphicFramePr>
            <p:xfrm>
              <a:off x="3456" y="528"/>
              <a:ext cx="74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0" name="公式" r:id="rId15" imgW="685800" imgH="228600" progId="Equation.3">
                      <p:embed/>
                    </p:oleObj>
                  </mc:Choice>
                  <mc:Fallback>
                    <p:oleObj name="公式" r:id="rId15" imgW="685800" imgH="2286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528"/>
                            <a:ext cx="746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7" name="Line 18"/>
              <p:cNvSpPr>
                <a:spLocks noChangeShapeType="1"/>
              </p:cNvSpPr>
              <p:nvPr/>
            </p:nvSpPr>
            <p:spPr bwMode="auto">
              <a:xfrm>
                <a:off x="3372" y="2256"/>
                <a:ext cx="18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8" name="Line 19"/>
              <p:cNvSpPr>
                <a:spLocks noChangeShapeType="1"/>
              </p:cNvSpPr>
              <p:nvPr/>
            </p:nvSpPr>
            <p:spPr bwMode="auto">
              <a:xfrm flipV="1">
                <a:off x="3372" y="576"/>
                <a:ext cx="0" cy="1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04" name="Object 20"/>
              <p:cNvGraphicFramePr>
                <a:graphicFrameLocks noChangeAspect="1"/>
              </p:cNvGraphicFramePr>
              <p:nvPr/>
            </p:nvGraphicFramePr>
            <p:xfrm>
              <a:off x="4656" y="2304"/>
              <a:ext cx="624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1" name="公式" r:id="rId17" imgW="761365" imgH="228600" progId="Equation.3">
                      <p:embed/>
                    </p:oleObj>
                  </mc:Choice>
                  <mc:Fallback>
                    <p:oleObj name="公式" r:id="rId17" imgW="761365" imgH="2286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304"/>
                            <a:ext cx="624" cy="2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9" name="Line 21"/>
              <p:cNvSpPr>
                <a:spLocks noChangeShapeType="1"/>
              </p:cNvSpPr>
              <p:nvPr/>
            </p:nvSpPr>
            <p:spPr bwMode="auto">
              <a:xfrm>
                <a:off x="3372" y="960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30" name="Line 22"/>
              <p:cNvSpPr>
                <a:spLocks noChangeShapeType="1"/>
              </p:cNvSpPr>
              <p:nvPr/>
            </p:nvSpPr>
            <p:spPr bwMode="auto">
              <a:xfrm>
                <a:off x="3372" y="1824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05" name="Object 23"/>
              <p:cNvGraphicFramePr>
                <a:graphicFrameLocks noChangeAspect="1"/>
              </p:cNvGraphicFramePr>
              <p:nvPr/>
            </p:nvGraphicFramePr>
            <p:xfrm>
              <a:off x="3156" y="1734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2" name="公式" r:id="rId19" imgW="215900" imgH="368300" progId="Equation.3">
                      <p:embed/>
                    </p:oleObj>
                  </mc:Choice>
                  <mc:Fallback>
                    <p:oleObj name="公式" r:id="rId19" imgW="215900" imgH="3683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6" y="1734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6" name="Object 24"/>
              <p:cNvGraphicFramePr>
                <a:graphicFrameLocks noChangeAspect="1"/>
              </p:cNvGraphicFramePr>
              <p:nvPr/>
            </p:nvGraphicFramePr>
            <p:xfrm>
              <a:off x="3120" y="1296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3" name="公式" r:id="rId21" imgW="266700" imgH="368300" progId="Equation.3">
                      <p:embed/>
                    </p:oleObj>
                  </mc:Choice>
                  <mc:Fallback>
                    <p:oleObj name="公式" r:id="rId21" imgW="266700" imgH="3683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296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1" name="Line 25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07" name="Object 26"/>
              <p:cNvGraphicFramePr>
                <a:graphicFrameLocks noChangeAspect="1"/>
              </p:cNvGraphicFramePr>
              <p:nvPr/>
            </p:nvGraphicFramePr>
            <p:xfrm>
              <a:off x="3840" y="2352"/>
              <a:ext cx="10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4" name="公式" r:id="rId23" imgW="215900" imgH="368300" progId="Equation.3">
                      <p:embed/>
                    </p:oleObj>
                  </mc:Choice>
                  <mc:Fallback>
                    <p:oleObj name="公式" r:id="rId23" imgW="215900" imgH="3683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2352"/>
                            <a:ext cx="108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8" name="Object 27"/>
              <p:cNvGraphicFramePr>
                <a:graphicFrameLocks noChangeAspect="1"/>
              </p:cNvGraphicFramePr>
              <p:nvPr/>
            </p:nvGraphicFramePr>
            <p:xfrm>
              <a:off x="4320" y="2304"/>
              <a:ext cx="13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5" name="公式" r:id="rId24" imgW="266700" imgH="368300" progId="Equation.3">
                      <p:embed/>
                    </p:oleObj>
                  </mc:Choice>
                  <mc:Fallback>
                    <p:oleObj name="公式" r:id="rId24" imgW="266700" imgH="3683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304"/>
                            <a:ext cx="133" cy="1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09" name="Object 28"/>
              <p:cNvGraphicFramePr>
                <a:graphicFrameLocks noChangeAspect="1"/>
              </p:cNvGraphicFramePr>
              <p:nvPr/>
            </p:nvGraphicFramePr>
            <p:xfrm>
              <a:off x="3120" y="861"/>
              <a:ext cx="12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6" name="公式" r:id="rId25" imgW="254000" imgH="381000" progId="Equation.3">
                      <p:embed/>
                    </p:oleObj>
                  </mc:Choice>
                  <mc:Fallback>
                    <p:oleObj name="公式" r:id="rId25" imgW="254000" imgH="3810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861"/>
                            <a:ext cx="126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2" name="Line 29"/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33" name="Line 30"/>
              <p:cNvSpPr>
                <a:spLocks noChangeShapeType="1"/>
              </p:cNvSpPr>
              <p:nvPr/>
            </p:nvSpPr>
            <p:spPr bwMode="auto">
              <a:xfrm>
                <a:off x="3888" y="1824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34" name="Line 31"/>
              <p:cNvSpPr>
                <a:spLocks noChangeShapeType="1"/>
              </p:cNvSpPr>
              <p:nvPr/>
            </p:nvSpPr>
            <p:spPr bwMode="auto">
              <a:xfrm>
                <a:off x="3408" y="960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35" name="Line 32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10" name="Object 33"/>
              <p:cNvGraphicFramePr>
                <a:graphicFrameLocks noChangeAspect="1"/>
              </p:cNvGraphicFramePr>
              <p:nvPr/>
            </p:nvGraphicFramePr>
            <p:xfrm>
              <a:off x="3600" y="1824"/>
              <a:ext cx="231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7" name="公式" r:id="rId27" imgW="165100" imgH="165100" progId="Equation.3">
                      <p:embed/>
                    </p:oleObj>
                  </mc:Choice>
                  <mc:Fallback>
                    <p:oleObj name="公式" r:id="rId27" imgW="165100" imgH="16510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1824"/>
                            <a:ext cx="231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1" name="Object 34"/>
              <p:cNvGraphicFramePr>
                <a:graphicFrameLocks noChangeAspect="1"/>
              </p:cNvGraphicFramePr>
              <p:nvPr/>
            </p:nvGraphicFramePr>
            <p:xfrm>
              <a:off x="4464" y="816"/>
              <a:ext cx="23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8" name="公式" r:id="rId29" imgW="165100" imgH="165100" progId="Equation.3">
                      <p:embed/>
                    </p:oleObj>
                  </mc:Choice>
                  <mc:Fallback>
                    <p:oleObj name="公式" r:id="rId29" imgW="165100" imgH="165100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816"/>
                            <a:ext cx="237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2" name="Object 35"/>
              <p:cNvGraphicFramePr>
                <a:graphicFrameLocks noChangeAspect="1"/>
              </p:cNvGraphicFramePr>
              <p:nvPr/>
            </p:nvGraphicFramePr>
            <p:xfrm>
              <a:off x="4464" y="1728"/>
              <a:ext cx="217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49" name="公式" r:id="rId31" imgW="165100" imgH="177800" progId="Equation.3">
                      <p:embed/>
                    </p:oleObj>
                  </mc:Choice>
                  <mc:Fallback>
                    <p:oleObj name="公式" r:id="rId31" imgW="165100" imgH="17780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728"/>
                            <a:ext cx="217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" name="Group 36"/>
              <p:cNvGrpSpPr/>
              <p:nvPr/>
            </p:nvGrpSpPr>
            <p:grpSpPr bwMode="auto">
              <a:xfrm>
                <a:off x="3888" y="960"/>
                <a:ext cx="528" cy="864"/>
                <a:chOff x="4176" y="960"/>
                <a:chExt cx="816" cy="864"/>
              </a:xfrm>
            </p:grpSpPr>
            <p:grpSp>
              <p:nvGrpSpPr>
                <p:cNvPr id="8" name="Group 37"/>
                <p:cNvGrpSpPr/>
                <p:nvPr/>
              </p:nvGrpSpPr>
              <p:grpSpPr bwMode="auto">
                <a:xfrm>
                  <a:off x="4176" y="960"/>
                  <a:ext cx="816" cy="864"/>
                  <a:chOff x="4176" y="960"/>
                  <a:chExt cx="816" cy="864"/>
                </a:xfrm>
              </p:grpSpPr>
              <p:sp>
                <p:nvSpPr>
                  <p:cNvPr id="25644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76" y="960"/>
                    <a:ext cx="816" cy="864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5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1296"/>
                    <a:ext cx="192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" name="Group 40"/>
                <p:cNvGrpSpPr/>
                <p:nvPr/>
              </p:nvGrpSpPr>
              <p:grpSpPr bwMode="auto">
                <a:xfrm>
                  <a:off x="4992" y="960"/>
                  <a:ext cx="0" cy="864"/>
                  <a:chOff x="4992" y="960"/>
                  <a:chExt cx="0" cy="864"/>
                </a:xfrm>
              </p:grpSpPr>
              <p:sp>
                <p:nvSpPr>
                  <p:cNvPr id="25642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960"/>
                    <a:ext cx="0" cy="864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3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1248"/>
                    <a:ext cx="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" name="Group 43"/>
                <p:cNvGrpSpPr/>
                <p:nvPr/>
              </p:nvGrpSpPr>
              <p:grpSpPr bwMode="auto">
                <a:xfrm>
                  <a:off x="4176" y="1824"/>
                  <a:ext cx="816" cy="0"/>
                  <a:chOff x="4176" y="1824"/>
                  <a:chExt cx="816" cy="0"/>
                </a:xfrm>
              </p:grpSpPr>
              <p:sp>
                <p:nvSpPr>
                  <p:cNvPr id="25640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24"/>
                    <a:ext cx="81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41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64" y="1824"/>
                    <a:ext cx="24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tailEnd type="stealth" w="med" len="lg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17520" y="255368"/>
              <a:ext cx="11725200" cy="63604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17520" y="255368"/>
                <a:ext cx="11725200" cy="63604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64560" y="266760"/>
              <a:ext cx="9853920" cy="65124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64560" y="266760"/>
                <a:ext cx="9853920" cy="65124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7294"/>
          <a:stretch>
            <a:fillRect/>
          </a:stretch>
        </p:blipFill>
        <p:spPr>
          <a:xfrm>
            <a:off x="455930" y="680720"/>
            <a:ext cx="11155680" cy="5495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59640" y="378517"/>
              <a:ext cx="11660400" cy="6273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59640" y="378517"/>
                <a:ext cx="11660400" cy="6273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55916" y="242280"/>
              <a:ext cx="10842840" cy="47282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55916" y="242280"/>
                <a:ext cx="10842840" cy="47282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732676" y="5074200"/>
              <a:ext cx="7714440" cy="9756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732676" y="5074200"/>
                <a:ext cx="7714440" cy="975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10040" y="266760"/>
              <a:ext cx="11222280" cy="62719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10040" y="266760"/>
                <a:ext cx="11222280" cy="62719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11228"/>
          <a:stretch>
            <a:fillRect/>
          </a:stretch>
        </p:blipFill>
        <p:spPr>
          <a:xfrm>
            <a:off x="457200" y="527050"/>
            <a:ext cx="11277600" cy="56280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75323" y="327073"/>
              <a:ext cx="11652120" cy="61070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75323" y="327073"/>
                <a:ext cx="11652120" cy="6107040"/>
              </a:xfrm>
              <a:prstGeom prst="rect"/>
            </p:spPr>
          </p:pic>
        </mc:Fallback>
      </mc:AlternateContent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87015" y="5099050"/>
            <a:ext cx="5601335" cy="6032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53240" y="429769"/>
              <a:ext cx="11572920" cy="56304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53240" y="429769"/>
                <a:ext cx="11572920" cy="563040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51721" y="1035700"/>
                <a:ext cx="2985797" cy="6760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介质：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400" b="1" i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721" y="1035700"/>
                <a:ext cx="2985797" cy="676083"/>
              </a:xfrm>
              <a:prstGeom prst="rect">
                <a:avLst/>
              </a:prstGeom>
              <a:blipFill rotWithShape="1">
                <a:blip r:embed="rId3"/>
                <a:stretch>
                  <a:fillRect l="-165" t="-754" r="-153" b="-68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33698"/>
          <a:stretch>
            <a:fillRect/>
          </a:stretch>
        </p:blipFill>
        <p:spPr>
          <a:xfrm>
            <a:off x="281940" y="1043940"/>
            <a:ext cx="11628120" cy="43903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97000" y="330312"/>
              <a:ext cx="11641680" cy="59457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97000" y="330312"/>
                <a:ext cx="11641680" cy="5945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96280" y="146880"/>
              <a:ext cx="11351520" cy="65581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96280" y="146880"/>
                <a:ext cx="11351520" cy="65581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322907" y="2472612"/>
                <a:ext cx="3498980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相邻明纹主极大之间有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条次极大（强度太弱观察不到），有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条暗纹，是一片暗区。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907" y="2472612"/>
                <a:ext cx="349898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44" t="-542" r="-124" b="-4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/>
          <p:cNvCxnSpPr/>
          <p:nvPr/>
        </p:nvCxnSpPr>
        <p:spPr>
          <a:xfrm>
            <a:off x="8640147" y="2239347"/>
            <a:ext cx="149290" cy="23326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18"/>
              <p:cNvSpPr txBox="1"/>
              <p:nvPr/>
            </p:nvSpPr>
            <p:spPr bwMode="auto">
              <a:xfrm>
                <a:off x="7965440" y="3480435"/>
                <a:ext cx="3316605" cy="6045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能级：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sz="2400" b="1" i="1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5440" y="3480435"/>
                <a:ext cx="3316605" cy="6045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56920" y="285948"/>
              <a:ext cx="11347920" cy="62604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56920" y="285948"/>
                <a:ext cx="11347920" cy="62604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8590" y="277495"/>
            <a:ext cx="11894820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79160" y="420480"/>
              <a:ext cx="11435040" cy="53931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79160" y="420480"/>
                <a:ext cx="11435040" cy="53931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853560" y="641520"/>
              <a:ext cx="10512000" cy="58377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853560" y="641520"/>
                <a:ext cx="10512000" cy="5837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1008360" y="788760"/>
              <a:ext cx="9698760" cy="56602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1008360" y="788760"/>
                <a:ext cx="9698760" cy="56602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80320" y="586080"/>
              <a:ext cx="10005120" cy="59320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80320" y="586080"/>
                <a:ext cx="10005120" cy="59320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COMMONDATA" val="eyJoZGlkIjoiMzU4Mjg2ODRiZjkwZmI2ZDdhZjc0ZTVmMTQxOTA0Njc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WPS 演示</Application>
  <PresentationFormat>宽屏</PresentationFormat>
  <Paragraphs>288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146</vt:i4>
      </vt:variant>
      <vt:variant>
        <vt:lpstr>幻灯片标题</vt:lpstr>
      </vt:variant>
      <vt:variant>
        <vt:i4>46</vt:i4>
      </vt:variant>
    </vt:vector>
  </HeadingPairs>
  <TitlesOfParts>
    <vt:vector size="210" baseType="lpstr">
      <vt:lpstr>Arial</vt:lpstr>
      <vt:lpstr>宋体</vt:lpstr>
      <vt:lpstr>Wingdings</vt:lpstr>
      <vt:lpstr>Times New Roman</vt:lpstr>
      <vt:lpstr>楷体_GB2312</vt:lpstr>
      <vt:lpstr>新宋体</vt:lpstr>
      <vt:lpstr>楷体</vt:lpstr>
      <vt:lpstr>黑体</vt:lpstr>
      <vt:lpstr>微软雅黑</vt:lpstr>
      <vt:lpstr>Arial Unicode MS</vt:lpstr>
      <vt:lpstr>Calibri</vt:lpstr>
      <vt:lpstr>Monotype Sorts</vt:lpstr>
      <vt:lpstr>Wingdings</vt:lpstr>
      <vt:lpstr>Cambria Math</vt:lpstr>
      <vt:lpstr>MS Mincho</vt:lpstr>
      <vt:lpstr>Segoe Print</vt:lpstr>
      <vt:lpstr>WPS</vt:lpstr>
      <vt:lpstr>1_WPS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黄土先生</dc:creator>
  <cp:lastModifiedBy>乐乐</cp:lastModifiedBy>
  <cp:revision>38</cp:revision>
  <dcterms:created xsi:type="dcterms:W3CDTF">2023-11-16T01:01:00Z</dcterms:created>
  <dcterms:modified xsi:type="dcterms:W3CDTF">2024-12-29T02:55:05Z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F15D92D52B3841AE8C494D5921052B69_13</vt:lpwstr>
  </property>
  <property fmtid="{D5CDD505-2E9C-101B-9397-08002B2CF9AE}" pid="3" name="KSOProductBuildVer">
    <vt:lpwstr>2052-12.1.0.19770</vt:lpwstr>
  </property>
</Properties>
</file>