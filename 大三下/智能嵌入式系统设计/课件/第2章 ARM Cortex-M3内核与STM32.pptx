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5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6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7" r:id="rId2"/>
    <p:sldId id="259" r:id="rId3"/>
    <p:sldId id="300" r:id="rId4"/>
    <p:sldId id="260" r:id="rId5"/>
    <p:sldId id="262" r:id="rId6"/>
    <p:sldId id="334" r:id="rId7"/>
    <p:sldId id="336" r:id="rId8"/>
    <p:sldId id="337" r:id="rId9"/>
    <p:sldId id="338" r:id="rId10"/>
    <p:sldId id="339" r:id="rId11"/>
    <p:sldId id="263" r:id="rId12"/>
    <p:sldId id="340" r:id="rId13"/>
    <p:sldId id="341" r:id="rId14"/>
    <p:sldId id="342" r:id="rId15"/>
    <p:sldId id="343" r:id="rId16"/>
    <p:sldId id="345" r:id="rId17"/>
    <p:sldId id="346" r:id="rId18"/>
    <p:sldId id="347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266" r:id="rId27"/>
    <p:sldId id="355" r:id="rId28"/>
    <p:sldId id="356" r:id="rId29"/>
    <p:sldId id="357" r:id="rId30"/>
    <p:sldId id="358" r:id="rId31"/>
    <p:sldId id="359" r:id="rId32"/>
    <p:sldId id="360" r:id="rId33"/>
    <p:sldId id="362" r:id="rId34"/>
    <p:sldId id="361" r:id="rId35"/>
    <p:sldId id="363" r:id="rId36"/>
    <p:sldId id="364" r:id="rId37"/>
    <p:sldId id="365" r:id="rId38"/>
    <p:sldId id="366" r:id="rId39"/>
    <p:sldId id="367" r:id="rId40"/>
    <p:sldId id="268" r:id="rId41"/>
    <p:sldId id="369" r:id="rId42"/>
    <p:sldId id="368" r:id="rId43"/>
    <p:sldId id="371" r:id="rId44"/>
    <p:sldId id="372" r:id="rId45"/>
    <p:sldId id="373" r:id="rId46"/>
    <p:sldId id="374" r:id="rId47"/>
    <p:sldId id="375" r:id="rId48"/>
    <p:sldId id="376" r:id="rId49"/>
    <p:sldId id="377" r:id="rId50"/>
    <p:sldId id="378" r:id="rId51"/>
    <p:sldId id="379" r:id="rId52"/>
    <p:sldId id="380" r:id="rId53"/>
    <p:sldId id="381" r:id="rId54"/>
    <p:sldId id="308" r:id="rId55"/>
    <p:sldId id="310" r:id="rId56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8583"/>
    <a:srgbClr val="FFFFCC"/>
    <a:srgbClr val="CD7371"/>
    <a:srgbClr val="FF00FF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539" autoAdjust="0"/>
  </p:normalViewPr>
  <p:slideViewPr>
    <p:cSldViewPr>
      <p:cViewPr varScale="1">
        <p:scale>
          <a:sx n="66" d="100"/>
          <a:sy n="66" d="100"/>
        </p:scale>
        <p:origin x="-102" y="-12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28921370831107E-2"/>
          <c:y val="8.5818817057008001E-2"/>
          <c:w val="0.64247620417955653"/>
          <c:h val="0.62293906954973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dPt>
            <c:idx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A86-4287-882A-8BAD2A518E1D}"/>
              </c:ext>
            </c:extLst>
          </c:dPt>
          <c:dPt>
            <c:idx val="1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EA86-4287-882A-8BAD2A518E1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86-4287-882A-8BAD2A518E1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 b="1"/>
      </a:pPr>
      <a:endParaRPr lang="zh-CN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23"/>
    </mc:Choice>
    <mc:Fallback>
      <c:style val="23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28921370831107E-2"/>
          <c:y val="8.5818817057008001E-2"/>
          <c:w val="0.64247620417955653"/>
          <c:h val="0.62293906954973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dPt>
            <c:idx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A86-4287-882A-8BAD2A518E1D}"/>
              </c:ext>
            </c:extLst>
          </c:dPt>
          <c:dPt>
            <c:idx val="1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EA86-4287-882A-8BAD2A518E1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86-4287-882A-8BAD2A518E1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 lang="zh-CN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28921370831107E-2"/>
          <c:y val="8.5818817057008001E-2"/>
          <c:w val="0.64247620417955653"/>
          <c:h val="0.62293906954973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dPt>
            <c:idx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A86-4287-882A-8BAD2A518E1D}"/>
              </c:ext>
            </c:extLst>
          </c:dPt>
          <c:dPt>
            <c:idx val="1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EA86-4287-882A-8BAD2A518E1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86-4287-882A-8BAD2A518E1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 b="1"/>
      </a:pPr>
      <a:endParaRPr lang="zh-CN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chart>
    <c:autoTitleDeleted val="1"/>
    <c:plotArea>
      <c:layout>
        <c:manualLayout>
          <c:layoutTarget val="inner"/>
          <c:xMode val="edge"/>
          <c:yMode val="edge"/>
          <c:x val="7.2828921370831107E-2"/>
          <c:y val="8.5818817057008001E-2"/>
          <c:w val="0.64247620417955653"/>
          <c:h val="0.6229390695497368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百分比</c:v>
                </c:pt>
              </c:strCache>
            </c:strRef>
          </c:tx>
          <c:dPt>
            <c:idx val="0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1-EA86-4287-882A-8BAD2A518E1D}"/>
              </c:ext>
            </c:extLst>
          </c:dPt>
          <c:dPt>
            <c:idx val="1"/>
            <c:bubble3D val="0"/>
            <c:extLst xmlns:c16r2="http://schemas.microsoft.com/office/drawing/2015/06/chart">
              <c:ext xmlns:c16="http://schemas.microsoft.com/office/drawing/2014/chart" uri="{C3380CC4-5D6E-409C-BE32-E72D297353CC}">
                <c16:uniqueId val="{00000003-EA86-4287-882A-8BAD2A518E1D}"/>
              </c:ext>
            </c:extLst>
          </c:dPt>
          <c:dLbls>
            <c:delete val="1"/>
          </c:dLbls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</c:v>
                </c:pt>
                <c:pt idx="1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A86-4287-882A-8BAD2A518E1D}"/>
            </c:ext>
          </c:extLst>
        </c:ser>
        <c:dLbls>
          <c:showLegendKey val="0"/>
          <c:showVal val="1"/>
          <c:showCatName val="1"/>
          <c:showSerName val="0"/>
          <c:showPercent val="0"/>
          <c:showBubbleSize val="0"/>
          <c:showLeaderLines val="1"/>
        </c:dLbls>
        <c:firstSliceAng val="0"/>
        <c:holeSize val="84"/>
      </c:doughnutChart>
    </c:plotArea>
    <c:plotVisOnly val="1"/>
    <c:dispBlanksAs val="gap"/>
    <c:showDLblsOverMax val="0"/>
  </c:chart>
  <c:txPr>
    <a:bodyPr/>
    <a:lstStyle/>
    <a:p>
      <a:pPr>
        <a:defRPr sz="1800" b="1"/>
      </a:pPr>
      <a:endParaRPr lang="zh-CN"/>
    </a:p>
  </c:txPr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image" Target="../media/image24.jpe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2CEBAA-E1A0-4A5E-892A-353144A3ECB1}" type="doc">
      <dgm:prSet loTypeId="urn:microsoft.com/office/officeart/2005/8/layout/vList3#1" loCatId="list" qsTypeId="urn:microsoft.com/office/officeart/2005/8/quickstyle/simple2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13106C34-DDA7-4704-AE3C-0B0E4328523F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2.1 </a:t>
          </a:r>
          <a:r>
            <a:rPr lang="zh-CN" altLang="zh-CN" sz="2000" b="1" dirty="0" smtClean="0"/>
            <a:t>嵌入式系统基础知识</a:t>
          </a:r>
          <a:endParaRPr lang="zh-CN" sz="2000" b="1" dirty="0"/>
        </a:p>
      </dgm:t>
    </dgm:pt>
    <dgm:pt modelId="{5B2484B4-0902-44AE-9451-619122864D26}" type="par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9265D00-2571-440C-8A2D-A0D7C0ECA357}" type="sibTrans" cxnId="{02BAFB49-29A0-4418-8227-F8F120C95367}">
      <dgm:prSet/>
      <dgm:spPr/>
      <dgm:t>
        <a:bodyPr/>
        <a:lstStyle/>
        <a:p>
          <a:pPr algn="l"/>
          <a:endParaRPr lang="zh-CN" altLang="en-US" sz="2000" b="1"/>
        </a:p>
      </dgm:t>
    </dgm:pt>
    <dgm:pt modelId="{047B7240-9B3B-4945-ABFC-8AA577225995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2.2 ARM</a:t>
          </a:r>
          <a:endParaRPr lang="zh-CN" sz="2000" b="1" dirty="0"/>
        </a:p>
      </dgm:t>
    </dgm:pt>
    <dgm:pt modelId="{30432C7E-5CB4-43B7-ABDA-FDD668F97924}" type="par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2AD50ABE-3325-4DD9-8E1F-7ECDCF00ED92}" type="sibTrans" cxnId="{8ECEC30A-7947-4089-82B2-F4118177782E}">
      <dgm:prSet/>
      <dgm:spPr/>
      <dgm:t>
        <a:bodyPr/>
        <a:lstStyle/>
        <a:p>
          <a:pPr algn="l"/>
          <a:endParaRPr lang="zh-CN" altLang="en-US" sz="2000" b="1"/>
        </a:p>
      </dgm:t>
    </dgm:pt>
    <dgm:pt modelId="{C03C3471-A4DA-417B-8393-2DA0F765F0DE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2.3 Cortex-</a:t>
          </a:r>
          <a:r>
            <a:rPr lang="en-US" altLang="zh-CN" sz="2000" b="1" dirty="0" err="1" smtClean="0"/>
            <a:t>M3</a:t>
          </a:r>
          <a:r>
            <a:rPr lang="zh-CN" altLang="zh-CN" sz="2000" b="1" dirty="0" smtClean="0"/>
            <a:t>内核</a:t>
          </a:r>
          <a:endParaRPr lang="zh-CN" sz="2000" b="1" dirty="0"/>
        </a:p>
      </dgm:t>
    </dgm:pt>
    <dgm:pt modelId="{1933975E-8B86-46FF-B7C1-099FB70E688A}" type="par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B2D04BCB-8D1E-44D6-B48A-12C7951CB416}" type="sibTrans" cxnId="{972459DD-7803-4179-A553-DC73E2AA763F}">
      <dgm:prSet/>
      <dgm:spPr/>
      <dgm:t>
        <a:bodyPr/>
        <a:lstStyle/>
        <a:p>
          <a:pPr algn="l"/>
          <a:endParaRPr lang="zh-CN" altLang="en-US" sz="2000" b="1"/>
        </a:p>
      </dgm:t>
    </dgm:pt>
    <dgm:pt modelId="{272A1E72-89D8-435F-ABBC-9FE234A43252}">
      <dgm:prSet custT="1"/>
      <dgm:spPr/>
      <dgm:t>
        <a:bodyPr/>
        <a:lstStyle/>
        <a:p>
          <a:pPr marL="0" indent="177800" algn="l" rtl="0"/>
          <a:r>
            <a:rPr lang="en-US" altLang="zh-CN" sz="2000" b="1" dirty="0" smtClean="0"/>
            <a:t>2.4 </a:t>
          </a:r>
          <a:r>
            <a:rPr lang="en-US" altLang="zh-CN" sz="2000" b="1" dirty="0" err="1" smtClean="0"/>
            <a:t>STM32</a:t>
          </a:r>
          <a:r>
            <a:rPr lang="zh-CN" altLang="en-US" sz="2000" b="1" dirty="0" smtClean="0"/>
            <a:t>微控制器结构</a:t>
          </a:r>
          <a:endParaRPr lang="zh-CN" sz="2000" b="1" dirty="0"/>
        </a:p>
      </dgm:t>
    </dgm:pt>
    <dgm:pt modelId="{A0A1EA4B-DAC0-4B94-8B11-139BB9C11FB5}" type="parTrans" cxnId="{954B69F5-7AC8-4D7D-ABDF-192385BA37D4}">
      <dgm:prSet/>
      <dgm:spPr/>
      <dgm:t>
        <a:bodyPr/>
        <a:lstStyle/>
        <a:p>
          <a:pPr algn="l"/>
          <a:endParaRPr lang="zh-CN" altLang="en-US" sz="2000" b="1"/>
        </a:p>
      </dgm:t>
    </dgm:pt>
    <dgm:pt modelId="{61F94D7D-F4DF-43A8-98D1-22E94A9786B6}" type="sibTrans" cxnId="{954B69F5-7AC8-4D7D-ABDF-192385BA37D4}">
      <dgm:prSet/>
      <dgm:spPr/>
      <dgm:t>
        <a:bodyPr/>
        <a:lstStyle/>
        <a:p>
          <a:pPr algn="l"/>
          <a:endParaRPr lang="zh-CN" altLang="en-US" sz="2000" b="1"/>
        </a:p>
      </dgm:t>
    </dgm:pt>
    <dgm:pt modelId="{01BA8000-F013-4439-BEFE-860C47094334}" type="pres">
      <dgm:prSet presAssocID="{A02CEBAA-E1A0-4A5E-892A-353144A3ECB1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8DE22D8-6D57-4E52-9246-B2B231773FAC}" type="pres">
      <dgm:prSet presAssocID="{13106C34-DDA7-4704-AE3C-0B0E4328523F}" presName="composite" presStyleCnt="0"/>
      <dgm:spPr/>
      <dgm:t>
        <a:bodyPr/>
        <a:lstStyle/>
        <a:p>
          <a:endParaRPr lang="zh-CN" altLang="en-US"/>
        </a:p>
      </dgm:t>
    </dgm:pt>
    <dgm:pt modelId="{BD893DEC-F94E-4CFD-8B1D-44EBE27F01D8}" type="pres">
      <dgm:prSet presAssocID="{13106C34-DDA7-4704-AE3C-0B0E4328523F}" presName="imgShp" presStyleLbl="fgImgPlace1" presStyleIdx="0" presStyleCnt="4" custLinFactNeighborX="-9564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144B12B0-8ED7-423A-98C2-ACC6EE7F5834}" type="pres">
      <dgm:prSet presAssocID="{13106C34-DDA7-4704-AE3C-0B0E4328523F}" presName="txShp" presStyleLbl="node1" presStyleIdx="0" presStyleCnt="4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9BC0434-ED20-4C04-9137-BBCAA037438E}" type="pres">
      <dgm:prSet presAssocID="{09265D00-2571-440C-8A2D-A0D7C0ECA357}" presName="spacing" presStyleCnt="0"/>
      <dgm:spPr/>
      <dgm:t>
        <a:bodyPr/>
        <a:lstStyle/>
        <a:p>
          <a:endParaRPr lang="zh-CN" altLang="en-US"/>
        </a:p>
      </dgm:t>
    </dgm:pt>
    <dgm:pt modelId="{EC350B0D-0634-4595-A61D-EA92D440B58A}" type="pres">
      <dgm:prSet presAssocID="{047B7240-9B3B-4945-ABFC-8AA577225995}" presName="composite" presStyleCnt="0"/>
      <dgm:spPr/>
      <dgm:t>
        <a:bodyPr/>
        <a:lstStyle/>
        <a:p>
          <a:endParaRPr lang="zh-CN" altLang="en-US"/>
        </a:p>
      </dgm:t>
    </dgm:pt>
    <dgm:pt modelId="{536BAE9F-688B-43CA-8A61-824EE17C80DA}" type="pres">
      <dgm:prSet presAssocID="{047B7240-9B3B-4945-ABFC-8AA577225995}" presName="imgShp" presStyleLbl="fgImgPlace1" presStyleIdx="1" presStyleCnt="4" custLinFactNeighborX="-9564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8D22E1E6-691D-45DB-B730-1DC2060C8198}" type="pres">
      <dgm:prSet presAssocID="{047B7240-9B3B-4945-ABFC-8AA577225995}" presName="txShp" presStyleLbl="node1" presStyleIdx="1" presStyleCnt="4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AFABC0B-51F3-4213-B6F4-56292C43F92A}" type="pres">
      <dgm:prSet presAssocID="{2AD50ABE-3325-4DD9-8E1F-7ECDCF00ED92}" presName="spacing" presStyleCnt="0"/>
      <dgm:spPr/>
      <dgm:t>
        <a:bodyPr/>
        <a:lstStyle/>
        <a:p>
          <a:endParaRPr lang="zh-CN" altLang="en-US"/>
        </a:p>
      </dgm:t>
    </dgm:pt>
    <dgm:pt modelId="{78AD4F32-45E7-4AAD-8574-22FDF390F682}" type="pres">
      <dgm:prSet presAssocID="{C03C3471-A4DA-417B-8393-2DA0F765F0DE}" presName="composite" presStyleCnt="0"/>
      <dgm:spPr/>
      <dgm:t>
        <a:bodyPr/>
        <a:lstStyle/>
        <a:p>
          <a:endParaRPr lang="zh-CN" altLang="en-US"/>
        </a:p>
      </dgm:t>
    </dgm:pt>
    <dgm:pt modelId="{25EE83B5-9181-4312-AF69-76E7DB3C707E}" type="pres">
      <dgm:prSet presAssocID="{C03C3471-A4DA-417B-8393-2DA0F765F0DE}" presName="imgShp" presStyleLbl="fgImgPlace1" presStyleIdx="2" presStyleCnt="4" custLinFactNeighborX="-9564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4C9106F8-718B-46E5-8FB7-F18DA0278976}" type="pres">
      <dgm:prSet presAssocID="{C03C3471-A4DA-417B-8393-2DA0F765F0DE}" presName="txShp" presStyleLbl="node1" presStyleIdx="2" presStyleCnt="4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3F1A04-8A76-4C01-B9DA-F05B432C7FE6}" type="pres">
      <dgm:prSet presAssocID="{B2D04BCB-8D1E-44D6-B48A-12C7951CB416}" presName="spacing" presStyleCnt="0"/>
      <dgm:spPr/>
      <dgm:t>
        <a:bodyPr/>
        <a:lstStyle/>
        <a:p>
          <a:endParaRPr lang="zh-CN" altLang="en-US"/>
        </a:p>
      </dgm:t>
    </dgm:pt>
    <dgm:pt modelId="{608A1B8D-4F1A-458B-8A62-89764E14D869}" type="pres">
      <dgm:prSet presAssocID="{272A1E72-89D8-435F-ABBC-9FE234A43252}" presName="composite" presStyleCnt="0"/>
      <dgm:spPr/>
      <dgm:t>
        <a:bodyPr/>
        <a:lstStyle/>
        <a:p>
          <a:endParaRPr lang="zh-CN" altLang="en-US"/>
        </a:p>
      </dgm:t>
    </dgm:pt>
    <dgm:pt modelId="{D7D810FA-E05D-46FA-A424-ECECDC4C0C9B}" type="pres">
      <dgm:prSet presAssocID="{272A1E72-89D8-435F-ABBC-9FE234A43252}" presName="imgShp" presStyleLbl="fgImgPlace1" presStyleIdx="3" presStyleCnt="4" custLinFactNeighborX="-95641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  <dgm:t>
        <a:bodyPr/>
        <a:lstStyle/>
        <a:p>
          <a:endParaRPr lang="zh-CN" altLang="en-US"/>
        </a:p>
      </dgm:t>
    </dgm:pt>
    <dgm:pt modelId="{4C057C8A-0BEF-4994-BBEC-A922A9AF3377}" type="pres">
      <dgm:prSet presAssocID="{272A1E72-89D8-435F-ABBC-9FE234A43252}" presName="txShp" presStyleLbl="node1" presStyleIdx="3" presStyleCnt="4" custScaleX="13328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954B69F5-7AC8-4D7D-ABDF-192385BA37D4}" srcId="{A02CEBAA-E1A0-4A5E-892A-353144A3ECB1}" destId="{272A1E72-89D8-435F-ABBC-9FE234A43252}" srcOrd="3" destOrd="0" parTransId="{A0A1EA4B-DAC0-4B94-8B11-139BB9C11FB5}" sibTransId="{61F94D7D-F4DF-43A8-98D1-22E94A9786B6}"/>
    <dgm:cxn modelId="{A277168F-E001-473D-9B62-D438D49BB1F4}" type="presOf" srcId="{047B7240-9B3B-4945-ABFC-8AA577225995}" destId="{8D22E1E6-691D-45DB-B730-1DC2060C8198}" srcOrd="0" destOrd="0" presId="urn:microsoft.com/office/officeart/2005/8/layout/vList3#1"/>
    <dgm:cxn modelId="{777EB860-57A5-4FE0-981C-CB95438E3AB1}" type="presOf" srcId="{A02CEBAA-E1A0-4A5E-892A-353144A3ECB1}" destId="{01BA8000-F013-4439-BEFE-860C47094334}" srcOrd="0" destOrd="0" presId="urn:microsoft.com/office/officeart/2005/8/layout/vList3#1"/>
    <dgm:cxn modelId="{972459DD-7803-4179-A553-DC73E2AA763F}" srcId="{A02CEBAA-E1A0-4A5E-892A-353144A3ECB1}" destId="{C03C3471-A4DA-417B-8393-2DA0F765F0DE}" srcOrd="2" destOrd="0" parTransId="{1933975E-8B86-46FF-B7C1-099FB70E688A}" sibTransId="{B2D04BCB-8D1E-44D6-B48A-12C7951CB416}"/>
    <dgm:cxn modelId="{96313997-F395-4FA5-837B-1A2247F1C198}" type="presOf" srcId="{13106C34-DDA7-4704-AE3C-0B0E4328523F}" destId="{144B12B0-8ED7-423A-98C2-ACC6EE7F5834}" srcOrd="0" destOrd="0" presId="urn:microsoft.com/office/officeart/2005/8/layout/vList3#1"/>
    <dgm:cxn modelId="{47C6F372-24F4-498C-B2F2-D19994E55683}" type="presOf" srcId="{C03C3471-A4DA-417B-8393-2DA0F765F0DE}" destId="{4C9106F8-718B-46E5-8FB7-F18DA0278976}" srcOrd="0" destOrd="0" presId="urn:microsoft.com/office/officeart/2005/8/layout/vList3#1"/>
    <dgm:cxn modelId="{8ECEC30A-7947-4089-82B2-F4118177782E}" srcId="{A02CEBAA-E1A0-4A5E-892A-353144A3ECB1}" destId="{047B7240-9B3B-4945-ABFC-8AA577225995}" srcOrd="1" destOrd="0" parTransId="{30432C7E-5CB4-43B7-ABDA-FDD668F97924}" sibTransId="{2AD50ABE-3325-4DD9-8E1F-7ECDCF00ED92}"/>
    <dgm:cxn modelId="{EC9DE652-85EB-425B-93C7-75250E29EF28}" type="presOf" srcId="{272A1E72-89D8-435F-ABBC-9FE234A43252}" destId="{4C057C8A-0BEF-4994-BBEC-A922A9AF3377}" srcOrd="0" destOrd="0" presId="urn:microsoft.com/office/officeart/2005/8/layout/vList3#1"/>
    <dgm:cxn modelId="{02BAFB49-29A0-4418-8227-F8F120C95367}" srcId="{A02CEBAA-E1A0-4A5E-892A-353144A3ECB1}" destId="{13106C34-DDA7-4704-AE3C-0B0E4328523F}" srcOrd="0" destOrd="0" parTransId="{5B2484B4-0902-44AE-9451-619122864D26}" sibTransId="{09265D00-2571-440C-8A2D-A0D7C0ECA357}"/>
    <dgm:cxn modelId="{11CF1AA5-8F6A-41EB-816D-35B4D72FDB59}" type="presParOf" srcId="{01BA8000-F013-4439-BEFE-860C47094334}" destId="{28DE22D8-6D57-4E52-9246-B2B231773FAC}" srcOrd="0" destOrd="0" presId="urn:microsoft.com/office/officeart/2005/8/layout/vList3#1"/>
    <dgm:cxn modelId="{FBBA8EC4-8A21-46F8-BABD-E4B3D6A9AFD9}" type="presParOf" srcId="{28DE22D8-6D57-4E52-9246-B2B231773FAC}" destId="{BD893DEC-F94E-4CFD-8B1D-44EBE27F01D8}" srcOrd="0" destOrd="0" presId="urn:microsoft.com/office/officeart/2005/8/layout/vList3#1"/>
    <dgm:cxn modelId="{4BE4A640-AC10-4075-A7E7-0E7C99C1F4D7}" type="presParOf" srcId="{28DE22D8-6D57-4E52-9246-B2B231773FAC}" destId="{144B12B0-8ED7-423A-98C2-ACC6EE7F5834}" srcOrd="1" destOrd="0" presId="urn:microsoft.com/office/officeart/2005/8/layout/vList3#1"/>
    <dgm:cxn modelId="{44760C22-5B54-4F2A-9C20-05A031F70611}" type="presParOf" srcId="{01BA8000-F013-4439-BEFE-860C47094334}" destId="{29BC0434-ED20-4C04-9137-BBCAA037438E}" srcOrd="1" destOrd="0" presId="urn:microsoft.com/office/officeart/2005/8/layout/vList3#1"/>
    <dgm:cxn modelId="{733ED03F-F838-46F5-8E1F-D8CF5CB1305F}" type="presParOf" srcId="{01BA8000-F013-4439-BEFE-860C47094334}" destId="{EC350B0D-0634-4595-A61D-EA92D440B58A}" srcOrd="2" destOrd="0" presId="urn:microsoft.com/office/officeart/2005/8/layout/vList3#1"/>
    <dgm:cxn modelId="{3DBD2F92-4452-43E3-962A-5766B2056595}" type="presParOf" srcId="{EC350B0D-0634-4595-A61D-EA92D440B58A}" destId="{536BAE9F-688B-43CA-8A61-824EE17C80DA}" srcOrd="0" destOrd="0" presId="urn:microsoft.com/office/officeart/2005/8/layout/vList3#1"/>
    <dgm:cxn modelId="{9616C6D5-A4DE-4E7F-8EC8-28EB45AA9959}" type="presParOf" srcId="{EC350B0D-0634-4595-A61D-EA92D440B58A}" destId="{8D22E1E6-691D-45DB-B730-1DC2060C8198}" srcOrd="1" destOrd="0" presId="urn:microsoft.com/office/officeart/2005/8/layout/vList3#1"/>
    <dgm:cxn modelId="{B2AB3E64-5316-4E3C-B630-287F346BB4C5}" type="presParOf" srcId="{01BA8000-F013-4439-BEFE-860C47094334}" destId="{1AFABC0B-51F3-4213-B6F4-56292C43F92A}" srcOrd="3" destOrd="0" presId="urn:microsoft.com/office/officeart/2005/8/layout/vList3#1"/>
    <dgm:cxn modelId="{2216A0DD-28A3-47F8-A950-A7426236C64B}" type="presParOf" srcId="{01BA8000-F013-4439-BEFE-860C47094334}" destId="{78AD4F32-45E7-4AAD-8574-22FDF390F682}" srcOrd="4" destOrd="0" presId="urn:microsoft.com/office/officeart/2005/8/layout/vList3#1"/>
    <dgm:cxn modelId="{CC4D4745-F4E8-4264-A6A0-FB129A1A4ED9}" type="presParOf" srcId="{78AD4F32-45E7-4AAD-8574-22FDF390F682}" destId="{25EE83B5-9181-4312-AF69-76E7DB3C707E}" srcOrd="0" destOrd="0" presId="urn:microsoft.com/office/officeart/2005/8/layout/vList3#1"/>
    <dgm:cxn modelId="{4F3801EB-DD33-49F7-875C-1F7201EFEEE2}" type="presParOf" srcId="{78AD4F32-45E7-4AAD-8574-22FDF390F682}" destId="{4C9106F8-718B-46E5-8FB7-F18DA0278976}" srcOrd="1" destOrd="0" presId="urn:microsoft.com/office/officeart/2005/8/layout/vList3#1"/>
    <dgm:cxn modelId="{A559F138-3B46-4FF6-90C5-691D40BED960}" type="presParOf" srcId="{01BA8000-F013-4439-BEFE-860C47094334}" destId="{643F1A04-8A76-4C01-B9DA-F05B432C7FE6}" srcOrd="5" destOrd="0" presId="urn:microsoft.com/office/officeart/2005/8/layout/vList3#1"/>
    <dgm:cxn modelId="{81966E03-8E6F-4F70-BE31-7513962580CF}" type="presParOf" srcId="{01BA8000-F013-4439-BEFE-860C47094334}" destId="{608A1B8D-4F1A-458B-8A62-89764E14D869}" srcOrd="6" destOrd="0" presId="urn:microsoft.com/office/officeart/2005/8/layout/vList3#1"/>
    <dgm:cxn modelId="{6BE222AE-4216-4F17-84F5-CFB95CD774B1}" type="presParOf" srcId="{608A1B8D-4F1A-458B-8A62-89764E14D869}" destId="{D7D810FA-E05D-46FA-A424-ECECDC4C0C9B}" srcOrd="0" destOrd="0" presId="urn:microsoft.com/office/officeart/2005/8/layout/vList3#1"/>
    <dgm:cxn modelId="{7037D281-1331-4492-8C08-11F6587AF308}" type="presParOf" srcId="{608A1B8D-4F1A-458B-8A62-89764E14D869}" destId="{4C057C8A-0BEF-4994-BBEC-A922A9AF3377}" srcOrd="1" destOrd="0" presId="urn:microsoft.com/office/officeart/2005/8/layout/vList3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58AC8A-EE9D-43C6-BD29-D5EEC9602248}" type="doc">
      <dgm:prSet loTypeId="urn:microsoft.com/office/officeart/2005/8/layout/hProcess9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434D43E3-73F1-4D71-9EDB-CD95F62E343C}">
      <dgm:prSet custT="1"/>
      <dgm:spPr/>
      <dgm:t>
        <a:bodyPr/>
        <a:lstStyle/>
        <a:p>
          <a:pPr rtl="0"/>
          <a:r>
            <a:rPr lang="zh-CN" altLang="en-US" sz="1600" b="1" smtClean="0"/>
            <a:t>选用使用频度较高的一些简单指令</a:t>
          </a:r>
          <a:endParaRPr lang="zh-CN" altLang="en-US" sz="1600"/>
        </a:p>
      </dgm:t>
    </dgm:pt>
    <dgm:pt modelId="{4F095E29-80F4-4C93-9995-9FF5896A3770}" type="parTrans" cxnId="{C990F90C-8F47-4FCF-9348-29E3C1F72EBB}">
      <dgm:prSet/>
      <dgm:spPr/>
      <dgm:t>
        <a:bodyPr/>
        <a:lstStyle/>
        <a:p>
          <a:endParaRPr lang="zh-CN" altLang="en-US" sz="4000"/>
        </a:p>
      </dgm:t>
    </dgm:pt>
    <dgm:pt modelId="{F8950B91-ED36-4784-B333-A377AEB77675}" type="sibTrans" cxnId="{C990F90C-8F47-4FCF-9348-29E3C1F72EBB}">
      <dgm:prSet/>
      <dgm:spPr/>
      <dgm:t>
        <a:bodyPr/>
        <a:lstStyle/>
        <a:p>
          <a:endParaRPr lang="zh-CN" altLang="en-US" sz="4000"/>
        </a:p>
      </dgm:t>
    </dgm:pt>
    <dgm:pt modelId="{7C5FBA89-1B55-462A-9ED9-EB6A116AD4EB}">
      <dgm:prSet custT="1"/>
      <dgm:spPr/>
      <dgm:t>
        <a:bodyPr/>
        <a:lstStyle/>
        <a:p>
          <a:pPr rtl="0"/>
          <a:r>
            <a:rPr lang="zh-CN" altLang="en-US" sz="1600" b="1" smtClean="0"/>
            <a:t>指令的指令长度固定</a:t>
          </a:r>
          <a:endParaRPr lang="zh-CN" altLang="en-US" sz="1600"/>
        </a:p>
      </dgm:t>
    </dgm:pt>
    <dgm:pt modelId="{21A7E6D4-1653-4DB7-86B8-D43DECC9FF4D}" type="parTrans" cxnId="{A997A9EA-A931-4E42-B5B3-A0FA3DE0EAAC}">
      <dgm:prSet/>
      <dgm:spPr/>
      <dgm:t>
        <a:bodyPr/>
        <a:lstStyle/>
        <a:p>
          <a:endParaRPr lang="zh-CN" altLang="en-US" sz="4000"/>
        </a:p>
      </dgm:t>
    </dgm:pt>
    <dgm:pt modelId="{12BBD7F5-8636-424B-8648-6CD9493AD35B}" type="sibTrans" cxnId="{A997A9EA-A931-4E42-B5B3-A0FA3DE0EAAC}">
      <dgm:prSet/>
      <dgm:spPr/>
      <dgm:t>
        <a:bodyPr/>
        <a:lstStyle/>
        <a:p>
          <a:endParaRPr lang="zh-CN" altLang="en-US" sz="4000"/>
        </a:p>
      </dgm:t>
    </dgm:pt>
    <dgm:pt modelId="{35E68C39-1990-4502-83C9-D67287082578}">
      <dgm:prSet custT="1"/>
      <dgm:spPr/>
      <dgm:t>
        <a:bodyPr/>
        <a:lstStyle/>
        <a:p>
          <a:pPr rtl="0"/>
          <a:r>
            <a:rPr lang="zh-CN" altLang="en-US" sz="1600" b="1" smtClean="0"/>
            <a:t>指令格式和寻址方式的种类较少</a:t>
          </a:r>
          <a:endParaRPr lang="zh-CN" altLang="en-US" sz="1600"/>
        </a:p>
      </dgm:t>
    </dgm:pt>
    <dgm:pt modelId="{13709779-4A0B-48A7-8B0E-BC19FA3F7252}" type="parTrans" cxnId="{82B145A3-46F0-4926-8B2F-F4D1F7D56938}">
      <dgm:prSet/>
      <dgm:spPr/>
      <dgm:t>
        <a:bodyPr/>
        <a:lstStyle/>
        <a:p>
          <a:endParaRPr lang="zh-CN" altLang="en-US" sz="4000"/>
        </a:p>
      </dgm:t>
    </dgm:pt>
    <dgm:pt modelId="{9EA73A85-E83E-4DAF-8C1F-46ECC07FBB17}" type="sibTrans" cxnId="{82B145A3-46F0-4926-8B2F-F4D1F7D56938}">
      <dgm:prSet/>
      <dgm:spPr/>
      <dgm:t>
        <a:bodyPr/>
        <a:lstStyle/>
        <a:p>
          <a:endParaRPr lang="zh-CN" altLang="en-US" sz="4000"/>
        </a:p>
      </dgm:t>
    </dgm:pt>
    <dgm:pt modelId="{00DC6EBA-3E8D-49A3-B3EE-4BE5E367718B}">
      <dgm:prSet custT="1"/>
      <dgm:spPr/>
      <dgm:t>
        <a:bodyPr/>
        <a:lstStyle/>
        <a:p>
          <a:pPr rtl="0"/>
          <a:r>
            <a:rPr lang="zh-CN" altLang="en-US" sz="1600" b="1" smtClean="0"/>
            <a:t>便于指令的流水线操作</a:t>
          </a:r>
          <a:endParaRPr lang="zh-CN" altLang="en-US" sz="1600"/>
        </a:p>
      </dgm:t>
    </dgm:pt>
    <dgm:pt modelId="{5C146455-4E74-46E6-9F52-3DCF39676EB5}" type="parTrans" cxnId="{1166DD4F-67EA-4510-9EE3-C09C1D23A83F}">
      <dgm:prSet/>
      <dgm:spPr/>
      <dgm:t>
        <a:bodyPr/>
        <a:lstStyle/>
        <a:p>
          <a:endParaRPr lang="zh-CN" altLang="en-US" sz="4000"/>
        </a:p>
      </dgm:t>
    </dgm:pt>
    <dgm:pt modelId="{0B79249E-33B7-4E77-8E59-D8127A486018}" type="sibTrans" cxnId="{1166DD4F-67EA-4510-9EE3-C09C1D23A83F}">
      <dgm:prSet/>
      <dgm:spPr/>
      <dgm:t>
        <a:bodyPr/>
        <a:lstStyle/>
        <a:p>
          <a:endParaRPr lang="zh-CN" altLang="en-US" sz="4000"/>
        </a:p>
      </dgm:t>
    </dgm:pt>
    <dgm:pt modelId="{B6377C0A-8036-44B1-9F68-1852AC48E343}">
      <dgm:prSet custT="1"/>
      <dgm:spPr/>
      <dgm:t>
        <a:bodyPr/>
        <a:lstStyle/>
        <a:p>
          <a:pPr rtl="0"/>
          <a:r>
            <a:rPr lang="zh-CN" altLang="en-US" sz="1500" b="1" dirty="0" smtClean="0"/>
            <a:t>绝大部分</a:t>
          </a:r>
          <a:r>
            <a:rPr lang="zh-CN" sz="1500" b="1" dirty="0" smtClean="0"/>
            <a:t>指令的操作均在运行速度最快的寄存器内完成</a:t>
          </a:r>
          <a:endParaRPr lang="zh-CN" sz="1500" dirty="0"/>
        </a:p>
      </dgm:t>
    </dgm:pt>
    <dgm:pt modelId="{A97E6053-AE07-4156-933A-D37F6DEAD86E}" type="parTrans" cxnId="{69A1C527-13F7-4EB6-8DFB-41E40C373EDF}">
      <dgm:prSet/>
      <dgm:spPr/>
      <dgm:t>
        <a:bodyPr/>
        <a:lstStyle/>
        <a:p>
          <a:endParaRPr lang="zh-CN" altLang="en-US" sz="4000"/>
        </a:p>
      </dgm:t>
    </dgm:pt>
    <dgm:pt modelId="{38C5D40C-2784-43F6-9B23-70492AD8E5ED}" type="sibTrans" cxnId="{69A1C527-13F7-4EB6-8DFB-41E40C373EDF}">
      <dgm:prSet/>
      <dgm:spPr/>
      <dgm:t>
        <a:bodyPr/>
        <a:lstStyle/>
        <a:p>
          <a:endParaRPr lang="zh-CN" altLang="en-US" sz="4000"/>
        </a:p>
      </dgm:t>
    </dgm:pt>
    <dgm:pt modelId="{43BC64F3-CF48-4663-9D38-E9DC4F496DCC}">
      <dgm:prSet custT="1"/>
      <dgm:spPr/>
      <dgm:t>
        <a:bodyPr/>
        <a:lstStyle/>
        <a:p>
          <a:pPr rtl="0"/>
          <a:r>
            <a:rPr lang="zh-CN" altLang="en-US" sz="1500" b="1" dirty="0" smtClean="0"/>
            <a:t>采用优化的编译程序来生成高效的目标代码</a:t>
          </a:r>
          <a:endParaRPr lang="zh-CN" altLang="en-US" sz="1500" dirty="0"/>
        </a:p>
      </dgm:t>
    </dgm:pt>
    <dgm:pt modelId="{527E1FD8-234A-43EA-BF0F-0BBED7EF7711}" type="parTrans" cxnId="{4EEFBE57-76DA-4AD6-ACB8-04F8AEB65690}">
      <dgm:prSet/>
      <dgm:spPr/>
      <dgm:t>
        <a:bodyPr/>
        <a:lstStyle/>
        <a:p>
          <a:endParaRPr lang="zh-CN" altLang="en-US" sz="4000"/>
        </a:p>
      </dgm:t>
    </dgm:pt>
    <dgm:pt modelId="{7E438D50-BF77-4A33-B0AB-B4A14FE09D07}" type="sibTrans" cxnId="{4EEFBE57-76DA-4AD6-ACB8-04F8AEB65690}">
      <dgm:prSet/>
      <dgm:spPr/>
      <dgm:t>
        <a:bodyPr/>
        <a:lstStyle/>
        <a:p>
          <a:endParaRPr lang="zh-CN" altLang="en-US" sz="4000"/>
        </a:p>
      </dgm:t>
    </dgm:pt>
    <dgm:pt modelId="{582400ED-5818-4FBE-9A35-5E971C43D2B8}" type="pres">
      <dgm:prSet presAssocID="{B758AC8A-EE9D-43C6-BD29-D5EEC9602248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C7D4283-95A1-4B97-B75E-403525FA0293}" type="pres">
      <dgm:prSet presAssocID="{B758AC8A-EE9D-43C6-BD29-D5EEC9602248}" presName="arrow" presStyleLbl="bgShp" presStyleIdx="0" presStyleCnt="1" custScaleX="109151" custLinFactNeighborX="683"/>
      <dgm:spPr/>
    </dgm:pt>
    <dgm:pt modelId="{3AEE314E-F7DB-4389-B9D0-2144C1B0E1C1}" type="pres">
      <dgm:prSet presAssocID="{B758AC8A-EE9D-43C6-BD29-D5EEC9602248}" presName="linearProcess" presStyleCnt="0"/>
      <dgm:spPr/>
    </dgm:pt>
    <dgm:pt modelId="{66B3B005-6DFD-4488-A2CF-A8668C2B4D41}" type="pres">
      <dgm:prSet presAssocID="{434D43E3-73F1-4D71-9EDB-CD95F62E343C}" presName="tex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FA9E48A-B4A8-45A3-9A97-8920D1AE0A33}" type="pres">
      <dgm:prSet presAssocID="{F8950B91-ED36-4784-B333-A377AEB77675}" presName="sibTrans" presStyleCnt="0"/>
      <dgm:spPr/>
    </dgm:pt>
    <dgm:pt modelId="{58261BB1-FE6B-48E8-BB89-0DD13BD6FCBA}" type="pres">
      <dgm:prSet presAssocID="{7C5FBA89-1B55-462A-9ED9-EB6A116AD4EB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EF54F7B-AB25-4349-99F7-833CE807945F}" type="pres">
      <dgm:prSet presAssocID="{12BBD7F5-8636-424B-8648-6CD9493AD35B}" presName="sibTrans" presStyleCnt="0"/>
      <dgm:spPr/>
    </dgm:pt>
    <dgm:pt modelId="{7340C0A6-7909-4ABD-9D95-284677615C18}" type="pres">
      <dgm:prSet presAssocID="{35E68C39-1990-4502-83C9-D67287082578}" presName="text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613CB22-9186-4AA8-964A-F7818E0D8970}" type="pres">
      <dgm:prSet presAssocID="{9EA73A85-E83E-4DAF-8C1F-46ECC07FBB17}" presName="sibTrans" presStyleCnt="0"/>
      <dgm:spPr/>
    </dgm:pt>
    <dgm:pt modelId="{9065CB65-4835-47F5-BC50-D1B99A2404FA}" type="pres">
      <dgm:prSet presAssocID="{00DC6EBA-3E8D-49A3-B3EE-4BE5E367718B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A75B1E67-E1A0-4772-8CF1-2A8E0121EC00}" type="pres">
      <dgm:prSet presAssocID="{0B79249E-33B7-4E77-8E59-D8127A486018}" presName="sibTrans" presStyleCnt="0"/>
      <dgm:spPr/>
    </dgm:pt>
    <dgm:pt modelId="{84A05F29-3C00-4F8F-8E70-02EBF30F6634}" type="pres">
      <dgm:prSet presAssocID="{B6377C0A-8036-44B1-9F68-1852AC48E343}" presName="textNode" presStyleLbl="node1" presStyleIdx="4" presStyleCnt="6" custScaleX="101397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0E0919F-C607-4671-8304-180328C52D0F}" type="pres">
      <dgm:prSet presAssocID="{38C5D40C-2784-43F6-9B23-70492AD8E5ED}" presName="sibTrans" presStyleCnt="0"/>
      <dgm:spPr/>
    </dgm:pt>
    <dgm:pt modelId="{1DF478AB-3D30-4F3C-AEA1-7F2C549570DF}" type="pres">
      <dgm:prSet presAssocID="{43BC64F3-CF48-4663-9D38-E9DC4F496DCC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9A1C527-13F7-4EB6-8DFB-41E40C373EDF}" srcId="{B758AC8A-EE9D-43C6-BD29-D5EEC9602248}" destId="{B6377C0A-8036-44B1-9F68-1852AC48E343}" srcOrd="4" destOrd="0" parTransId="{A97E6053-AE07-4156-933A-D37F6DEAD86E}" sibTransId="{38C5D40C-2784-43F6-9B23-70492AD8E5ED}"/>
    <dgm:cxn modelId="{28D7CCB1-CD3D-412D-BC68-7B61F7A8DD58}" type="presOf" srcId="{43BC64F3-CF48-4663-9D38-E9DC4F496DCC}" destId="{1DF478AB-3D30-4F3C-AEA1-7F2C549570DF}" srcOrd="0" destOrd="0" presId="urn:microsoft.com/office/officeart/2005/8/layout/hProcess9"/>
    <dgm:cxn modelId="{A997A9EA-A931-4E42-B5B3-A0FA3DE0EAAC}" srcId="{B758AC8A-EE9D-43C6-BD29-D5EEC9602248}" destId="{7C5FBA89-1B55-462A-9ED9-EB6A116AD4EB}" srcOrd="1" destOrd="0" parTransId="{21A7E6D4-1653-4DB7-86B8-D43DECC9FF4D}" sibTransId="{12BBD7F5-8636-424B-8648-6CD9493AD35B}"/>
    <dgm:cxn modelId="{484D6736-1202-451A-8A05-1DAA580EE337}" type="presOf" srcId="{B6377C0A-8036-44B1-9F68-1852AC48E343}" destId="{84A05F29-3C00-4F8F-8E70-02EBF30F6634}" srcOrd="0" destOrd="0" presId="urn:microsoft.com/office/officeart/2005/8/layout/hProcess9"/>
    <dgm:cxn modelId="{91B86A58-0BB7-4295-9A34-EE70EAF2B871}" type="presOf" srcId="{B758AC8A-EE9D-43C6-BD29-D5EEC9602248}" destId="{582400ED-5818-4FBE-9A35-5E971C43D2B8}" srcOrd="0" destOrd="0" presId="urn:microsoft.com/office/officeart/2005/8/layout/hProcess9"/>
    <dgm:cxn modelId="{0C3B1C17-6866-4791-9AAD-C52F055B10F2}" type="presOf" srcId="{35E68C39-1990-4502-83C9-D67287082578}" destId="{7340C0A6-7909-4ABD-9D95-284677615C18}" srcOrd="0" destOrd="0" presId="urn:microsoft.com/office/officeart/2005/8/layout/hProcess9"/>
    <dgm:cxn modelId="{9EC8F7FE-6204-4166-9353-CA17D57B61EC}" type="presOf" srcId="{434D43E3-73F1-4D71-9EDB-CD95F62E343C}" destId="{66B3B005-6DFD-4488-A2CF-A8668C2B4D41}" srcOrd="0" destOrd="0" presId="urn:microsoft.com/office/officeart/2005/8/layout/hProcess9"/>
    <dgm:cxn modelId="{E23DC45D-82AE-4383-81D1-9489DEBA49A4}" type="presOf" srcId="{00DC6EBA-3E8D-49A3-B3EE-4BE5E367718B}" destId="{9065CB65-4835-47F5-BC50-D1B99A2404FA}" srcOrd="0" destOrd="0" presId="urn:microsoft.com/office/officeart/2005/8/layout/hProcess9"/>
    <dgm:cxn modelId="{C990F90C-8F47-4FCF-9348-29E3C1F72EBB}" srcId="{B758AC8A-EE9D-43C6-BD29-D5EEC9602248}" destId="{434D43E3-73F1-4D71-9EDB-CD95F62E343C}" srcOrd="0" destOrd="0" parTransId="{4F095E29-80F4-4C93-9995-9FF5896A3770}" sibTransId="{F8950B91-ED36-4784-B333-A377AEB77675}"/>
    <dgm:cxn modelId="{82B145A3-46F0-4926-8B2F-F4D1F7D56938}" srcId="{B758AC8A-EE9D-43C6-BD29-D5EEC9602248}" destId="{35E68C39-1990-4502-83C9-D67287082578}" srcOrd="2" destOrd="0" parTransId="{13709779-4A0B-48A7-8B0E-BC19FA3F7252}" sibTransId="{9EA73A85-E83E-4DAF-8C1F-46ECC07FBB17}"/>
    <dgm:cxn modelId="{1166DD4F-67EA-4510-9EE3-C09C1D23A83F}" srcId="{B758AC8A-EE9D-43C6-BD29-D5EEC9602248}" destId="{00DC6EBA-3E8D-49A3-B3EE-4BE5E367718B}" srcOrd="3" destOrd="0" parTransId="{5C146455-4E74-46E6-9F52-3DCF39676EB5}" sibTransId="{0B79249E-33B7-4E77-8E59-D8127A486018}"/>
    <dgm:cxn modelId="{4EEFBE57-76DA-4AD6-ACB8-04F8AEB65690}" srcId="{B758AC8A-EE9D-43C6-BD29-D5EEC9602248}" destId="{43BC64F3-CF48-4663-9D38-E9DC4F496DCC}" srcOrd="5" destOrd="0" parTransId="{527E1FD8-234A-43EA-BF0F-0BBED7EF7711}" sibTransId="{7E438D50-BF77-4A33-B0AB-B4A14FE09D07}"/>
    <dgm:cxn modelId="{8C5FBD29-A891-4468-86A9-6CD5C3E8CFBB}" type="presOf" srcId="{7C5FBA89-1B55-462A-9ED9-EB6A116AD4EB}" destId="{58261BB1-FE6B-48E8-BB89-0DD13BD6FCBA}" srcOrd="0" destOrd="0" presId="urn:microsoft.com/office/officeart/2005/8/layout/hProcess9"/>
    <dgm:cxn modelId="{D820BF5C-E9B8-425E-80AF-85FBA4220609}" type="presParOf" srcId="{582400ED-5818-4FBE-9A35-5E971C43D2B8}" destId="{4C7D4283-95A1-4B97-B75E-403525FA0293}" srcOrd="0" destOrd="0" presId="urn:microsoft.com/office/officeart/2005/8/layout/hProcess9"/>
    <dgm:cxn modelId="{F76CE2C0-6AC8-417C-9B33-72BB6AE48F13}" type="presParOf" srcId="{582400ED-5818-4FBE-9A35-5E971C43D2B8}" destId="{3AEE314E-F7DB-4389-B9D0-2144C1B0E1C1}" srcOrd="1" destOrd="0" presId="urn:microsoft.com/office/officeart/2005/8/layout/hProcess9"/>
    <dgm:cxn modelId="{FF128C5F-54E8-419C-9D7D-95B83517A9F8}" type="presParOf" srcId="{3AEE314E-F7DB-4389-B9D0-2144C1B0E1C1}" destId="{66B3B005-6DFD-4488-A2CF-A8668C2B4D41}" srcOrd="0" destOrd="0" presId="urn:microsoft.com/office/officeart/2005/8/layout/hProcess9"/>
    <dgm:cxn modelId="{B7654F44-F994-470C-A480-A2FD98913159}" type="presParOf" srcId="{3AEE314E-F7DB-4389-B9D0-2144C1B0E1C1}" destId="{5FA9E48A-B4A8-45A3-9A97-8920D1AE0A33}" srcOrd="1" destOrd="0" presId="urn:microsoft.com/office/officeart/2005/8/layout/hProcess9"/>
    <dgm:cxn modelId="{18133050-35B3-4784-854D-3F64A9EF71DC}" type="presParOf" srcId="{3AEE314E-F7DB-4389-B9D0-2144C1B0E1C1}" destId="{58261BB1-FE6B-48E8-BB89-0DD13BD6FCBA}" srcOrd="2" destOrd="0" presId="urn:microsoft.com/office/officeart/2005/8/layout/hProcess9"/>
    <dgm:cxn modelId="{86BD7D72-64F4-41E3-95EA-6E5DFC53D345}" type="presParOf" srcId="{3AEE314E-F7DB-4389-B9D0-2144C1B0E1C1}" destId="{5EF54F7B-AB25-4349-99F7-833CE807945F}" srcOrd="3" destOrd="0" presId="urn:microsoft.com/office/officeart/2005/8/layout/hProcess9"/>
    <dgm:cxn modelId="{C86F4D24-FC5A-4AD8-81DE-0ECE443EDDDA}" type="presParOf" srcId="{3AEE314E-F7DB-4389-B9D0-2144C1B0E1C1}" destId="{7340C0A6-7909-4ABD-9D95-284677615C18}" srcOrd="4" destOrd="0" presId="urn:microsoft.com/office/officeart/2005/8/layout/hProcess9"/>
    <dgm:cxn modelId="{DB36F440-97EF-4ACA-9980-E408210BC059}" type="presParOf" srcId="{3AEE314E-F7DB-4389-B9D0-2144C1B0E1C1}" destId="{9613CB22-9186-4AA8-964A-F7818E0D8970}" srcOrd="5" destOrd="0" presId="urn:microsoft.com/office/officeart/2005/8/layout/hProcess9"/>
    <dgm:cxn modelId="{B5D55D72-B14D-4060-A3CA-E322E8299980}" type="presParOf" srcId="{3AEE314E-F7DB-4389-B9D0-2144C1B0E1C1}" destId="{9065CB65-4835-47F5-BC50-D1B99A2404FA}" srcOrd="6" destOrd="0" presId="urn:microsoft.com/office/officeart/2005/8/layout/hProcess9"/>
    <dgm:cxn modelId="{CBD47670-E108-4BEA-B2EF-88E78F13A1F1}" type="presParOf" srcId="{3AEE314E-F7DB-4389-B9D0-2144C1B0E1C1}" destId="{A75B1E67-E1A0-4772-8CF1-2A8E0121EC00}" srcOrd="7" destOrd="0" presId="urn:microsoft.com/office/officeart/2005/8/layout/hProcess9"/>
    <dgm:cxn modelId="{0A4FED2A-FD9E-4D73-8F0A-92911529C8BE}" type="presParOf" srcId="{3AEE314E-F7DB-4389-B9D0-2144C1B0E1C1}" destId="{84A05F29-3C00-4F8F-8E70-02EBF30F6634}" srcOrd="8" destOrd="0" presId="urn:microsoft.com/office/officeart/2005/8/layout/hProcess9"/>
    <dgm:cxn modelId="{41002147-28E1-4834-BDE1-D216EB747BCB}" type="presParOf" srcId="{3AEE314E-F7DB-4389-B9D0-2144C1B0E1C1}" destId="{B0E0919F-C607-4671-8304-180328C52D0F}" srcOrd="9" destOrd="0" presId="urn:microsoft.com/office/officeart/2005/8/layout/hProcess9"/>
    <dgm:cxn modelId="{23E58C00-7FCE-4D58-89C6-F601CCE412AC}" type="presParOf" srcId="{3AEE314E-F7DB-4389-B9D0-2144C1B0E1C1}" destId="{1DF478AB-3D30-4F3C-AEA1-7F2C549570DF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CB03155-E9F0-4B44-8447-0D8FAD9C464C}" type="doc">
      <dgm:prSet loTypeId="urn:microsoft.com/office/officeart/2008/layout/PictureStrip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54C2310-D388-4CA0-B73F-12AED57C3E5F}">
      <dgm:prSet custT="1"/>
      <dgm:spPr/>
      <dgm:t>
        <a:bodyPr/>
        <a:lstStyle/>
        <a:p>
          <a:pPr rtl="0"/>
          <a:r>
            <a:rPr lang="zh-CN" altLang="en-US" sz="1800" b="1" dirty="0" smtClean="0"/>
            <a:t>指令系统比较丰富</a:t>
          </a:r>
          <a:endParaRPr lang="zh-CN" altLang="en-US" sz="1800" b="1" dirty="0"/>
        </a:p>
      </dgm:t>
    </dgm:pt>
    <dgm:pt modelId="{4F334707-D308-4C77-BF74-7E049CF1CC3A}" type="parTrans" cxnId="{F219F398-CF4E-4E76-8B50-3CD9CDA993F4}">
      <dgm:prSet/>
      <dgm:spPr/>
      <dgm:t>
        <a:bodyPr/>
        <a:lstStyle/>
        <a:p>
          <a:endParaRPr lang="zh-CN" altLang="en-US" sz="1800" b="1"/>
        </a:p>
      </dgm:t>
    </dgm:pt>
    <dgm:pt modelId="{45B92A1C-41BD-4EF6-990E-D876CD251293}" type="sibTrans" cxnId="{F219F398-CF4E-4E76-8B50-3CD9CDA993F4}">
      <dgm:prSet/>
      <dgm:spPr/>
      <dgm:t>
        <a:bodyPr/>
        <a:lstStyle/>
        <a:p>
          <a:endParaRPr lang="zh-CN" altLang="en-US" sz="1800" b="1"/>
        </a:p>
      </dgm:t>
    </dgm:pt>
    <dgm:pt modelId="{01AA9C1B-62E8-4859-ABCB-042BA00B0190}">
      <dgm:prSet custT="1"/>
      <dgm:spPr/>
      <dgm:t>
        <a:bodyPr/>
        <a:lstStyle/>
        <a:p>
          <a:pPr rtl="0"/>
          <a:r>
            <a:rPr lang="zh-CN" altLang="en-US" sz="1800" b="1" smtClean="0"/>
            <a:t>指令字长不固定</a:t>
          </a:r>
          <a:endParaRPr lang="zh-CN" altLang="en-US" sz="1800" b="1"/>
        </a:p>
      </dgm:t>
    </dgm:pt>
    <dgm:pt modelId="{EB4E8148-9B55-4006-8C37-00CBAC0ECA18}" type="parTrans" cxnId="{7F04AFA2-2E7E-4F49-9393-CE58E96282ED}">
      <dgm:prSet/>
      <dgm:spPr/>
      <dgm:t>
        <a:bodyPr/>
        <a:lstStyle/>
        <a:p>
          <a:endParaRPr lang="zh-CN" altLang="en-US" sz="1800" b="1"/>
        </a:p>
      </dgm:t>
    </dgm:pt>
    <dgm:pt modelId="{570955FB-FBC6-4F7F-B594-D4CB710C1806}" type="sibTrans" cxnId="{7F04AFA2-2E7E-4F49-9393-CE58E96282ED}">
      <dgm:prSet/>
      <dgm:spPr/>
      <dgm:t>
        <a:bodyPr/>
        <a:lstStyle/>
        <a:p>
          <a:endParaRPr lang="zh-CN" altLang="en-US" sz="1800" b="1"/>
        </a:p>
      </dgm:t>
    </dgm:pt>
    <dgm:pt modelId="{72EA5756-29E2-476D-A3DE-EDC9BD318323}">
      <dgm:prSet custT="1"/>
      <dgm:spPr/>
      <dgm:t>
        <a:bodyPr/>
        <a:lstStyle/>
        <a:p>
          <a:pPr rtl="0"/>
          <a:r>
            <a:rPr lang="zh-CN" altLang="en-US" sz="1800" b="1" dirty="0" smtClean="0"/>
            <a:t>指令格式较多</a:t>
          </a:r>
          <a:endParaRPr lang="zh-CN" altLang="en-US" sz="1800" b="1" dirty="0"/>
        </a:p>
      </dgm:t>
    </dgm:pt>
    <dgm:pt modelId="{99FA1FB2-B575-4219-A8E1-5AE9BC41471C}" type="parTrans" cxnId="{4226ABC2-F9B4-4B73-BEF8-71F615292720}">
      <dgm:prSet/>
      <dgm:spPr/>
      <dgm:t>
        <a:bodyPr/>
        <a:lstStyle/>
        <a:p>
          <a:endParaRPr lang="zh-CN" altLang="en-US" sz="1800" b="1"/>
        </a:p>
      </dgm:t>
    </dgm:pt>
    <dgm:pt modelId="{75EAD475-0AF2-42F5-BA5A-8D9BBB5B0F6F}" type="sibTrans" cxnId="{4226ABC2-F9B4-4B73-BEF8-71F615292720}">
      <dgm:prSet/>
      <dgm:spPr/>
      <dgm:t>
        <a:bodyPr/>
        <a:lstStyle/>
        <a:p>
          <a:endParaRPr lang="zh-CN" altLang="en-US" sz="1800" b="1"/>
        </a:p>
      </dgm:t>
    </dgm:pt>
    <dgm:pt modelId="{F6CA44B1-D1F9-43A7-9CC9-6E5263222E51}">
      <dgm:prSet custT="1"/>
      <dgm:spPr/>
      <dgm:t>
        <a:bodyPr/>
        <a:lstStyle/>
        <a:p>
          <a:pPr rtl="0"/>
          <a:r>
            <a:rPr lang="zh-CN" altLang="en-US" sz="1800" b="1" dirty="0" smtClean="0"/>
            <a:t>寻址方式多</a:t>
          </a:r>
          <a:endParaRPr lang="zh-CN" altLang="en-US" sz="1800" b="1" dirty="0"/>
        </a:p>
      </dgm:t>
    </dgm:pt>
    <dgm:pt modelId="{9F80D9F4-7772-437D-8153-7CFC1FCD7D67}" type="parTrans" cxnId="{EF438244-BAD9-4B23-8D49-3233EC09F527}">
      <dgm:prSet/>
      <dgm:spPr/>
      <dgm:t>
        <a:bodyPr/>
        <a:lstStyle/>
        <a:p>
          <a:endParaRPr lang="zh-CN" altLang="en-US" sz="1800" b="1"/>
        </a:p>
      </dgm:t>
    </dgm:pt>
    <dgm:pt modelId="{5DF5E1D1-6E63-42D8-AC79-A6344DCC842E}" type="sibTrans" cxnId="{EF438244-BAD9-4B23-8D49-3233EC09F527}">
      <dgm:prSet/>
      <dgm:spPr/>
      <dgm:t>
        <a:bodyPr/>
        <a:lstStyle/>
        <a:p>
          <a:endParaRPr lang="zh-CN" altLang="en-US" sz="1800" b="1"/>
        </a:p>
      </dgm:t>
    </dgm:pt>
    <dgm:pt modelId="{FB4AB0AD-3470-4E46-9BE5-9095874A3376}">
      <dgm:prSet custT="1"/>
      <dgm:spPr/>
      <dgm:t>
        <a:bodyPr/>
        <a:lstStyle/>
        <a:p>
          <a:pPr rtl="0"/>
          <a:r>
            <a:rPr lang="zh-CN" altLang="en-US" sz="1800" b="1" dirty="0" smtClean="0"/>
            <a:t>绝大多数指令需要多个时钟周期才能执行完毕</a:t>
          </a:r>
          <a:endParaRPr lang="zh-CN" altLang="en-US" sz="1800" b="1" dirty="0"/>
        </a:p>
      </dgm:t>
    </dgm:pt>
    <dgm:pt modelId="{2440D3A5-756E-48F1-8CE2-74C73B6AD89E}" type="parTrans" cxnId="{F67E0D90-2697-437B-BFA6-96EA43749D38}">
      <dgm:prSet/>
      <dgm:spPr/>
      <dgm:t>
        <a:bodyPr/>
        <a:lstStyle/>
        <a:p>
          <a:endParaRPr lang="zh-CN" altLang="en-US" sz="1800" b="1"/>
        </a:p>
      </dgm:t>
    </dgm:pt>
    <dgm:pt modelId="{766F8F8F-5956-450F-94DC-AB4B40CAABC8}" type="sibTrans" cxnId="{F67E0D90-2697-437B-BFA6-96EA43749D38}">
      <dgm:prSet/>
      <dgm:spPr/>
      <dgm:t>
        <a:bodyPr/>
        <a:lstStyle/>
        <a:p>
          <a:endParaRPr lang="zh-CN" altLang="en-US" sz="1800" b="1"/>
        </a:p>
      </dgm:t>
    </dgm:pt>
    <dgm:pt modelId="{5723CAC8-9AEE-472F-B8D0-2871468D00BF}">
      <dgm:prSet custT="1"/>
      <dgm:spPr/>
      <dgm:t>
        <a:bodyPr/>
        <a:lstStyle/>
        <a:p>
          <a:pPr rtl="0"/>
          <a:r>
            <a:rPr lang="zh-CN" altLang="en-US" sz="1800" b="1" dirty="0" smtClean="0"/>
            <a:t>更多地应用于桌面、高性能计算机领域</a:t>
          </a:r>
          <a:endParaRPr lang="zh-CN" altLang="en-US" sz="1800" b="1" dirty="0"/>
        </a:p>
      </dgm:t>
    </dgm:pt>
    <dgm:pt modelId="{AE390CDB-F9D0-4742-8CB8-E19C1642A35D}" type="parTrans" cxnId="{D92F551F-39BF-4D97-9D49-6E7EB52381E1}">
      <dgm:prSet/>
      <dgm:spPr/>
      <dgm:t>
        <a:bodyPr/>
        <a:lstStyle/>
        <a:p>
          <a:endParaRPr lang="zh-CN" altLang="en-US" sz="1800" b="1"/>
        </a:p>
      </dgm:t>
    </dgm:pt>
    <dgm:pt modelId="{7A3BAA8C-8ED9-4919-84AF-920D26460921}" type="sibTrans" cxnId="{D92F551F-39BF-4D97-9D49-6E7EB52381E1}">
      <dgm:prSet/>
      <dgm:spPr/>
      <dgm:t>
        <a:bodyPr/>
        <a:lstStyle/>
        <a:p>
          <a:endParaRPr lang="zh-CN" altLang="en-US" sz="1800" b="1"/>
        </a:p>
      </dgm:t>
    </dgm:pt>
    <dgm:pt modelId="{6A0F92FB-93F5-4A3D-9BFA-F46ECE0486ED}" type="pres">
      <dgm:prSet presAssocID="{DCB03155-E9F0-4B44-8447-0D8FAD9C464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AC80645B-1455-43F0-8EA2-98E98CC11F2E}" type="pres">
      <dgm:prSet presAssocID="{254C2310-D388-4CA0-B73F-12AED57C3E5F}" presName="composite" presStyleCnt="0"/>
      <dgm:spPr/>
    </dgm:pt>
    <dgm:pt modelId="{55B37F6F-9FAC-48F9-86C7-B3A592A7C319}" type="pres">
      <dgm:prSet presAssocID="{254C2310-D388-4CA0-B73F-12AED57C3E5F}" presName="rect1" presStyleLbl="trAlignAcc1" presStyleIdx="0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1BDF395-19E1-45C5-9DE8-BE6524308976}" type="pres">
      <dgm:prSet presAssocID="{254C2310-D388-4CA0-B73F-12AED57C3E5F}" presName="rect2" presStyleLbl="fgImgPlace1" presStyleIdx="0" presStyleCnt="6" custScaleY="51290" custLinFactNeighborX="1073" custLinFactNeighborY="-30976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9564B680-5BAF-45D1-A751-0AD192D07249}" type="pres">
      <dgm:prSet presAssocID="{45B92A1C-41BD-4EF6-990E-D876CD251293}" presName="sibTrans" presStyleCnt="0"/>
      <dgm:spPr/>
    </dgm:pt>
    <dgm:pt modelId="{6FF3C755-93E1-4983-BB5D-577D2CDC36F9}" type="pres">
      <dgm:prSet presAssocID="{01AA9C1B-62E8-4859-ABCB-042BA00B0190}" presName="composite" presStyleCnt="0"/>
      <dgm:spPr/>
    </dgm:pt>
    <dgm:pt modelId="{00C16C7C-EED5-4067-8979-F174AC9AA681}" type="pres">
      <dgm:prSet presAssocID="{01AA9C1B-62E8-4859-ABCB-042BA00B0190}" presName="rect1" presStyleLbl="trAlignAcc1" presStyleIdx="1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DAAA3B5-B3CA-43C7-B6A7-6E1E58C52976}" type="pres">
      <dgm:prSet presAssocID="{01AA9C1B-62E8-4859-ABCB-042BA00B0190}" presName="rect2" presStyleLbl="fgImgPlace1" presStyleIdx="1" presStyleCnt="6" custScaleY="51290" custLinFactNeighborX="1073" custLinFactNeighborY="-30976"/>
      <dgm:spPr>
        <a:blipFill rotWithShape="1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22705E5B-8628-42BB-B5AA-A290CBB7B377}" type="pres">
      <dgm:prSet presAssocID="{570955FB-FBC6-4F7F-B594-D4CB710C1806}" presName="sibTrans" presStyleCnt="0"/>
      <dgm:spPr/>
    </dgm:pt>
    <dgm:pt modelId="{758B24D8-7845-411B-89E3-C7D8494F2FEC}" type="pres">
      <dgm:prSet presAssocID="{72EA5756-29E2-476D-A3DE-EDC9BD318323}" presName="composite" presStyleCnt="0"/>
      <dgm:spPr/>
    </dgm:pt>
    <dgm:pt modelId="{A182A257-A802-43E1-8EDB-4C779F31531B}" type="pres">
      <dgm:prSet presAssocID="{72EA5756-29E2-476D-A3DE-EDC9BD318323}" presName="rect1" presStyleLbl="trAlignAcc1" presStyleIdx="2" presStyleCnt="6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E2AFDE7-9252-430A-B76A-7E4076AD4C66}" type="pres">
      <dgm:prSet presAssocID="{72EA5756-29E2-476D-A3DE-EDC9BD318323}" presName="rect2" presStyleLbl="fgImgPlace1" presStyleIdx="2" presStyleCnt="6" custScaleY="51290" custLinFactNeighborX="1073" custLinFactNeighborY="-30976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A9AC361D-B688-408F-8292-737C1D385F3E}" type="pres">
      <dgm:prSet presAssocID="{75EAD475-0AF2-42F5-BA5A-8D9BBB5B0F6F}" presName="sibTrans" presStyleCnt="0"/>
      <dgm:spPr/>
    </dgm:pt>
    <dgm:pt modelId="{60719A9C-955E-4E45-A503-BD0E265DC6FB}" type="pres">
      <dgm:prSet presAssocID="{F6CA44B1-D1F9-43A7-9CC9-6E5263222E51}" presName="composite" presStyleCnt="0"/>
      <dgm:spPr/>
    </dgm:pt>
    <dgm:pt modelId="{F3419CF6-AC3B-4ED6-8E3F-6A78810F457E}" type="pres">
      <dgm:prSet presAssocID="{F6CA44B1-D1F9-43A7-9CC9-6E5263222E51}" presName="rect1" presStyleLbl="trAlignAcc1" presStyleIdx="3" presStyleCnt="6" custScaleY="125928" custLinFactNeighborX="1052" custLinFactNeighborY="5570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69BB7D7-CC39-4793-BAA9-1CCF1ABC828B}" type="pres">
      <dgm:prSet presAssocID="{F6CA44B1-D1F9-43A7-9CC9-6E5263222E51}" presName="rect2" presStyleLbl="fgImgPlace1" presStyleIdx="3" presStyleCnt="6" custScaleY="51290" custLinFactNeighborX="1105" custLinFactNeighborY="-31905"/>
      <dgm:spPr>
        <a:blipFill rotWithShape="1">
          <a:blip xmlns:r="http://schemas.openxmlformats.org/officeDocument/2006/relationships" r:embed="rId2"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B86271F4-2802-4958-86C2-93F988BABAD9}" type="pres">
      <dgm:prSet presAssocID="{5DF5E1D1-6E63-42D8-AC79-A6344DCC842E}" presName="sibTrans" presStyleCnt="0"/>
      <dgm:spPr/>
    </dgm:pt>
    <dgm:pt modelId="{522DBC09-8BA3-4BD4-BD7D-A8FE1A4985F8}" type="pres">
      <dgm:prSet presAssocID="{FB4AB0AD-3470-4E46-9BE5-9095874A3376}" presName="composite" presStyleCnt="0"/>
      <dgm:spPr/>
    </dgm:pt>
    <dgm:pt modelId="{E0751A26-F072-4E68-9E55-3F4BFBD00261}" type="pres">
      <dgm:prSet presAssocID="{FB4AB0AD-3470-4E46-9BE5-9095874A3376}" presName="rect1" presStyleLbl="trAlignAcc1" presStyleIdx="4" presStyleCnt="6" custScaleY="13246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CFBE685C-5465-4654-965F-870000B569DC}" type="pres">
      <dgm:prSet presAssocID="{FB4AB0AD-3470-4E46-9BE5-9095874A3376}" presName="rect2" presStyleLbl="fgImgPlace1" presStyleIdx="4" presStyleCnt="6" custScaleY="54275" custLinFactNeighborY="-30976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  <dgm:pt modelId="{BCA9470E-6793-4FCF-A294-6B36117F8E6C}" type="pres">
      <dgm:prSet presAssocID="{766F8F8F-5956-450F-94DC-AB4B40CAABC8}" presName="sibTrans" presStyleCnt="0"/>
      <dgm:spPr/>
    </dgm:pt>
    <dgm:pt modelId="{143EF336-2055-4CEA-ABEE-0A5D396C6716}" type="pres">
      <dgm:prSet presAssocID="{5723CAC8-9AEE-472F-B8D0-2871468D00BF}" presName="composite" presStyleCnt="0"/>
      <dgm:spPr/>
    </dgm:pt>
    <dgm:pt modelId="{AEE59063-B832-464B-9C38-84D8AE0DF625}" type="pres">
      <dgm:prSet presAssocID="{5723CAC8-9AEE-472F-B8D0-2871468D00BF}" presName="rect1" presStyleLbl="trAlignAcc1" presStyleIdx="5" presStyleCnt="6" custScaleY="132468" custLinFactNeighborX="3163" custLinFactNeighborY="57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890730F-8DA4-4BD4-8538-3CA719D4C04D}" type="pres">
      <dgm:prSet presAssocID="{5723CAC8-9AEE-472F-B8D0-2871468D00BF}" presName="rect2" presStyleLbl="fgImgPlace1" presStyleIdx="5" presStyleCnt="6" custScaleY="54275" custLinFactNeighborY="-30976"/>
      <dgm:spPr>
        <a:blipFill rotWithShape="1">
          <a:blip xmlns:r="http://schemas.openxmlformats.org/officeDocument/2006/relationships" r:embed="rId3"/>
          <a:stretch>
            <a:fillRect/>
          </a:stretch>
        </a:blipFill>
      </dgm:spPr>
      <dgm:t>
        <a:bodyPr/>
        <a:lstStyle/>
        <a:p>
          <a:endParaRPr lang="zh-CN" altLang="en-US"/>
        </a:p>
      </dgm:t>
    </dgm:pt>
  </dgm:ptLst>
  <dgm:cxnLst>
    <dgm:cxn modelId="{D385493B-1E6D-487C-BAEA-D275AAAE4283}" type="presOf" srcId="{01AA9C1B-62E8-4859-ABCB-042BA00B0190}" destId="{00C16C7C-EED5-4067-8979-F174AC9AA681}" srcOrd="0" destOrd="0" presId="urn:microsoft.com/office/officeart/2008/layout/PictureStrips"/>
    <dgm:cxn modelId="{EF438244-BAD9-4B23-8D49-3233EC09F527}" srcId="{DCB03155-E9F0-4B44-8447-0D8FAD9C464C}" destId="{F6CA44B1-D1F9-43A7-9CC9-6E5263222E51}" srcOrd="3" destOrd="0" parTransId="{9F80D9F4-7772-437D-8153-7CFC1FCD7D67}" sibTransId="{5DF5E1D1-6E63-42D8-AC79-A6344DCC842E}"/>
    <dgm:cxn modelId="{7F04AFA2-2E7E-4F49-9393-CE58E96282ED}" srcId="{DCB03155-E9F0-4B44-8447-0D8FAD9C464C}" destId="{01AA9C1B-62E8-4859-ABCB-042BA00B0190}" srcOrd="1" destOrd="0" parTransId="{EB4E8148-9B55-4006-8C37-00CBAC0ECA18}" sibTransId="{570955FB-FBC6-4F7F-B594-D4CB710C1806}"/>
    <dgm:cxn modelId="{F219F398-CF4E-4E76-8B50-3CD9CDA993F4}" srcId="{DCB03155-E9F0-4B44-8447-0D8FAD9C464C}" destId="{254C2310-D388-4CA0-B73F-12AED57C3E5F}" srcOrd="0" destOrd="0" parTransId="{4F334707-D308-4C77-BF74-7E049CF1CC3A}" sibTransId="{45B92A1C-41BD-4EF6-990E-D876CD251293}"/>
    <dgm:cxn modelId="{E3C2C34F-B77B-4F17-952F-4902694B4178}" type="presOf" srcId="{72EA5756-29E2-476D-A3DE-EDC9BD318323}" destId="{A182A257-A802-43E1-8EDB-4C779F31531B}" srcOrd="0" destOrd="0" presId="urn:microsoft.com/office/officeart/2008/layout/PictureStrips"/>
    <dgm:cxn modelId="{D5EA43F3-FB1B-4C21-8897-131042CD056E}" type="presOf" srcId="{5723CAC8-9AEE-472F-B8D0-2871468D00BF}" destId="{AEE59063-B832-464B-9C38-84D8AE0DF625}" srcOrd="0" destOrd="0" presId="urn:microsoft.com/office/officeart/2008/layout/PictureStrips"/>
    <dgm:cxn modelId="{8FF65840-3DAE-4FF1-9068-83EC3F234B0A}" type="presOf" srcId="{FB4AB0AD-3470-4E46-9BE5-9095874A3376}" destId="{E0751A26-F072-4E68-9E55-3F4BFBD00261}" srcOrd="0" destOrd="0" presId="urn:microsoft.com/office/officeart/2008/layout/PictureStrips"/>
    <dgm:cxn modelId="{F67E0D90-2697-437B-BFA6-96EA43749D38}" srcId="{DCB03155-E9F0-4B44-8447-0D8FAD9C464C}" destId="{FB4AB0AD-3470-4E46-9BE5-9095874A3376}" srcOrd="4" destOrd="0" parTransId="{2440D3A5-756E-48F1-8CE2-74C73B6AD89E}" sibTransId="{766F8F8F-5956-450F-94DC-AB4B40CAABC8}"/>
    <dgm:cxn modelId="{1199F9E0-139F-4CE9-B7C2-DF12D044ADDC}" type="presOf" srcId="{F6CA44B1-D1F9-43A7-9CC9-6E5263222E51}" destId="{F3419CF6-AC3B-4ED6-8E3F-6A78810F457E}" srcOrd="0" destOrd="0" presId="urn:microsoft.com/office/officeart/2008/layout/PictureStrips"/>
    <dgm:cxn modelId="{D92F551F-39BF-4D97-9D49-6E7EB52381E1}" srcId="{DCB03155-E9F0-4B44-8447-0D8FAD9C464C}" destId="{5723CAC8-9AEE-472F-B8D0-2871468D00BF}" srcOrd="5" destOrd="0" parTransId="{AE390CDB-F9D0-4742-8CB8-E19C1642A35D}" sibTransId="{7A3BAA8C-8ED9-4919-84AF-920D26460921}"/>
    <dgm:cxn modelId="{4226ABC2-F9B4-4B73-BEF8-71F615292720}" srcId="{DCB03155-E9F0-4B44-8447-0D8FAD9C464C}" destId="{72EA5756-29E2-476D-A3DE-EDC9BD318323}" srcOrd="2" destOrd="0" parTransId="{99FA1FB2-B575-4219-A8E1-5AE9BC41471C}" sibTransId="{75EAD475-0AF2-42F5-BA5A-8D9BBB5B0F6F}"/>
    <dgm:cxn modelId="{8BE46D45-46CA-457E-8C01-61B80D13C334}" type="presOf" srcId="{DCB03155-E9F0-4B44-8447-0D8FAD9C464C}" destId="{6A0F92FB-93F5-4A3D-9BFA-F46ECE0486ED}" srcOrd="0" destOrd="0" presId="urn:microsoft.com/office/officeart/2008/layout/PictureStrips"/>
    <dgm:cxn modelId="{F9C80880-D21A-4CC8-AC59-5E56217758B4}" type="presOf" srcId="{254C2310-D388-4CA0-B73F-12AED57C3E5F}" destId="{55B37F6F-9FAC-48F9-86C7-B3A592A7C319}" srcOrd="0" destOrd="0" presId="urn:microsoft.com/office/officeart/2008/layout/PictureStrips"/>
    <dgm:cxn modelId="{2877D93E-41F6-45FE-938F-6A2B7D35264C}" type="presParOf" srcId="{6A0F92FB-93F5-4A3D-9BFA-F46ECE0486ED}" destId="{AC80645B-1455-43F0-8EA2-98E98CC11F2E}" srcOrd="0" destOrd="0" presId="urn:microsoft.com/office/officeart/2008/layout/PictureStrips"/>
    <dgm:cxn modelId="{53AC335F-9A48-46E8-AA7F-CE2A7DC0E840}" type="presParOf" srcId="{AC80645B-1455-43F0-8EA2-98E98CC11F2E}" destId="{55B37F6F-9FAC-48F9-86C7-B3A592A7C319}" srcOrd="0" destOrd="0" presId="urn:microsoft.com/office/officeart/2008/layout/PictureStrips"/>
    <dgm:cxn modelId="{76846AC8-4A74-4302-859B-EA234EBF5EAE}" type="presParOf" srcId="{AC80645B-1455-43F0-8EA2-98E98CC11F2E}" destId="{C1BDF395-19E1-45C5-9DE8-BE6524308976}" srcOrd="1" destOrd="0" presId="urn:microsoft.com/office/officeart/2008/layout/PictureStrips"/>
    <dgm:cxn modelId="{41AF3E14-B743-47B0-8076-80529E82298B}" type="presParOf" srcId="{6A0F92FB-93F5-4A3D-9BFA-F46ECE0486ED}" destId="{9564B680-5BAF-45D1-A751-0AD192D07249}" srcOrd="1" destOrd="0" presId="urn:microsoft.com/office/officeart/2008/layout/PictureStrips"/>
    <dgm:cxn modelId="{225ED17C-8512-4109-9F24-F3A0BE0EBD9E}" type="presParOf" srcId="{6A0F92FB-93F5-4A3D-9BFA-F46ECE0486ED}" destId="{6FF3C755-93E1-4983-BB5D-577D2CDC36F9}" srcOrd="2" destOrd="0" presId="urn:microsoft.com/office/officeart/2008/layout/PictureStrips"/>
    <dgm:cxn modelId="{1B86011F-6243-44E1-8D34-71C1BCB541F4}" type="presParOf" srcId="{6FF3C755-93E1-4983-BB5D-577D2CDC36F9}" destId="{00C16C7C-EED5-4067-8979-F174AC9AA681}" srcOrd="0" destOrd="0" presId="urn:microsoft.com/office/officeart/2008/layout/PictureStrips"/>
    <dgm:cxn modelId="{AC0C664C-28EC-4C7C-9FCC-E06A6452814D}" type="presParOf" srcId="{6FF3C755-93E1-4983-BB5D-577D2CDC36F9}" destId="{8DAAA3B5-B3CA-43C7-B6A7-6E1E58C52976}" srcOrd="1" destOrd="0" presId="urn:microsoft.com/office/officeart/2008/layout/PictureStrips"/>
    <dgm:cxn modelId="{0B6293AD-57F6-4756-BDBC-B5723BCFD677}" type="presParOf" srcId="{6A0F92FB-93F5-4A3D-9BFA-F46ECE0486ED}" destId="{22705E5B-8628-42BB-B5AA-A290CBB7B377}" srcOrd="3" destOrd="0" presId="urn:microsoft.com/office/officeart/2008/layout/PictureStrips"/>
    <dgm:cxn modelId="{74AFF078-23F8-4DB3-8331-C3EB15192A40}" type="presParOf" srcId="{6A0F92FB-93F5-4A3D-9BFA-F46ECE0486ED}" destId="{758B24D8-7845-411B-89E3-C7D8494F2FEC}" srcOrd="4" destOrd="0" presId="urn:microsoft.com/office/officeart/2008/layout/PictureStrips"/>
    <dgm:cxn modelId="{F7CC5BF7-004A-4BFC-A724-52B9E5F717BE}" type="presParOf" srcId="{758B24D8-7845-411B-89E3-C7D8494F2FEC}" destId="{A182A257-A802-43E1-8EDB-4C779F31531B}" srcOrd="0" destOrd="0" presId="urn:microsoft.com/office/officeart/2008/layout/PictureStrips"/>
    <dgm:cxn modelId="{A7E5859A-11E7-4B96-BDB3-45F3284D6DBF}" type="presParOf" srcId="{758B24D8-7845-411B-89E3-C7D8494F2FEC}" destId="{DE2AFDE7-9252-430A-B76A-7E4076AD4C66}" srcOrd="1" destOrd="0" presId="urn:microsoft.com/office/officeart/2008/layout/PictureStrips"/>
    <dgm:cxn modelId="{55B34A45-E8B1-455E-9438-EAB63A9648C6}" type="presParOf" srcId="{6A0F92FB-93F5-4A3D-9BFA-F46ECE0486ED}" destId="{A9AC361D-B688-408F-8292-737C1D385F3E}" srcOrd="5" destOrd="0" presId="urn:microsoft.com/office/officeart/2008/layout/PictureStrips"/>
    <dgm:cxn modelId="{CB7248B9-9794-466A-90A6-DBB8866B1DF6}" type="presParOf" srcId="{6A0F92FB-93F5-4A3D-9BFA-F46ECE0486ED}" destId="{60719A9C-955E-4E45-A503-BD0E265DC6FB}" srcOrd="6" destOrd="0" presId="urn:microsoft.com/office/officeart/2008/layout/PictureStrips"/>
    <dgm:cxn modelId="{17D171DB-15E7-42C6-BDD9-3FAF3FDC307B}" type="presParOf" srcId="{60719A9C-955E-4E45-A503-BD0E265DC6FB}" destId="{F3419CF6-AC3B-4ED6-8E3F-6A78810F457E}" srcOrd="0" destOrd="0" presId="urn:microsoft.com/office/officeart/2008/layout/PictureStrips"/>
    <dgm:cxn modelId="{C6D99C49-EB7E-401F-B6F3-5644439651EF}" type="presParOf" srcId="{60719A9C-955E-4E45-A503-BD0E265DC6FB}" destId="{969BB7D7-CC39-4793-BAA9-1CCF1ABC828B}" srcOrd="1" destOrd="0" presId="urn:microsoft.com/office/officeart/2008/layout/PictureStrips"/>
    <dgm:cxn modelId="{21EB0299-1DB6-4F8E-8834-BF391F24D992}" type="presParOf" srcId="{6A0F92FB-93F5-4A3D-9BFA-F46ECE0486ED}" destId="{B86271F4-2802-4958-86C2-93F988BABAD9}" srcOrd="7" destOrd="0" presId="urn:microsoft.com/office/officeart/2008/layout/PictureStrips"/>
    <dgm:cxn modelId="{6F41C34D-FFBA-4B3E-879B-76E6CFF76EB3}" type="presParOf" srcId="{6A0F92FB-93F5-4A3D-9BFA-F46ECE0486ED}" destId="{522DBC09-8BA3-4BD4-BD7D-A8FE1A4985F8}" srcOrd="8" destOrd="0" presId="urn:microsoft.com/office/officeart/2008/layout/PictureStrips"/>
    <dgm:cxn modelId="{46D7BC4F-4EB7-4CBE-8375-9DF2A720F9D9}" type="presParOf" srcId="{522DBC09-8BA3-4BD4-BD7D-A8FE1A4985F8}" destId="{E0751A26-F072-4E68-9E55-3F4BFBD00261}" srcOrd="0" destOrd="0" presId="urn:microsoft.com/office/officeart/2008/layout/PictureStrips"/>
    <dgm:cxn modelId="{C9E18664-6CA9-4824-97D3-CCA93EE1348C}" type="presParOf" srcId="{522DBC09-8BA3-4BD4-BD7D-A8FE1A4985F8}" destId="{CFBE685C-5465-4654-965F-870000B569DC}" srcOrd="1" destOrd="0" presId="urn:microsoft.com/office/officeart/2008/layout/PictureStrips"/>
    <dgm:cxn modelId="{3DFB0A79-0DD9-4735-ACBF-266B11D0D344}" type="presParOf" srcId="{6A0F92FB-93F5-4A3D-9BFA-F46ECE0486ED}" destId="{BCA9470E-6793-4FCF-A294-6B36117F8E6C}" srcOrd="9" destOrd="0" presId="urn:microsoft.com/office/officeart/2008/layout/PictureStrips"/>
    <dgm:cxn modelId="{40F9D193-EF35-4D98-A5B2-66B2288861D2}" type="presParOf" srcId="{6A0F92FB-93F5-4A3D-9BFA-F46ECE0486ED}" destId="{143EF336-2055-4CEA-ABEE-0A5D396C6716}" srcOrd="10" destOrd="0" presId="urn:microsoft.com/office/officeart/2008/layout/PictureStrips"/>
    <dgm:cxn modelId="{1D59DF4A-A54E-4F82-8FEF-3FFA2116829D}" type="presParOf" srcId="{143EF336-2055-4CEA-ABEE-0A5D396C6716}" destId="{AEE59063-B832-464B-9C38-84D8AE0DF625}" srcOrd="0" destOrd="0" presId="urn:microsoft.com/office/officeart/2008/layout/PictureStrips"/>
    <dgm:cxn modelId="{BB9B8F51-6231-4275-8A30-C65D60D10A3B}" type="presParOf" srcId="{143EF336-2055-4CEA-ABEE-0A5D396C6716}" destId="{4890730F-8DA4-4BD4-8538-3CA719D4C04D}" srcOrd="1" destOrd="0" presId="urn:microsoft.com/office/officeart/2008/layout/PictureStrip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253D3B-60F8-4A5F-9EF9-A623A526B368}" type="doc">
      <dgm:prSet loTypeId="urn:microsoft.com/office/officeart/2009/3/layout/HorizontalOrganizationChart" loCatId="hierarchy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zh-CN" altLang="en-US"/>
        </a:p>
      </dgm:t>
    </dgm:pt>
    <dgm:pt modelId="{1E59F7EB-0548-479B-B4BD-4905B420884A}">
      <dgm:prSet phldrT="[文本]" custT="1"/>
      <dgm:spPr/>
      <dgm:t>
        <a:bodyPr/>
        <a:lstStyle/>
        <a:p>
          <a:r>
            <a:rPr lang="en-US" sz="1600" b="1" dirty="0" smtClean="0"/>
            <a:t>Cortex</a:t>
          </a:r>
          <a:r>
            <a:rPr lang="zh-CN" sz="1600" b="1" dirty="0" smtClean="0"/>
            <a:t>系列处理器</a:t>
          </a:r>
          <a:endParaRPr lang="zh-CN" altLang="en-US" sz="1600" b="1" dirty="0"/>
        </a:p>
      </dgm:t>
    </dgm:pt>
    <dgm:pt modelId="{AD235F86-1859-43F4-86ED-F081A14C5689}" type="parTrans" cxnId="{6107C0E1-4482-498A-A492-3AB7AF9EB71D}">
      <dgm:prSet/>
      <dgm:spPr/>
      <dgm:t>
        <a:bodyPr/>
        <a:lstStyle/>
        <a:p>
          <a:endParaRPr lang="zh-CN" altLang="en-US" sz="1600" b="1"/>
        </a:p>
      </dgm:t>
    </dgm:pt>
    <dgm:pt modelId="{2ECED9E1-7C7D-43A0-852A-A0F9086ACA94}" type="sibTrans" cxnId="{6107C0E1-4482-498A-A492-3AB7AF9EB71D}">
      <dgm:prSet/>
      <dgm:spPr/>
      <dgm:t>
        <a:bodyPr/>
        <a:lstStyle/>
        <a:p>
          <a:endParaRPr lang="zh-CN" altLang="en-US" sz="1600" b="1"/>
        </a:p>
      </dgm:t>
    </dgm:pt>
    <dgm:pt modelId="{C0AB23DE-54E7-4364-98AB-C755127D86EB}">
      <dgm:prSet phldrT="[文本]" custT="1"/>
      <dgm:spPr/>
      <dgm:t>
        <a:bodyPr/>
        <a:lstStyle/>
        <a:p>
          <a:r>
            <a:rPr lang="en-US" sz="1600" b="1" dirty="0" smtClean="0"/>
            <a:t>Cortex-A</a:t>
          </a:r>
          <a:endParaRPr lang="zh-CN" altLang="en-US" sz="1600" b="1" dirty="0"/>
        </a:p>
      </dgm:t>
    </dgm:pt>
    <dgm:pt modelId="{B24BA28E-5AD2-4662-8A88-693B793B54A9}" type="parTrans" cxnId="{9417D89C-C217-4851-A730-45236C914B6A}">
      <dgm:prSet/>
      <dgm:spPr/>
      <dgm:t>
        <a:bodyPr/>
        <a:lstStyle/>
        <a:p>
          <a:endParaRPr lang="zh-CN" altLang="en-US" sz="1600" b="1"/>
        </a:p>
      </dgm:t>
    </dgm:pt>
    <dgm:pt modelId="{D833F7E3-99F3-4BF4-816A-E16BCB6D11B3}" type="sibTrans" cxnId="{9417D89C-C217-4851-A730-45236C914B6A}">
      <dgm:prSet/>
      <dgm:spPr/>
      <dgm:t>
        <a:bodyPr/>
        <a:lstStyle/>
        <a:p>
          <a:endParaRPr lang="zh-CN" altLang="en-US" sz="1600" b="1"/>
        </a:p>
      </dgm:t>
    </dgm:pt>
    <dgm:pt modelId="{6E88E97B-E179-49FB-B0C9-B4F0CFBA0D82}">
      <dgm:prSet phldrT="[文本]" custT="1"/>
      <dgm:spPr/>
      <dgm:t>
        <a:bodyPr/>
        <a:lstStyle/>
        <a:p>
          <a:r>
            <a:rPr lang="en-US" sz="1600" b="1" dirty="0" smtClean="0"/>
            <a:t>Cortex-R</a:t>
          </a:r>
          <a:endParaRPr lang="zh-CN" altLang="en-US" sz="1600" b="1" dirty="0"/>
        </a:p>
      </dgm:t>
    </dgm:pt>
    <dgm:pt modelId="{731C1A74-889E-43C2-AE77-315DEC1A1D24}" type="parTrans" cxnId="{0B2F8F99-4D70-47B8-BB72-C2A4A43914EA}">
      <dgm:prSet/>
      <dgm:spPr/>
      <dgm:t>
        <a:bodyPr/>
        <a:lstStyle/>
        <a:p>
          <a:endParaRPr lang="zh-CN" altLang="en-US" sz="1600" b="1"/>
        </a:p>
      </dgm:t>
    </dgm:pt>
    <dgm:pt modelId="{FB81C361-5746-4D94-82F2-89542833D075}" type="sibTrans" cxnId="{0B2F8F99-4D70-47B8-BB72-C2A4A43914EA}">
      <dgm:prSet/>
      <dgm:spPr/>
      <dgm:t>
        <a:bodyPr/>
        <a:lstStyle/>
        <a:p>
          <a:endParaRPr lang="zh-CN" altLang="en-US" sz="1600" b="1"/>
        </a:p>
      </dgm:t>
    </dgm:pt>
    <dgm:pt modelId="{8FE8A3CC-C05F-4562-9607-BFBB1014C2D9}">
      <dgm:prSet phldrT="[文本]" custT="1"/>
      <dgm:spPr/>
      <dgm:t>
        <a:bodyPr/>
        <a:lstStyle/>
        <a:p>
          <a:r>
            <a:rPr lang="en-US" sz="1600" b="1" dirty="0" smtClean="0"/>
            <a:t>Cortex-M</a:t>
          </a:r>
          <a:endParaRPr lang="zh-CN" altLang="en-US" sz="1600" b="1" dirty="0"/>
        </a:p>
      </dgm:t>
    </dgm:pt>
    <dgm:pt modelId="{D429BB20-FDA9-4C31-9CBC-9D014328C388}" type="parTrans" cxnId="{B409DBEE-B371-4A3B-992C-4D3727F66B0A}">
      <dgm:prSet/>
      <dgm:spPr/>
      <dgm:t>
        <a:bodyPr/>
        <a:lstStyle/>
        <a:p>
          <a:endParaRPr lang="zh-CN" altLang="en-US" sz="1600" b="1"/>
        </a:p>
      </dgm:t>
    </dgm:pt>
    <dgm:pt modelId="{08B83002-F904-4103-90EC-09FC146B7D2B}" type="sibTrans" cxnId="{B409DBEE-B371-4A3B-992C-4D3727F66B0A}">
      <dgm:prSet/>
      <dgm:spPr/>
      <dgm:t>
        <a:bodyPr/>
        <a:lstStyle/>
        <a:p>
          <a:endParaRPr lang="zh-CN" altLang="en-US" sz="1600" b="1"/>
        </a:p>
      </dgm:t>
    </dgm:pt>
    <dgm:pt modelId="{5F7DD976-3D66-4434-A2A9-D574FFBD6841}">
      <dgm:prSet custT="1"/>
      <dgm:spPr/>
      <dgm:t>
        <a:bodyPr/>
        <a:lstStyle/>
        <a:p>
          <a:r>
            <a:rPr lang="zh-CN" altLang="en-US" sz="1600" b="1" dirty="0" smtClean="0"/>
            <a:t>应用程序型，虚拟内存系统架构，适用于高端消费电子领域</a:t>
          </a:r>
          <a:endParaRPr lang="zh-CN" altLang="en-US" sz="1600" b="1" dirty="0"/>
        </a:p>
      </dgm:t>
    </dgm:pt>
    <dgm:pt modelId="{28527F00-1BBF-4374-ABD6-A4737B7557FD}" type="parTrans" cxnId="{FD0B430D-9CC5-43AA-8D2E-62B4BC587869}">
      <dgm:prSet/>
      <dgm:spPr/>
      <dgm:t>
        <a:bodyPr/>
        <a:lstStyle/>
        <a:p>
          <a:endParaRPr lang="zh-CN" altLang="en-US" sz="1600" b="1"/>
        </a:p>
      </dgm:t>
    </dgm:pt>
    <dgm:pt modelId="{ACB42733-EFA7-4AA2-B353-179D58AD6C32}" type="sibTrans" cxnId="{FD0B430D-9CC5-43AA-8D2E-62B4BC587869}">
      <dgm:prSet/>
      <dgm:spPr/>
      <dgm:t>
        <a:bodyPr/>
        <a:lstStyle/>
        <a:p>
          <a:endParaRPr lang="zh-CN" altLang="en-US" sz="1600" b="1"/>
        </a:p>
      </dgm:t>
    </dgm:pt>
    <dgm:pt modelId="{1F86031B-A83A-417B-BCDD-D533A038BA34}">
      <dgm:prSet phldrT="[文本]" custT="1"/>
      <dgm:spPr/>
      <dgm:t>
        <a:bodyPr/>
        <a:lstStyle/>
        <a:p>
          <a:r>
            <a:rPr lang="zh-CN" altLang="en-US" sz="1600" b="1" dirty="0" smtClean="0"/>
            <a:t>实时型，针对高性能高实时性的应用</a:t>
          </a:r>
          <a:endParaRPr lang="zh-CN" altLang="en-US" sz="1600" b="1" dirty="0"/>
        </a:p>
      </dgm:t>
    </dgm:pt>
    <dgm:pt modelId="{807513B7-08AD-44C9-B2D8-C318A36E57F1}" type="parTrans" cxnId="{261BDB7E-4766-4DF4-9B60-C2C45CEB69DD}">
      <dgm:prSet/>
      <dgm:spPr/>
      <dgm:t>
        <a:bodyPr/>
        <a:lstStyle/>
        <a:p>
          <a:endParaRPr lang="zh-CN" altLang="en-US" sz="1600" b="1"/>
        </a:p>
      </dgm:t>
    </dgm:pt>
    <dgm:pt modelId="{1770EC31-B418-4F78-8162-7B5D6331B419}" type="sibTrans" cxnId="{261BDB7E-4766-4DF4-9B60-C2C45CEB69DD}">
      <dgm:prSet/>
      <dgm:spPr/>
      <dgm:t>
        <a:bodyPr/>
        <a:lstStyle/>
        <a:p>
          <a:endParaRPr lang="zh-CN" altLang="en-US" sz="1600" b="1"/>
        </a:p>
      </dgm:t>
    </dgm:pt>
    <dgm:pt modelId="{97C234B7-966E-4219-9614-4FE2609216A5}">
      <dgm:prSet phldrT="[文本]" custT="1"/>
      <dgm:spPr/>
      <dgm:t>
        <a:bodyPr/>
        <a:lstStyle/>
        <a:p>
          <a:r>
            <a:rPr lang="zh-CN" altLang="en-US" sz="1600" b="1" dirty="0" smtClean="0"/>
            <a:t>微控制器型，适合低功耗、高性能且成本敏感的产品，主要面向嵌入式及工业控制领域</a:t>
          </a:r>
          <a:endParaRPr lang="zh-CN" altLang="en-US" sz="1600" b="1" dirty="0"/>
        </a:p>
      </dgm:t>
    </dgm:pt>
    <dgm:pt modelId="{18A22062-5750-42BB-B931-ABF4E965171A}" type="parTrans" cxnId="{F1E7C1CF-15E7-4272-9754-4F052D1FBBAC}">
      <dgm:prSet/>
      <dgm:spPr/>
      <dgm:t>
        <a:bodyPr/>
        <a:lstStyle/>
        <a:p>
          <a:endParaRPr lang="zh-CN" altLang="en-US" sz="1600" b="1"/>
        </a:p>
      </dgm:t>
    </dgm:pt>
    <dgm:pt modelId="{1EBE49E6-3B2A-4EA8-A282-29364B73C1B7}" type="sibTrans" cxnId="{F1E7C1CF-15E7-4272-9754-4F052D1FBBAC}">
      <dgm:prSet/>
      <dgm:spPr/>
      <dgm:t>
        <a:bodyPr/>
        <a:lstStyle/>
        <a:p>
          <a:endParaRPr lang="zh-CN" altLang="en-US" sz="1600" b="1"/>
        </a:p>
      </dgm:t>
    </dgm:pt>
    <dgm:pt modelId="{D77D5925-7968-4923-BE78-62A08F60B9AC}" type="pres">
      <dgm:prSet presAssocID="{7E253D3B-60F8-4A5F-9EF9-A623A526B36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24154C8A-CC80-4499-92DC-441F16E74B13}" type="pres">
      <dgm:prSet presAssocID="{1E59F7EB-0548-479B-B4BD-4905B420884A}" presName="hierRoot1" presStyleCnt="0">
        <dgm:presLayoutVars>
          <dgm:hierBranch val="init"/>
        </dgm:presLayoutVars>
      </dgm:prSet>
      <dgm:spPr/>
    </dgm:pt>
    <dgm:pt modelId="{ECDB291B-7D50-45E4-82EA-6BCDB86504D3}" type="pres">
      <dgm:prSet presAssocID="{1E59F7EB-0548-479B-B4BD-4905B420884A}" presName="rootComposite1" presStyleCnt="0"/>
      <dgm:spPr/>
    </dgm:pt>
    <dgm:pt modelId="{25075BAB-483A-441F-858C-DE3FE38FF61F}" type="pres">
      <dgm:prSet presAssocID="{1E59F7EB-0548-479B-B4BD-4905B420884A}" presName="rootText1" presStyleLbl="node0" presStyleIdx="0" presStyleCnt="1" custScaleX="113215" custScaleY="1519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291B959-5998-4AE6-ACFC-0D3643CE7B01}" type="pres">
      <dgm:prSet presAssocID="{1E59F7EB-0548-479B-B4BD-4905B420884A}" presName="rootConnector1" presStyleLbl="node1" presStyleIdx="0" presStyleCnt="0"/>
      <dgm:spPr/>
      <dgm:t>
        <a:bodyPr/>
        <a:lstStyle/>
        <a:p>
          <a:endParaRPr lang="zh-CN" altLang="en-US"/>
        </a:p>
      </dgm:t>
    </dgm:pt>
    <dgm:pt modelId="{8717959B-F24F-4C28-8623-86B58730BCC0}" type="pres">
      <dgm:prSet presAssocID="{1E59F7EB-0548-479B-B4BD-4905B420884A}" presName="hierChild2" presStyleCnt="0"/>
      <dgm:spPr/>
    </dgm:pt>
    <dgm:pt modelId="{9CE5C9F6-6260-4A30-AB16-D9C0C893F75D}" type="pres">
      <dgm:prSet presAssocID="{B24BA28E-5AD2-4662-8A88-693B793B54A9}" presName="Name64" presStyleLbl="parChTrans1D2" presStyleIdx="0" presStyleCnt="3"/>
      <dgm:spPr/>
      <dgm:t>
        <a:bodyPr/>
        <a:lstStyle/>
        <a:p>
          <a:endParaRPr lang="zh-CN" altLang="en-US"/>
        </a:p>
      </dgm:t>
    </dgm:pt>
    <dgm:pt modelId="{D5CB33FB-3103-4B2A-AC7B-EC8BEB76F77C}" type="pres">
      <dgm:prSet presAssocID="{C0AB23DE-54E7-4364-98AB-C755127D86EB}" presName="hierRoot2" presStyleCnt="0">
        <dgm:presLayoutVars>
          <dgm:hierBranch val="init"/>
        </dgm:presLayoutVars>
      </dgm:prSet>
      <dgm:spPr/>
    </dgm:pt>
    <dgm:pt modelId="{8BDF407F-AFA2-43EE-AC06-3A0DEFE87ED9}" type="pres">
      <dgm:prSet presAssocID="{C0AB23DE-54E7-4364-98AB-C755127D86EB}" presName="rootComposite" presStyleCnt="0"/>
      <dgm:spPr/>
    </dgm:pt>
    <dgm:pt modelId="{185FEF55-B507-41DD-AD3E-11914C49CEFE}" type="pres">
      <dgm:prSet presAssocID="{C0AB23DE-54E7-4364-98AB-C755127D86EB}" presName="rootText" presStyleLbl="node2" presStyleIdx="0" presStyleCnt="3" custScaleX="60211" custScaleY="1519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32FD9F3-D74C-4308-88BE-6FF3393A2D97}" type="pres">
      <dgm:prSet presAssocID="{C0AB23DE-54E7-4364-98AB-C755127D86EB}" presName="rootConnector" presStyleLbl="node2" presStyleIdx="0" presStyleCnt="3"/>
      <dgm:spPr/>
      <dgm:t>
        <a:bodyPr/>
        <a:lstStyle/>
        <a:p>
          <a:endParaRPr lang="zh-CN" altLang="en-US"/>
        </a:p>
      </dgm:t>
    </dgm:pt>
    <dgm:pt modelId="{136660AD-B0A7-4E8A-8AD1-2F2E56A1A97E}" type="pres">
      <dgm:prSet presAssocID="{C0AB23DE-54E7-4364-98AB-C755127D86EB}" presName="hierChild4" presStyleCnt="0"/>
      <dgm:spPr/>
    </dgm:pt>
    <dgm:pt modelId="{A4F4B547-A26C-4110-A042-6672C57721D3}" type="pres">
      <dgm:prSet presAssocID="{28527F00-1BBF-4374-ABD6-A4737B7557FD}" presName="Name64" presStyleLbl="parChTrans1D3" presStyleIdx="0" presStyleCnt="3"/>
      <dgm:spPr/>
      <dgm:t>
        <a:bodyPr/>
        <a:lstStyle/>
        <a:p>
          <a:endParaRPr lang="zh-CN" altLang="en-US"/>
        </a:p>
      </dgm:t>
    </dgm:pt>
    <dgm:pt modelId="{94698E93-1311-4F2C-AFCC-B3A3904CAE2A}" type="pres">
      <dgm:prSet presAssocID="{5F7DD976-3D66-4434-A2A9-D574FFBD6841}" presName="hierRoot2" presStyleCnt="0">
        <dgm:presLayoutVars>
          <dgm:hierBranch val="init"/>
        </dgm:presLayoutVars>
      </dgm:prSet>
      <dgm:spPr/>
    </dgm:pt>
    <dgm:pt modelId="{14F0B9B1-1838-4353-877B-2D2ACD50DEB2}" type="pres">
      <dgm:prSet presAssocID="{5F7DD976-3D66-4434-A2A9-D574FFBD6841}" presName="rootComposite" presStyleCnt="0"/>
      <dgm:spPr/>
    </dgm:pt>
    <dgm:pt modelId="{1224CE18-E368-4791-82DB-E8D903967A1E}" type="pres">
      <dgm:prSet presAssocID="{5F7DD976-3D66-4434-A2A9-D574FFBD6841}" presName="rootText" presStyleLbl="node3" presStyleIdx="0" presStyleCnt="3" custScaleX="258661" custScaleY="1519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8DE0E18-55CD-4BED-A11D-1F128E11491E}" type="pres">
      <dgm:prSet presAssocID="{5F7DD976-3D66-4434-A2A9-D574FFBD6841}" presName="rootConnector" presStyleLbl="node3" presStyleIdx="0" presStyleCnt="3"/>
      <dgm:spPr/>
      <dgm:t>
        <a:bodyPr/>
        <a:lstStyle/>
        <a:p>
          <a:endParaRPr lang="zh-CN" altLang="en-US"/>
        </a:p>
      </dgm:t>
    </dgm:pt>
    <dgm:pt modelId="{A58187B0-A04A-43C4-9E71-EC84EB5CD15B}" type="pres">
      <dgm:prSet presAssocID="{5F7DD976-3D66-4434-A2A9-D574FFBD6841}" presName="hierChild4" presStyleCnt="0"/>
      <dgm:spPr/>
    </dgm:pt>
    <dgm:pt modelId="{1D5C5675-F704-4A9D-ABB6-677586FAE0B5}" type="pres">
      <dgm:prSet presAssocID="{5F7DD976-3D66-4434-A2A9-D574FFBD6841}" presName="hierChild5" presStyleCnt="0"/>
      <dgm:spPr/>
    </dgm:pt>
    <dgm:pt modelId="{A5BB5FDB-97A9-4A80-BB26-DF26EBF82C4C}" type="pres">
      <dgm:prSet presAssocID="{C0AB23DE-54E7-4364-98AB-C755127D86EB}" presName="hierChild5" presStyleCnt="0"/>
      <dgm:spPr/>
    </dgm:pt>
    <dgm:pt modelId="{5176AEC5-A7C2-4AA4-A606-88C939896483}" type="pres">
      <dgm:prSet presAssocID="{731C1A74-889E-43C2-AE77-315DEC1A1D24}" presName="Name64" presStyleLbl="parChTrans1D2" presStyleIdx="1" presStyleCnt="3"/>
      <dgm:spPr/>
      <dgm:t>
        <a:bodyPr/>
        <a:lstStyle/>
        <a:p>
          <a:endParaRPr lang="zh-CN" altLang="en-US"/>
        </a:p>
      </dgm:t>
    </dgm:pt>
    <dgm:pt modelId="{37F0EB41-7090-476E-8885-27BDC35B2D6F}" type="pres">
      <dgm:prSet presAssocID="{6E88E97B-E179-49FB-B0C9-B4F0CFBA0D82}" presName="hierRoot2" presStyleCnt="0">
        <dgm:presLayoutVars>
          <dgm:hierBranch val="init"/>
        </dgm:presLayoutVars>
      </dgm:prSet>
      <dgm:spPr/>
    </dgm:pt>
    <dgm:pt modelId="{E4C76ED8-BD1B-45C7-95D5-D0891BBC2B03}" type="pres">
      <dgm:prSet presAssocID="{6E88E97B-E179-49FB-B0C9-B4F0CFBA0D82}" presName="rootComposite" presStyleCnt="0"/>
      <dgm:spPr/>
    </dgm:pt>
    <dgm:pt modelId="{8DE148CE-3B46-42B7-9CAE-D3C7A2B2E9F7}" type="pres">
      <dgm:prSet presAssocID="{6E88E97B-E179-49FB-B0C9-B4F0CFBA0D82}" presName="rootText" presStyleLbl="node2" presStyleIdx="1" presStyleCnt="3" custScaleX="60211" custScaleY="1519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4A265C45-2B26-4471-9620-05E7E0DAAB61}" type="pres">
      <dgm:prSet presAssocID="{6E88E97B-E179-49FB-B0C9-B4F0CFBA0D82}" presName="rootConnector" presStyleLbl="node2" presStyleIdx="1" presStyleCnt="3"/>
      <dgm:spPr/>
      <dgm:t>
        <a:bodyPr/>
        <a:lstStyle/>
        <a:p>
          <a:endParaRPr lang="zh-CN" altLang="en-US"/>
        </a:p>
      </dgm:t>
    </dgm:pt>
    <dgm:pt modelId="{EF28033A-3A84-43D4-BDB8-B1B4E3052C1F}" type="pres">
      <dgm:prSet presAssocID="{6E88E97B-E179-49FB-B0C9-B4F0CFBA0D82}" presName="hierChild4" presStyleCnt="0"/>
      <dgm:spPr/>
    </dgm:pt>
    <dgm:pt modelId="{A4213404-4639-4ED2-8AAE-A2DA72FD6010}" type="pres">
      <dgm:prSet presAssocID="{807513B7-08AD-44C9-B2D8-C318A36E57F1}" presName="Name64" presStyleLbl="parChTrans1D3" presStyleIdx="1" presStyleCnt="3"/>
      <dgm:spPr/>
      <dgm:t>
        <a:bodyPr/>
        <a:lstStyle/>
        <a:p>
          <a:endParaRPr lang="zh-CN" altLang="en-US"/>
        </a:p>
      </dgm:t>
    </dgm:pt>
    <dgm:pt modelId="{C94AB105-82EF-4045-97CD-622D193D329B}" type="pres">
      <dgm:prSet presAssocID="{1F86031B-A83A-417B-BCDD-D533A038BA34}" presName="hierRoot2" presStyleCnt="0">
        <dgm:presLayoutVars>
          <dgm:hierBranch val="init"/>
        </dgm:presLayoutVars>
      </dgm:prSet>
      <dgm:spPr/>
    </dgm:pt>
    <dgm:pt modelId="{A7B0D6E6-1CF0-4DFE-A626-F13A53DBC44D}" type="pres">
      <dgm:prSet presAssocID="{1F86031B-A83A-417B-BCDD-D533A038BA34}" presName="rootComposite" presStyleCnt="0"/>
      <dgm:spPr/>
    </dgm:pt>
    <dgm:pt modelId="{45A0DBF7-3D2D-4037-863F-AED33506CC52}" type="pres">
      <dgm:prSet presAssocID="{1F86031B-A83A-417B-BCDD-D533A038BA34}" presName="rootText" presStyleLbl="node3" presStyleIdx="1" presStyleCnt="3" custScaleX="257791" custScaleY="1519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034A1A1-8C84-4E07-9515-6FFC4A548DFA}" type="pres">
      <dgm:prSet presAssocID="{1F86031B-A83A-417B-BCDD-D533A038BA34}" presName="rootConnector" presStyleLbl="node3" presStyleIdx="1" presStyleCnt="3"/>
      <dgm:spPr/>
      <dgm:t>
        <a:bodyPr/>
        <a:lstStyle/>
        <a:p>
          <a:endParaRPr lang="zh-CN" altLang="en-US"/>
        </a:p>
      </dgm:t>
    </dgm:pt>
    <dgm:pt modelId="{8A20DCDD-5060-4BCA-8A74-5581CEAD8992}" type="pres">
      <dgm:prSet presAssocID="{1F86031B-A83A-417B-BCDD-D533A038BA34}" presName="hierChild4" presStyleCnt="0"/>
      <dgm:spPr/>
    </dgm:pt>
    <dgm:pt modelId="{7D97EC26-093E-4E85-BA75-6B10423EC45D}" type="pres">
      <dgm:prSet presAssocID="{1F86031B-A83A-417B-BCDD-D533A038BA34}" presName="hierChild5" presStyleCnt="0"/>
      <dgm:spPr/>
    </dgm:pt>
    <dgm:pt modelId="{60A7991E-2D11-43AF-A9A8-6E1536615895}" type="pres">
      <dgm:prSet presAssocID="{6E88E97B-E179-49FB-B0C9-B4F0CFBA0D82}" presName="hierChild5" presStyleCnt="0"/>
      <dgm:spPr/>
    </dgm:pt>
    <dgm:pt modelId="{ED1CE354-B61C-4A45-BD0C-ECBE5656973F}" type="pres">
      <dgm:prSet presAssocID="{D429BB20-FDA9-4C31-9CBC-9D014328C388}" presName="Name64" presStyleLbl="parChTrans1D2" presStyleIdx="2" presStyleCnt="3"/>
      <dgm:spPr/>
      <dgm:t>
        <a:bodyPr/>
        <a:lstStyle/>
        <a:p>
          <a:endParaRPr lang="zh-CN" altLang="en-US"/>
        </a:p>
      </dgm:t>
    </dgm:pt>
    <dgm:pt modelId="{977FCD78-B8E8-4CB0-8E2C-0A90BD445117}" type="pres">
      <dgm:prSet presAssocID="{8FE8A3CC-C05F-4562-9607-BFBB1014C2D9}" presName="hierRoot2" presStyleCnt="0">
        <dgm:presLayoutVars>
          <dgm:hierBranch val="init"/>
        </dgm:presLayoutVars>
      </dgm:prSet>
      <dgm:spPr/>
    </dgm:pt>
    <dgm:pt modelId="{7C4EB152-A755-4A74-B887-BD8356D67180}" type="pres">
      <dgm:prSet presAssocID="{8FE8A3CC-C05F-4562-9607-BFBB1014C2D9}" presName="rootComposite" presStyleCnt="0"/>
      <dgm:spPr/>
    </dgm:pt>
    <dgm:pt modelId="{01DAF349-659D-4F60-BEDB-36CD37B4F65D}" type="pres">
      <dgm:prSet presAssocID="{8FE8A3CC-C05F-4562-9607-BFBB1014C2D9}" presName="rootText" presStyleLbl="node2" presStyleIdx="2" presStyleCnt="3" custScaleX="60211" custScaleY="1519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A37DBDC-45C0-4745-A91D-0486C2084886}" type="pres">
      <dgm:prSet presAssocID="{8FE8A3CC-C05F-4562-9607-BFBB1014C2D9}" presName="rootConnector" presStyleLbl="node2" presStyleIdx="2" presStyleCnt="3"/>
      <dgm:spPr/>
      <dgm:t>
        <a:bodyPr/>
        <a:lstStyle/>
        <a:p>
          <a:endParaRPr lang="zh-CN" altLang="en-US"/>
        </a:p>
      </dgm:t>
    </dgm:pt>
    <dgm:pt modelId="{7BCB7B2B-BC8A-4F29-B252-B88931881F10}" type="pres">
      <dgm:prSet presAssocID="{8FE8A3CC-C05F-4562-9607-BFBB1014C2D9}" presName="hierChild4" presStyleCnt="0"/>
      <dgm:spPr/>
    </dgm:pt>
    <dgm:pt modelId="{9D1521C3-59A1-4BE9-A2A6-66C5E9278FBB}" type="pres">
      <dgm:prSet presAssocID="{18A22062-5750-42BB-B931-ABF4E965171A}" presName="Name64" presStyleLbl="parChTrans1D3" presStyleIdx="2" presStyleCnt="3"/>
      <dgm:spPr/>
      <dgm:t>
        <a:bodyPr/>
        <a:lstStyle/>
        <a:p>
          <a:endParaRPr lang="zh-CN" altLang="en-US"/>
        </a:p>
      </dgm:t>
    </dgm:pt>
    <dgm:pt modelId="{EBFF7FED-BA38-46E2-BAE4-07DBAA95D320}" type="pres">
      <dgm:prSet presAssocID="{97C234B7-966E-4219-9614-4FE2609216A5}" presName="hierRoot2" presStyleCnt="0">
        <dgm:presLayoutVars>
          <dgm:hierBranch val="init"/>
        </dgm:presLayoutVars>
      </dgm:prSet>
      <dgm:spPr/>
    </dgm:pt>
    <dgm:pt modelId="{26EF543D-906F-4BB7-8CDB-3C1B6E7A3BA8}" type="pres">
      <dgm:prSet presAssocID="{97C234B7-966E-4219-9614-4FE2609216A5}" presName="rootComposite" presStyleCnt="0"/>
      <dgm:spPr/>
    </dgm:pt>
    <dgm:pt modelId="{69E51075-4A0E-4FA2-ACC7-4CBD46B87266}" type="pres">
      <dgm:prSet presAssocID="{97C234B7-966E-4219-9614-4FE2609216A5}" presName="rootText" presStyleLbl="node3" presStyleIdx="2" presStyleCnt="3" custScaleX="258037" custScaleY="151995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EE4BB90-23A6-40BD-925F-E6E9CD45E50E}" type="pres">
      <dgm:prSet presAssocID="{97C234B7-966E-4219-9614-4FE2609216A5}" presName="rootConnector" presStyleLbl="node3" presStyleIdx="2" presStyleCnt="3"/>
      <dgm:spPr/>
      <dgm:t>
        <a:bodyPr/>
        <a:lstStyle/>
        <a:p>
          <a:endParaRPr lang="zh-CN" altLang="en-US"/>
        </a:p>
      </dgm:t>
    </dgm:pt>
    <dgm:pt modelId="{B0BF67E3-BBC2-41C8-A4B5-8D64D544A8F9}" type="pres">
      <dgm:prSet presAssocID="{97C234B7-966E-4219-9614-4FE2609216A5}" presName="hierChild4" presStyleCnt="0"/>
      <dgm:spPr/>
    </dgm:pt>
    <dgm:pt modelId="{B9C082AF-4D84-4528-9B10-A2B6A5EDA033}" type="pres">
      <dgm:prSet presAssocID="{97C234B7-966E-4219-9614-4FE2609216A5}" presName="hierChild5" presStyleCnt="0"/>
      <dgm:spPr/>
    </dgm:pt>
    <dgm:pt modelId="{CC4D18F3-67E5-487F-A576-7835FE6AAC1B}" type="pres">
      <dgm:prSet presAssocID="{8FE8A3CC-C05F-4562-9607-BFBB1014C2D9}" presName="hierChild5" presStyleCnt="0"/>
      <dgm:spPr/>
    </dgm:pt>
    <dgm:pt modelId="{D552FCBC-7007-4815-8249-5939FC433868}" type="pres">
      <dgm:prSet presAssocID="{1E59F7EB-0548-479B-B4BD-4905B420884A}" presName="hierChild3" presStyleCnt="0"/>
      <dgm:spPr/>
    </dgm:pt>
  </dgm:ptLst>
  <dgm:cxnLst>
    <dgm:cxn modelId="{2089C425-1E3D-4014-BF03-5D274F12BD1F}" type="presOf" srcId="{8FE8A3CC-C05F-4562-9607-BFBB1014C2D9}" destId="{2A37DBDC-45C0-4745-A91D-0486C2084886}" srcOrd="1" destOrd="0" presId="urn:microsoft.com/office/officeart/2009/3/layout/HorizontalOrganizationChart"/>
    <dgm:cxn modelId="{DA4A3A49-7492-4D9B-A76B-085BB8E67231}" type="presOf" srcId="{97C234B7-966E-4219-9614-4FE2609216A5}" destId="{69E51075-4A0E-4FA2-ACC7-4CBD46B87266}" srcOrd="0" destOrd="0" presId="urn:microsoft.com/office/officeart/2009/3/layout/HorizontalOrganizationChart"/>
    <dgm:cxn modelId="{F1E7C1CF-15E7-4272-9754-4F052D1FBBAC}" srcId="{8FE8A3CC-C05F-4562-9607-BFBB1014C2D9}" destId="{97C234B7-966E-4219-9614-4FE2609216A5}" srcOrd="0" destOrd="0" parTransId="{18A22062-5750-42BB-B931-ABF4E965171A}" sibTransId="{1EBE49E6-3B2A-4EA8-A282-29364B73C1B7}"/>
    <dgm:cxn modelId="{64B19104-22FC-4A62-98E6-A45899DF322D}" type="presOf" srcId="{C0AB23DE-54E7-4364-98AB-C755127D86EB}" destId="{185FEF55-B507-41DD-AD3E-11914C49CEFE}" srcOrd="0" destOrd="0" presId="urn:microsoft.com/office/officeart/2009/3/layout/HorizontalOrganizationChart"/>
    <dgm:cxn modelId="{FEA92497-F3FA-4F0C-930E-AA023BAE3165}" type="presOf" srcId="{B24BA28E-5AD2-4662-8A88-693B793B54A9}" destId="{9CE5C9F6-6260-4A30-AB16-D9C0C893F75D}" srcOrd="0" destOrd="0" presId="urn:microsoft.com/office/officeart/2009/3/layout/HorizontalOrganizationChart"/>
    <dgm:cxn modelId="{62ED11E0-1B96-4F6D-AF89-4416F0A58BA5}" type="presOf" srcId="{1E59F7EB-0548-479B-B4BD-4905B420884A}" destId="{D291B959-5998-4AE6-ACFC-0D3643CE7B01}" srcOrd="1" destOrd="0" presId="urn:microsoft.com/office/officeart/2009/3/layout/HorizontalOrganizationChart"/>
    <dgm:cxn modelId="{7FE36F7C-919F-4614-863B-921B71896C5F}" type="presOf" srcId="{6E88E97B-E179-49FB-B0C9-B4F0CFBA0D82}" destId="{4A265C45-2B26-4471-9620-05E7E0DAAB61}" srcOrd="1" destOrd="0" presId="urn:microsoft.com/office/officeart/2009/3/layout/HorizontalOrganizationChart"/>
    <dgm:cxn modelId="{9417D89C-C217-4851-A730-45236C914B6A}" srcId="{1E59F7EB-0548-479B-B4BD-4905B420884A}" destId="{C0AB23DE-54E7-4364-98AB-C755127D86EB}" srcOrd="0" destOrd="0" parTransId="{B24BA28E-5AD2-4662-8A88-693B793B54A9}" sibTransId="{D833F7E3-99F3-4BF4-816A-E16BCB6D11B3}"/>
    <dgm:cxn modelId="{760F4EC8-A45F-46E7-9431-ED70630B4EFF}" type="presOf" srcId="{D429BB20-FDA9-4C31-9CBC-9D014328C388}" destId="{ED1CE354-B61C-4A45-BD0C-ECBE5656973F}" srcOrd="0" destOrd="0" presId="urn:microsoft.com/office/officeart/2009/3/layout/HorizontalOrganizationChart"/>
    <dgm:cxn modelId="{87D1FEA5-D458-489A-953F-261BDC1B5E3B}" type="presOf" srcId="{28527F00-1BBF-4374-ABD6-A4737B7557FD}" destId="{A4F4B547-A26C-4110-A042-6672C57721D3}" srcOrd="0" destOrd="0" presId="urn:microsoft.com/office/officeart/2009/3/layout/HorizontalOrganizationChart"/>
    <dgm:cxn modelId="{95ED931B-D0A4-4374-9B60-765E40D6A33B}" type="presOf" srcId="{807513B7-08AD-44C9-B2D8-C318A36E57F1}" destId="{A4213404-4639-4ED2-8AAE-A2DA72FD6010}" srcOrd="0" destOrd="0" presId="urn:microsoft.com/office/officeart/2009/3/layout/HorizontalOrganizationChart"/>
    <dgm:cxn modelId="{D6C26322-C713-4DE7-A671-1200D811C021}" type="presOf" srcId="{731C1A74-889E-43C2-AE77-315DEC1A1D24}" destId="{5176AEC5-A7C2-4AA4-A606-88C939896483}" srcOrd="0" destOrd="0" presId="urn:microsoft.com/office/officeart/2009/3/layout/HorizontalOrganizationChart"/>
    <dgm:cxn modelId="{5F25E613-2C93-460F-927C-25751BD95E42}" type="presOf" srcId="{5F7DD976-3D66-4434-A2A9-D574FFBD6841}" destId="{1224CE18-E368-4791-82DB-E8D903967A1E}" srcOrd="0" destOrd="0" presId="urn:microsoft.com/office/officeart/2009/3/layout/HorizontalOrganizationChart"/>
    <dgm:cxn modelId="{2930955B-1134-47E5-B83A-DD83EAC6A33A}" type="presOf" srcId="{7E253D3B-60F8-4A5F-9EF9-A623A526B368}" destId="{D77D5925-7968-4923-BE78-62A08F60B9AC}" srcOrd="0" destOrd="0" presId="urn:microsoft.com/office/officeart/2009/3/layout/HorizontalOrganizationChart"/>
    <dgm:cxn modelId="{B409DBEE-B371-4A3B-992C-4D3727F66B0A}" srcId="{1E59F7EB-0548-479B-B4BD-4905B420884A}" destId="{8FE8A3CC-C05F-4562-9607-BFBB1014C2D9}" srcOrd="2" destOrd="0" parTransId="{D429BB20-FDA9-4C31-9CBC-9D014328C388}" sibTransId="{08B83002-F904-4103-90EC-09FC146B7D2B}"/>
    <dgm:cxn modelId="{EFF5AAA6-9EC8-4FE3-9F4B-FD1C6909CEB8}" type="presOf" srcId="{1F86031B-A83A-417B-BCDD-D533A038BA34}" destId="{F034A1A1-8C84-4E07-9515-6FFC4A548DFA}" srcOrd="1" destOrd="0" presId="urn:microsoft.com/office/officeart/2009/3/layout/HorizontalOrganizationChart"/>
    <dgm:cxn modelId="{308362BC-DBA9-40C4-A9C6-DD9589580BF1}" type="presOf" srcId="{97C234B7-966E-4219-9614-4FE2609216A5}" destId="{3EE4BB90-23A6-40BD-925F-E6E9CD45E50E}" srcOrd="1" destOrd="0" presId="urn:microsoft.com/office/officeart/2009/3/layout/HorizontalOrganizationChart"/>
    <dgm:cxn modelId="{7FA6BFC1-C2C3-4B1F-8160-8DCC522544CF}" type="presOf" srcId="{C0AB23DE-54E7-4364-98AB-C755127D86EB}" destId="{932FD9F3-D74C-4308-88BE-6FF3393A2D97}" srcOrd="1" destOrd="0" presId="urn:microsoft.com/office/officeart/2009/3/layout/HorizontalOrganizationChart"/>
    <dgm:cxn modelId="{C727DE53-267B-45FB-917D-12C0230B07E9}" type="presOf" srcId="{8FE8A3CC-C05F-4562-9607-BFBB1014C2D9}" destId="{01DAF349-659D-4F60-BEDB-36CD37B4F65D}" srcOrd="0" destOrd="0" presId="urn:microsoft.com/office/officeart/2009/3/layout/HorizontalOrganizationChart"/>
    <dgm:cxn modelId="{0B54CD60-6478-4BC4-BEA2-95CE99C0C89D}" type="presOf" srcId="{1F86031B-A83A-417B-BCDD-D533A038BA34}" destId="{45A0DBF7-3D2D-4037-863F-AED33506CC52}" srcOrd="0" destOrd="0" presId="urn:microsoft.com/office/officeart/2009/3/layout/HorizontalOrganizationChart"/>
    <dgm:cxn modelId="{0A673265-F77B-44D2-8072-32F46CA1189C}" type="presOf" srcId="{6E88E97B-E179-49FB-B0C9-B4F0CFBA0D82}" destId="{8DE148CE-3B46-42B7-9CAE-D3C7A2B2E9F7}" srcOrd="0" destOrd="0" presId="urn:microsoft.com/office/officeart/2009/3/layout/HorizontalOrganizationChart"/>
    <dgm:cxn modelId="{6107C0E1-4482-498A-A492-3AB7AF9EB71D}" srcId="{7E253D3B-60F8-4A5F-9EF9-A623A526B368}" destId="{1E59F7EB-0548-479B-B4BD-4905B420884A}" srcOrd="0" destOrd="0" parTransId="{AD235F86-1859-43F4-86ED-F081A14C5689}" sibTransId="{2ECED9E1-7C7D-43A0-852A-A0F9086ACA94}"/>
    <dgm:cxn modelId="{FD0B430D-9CC5-43AA-8D2E-62B4BC587869}" srcId="{C0AB23DE-54E7-4364-98AB-C755127D86EB}" destId="{5F7DD976-3D66-4434-A2A9-D574FFBD6841}" srcOrd="0" destOrd="0" parTransId="{28527F00-1BBF-4374-ABD6-A4737B7557FD}" sibTransId="{ACB42733-EFA7-4AA2-B353-179D58AD6C32}"/>
    <dgm:cxn modelId="{68505481-920D-430B-B52A-A81997EF0BE3}" type="presOf" srcId="{18A22062-5750-42BB-B931-ABF4E965171A}" destId="{9D1521C3-59A1-4BE9-A2A6-66C5E9278FBB}" srcOrd="0" destOrd="0" presId="urn:microsoft.com/office/officeart/2009/3/layout/HorizontalOrganizationChart"/>
    <dgm:cxn modelId="{261BDB7E-4766-4DF4-9B60-C2C45CEB69DD}" srcId="{6E88E97B-E179-49FB-B0C9-B4F0CFBA0D82}" destId="{1F86031B-A83A-417B-BCDD-D533A038BA34}" srcOrd="0" destOrd="0" parTransId="{807513B7-08AD-44C9-B2D8-C318A36E57F1}" sibTransId="{1770EC31-B418-4F78-8162-7B5D6331B419}"/>
    <dgm:cxn modelId="{D4E8CEE3-689B-434F-8610-7667D8CFC0CA}" type="presOf" srcId="{5F7DD976-3D66-4434-A2A9-D574FFBD6841}" destId="{78DE0E18-55CD-4BED-A11D-1F128E11491E}" srcOrd="1" destOrd="0" presId="urn:microsoft.com/office/officeart/2009/3/layout/HorizontalOrganizationChart"/>
    <dgm:cxn modelId="{0B2F8F99-4D70-47B8-BB72-C2A4A43914EA}" srcId="{1E59F7EB-0548-479B-B4BD-4905B420884A}" destId="{6E88E97B-E179-49FB-B0C9-B4F0CFBA0D82}" srcOrd="1" destOrd="0" parTransId="{731C1A74-889E-43C2-AE77-315DEC1A1D24}" sibTransId="{FB81C361-5746-4D94-82F2-89542833D075}"/>
    <dgm:cxn modelId="{29559F94-8C77-4D04-9F8F-EA5CCBBA3D57}" type="presOf" srcId="{1E59F7EB-0548-479B-B4BD-4905B420884A}" destId="{25075BAB-483A-441F-858C-DE3FE38FF61F}" srcOrd="0" destOrd="0" presId="urn:microsoft.com/office/officeart/2009/3/layout/HorizontalOrganizationChart"/>
    <dgm:cxn modelId="{786CAC01-855D-43A9-BD68-F2C57771D43D}" type="presParOf" srcId="{D77D5925-7968-4923-BE78-62A08F60B9AC}" destId="{24154C8A-CC80-4499-92DC-441F16E74B13}" srcOrd="0" destOrd="0" presId="urn:microsoft.com/office/officeart/2009/3/layout/HorizontalOrganizationChart"/>
    <dgm:cxn modelId="{EB2E8130-19F0-4B1D-8102-B3EF6A2F7C27}" type="presParOf" srcId="{24154C8A-CC80-4499-92DC-441F16E74B13}" destId="{ECDB291B-7D50-45E4-82EA-6BCDB86504D3}" srcOrd="0" destOrd="0" presId="urn:microsoft.com/office/officeart/2009/3/layout/HorizontalOrganizationChart"/>
    <dgm:cxn modelId="{4C41C383-B484-48DF-8D12-6B0DDD7360FF}" type="presParOf" srcId="{ECDB291B-7D50-45E4-82EA-6BCDB86504D3}" destId="{25075BAB-483A-441F-858C-DE3FE38FF61F}" srcOrd="0" destOrd="0" presId="urn:microsoft.com/office/officeart/2009/3/layout/HorizontalOrganizationChart"/>
    <dgm:cxn modelId="{AEDF3938-1324-4F64-AE2C-E23008CE7514}" type="presParOf" srcId="{ECDB291B-7D50-45E4-82EA-6BCDB86504D3}" destId="{D291B959-5998-4AE6-ACFC-0D3643CE7B01}" srcOrd="1" destOrd="0" presId="urn:microsoft.com/office/officeart/2009/3/layout/HorizontalOrganizationChart"/>
    <dgm:cxn modelId="{D4452DCC-9EF1-42CE-B22D-531FDEAEE284}" type="presParOf" srcId="{24154C8A-CC80-4499-92DC-441F16E74B13}" destId="{8717959B-F24F-4C28-8623-86B58730BCC0}" srcOrd="1" destOrd="0" presId="urn:microsoft.com/office/officeart/2009/3/layout/HorizontalOrganizationChart"/>
    <dgm:cxn modelId="{8AC87886-F204-4532-829D-5975449AEA80}" type="presParOf" srcId="{8717959B-F24F-4C28-8623-86B58730BCC0}" destId="{9CE5C9F6-6260-4A30-AB16-D9C0C893F75D}" srcOrd="0" destOrd="0" presId="urn:microsoft.com/office/officeart/2009/3/layout/HorizontalOrganizationChart"/>
    <dgm:cxn modelId="{A564FC53-F479-403B-88A3-A68D488D0246}" type="presParOf" srcId="{8717959B-F24F-4C28-8623-86B58730BCC0}" destId="{D5CB33FB-3103-4B2A-AC7B-EC8BEB76F77C}" srcOrd="1" destOrd="0" presId="urn:microsoft.com/office/officeart/2009/3/layout/HorizontalOrganizationChart"/>
    <dgm:cxn modelId="{7304E63C-C455-4563-A4BE-904885C40F41}" type="presParOf" srcId="{D5CB33FB-3103-4B2A-AC7B-EC8BEB76F77C}" destId="{8BDF407F-AFA2-43EE-AC06-3A0DEFE87ED9}" srcOrd="0" destOrd="0" presId="urn:microsoft.com/office/officeart/2009/3/layout/HorizontalOrganizationChart"/>
    <dgm:cxn modelId="{534C7ABE-E1BD-416D-A91E-8FF1C6822DCA}" type="presParOf" srcId="{8BDF407F-AFA2-43EE-AC06-3A0DEFE87ED9}" destId="{185FEF55-B507-41DD-AD3E-11914C49CEFE}" srcOrd="0" destOrd="0" presId="urn:microsoft.com/office/officeart/2009/3/layout/HorizontalOrganizationChart"/>
    <dgm:cxn modelId="{BB051B43-CC51-4518-93FE-8F6694FF89EF}" type="presParOf" srcId="{8BDF407F-AFA2-43EE-AC06-3A0DEFE87ED9}" destId="{932FD9F3-D74C-4308-88BE-6FF3393A2D97}" srcOrd="1" destOrd="0" presId="urn:microsoft.com/office/officeart/2009/3/layout/HorizontalOrganizationChart"/>
    <dgm:cxn modelId="{36A961CB-630A-499E-8CCF-783DF12E7F7A}" type="presParOf" srcId="{D5CB33FB-3103-4B2A-AC7B-EC8BEB76F77C}" destId="{136660AD-B0A7-4E8A-8AD1-2F2E56A1A97E}" srcOrd="1" destOrd="0" presId="urn:microsoft.com/office/officeart/2009/3/layout/HorizontalOrganizationChart"/>
    <dgm:cxn modelId="{4496363D-933B-44AD-86FF-00E6392B3D80}" type="presParOf" srcId="{136660AD-B0A7-4E8A-8AD1-2F2E56A1A97E}" destId="{A4F4B547-A26C-4110-A042-6672C57721D3}" srcOrd="0" destOrd="0" presId="urn:microsoft.com/office/officeart/2009/3/layout/HorizontalOrganizationChart"/>
    <dgm:cxn modelId="{FD494386-EA9C-48B2-AB47-FACD5CF033A9}" type="presParOf" srcId="{136660AD-B0A7-4E8A-8AD1-2F2E56A1A97E}" destId="{94698E93-1311-4F2C-AFCC-B3A3904CAE2A}" srcOrd="1" destOrd="0" presId="urn:microsoft.com/office/officeart/2009/3/layout/HorizontalOrganizationChart"/>
    <dgm:cxn modelId="{9331A797-AC74-42C0-9814-2C47F3892058}" type="presParOf" srcId="{94698E93-1311-4F2C-AFCC-B3A3904CAE2A}" destId="{14F0B9B1-1838-4353-877B-2D2ACD50DEB2}" srcOrd="0" destOrd="0" presId="urn:microsoft.com/office/officeart/2009/3/layout/HorizontalOrganizationChart"/>
    <dgm:cxn modelId="{09C899D4-1202-403A-86D4-4D81F489C678}" type="presParOf" srcId="{14F0B9B1-1838-4353-877B-2D2ACD50DEB2}" destId="{1224CE18-E368-4791-82DB-E8D903967A1E}" srcOrd="0" destOrd="0" presId="urn:microsoft.com/office/officeart/2009/3/layout/HorizontalOrganizationChart"/>
    <dgm:cxn modelId="{129722C4-D780-4AE7-B7B6-E1108E936BF8}" type="presParOf" srcId="{14F0B9B1-1838-4353-877B-2D2ACD50DEB2}" destId="{78DE0E18-55CD-4BED-A11D-1F128E11491E}" srcOrd="1" destOrd="0" presId="urn:microsoft.com/office/officeart/2009/3/layout/HorizontalOrganizationChart"/>
    <dgm:cxn modelId="{2A07D18B-FB6C-40EF-ADE5-9FB523119CFA}" type="presParOf" srcId="{94698E93-1311-4F2C-AFCC-B3A3904CAE2A}" destId="{A58187B0-A04A-43C4-9E71-EC84EB5CD15B}" srcOrd="1" destOrd="0" presId="urn:microsoft.com/office/officeart/2009/3/layout/HorizontalOrganizationChart"/>
    <dgm:cxn modelId="{4678AC03-5F5A-46F2-9AA9-7ADE4647AAE6}" type="presParOf" srcId="{94698E93-1311-4F2C-AFCC-B3A3904CAE2A}" destId="{1D5C5675-F704-4A9D-ABB6-677586FAE0B5}" srcOrd="2" destOrd="0" presId="urn:microsoft.com/office/officeart/2009/3/layout/HorizontalOrganizationChart"/>
    <dgm:cxn modelId="{802388D8-463D-406F-B7A2-9B87FEB3DBE7}" type="presParOf" srcId="{D5CB33FB-3103-4B2A-AC7B-EC8BEB76F77C}" destId="{A5BB5FDB-97A9-4A80-BB26-DF26EBF82C4C}" srcOrd="2" destOrd="0" presId="urn:microsoft.com/office/officeart/2009/3/layout/HorizontalOrganizationChart"/>
    <dgm:cxn modelId="{E9B7961D-7812-4199-8C7B-584BE1815301}" type="presParOf" srcId="{8717959B-F24F-4C28-8623-86B58730BCC0}" destId="{5176AEC5-A7C2-4AA4-A606-88C939896483}" srcOrd="2" destOrd="0" presId="urn:microsoft.com/office/officeart/2009/3/layout/HorizontalOrganizationChart"/>
    <dgm:cxn modelId="{796FA446-DAF5-4E1B-9A50-FB9FD3CBA1C2}" type="presParOf" srcId="{8717959B-F24F-4C28-8623-86B58730BCC0}" destId="{37F0EB41-7090-476E-8885-27BDC35B2D6F}" srcOrd="3" destOrd="0" presId="urn:microsoft.com/office/officeart/2009/3/layout/HorizontalOrganizationChart"/>
    <dgm:cxn modelId="{0B668AD8-BA05-4909-AAED-AD1217518756}" type="presParOf" srcId="{37F0EB41-7090-476E-8885-27BDC35B2D6F}" destId="{E4C76ED8-BD1B-45C7-95D5-D0891BBC2B03}" srcOrd="0" destOrd="0" presId="urn:microsoft.com/office/officeart/2009/3/layout/HorizontalOrganizationChart"/>
    <dgm:cxn modelId="{6EB53D82-70BD-42BB-A1E3-440E08720B45}" type="presParOf" srcId="{E4C76ED8-BD1B-45C7-95D5-D0891BBC2B03}" destId="{8DE148CE-3B46-42B7-9CAE-D3C7A2B2E9F7}" srcOrd="0" destOrd="0" presId="urn:microsoft.com/office/officeart/2009/3/layout/HorizontalOrganizationChart"/>
    <dgm:cxn modelId="{A5BE084C-83FB-40B7-8BEA-3A79B25C2274}" type="presParOf" srcId="{E4C76ED8-BD1B-45C7-95D5-D0891BBC2B03}" destId="{4A265C45-2B26-4471-9620-05E7E0DAAB61}" srcOrd="1" destOrd="0" presId="urn:microsoft.com/office/officeart/2009/3/layout/HorizontalOrganizationChart"/>
    <dgm:cxn modelId="{E5F08CD5-F9F2-456F-ACA5-A068E261BE5B}" type="presParOf" srcId="{37F0EB41-7090-476E-8885-27BDC35B2D6F}" destId="{EF28033A-3A84-43D4-BDB8-B1B4E3052C1F}" srcOrd="1" destOrd="0" presId="urn:microsoft.com/office/officeart/2009/3/layout/HorizontalOrganizationChart"/>
    <dgm:cxn modelId="{18F37A02-09C3-4FBD-B5BE-8E5E689825FC}" type="presParOf" srcId="{EF28033A-3A84-43D4-BDB8-B1B4E3052C1F}" destId="{A4213404-4639-4ED2-8AAE-A2DA72FD6010}" srcOrd="0" destOrd="0" presId="urn:microsoft.com/office/officeart/2009/3/layout/HorizontalOrganizationChart"/>
    <dgm:cxn modelId="{145BA024-6D53-46F0-AAF6-541004D85E8D}" type="presParOf" srcId="{EF28033A-3A84-43D4-BDB8-B1B4E3052C1F}" destId="{C94AB105-82EF-4045-97CD-622D193D329B}" srcOrd="1" destOrd="0" presId="urn:microsoft.com/office/officeart/2009/3/layout/HorizontalOrganizationChart"/>
    <dgm:cxn modelId="{C20292A6-7747-4380-9506-F1B8D8D43178}" type="presParOf" srcId="{C94AB105-82EF-4045-97CD-622D193D329B}" destId="{A7B0D6E6-1CF0-4DFE-A626-F13A53DBC44D}" srcOrd="0" destOrd="0" presId="urn:microsoft.com/office/officeart/2009/3/layout/HorizontalOrganizationChart"/>
    <dgm:cxn modelId="{D701762A-E6F0-46F4-9D1D-98B12F95CC52}" type="presParOf" srcId="{A7B0D6E6-1CF0-4DFE-A626-F13A53DBC44D}" destId="{45A0DBF7-3D2D-4037-863F-AED33506CC52}" srcOrd="0" destOrd="0" presId="urn:microsoft.com/office/officeart/2009/3/layout/HorizontalOrganizationChart"/>
    <dgm:cxn modelId="{4C047CBF-30F4-4E3A-8020-9F6F505F5C4B}" type="presParOf" srcId="{A7B0D6E6-1CF0-4DFE-A626-F13A53DBC44D}" destId="{F034A1A1-8C84-4E07-9515-6FFC4A548DFA}" srcOrd="1" destOrd="0" presId="urn:microsoft.com/office/officeart/2009/3/layout/HorizontalOrganizationChart"/>
    <dgm:cxn modelId="{E0551A4D-5EB2-4753-B607-880DFBAC4FE3}" type="presParOf" srcId="{C94AB105-82EF-4045-97CD-622D193D329B}" destId="{8A20DCDD-5060-4BCA-8A74-5581CEAD8992}" srcOrd="1" destOrd="0" presId="urn:microsoft.com/office/officeart/2009/3/layout/HorizontalOrganizationChart"/>
    <dgm:cxn modelId="{19456E96-D44A-4691-BDC3-8B24CC9F299B}" type="presParOf" srcId="{C94AB105-82EF-4045-97CD-622D193D329B}" destId="{7D97EC26-093E-4E85-BA75-6B10423EC45D}" srcOrd="2" destOrd="0" presId="urn:microsoft.com/office/officeart/2009/3/layout/HorizontalOrganizationChart"/>
    <dgm:cxn modelId="{22CBA398-9CE3-4EA5-B4C4-CBAF12ADC79A}" type="presParOf" srcId="{37F0EB41-7090-476E-8885-27BDC35B2D6F}" destId="{60A7991E-2D11-43AF-A9A8-6E1536615895}" srcOrd="2" destOrd="0" presId="urn:microsoft.com/office/officeart/2009/3/layout/HorizontalOrganizationChart"/>
    <dgm:cxn modelId="{9C7609EA-59AE-4DDE-8B60-62A86C8B6BA8}" type="presParOf" srcId="{8717959B-F24F-4C28-8623-86B58730BCC0}" destId="{ED1CE354-B61C-4A45-BD0C-ECBE5656973F}" srcOrd="4" destOrd="0" presId="urn:microsoft.com/office/officeart/2009/3/layout/HorizontalOrganizationChart"/>
    <dgm:cxn modelId="{7D011770-3B88-44CC-9ADF-E0FDF460EC0C}" type="presParOf" srcId="{8717959B-F24F-4C28-8623-86B58730BCC0}" destId="{977FCD78-B8E8-4CB0-8E2C-0A90BD445117}" srcOrd="5" destOrd="0" presId="urn:microsoft.com/office/officeart/2009/3/layout/HorizontalOrganizationChart"/>
    <dgm:cxn modelId="{4A22CB2A-1AC2-44D1-9177-BB789EEA318D}" type="presParOf" srcId="{977FCD78-B8E8-4CB0-8E2C-0A90BD445117}" destId="{7C4EB152-A755-4A74-B887-BD8356D67180}" srcOrd="0" destOrd="0" presId="urn:microsoft.com/office/officeart/2009/3/layout/HorizontalOrganizationChart"/>
    <dgm:cxn modelId="{D4D26C06-A299-4C44-97B3-53F00EA493DA}" type="presParOf" srcId="{7C4EB152-A755-4A74-B887-BD8356D67180}" destId="{01DAF349-659D-4F60-BEDB-36CD37B4F65D}" srcOrd="0" destOrd="0" presId="urn:microsoft.com/office/officeart/2009/3/layout/HorizontalOrganizationChart"/>
    <dgm:cxn modelId="{D6649349-4E0C-4002-8D9C-95A5ACD46D24}" type="presParOf" srcId="{7C4EB152-A755-4A74-B887-BD8356D67180}" destId="{2A37DBDC-45C0-4745-A91D-0486C2084886}" srcOrd="1" destOrd="0" presId="urn:microsoft.com/office/officeart/2009/3/layout/HorizontalOrganizationChart"/>
    <dgm:cxn modelId="{DEE894F3-0A25-4263-BD4B-1BBC6EF5EDFA}" type="presParOf" srcId="{977FCD78-B8E8-4CB0-8E2C-0A90BD445117}" destId="{7BCB7B2B-BC8A-4F29-B252-B88931881F10}" srcOrd="1" destOrd="0" presId="urn:microsoft.com/office/officeart/2009/3/layout/HorizontalOrganizationChart"/>
    <dgm:cxn modelId="{AC643BEA-F1A7-4A6C-A530-85C8925F2237}" type="presParOf" srcId="{7BCB7B2B-BC8A-4F29-B252-B88931881F10}" destId="{9D1521C3-59A1-4BE9-A2A6-66C5E9278FBB}" srcOrd="0" destOrd="0" presId="urn:microsoft.com/office/officeart/2009/3/layout/HorizontalOrganizationChart"/>
    <dgm:cxn modelId="{07AF6FB6-FCFA-4831-9AE5-6B70B2DEF4A5}" type="presParOf" srcId="{7BCB7B2B-BC8A-4F29-B252-B88931881F10}" destId="{EBFF7FED-BA38-46E2-BAE4-07DBAA95D320}" srcOrd="1" destOrd="0" presId="urn:microsoft.com/office/officeart/2009/3/layout/HorizontalOrganizationChart"/>
    <dgm:cxn modelId="{2B998F36-C71E-490F-946B-2817C475674A}" type="presParOf" srcId="{EBFF7FED-BA38-46E2-BAE4-07DBAA95D320}" destId="{26EF543D-906F-4BB7-8CDB-3C1B6E7A3BA8}" srcOrd="0" destOrd="0" presId="urn:microsoft.com/office/officeart/2009/3/layout/HorizontalOrganizationChart"/>
    <dgm:cxn modelId="{9D6D3317-805A-497F-8BCA-A615C7988F75}" type="presParOf" srcId="{26EF543D-906F-4BB7-8CDB-3C1B6E7A3BA8}" destId="{69E51075-4A0E-4FA2-ACC7-4CBD46B87266}" srcOrd="0" destOrd="0" presId="urn:microsoft.com/office/officeart/2009/3/layout/HorizontalOrganizationChart"/>
    <dgm:cxn modelId="{4A525C39-2FF1-4900-937D-D11DB7F2FD97}" type="presParOf" srcId="{26EF543D-906F-4BB7-8CDB-3C1B6E7A3BA8}" destId="{3EE4BB90-23A6-40BD-925F-E6E9CD45E50E}" srcOrd="1" destOrd="0" presId="urn:microsoft.com/office/officeart/2009/3/layout/HorizontalOrganizationChart"/>
    <dgm:cxn modelId="{E8ABB4DB-99DD-4B42-BE19-7917DB91679D}" type="presParOf" srcId="{EBFF7FED-BA38-46E2-BAE4-07DBAA95D320}" destId="{B0BF67E3-BBC2-41C8-A4B5-8D64D544A8F9}" srcOrd="1" destOrd="0" presId="urn:microsoft.com/office/officeart/2009/3/layout/HorizontalOrganizationChart"/>
    <dgm:cxn modelId="{C78B1556-DDF8-4A2E-B3A7-A0E4E744A699}" type="presParOf" srcId="{EBFF7FED-BA38-46E2-BAE4-07DBAA95D320}" destId="{B9C082AF-4D84-4528-9B10-A2B6A5EDA033}" srcOrd="2" destOrd="0" presId="urn:microsoft.com/office/officeart/2009/3/layout/HorizontalOrganizationChart"/>
    <dgm:cxn modelId="{CA0057FA-0B7B-4231-A8D6-985036E5AFF5}" type="presParOf" srcId="{977FCD78-B8E8-4CB0-8E2C-0A90BD445117}" destId="{CC4D18F3-67E5-487F-A576-7835FE6AAC1B}" srcOrd="2" destOrd="0" presId="urn:microsoft.com/office/officeart/2009/3/layout/HorizontalOrganizationChart"/>
    <dgm:cxn modelId="{B0B9FF39-A5C6-4DA0-8B68-DB6745F29D65}" type="presParOf" srcId="{24154C8A-CC80-4499-92DC-441F16E74B13}" destId="{D552FCBC-7007-4815-8249-5939FC433868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85BCE0D-B3F1-4ED9-86B4-9B828EA57EEE}" type="doc">
      <dgm:prSet loTypeId="urn:microsoft.com/office/officeart/2005/8/layout/hierarchy2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EF6D0FC2-DCCA-4E90-B9BE-D4D2595A1BE9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GB" altLang="en-US" sz="1600" b="1" dirty="0" smtClean="0">
              <a:latin typeface="Times New Roman" pitchFamily="18" charset="0"/>
              <a:ea typeface="+mn-ea"/>
              <a:cs typeface="Times New Roman" pitchFamily="18" charset="0"/>
            </a:rPr>
            <a:t>Cortex-M3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600" b="1" dirty="0" smtClean="0">
              <a:latin typeface="Times New Roman" pitchFamily="18" charset="0"/>
              <a:ea typeface="+mn-ea"/>
              <a:cs typeface="Times New Roman" pitchFamily="18" charset="0"/>
            </a:rPr>
            <a:t>微处理器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F0E9585-A592-48FC-841A-48DAEC0162A9}" type="parTrans" cxnId="{EAC59446-2496-40BE-9417-BE92D67F77F9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76AC1D55-4957-4C6E-A1E8-720F34055DE0}" type="sibTrans" cxnId="{EAC59446-2496-40BE-9417-BE92D67F77F9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8FC57A93-DAC3-43D0-B7E1-FBD7FCBA83FC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en-US" sz="1600" b="1" dirty="0" smtClean="0">
              <a:latin typeface="Times New Roman" pitchFamily="18" charset="0"/>
              <a:ea typeface="+mn-ea"/>
              <a:cs typeface="Times New Roman" pitchFamily="18" charset="0"/>
            </a:rPr>
            <a:t>中央处理器核心（</a:t>
          </a:r>
          <a:r>
            <a:rPr lang="en-GB" altLang="en-US" sz="1600" b="1" dirty="0" smtClean="0">
              <a:latin typeface="Times New Roman" pitchFamily="18" charset="0"/>
              <a:ea typeface="+mn-ea"/>
              <a:cs typeface="Times New Roman" pitchFamily="18" charset="0"/>
            </a:rPr>
            <a:t>Cortex-M3 Core</a:t>
          </a:r>
          <a:r>
            <a:rPr lang="zh-CN" altLang="en-US" sz="1600" b="1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4DAFAD9-1AC6-478C-B8A5-0B7909FA7D40}" type="parTrans" cxnId="{BAD287BA-A7C5-4DE0-81D5-666BEF09D155}">
      <dgm:prSet custT="1"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E6A9587-4080-4E98-A86E-65849AE14358}" type="sibTrans" cxnId="{BAD287BA-A7C5-4DE0-81D5-666BEF09D155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0C3B4F1-2288-4047-8A96-91AA04A2E9FF}">
      <dgm:prSet phldrT="[文本]" custT="1"/>
      <dgm:spPr/>
      <dgm:t>
        <a:bodyPr/>
        <a:lstStyle/>
        <a:p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调试系统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84A18FC-DB23-4CA9-82E4-5E6AF2228040}" type="parTrans" cxnId="{9F6A8129-E258-4D2B-B5EF-0607DDE2C8ED}">
      <dgm:prSet custT="1"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2F320638-8F23-49C0-A2B3-13A1C8E85DF4}" type="sibTrans" cxnId="{9F6A8129-E258-4D2B-B5EF-0607DDE2C8ED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533D77A1-45DA-4F08-B713-91DB5B626400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嵌套向量中断控制器（</a:t>
          </a:r>
          <a:r>
            <a:rPr lang="en-US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NVIC</a:t>
          </a:r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zh-CN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BB76E9ED-E02B-41A6-A06A-72898EDA8D87}" type="parTrans" cxnId="{25E9A623-941D-4E43-97FA-17E9E123A312}">
      <dgm:prSet custT="1"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C85159D-F9AD-4D62-98B4-CB43160DECDB}" type="sibTrans" cxnId="{25E9A623-941D-4E43-97FA-17E9E123A312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49E3DF59-8BF9-48D0-8C47-6772629B080C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系统时钟（</a:t>
          </a:r>
          <a:r>
            <a:rPr lang="en-US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SYSTICK</a:t>
          </a:r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zh-CN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FFC4C620-7C0E-48ED-A734-C75E7BAB1BDF}" type="parTrans" cxnId="{B94F6B35-D106-4B9B-BA4F-A2E487C4C8B9}">
      <dgm:prSet custT="1"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B725D028-C572-4E05-955B-5903FBFFA2EC}" type="sibTrans" cxnId="{B94F6B35-D106-4B9B-BA4F-A2E487C4C8B9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5E3BAFBB-E99F-4511-B4DA-E5F049CEC2DF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存储器保护单元（</a:t>
          </a:r>
          <a:r>
            <a:rPr lang="en-US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MPU</a:t>
          </a:r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zh-CN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CE1E6930-E923-4EFB-8634-95E59426B8A4}" type="parTrans" cxnId="{1A9B420F-EBC5-4945-A249-36E6977ECC88}">
      <dgm:prSet custT="1"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322FFF1-C1D0-4651-9159-8DF073F1C412}" type="sibTrans" cxnId="{1A9B420F-EBC5-4945-A249-36E6977ECC88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4EA0133-B423-40B5-8B06-8280F90E0BCE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en-US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Cortex-M3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内核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A095E81-15C2-42A6-B9C9-57AB48F31A00}" type="parTrans" cxnId="{D229D405-0232-408B-9D4A-C3493EB3F4FA}">
      <dgm:prSet custT="1"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99E1223A-2205-4F82-8C1A-687793848E8B}" type="sibTrans" cxnId="{D229D405-0232-408B-9D4A-C3493EB3F4FA}">
      <dgm:prSet/>
      <dgm:spPr/>
      <dgm:t>
        <a:bodyPr/>
        <a:lstStyle/>
        <a:p>
          <a:endParaRPr lang="zh-CN" altLang="en-US" sz="1600" b="1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FC9A9D75-3DCC-4E85-8BF9-67D93677DA1D}">
      <dgm:prSet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总线矩阵（</a:t>
          </a:r>
          <a:r>
            <a:rPr lang="en-US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AHB</a:t>
          </a:r>
          <a:r>
            <a:rPr lang="zh-CN" altLang="zh-CN" sz="1600" b="1" dirty="0" smtClean="0">
              <a:latin typeface="Times New Roman" pitchFamily="18" charset="0"/>
              <a:ea typeface="+mn-ea"/>
              <a:cs typeface="Times New Roman" pitchFamily="18" charset="0"/>
            </a:rPr>
            <a:t>互连网络）</a:t>
          </a:r>
          <a:endParaRPr lang="zh-CN" altLang="zh-CN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441C8EE-6EA1-4798-A134-B19B1010E165}" type="parTrans" cxnId="{B6E28765-D257-43BD-8E0B-0557DF01EAF3}">
      <dgm:prSet custT="1"/>
      <dgm:spPr/>
      <dgm:t>
        <a:bodyPr/>
        <a:lstStyle/>
        <a:p>
          <a:endParaRPr lang="zh-CN" altLang="en-US" sz="1600" b="1"/>
        </a:p>
      </dgm:t>
    </dgm:pt>
    <dgm:pt modelId="{7FEB85CB-45DD-4D9B-86EC-D9F90246517B}" type="sibTrans" cxnId="{B6E28765-D257-43BD-8E0B-0557DF01EAF3}">
      <dgm:prSet/>
      <dgm:spPr/>
      <dgm:t>
        <a:bodyPr/>
        <a:lstStyle/>
        <a:p>
          <a:endParaRPr lang="zh-CN" altLang="en-US" sz="1600" b="1"/>
        </a:p>
      </dgm:t>
    </dgm:pt>
    <dgm:pt modelId="{C78933B5-041C-447F-9427-A4EBDE72E52A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sz="1600" b="1" dirty="0" smtClean="0"/>
            <a:t>串行线</a:t>
          </a:r>
          <a:r>
            <a:rPr lang="en-US" sz="1600" b="1" dirty="0" smtClean="0"/>
            <a:t>/</a:t>
          </a:r>
          <a:r>
            <a:rPr lang="zh-CN" sz="1600" b="1" dirty="0" smtClean="0"/>
            <a:t>串口</a:t>
          </a:r>
          <a:r>
            <a:rPr lang="en-US" sz="1600" b="1" dirty="0" smtClean="0"/>
            <a:t>JTAG</a:t>
          </a:r>
          <a:r>
            <a:rPr lang="zh-CN" sz="1600" b="1" dirty="0" smtClean="0"/>
            <a:t>调试端口（</a:t>
          </a:r>
          <a:r>
            <a:rPr lang="en-US" sz="1600" b="1" dirty="0" smtClean="0"/>
            <a:t>SW-DP/SWJ-DP</a:t>
          </a:r>
          <a:r>
            <a:rPr lang="zh-CN" sz="1600" b="1" dirty="0" smtClean="0"/>
            <a:t>）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F4AF221-C9B8-44FD-982B-9909422CD616}" type="parTrans" cxnId="{E2DA52AF-2F31-472E-A9B2-F5F035BC1A86}">
      <dgm:prSet custT="1"/>
      <dgm:spPr/>
      <dgm:t>
        <a:bodyPr/>
        <a:lstStyle/>
        <a:p>
          <a:endParaRPr lang="zh-CN" altLang="en-US" sz="1600" b="1"/>
        </a:p>
      </dgm:t>
    </dgm:pt>
    <dgm:pt modelId="{961FF267-644E-44C2-AB40-787F7BBD3142}" type="sibTrans" cxnId="{E2DA52AF-2F31-472E-A9B2-F5F035BC1A86}">
      <dgm:prSet/>
      <dgm:spPr/>
      <dgm:t>
        <a:bodyPr/>
        <a:lstStyle/>
        <a:p>
          <a:endParaRPr lang="zh-CN" altLang="en-US" sz="1600" b="1"/>
        </a:p>
      </dgm:t>
    </dgm:pt>
    <dgm:pt modelId="{85106CE9-8708-419D-9841-63706DBDE6F5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sz="1600" b="1" dirty="0" smtClean="0"/>
            <a:t>基于</a:t>
          </a:r>
          <a:r>
            <a:rPr lang="en-US" sz="1600" b="1" dirty="0" smtClean="0"/>
            <a:t>AHB</a:t>
          </a:r>
          <a:r>
            <a:rPr lang="zh-CN" sz="1600" b="1" dirty="0" smtClean="0"/>
            <a:t>总线的通用调试接口（</a:t>
          </a:r>
          <a:r>
            <a:rPr lang="en-US" sz="1600" b="1" dirty="0" smtClean="0"/>
            <a:t>AHB-AP</a:t>
          </a:r>
          <a:r>
            <a:rPr lang="zh-CN" sz="1600" b="1" dirty="0" smtClean="0"/>
            <a:t>）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40D75835-67A4-495F-85EE-818705586C8C}" type="parTrans" cxnId="{6537509C-8407-4E80-BF18-6A069D1A1E4D}">
      <dgm:prSet custT="1"/>
      <dgm:spPr/>
      <dgm:t>
        <a:bodyPr/>
        <a:lstStyle/>
        <a:p>
          <a:endParaRPr lang="zh-CN" altLang="en-US" sz="1600" b="1"/>
        </a:p>
      </dgm:t>
    </dgm:pt>
    <dgm:pt modelId="{03FDBDE3-0B6F-42F0-9FB8-149B0256AFB9}" type="sibTrans" cxnId="{6537509C-8407-4E80-BF18-6A069D1A1E4D}">
      <dgm:prSet/>
      <dgm:spPr/>
      <dgm:t>
        <a:bodyPr/>
        <a:lstStyle/>
        <a:p>
          <a:endParaRPr lang="zh-CN" altLang="en-US" sz="1600" b="1"/>
        </a:p>
      </dgm:t>
    </dgm:pt>
    <dgm:pt modelId="{B4F6CD4F-539F-4F5B-9B36-6A6B32D9B300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sz="1600" b="1" dirty="0" smtClean="0"/>
            <a:t>嵌入式跟踪单元（</a:t>
          </a:r>
          <a:r>
            <a:rPr lang="en-US" sz="1600" b="1" dirty="0" smtClean="0"/>
            <a:t>ETM</a:t>
          </a:r>
          <a:r>
            <a:rPr lang="zh-CN" sz="1600" b="1" dirty="0" smtClean="0"/>
            <a:t>）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0BB82E0F-D304-41A4-971A-DB87139AE910}" type="parTrans" cxnId="{B57EAAA0-5717-4000-AEDB-948846C21050}">
      <dgm:prSet custT="1"/>
      <dgm:spPr/>
      <dgm:t>
        <a:bodyPr/>
        <a:lstStyle/>
        <a:p>
          <a:endParaRPr lang="zh-CN" altLang="en-US" sz="1600" b="1"/>
        </a:p>
      </dgm:t>
    </dgm:pt>
    <dgm:pt modelId="{174FB624-C9C9-4992-BDC4-14B7C2E0BB98}" type="sibTrans" cxnId="{B57EAAA0-5717-4000-AEDB-948846C21050}">
      <dgm:prSet/>
      <dgm:spPr/>
      <dgm:t>
        <a:bodyPr/>
        <a:lstStyle/>
        <a:p>
          <a:endParaRPr lang="zh-CN" altLang="en-US" sz="1600" b="1"/>
        </a:p>
      </dgm:t>
    </dgm:pt>
    <dgm:pt modelId="{A20408B0-B8B8-4ABB-8319-73E8EEED389F}">
      <dgm:prSet phldrT="[文本]" custT="1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zh-CN" sz="1600" b="1" smtClean="0"/>
            <a:t>数据</a:t>
          </a:r>
          <a:r>
            <a:rPr lang="zh-CN" sz="1600" b="1" dirty="0" smtClean="0"/>
            <a:t>观察点触发器（</a:t>
          </a:r>
          <a:r>
            <a:rPr lang="en-US" sz="1600" b="1" dirty="0" smtClean="0"/>
            <a:t>DWT</a:t>
          </a:r>
          <a:r>
            <a:rPr lang="zh-CN" sz="1600" b="1" dirty="0" smtClean="0"/>
            <a:t>）</a:t>
          </a:r>
          <a:endParaRPr lang="zh-CN" altLang="en-US" sz="1600" b="1" dirty="0"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F32EDAB-69F7-477C-84FB-EE0A8BF60F7A}" type="parTrans" cxnId="{7A798AE8-3611-4583-A9F6-557F01916936}">
      <dgm:prSet custT="1"/>
      <dgm:spPr/>
      <dgm:t>
        <a:bodyPr/>
        <a:lstStyle/>
        <a:p>
          <a:endParaRPr lang="zh-CN" altLang="en-US" sz="1600" b="1"/>
        </a:p>
      </dgm:t>
    </dgm:pt>
    <dgm:pt modelId="{342ECB95-2DC5-41ED-AC7D-331B38975287}" type="sibTrans" cxnId="{7A798AE8-3611-4583-A9F6-557F01916936}">
      <dgm:prSet/>
      <dgm:spPr/>
      <dgm:t>
        <a:bodyPr/>
        <a:lstStyle/>
        <a:p>
          <a:endParaRPr lang="zh-CN" altLang="en-US" sz="1600" b="1"/>
        </a:p>
      </dgm:t>
    </dgm:pt>
    <dgm:pt modelId="{888D5EA9-4CC0-4ADF-89F9-850DE9182F34}" type="pres">
      <dgm:prSet presAssocID="{785BCE0D-B3F1-4ED9-86B4-9B828EA57EEE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72B30E4-B7A8-4E81-BFF0-F191CF76B11B}" type="pres">
      <dgm:prSet presAssocID="{EF6D0FC2-DCCA-4E90-B9BE-D4D2595A1BE9}" presName="root1" presStyleCnt="0"/>
      <dgm:spPr/>
      <dgm:t>
        <a:bodyPr/>
        <a:lstStyle/>
        <a:p>
          <a:endParaRPr lang="zh-CN" altLang="en-US"/>
        </a:p>
      </dgm:t>
    </dgm:pt>
    <dgm:pt modelId="{349801AA-D9C1-4B82-8B31-1DD2B68FE93D}" type="pres">
      <dgm:prSet presAssocID="{EF6D0FC2-DCCA-4E90-B9BE-D4D2595A1BE9}" presName="LevelOneTextNode" presStyleLbl="node0" presStyleIdx="0" presStyleCnt="1" custScaleX="164301" custScaleY="20636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DB23304-05C1-438D-A7B0-D3E1CAD2617C}" type="pres">
      <dgm:prSet presAssocID="{EF6D0FC2-DCCA-4E90-B9BE-D4D2595A1BE9}" presName="level2hierChild" presStyleCnt="0"/>
      <dgm:spPr/>
      <dgm:t>
        <a:bodyPr/>
        <a:lstStyle/>
        <a:p>
          <a:endParaRPr lang="zh-CN" altLang="en-US"/>
        </a:p>
      </dgm:t>
    </dgm:pt>
    <dgm:pt modelId="{4AA70A89-A3A6-4345-832B-CB65B1785775}" type="pres">
      <dgm:prSet presAssocID="{9A095E81-15C2-42A6-B9C9-57AB48F31A00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B9A72D90-1C55-40DE-8BD9-9245980850DA}" type="pres">
      <dgm:prSet presAssocID="{9A095E81-15C2-42A6-B9C9-57AB48F31A00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85CE4DE5-16A7-41EA-B029-11219054CBC5}" type="pres">
      <dgm:prSet presAssocID="{04EA0133-B423-40B5-8B06-8280F90E0BCE}" presName="root2" presStyleCnt="0"/>
      <dgm:spPr/>
      <dgm:t>
        <a:bodyPr/>
        <a:lstStyle/>
        <a:p>
          <a:endParaRPr lang="zh-CN" altLang="en-US"/>
        </a:p>
      </dgm:t>
    </dgm:pt>
    <dgm:pt modelId="{0EA4A5F4-DCC8-40D1-9160-D41E725559D7}" type="pres">
      <dgm:prSet presAssocID="{04EA0133-B423-40B5-8B06-8280F90E0BCE}" presName="LevelTwoTextNode" presStyleLbl="node2" presStyleIdx="0" presStyleCnt="2" custScaleX="194508" custScaleY="1823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94EFCAA-250E-427A-8986-AFC13285C51A}" type="pres">
      <dgm:prSet presAssocID="{04EA0133-B423-40B5-8B06-8280F90E0BCE}" presName="level3hierChild" presStyleCnt="0"/>
      <dgm:spPr/>
      <dgm:t>
        <a:bodyPr/>
        <a:lstStyle/>
        <a:p>
          <a:endParaRPr lang="zh-CN" altLang="en-US"/>
        </a:p>
      </dgm:t>
    </dgm:pt>
    <dgm:pt modelId="{6BBD33CF-2919-4214-90A6-5B45AC236AD7}" type="pres">
      <dgm:prSet presAssocID="{94DAFAD9-1AC6-478C-B8A5-0B7909FA7D40}" presName="conn2-1" presStyleLbl="parChTrans1D3" presStyleIdx="0" presStyleCnt="9"/>
      <dgm:spPr/>
      <dgm:t>
        <a:bodyPr/>
        <a:lstStyle/>
        <a:p>
          <a:endParaRPr lang="zh-CN" altLang="en-US"/>
        </a:p>
      </dgm:t>
    </dgm:pt>
    <dgm:pt modelId="{F60D934F-F380-4FC2-9201-6612BD0CADCC}" type="pres">
      <dgm:prSet presAssocID="{94DAFAD9-1AC6-478C-B8A5-0B7909FA7D40}" presName="connTx" presStyleLbl="parChTrans1D3" presStyleIdx="0" presStyleCnt="9"/>
      <dgm:spPr/>
      <dgm:t>
        <a:bodyPr/>
        <a:lstStyle/>
        <a:p>
          <a:endParaRPr lang="zh-CN" altLang="en-US"/>
        </a:p>
      </dgm:t>
    </dgm:pt>
    <dgm:pt modelId="{824E2FDB-3202-4E87-98FF-FF08243DAB90}" type="pres">
      <dgm:prSet presAssocID="{8FC57A93-DAC3-43D0-B7E1-FBD7FCBA83FC}" presName="root2" presStyleCnt="0"/>
      <dgm:spPr/>
      <dgm:t>
        <a:bodyPr/>
        <a:lstStyle/>
        <a:p>
          <a:endParaRPr lang="zh-CN" altLang="en-US"/>
        </a:p>
      </dgm:t>
    </dgm:pt>
    <dgm:pt modelId="{ECB23D1A-FFCF-4F25-8527-305A4A31D111}" type="pres">
      <dgm:prSet presAssocID="{8FC57A93-DAC3-43D0-B7E1-FBD7FCBA83FC}" presName="LevelTwoTextNode" presStyleLbl="node3" presStyleIdx="0" presStyleCnt="9" custScaleX="63335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99166AF-28DF-4041-98C7-D1D3E7AA7B9E}" type="pres">
      <dgm:prSet presAssocID="{8FC57A93-DAC3-43D0-B7E1-FBD7FCBA83FC}" presName="level3hierChild" presStyleCnt="0"/>
      <dgm:spPr/>
      <dgm:t>
        <a:bodyPr/>
        <a:lstStyle/>
        <a:p>
          <a:endParaRPr lang="zh-CN" altLang="en-US"/>
        </a:p>
      </dgm:t>
    </dgm:pt>
    <dgm:pt modelId="{FBC75CA1-F94D-4696-8539-D163FCCCBE77}" type="pres">
      <dgm:prSet presAssocID="{BB76E9ED-E02B-41A6-A06A-72898EDA8D87}" presName="conn2-1" presStyleLbl="parChTrans1D3" presStyleIdx="1" presStyleCnt="9"/>
      <dgm:spPr/>
      <dgm:t>
        <a:bodyPr/>
        <a:lstStyle/>
        <a:p>
          <a:endParaRPr lang="zh-CN" altLang="en-US"/>
        </a:p>
      </dgm:t>
    </dgm:pt>
    <dgm:pt modelId="{89CDF79A-D554-4CF1-BCEF-0330B95E22A4}" type="pres">
      <dgm:prSet presAssocID="{BB76E9ED-E02B-41A6-A06A-72898EDA8D87}" presName="connTx" presStyleLbl="parChTrans1D3" presStyleIdx="1" presStyleCnt="9"/>
      <dgm:spPr/>
      <dgm:t>
        <a:bodyPr/>
        <a:lstStyle/>
        <a:p>
          <a:endParaRPr lang="zh-CN" altLang="en-US"/>
        </a:p>
      </dgm:t>
    </dgm:pt>
    <dgm:pt modelId="{413126E0-E8A2-4669-A568-3FD2F8F9A125}" type="pres">
      <dgm:prSet presAssocID="{533D77A1-45DA-4F08-B713-91DB5B626400}" presName="root2" presStyleCnt="0"/>
      <dgm:spPr/>
      <dgm:t>
        <a:bodyPr/>
        <a:lstStyle/>
        <a:p>
          <a:endParaRPr lang="zh-CN" altLang="en-US"/>
        </a:p>
      </dgm:t>
    </dgm:pt>
    <dgm:pt modelId="{67F3B027-A787-47A3-9DCC-F43CADFD675F}" type="pres">
      <dgm:prSet presAssocID="{533D77A1-45DA-4F08-B713-91DB5B626400}" presName="LevelTwoTextNode" presStyleLbl="node3" presStyleIdx="1" presStyleCnt="9" custScaleX="63335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8E1797A0-F25C-4B84-82D0-93E7DD80F9BA}" type="pres">
      <dgm:prSet presAssocID="{533D77A1-45DA-4F08-B713-91DB5B626400}" presName="level3hierChild" presStyleCnt="0"/>
      <dgm:spPr/>
      <dgm:t>
        <a:bodyPr/>
        <a:lstStyle/>
        <a:p>
          <a:endParaRPr lang="zh-CN" altLang="en-US"/>
        </a:p>
      </dgm:t>
    </dgm:pt>
    <dgm:pt modelId="{3DE14EEC-6C35-4EF3-BA0B-5438FEBC16A0}" type="pres">
      <dgm:prSet presAssocID="{FFC4C620-7C0E-48ED-A734-C75E7BAB1BDF}" presName="conn2-1" presStyleLbl="parChTrans1D3" presStyleIdx="2" presStyleCnt="9"/>
      <dgm:spPr/>
      <dgm:t>
        <a:bodyPr/>
        <a:lstStyle/>
        <a:p>
          <a:endParaRPr lang="zh-CN" altLang="en-US"/>
        </a:p>
      </dgm:t>
    </dgm:pt>
    <dgm:pt modelId="{56CEA282-B03A-41CC-8A8C-EF254F3E7A18}" type="pres">
      <dgm:prSet presAssocID="{FFC4C620-7C0E-48ED-A734-C75E7BAB1BDF}" presName="connTx" presStyleLbl="parChTrans1D3" presStyleIdx="2" presStyleCnt="9"/>
      <dgm:spPr/>
      <dgm:t>
        <a:bodyPr/>
        <a:lstStyle/>
        <a:p>
          <a:endParaRPr lang="zh-CN" altLang="en-US"/>
        </a:p>
      </dgm:t>
    </dgm:pt>
    <dgm:pt modelId="{AAD7E4E7-06A6-433D-998A-361CBB1E61C1}" type="pres">
      <dgm:prSet presAssocID="{49E3DF59-8BF9-48D0-8C47-6772629B080C}" presName="root2" presStyleCnt="0"/>
      <dgm:spPr/>
      <dgm:t>
        <a:bodyPr/>
        <a:lstStyle/>
        <a:p>
          <a:endParaRPr lang="zh-CN" altLang="en-US"/>
        </a:p>
      </dgm:t>
    </dgm:pt>
    <dgm:pt modelId="{1A523B74-D03B-481B-B8A3-F57D5EA187FF}" type="pres">
      <dgm:prSet presAssocID="{49E3DF59-8BF9-48D0-8C47-6772629B080C}" presName="LevelTwoTextNode" presStyleLbl="node3" presStyleIdx="2" presStyleCnt="9" custScaleX="63335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D282DC7-8266-45B8-83C9-98743BC9F47F}" type="pres">
      <dgm:prSet presAssocID="{49E3DF59-8BF9-48D0-8C47-6772629B080C}" presName="level3hierChild" presStyleCnt="0"/>
      <dgm:spPr/>
      <dgm:t>
        <a:bodyPr/>
        <a:lstStyle/>
        <a:p>
          <a:endParaRPr lang="zh-CN" altLang="en-US"/>
        </a:p>
      </dgm:t>
    </dgm:pt>
    <dgm:pt modelId="{281A6B5A-9E8C-4C5F-BDE4-F4EC8A3E3514}" type="pres">
      <dgm:prSet presAssocID="{CE1E6930-E923-4EFB-8634-95E59426B8A4}" presName="conn2-1" presStyleLbl="parChTrans1D3" presStyleIdx="3" presStyleCnt="9"/>
      <dgm:spPr/>
      <dgm:t>
        <a:bodyPr/>
        <a:lstStyle/>
        <a:p>
          <a:endParaRPr lang="zh-CN" altLang="en-US"/>
        </a:p>
      </dgm:t>
    </dgm:pt>
    <dgm:pt modelId="{4A095829-3390-4F9B-9B44-376C6505988D}" type="pres">
      <dgm:prSet presAssocID="{CE1E6930-E923-4EFB-8634-95E59426B8A4}" presName="connTx" presStyleLbl="parChTrans1D3" presStyleIdx="3" presStyleCnt="9"/>
      <dgm:spPr/>
      <dgm:t>
        <a:bodyPr/>
        <a:lstStyle/>
        <a:p>
          <a:endParaRPr lang="zh-CN" altLang="en-US"/>
        </a:p>
      </dgm:t>
    </dgm:pt>
    <dgm:pt modelId="{00BA0A83-8D39-468F-95FF-EE907D5CC3B6}" type="pres">
      <dgm:prSet presAssocID="{5E3BAFBB-E99F-4511-B4DA-E5F049CEC2DF}" presName="root2" presStyleCnt="0"/>
      <dgm:spPr/>
      <dgm:t>
        <a:bodyPr/>
        <a:lstStyle/>
        <a:p>
          <a:endParaRPr lang="zh-CN" altLang="en-US"/>
        </a:p>
      </dgm:t>
    </dgm:pt>
    <dgm:pt modelId="{906E305C-D325-4464-9603-04B6F7871F4C}" type="pres">
      <dgm:prSet presAssocID="{5E3BAFBB-E99F-4511-B4DA-E5F049CEC2DF}" presName="LevelTwoTextNode" presStyleLbl="node3" presStyleIdx="3" presStyleCnt="9" custScaleX="63335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933384A-EC01-411A-8A2E-1A2802F4EEC4}" type="pres">
      <dgm:prSet presAssocID="{5E3BAFBB-E99F-4511-B4DA-E5F049CEC2DF}" presName="level3hierChild" presStyleCnt="0"/>
      <dgm:spPr/>
      <dgm:t>
        <a:bodyPr/>
        <a:lstStyle/>
        <a:p>
          <a:endParaRPr lang="zh-CN" altLang="en-US"/>
        </a:p>
      </dgm:t>
    </dgm:pt>
    <dgm:pt modelId="{1CDFF38A-F361-4EBC-B2AB-12223807DBEC}" type="pres">
      <dgm:prSet presAssocID="{6441C8EE-6EA1-4798-A134-B19B1010E165}" presName="conn2-1" presStyleLbl="parChTrans1D3" presStyleIdx="4" presStyleCnt="9"/>
      <dgm:spPr/>
      <dgm:t>
        <a:bodyPr/>
        <a:lstStyle/>
        <a:p>
          <a:endParaRPr lang="zh-CN" altLang="en-US"/>
        </a:p>
      </dgm:t>
    </dgm:pt>
    <dgm:pt modelId="{E8F3A423-798D-4856-A0F1-471528512214}" type="pres">
      <dgm:prSet presAssocID="{6441C8EE-6EA1-4798-A134-B19B1010E165}" presName="connTx" presStyleLbl="parChTrans1D3" presStyleIdx="4" presStyleCnt="9"/>
      <dgm:spPr/>
      <dgm:t>
        <a:bodyPr/>
        <a:lstStyle/>
        <a:p>
          <a:endParaRPr lang="zh-CN" altLang="en-US"/>
        </a:p>
      </dgm:t>
    </dgm:pt>
    <dgm:pt modelId="{8B064A1B-7A4D-481A-A1C3-F7DF2EABA006}" type="pres">
      <dgm:prSet presAssocID="{FC9A9D75-3DCC-4E85-8BF9-67D93677DA1D}" presName="root2" presStyleCnt="0"/>
      <dgm:spPr/>
      <dgm:t>
        <a:bodyPr/>
        <a:lstStyle/>
        <a:p>
          <a:endParaRPr lang="zh-CN" altLang="en-US"/>
        </a:p>
      </dgm:t>
    </dgm:pt>
    <dgm:pt modelId="{E7CA34EE-9921-41E5-A32E-B65C6A2B6943}" type="pres">
      <dgm:prSet presAssocID="{FC9A9D75-3DCC-4E85-8BF9-67D93677DA1D}" presName="LevelTwoTextNode" presStyleLbl="node3" presStyleIdx="4" presStyleCnt="9" custScaleX="63176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C2BE8C4-0CDA-4FF5-AE4E-DD607DD01899}" type="pres">
      <dgm:prSet presAssocID="{FC9A9D75-3DCC-4E85-8BF9-67D93677DA1D}" presName="level3hierChild" presStyleCnt="0"/>
      <dgm:spPr/>
      <dgm:t>
        <a:bodyPr/>
        <a:lstStyle/>
        <a:p>
          <a:endParaRPr lang="zh-CN" altLang="en-US"/>
        </a:p>
      </dgm:t>
    </dgm:pt>
    <dgm:pt modelId="{ADD60F7E-F129-4FAA-9717-6BBCD5214DDA}" type="pres">
      <dgm:prSet presAssocID="{984A18FC-DB23-4CA9-82E4-5E6AF2228040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449D759B-5FA0-4863-85FB-23528C315F39}" type="pres">
      <dgm:prSet presAssocID="{984A18FC-DB23-4CA9-82E4-5E6AF2228040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9404CF60-5CFB-42DC-B559-4DEB8536120B}" type="pres">
      <dgm:prSet presAssocID="{90C3B4F1-2288-4047-8A96-91AA04A2E9FF}" presName="root2" presStyleCnt="0"/>
      <dgm:spPr/>
      <dgm:t>
        <a:bodyPr/>
        <a:lstStyle/>
        <a:p>
          <a:endParaRPr lang="zh-CN" altLang="en-US"/>
        </a:p>
      </dgm:t>
    </dgm:pt>
    <dgm:pt modelId="{0F98E39D-9477-4FD6-913C-B6D96817538C}" type="pres">
      <dgm:prSet presAssocID="{90C3B4F1-2288-4047-8A96-91AA04A2E9FF}" presName="LevelTwoTextNode" presStyleLbl="node2" presStyleIdx="1" presStyleCnt="2" custScaleX="194508" custScaleY="1823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F9B2178-2060-4F9A-8136-6DFD3E30323E}" type="pres">
      <dgm:prSet presAssocID="{90C3B4F1-2288-4047-8A96-91AA04A2E9FF}" presName="level3hierChild" presStyleCnt="0"/>
      <dgm:spPr/>
      <dgm:t>
        <a:bodyPr/>
        <a:lstStyle/>
        <a:p>
          <a:endParaRPr lang="zh-CN" altLang="en-US"/>
        </a:p>
      </dgm:t>
    </dgm:pt>
    <dgm:pt modelId="{C3193DE0-E76A-441C-B0ED-166724EF4A78}" type="pres">
      <dgm:prSet presAssocID="{6F4AF221-C9B8-44FD-982B-9909422CD616}" presName="conn2-1" presStyleLbl="parChTrans1D3" presStyleIdx="5" presStyleCnt="9"/>
      <dgm:spPr/>
      <dgm:t>
        <a:bodyPr/>
        <a:lstStyle/>
        <a:p>
          <a:endParaRPr lang="zh-CN" altLang="en-US"/>
        </a:p>
      </dgm:t>
    </dgm:pt>
    <dgm:pt modelId="{7FD2BFA1-042C-4B27-BFC0-04420F234126}" type="pres">
      <dgm:prSet presAssocID="{6F4AF221-C9B8-44FD-982B-9909422CD616}" presName="connTx" presStyleLbl="parChTrans1D3" presStyleIdx="5" presStyleCnt="9"/>
      <dgm:spPr/>
      <dgm:t>
        <a:bodyPr/>
        <a:lstStyle/>
        <a:p>
          <a:endParaRPr lang="zh-CN" altLang="en-US"/>
        </a:p>
      </dgm:t>
    </dgm:pt>
    <dgm:pt modelId="{588A3678-2603-4C74-9C84-4B64719413FD}" type="pres">
      <dgm:prSet presAssocID="{C78933B5-041C-447F-9427-A4EBDE72E52A}" presName="root2" presStyleCnt="0"/>
      <dgm:spPr/>
      <dgm:t>
        <a:bodyPr/>
        <a:lstStyle/>
        <a:p>
          <a:endParaRPr lang="zh-CN" altLang="en-US"/>
        </a:p>
      </dgm:t>
    </dgm:pt>
    <dgm:pt modelId="{EA092590-A189-447B-8E99-05D10162F975}" type="pres">
      <dgm:prSet presAssocID="{C78933B5-041C-447F-9427-A4EBDE72E52A}" presName="LevelTwoTextNode" presStyleLbl="node3" presStyleIdx="5" presStyleCnt="9" custScaleX="63034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BACF4D1-8D7F-4BFB-8362-D3B9337D99F9}" type="pres">
      <dgm:prSet presAssocID="{C78933B5-041C-447F-9427-A4EBDE72E52A}" presName="level3hierChild" presStyleCnt="0"/>
      <dgm:spPr/>
      <dgm:t>
        <a:bodyPr/>
        <a:lstStyle/>
        <a:p>
          <a:endParaRPr lang="zh-CN" altLang="en-US"/>
        </a:p>
      </dgm:t>
    </dgm:pt>
    <dgm:pt modelId="{08B13B40-F2BB-428A-A5CC-C5D4F9DD3413}" type="pres">
      <dgm:prSet presAssocID="{40D75835-67A4-495F-85EE-818705586C8C}" presName="conn2-1" presStyleLbl="parChTrans1D3" presStyleIdx="6" presStyleCnt="9"/>
      <dgm:spPr/>
      <dgm:t>
        <a:bodyPr/>
        <a:lstStyle/>
        <a:p>
          <a:endParaRPr lang="zh-CN" altLang="en-US"/>
        </a:p>
      </dgm:t>
    </dgm:pt>
    <dgm:pt modelId="{B14365C5-ADA4-452F-A35F-52A080367D88}" type="pres">
      <dgm:prSet presAssocID="{40D75835-67A4-495F-85EE-818705586C8C}" presName="connTx" presStyleLbl="parChTrans1D3" presStyleIdx="6" presStyleCnt="9"/>
      <dgm:spPr/>
      <dgm:t>
        <a:bodyPr/>
        <a:lstStyle/>
        <a:p>
          <a:endParaRPr lang="zh-CN" altLang="en-US"/>
        </a:p>
      </dgm:t>
    </dgm:pt>
    <dgm:pt modelId="{4E6F3654-0AD1-449E-828B-DEE819F80502}" type="pres">
      <dgm:prSet presAssocID="{85106CE9-8708-419D-9841-63706DBDE6F5}" presName="root2" presStyleCnt="0"/>
      <dgm:spPr/>
      <dgm:t>
        <a:bodyPr/>
        <a:lstStyle/>
        <a:p>
          <a:endParaRPr lang="zh-CN" altLang="en-US"/>
        </a:p>
      </dgm:t>
    </dgm:pt>
    <dgm:pt modelId="{3AB8D1DD-8058-403A-848A-082707247ED6}" type="pres">
      <dgm:prSet presAssocID="{85106CE9-8708-419D-9841-63706DBDE6F5}" presName="LevelTwoTextNode" presStyleLbl="node3" presStyleIdx="6" presStyleCnt="9" custScaleX="631767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D96691A-4A67-42A7-80C9-ED51D9E55069}" type="pres">
      <dgm:prSet presAssocID="{85106CE9-8708-419D-9841-63706DBDE6F5}" presName="level3hierChild" presStyleCnt="0"/>
      <dgm:spPr/>
      <dgm:t>
        <a:bodyPr/>
        <a:lstStyle/>
        <a:p>
          <a:endParaRPr lang="zh-CN" altLang="en-US"/>
        </a:p>
      </dgm:t>
    </dgm:pt>
    <dgm:pt modelId="{EF29799B-7853-4F10-9DCD-1425F521EEAA}" type="pres">
      <dgm:prSet presAssocID="{0BB82E0F-D304-41A4-971A-DB87139AE910}" presName="conn2-1" presStyleLbl="parChTrans1D3" presStyleIdx="7" presStyleCnt="9"/>
      <dgm:spPr/>
      <dgm:t>
        <a:bodyPr/>
        <a:lstStyle/>
        <a:p>
          <a:endParaRPr lang="zh-CN" altLang="en-US"/>
        </a:p>
      </dgm:t>
    </dgm:pt>
    <dgm:pt modelId="{245941F7-42E7-4755-AFDB-F891D4758B0B}" type="pres">
      <dgm:prSet presAssocID="{0BB82E0F-D304-41A4-971A-DB87139AE910}" presName="connTx" presStyleLbl="parChTrans1D3" presStyleIdx="7" presStyleCnt="9"/>
      <dgm:spPr/>
      <dgm:t>
        <a:bodyPr/>
        <a:lstStyle/>
        <a:p>
          <a:endParaRPr lang="zh-CN" altLang="en-US"/>
        </a:p>
      </dgm:t>
    </dgm:pt>
    <dgm:pt modelId="{5E83E430-D0C6-4DD4-82C2-3C27B9F4F77A}" type="pres">
      <dgm:prSet presAssocID="{B4F6CD4F-539F-4F5B-9B36-6A6B32D9B300}" presName="root2" presStyleCnt="0"/>
      <dgm:spPr/>
      <dgm:t>
        <a:bodyPr/>
        <a:lstStyle/>
        <a:p>
          <a:endParaRPr lang="zh-CN" altLang="en-US"/>
        </a:p>
      </dgm:t>
    </dgm:pt>
    <dgm:pt modelId="{61697D71-9A5D-4EA3-84CE-7CFEA9858397}" type="pres">
      <dgm:prSet presAssocID="{B4F6CD4F-539F-4F5B-9B36-6A6B32D9B300}" presName="LevelTwoTextNode" presStyleLbl="node3" presStyleIdx="7" presStyleCnt="9" custScaleX="63034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B2BE761-A1DB-498D-978F-3409F667D049}" type="pres">
      <dgm:prSet presAssocID="{B4F6CD4F-539F-4F5B-9B36-6A6B32D9B300}" presName="level3hierChild" presStyleCnt="0"/>
      <dgm:spPr/>
      <dgm:t>
        <a:bodyPr/>
        <a:lstStyle/>
        <a:p>
          <a:endParaRPr lang="zh-CN" altLang="en-US"/>
        </a:p>
      </dgm:t>
    </dgm:pt>
    <dgm:pt modelId="{214136C7-0D6E-4B57-9B47-3626F52BB3D5}" type="pres">
      <dgm:prSet presAssocID="{6F32EDAB-69F7-477C-84FB-EE0A8BF60F7A}" presName="conn2-1" presStyleLbl="parChTrans1D3" presStyleIdx="8" presStyleCnt="9"/>
      <dgm:spPr/>
      <dgm:t>
        <a:bodyPr/>
        <a:lstStyle/>
        <a:p>
          <a:endParaRPr lang="zh-CN" altLang="en-US"/>
        </a:p>
      </dgm:t>
    </dgm:pt>
    <dgm:pt modelId="{06426265-847C-4E87-B435-A4C1E46C753A}" type="pres">
      <dgm:prSet presAssocID="{6F32EDAB-69F7-477C-84FB-EE0A8BF60F7A}" presName="connTx" presStyleLbl="parChTrans1D3" presStyleIdx="8" presStyleCnt="9"/>
      <dgm:spPr/>
      <dgm:t>
        <a:bodyPr/>
        <a:lstStyle/>
        <a:p>
          <a:endParaRPr lang="zh-CN" altLang="en-US"/>
        </a:p>
      </dgm:t>
    </dgm:pt>
    <dgm:pt modelId="{333E3E22-B796-4506-BDB3-570A18FB43BB}" type="pres">
      <dgm:prSet presAssocID="{A20408B0-B8B8-4ABB-8319-73E8EEED389F}" presName="root2" presStyleCnt="0"/>
      <dgm:spPr/>
      <dgm:t>
        <a:bodyPr/>
        <a:lstStyle/>
        <a:p>
          <a:endParaRPr lang="zh-CN" altLang="en-US"/>
        </a:p>
      </dgm:t>
    </dgm:pt>
    <dgm:pt modelId="{23AA39DE-8EF9-4F8B-88A8-1174A62A0123}" type="pres">
      <dgm:prSet presAssocID="{A20408B0-B8B8-4ABB-8319-73E8EEED389F}" presName="LevelTwoTextNode" presStyleLbl="node3" presStyleIdx="8" presStyleCnt="9" custScaleX="630340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CA35B0D-2E93-4A6F-A5A8-CCD5CCCC9198}" type="pres">
      <dgm:prSet presAssocID="{A20408B0-B8B8-4ABB-8319-73E8EEED389F}" presName="level3hierChild" presStyleCnt="0"/>
      <dgm:spPr/>
      <dgm:t>
        <a:bodyPr/>
        <a:lstStyle/>
        <a:p>
          <a:endParaRPr lang="zh-CN" altLang="en-US"/>
        </a:p>
      </dgm:t>
    </dgm:pt>
  </dgm:ptLst>
  <dgm:cxnLst>
    <dgm:cxn modelId="{F36BBDB9-3AA0-40F0-A13C-406CE60CFF53}" type="presOf" srcId="{785BCE0D-B3F1-4ED9-86B4-9B828EA57EEE}" destId="{888D5EA9-4CC0-4ADF-89F9-850DE9182F34}" srcOrd="0" destOrd="0" presId="urn:microsoft.com/office/officeart/2005/8/layout/hierarchy2"/>
    <dgm:cxn modelId="{D229D405-0232-408B-9D4A-C3493EB3F4FA}" srcId="{EF6D0FC2-DCCA-4E90-B9BE-D4D2595A1BE9}" destId="{04EA0133-B423-40B5-8B06-8280F90E0BCE}" srcOrd="0" destOrd="0" parTransId="{9A095E81-15C2-42A6-B9C9-57AB48F31A00}" sibTransId="{99E1223A-2205-4F82-8C1A-687793848E8B}"/>
    <dgm:cxn modelId="{4E23E459-6A41-4E4E-9359-C6CADAAD0D54}" type="presOf" srcId="{6441C8EE-6EA1-4798-A134-B19B1010E165}" destId="{E8F3A423-798D-4856-A0F1-471528512214}" srcOrd="1" destOrd="0" presId="urn:microsoft.com/office/officeart/2005/8/layout/hierarchy2"/>
    <dgm:cxn modelId="{B94F6B35-D106-4B9B-BA4F-A2E487C4C8B9}" srcId="{04EA0133-B423-40B5-8B06-8280F90E0BCE}" destId="{49E3DF59-8BF9-48D0-8C47-6772629B080C}" srcOrd="2" destOrd="0" parTransId="{FFC4C620-7C0E-48ED-A734-C75E7BAB1BDF}" sibTransId="{B725D028-C572-4E05-955B-5903FBFFA2EC}"/>
    <dgm:cxn modelId="{1F45F733-C654-44A4-90CF-3FD6BAD28882}" type="presOf" srcId="{A20408B0-B8B8-4ABB-8319-73E8EEED389F}" destId="{23AA39DE-8EF9-4F8B-88A8-1174A62A0123}" srcOrd="0" destOrd="0" presId="urn:microsoft.com/office/officeart/2005/8/layout/hierarchy2"/>
    <dgm:cxn modelId="{6298BC0E-A8A1-4766-8766-6F1B2DED5483}" type="presOf" srcId="{6F4AF221-C9B8-44FD-982B-9909422CD616}" destId="{7FD2BFA1-042C-4B27-BFC0-04420F234126}" srcOrd="1" destOrd="0" presId="urn:microsoft.com/office/officeart/2005/8/layout/hierarchy2"/>
    <dgm:cxn modelId="{8B6FBA9F-0DF0-499D-B7C6-A0C0E8EDDD67}" type="presOf" srcId="{CE1E6930-E923-4EFB-8634-95E59426B8A4}" destId="{4A095829-3390-4F9B-9B44-376C6505988D}" srcOrd="1" destOrd="0" presId="urn:microsoft.com/office/officeart/2005/8/layout/hierarchy2"/>
    <dgm:cxn modelId="{25E9A623-941D-4E43-97FA-17E9E123A312}" srcId="{04EA0133-B423-40B5-8B06-8280F90E0BCE}" destId="{533D77A1-45DA-4F08-B713-91DB5B626400}" srcOrd="1" destOrd="0" parTransId="{BB76E9ED-E02B-41A6-A06A-72898EDA8D87}" sibTransId="{6C85159D-F9AD-4D62-98B4-CB43160DECDB}"/>
    <dgm:cxn modelId="{1A9B420F-EBC5-4945-A249-36E6977ECC88}" srcId="{04EA0133-B423-40B5-8B06-8280F90E0BCE}" destId="{5E3BAFBB-E99F-4511-B4DA-E5F049CEC2DF}" srcOrd="3" destOrd="0" parTransId="{CE1E6930-E923-4EFB-8634-95E59426B8A4}" sibTransId="{6322FFF1-C1D0-4651-9159-8DF073F1C412}"/>
    <dgm:cxn modelId="{057EAB69-A1B9-4A6F-80E8-10F95A0F5834}" type="presOf" srcId="{8FC57A93-DAC3-43D0-B7E1-FBD7FCBA83FC}" destId="{ECB23D1A-FFCF-4F25-8527-305A4A31D111}" srcOrd="0" destOrd="0" presId="urn:microsoft.com/office/officeart/2005/8/layout/hierarchy2"/>
    <dgm:cxn modelId="{D47B193E-51D8-44B6-9C0B-CA0220580927}" type="presOf" srcId="{0BB82E0F-D304-41A4-971A-DB87139AE910}" destId="{EF29799B-7853-4F10-9DCD-1425F521EEAA}" srcOrd="0" destOrd="0" presId="urn:microsoft.com/office/officeart/2005/8/layout/hierarchy2"/>
    <dgm:cxn modelId="{FC163D0E-73EA-43C0-A64C-E22189FBE54B}" type="presOf" srcId="{6441C8EE-6EA1-4798-A134-B19B1010E165}" destId="{1CDFF38A-F361-4EBC-B2AB-12223807DBEC}" srcOrd="0" destOrd="0" presId="urn:microsoft.com/office/officeart/2005/8/layout/hierarchy2"/>
    <dgm:cxn modelId="{1F7CCC67-8794-494D-BE43-50A732F8A7FC}" type="presOf" srcId="{9A095E81-15C2-42A6-B9C9-57AB48F31A00}" destId="{B9A72D90-1C55-40DE-8BD9-9245980850DA}" srcOrd="1" destOrd="0" presId="urn:microsoft.com/office/officeart/2005/8/layout/hierarchy2"/>
    <dgm:cxn modelId="{38EF366B-D663-4D4A-8DD4-538814A96625}" type="presOf" srcId="{533D77A1-45DA-4F08-B713-91DB5B626400}" destId="{67F3B027-A787-47A3-9DCC-F43CADFD675F}" srcOrd="0" destOrd="0" presId="urn:microsoft.com/office/officeart/2005/8/layout/hierarchy2"/>
    <dgm:cxn modelId="{CB6B722D-92A8-48AB-964D-71BF14AC39FE}" type="presOf" srcId="{FC9A9D75-3DCC-4E85-8BF9-67D93677DA1D}" destId="{E7CA34EE-9921-41E5-A32E-B65C6A2B6943}" srcOrd="0" destOrd="0" presId="urn:microsoft.com/office/officeart/2005/8/layout/hierarchy2"/>
    <dgm:cxn modelId="{9D45DCAB-ED92-46E4-B7D5-664B9D6F18D1}" type="presOf" srcId="{94DAFAD9-1AC6-478C-B8A5-0B7909FA7D40}" destId="{6BBD33CF-2919-4214-90A6-5B45AC236AD7}" srcOrd="0" destOrd="0" presId="urn:microsoft.com/office/officeart/2005/8/layout/hierarchy2"/>
    <dgm:cxn modelId="{E2DA52AF-2F31-472E-A9B2-F5F035BC1A86}" srcId="{90C3B4F1-2288-4047-8A96-91AA04A2E9FF}" destId="{C78933B5-041C-447F-9427-A4EBDE72E52A}" srcOrd="0" destOrd="0" parTransId="{6F4AF221-C9B8-44FD-982B-9909422CD616}" sibTransId="{961FF267-644E-44C2-AB40-787F7BBD3142}"/>
    <dgm:cxn modelId="{3281493C-C6A5-4D14-8259-6B2212F793F3}" type="presOf" srcId="{0BB82E0F-D304-41A4-971A-DB87139AE910}" destId="{245941F7-42E7-4755-AFDB-F891D4758B0B}" srcOrd="1" destOrd="0" presId="urn:microsoft.com/office/officeart/2005/8/layout/hierarchy2"/>
    <dgm:cxn modelId="{EAC59446-2496-40BE-9417-BE92D67F77F9}" srcId="{785BCE0D-B3F1-4ED9-86B4-9B828EA57EEE}" destId="{EF6D0FC2-DCCA-4E90-B9BE-D4D2595A1BE9}" srcOrd="0" destOrd="0" parTransId="{7F0E9585-A592-48FC-841A-48DAEC0162A9}" sibTransId="{76AC1D55-4957-4C6E-A1E8-720F34055DE0}"/>
    <dgm:cxn modelId="{302F2405-0E0D-4979-9C05-F7D380F08E1B}" type="presOf" srcId="{BB76E9ED-E02B-41A6-A06A-72898EDA8D87}" destId="{FBC75CA1-F94D-4696-8539-D163FCCCBE77}" srcOrd="0" destOrd="0" presId="urn:microsoft.com/office/officeart/2005/8/layout/hierarchy2"/>
    <dgm:cxn modelId="{0466E78A-3A90-4A04-AE9D-D5B06BC70404}" type="presOf" srcId="{CE1E6930-E923-4EFB-8634-95E59426B8A4}" destId="{281A6B5A-9E8C-4C5F-BDE4-F4EC8A3E3514}" srcOrd="0" destOrd="0" presId="urn:microsoft.com/office/officeart/2005/8/layout/hierarchy2"/>
    <dgm:cxn modelId="{3A70EB8F-FC88-4AF6-8559-DB74A7804A98}" type="presOf" srcId="{9A095E81-15C2-42A6-B9C9-57AB48F31A00}" destId="{4AA70A89-A3A6-4345-832B-CB65B1785775}" srcOrd="0" destOrd="0" presId="urn:microsoft.com/office/officeart/2005/8/layout/hierarchy2"/>
    <dgm:cxn modelId="{9F6A8129-E258-4D2B-B5EF-0607DDE2C8ED}" srcId="{EF6D0FC2-DCCA-4E90-B9BE-D4D2595A1BE9}" destId="{90C3B4F1-2288-4047-8A96-91AA04A2E9FF}" srcOrd="1" destOrd="0" parTransId="{984A18FC-DB23-4CA9-82E4-5E6AF2228040}" sibTransId="{2F320638-8F23-49C0-A2B3-13A1C8E85DF4}"/>
    <dgm:cxn modelId="{BAD287BA-A7C5-4DE0-81D5-666BEF09D155}" srcId="{04EA0133-B423-40B5-8B06-8280F90E0BCE}" destId="{8FC57A93-DAC3-43D0-B7E1-FBD7FCBA83FC}" srcOrd="0" destOrd="0" parTransId="{94DAFAD9-1AC6-478C-B8A5-0B7909FA7D40}" sibTransId="{CE6A9587-4080-4E98-A86E-65849AE14358}"/>
    <dgm:cxn modelId="{7EEC0D1A-716D-4B47-B738-BB4876D2206F}" type="presOf" srcId="{94DAFAD9-1AC6-478C-B8A5-0B7909FA7D40}" destId="{F60D934F-F380-4FC2-9201-6612BD0CADCC}" srcOrd="1" destOrd="0" presId="urn:microsoft.com/office/officeart/2005/8/layout/hierarchy2"/>
    <dgm:cxn modelId="{1538B3AF-BEB8-4CF8-A5AD-0D74F442EB89}" type="presOf" srcId="{FFC4C620-7C0E-48ED-A734-C75E7BAB1BDF}" destId="{3DE14EEC-6C35-4EF3-BA0B-5438FEBC16A0}" srcOrd="0" destOrd="0" presId="urn:microsoft.com/office/officeart/2005/8/layout/hierarchy2"/>
    <dgm:cxn modelId="{DA3DA876-5FDF-4169-8621-913C28078D09}" type="presOf" srcId="{49E3DF59-8BF9-48D0-8C47-6772629B080C}" destId="{1A523B74-D03B-481B-B8A3-F57D5EA187FF}" srcOrd="0" destOrd="0" presId="urn:microsoft.com/office/officeart/2005/8/layout/hierarchy2"/>
    <dgm:cxn modelId="{B6E28765-D257-43BD-8E0B-0557DF01EAF3}" srcId="{04EA0133-B423-40B5-8B06-8280F90E0BCE}" destId="{FC9A9D75-3DCC-4E85-8BF9-67D93677DA1D}" srcOrd="4" destOrd="0" parTransId="{6441C8EE-6EA1-4798-A134-B19B1010E165}" sibTransId="{7FEB85CB-45DD-4D9B-86EC-D9F90246517B}"/>
    <dgm:cxn modelId="{B57EAAA0-5717-4000-AEDB-948846C21050}" srcId="{90C3B4F1-2288-4047-8A96-91AA04A2E9FF}" destId="{B4F6CD4F-539F-4F5B-9B36-6A6B32D9B300}" srcOrd="2" destOrd="0" parTransId="{0BB82E0F-D304-41A4-971A-DB87139AE910}" sibTransId="{174FB624-C9C9-4992-BDC4-14B7C2E0BB98}"/>
    <dgm:cxn modelId="{21A00524-C7E2-4717-8690-F732C6DF05BB}" type="presOf" srcId="{EF6D0FC2-DCCA-4E90-B9BE-D4D2595A1BE9}" destId="{349801AA-D9C1-4B82-8B31-1DD2B68FE93D}" srcOrd="0" destOrd="0" presId="urn:microsoft.com/office/officeart/2005/8/layout/hierarchy2"/>
    <dgm:cxn modelId="{4E4B3378-525E-44DA-AE53-42DCF734160F}" type="presOf" srcId="{04EA0133-B423-40B5-8B06-8280F90E0BCE}" destId="{0EA4A5F4-DCC8-40D1-9160-D41E725559D7}" srcOrd="0" destOrd="0" presId="urn:microsoft.com/office/officeart/2005/8/layout/hierarchy2"/>
    <dgm:cxn modelId="{516AAE6B-3C48-4ADE-8B70-A01FB0B10F25}" type="presOf" srcId="{6F4AF221-C9B8-44FD-982B-9909422CD616}" destId="{C3193DE0-E76A-441C-B0ED-166724EF4A78}" srcOrd="0" destOrd="0" presId="urn:microsoft.com/office/officeart/2005/8/layout/hierarchy2"/>
    <dgm:cxn modelId="{7A798AE8-3611-4583-A9F6-557F01916936}" srcId="{90C3B4F1-2288-4047-8A96-91AA04A2E9FF}" destId="{A20408B0-B8B8-4ABB-8319-73E8EEED389F}" srcOrd="3" destOrd="0" parTransId="{6F32EDAB-69F7-477C-84FB-EE0A8BF60F7A}" sibTransId="{342ECB95-2DC5-41ED-AC7D-331B38975287}"/>
    <dgm:cxn modelId="{0820D47B-3783-477E-B382-C9F74B9C5B7C}" type="presOf" srcId="{C78933B5-041C-447F-9427-A4EBDE72E52A}" destId="{EA092590-A189-447B-8E99-05D10162F975}" srcOrd="0" destOrd="0" presId="urn:microsoft.com/office/officeart/2005/8/layout/hierarchy2"/>
    <dgm:cxn modelId="{0C2B187E-05AF-446E-8082-AEE48E5C10A7}" type="presOf" srcId="{FFC4C620-7C0E-48ED-A734-C75E7BAB1BDF}" destId="{56CEA282-B03A-41CC-8A8C-EF254F3E7A18}" srcOrd="1" destOrd="0" presId="urn:microsoft.com/office/officeart/2005/8/layout/hierarchy2"/>
    <dgm:cxn modelId="{0F6FB97B-F637-4E02-81D5-265A415292C8}" type="presOf" srcId="{85106CE9-8708-419D-9841-63706DBDE6F5}" destId="{3AB8D1DD-8058-403A-848A-082707247ED6}" srcOrd="0" destOrd="0" presId="urn:microsoft.com/office/officeart/2005/8/layout/hierarchy2"/>
    <dgm:cxn modelId="{CCD6EDE4-5616-4931-A7F0-DBF3D4CFAF08}" type="presOf" srcId="{984A18FC-DB23-4CA9-82E4-5E6AF2228040}" destId="{449D759B-5FA0-4863-85FB-23528C315F39}" srcOrd="1" destOrd="0" presId="urn:microsoft.com/office/officeart/2005/8/layout/hierarchy2"/>
    <dgm:cxn modelId="{22639013-C0FE-4781-8F13-6DB31F80B4FB}" type="presOf" srcId="{40D75835-67A4-495F-85EE-818705586C8C}" destId="{08B13B40-F2BB-428A-A5CC-C5D4F9DD3413}" srcOrd="0" destOrd="0" presId="urn:microsoft.com/office/officeart/2005/8/layout/hierarchy2"/>
    <dgm:cxn modelId="{6537509C-8407-4E80-BF18-6A069D1A1E4D}" srcId="{90C3B4F1-2288-4047-8A96-91AA04A2E9FF}" destId="{85106CE9-8708-419D-9841-63706DBDE6F5}" srcOrd="1" destOrd="0" parTransId="{40D75835-67A4-495F-85EE-818705586C8C}" sibTransId="{03FDBDE3-0B6F-42F0-9FB8-149B0256AFB9}"/>
    <dgm:cxn modelId="{41BB82F2-4C59-4656-A7A4-36190D5E72DF}" type="presOf" srcId="{984A18FC-DB23-4CA9-82E4-5E6AF2228040}" destId="{ADD60F7E-F129-4FAA-9717-6BBCD5214DDA}" srcOrd="0" destOrd="0" presId="urn:microsoft.com/office/officeart/2005/8/layout/hierarchy2"/>
    <dgm:cxn modelId="{5F61FCC1-24C4-4C5B-9F0C-6113A436537A}" type="presOf" srcId="{BB76E9ED-E02B-41A6-A06A-72898EDA8D87}" destId="{89CDF79A-D554-4CF1-BCEF-0330B95E22A4}" srcOrd="1" destOrd="0" presId="urn:microsoft.com/office/officeart/2005/8/layout/hierarchy2"/>
    <dgm:cxn modelId="{068C3161-21B2-475B-BC2C-65069D396990}" type="presOf" srcId="{B4F6CD4F-539F-4F5B-9B36-6A6B32D9B300}" destId="{61697D71-9A5D-4EA3-84CE-7CFEA9858397}" srcOrd="0" destOrd="0" presId="urn:microsoft.com/office/officeart/2005/8/layout/hierarchy2"/>
    <dgm:cxn modelId="{31E26133-B0FC-4E58-B759-0633DED83B31}" type="presOf" srcId="{40D75835-67A4-495F-85EE-818705586C8C}" destId="{B14365C5-ADA4-452F-A35F-52A080367D88}" srcOrd="1" destOrd="0" presId="urn:microsoft.com/office/officeart/2005/8/layout/hierarchy2"/>
    <dgm:cxn modelId="{ED5CB818-0E4C-405A-9E85-9D4A6B983B3F}" type="presOf" srcId="{6F32EDAB-69F7-477C-84FB-EE0A8BF60F7A}" destId="{06426265-847C-4E87-B435-A4C1E46C753A}" srcOrd="1" destOrd="0" presId="urn:microsoft.com/office/officeart/2005/8/layout/hierarchy2"/>
    <dgm:cxn modelId="{CC6F4575-DB7C-4ABE-BA0E-79A68698A35D}" type="presOf" srcId="{6F32EDAB-69F7-477C-84FB-EE0A8BF60F7A}" destId="{214136C7-0D6E-4B57-9B47-3626F52BB3D5}" srcOrd="0" destOrd="0" presId="urn:microsoft.com/office/officeart/2005/8/layout/hierarchy2"/>
    <dgm:cxn modelId="{9CE50842-273C-4FD8-A984-43A3D5635437}" type="presOf" srcId="{90C3B4F1-2288-4047-8A96-91AA04A2E9FF}" destId="{0F98E39D-9477-4FD6-913C-B6D96817538C}" srcOrd="0" destOrd="0" presId="urn:microsoft.com/office/officeart/2005/8/layout/hierarchy2"/>
    <dgm:cxn modelId="{F864FB22-5722-4505-941E-162E424987EB}" type="presOf" srcId="{5E3BAFBB-E99F-4511-B4DA-E5F049CEC2DF}" destId="{906E305C-D325-4464-9603-04B6F7871F4C}" srcOrd="0" destOrd="0" presId="urn:microsoft.com/office/officeart/2005/8/layout/hierarchy2"/>
    <dgm:cxn modelId="{C6CE6EBE-041F-4CFE-92F6-A405A305D5DC}" type="presParOf" srcId="{888D5EA9-4CC0-4ADF-89F9-850DE9182F34}" destId="{E72B30E4-B7A8-4E81-BFF0-F191CF76B11B}" srcOrd="0" destOrd="0" presId="urn:microsoft.com/office/officeart/2005/8/layout/hierarchy2"/>
    <dgm:cxn modelId="{0E186358-C510-46DA-828A-6721B4CE2C77}" type="presParOf" srcId="{E72B30E4-B7A8-4E81-BFF0-F191CF76B11B}" destId="{349801AA-D9C1-4B82-8B31-1DD2B68FE93D}" srcOrd="0" destOrd="0" presId="urn:microsoft.com/office/officeart/2005/8/layout/hierarchy2"/>
    <dgm:cxn modelId="{EB35D16B-19DD-4496-B481-F051B9338A98}" type="presParOf" srcId="{E72B30E4-B7A8-4E81-BFF0-F191CF76B11B}" destId="{BDB23304-05C1-438D-A7B0-D3E1CAD2617C}" srcOrd="1" destOrd="0" presId="urn:microsoft.com/office/officeart/2005/8/layout/hierarchy2"/>
    <dgm:cxn modelId="{1F8D8375-BFCD-4454-A952-0D75CFEB357C}" type="presParOf" srcId="{BDB23304-05C1-438D-A7B0-D3E1CAD2617C}" destId="{4AA70A89-A3A6-4345-832B-CB65B1785775}" srcOrd="0" destOrd="0" presId="urn:microsoft.com/office/officeart/2005/8/layout/hierarchy2"/>
    <dgm:cxn modelId="{BC313B97-60D3-4CC1-B187-589782A04483}" type="presParOf" srcId="{4AA70A89-A3A6-4345-832B-CB65B1785775}" destId="{B9A72D90-1C55-40DE-8BD9-9245980850DA}" srcOrd="0" destOrd="0" presId="urn:microsoft.com/office/officeart/2005/8/layout/hierarchy2"/>
    <dgm:cxn modelId="{30A79DA1-1C70-44F5-B64B-5FAC16ABB76E}" type="presParOf" srcId="{BDB23304-05C1-438D-A7B0-D3E1CAD2617C}" destId="{85CE4DE5-16A7-41EA-B029-11219054CBC5}" srcOrd="1" destOrd="0" presId="urn:microsoft.com/office/officeart/2005/8/layout/hierarchy2"/>
    <dgm:cxn modelId="{36C5BD3D-7095-4FBE-9F1B-0EB3402C7244}" type="presParOf" srcId="{85CE4DE5-16A7-41EA-B029-11219054CBC5}" destId="{0EA4A5F4-DCC8-40D1-9160-D41E725559D7}" srcOrd="0" destOrd="0" presId="urn:microsoft.com/office/officeart/2005/8/layout/hierarchy2"/>
    <dgm:cxn modelId="{27818D89-856E-42AD-B122-E4C2B512F3D3}" type="presParOf" srcId="{85CE4DE5-16A7-41EA-B029-11219054CBC5}" destId="{C94EFCAA-250E-427A-8986-AFC13285C51A}" srcOrd="1" destOrd="0" presId="urn:microsoft.com/office/officeart/2005/8/layout/hierarchy2"/>
    <dgm:cxn modelId="{68C67637-9CDE-4F8A-8611-607DE73A11FD}" type="presParOf" srcId="{C94EFCAA-250E-427A-8986-AFC13285C51A}" destId="{6BBD33CF-2919-4214-90A6-5B45AC236AD7}" srcOrd="0" destOrd="0" presId="urn:microsoft.com/office/officeart/2005/8/layout/hierarchy2"/>
    <dgm:cxn modelId="{D7896CDF-C58A-4101-8FD6-24F6DFD4A39C}" type="presParOf" srcId="{6BBD33CF-2919-4214-90A6-5B45AC236AD7}" destId="{F60D934F-F380-4FC2-9201-6612BD0CADCC}" srcOrd="0" destOrd="0" presId="urn:microsoft.com/office/officeart/2005/8/layout/hierarchy2"/>
    <dgm:cxn modelId="{52B08615-05C7-452A-8D20-2CD7764A26C8}" type="presParOf" srcId="{C94EFCAA-250E-427A-8986-AFC13285C51A}" destId="{824E2FDB-3202-4E87-98FF-FF08243DAB90}" srcOrd="1" destOrd="0" presId="urn:microsoft.com/office/officeart/2005/8/layout/hierarchy2"/>
    <dgm:cxn modelId="{F175AB32-2343-4033-AF7F-EBC9DAFBF941}" type="presParOf" srcId="{824E2FDB-3202-4E87-98FF-FF08243DAB90}" destId="{ECB23D1A-FFCF-4F25-8527-305A4A31D111}" srcOrd="0" destOrd="0" presId="urn:microsoft.com/office/officeart/2005/8/layout/hierarchy2"/>
    <dgm:cxn modelId="{2981EBFB-D108-40BA-BF8C-674A658EF2C7}" type="presParOf" srcId="{824E2FDB-3202-4E87-98FF-FF08243DAB90}" destId="{E99166AF-28DF-4041-98C7-D1D3E7AA7B9E}" srcOrd="1" destOrd="0" presId="urn:microsoft.com/office/officeart/2005/8/layout/hierarchy2"/>
    <dgm:cxn modelId="{58AD16E8-42F6-4720-88CF-A73BA42F634C}" type="presParOf" srcId="{C94EFCAA-250E-427A-8986-AFC13285C51A}" destId="{FBC75CA1-F94D-4696-8539-D163FCCCBE77}" srcOrd="2" destOrd="0" presId="urn:microsoft.com/office/officeart/2005/8/layout/hierarchy2"/>
    <dgm:cxn modelId="{4A87B344-A629-42F9-BF28-C0192A8562AC}" type="presParOf" srcId="{FBC75CA1-F94D-4696-8539-D163FCCCBE77}" destId="{89CDF79A-D554-4CF1-BCEF-0330B95E22A4}" srcOrd="0" destOrd="0" presId="urn:microsoft.com/office/officeart/2005/8/layout/hierarchy2"/>
    <dgm:cxn modelId="{C4590227-00FC-47A3-85F5-FF61FC582A10}" type="presParOf" srcId="{C94EFCAA-250E-427A-8986-AFC13285C51A}" destId="{413126E0-E8A2-4669-A568-3FD2F8F9A125}" srcOrd="3" destOrd="0" presId="urn:microsoft.com/office/officeart/2005/8/layout/hierarchy2"/>
    <dgm:cxn modelId="{917FEC32-0DFE-48B0-B178-5F144693741F}" type="presParOf" srcId="{413126E0-E8A2-4669-A568-3FD2F8F9A125}" destId="{67F3B027-A787-47A3-9DCC-F43CADFD675F}" srcOrd="0" destOrd="0" presId="urn:microsoft.com/office/officeart/2005/8/layout/hierarchy2"/>
    <dgm:cxn modelId="{EDDD8059-C51D-452F-8334-26AE7551A88C}" type="presParOf" srcId="{413126E0-E8A2-4669-A568-3FD2F8F9A125}" destId="{8E1797A0-F25C-4B84-82D0-93E7DD80F9BA}" srcOrd="1" destOrd="0" presId="urn:microsoft.com/office/officeart/2005/8/layout/hierarchy2"/>
    <dgm:cxn modelId="{8BD09864-2354-4301-8EC4-7CAEFB6AD921}" type="presParOf" srcId="{C94EFCAA-250E-427A-8986-AFC13285C51A}" destId="{3DE14EEC-6C35-4EF3-BA0B-5438FEBC16A0}" srcOrd="4" destOrd="0" presId="urn:microsoft.com/office/officeart/2005/8/layout/hierarchy2"/>
    <dgm:cxn modelId="{F8D864B6-A0C1-4001-AEAB-B214CD72F8AB}" type="presParOf" srcId="{3DE14EEC-6C35-4EF3-BA0B-5438FEBC16A0}" destId="{56CEA282-B03A-41CC-8A8C-EF254F3E7A18}" srcOrd="0" destOrd="0" presId="urn:microsoft.com/office/officeart/2005/8/layout/hierarchy2"/>
    <dgm:cxn modelId="{7D08114D-7531-4785-864E-5DCF08DE0335}" type="presParOf" srcId="{C94EFCAA-250E-427A-8986-AFC13285C51A}" destId="{AAD7E4E7-06A6-433D-998A-361CBB1E61C1}" srcOrd="5" destOrd="0" presId="urn:microsoft.com/office/officeart/2005/8/layout/hierarchy2"/>
    <dgm:cxn modelId="{D7A63E39-2A45-4AE8-89B5-B2A0786FB52A}" type="presParOf" srcId="{AAD7E4E7-06A6-433D-998A-361CBB1E61C1}" destId="{1A523B74-D03B-481B-B8A3-F57D5EA187FF}" srcOrd="0" destOrd="0" presId="urn:microsoft.com/office/officeart/2005/8/layout/hierarchy2"/>
    <dgm:cxn modelId="{733D6426-622F-4B88-B9FD-18C96288C17E}" type="presParOf" srcId="{AAD7E4E7-06A6-433D-998A-361CBB1E61C1}" destId="{3D282DC7-8266-45B8-83C9-98743BC9F47F}" srcOrd="1" destOrd="0" presId="urn:microsoft.com/office/officeart/2005/8/layout/hierarchy2"/>
    <dgm:cxn modelId="{01D0F3EA-8EB1-4AA4-866B-FE1C968D7ADA}" type="presParOf" srcId="{C94EFCAA-250E-427A-8986-AFC13285C51A}" destId="{281A6B5A-9E8C-4C5F-BDE4-F4EC8A3E3514}" srcOrd="6" destOrd="0" presId="urn:microsoft.com/office/officeart/2005/8/layout/hierarchy2"/>
    <dgm:cxn modelId="{E88AC643-D959-4735-B223-6FB34310EC7A}" type="presParOf" srcId="{281A6B5A-9E8C-4C5F-BDE4-F4EC8A3E3514}" destId="{4A095829-3390-4F9B-9B44-376C6505988D}" srcOrd="0" destOrd="0" presId="urn:microsoft.com/office/officeart/2005/8/layout/hierarchy2"/>
    <dgm:cxn modelId="{0B81FC8F-658F-4A4C-A0E4-68C0FABEF7A6}" type="presParOf" srcId="{C94EFCAA-250E-427A-8986-AFC13285C51A}" destId="{00BA0A83-8D39-468F-95FF-EE907D5CC3B6}" srcOrd="7" destOrd="0" presId="urn:microsoft.com/office/officeart/2005/8/layout/hierarchy2"/>
    <dgm:cxn modelId="{15974829-5714-430B-A132-F282BD7AD132}" type="presParOf" srcId="{00BA0A83-8D39-468F-95FF-EE907D5CC3B6}" destId="{906E305C-D325-4464-9603-04B6F7871F4C}" srcOrd="0" destOrd="0" presId="urn:microsoft.com/office/officeart/2005/8/layout/hierarchy2"/>
    <dgm:cxn modelId="{44D6504E-3315-4806-B30A-FD31A96E0CE4}" type="presParOf" srcId="{00BA0A83-8D39-468F-95FF-EE907D5CC3B6}" destId="{C933384A-EC01-411A-8A2E-1A2802F4EEC4}" srcOrd="1" destOrd="0" presId="urn:microsoft.com/office/officeart/2005/8/layout/hierarchy2"/>
    <dgm:cxn modelId="{8BF19F4C-0FD0-4773-9464-D7F86B8BED3C}" type="presParOf" srcId="{C94EFCAA-250E-427A-8986-AFC13285C51A}" destId="{1CDFF38A-F361-4EBC-B2AB-12223807DBEC}" srcOrd="8" destOrd="0" presId="urn:microsoft.com/office/officeart/2005/8/layout/hierarchy2"/>
    <dgm:cxn modelId="{E106C91E-D267-4826-A46C-B1B6AC9C5F66}" type="presParOf" srcId="{1CDFF38A-F361-4EBC-B2AB-12223807DBEC}" destId="{E8F3A423-798D-4856-A0F1-471528512214}" srcOrd="0" destOrd="0" presId="urn:microsoft.com/office/officeart/2005/8/layout/hierarchy2"/>
    <dgm:cxn modelId="{F9AD2E16-5BAA-4814-8EA7-81DB80B2976E}" type="presParOf" srcId="{C94EFCAA-250E-427A-8986-AFC13285C51A}" destId="{8B064A1B-7A4D-481A-A1C3-F7DF2EABA006}" srcOrd="9" destOrd="0" presId="urn:microsoft.com/office/officeart/2005/8/layout/hierarchy2"/>
    <dgm:cxn modelId="{44878B37-683C-41EC-BC03-4A85E7CDFF85}" type="presParOf" srcId="{8B064A1B-7A4D-481A-A1C3-F7DF2EABA006}" destId="{E7CA34EE-9921-41E5-A32E-B65C6A2B6943}" srcOrd="0" destOrd="0" presId="urn:microsoft.com/office/officeart/2005/8/layout/hierarchy2"/>
    <dgm:cxn modelId="{758E8166-AF9F-4C64-81BA-8C77CE858BB7}" type="presParOf" srcId="{8B064A1B-7A4D-481A-A1C3-F7DF2EABA006}" destId="{EC2BE8C4-0CDA-4FF5-AE4E-DD607DD01899}" srcOrd="1" destOrd="0" presId="urn:microsoft.com/office/officeart/2005/8/layout/hierarchy2"/>
    <dgm:cxn modelId="{8391AD44-3D19-43BE-95AF-261C89154CE8}" type="presParOf" srcId="{BDB23304-05C1-438D-A7B0-D3E1CAD2617C}" destId="{ADD60F7E-F129-4FAA-9717-6BBCD5214DDA}" srcOrd="2" destOrd="0" presId="urn:microsoft.com/office/officeart/2005/8/layout/hierarchy2"/>
    <dgm:cxn modelId="{8B12CDD3-EE23-4A12-B705-AFD73D831E30}" type="presParOf" srcId="{ADD60F7E-F129-4FAA-9717-6BBCD5214DDA}" destId="{449D759B-5FA0-4863-85FB-23528C315F39}" srcOrd="0" destOrd="0" presId="urn:microsoft.com/office/officeart/2005/8/layout/hierarchy2"/>
    <dgm:cxn modelId="{AE1777D2-016B-4274-BBF1-2BD643A5277A}" type="presParOf" srcId="{BDB23304-05C1-438D-A7B0-D3E1CAD2617C}" destId="{9404CF60-5CFB-42DC-B559-4DEB8536120B}" srcOrd="3" destOrd="0" presId="urn:microsoft.com/office/officeart/2005/8/layout/hierarchy2"/>
    <dgm:cxn modelId="{27531B2D-5968-4E0A-A0D6-B7371587F973}" type="presParOf" srcId="{9404CF60-5CFB-42DC-B559-4DEB8536120B}" destId="{0F98E39D-9477-4FD6-913C-B6D96817538C}" srcOrd="0" destOrd="0" presId="urn:microsoft.com/office/officeart/2005/8/layout/hierarchy2"/>
    <dgm:cxn modelId="{61951516-E167-401D-BDB1-2026699796CD}" type="presParOf" srcId="{9404CF60-5CFB-42DC-B559-4DEB8536120B}" destId="{9F9B2178-2060-4F9A-8136-6DFD3E30323E}" srcOrd="1" destOrd="0" presId="urn:microsoft.com/office/officeart/2005/8/layout/hierarchy2"/>
    <dgm:cxn modelId="{5E97F00F-9F74-4F6B-8449-F82F1FD05027}" type="presParOf" srcId="{9F9B2178-2060-4F9A-8136-6DFD3E30323E}" destId="{C3193DE0-E76A-441C-B0ED-166724EF4A78}" srcOrd="0" destOrd="0" presId="urn:microsoft.com/office/officeart/2005/8/layout/hierarchy2"/>
    <dgm:cxn modelId="{14172F9C-0FE5-40BD-BCB3-7C4770BCFFF8}" type="presParOf" srcId="{C3193DE0-E76A-441C-B0ED-166724EF4A78}" destId="{7FD2BFA1-042C-4B27-BFC0-04420F234126}" srcOrd="0" destOrd="0" presId="urn:microsoft.com/office/officeart/2005/8/layout/hierarchy2"/>
    <dgm:cxn modelId="{7EF34924-2EF5-4259-9B15-7D99E76D7584}" type="presParOf" srcId="{9F9B2178-2060-4F9A-8136-6DFD3E30323E}" destId="{588A3678-2603-4C74-9C84-4B64719413FD}" srcOrd="1" destOrd="0" presId="urn:microsoft.com/office/officeart/2005/8/layout/hierarchy2"/>
    <dgm:cxn modelId="{89F8276F-E8C6-4781-B77A-B90D4CD539D0}" type="presParOf" srcId="{588A3678-2603-4C74-9C84-4B64719413FD}" destId="{EA092590-A189-447B-8E99-05D10162F975}" srcOrd="0" destOrd="0" presId="urn:microsoft.com/office/officeart/2005/8/layout/hierarchy2"/>
    <dgm:cxn modelId="{A69BECD6-1824-4E6E-84F8-C89C41F69603}" type="presParOf" srcId="{588A3678-2603-4C74-9C84-4B64719413FD}" destId="{EBACF4D1-8D7F-4BFB-8362-D3B9337D99F9}" srcOrd="1" destOrd="0" presId="urn:microsoft.com/office/officeart/2005/8/layout/hierarchy2"/>
    <dgm:cxn modelId="{C1421FAA-3219-4C36-B34E-866740FBE6EC}" type="presParOf" srcId="{9F9B2178-2060-4F9A-8136-6DFD3E30323E}" destId="{08B13B40-F2BB-428A-A5CC-C5D4F9DD3413}" srcOrd="2" destOrd="0" presId="urn:microsoft.com/office/officeart/2005/8/layout/hierarchy2"/>
    <dgm:cxn modelId="{69A94393-B969-4ED3-900C-E11FDA196B4D}" type="presParOf" srcId="{08B13B40-F2BB-428A-A5CC-C5D4F9DD3413}" destId="{B14365C5-ADA4-452F-A35F-52A080367D88}" srcOrd="0" destOrd="0" presId="urn:microsoft.com/office/officeart/2005/8/layout/hierarchy2"/>
    <dgm:cxn modelId="{BB710705-3041-431D-AE43-4D6F1D0363BE}" type="presParOf" srcId="{9F9B2178-2060-4F9A-8136-6DFD3E30323E}" destId="{4E6F3654-0AD1-449E-828B-DEE819F80502}" srcOrd="3" destOrd="0" presId="urn:microsoft.com/office/officeart/2005/8/layout/hierarchy2"/>
    <dgm:cxn modelId="{6729A469-4B3E-4162-8D72-9FA2EECAD4A3}" type="presParOf" srcId="{4E6F3654-0AD1-449E-828B-DEE819F80502}" destId="{3AB8D1DD-8058-403A-848A-082707247ED6}" srcOrd="0" destOrd="0" presId="urn:microsoft.com/office/officeart/2005/8/layout/hierarchy2"/>
    <dgm:cxn modelId="{9D847FD1-9BE8-4EAA-9004-39DA68D48FE7}" type="presParOf" srcId="{4E6F3654-0AD1-449E-828B-DEE819F80502}" destId="{DD96691A-4A67-42A7-80C9-ED51D9E55069}" srcOrd="1" destOrd="0" presId="urn:microsoft.com/office/officeart/2005/8/layout/hierarchy2"/>
    <dgm:cxn modelId="{883BB4D3-7E64-4870-AFAE-9EBE3CC97EEF}" type="presParOf" srcId="{9F9B2178-2060-4F9A-8136-6DFD3E30323E}" destId="{EF29799B-7853-4F10-9DCD-1425F521EEAA}" srcOrd="4" destOrd="0" presId="urn:microsoft.com/office/officeart/2005/8/layout/hierarchy2"/>
    <dgm:cxn modelId="{AD0EBA78-A6D4-499F-9F7D-C859F16E976D}" type="presParOf" srcId="{EF29799B-7853-4F10-9DCD-1425F521EEAA}" destId="{245941F7-42E7-4755-AFDB-F891D4758B0B}" srcOrd="0" destOrd="0" presId="urn:microsoft.com/office/officeart/2005/8/layout/hierarchy2"/>
    <dgm:cxn modelId="{8F6D6214-7EC1-4597-8ADF-EE988E2781B4}" type="presParOf" srcId="{9F9B2178-2060-4F9A-8136-6DFD3E30323E}" destId="{5E83E430-D0C6-4DD4-82C2-3C27B9F4F77A}" srcOrd="5" destOrd="0" presId="urn:microsoft.com/office/officeart/2005/8/layout/hierarchy2"/>
    <dgm:cxn modelId="{D81B95A7-A61B-4F8E-B3BD-D28FB38164FD}" type="presParOf" srcId="{5E83E430-D0C6-4DD4-82C2-3C27B9F4F77A}" destId="{61697D71-9A5D-4EA3-84CE-7CFEA9858397}" srcOrd="0" destOrd="0" presId="urn:microsoft.com/office/officeart/2005/8/layout/hierarchy2"/>
    <dgm:cxn modelId="{9EBF7D61-9E62-4276-AE6C-90D46EB79085}" type="presParOf" srcId="{5E83E430-D0C6-4DD4-82C2-3C27B9F4F77A}" destId="{DB2BE761-A1DB-498D-978F-3409F667D049}" srcOrd="1" destOrd="0" presId="urn:microsoft.com/office/officeart/2005/8/layout/hierarchy2"/>
    <dgm:cxn modelId="{32211284-DDA1-46B5-A61A-EA8C09D0E0B8}" type="presParOf" srcId="{9F9B2178-2060-4F9A-8136-6DFD3E30323E}" destId="{214136C7-0D6E-4B57-9B47-3626F52BB3D5}" srcOrd="6" destOrd="0" presId="urn:microsoft.com/office/officeart/2005/8/layout/hierarchy2"/>
    <dgm:cxn modelId="{416F2F4E-9E92-4128-B619-4CBBDB91817C}" type="presParOf" srcId="{214136C7-0D6E-4B57-9B47-3626F52BB3D5}" destId="{06426265-847C-4E87-B435-A4C1E46C753A}" srcOrd="0" destOrd="0" presId="urn:microsoft.com/office/officeart/2005/8/layout/hierarchy2"/>
    <dgm:cxn modelId="{17AAC1B7-DC33-4C8C-A3CC-E91FAB46B7FF}" type="presParOf" srcId="{9F9B2178-2060-4F9A-8136-6DFD3E30323E}" destId="{333E3E22-B796-4506-BDB3-570A18FB43BB}" srcOrd="7" destOrd="0" presId="urn:microsoft.com/office/officeart/2005/8/layout/hierarchy2"/>
    <dgm:cxn modelId="{23A31297-93F5-4EA0-AA09-48F15682B344}" type="presParOf" srcId="{333E3E22-B796-4506-BDB3-570A18FB43BB}" destId="{23AA39DE-8EF9-4F8B-88A8-1174A62A0123}" srcOrd="0" destOrd="0" presId="urn:microsoft.com/office/officeart/2005/8/layout/hierarchy2"/>
    <dgm:cxn modelId="{ACFF4845-D22F-4125-9089-3336E4B9ADE2}" type="presParOf" srcId="{333E3E22-B796-4506-BDB3-570A18FB43BB}" destId="{5CA35B0D-2E93-4A6F-A5A8-CCD5CCCC9198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8FB589B-99D1-4149-814F-5A73E6C75007}" type="doc">
      <dgm:prSet loTypeId="urn:microsoft.com/office/officeart/2005/8/layout/hierarchy2" loCatId="hierarchy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5665D991-75AA-46CF-B1D6-283B26BB7AEC}">
      <dgm:prSet custT="1"/>
      <dgm:spPr/>
      <dgm:t>
        <a:bodyPr/>
        <a:lstStyle/>
        <a:p>
          <a:pPr rtl="0"/>
          <a:r>
            <a:rPr lang="zh-CN" altLang="en-US" sz="1600" b="1" dirty="0" smtClean="0"/>
            <a:t>寄存器</a:t>
          </a:r>
          <a:endParaRPr lang="zh-CN" altLang="en-US" sz="1600" dirty="0"/>
        </a:p>
      </dgm:t>
    </dgm:pt>
    <dgm:pt modelId="{34C6BAB2-D42A-4672-B1FD-368BE8FF778D}" type="parTrans" cxnId="{4F9A9DBB-5901-4BA6-9F54-616C2AD2441D}">
      <dgm:prSet/>
      <dgm:spPr/>
      <dgm:t>
        <a:bodyPr/>
        <a:lstStyle/>
        <a:p>
          <a:endParaRPr lang="zh-CN" altLang="en-US" sz="1600"/>
        </a:p>
      </dgm:t>
    </dgm:pt>
    <dgm:pt modelId="{A6A0E151-E315-49ED-8ADC-0637FE1C913B}" type="sibTrans" cxnId="{4F9A9DBB-5901-4BA6-9F54-616C2AD2441D}">
      <dgm:prSet/>
      <dgm:spPr/>
      <dgm:t>
        <a:bodyPr/>
        <a:lstStyle/>
        <a:p>
          <a:endParaRPr lang="zh-CN" altLang="en-US" sz="1600"/>
        </a:p>
      </dgm:t>
    </dgm:pt>
    <dgm:pt modelId="{83672EFB-A9C1-4D35-A9B4-3EB583D7A9D1}">
      <dgm:prSet custT="1"/>
      <dgm:spPr/>
      <dgm:t>
        <a:bodyPr/>
        <a:lstStyle/>
        <a:p>
          <a:pPr rtl="0"/>
          <a:r>
            <a:rPr lang="zh-CN" altLang="en-US" sz="1600" b="1" dirty="0" smtClean="0"/>
            <a:t>通用寄存器</a:t>
          </a:r>
          <a:endParaRPr lang="zh-CN" altLang="en-US" sz="1600" dirty="0"/>
        </a:p>
      </dgm:t>
    </dgm:pt>
    <dgm:pt modelId="{6552A008-F8A1-4E20-8C2C-7AF6E9F80F65}" type="parTrans" cxnId="{87E858AA-4566-4B7A-ADDB-50F8A32B2752}">
      <dgm:prSet custT="1"/>
      <dgm:spPr/>
      <dgm:t>
        <a:bodyPr/>
        <a:lstStyle/>
        <a:p>
          <a:endParaRPr lang="zh-CN" altLang="en-US" sz="1600"/>
        </a:p>
      </dgm:t>
    </dgm:pt>
    <dgm:pt modelId="{F34097EB-E103-433A-AAEB-0952DF565F25}" type="sibTrans" cxnId="{87E858AA-4566-4B7A-ADDB-50F8A32B2752}">
      <dgm:prSet/>
      <dgm:spPr/>
      <dgm:t>
        <a:bodyPr/>
        <a:lstStyle/>
        <a:p>
          <a:endParaRPr lang="zh-CN" altLang="en-US" sz="1600"/>
        </a:p>
      </dgm:t>
    </dgm:pt>
    <dgm:pt modelId="{8CFCB278-8D8A-4A31-AF70-A79232496D01}">
      <dgm:prSet custT="1"/>
      <dgm:spPr/>
      <dgm:t>
        <a:bodyPr/>
        <a:lstStyle/>
        <a:p>
          <a:pPr rtl="0"/>
          <a:r>
            <a:rPr lang="zh-CN" altLang="en-US" sz="1600" b="1" dirty="0" smtClean="0"/>
            <a:t>保存指令执行过程中临时存放的寄存器操作数和中间结果</a:t>
          </a:r>
          <a:endParaRPr lang="zh-CN" altLang="en-US" sz="1600" dirty="0"/>
        </a:p>
      </dgm:t>
    </dgm:pt>
    <dgm:pt modelId="{94AFFA0F-7AD0-47C7-A371-7237C8FDF70A}" type="parTrans" cxnId="{328067D0-8E5C-45A8-880A-571D9647DC7C}">
      <dgm:prSet custT="1"/>
      <dgm:spPr/>
      <dgm:t>
        <a:bodyPr/>
        <a:lstStyle/>
        <a:p>
          <a:endParaRPr lang="zh-CN" altLang="en-US" sz="1600"/>
        </a:p>
      </dgm:t>
    </dgm:pt>
    <dgm:pt modelId="{DFA8696D-ED83-424A-B7DD-DEFE38C57634}" type="sibTrans" cxnId="{328067D0-8E5C-45A8-880A-571D9647DC7C}">
      <dgm:prSet/>
      <dgm:spPr/>
      <dgm:t>
        <a:bodyPr/>
        <a:lstStyle/>
        <a:p>
          <a:endParaRPr lang="zh-CN" altLang="en-US" sz="1600"/>
        </a:p>
      </dgm:t>
    </dgm:pt>
    <dgm:pt modelId="{FF0FA35C-DBB5-4567-8851-8D931F763486}">
      <dgm:prSet custT="1"/>
      <dgm:spPr/>
      <dgm:t>
        <a:bodyPr/>
        <a:lstStyle/>
        <a:p>
          <a:pPr rtl="0"/>
          <a:r>
            <a:rPr lang="zh-CN" sz="1600" b="1" dirty="0" smtClean="0"/>
            <a:t>特殊功能寄存器（</a:t>
          </a:r>
          <a:r>
            <a:rPr lang="en-US" sz="1600" b="1" dirty="0" smtClean="0"/>
            <a:t>SFR</a:t>
          </a:r>
          <a:r>
            <a:rPr lang="zh-CN" sz="1600" b="1" dirty="0" smtClean="0"/>
            <a:t>）</a:t>
          </a:r>
          <a:endParaRPr lang="zh-CN" sz="1600" dirty="0"/>
        </a:p>
      </dgm:t>
    </dgm:pt>
    <dgm:pt modelId="{89EB80D9-978A-460B-964E-BEDFE8B2B5F9}" type="parTrans" cxnId="{A9A581EA-F6E5-46D2-93A7-1B8FA005115A}">
      <dgm:prSet custT="1"/>
      <dgm:spPr/>
      <dgm:t>
        <a:bodyPr/>
        <a:lstStyle/>
        <a:p>
          <a:endParaRPr lang="zh-CN" altLang="en-US" sz="1600"/>
        </a:p>
      </dgm:t>
    </dgm:pt>
    <dgm:pt modelId="{CD1B1545-E38D-419B-9F01-A9E5798C73D2}" type="sibTrans" cxnId="{A9A581EA-F6E5-46D2-93A7-1B8FA005115A}">
      <dgm:prSet/>
      <dgm:spPr/>
      <dgm:t>
        <a:bodyPr/>
        <a:lstStyle/>
        <a:p>
          <a:endParaRPr lang="zh-CN" altLang="en-US" sz="1600"/>
        </a:p>
      </dgm:t>
    </dgm:pt>
    <dgm:pt modelId="{2331DFFC-48B1-4609-99B7-79F6BAD97E4E}">
      <dgm:prSet custT="1"/>
      <dgm:spPr/>
      <dgm:t>
        <a:bodyPr/>
        <a:lstStyle/>
        <a:p>
          <a:pPr rtl="0"/>
          <a:r>
            <a:rPr lang="zh-CN" altLang="en-US" sz="1600" b="1" dirty="0" smtClean="0"/>
            <a:t>用于外设控制相关的操作</a:t>
          </a:r>
          <a:endParaRPr lang="zh-CN" altLang="en-US" sz="1600" dirty="0"/>
        </a:p>
      </dgm:t>
    </dgm:pt>
    <dgm:pt modelId="{3B50A218-E8E9-44E0-A6E9-CF0E1117A18D}" type="parTrans" cxnId="{36078998-2962-4E2D-B0F3-33505A855FC6}">
      <dgm:prSet custT="1"/>
      <dgm:spPr/>
      <dgm:t>
        <a:bodyPr/>
        <a:lstStyle/>
        <a:p>
          <a:endParaRPr lang="zh-CN" altLang="en-US" sz="1600"/>
        </a:p>
      </dgm:t>
    </dgm:pt>
    <dgm:pt modelId="{B705029E-5CEA-4B40-9EDF-07618EC184E1}" type="sibTrans" cxnId="{36078998-2962-4E2D-B0F3-33505A855FC6}">
      <dgm:prSet/>
      <dgm:spPr/>
      <dgm:t>
        <a:bodyPr/>
        <a:lstStyle/>
        <a:p>
          <a:endParaRPr lang="zh-CN" altLang="en-US" sz="1600"/>
        </a:p>
      </dgm:t>
    </dgm:pt>
    <dgm:pt modelId="{6E5E06A2-B050-4819-B327-CB8955507049}" type="pres">
      <dgm:prSet presAssocID="{D8FB589B-99D1-4149-814F-5A73E6C75007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15EDD41-4E55-4652-B88E-710FD44FD6E3}" type="pres">
      <dgm:prSet presAssocID="{5665D991-75AA-46CF-B1D6-283B26BB7AEC}" presName="root1" presStyleCnt="0"/>
      <dgm:spPr/>
    </dgm:pt>
    <dgm:pt modelId="{3A023778-802A-455B-BB4E-3BCA82E56EAA}" type="pres">
      <dgm:prSet presAssocID="{5665D991-75AA-46CF-B1D6-283B26BB7AEC}" presName="LevelOneTextNode" presStyleLbl="node0" presStyleIdx="0" presStyleCnt="1" custScaleX="9278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6F65E31A-3A7E-4DEF-A214-0C02BBA3F5B7}" type="pres">
      <dgm:prSet presAssocID="{5665D991-75AA-46CF-B1D6-283B26BB7AEC}" presName="level2hierChild" presStyleCnt="0"/>
      <dgm:spPr/>
    </dgm:pt>
    <dgm:pt modelId="{04F4C03C-7BE1-4D58-98A8-B4740CD1D04B}" type="pres">
      <dgm:prSet presAssocID="{6552A008-F8A1-4E20-8C2C-7AF6E9F80F65}" presName="conn2-1" presStyleLbl="parChTrans1D2" presStyleIdx="0" presStyleCnt="2"/>
      <dgm:spPr/>
      <dgm:t>
        <a:bodyPr/>
        <a:lstStyle/>
        <a:p>
          <a:endParaRPr lang="zh-CN" altLang="en-US"/>
        </a:p>
      </dgm:t>
    </dgm:pt>
    <dgm:pt modelId="{74E37FB7-01E6-4421-8921-3C073DB66B5D}" type="pres">
      <dgm:prSet presAssocID="{6552A008-F8A1-4E20-8C2C-7AF6E9F80F65}" presName="connTx" presStyleLbl="parChTrans1D2" presStyleIdx="0" presStyleCnt="2"/>
      <dgm:spPr/>
      <dgm:t>
        <a:bodyPr/>
        <a:lstStyle/>
        <a:p>
          <a:endParaRPr lang="zh-CN" altLang="en-US"/>
        </a:p>
      </dgm:t>
    </dgm:pt>
    <dgm:pt modelId="{C5BE5770-59B4-4CB8-95B0-D3EE5BE9C52C}" type="pres">
      <dgm:prSet presAssocID="{83672EFB-A9C1-4D35-A9B4-3EB583D7A9D1}" presName="root2" presStyleCnt="0"/>
      <dgm:spPr/>
    </dgm:pt>
    <dgm:pt modelId="{B2A276C7-2882-4420-89B7-ABDF9F71B006}" type="pres">
      <dgm:prSet presAssocID="{83672EFB-A9C1-4D35-A9B4-3EB583D7A9D1}" presName="LevelTwoTextNode" presStyleLbl="node2" presStyleIdx="0" presStyleCnt="2" custScaleX="135977" custLinFactNeighborX="-1547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889A181-783D-46E5-9F58-5BEC6C403E9E}" type="pres">
      <dgm:prSet presAssocID="{83672EFB-A9C1-4D35-A9B4-3EB583D7A9D1}" presName="level3hierChild" presStyleCnt="0"/>
      <dgm:spPr/>
    </dgm:pt>
    <dgm:pt modelId="{9071BC1A-F0D4-4073-84DA-61335B6CA6A8}" type="pres">
      <dgm:prSet presAssocID="{94AFFA0F-7AD0-47C7-A371-7237C8FDF70A}" presName="conn2-1" presStyleLbl="parChTrans1D3" presStyleIdx="0" presStyleCnt="2"/>
      <dgm:spPr/>
      <dgm:t>
        <a:bodyPr/>
        <a:lstStyle/>
        <a:p>
          <a:endParaRPr lang="zh-CN" altLang="en-US"/>
        </a:p>
      </dgm:t>
    </dgm:pt>
    <dgm:pt modelId="{7EBC3032-3F8E-4683-9B14-01F35D24D644}" type="pres">
      <dgm:prSet presAssocID="{94AFFA0F-7AD0-47C7-A371-7237C8FDF70A}" presName="connTx" presStyleLbl="parChTrans1D3" presStyleIdx="0" presStyleCnt="2"/>
      <dgm:spPr/>
      <dgm:t>
        <a:bodyPr/>
        <a:lstStyle/>
        <a:p>
          <a:endParaRPr lang="zh-CN" altLang="en-US"/>
        </a:p>
      </dgm:t>
    </dgm:pt>
    <dgm:pt modelId="{3CFA285D-F8CE-485F-80D4-3016E613B857}" type="pres">
      <dgm:prSet presAssocID="{8CFCB278-8D8A-4A31-AF70-A79232496D01}" presName="root2" presStyleCnt="0"/>
      <dgm:spPr/>
    </dgm:pt>
    <dgm:pt modelId="{F8A910F5-4660-4642-A82B-D6A37B4B6CEC}" type="pres">
      <dgm:prSet presAssocID="{8CFCB278-8D8A-4A31-AF70-A79232496D01}" presName="LevelTwoTextNode" presStyleLbl="node3" presStyleIdx="0" presStyleCnt="2" custScaleX="184975" custScaleY="245165" custLinFactNeighborX="-2942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565355BB-CD71-49A6-9E09-9CD346793D71}" type="pres">
      <dgm:prSet presAssocID="{8CFCB278-8D8A-4A31-AF70-A79232496D01}" presName="level3hierChild" presStyleCnt="0"/>
      <dgm:spPr/>
    </dgm:pt>
    <dgm:pt modelId="{2493BA58-D2D4-4C23-8B6C-E90463571263}" type="pres">
      <dgm:prSet presAssocID="{89EB80D9-978A-460B-964E-BEDFE8B2B5F9}" presName="conn2-1" presStyleLbl="parChTrans1D2" presStyleIdx="1" presStyleCnt="2"/>
      <dgm:spPr/>
      <dgm:t>
        <a:bodyPr/>
        <a:lstStyle/>
        <a:p>
          <a:endParaRPr lang="zh-CN" altLang="en-US"/>
        </a:p>
      </dgm:t>
    </dgm:pt>
    <dgm:pt modelId="{1FC06FA4-2AFC-4177-8B96-7CE9AD9EE139}" type="pres">
      <dgm:prSet presAssocID="{89EB80D9-978A-460B-964E-BEDFE8B2B5F9}" presName="connTx" presStyleLbl="parChTrans1D2" presStyleIdx="1" presStyleCnt="2"/>
      <dgm:spPr/>
      <dgm:t>
        <a:bodyPr/>
        <a:lstStyle/>
        <a:p>
          <a:endParaRPr lang="zh-CN" altLang="en-US"/>
        </a:p>
      </dgm:t>
    </dgm:pt>
    <dgm:pt modelId="{3F28FF97-321B-4060-A712-D6175BFB202F}" type="pres">
      <dgm:prSet presAssocID="{FF0FA35C-DBB5-4567-8851-8D931F763486}" presName="root2" presStyleCnt="0"/>
      <dgm:spPr/>
    </dgm:pt>
    <dgm:pt modelId="{4BC49636-A24F-4354-867A-36E25DD39F9E}" type="pres">
      <dgm:prSet presAssocID="{FF0FA35C-DBB5-4567-8851-8D931F763486}" presName="LevelTwoTextNode" presStyleLbl="node2" presStyleIdx="1" presStyleCnt="2" custScaleX="135977" custScaleY="145959" custLinFactNeighborX="-15474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75C0854-8FDC-4BB8-A047-6BDFBB9926DB}" type="pres">
      <dgm:prSet presAssocID="{FF0FA35C-DBB5-4567-8851-8D931F763486}" presName="level3hierChild" presStyleCnt="0"/>
      <dgm:spPr/>
    </dgm:pt>
    <dgm:pt modelId="{195EDE31-EFE8-4976-9978-87456BD50B26}" type="pres">
      <dgm:prSet presAssocID="{3B50A218-E8E9-44E0-A6E9-CF0E1117A18D}" presName="conn2-1" presStyleLbl="parChTrans1D3" presStyleIdx="1" presStyleCnt="2"/>
      <dgm:spPr/>
      <dgm:t>
        <a:bodyPr/>
        <a:lstStyle/>
        <a:p>
          <a:endParaRPr lang="zh-CN" altLang="en-US"/>
        </a:p>
      </dgm:t>
    </dgm:pt>
    <dgm:pt modelId="{8459E090-DB5F-4723-8E26-D05D730504BC}" type="pres">
      <dgm:prSet presAssocID="{3B50A218-E8E9-44E0-A6E9-CF0E1117A18D}" presName="connTx" presStyleLbl="parChTrans1D3" presStyleIdx="1" presStyleCnt="2"/>
      <dgm:spPr/>
      <dgm:t>
        <a:bodyPr/>
        <a:lstStyle/>
        <a:p>
          <a:endParaRPr lang="zh-CN" altLang="en-US"/>
        </a:p>
      </dgm:t>
    </dgm:pt>
    <dgm:pt modelId="{F03C44CA-29AF-4A49-BD5E-235367B63D6F}" type="pres">
      <dgm:prSet presAssocID="{2331DFFC-48B1-4609-99B7-79F6BAD97E4E}" presName="root2" presStyleCnt="0"/>
      <dgm:spPr/>
    </dgm:pt>
    <dgm:pt modelId="{2C2CF6A9-6A68-4A34-BF49-0FD2EBDED82A}" type="pres">
      <dgm:prSet presAssocID="{2331DFFC-48B1-4609-99B7-79F6BAD97E4E}" presName="LevelTwoTextNode" presStyleLbl="node3" presStyleIdx="1" presStyleCnt="2" custScaleX="184975" custScaleY="225903" custLinFactNeighborX="-2942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0F609D8-43A2-4B79-9EEC-D78A6ABE241B}" type="pres">
      <dgm:prSet presAssocID="{2331DFFC-48B1-4609-99B7-79F6BAD97E4E}" presName="level3hierChild" presStyleCnt="0"/>
      <dgm:spPr/>
    </dgm:pt>
  </dgm:ptLst>
  <dgm:cxnLst>
    <dgm:cxn modelId="{8E2B7B80-E046-46B3-B1FB-3771442524C4}" type="presOf" srcId="{3B50A218-E8E9-44E0-A6E9-CF0E1117A18D}" destId="{195EDE31-EFE8-4976-9978-87456BD50B26}" srcOrd="0" destOrd="0" presId="urn:microsoft.com/office/officeart/2005/8/layout/hierarchy2"/>
    <dgm:cxn modelId="{5BD0221F-28DC-4A7E-B55E-44DC0840BEDD}" type="presOf" srcId="{94AFFA0F-7AD0-47C7-A371-7237C8FDF70A}" destId="{7EBC3032-3F8E-4683-9B14-01F35D24D644}" srcOrd="1" destOrd="0" presId="urn:microsoft.com/office/officeart/2005/8/layout/hierarchy2"/>
    <dgm:cxn modelId="{35BCC49E-7A80-4F90-AA94-C2213BE5DC50}" type="presOf" srcId="{8CFCB278-8D8A-4A31-AF70-A79232496D01}" destId="{F8A910F5-4660-4642-A82B-D6A37B4B6CEC}" srcOrd="0" destOrd="0" presId="urn:microsoft.com/office/officeart/2005/8/layout/hierarchy2"/>
    <dgm:cxn modelId="{7005788C-635B-466C-BD2E-1D0D12498052}" type="presOf" srcId="{6552A008-F8A1-4E20-8C2C-7AF6E9F80F65}" destId="{04F4C03C-7BE1-4D58-98A8-B4740CD1D04B}" srcOrd="0" destOrd="0" presId="urn:microsoft.com/office/officeart/2005/8/layout/hierarchy2"/>
    <dgm:cxn modelId="{89C60C3A-C13D-4DA8-83C5-7CF39A641FAD}" type="presOf" srcId="{5665D991-75AA-46CF-B1D6-283B26BB7AEC}" destId="{3A023778-802A-455B-BB4E-3BCA82E56EAA}" srcOrd="0" destOrd="0" presId="urn:microsoft.com/office/officeart/2005/8/layout/hierarchy2"/>
    <dgm:cxn modelId="{CBB0054D-6A45-4DA1-B4F6-1A0F9B5689AB}" type="presOf" srcId="{3B50A218-E8E9-44E0-A6E9-CF0E1117A18D}" destId="{8459E090-DB5F-4723-8E26-D05D730504BC}" srcOrd="1" destOrd="0" presId="urn:microsoft.com/office/officeart/2005/8/layout/hierarchy2"/>
    <dgm:cxn modelId="{2DC59316-61A6-4449-BF76-C6E99EC903E5}" type="presOf" srcId="{89EB80D9-978A-460B-964E-BEDFE8B2B5F9}" destId="{1FC06FA4-2AFC-4177-8B96-7CE9AD9EE139}" srcOrd="1" destOrd="0" presId="urn:microsoft.com/office/officeart/2005/8/layout/hierarchy2"/>
    <dgm:cxn modelId="{6B57935E-B271-4697-BA8A-1DCB52DC49B3}" type="presOf" srcId="{89EB80D9-978A-460B-964E-BEDFE8B2B5F9}" destId="{2493BA58-D2D4-4C23-8B6C-E90463571263}" srcOrd="0" destOrd="0" presId="urn:microsoft.com/office/officeart/2005/8/layout/hierarchy2"/>
    <dgm:cxn modelId="{A9A581EA-F6E5-46D2-93A7-1B8FA005115A}" srcId="{5665D991-75AA-46CF-B1D6-283B26BB7AEC}" destId="{FF0FA35C-DBB5-4567-8851-8D931F763486}" srcOrd="1" destOrd="0" parTransId="{89EB80D9-978A-460B-964E-BEDFE8B2B5F9}" sibTransId="{CD1B1545-E38D-419B-9F01-A9E5798C73D2}"/>
    <dgm:cxn modelId="{C9BB5B13-9D42-4D9F-A5F0-6C1D5A681A72}" type="presOf" srcId="{83672EFB-A9C1-4D35-A9B4-3EB583D7A9D1}" destId="{B2A276C7-2882-4420-89B7-ABDF9F71B006}" srcOrd="0" destOrd="0" presId="urn:microsoft.com/office/officeart/2005/8/layout/hierarchy2"/>
    <dgm:cxn modelId="{B756EF2C-896B-4840-83DE-5B7F8D7B9091}" type="presOf" srcId="{FF0FA35C-DBB5-4567-8851-8D931F763486}" destId="{4BC49636-A24F-4354-867A-36E25DD39F9E}" srcOrd="0" destOrd="0" presId="urn:microsoft.com/office/officeart/2005/8/layout/hierarchy2"/>
    <dgm:cxn modelId="{FC240F92-E09C-4094-B063-A2D99326F2C1}" type="presOf" srcId="{2331DFFC-48B1-4609-99B7-79F6BAD97E4E}" destId="{2C2CF6A9-6A68-4A34-BF49-0FD2EBDED82A}" srcOrd="0" destOrd="0" presId="urn:microsoft.com/office/officeart/2005/8/layout/hierarchy2"/>
    <dgm:cxn modelId="{36078998-2962-4E2D-B0F3-33505A855FC6}" srcId="{FF0FA35C-DBB5-4567-8851-8D931F763486}" destId="{2331DFFC-48B1-4609-99B7-79F6BAD97E4E}" srcOrd="0" destOrd="0" parTransId="{3B50A218-E8E9-44E0-A6E9-CF0E1117A18D}" sibTransId="{B705029E-5CEA-4B40-9EDF-07618EC184E1}"/>
    <dgm:cxn modelId="{9E58E8E8-6A7C-4FCD-91B2-156D8CC51F55}" type="presOf" srcId="{D8FB589B-99D1-4149-814F-5A73E6C75007}" destId="{6E5E06A2-B050-4819-B327-CB8955507049}" srcOrd="0" destOrd="0" presId="urn:microsoft.com/office/officeart/2005/8/layout/hierarchy2"/>
    <dgm:cxn modelId="{328067D0-8E5C-45A8-880A-571D9647DC7C}" srcId="{83672EFB-A9C1-4D35-A9B4-3EB583D7A9D1}" destId="{8CFCB278-8D8A-4A31-AF70-A79232496D01}" srcOrd="0" destOrd="0" parTransId="{94AFFA0F-7AD0-47C7-A371-7237C8FDF70A}" sibTransId="{DFA8696D-ED83-424A-B7DD-DEFE38C57634}"/>
    <dgm:cxn modelId="{4748259B-C21F-4F6C-A7BF-8C19EE6BBD09}" type="presOf" srcId="{94AFFA0F-7AD0-47C7-A371-7237C8FDF70A}" destId="{9071BC1A-F0D4-4073-84DA-61335B6CA6A8}" srcOrd="0" destOrd="0" presId="urn:microsoft.com/office/officeart/2005/8/layout/hierarchy2"/>
    <dgm:cxn modelId="{4F9A9DBB-5901-4BA6-9F54-616C2AD2441D}" srcId="{D8FB589B-99D1-4149-814F-5A73E6C75007}" destId="{5665D991-75AA-46CF-B1D6-283B26BB7AEC}" srcOrd="0" destOrd="0" parTransId="{34C6BAB2-D42A-4672-B1FD-368BE8FF778D}" sibTransId="{A6A0E151-E315-49ED-8ADC-0637FE1C913B}"/>
    <dgm:cxn modelId="{87E858AA-4566-4B7A-ADDB-50F8A32B2752}" srcId="{5665D991-75AA-46CF-B1D6-283B26BB7AEC}" destId="{83672EFB-A9C1-4D35-A9B4-3EB583D7A9D1}" srcOrd="0" destOrd="0" parTransId="{6552A008-F8A1-4E20-8C2C-7AF6E9F80F65}" sibTransId="{F34097EB-E103-433A-AAEB-0952DF565F25}"/>
    <dgm:cxn modelId="{6F395BFF-5707-48E3-828B-D4FE82C0F0F9}" type="presOf" srcId="{6552A008-F8A1-4E20-8C2C-7AF6E9F80F65}" destId="{74E37FB7-01E6-4421-8921-3C073DB66B5D}" srcOrd="1" destOrd="0" presId="urn:microsoft.com/office/officeart/2005/8/layout/hierarchy2"/>
    <dgm:cxn modelId="{BA898681-9874-484B-82D6-077EE3208450}" type="presParOf" srcId="{6E5E06A2-B050-4819-B327-CB8955507049}" destId="{215EDD41-4E55-4652-B88E-710FD44FD6E3}" srcOrd="0" destOrd="0" presId="urn:microsoft.com/office/officeart/2005/8/layout/hierarchy2"/>
    <dgm:cxn modelId="{BCC44235-2DCA-4844-943C-DD4F95F8C954}" type="presParOf" srcId="{215EDD41-4E55-4652-B88E-710FD44FD6E3}" destId="{3A023778-802A-455B-BB4E-3BCA82E56EAA}" srcOrd="0" destOrd="0" presId="urn:microsoft.com/office/officeart/2005/8/layout/hierarchy2"/>
    <dgm:cxn modelId="{FFFF8720-B85B-4D64-9AD9-CFE54D26277A}" type="presParOf" srcId="{215EDD41-4E55-4652-B88E-710FD44FD6E3}" destId="{6F65E31A-3A7E-4DEF-A214-0C02BBA3F5B7}" srcOrd="1" destOrd="0" presId="urn:microsoft.com/office/officeart/2005/8/layout/hierarchy2"/>
    <dgm:cxn modelId="{C70671AE-5787-4C98-B7B4-93F948618399}" type="presParOf" srcId="{6F65E31A-3A7E-4DEF-A214-0C02BBA3F5B7}" destId="{04F4C03C-7BE1-4D58-98A8-B4740CD1D04B}" srcOrd="0" destOrd="0" presId="urn:microsoft.com/office/officeart/2005/8/layout/hierarchy2"/>
    <dgm:cxn modelId="{244C51AA-199C-4973-A60C-18B2701BCEC2}" type="presParOf" srcId="{04F4C03C-7BE1-4D58-98A8-B4740CD1D04B}" destId="{74E37FB7-01E6-4421-8921-3C073DB66B5D}" srcOrd="0" destOrd="0" presId="urn:microsoft.com/office/officeart/2005/8/layout/hierarchy2"/>
    <dgm:cxn modelId="{56BA6B4D-1A66-4717-ACAF-D9AD59097535}" type="presParOf" srcId="{6F65E31A-3A7E-4DEF-A214-0C02BBA3F5B7}" destId="{C5BE5770-59B4-4CB8-95B0-D3EE5BE9C52C}" srcOrd="1" destOrd="0" presId="urn:microsoft.com/office/officeart/2005/8/layout/hierarchy2"/>
    <dgm:cxn modelId="{7CCD4943-6CEE-471A-A209-2F983FC91121}" type="presParOf" srcId="{C5BE5770-59B4-4CB8-95B0-D3EE5BE9C52C}" destId="{B2A276C7-2882-4420-89B7-ABDF9F71B006}" srcOrd="0" destOrd="0" presId="urn:microsoft.com/office/officeart/2005/8/layout/hierarchy2"/>
    <dgm:cxn modelId="{C71F491F-C943-4DCD-B269-41DF5DCF77E1}" type="presParOf" srcId="{C5BE5770-59B4-4CB8-95B0-D3EE5BE9C52C}" destId="{9889A181-783D-46E5-9F58-5BEC6C403E9E}" srcOrd="1" destOrd="0" presId="urn:microsoft.com/office/officeart/2005/8/layout/hierarchy2"/>
    <dgm:cxn modelId="{1FF8DC39-E8CF-438B-99CC-25DF285E448A}" type="presParOf" srcId="{9889A181-783D-46E5-9F58-5BEC6C403E9E}" destId="{9071BC1A-F0D4-4073-84DA-61335B6CA6A8}" srcOrd="0" destOrd="0" presId="urn:microsoft.com/office/officeart/2005/8/layout/hierarchy2"/>
    <dgm:cxn modelId="{811A8ABC-E7E9-4DFC-9D1B-E1B2A78FE18F}" type="presParOf" srcId="{9071BC1A-F0D4-4073-84DA-61335B6CA6A8}" destId="{7EBC3032-3F8E-4683-9B14-01F35D24D644}" srcOrd="0" destOrd="0" presId="urn:microsoft.com/office/officeart/2005/8/layout/hierarchy2"/>
    <dgm:cxn modelId="{D50A59E2-2F96-4AE6-B194-A70523CAF3B8}" type="presParOf" srcId="{9889A181-783D-46E5-9F58-5BEC6C403E9E}" destId="{3CFA285D-F8CE-485F-80D4-3016E613B857}" srcOrd="1" destOrd="0" presId="urn:microsoft.com/office/officeart/2005/8/layout/hierarchy2"/>
    <dgm:cxn modelId="{FDA34C48-17DA-4E55-B968-4CB4C9E9D7A0}" type="presParOf" srcId="{3CFA285D-F8CE-485F-80D4-3016E613B857}" destId="{F8A910F5-4660-4642-A82B-D6A37B4B6CEC}" srcOrd="0" destOrd="0" presId="urn:microsoft.com/office/officeart/2005/8/layout/hierarchy2"/>
    <dgm:cxn modelId="{E64CA8A7-420A-4983-A6C6-6550C2617B8B}" type="presParOf" srcId="{3CFA285D-F8CE-485F-80D4-3016E613B857}" destId="{565355BB-CD71-49A6-9E09-9CD346793D71}" srcOrd="1" destOrd="0" presId="urn:microsoft.com/office/officeart/2005/8/layout/hierarchy2"/>
    <dgm:cxn modelId="{6937C1CD-E835-4762-BF5E-01FEF211FAC7}" type="presParOf" srcId="{6F65E31A-3A7E-4DEF-A214-0C02BBA3F5B7}" destId="{2493BA58-D2D4-4C23-8B6C-E90463571263}" srcOrd="2" destOrd="0" presId="urn:microsoft.com/office/officeart/2005/8/layout/hierarchy2"/>
    <dgm:cxn modelId="{B6AD4B6A-9BFE-4CAE-97DD-7366F29332F2}" type="presParOf" srcId="{2493BA58-D2D4-4C23-8B6C-E90463571263}" destId="{1FC06FA4-2AFC-4177-8B96-7CE9AD9EE139}" srcOrd="0" destOrd="0" presId="urn:microsoft.com/office/officeart/2005/8/layout/hierarchy2"/>
    <dgm:cxn modelId="{AA89214D-0F53-4FF5-9740-5566A8F244C2}" type="presParOf" srcId="{6F65E31A-3A7E-4DEF-A214-0C02BBA3F5B7}" destId="{3F28FF97-321B-4060-A712-D6175BFB202F}" srcOrd="3" destOrd="0" presId="urn:microsoft.com/office/officeart/2005/8/layout/hierarchy2"/>
    <dgm:cxn modelId="{8576570C-5363-426A-A438-C9B678F866E8}" type="presParOf" srcId="{3F28FF97-321B-4060-A712-D6175BFB202F}" destId="{4BC49636-A24F-4354-867A-36E25DD39F9E}" srcOrd="0" destOrd="0" presId="urn:microsoft.com/office/officeart/2005/8/layout/hierarchy2"/>
    <dgm:cxn modelId="{2D2AE698-B780-41A0-A460-5775137D7826}" type="presParOf" srcId="{3F28FF97-321B-4060-A712-D6175BFB202F}" destId="{E75C0854-8FDC-4BB8-A047-6BDFBB9926DB}" srcOrd="1" destOrd="0" presId="urn:microsoft.com/office/officeart/2005/8/layout/hierarchy2"/>
    <dgm:cxn modelId="{4FAFA19A-4E4B-4B4C-A9DB-D5BDBAB23A4C}" type="presParOf" srcId="{E75C0854-8FDC-4BB8-A047-6BDFBB9926DB}" destId="{195EDE31-EFE8-4976-9978-87456BD50B26}" srcOrd="0" destOrd="0" presId="urn:microsoft.com/office/officeart/2005/8/layout/hierarchy2"/>
    <dgm:cxn modelId="{B671A424-3A91-49D2-B80B-F98B04483E34}" type="presParOf" srcId="{195EDE31-EFE8-4976-9978-87456BD50B26}" destId="{8459E090-DB5F-4723-8E26-D05D730504BC}" srcOrd="0" destOrd="0" presId="urn:microsoft.com/office/officeart/2005/8/layout/hierarchy2"/>
    <dgm:cxn modelId="{5EFDBF9E-440F-49C5-9316-C648950ED0FC}" type="presParOf" srcId="{E75C0854-8FDC-4BB8-A047-6BDFBB9926DB}" destId="{F03C44CA-29AF-4A49-BD5E-235367B63D6F}" srcOrd="1" destOrd="0" presId="urn:microsoft.com/office/officeart/2005/8/layout/hierarchy2"/>
    <dgm:cxn modelId="{65D1DDC3-5B36-449A-A198-F5CD58EBB147}" type="presParOf" srcId="{F03C44CA-29AF-4A49-BD5E-235367B63D6F}" destId="{2C2CF6A9-6A68-4A34-BF49-0FD2EBDED82A}" srcOrd="0" destOrd="0" presId="urn:microsoft.com/office/officeart/2005/8/layout/hierarchy2"/>
    <dgm:cxn modelId="{2BECC206-88E9-4817-AEC3-AEB4CEB71F12}" type="presParOf" srcId="{F03C44CA-29AF-4A49-BD5E-235367B63D6F}" destId="{B0F609D8-43A2-4B79-9EEC-D78A6ABE241B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FBA5CAF-9153-494F-A048-1EA39CD8694A}" type="doc">
      <dgm:prSet loTypeId="urn:microsoft.com/office/officeart/2005/8/layout/hierarchy1" loCatId="hierarchy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F2BB4370-F769-4D46-B96E-319001B61BD6}">
      <dgm:prSet custT="1"/>
      <dgm:spPr/>
      <dgm:t>
        <a:bodyPr/>
        <a:lstStyle/>
        <a:p>
          <a:pPr rtl="0"/>
          <a:r>
            <a:rPr lang="zh-CN" altLang="en-US" sz="1600" b="1" dirty="0" smtClean="0"/>
            <a:t>特殊功能寄存器</a:t>
          </a:r>
          <a:endParaRPr lang="zh-CN" altLang="en-US" sz="1600" dirty="0"/>
        </a:p>
      </dgm:t>
    </dgm:pt>
    <dgm:pt modelId="{6C2C22A8-295C-4E5C-9BDA-324561C0FCA8}" type="parTrans" cxnId="{4EF13380-C779-4DF4-81D5-7B9A1A91EC22}">
      <dgm:prSet/>
      <dgm:spPr/>
      <dgm:t>
        <a:bodyPr/>
        <a:lstStyle/>
        <a:p>
          <a:endParaRPr lang="zh-CN" altLang="en-US" sz="4400"/>
        </a:p>
      </dgm:t>
    </dgm:pt>
    <dgm:pt modelId="{A5BF3034-A4C9-4805-A48E-669360DF2B82}" type="sibTrans" cxnId="{4EF13380-C779-4DF4-81D5-7B9A1A91EC22}">
      <dgm:prSet/>
      <dgm:spPr/>
      <dgm:t>
        <a:bodyPr/>
        <a:lstStyle/>
        <a:p>
          <a:endParaRPr lang="zh-CN" altLang="en-US" sz="4400"/>
        </a:p>
      </dgm:t>
    </dgm:pt>
    <dgm:pt modelId="{2EFBC3FA-3698-43A6-AE30-80033A8A8DBA}">
      <dgm:prSet custT="1"/>
      <dgm:spPr/>
      <dgm:t>
        <a:bodyPr/>
        <a:lstStyle/>
        <a:p>
          <a:pPr rtl="0"/>
          <a:r>
            <a:rPr lang="zh-CN" altLang="en-US" sz="1600" b="1" dirty="0" smtClean="0"/>
            <a:t>程序状态寄存器等状态</a:t>
          </a:r>
          <a:endParaRPr lang="zh-CN" altLang="en-US" sz="1600" dirty="0"/>
        </a:p>
      </dgm:t>
    </dgm:pt>
    <dgm:pt modelId="{178A1767-ABCE-440B-AD8E-2B7D947E86FA}" type="parTrans" cxnId="{E86F98D7-582C-4657-B8AB-206E18D5367E}">
      <dgm:prSet/>
      <dgm:spPr/>
      <dgm:t>
        <a:bodyPr/>
        <a:lstStyle/>
        <a:p>
          <a:endParaRPr lang="zh-CN" altLang="en-US" sz="4400"/>
        </a:p>
      </dgm:t>
    </dgm:pt>
    <dgm:pt modelId="{84A8E6D4-EE3E-484A-92A2-1ABE55355060}" type="sibTrans" cxnId="{E86F98D7-582C-4657-B8AB-206E18D5367E}">
      <dgm:prSet/>
      <dgm:spPr/>
      <dgm:t>
        <a:bodyPr/>
        <a:lstStyle/>
        <a:p>
          <a:endParaRPr lang="zh-CN" altLang="en-US" sz="4400"/>
        </a:p>
      </dgm:t>
    </dgm:pt>
    <dgm:pt modelId="{DEDB653F-6098-4A28-9042-4B8F95A170EF}">
      <dgm:prSet custT="1"/>
      <dgm:spPr/>
      <dgm:t>
        <a:bodyPr/>
        <a:lstStyle/>
        <a:p>
          <a:pPr rtl="0"/>
          <a:r>
            <a:rPr lang="zh-CN" sz="1600" b="1" dirty="0" smtClean="0"/>
            <a:t>应用状态寄存器（</a:t>
          </a:r>
          <a:r>
            <a:rPr lang="en-US" sz="1600" b="1" dirty="0" smtClean="0"/>
            <a:t>APSR</a:t>
          </a:r>
          <a:r>
            <a:rPr lang="zh-CN" sz="1600" b="1" dirty="0" smtClean="0"/>
            <a:t>）</a:t>
          </a:r>
          <a:endParaRPr lang="zh-CN" sz="1600" dirty="0"/>
        </a:p>
      </dgm:t>
    </dgm:pt>
    <dgm:pt modelId="{81BF16C3-77AE-4958-82E8-CD57659DE0DD}" type="parTrans" cxnId="{70E42796-81AF-4D27-A65E-121A25A1B934}">
      <dgm:prSet/>
      <dgm:spPr/>
      <dgm:t>
        <a:bodyPr/>
        <a:lstStyle/>
        <a:p>
          <a:endParaRPr lang="zh-CN" altLang="en-US" sz="4400"/>
        </a:p>
      </dgm:t>
    </dgm:pt>
    <dgm:pt modelId="{07C7AB69-F886-4BFA-9CE3-AF458F4D00D6}" type="sibTrans" cxnId="{70E42796-81AF-4D27-A65E-121A25A1B934}">
      <dgm:prSet/>
      <dgm:spPr/>
      <dgm:t>
        <a:bodyPr/>
        <a:lstStyle/>
        <a:p>
          <a:endParaRPr lang="zh-CN" altLang="en-US" sz="4400"/>
        </a:p>
      </dgm:t>
    </dgm:pt>
    <dgm:pt modelId="{8D91C22A-DD4D-4125-BEAD-C4C536399281}">
      <dgm:prSet custT="1"/>
      <dgm:spPr/>
      <dgm:t>
        <a:bodyPr/>
        <a:lstStyle/>
        <a:p>
          <a:pPr rtl="0"/>
          <a:r>
            <a:rPr lang="zh-CN" sz="1600" b="1" dirty="0" smtClean="0"/>
            <a:t>中断状态寄存器（</a:t>
          </a:r>
          <a:r>
            <a:rPr lang="en-US" sz="1600" b="1" dirty="0" smtClean="0"/>
            <a:t>IPSR</a:t>
          </a:r>
          <a:r>
            <a:rPr lang="zh-CN" sz="1600" b="1" dirty="0" smtClean="0"/>
            <a:t>）</a:t>
          </a:r>
          <a:endParaRPr lang="zh-CN" sz="1600" dirty="0"/>
        </a:p>
      </dgm:t>
    </dgm:pt>
    <dgm:pt modelId="{1BFEA16F-5969-4274-8281-56A03307F20D}" type="parTrans" cxnId="{F2FE2103-059E-416F-8A2F-005586F66B6B}">
      <dgm:prSet/>
      <dgm:spPr/>
      <dgm:t>
        <a:bodyPr/>
        <a:lstStyle/>
        <a:p>
          <a:endParaRPr lang="zh-CN" altLang="en-US" sz="4400"/>
        </a:p>
      </dgm:t>
    </dgm:pt>
    <dgm:pt modelId="{730C1D46-1D21-492B-9324-F5DC838EB73D}" type="sibTrans" cxnId="{F2FE2103-059E-416F-8A2F-005586F66B6B}">
      <dgm:prSet/>
      <dgm:spPr/>
      <dgm:t>
        <a:bodyPr/>
        <a:lstStyle/>
        <a:p>
          <a:endParaRPr lang="zh-CN" altLang="en-US" sz="4400"/>
        </a:p>
      </dgm:t>
    </dgm:pt>
    <dgm:pt modelId="{DC20F9B6-73F4-42D7-8FCD-8F4029B4E42F}">
      <dgm:prSet custT="1"/>
      <dgm:spPr/>
      <dgm:t>
        <a:bodyPr/>
        <a:lstStyle/>
        <a:p>
          <a:pPr rtl="0"/>
          <a:r>
            <a:rPr lang="zh-CN" sz="1600" b="1" dirty="0" smtClean="0"/>
            <a:t>执行状态寄存器（</a:t>
          </a:r>
          <a:r>
            <a:rPr lang="en-US" sz="1600" b="1" dirty="0" smtClean="0"/>
            <a:t>EPSR</a:t>
          </a:r>
          <a:r>
            <a:rPr lang="zh-CN" sz="1600" b="1" dirty="0" smtClean="0"/>
            <a:t>）</a:t>
          </a:r>
          <a:endParaRPr lang="zh-CN" sz="1600" dirty="0"/>
        </a:p>
      </dgm:t>
    </dgm:pt>
    <dgm:pt modelId="{7E37D6C3-089D-42D2-A149-0B52C8CE6460}" type="parTrans" cxnId="{71CADB30-91BE-4294-9351-2211C1C15C06}">
      <dgm:prSet/>
      <dgm:spPr/>
      <dgm:t>
        <a:bodyPr/>
        <a:lstStyle/>
        <a:p>
          <a:endParaRPr lang="zh-CN" altLang="en-US" sz="4400"/>
        </a:p>
      </dgm:t>
    </dgm:pt>
    <dgm:pt modelId="{4F5933D8-EE1F-48D6-81D3-F58745FEBCC3}" type="sibTrans" cxnId="{71CADB30-91BE-4294-9351-2211C1C15C06}">
      <dgm:prSet/>
      <dgm:spPr/>
      <dgm:t>
        <a:bodyPr/>
        <a:lstStyle/>
        <a:p>
          <a:endParaRPr lang="zh-CN" altLang="en-US" sz="4400"/>
        </a:p>
      </dgm:t>
    </dgm:pt>
    <dgm:pt modelId="{041D9E71-2153-470F-8851-7E5E507F5199}">
      <dgm:prSet custT="1">
        <dgm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zh-CN" altLang="en-US" sz="1600" b="1" dirty="0" smtClean="0"/>
            <a:t>中断屏蔽寄存器</a:t>
          </a:r>
          <a:endParaRPr lang="zh-CN" altLang="en-US" sz="1600" dirty="0"/>
        </a:p>
      </dgm:t>
    </dgm:pt>
    <dgm:pt modelId="{60B0C794-E8FF-4D0B-B239-D07B8AC47231}" type="parTrans" cxnId="{FB6D7F95-F35E-4759-955E-478E24B304E7}">
      <dgm:prSet/>
      <dgm:spPr/>
      <dgm:t>
        <a:bodyPr/>
        <a:lstStyle/>
        <a:p>
          <a:endParaRPr lang="zh-CN" altLang="en-US" sz="4400"/>
        </a:p>
      </dgm:t>
    </dgm:pt>
    <dgm:pt modelId="{F223E0AD-D5C4-4669-9968-8EC03E12624F}" type="sibTrans" cxnId="{FB6D7F95-F35E-4759-955E-478E24B304E7}">
      <dgm:prSet/>
      <dgm:spPr/>
      <dgm:t>
        <a:bodyPr/>
        <a:lstStyle/>
        <a:p>
          <a:endParaRPr lang="zh-CN" altLang="en-US" sz="4400"/>
        </a:p>
      </dgm:t>
    </dgm:pt>
    <dgm:pt modelId="{7A4FEDD2-CFF6-490C-AD66-922D4BB9CEC7}">
      <dgm:prSet custT="1"/>
      <dgm:spPr>
        <a:ln>
          <a:solidFill>
            <a:srgbClr val="D38583"/>
          </a:solidFill>
        </a:ln>
      </dgm:spPr>
      <dgm:t>
        <a:bodyPr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zh-CN" altLang="en-US" sz="1600" b="1" dirty="0" smtClean="0"/>
            <a:t>控制</a:t>
          </a:r>
          <a:endParaRPr lang="en-US" altLang="zh-CN" sz="1600" b="1" dirty="0" smtClean="0"/>
        </a:p>
        <a:p>
          <a:pPr rtl="0">
            <a:lnSpc>
              <a:spcPct val="100000"/>
            </a:lnSpc>
            <a:spcAft>
              <a:spcPts val="0"/>
            </a:spcAft>
          </a:pPr>
          <a:r>
            <a:rPr lang="zh-CN" altLang="en-US" sz="1600" b="1" dirty="0" smtClean="0"/>
            <a:t>寄存器</a:t>
          </a:r>
          <a:endParaRPr lang="zh-CN" altLang="en-US" sz="1600" dirty="0"/>
        </a:p>
      </dgm:t>
    </dgm:pt>
    <dgm:pt modelId="{BEDF7EAD-E82E-4445-8F87-38B8EB6B4E55}" type="parTrans" cxnId="{24FABCF8-F695-4FAF-A00C-9AF50BD06E46}">
      <dgm:prSet/>
      <dgm:spPr/>
      <dgm:t>
        <a:bodyPr/>
        <a:lstStyle/>
        <a:p>
          <a:endParaRPr lang="zh-CN" altLang="en-US" sz="4400"/>
        </a:p>
      </dgm:t>
    </dgm:pt>
    <dgm:pt modelId="{CF600294-1999-4546-AFD7-F5449C5AF6A6}" type="sibTrans" cxnId="{24FABCF8-F695-4FAF-A00C-9AF50BD06E46}">
      <dgm:prSet/>
      <dgm:spPr/>
      <dgm:t>
        <a:bodyPr/>
        <a:lstStyle/>
        <a:p>
          <a:endParaRPr lang="zh-CN" altLang="en-US" sz="4400"/>
        </a:p>
      </dgm:t>
    </dgm:pt>
    <dgm:pt modelId="{3E290AF0-FDD2-4F2F-9706-C1D07F54284C}">
      <dgm:prSet custT="1"/>
      <dgm:spPr/>
      <dgm:t>
        <a:bodyPr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en-US" sz="1600" b="1" dirty="0" smtClean="0"/>
            <a:t>PRIMASK</a:t>
          </a:r>
        </a:p>
        <a:p>
          <a:pPr rtl="0">
            <a:lnSpc>
              <a:spcPct val="100000"/>
            </a:lnSpc>
            <a:spcAft>
              <a:spcPts val="0"/>
            </a:spcAft>
          </a:pPr>
          <a:r>
            <a:rPr lang="zh-CN" altLang="en-US" sz="1600" b="1" dirty="0" smtClean="0"/>
            <a:t>寄存器</a:t>
          </a:r>
          <a:endParaRPr lang="zh-CN" sz="1600" b="1" dirty="0"/>
        </a:p>
      </dgm:t>
    </dgm:pt>
    <dgm:pt modelId="{2D4136DC-E9F0-4465-8DA9-6CF116F1029A}" type="parTrans" cxnId="{F68193F2-5F95-4251-9362-8F8628A67A1A}">
      <dgm:prSet/>
      <dgm:spPr/>
      <dgm:t>
        <a:bodyPr/>
        <a:lstStyle/>
        <a:p>
          <a:endParaRPr lang="zh-CN" altLang="en-US" sz="4400"/>
        </a:p>
      </dgm:t>
    </dgm:pt>
    <dgm:pt modelId="{0F921F0E-2E73-496D-A6F5-74F1E847259E}" type="sibTrans" cxnId="{F68193F2-5F95-4251-9362-8F8628A67A1A}">
      <dgm:prSet/>
      <dgm:spPr/>
      <dgm:t>
        <a:bodyPr/>
        <a:lstStyle/>
        <a:p>
          <a:endParaRPr lang="zh-CN" altLang="en-US" sz="4400"/>
        </a:p>
      </dgm:t>
    </dgm:pt>
    <dgm:pt modelId="{932A0299-BF91-4B70-A444-46D003F5068D}">
      <dgm:prSet custT="1"/>
      <dgm:spPr/>
      <dgm:t>
        <a:bodyPr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en-US" sz="1600" b="1" dirty="0" smtClean="0"/>
            <a:t>FAULTMASK</a:t>
          </a:r>
        </a:p>
        <a:p>
          <a:pPr rtl="0">
            <a:lnSpc>
              <a:spcPct val="100000"/>
            </a:lnSpc>
            <a:spcAft>
              <a:spcPts val="0"/>
            </a:spcAft>
          </a:pPr>
          <a:r>
            <a:rPr lang="zh-CN" altLang="en-US" sz="1600" b="1" dirty="0" smtClean="0"/>
            <a:t>寄存器</a:t>
          </a:r>
          <a:endParaRPr lang="zh-CN" sz="1600" b="1" dirty="0"/>
        </a:p>
      </dgm:t>
    </dgm:pt>
    <dgm:pt modelId="{671AC34A-4C14-4FA7-8B22-DE111461C85A}" type="parTrans" cxnId="{9E22AE15-B0FA-4D07-A28A-9F14871719E7}">
      <dgm:prSet/>
      <dgm:spPr/>
      <dgm:t>
        <a:bodyPr/>
        <a:lstStyle/>
        <a:p>
          <a:endParaRPr lang="zh-CN" altLang="en-US" sz="4400"/>
        </a:p>
      </dgm:t>
    </dgm:pt>
    <dgm:pt modelId="{6A48EF55-D396-47F7-BCE1-F339AB2CF03F}" type="sibTrans" cxnId="{9E22AE15-B0FA-4D07-A28A-9F14871719E7}">
      <dgm:prSet/>
      <dgm:spPr/>
      <dgm:t>
        <a:bodyPr/>
        <a:lstStyle/>
        <a:p>
          <a:endParaRPr lang="zh-CN" altLang="en-US" sz="4400"/>
        </a:p>
      </dgm:t>
    </dgm:pt>
    <dgm:pt modelId="{03479A20-DD2C-4EEB-B400-54E9D74011E1}">
      <dgm:prSet custT="1"/>
      <dgm:spPr/>
      <dgm:t>
        <a:bodyPr/>
        <a:lstStyle/>
        <a:p>
          <a:pPr rtl="0">
            <a:lnSpc>
              <a:spcPct val="100000"/>
            </a:lnSpc>
            <a:spcAft>
              <a:spcPts val="0"/>
            </a:spcAft>
          </a:pPr>
          <a:r>
            <a:rPr lang="en-US" sz="1600" b="1" dirty="0" smtClean="0"/>
            <a:t>BASEPRI</a:t>
          </a:r>
        </a:p>
        <a:p>
          <a:pPr rtl="0">
            <a:lnSpc>
              <a:spcPct val="100000"/>
            </a:lnSpc>
            <a:spcAft>
              <a:spcPts val="0"/>
            </a:spcAft>
          </a:pPr>
          <a:r>
            <a:rPr lang="zh-CN" sz="1600" b="1" dirty="0" smtClean="0"/>
            <a:t>寄存器</a:t>
          </a:r>
          <a:endParaRPr lang="zh-CN" sz="1600" b="1" dirty="0"/>
        </a:p>
      </dgm:t>
    </dgm:pt>
    <dgm:pt modelId="{9A7474E0-AA2A-417C-8F05-D07EF972A8C1}" type="parTrans" cxnId="{CC6AA30B-906D-4D65-8211-B61CCA0E76FA}">
      <dgm:prSet/>
      <dgm:spPr/>
      <dgm:t>
        <a:bodyPr/>
        <a:lstStyle/>
        <a:p>
          <a:endParaRPr lang="zh-CN" altLang="en-US" sz="4400"/>
        </a:p>
      </dgm:t>
    </dgm:pt>
    <dgm:pt modelId="{4912D5FE-C06B-42BF-B924-834134524889}" type="sibTrans" cxnId="{CC6AA30B-906D-4D65-8211-B61CCA0E76FA}">
      <dgm:prSet/>
      <dgm:spPr/>
      <dgm:t>
        <a:bodyPr/>
        <a:lstStyle/>
        <a:p>
          <a:endParaRPr lang="zh-CN" altLang="en-US" sz="4400"/>
        </a:p>
      </dgm:t>
    </dgm:pt>
    <dgm:pt modelId="{8BB45828-4D0F-4893-A705-456B44C933E7}" type="pres">
      <dgm:prSet presAssocID="{8FBA5CAF-9153-494F-A048-1EA39CD8694A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zh-CN" altLang="en-US"/>
        </a:p>
      </dgm:t>
    </dgm:pt>
    <dgm:pt modelId="{F80267B1-DD04-4E66-A412-C5D169F7A43B}" type="pres">
      <dgm:prSet presAssocID="{F2BB4370-F769-4D46-B96E-319001B61BD6}" presName="hierRoot1" presStyleCnt="0"/>
      <dgm:spPr/>
    </dgm:pt>
    <dgm:pt modelId="{F9FD6625-C41E-49C2-8295-C3C93303E92C}" type="pres">
      <dgm:prSet presAssocID="{F2BB4370-F769-4D46-B96E-319001B61BD6}" presName="composite" presStyleCnt="0"/>
      <dgm:spPr/>
    </dgm:pt>
    <dgm:pt modelId="{5A4740B8-B30E-4CCC-A285-6823C3BA363A}" type="pres">
      <dgm:prSet presAssocID="{F2BB4370-F769-4D46-B96E-319001B61BD6}" presName="background" presStyleLbl="node0" presStyleIdx="0" presStyleCnt="1"/>
      <dgm:spPr/>
    </dgm:pt>
    <dgm:pt modelId="{177E0A56-115F-4420-B054-3CAE70A07955}" type="pres">
      <dgm:prSet presAssocID="{F2BB4370-F769-4D46-B96E-319001B61BD6}" presName="text" presStyleLbl="fgAcc0" presStyleIdx="0" presStyleCnt="1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EBB7DA9-341C-47F0-8804-C74EF928B994}" type="pres">
      <dgm:prSet presAssocID="{F2BB4370-F769-4D46-B96E-319001B61BD6}" presName="hierChild2" presStyleCnt="0"/>
      <dgm:spPr/>
    </dgm:pt>
    <dgm:pt modelId="{BF84BC3C-362C-43B7-8828-1AED678BD19D}" type="pres">
      <dgm:prSet presAssocID="{178A1767-ABCE-440B-AD8E-2B7D947E86FA}" presName="Name10" presStyleLbl="parChTrans1D2" presStyleIdx="0" presStyleCnt="3"/>
      <dgm:spPr/>
      <dgm:t>
        <a:bodyPr/>
        <a:lstStyle/>
        <a:p>
          <a:endParaRPr lang="zh-CN" altLang="en-US"/>
        </a:p>
      </dgm:t>
    </dgm:pt>
    <dgm:pt modelId="{9D65E947-0F51-4393-B0AC-72AD1333E7EA}" type="pres">
      <dgm:prSet presAssocID="{2EFBC3FA-3698-43A6-AE30-80033A8A8DBA}" presName="hierRoot2" presStyleCnt="0"/>
      <dgm:spPr/>
    </dgm:pt>
    <dgm:pt modelId="{89BEE3FA-DC32-4652-A93E-4E78719C59E8}" type="pres">
      <dgm:prSet presAssocID="{2EFBC3FA-3698-43A6-AE30-80033A8A8DBA}" presName="composite2" presStyleCnt="0"/>
      <dgm:spPr/>
    </dgm:pt>
    <dgm:pt modelId="{11A7F608-9567-47FA-BED9-9D71D52DFF84}" type="pres">
      <dgm:prSet presAssocID="{2EFBC3FA-3698-43A6-AE30-80033A8A8DBA}" presName="background2" presStyleLbl="node2" presStyleIdx="0" presStyleCnt="3"/>
      <dgm:spPr/>
    </dgm:pt>
    <dgm:pt modelId="{7088F7D4-FF14-4F65-BDB8-FB5E33AA4632}" type="pres">
      <dgm:prSet presAssocID="{2EFBC3FA-3698-43A6-AE30-80033A8A8DBA}" presName="text2" presStyleLbl="fgAcc2" presStyleIdx="0" presStyleCnt="3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814DF17-2D8C-4E3F-A043-81EA76159971}" type="pres">
      <dgm:prSet presAssocID="{2EFBC3FA-3698-43A6-AE30-80033A8A8DBA}" presName="hierChild3" presStyleCnt="0"/>
      <dgm:spPr/>
    </dgm:pt>
    <dgm:pt modelId="{CAC4144C-DBA2-4D1E-BCE9-8C446E92F13C}" type="pres">
      <dgm:prSet presAssocID="{81BF16C3-77AE-4958-82E8-CD57659DE0DD}" presName="Name17" presStyleLbl="parChTrans1D3" presStyleIdx="0" presStyleCnt="6"/>
      <dgm:spPr/>
      <dgm:t>
        <a:bodyPr/>
        <a:lstStyle/>
        <a:p>
          <a:endParaRPr lang="zh-CN" altLang="en-US"/>
        </a:p>
      </dgm:t>
    </dgm:pt>
    <dgm:pt modelId="{E0A465A9-81E0-403F-BBF9-9A4CBE837229}" type="pres">
      <dgm:prSet presAssocID="{DEDB653F-6098-4A28-9042-4B8F95A170EF}" presName="hierRoot3" presStyleCnt="0"/>
      <dgm:spPr/>
    </dgm:pt>
    <dgm:pt modelId="{9C170AAD-8057-4811-9A0B-D3A6134160E3}" type="pres">
      <dgm:prSet presAssocID="{DEDB653F-6098-4A28-9042-4B8F95A170EF}" presName="composite3" presStyleCnt="0"/>
      <dgm:spPr/>
    </dgm:pt>
    <dgm:pt modelId="{75A346EC-96E1-40C7-B07D-E1F77251E725}" type="pres">
      <dgm:prSet presAssocID="{DEDB653F-6098-4A28-9042-4B8F95A170EF}" presName="background3" presStyleLbl="node3" presStyleIdx="0" presStyleCnt="6"/>
      <dgm:spPr/>
    </dgm:pt>
    <dgm:pt modelId="{F085F151-ACDE-4850-9515-96B49F8C0884}" type="pres">
      <dgm:prSet presAssocID="{DEDB653F-6098-4A28-9042-4B8F95A170EF}" presName="text3" presStyleLbl="fgAcc3" presStyleIdx="0" presStyleCnt="6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E988A1E-7742-465F-A182-23509263EAE9}" type="pres">
      <dgm:prSet presAssocID="{DEDB653F-6098-4A28-9042-4B8F95A170EF}" presName="hierChild4" presStyleCnt="0"/>
      <dgm:spPr/>
    </dgm:pt>
    <dgm:pt modelId="{11416549-BF2D-4D86-9961-C19167404817}" type="pres">
      <dgm:prSet presAssocID="{1BFEA16F-5969-4274-8281-56A03307F20D}" presName="Name17" presStyleLbl="parChTrans1D3" presStyleIdx="1" presStyleCnt="6"/>
      <dgm:spPr/>
      <dgm:t>
        <a:bodyPr/>
        <a:lstStyle/>
        <a:p>
          <a:endParaRPr lang="zh-CN" altLang="en-US"/>
        </a:p>
      </dgm:t>
    </dgm:pt>
    <dgm:pt modelId="{9829E408-5D66-4F53-A8FB-9CDB077F1050}" type="pres">
      <dgm:prSet presAssocID="{8D91C22A-DD4D-4125-BEAD-C4C536399281}" presName="hierRoot3" presStyleCnt="0"/>
      <dgm:spPr/>
    </dgm:pt>
    <dgm:pt modelId="{0E32D992-3F4D-49B4-88A3-7B3CE10324EF}" type="pres">
      <dgm:prSet presAssocID="{8D91C22A-DD4D-4125-BEAD-C4C536399281}" presName="composite3" presStyleCnt="0"/>
      <dgm:spPr/>
    </dgm:pt>
    <dgm:pt modelId="{4AF3B1FD-1262-4BA2-A03B-F54EF20F203C}" type="pres">
      <dgm:prSet presAssocID="{8D91C22A-DD4D-4125-BEAD-C4C536399281}" presName="background3" presStyleLbl="node3" presStyleIdx="1" presStyleCnt="6"/>
      <dgm:spPr/>
    </dgm:pt>
    <dgm:pt modelId="{3F4EC2C5-3E09-4ABB-B2FA-16556EA082E5}" type="pres">
      <dgm:prSet presAssocID="{8D91C22A-DD4D-4125-BEAD-C4C536399281}" presName="text3" presStyleLbl="fgAcc3" presStyleIdx="1" presStyleCnt="6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3EFECBB-6DF8-4AEC-A6FC-2F36DD43B4A3}" type="pres">
      <dgm:prSet presAssocID="{8D91C22A-DD4D-4125-BEAD-C4C536399281}" presName="hierChild4" presStyleCnt="0"/>
      <dgm:spPr/>
    </dgm:pt>
    <dgm:pt modelId="{7D71A197-0027-4CBD-83B5-3C054546FCAC}" type="pres">
      <dgm:prSet presAssocID="{7E37D6C3-089D-42D2-A149-0B52C8CE6460}" presName="Name17" presStyleLbl="parChTrans1D3" presStyleIdx="2" presStyleCnt="6"/>
      <dgm:spPr/>
      <dgm:t>
        <a:bodyPr/>
        <a:lstStyle/>
        <a:p>
          <a:endParaRPr lang="zh-CN" altLang="en-US"/>
        </a:p>
      </dgm:t>
    </dgm:pt>
    <dgm:pt modelId="{FFA6DF67-F4A6-47C0-A358-905D7D19880F}" type="pres">
      <dgm:prSet presAssocID="{DC20F9B6-73F4-42D7-8FCD-8F4029B4E42F}" presName="hierRoot3" presStyleCnt="0"/>
      <dgm:spPr/>
    </dgm:pt>
    <dgm:pt modelId="{35AC662B-F1AA-490B-B7A7-62DDBFD2C7BD}" type="pres">
      <dgm:prSet presAssocID="{DC20F9B6-73F4-42D7-8FCD-8F4029B4E42F}" presName="composite3" presStyleCnt="0"/>
      <dgm:spPr/>
    </dgm:pt>
    <dgm:pt modelId="{E2D511C3-8597-4E0D-99BB-B9E30CCE1DEE}" type="pres">
      <dgm:prSet presAssocID="{DC20F9B6-73F4-42D7-8FCD-8F4029B4E42F}" presName="background3" presStyleLbl="node3" presStyleIdx="2" presStyleCnt="6"/>
      <dgm:spPr/>
    </dgm:pt>
    <dgm:pt modelId="{B16BE258-8316-463E-B58A-63DBDA99F792}" type="pres">
      <dgm:prSet presAssocID="{DC20F9B6-73F4-42D7-8FCD-8F4029B4E42F}" presName="text3" presStyleLbl="fgAcc3" presStyleIdx="2" presStyleCnt="6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D9B3844-317D-44F5-A367-AE28A78455F2}" type="pres">
      <dgm:prSet presAssocID="{DC20F9B6-73F4-42D7-8FCD-8F4029B4E42F}" presName="hierChild4" presStyleCnt="0"/>
      <dgm:spPr/>
    </dgm:pt>
    <dgm:pt modelId="{9E5AD5DA-A499-4E73-BB91-9D1AAA3E1503}" type="pres">
      <dgm:prSet presAssocID="{60B0C794-E8FF-4D0B-B239-D07B8AC47231}" presName="Name10" presStyleLbl="parChTrans1D2" presStyleIdx="1" presStyleCnt="3"/>
      <dgm:spPr/>
      <dgm:t>
        <a:bodyPr/>
        <a:lstStyle/>
        <a:p>
          <a:endParaRPr lang="zh-CN" altLang="en-US"/>
        </a:p>
      </dgm:t>
    </dgm:pt>
    <dgm:pt modelId="{63499335-6A73-41B4-8200-8D61DAAA1EF5}" type="pres">
      <dgm:prSet presAssocID="{041D9E71-2153-470F-8851-7E5E507F5199}" presName="hierRoot2" presStyleCnt="0"/>
      <dgm:spPr/>
    </dgm:pt>
    <dgm:pt modelId="{496CBDCF-5099-4711-814D-A7612CDA1FF4}" type="pres">
      <dgm:prSet presAssocID="{041D9E71-2153-470F-8851-7E5E507F5199}" presName="composite2" presStyleCnt="0"/>
      <dgm:spPr/>
    </dgm:pt>
    <dgm:pt modelId="{11323E18-733B-4764-98C1-A0B1B531897B}" type="pres">
      <dgm:prSet presAssocID="{041D9E71-2153-470F-8851-7E5E507F5199}" presName="background2" presStyleLbl="node2" presStyleIdx="1" presStyleCnt="3"/>
      <dgm:spPr>
        <a:solidFill>
          <a:schemeClr val="accent3">
            <a:lumMod val="40000"/>
            <a:lumOff val="60000"/>
          </a:schemeClr>
        </a:solidFill>
      </dgm:spPr>
    </dgm:pt>
    <dgm:pt modelId="{4BC716EB-FFED-4D93-8B5A-4B162170E720}" type="pres">
      <dgm:prSet presAssocID="{041D9E71-2153-470F-8851-7E5E507F5199}" presName="text2" presStyleLbl="fgAcc2" presStyleIdx="1" presStyleCnt="3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BA69BE66-137D-43DF-A3F3-D529A2B4A5CC}" type="pres">
      <dgm:prSet presAssocID="{041D9E71-2153-470F-8851-7E5E507F5199}" presName="hierChild3" presStyleCnt="0"/>
      <dgm:spPr/>
    </dgm:pt>
    <dgm:pt modelId="{5288F689-9D6F-4004-A35E-76867A18462E}" type="pres">
      <dgm:prSet presAssocID="{2D4136DC-E9F0-4465-8DA9-6CF116F1029A}" presName="Name17" presStyleLbl="parChTrans1D3" presStyleIdx="3" presStyleCnt="6"/>
      <dgm:spPr/>
      <dgm:t>
        <a:bodyPr/>
        <a:lstStyle/>
        <a:p>
          <a:endParaRPr lang="zh-CN" altLang="en-US"/>
        </a:p>
      </dgm:t>
    </dgm:pt>
    <dgm:pt modelId="{D947AF16-C0FE-495A-9CAB-A2B2612B65BA}" type="pres">
      <dgm:prSet presAssocID="{3E290AF0-FDD2-4F2F-9706-C1D07F54284C}" presName="hierRoot3" presStyleCnt="0"/>
      <dgm:spPr/>
    </dgm:pt>
    <dgm:pt modelId="{B0D1010D-B47A-432D-B013-D653D35C10B5}" type="pres">
      <dgm:prSet presAssocID="{3E290AF0-FDD2-4F2F-9706-C1D07F54284C}" presName="composite3" presStyleCnt="0"/>
      <dgm:spPr/>
    </dgm:pt>
    <dgm:pt modelId="{969B8BF9-D2FE-4DE3-A9B8-ADEDE70EDBA2}" type="pres">
      <dgm:prSet presAssocID="{3E290AF0-FDD2-4F2F-9706-C1D07F54284C}" presName="background3" presStyleLbl="node3" presStyleIdx="3" presStyleCnt="6"/>
      <dgm:spPr/>
    </dgm:pt>
    <dgm:pt modelId="{C20C5C05-965C-4570-AD3E-5A12B1D5D50A}" type="pres">
      <dgm:prSet presAssocID="{3E290AF0-FDD2-4F2F-9706-C1D07F54284C}" presName="text3" presStyleLbl="fgAcc3" presStyleIdx="3" presStyleCnt="6" custScaleY="132506" custLinFactNeighborX="-199" custLinFactNeighborY="-16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E7A3E51-45A8-4377-A447-1EDB1DA8830A}" type="pres">
      <dgm:prSet presAssocID="{3E290AF0-FDD2-4F2F-9706-C1D07F54284C}" presName="hierChild4" presStyleCnt="0"/>
      <dgm:spPr/>
    </dgm:pt>
    <dgm:pt modelId="{8602E705-1A9D-43D6-8E67-9FFCA7D5C902}" type="pres">
      <dgm:prSet presAssocID="{671AC34A-4C14-4FA7-8B22-DE111461C85A}" presName="Name17" presStyleLbl="parChTrans1D3" presStyleIdx="4" presStyleCnt="6"/>
      <dgm:spPr/>
      <dgm:t>
        <a:bodyPr/>
        <a:lstStyle/>
        <a:p>
          <a:endParaRPr lang="zh-CN" altLang="en-US"/>
        </a:p>
      </dgm:t>
    </dgm:pt>
    <dgm:pt modelId="{0521A7E4-1740-437D-B7AF-3C24A5A65F91}" type="pres">
      <dgm:prSet presAssocID="{932A0299-BF91-4B70-A444-46D003F5068D}" presName="hierRoot3" presStyleCnt="0"/>
      <dgm:spPr/>
    </dgm:pt>
    <dgm:pt modelId="{2D0D8FCA-82B0-4EED-AB66-D7C1FE506447}" type="pres">
      <dgm:prSet presAssocID="{932A0299-BF91-4B70-A444-46D003F5068D}" presName="composite3" presStyleCnt="0"/>
      <dgm:spPr/>
    </dgm:pt>
    <dgm:pt modelId="{1A56A46C-0A6C-458F-A037-5121C6A46834}" type="pres">
      <dgm:prSet presAssocID="{932A0299-BF91-4B70-A444-46D003F5068D}" presName="background3" presStyleLbl="node3" presStyleIdx="4" presStyleCnt="6"/>
      <dgm:spPr/>
    </dgm:pt>
    <dgm:pt modelId="{E472C6EF-0372-47F7-908D-C7DBEF2999C6}" type="pres">
      <dgm:prSet presAssocID="{932A0299-BF91-4B70-A444-46D003F5068D}" presName="text3" presStyleLbl="fgAcc3" presStyleIdx="4" presStyleCnt="6" custScaleX="116805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5995C15-7D3A-4324-9D79-E4C5445A852F}" type="pres">
      <dgm:prSet presAssocID="{932A0299-BF91-4B70-A444-46D003F5068D}" presName="hierChild4" presStyleCnt="0"/>
      <dgm:spPr/>
    </dgm:pt>
    <dgm:pt modelId="{E10485BA-E3DF-4078-97BD-A73F885A3DE0}" type="pres">
      <dgm:prSet presAssocID="{9A7474E0-AA2A-417C-8F05-D07EF972A8C1}" presName="Name17" presStyleLbl="parChTrans1D3" presStyleIdx="5" presStyleCnt="6"/>
      <dgm:spPr/>
      <dgm:t>
        <a:bodyPr/>
        <a:lstStyle/>
        <a:p>
          <a:endParaRPr lang="zh-CN" altLang="en-US"/>
        </a:p>
      </dgm:t>
    </dgm:pt>
    <dgm:pt modelId="{DED295CB-6B03-4490-BEDD-EA8DF2002A7C}" type="pres">
      <dgm:prSet presAssocID="{03479A20-DD2C-4EEB-B400-54E9D74011E1}" presName="hierRoot3" presStyleCnt="0"/>
      <dgm:spPr/>
    </dgm:pt>
    <dgm:pt modelId="{0DC88377-E776-4242-BAD6-8A05F912539B}" type="pres">
      <dgm:prSet presAssocID="{03479A20-DD2C-4EEB-B400-54E9D74011E1}" presName="composite3" presStyleCnt="0"/>
      <dgm:spPr/>
    </dgm:pt>
    <dgm:pt modelId="{58481D07-07EC-47D3-9486-CA413BEBA965}" type="pres">
      <dgm:prSet presAssocID="{03479A20-DD2C-4EEB-B400-54E9D74011E1}" presName="background3" presStyleLbl="node3" presStyleIdx="5" presStyleCnt="6"/>
      <dgm:spPr/>
    </dgm:pt>
    <dgm:pt modelId="{F3D7EDCF-E864-45D0-8678-7C9563529334}" type="pres">
      <dgm:prSet presAssocID="{03479A20-DD2C-4EEB-B400-54E9D74011E1}" presName="text3" presStyleLbl="fgAcc3" presStyleIdx="5" presStyleCnt="6" custScaleY="132506" custLinFactNeighborX="-3470" custLinFactNeighborY="-16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4C3A287-3F86-4FDF-977D-5FDE5AA00A8F}" type="pres">
      <dgm:prSet presAssocID="{03479A20-DD2C-4EEB-B400-54E9D74011E1}" presName="hierChild4" presStyleCnt="0"/>
      <dgm:spPr/>
    </dgm:pt>
    <dgm:pt modelId="{AA3AA64A-B881-44D8-8F53-B1AA9C0389A2}" type="pres">
      <dgm:prSet presAssocID="{BEDF7EAD-E82E-4445-8F87-38B8EB6B4E55}" presName="Name10" presStyleLbl="parChTrans1D2" presStyleIdx="2" presStyleCnt="3"/>
      <dgm:spPr/>
      <dgm:t>
        <a:bodyPr/>
        <a:lstStyle/>
        <a:p>
          <a:endParaRPr lang="zh-CN" altLang="en-US"/>
        </a:p>
      </dgm:t>
    </dgm:pt>
    <dgm:pt modelId="{56D5BAF6-CE11-4960-9E72-E57C8C689391}" type="pres">
      <dgm:prSet presAssocID="{7A4FEDD2-CFF6-490C-AD66-922D4BB9CEC7}" presName="hierRoot2" presStyleCnt="0"/>
      <dgm:spPr/>
    </dgm:pt>
    <dgm:pt modelId="{CFF826EA-6CAE-42F5-8B21-DFCD7AF4FE84}" type="pres">
      <dgm:prSet presAssocID="{7A4FEDD2-CFF6-490C-AD66-922D4BB9CEC7}" presName="composite2" presStyleCnt="0"/>
      <dgm:spPr/>
    </dgm:pt>
    <dgm:pt modelId="{0451BED2-9F5B-4F7C-A480-6BBC1BC0A1B4}" type="pres">
      <dgm:prSet presAssocID="{7A4FEDD2-CFF6-490C-AD66-922D4BB9CEC7}" presName="background2" presStyleLbl="node2" presStyleIdx="2" presStyleCnt="3"/>
      <dgm:spPr>
        <a:solidFill>
          <a:schemeClr val="accent2">
            <a:lumMod val="20000"/>
            <a:lumOff val="80000"/>
          </a:schemeClr>
        </a:solidFill>
        <a:ln>
          <a:noFill/>
        </a:ln>
      </dgm:spPr>
    </dgm:pt>
    <dgm:pt modelId="{CED73A86-41ED-4B4F-A352-B29FE8C74109}" type="pres">
      <dgm:prSet presAssocID="{7A4FEDD2-CFF6-490C-AD66-922D4BB9CEC7}" presName="text2" presStyleLbl="fgAcc2" presStyleIdx="2" presStyleCnt="3" custScaleY="132506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EB63F519-1C57-41DC-BBC7-5826993F6022}" type="pres">
      <dgm:prSet presAssocID="{7A4FEDD2-CFF6-490C-AD66-922D4BB9CEC7}" presName="hierChild3" presStyleCnt="0"/>
      <dgm:spPr/>
    </dgm:pt>
  </dgm:ptLst>
  <dgm:cxnLst>
    <dgm:cxn modelId="{45CA22E3-54C4-4DB8-89CF-8BD93E4318EA}" type="presOf" srcId="{7A4FEDD2-CFF6-490C-AD66-922D4BB9CEC7}" destId="{CED73A86-41ED-4B4F-A352-B29FE8C74109}" srcOrd="0" destOrd="0" presId="urn:microsoft.com/office/officeart/2005/8/layout/hierarchy1"/>
    <dgm:cxn modelId="{E86F98D7-582C-4657-B8AB-206E18D5367E}" srcId="{F2BB4370-F769-4D46-B96E-319001B61BD6}" destId="{2EFBC3FA-3698-43A6-AE30-80033A8A8DBA}" srcOrd="0" destOrd="0" parTransId="{178A1767-ABCE-440B-AD8E-2B7D947E86FA}" sibTransId="{84A8E6D4-EE3E-484A-92A2-1ABE55355060}"/>
    <dgm:cxn modelId="{71CADB30-91BE-4294-9351-2211C1C15C06}" srcId="{2EFBC3FA-3698-43A6-AE30-80033A8A8DBA}" destId="{DC20F9B6-73F4-42D7-8FCD-8F4029B4E42F}" srcOrd="2" destOrd="0" parTransId="{7E37D6C3-089D-42D2-A149-0B52C8CE6460}" sibTransId="{4F5933D8-EE1F-48D6-81D3-F58745FEBCC3}"/>
    <dgm:cxn modelId="{2EBB149A-312B-4F1A-9CF5-5286B10C6F47}" type="presOf" srcId="{81BF16C3-77AE-4958-82E8-CD57659DE0DD}" destId="{CAC4144C-DBA2-4D1E-BCE9-8C446E92F13C}" srcOrd="0" destOrd="0" presId="urn:microsoft.com/office/officeart/2005/8/layout/hierarchy1"/>
    <dgm:cxn modelId="{5713D968-4DDF-4D98-A5C8-A2511644AF27}" type="presOf" srcId="{671AC34A-4C14-4FA7-8B22-DE111461C85A}" destId="{8602E705-1A9D-43D6-8E67-9FFCA7D5C902}" srcOrd="0" destOrd="0" presId="urn:microsoft.com/office/officeart/2005/8/layout/hierarchy1"/>
    <dgm:cxn modelId="{9A303E7F-9F5F-49E4-94ED-4935709613BF}" type="presOf" srcId="{041D9E71-2153-470F-8851-7E5E507F5199}" destId="{4BC716EB-FFED-4D93-8B5A-4B162170E720}" srcOrd="0" destOrd="0" presId="urn:microsoft.com/office/officeart/2005/8/layout/hierarchy1"/>
    <dgm:cxn modelId="{7BAFBB7B-8750-4574-8025-0490A8510EC8}" type="presOf" srcId="{2EFBC3FA-3698-43A6-AE30-80033A8A8DBA}" destId="{7088F7D4-FF14-4F65-BDB8-FB5E33AA4632}" srcOrd="0" destOrd="0" presId="urn:microsoft.com/office/officeart/2005/8/layout/hierarchy1"/>
    <dgm:cxn modelId="{0EA40AC1-447B-4DC0-AFBC-FF5750DD571B}" type="presOf" srcId="{7E37D6C3-089D-42D2-A149-0B52C8CE6460}" destId="{7D71A197-0027-4CBD-83B5-3C054546FCAC}" srcOrd="0" destOrd="0" presId="urn:microsoft.com/office/officeart/2005/8/layout/hierarchy1"/>
    <dgm:cxn modelId="{ED941EE0-3D83-493E-92E5-AFAC60E9DB7E}" type="presOf" srcId="{BEDF7EAD-E82E-4445-8F87-38B8EB6B4E55}" destId="{AA3AA64A-B881-44D8-8F53-B1AA9C0389A2}" srcOrd="0" destOrd="0" presId="urn:microsoft.com/office/officeart/2005/8/layout/hierarchy1"/>
    <dgm:cxn modelId="{BC1048CE-F748-4E91-A283-8B7B19963E8B}" type="presOf" srcId="{8D91C22A-DD4D-4125-BEAD-C4C536399281}" destId="{3F4EC2C5-3E09-4ABB-B2FA-16556EA082E5}" srcOrd="0" destOrd="0" presId="urn:microsoft.com/office/officeart/2005/8/layout/hierarchy1"/>
    <dgm:cxn modelId="{72C59C30-982A-4215-8754-6FE49432A4A6}" type="presOf" srcId="{03479A20-DD2C-4EEB-B400-54E9D74011E1}" destId="{F3D7EDCF-E864-45D0-8678-7C9563529334}" srcOrd="0" destOrd="0" presId="urn:microsoft.com/office/officeart/2005/8/layout/hierarchy1"/>
    <dgm:cxn modelId="{4A211B1F-0ADB-4B59-964B-D04DFA0072D3}" type="presOf" srcId="{932A0299-BF91-4B70-A444-46D003F5068D}" destId="{E472C6EF-0372-47F7-908D-C7DBEF2999C6}" srcOrd="0" destOrd="0" presId="urn:microsoft.com/office/officeart/2005/8/layout/hierarchy1"/>
    <dgm:cxn modelId="{DD969E41-3F6A-43AF-BE65-AD9161B518D8}" type="presOf" srcId="{9A7474E0-AA2A-417C-8F05-D07EF972A8C1}" destId="{E10485BA-E3DF-4078-97BD-A73F885A3DE0}" srcOrd="0" destOrd="0" presId="urn:microsoft.com/office/officeart/2005/8/layout/hierarchy1"/>
    <dgm:cxn modelId="{24FABCF8-F695-4FAF-A00C-9AF50BD06E46}" srcId="{F2BB4370-F769-4D46-B96E-319001B61BD6}" destId="{7A4FEDD2-CFF6-490C-AD66-922D4BB9CEC7}" srcOrd="2" destOrd="0" parTransId="{BEDF7EAD-E82E-4445-8F87-38B8EB6B4E55}" sibTransId="{CF600294-1999-4546-AFD7-F5449C5AF6A6}"/>
    <dgm:cxn modelId="{4EF13380-C779-4DF4-81D5-7B9A1A91EC22}" srcId="{8FBA5CAF-9153-494F-A048-1EA39CD8694A}" destId="{F2BB4370-F769-4D46-B96E-319001B61BD6}" srcOrd="0" destOrd="0" parTransId="{6C2C22A8-295C-4E5C-9BDA-324561C0FCA8}" sibTransId="{A5BF3034-A4C9-4805-A48E-669360DF2B82}"/>
    <dgm:cxn modelId="{EFE84522-1591-4808-A154-C2B97260F52F}" type="presOf" srcId="{DEDB653F-6098-4A28-9042-4B8F95A170EF}" destId="{F085F151-ACDE-4850-9515-96B49F8C0884}" srcOrd="0" destOrd="0" presId="urn:microsoft.com/office/officeart/2005/8/layout/hierarchy1"/>
    <dgm:cxn modelId="{FB6D7F95-F35E-4759-955E-478E24B304E7}" srcId="{F2BB4370-F769-4D46-B96E-319001B61BD6}" destId="{041D9E71-2153-470F-8851-7E5E507F5199}" srcOrd="1" destOrd="0" parTransId="{60B0C794-E8FF-4D0B-B239-D07B8AC47231}" sibTransId="{F223E0AD-D5C4-4669-9968-8EC03E12624F}"/>
    <dgm:cxn modelId="{8291DAD4-7166-4486-BA56-DDBA5659BD2C}" type="presOf" srcId="{F2BB4370-F769-4D46-B96E-319001B61BD6}" destId="{177E0A56-115F-4420-B054-3CAE70A07955}" srcOrd="0" destOrd="0" presId="urn:microsoft.com/office/officeart/2005/8/layout/hierarchy1"/>
    <dgm:cxn modelId="{CC6AA30B-906D-4D65-8211-B61CCA0E76FA}" srcId="{041D9E71-2153-470F-8851-7E5E507F5199}" destId="{03479A20-DD2C-4EEB-B400-54E9D74011E1}" srcOrd="2" destOrd="0" parTransId="{9A7474E0-AA2A-417C-8F05-D07EF972A8C1}" sibTransId="{4912D5FE-C06B-42BF-B924-834134524889}"/>
    <dgm:cxn modelId="{2574C618-E778-475C-B1B7-08EE234318A6}" type="presOf" srcId="{8FBA5CAF-9153-494F-A048-1EA39CD8694A}" destId="{8BB45828-4D0F-4893-A705-456B44C933E7}" srcOrd="0" destOrd="0" presId="urn:microsoft.com/office/officeart/2005/8/layout/hierarchy1"/>
    <dgm:cxn modelId="{70E42796-81AF-4D27-A65E-121A25A1B934}" srcId="{2EFBC3FA-3698-43A6-AE30-80033A8A8DBA}" destId="{DEDB653F-6098-4A28-9042-4B8F95A170EF}" srcOrd="0" destOrd="0" parTransId="{81BF16C3-77AE-4958-82E8-CD57659DE0DD}" sibTransId="{07C7AB69-F886-4BFA-9CE3-AF458F4D00D6}"/>
    <dgm:cxn modelId="{A35F8B5D-9D07-4D62-A040-C0D9D02BE5A6}" type="presOf" srcId="{178A1767-ABCE-440B-AD8E-2B7D947E86FA}" destId="{BF84BC3C-362C-43B7-8828-1AED678BD19D}" srcOrd="0" destOrd="0" presId="urn:microsoft.com/office/officeart/2005/8/layout/hierarchy1"/>
    <dgm:cxn modelId="{5F1B3BFF-97FC-4405-9316-D3DF5444663B}" type="presOf" srcId="{1BFEA16F-5969-4274-8281-56A03307F20D}" destId="{11416549-BF2D-4D86-9961-C19167404817}" srcOrd="0" destOrd="0" presId="urn:microsoft.com/office/officeart/2005/8/layout/hierarchy1"/>
    <dgm:cxn modelId="{E3EC3E2B-6415-47CF-B822-950023F0F67A}" type="presOf" srcId="{3E290AF0-FDD2-4F2F-9706-C1D07F54284C}" destId="{C20C5C05-965C-4570-AD3E-5A12B1D5D50A}" srcOrd="0" destOrd="0" presId="urn:microsoft.com/office/officeart/2005/8/layout/hierarchy1"/>
    <dgm:cxn modelId="{F68193F2-5F95-4251-9362-8F8628A67A1A}" srcId="{041D9E71-2153-470F-8851-7E5E507F5199}" destId="{3E290AF0-FDD2-4F2F-9706-C1D07F54284C}" srcOrd="0" destOrd="0" parTransId="{2D4136DC-E9F0-4465-8DA9-6CF116F1029A}" sibTransId="{0F921F0E-2E73-496D-A6F5-74F1E847259E}"/>
    <dgm:cxn modelId="{D3497479-98A4-483E-8BF0-0BDD6620686C}" type="presOf" srcId="{DC20F9B6-73F4-42D7-8FCD-8F4029B4E42F}" destId="{B16BE258-8316-463E-B58A-63DBDA99F792}" srcOrd="0" destOrd="0" presId="urn:microsoft.com/office/officeart/2005/8/layout/hierarchy1"/>
    <dgm:cxn modelId="{F2FE2103-059E-416F-8A2F-005586F66B6B}" srcId="{2EFBC3FA-3698-43A6-AE30-80033A8A8DBA}" destId="{8D91C22A-DD4D-4125-BEAD-C4C536399281}" srcOrd="1" destOrd="0" parTransId="{1BFEA16F-5969-4274-8281-56A03307F20D}" sibTransId="{730C1D46-1D21-492B-9324-F5DC838EB73D}"/>
    <dgm:cxn modelId="{2CF5D580-6C6D-4405-BE43-CC039EACE810}" type="presOf" srcId="{2D4136DC-E9F0-4465-8DA9-6CF116F1029A}" destId="{5288F689-9D6F-4004-A35E-76867A18462E}" srcOrd="0" destOrd="0" presId="urn:microsoft.com/office/officeart/2005/8/layout/hierarchy1"/>
    <dgm:cxn modelId="{6D27C2DA-A0F0-4381-BFD3-0E0E700BCB7F}" type="presOf" srcId="{60B0C794-E8FF-4D0B-B239-D07B8AC47231}" destId="{9E5AD5DA-A499-4E73-BB91-9D1AAA3E1503}" srcOrd="0" destOrd="0" presId="urn:microsoft.com/office/officeart/2005/8/layout/hierarchy1"/>
    <dgm:cxn modelId="{9E22AE15-B0FA-4D07-A28A-9F14871719E7}" srcId="{041D9E71-2153-470F-8851-7E5E507F5199}" destId="{932A0299-BF91-4B70-A444-46D003F5068D}" srcOrd="1" destOrd="0" parTransId="{671AC34A-4C14-4FA7-8B22-DE111461C85A}" sibTransId="{6A48EF55-D396-47F7-BCE1-F339AB2CF03F}"/>
    <dgm:cxn modelId="{EF71BDB1-F0AC-43C4-8F67-0674122AE5F6}" type="presParOf" srcId="{8BB45828-4D0F-4893-A705-456B44C933E7}" destId="{F80267B1-DD04-4E66-A412-C5D169F7A43B}" srcOrd="0" destOrd="0" presId="urn:microsoft.com/office/officeart/2005/8/layout/hierarchy1"/>
    <dgm:cxn modelId="{13DEA9F7-8F3E-4846-B467-CF223EB34A56}" type="presParOf" srcId="{F80267B1-DD04-4E66-A412-C5D169F7A43B}" destId="{F9FD6625-C41E-49C2-8295-C3C93303E92C}" srcOrd="0" destOrd="0" presId="urn:microsoft.com/office/officeart/2005/8/layout/hierarchy1"/>
    <dgm:cxn modelId="{A8A4B028-A20B-4DA2-A438-9D8ADDB03D56}" type="presParOf" srcId="{F9FD6625-C41E-49C2-8295-C3C93303E92C}" destId="{5A4740B8-B30E-4CCC-A285-6823C3BA363A}" srcOrd="0" destOrd="0" presId="urn:microsoft.com/office/officeart/2005/8/layout/hierarchy1"/>
    <dgm:cxn modelId="{2198BD15-0CFE-4E28-A81E-73D267A82DCD}" type="presParOf" srcId="{F9FD6625-C41E-49C2-8295-C3C93303E92C}" destId="{177E0A56-115F-4420-B054-3CAE70A07955}" srcOrd="1" destOrd="0" presId="urn:microsoft.com/office/officeart/2005/8/layout/hierarchy1"/>
    <dgm:cxn modelId="{32A21027-287D-4198-9630-CD6F1BA4DF66}" type="presParOf" srcId="{F80267B1-DD04-4E66-A412-C5D169F7A43B}" destId="{BEBB7DA9-341C-47F0-8804-C74EF928B994}" srcOrd="1" destOrd="0" presId="urn:microsoft.com/office/officeart/2005/8/layout/hierarchy1"/>
    <dgm:cxn modelId="{7E67CD1F-8B09-4E07-825D-4941AF49D339}" type="presParOf" srcId="{BEBB7DA9-341C-47F0-8804-C74EF928B994}" destId="{BF84BC3C-362C-43B7-8828-1AED678BD19D}" srcOrd="0" destOrd="0" presId="urn:microsoft.com/office/officeart/2005/8/layout/hierarchy1"/>
    <dgm:cxn modelId="{AA26542D-23A6-4BBC-8B28-7684CE527197}" type="presParOf" srcId="{BEBB7DA9-341C-47F0-8804-C74EF928B994}" destId="{9D65E947-0F51-4393-B0AC-72AD1333E7EA}" srcOrd="1" destOrd="0" presId="urn:microsoft.com/office/officeart/2005/8/layout/hierarchy1"/>
    <dgm:cxn modelId="{78EFA35A-0677-4C70-81C9-9C8A24491DB7}" type="presParOf" srcId="{9D65E947-0F51-4393-B0AC-72AD1333E7EA}" destId="{89BEE3FA-DC32-4652-A93E-4E78719C59E8}" srcOrd="0" destOrd="0" presId="urn:microsoft.com/office/officeart/2005/8/layout/hierarchy1"/>
    <dgm:cxn modelId="{9E8870F8-D0A5-4EB3-A218-C5045EFF3A30}" type="presParOf" srcId="{89BEE3FA-DC32-4652-A93E-4E78719C59E8}" destId="{11A7F608-9567-47FA-BED9-9D71D52DFF84}" srcOrd="0" destOrd="0" presId="urn:microsoft.com/office/officeart/2005/8/layout/hierarchy1"/>
    <dgm:cxn modelId="{205DE632-20C7-4CAE-9C95-8E71585B0AFB}" type="presParOf" srcId="{89BEE3FA-DC32-4652-A93E-4E78719C59E8}" destId="{7088F7D4-FF14-4F65-BDB8-FB5E33AA4632}" srcOrd="1" destOrd="0" presId="urn:microsoft.com/office/officeart/2005/8/layout/hierarchy1"/>
    <dgm:cxn modelId="{EA813651-5C35-4D20-B090-39008A186243}" type="presParOf" srcId="{9D65E947-0F51-4393-B0AC-72AD1333E7EA}" destId="{0814DF17-2D8C-4E3F-A043-81EA76159971}" srcOrd="1" destOrd="0" presId="urn:microsoft.com/office/officeart/2005/8/layout/hierarchy1"/>
    <dgm:cxn modelId="{6F488BE1-D129-45C8-8549-C55775F8E3EA}" type="presParOf" srcId="{0814DF17-2D8C-4E3F-A043-81EA76159971}" destId="{CAC4144C-DBA2-4D1E-BCE9-8C446E92F13C}" srcOrd="0" destOrd="0" presId="urn:microsoft.com/office/officeart/2005/8/layout/hierarchy1"/>
    <dgm:cxn modelId="{1FEBF0E4-E754-4292-BCAD-EA72F22C08F2}" type="presParOf" srcId="{0814DF17-2D8C-4E3F-A043-81EA76159971}" destId="{E0A465A9-81E0-403F-BBF9-9A4CBE837229}" srcOrd="1" destOrd="0" presId="urn:microsoft.com/office/officeart/2005/8/layout/hierarchy1"/>
    <dgm:cxn modelId="{6F380BF2-F470-4B5F-8249-BFF7CDA856D7}" type="presParOf" srcId="{E0A465A9-81E0-403F-BBF9-9A4CBE837229}" destId="{9C170AAD-8057-4811-9A0B-D3A6134160E3}" srcOrd="0" destOrd="0" presId="urn:microsoft.com/office/officeart/2005/8/layout/hierarchy1"/>
    <dgm:cxn modelId="{A58B9575-D97A-4B9D-B036-5485C0890968}" type="presParOf" srcId="{9C170AAD-8057-4811-9A0B-D3A6134160E3}" destId="{75A346EC-96E1-40C7-B07D-E1F77251E725}" srcOrd="0" destOrd="0" presId="urn:microsoft.com/office/officeart/2005/8/layout/hierarchy1"/>
    <dgm:cxn modelId="{7D5BBEAA-4B60-4642-A539-2AC10919A492}" type="presParOf" srcId="{9C170AAD-8057-4811-9A0B-D3A6134160E3}" destId="{F085F151-ACDE-4850-9515-96B49F8C0884}" srcOrd="1" destOrd="0" presId="urn:microsoft.com/office/officeart/2005/8/layout/hierarchy1"/>
    <dgm:cxn modelId="{C8867C2A-727F-4EFE-A230-A35997533DCF}" type="presParOf" srcId="{E0A465A9-81E0-403F-BBF9-9A4CBE837229}" destId="{FE988A1E-7742-465F-A182-23509263EAE9}" srcOrd="1" destOrd="0" presId="urn:microsoft.com/office/officeart/2005/8/layout/hierarchy1"/>
    <dgm:cxn modelId="{5362F81B-963B-4D72-8FD8-7E3DCBF0CF94}" type="presParOf" srcId="{0814DF17-2D8C-4E3F-A043-81EA76159971}" destId="{11416549-BF2D-4D86-9961-C19167404817}" srcOrd="2" destOrd="0" presId="urn:microsoft.com/office/officeart/2005/8/layout/hierarchy1"/>
    <dgm:cxn modelId="{080AF039-CE2F-4EB1-AFFD-4204094934EE}" type="presParOf" srcId="{0814DF17-2D8C-4E3F-A043-81EA76159971}" destId="{9829E408-5D66-4F53-A8FB-9CDB077F1050}" srcOrd="3" destOrd="0" presId="urn:microsoft.com/office/officeart/2005/8/layout/hierarchy1"/>
    <dgm:cxn modelId="{EF220697-10E9-46FE-A1C8-7C5A4ED0FEF6}" type="presParOf" srcId="{9829E408-5D66-4F53-A8FB-9CDB077F1050}" destId="{0E32D992-3F4D-49B4-88A3-7B3CE10324EF}" srcOrd="0" destOrd="0" presId="urn:microsoft.com/office/officeart/2005/8/layout/hierarchy1"/>
    <dgm:cxn modelId="{C56E182B-D2F0-4402-AF14-DEE0DE98C581}" type="presParOf" srcId="{0E32D992-3F4D-49B4-88A3-7B3CE10324EF}" destId="{4AF3B1FD-1262-4BA2-A03B-F54EF20F203C}" srcOrd="0" destOrd="0" presId="urn:microsoft.com/office/officeart/2005/8/layout/hierarchy1"/>
    <dgm:cxn modelId="{86CD40CC-34BD-4F14-9364-E7319E9903FA}" type="presParOf" srcId="{0E32D992-3F4D-49B4-88A3-7B3CE10324EF}" destId="{3F4EC2C5-3E09-4ABB-B2FA-16556EA082E5}" srcOrd="1" destOrd="0" presId="urn:microsoft.com/office/officeart/2005/8/layout/hierarchy1"/>
    <dgm:cxn modelId="{19DF2DE9-8E54-4625-B788-C564CD581F3F}" type="presParOf" srcId="{9829E408-5D66-4F53-A8FB-9CDB077F1050}" destId="{73EFECBB-6DF8-4AEC-A6FC-2F36DD43B4A3}" srcOrd="1" destOrd="0" presId="urn:microsoft.com/office/officeart/2005/8/layout/hierarchy1"/>
    <dgm:cxn modelId="{B9E29C24-0A52-4DAF-9AB5-F4D92B251089}" type="presParOf" srcId="{0814DF17-2D8C-4E3F-A043-81EA76159971}" destId="{7D71A197-0027-4CBD-83B5-3C054546FCAC}" srcOrd="4" destOrd="0" presId="urn:microsoft.com/office/officeart/2005/8/layout/hierarchy1"/>
    <dgm:cxn modelId="{FF6EE027-02C9-40BE-B5E6-F0CC0C24A03B}" type="presParOf" srcId="{0814DF17-2D8C-4E3F-A043-81EA76159971}" destId="{FFA6DF67-F4A6-47C0-A358-905D7D19880F}" srcOrd="5" destOrd="0" presId="urn:microsoft.com/office/officeart/2005/8/layout/hierarchy1"/>
    <dgm:cxn modelId="{00241D12-9C41-4BB7-8543-AE3ED0572E9F}" type="presParOf" srcId="{FFA6DF67-F4A6-47C0-A358-905D7D19880F}" destId="{35AC662B-F1AA-490B-B7A7-62DDBFD2C7BD}" srcOrd="0" destOrd="0" presId="urn:microsoft.com/office/officeart/2005/8/layout/hierarchy1"/>
    <dgm:cxn modelId="{A75DB3FD-6776-4AD1-A81B-13446E33A728}" type="presParOf" srcId="{35AC662B-F1AA-490B-B7A7-62DDBFD2C7BD}" destId="{E2D511C3-8597-4E0D-99BB-B9E30CCE1DEE}" srcOrd="0" destOrd="0" presId="urn:microsoft.com/office/officeart/2005/8/layout/hierarchy1"/>
    <dgm:cxn modelId="{A8D762CD-067C-45CC-93AB-B219C58B1B1B}" type="presParOf" srcId="{35AC662B-F1AA-490B-B7A7-62DDBFD2C7BD}" destId="{B16BE258-8316-463E-B58A-63DBDA99F792}" srcOrd="1" destOrd="0" presId="urn:microsoft.com/office/officeart/2005/8/layout/hierarchy1"/>
    <dgm:cxn modelId="{BFCFB131-5BA8-46CF-B1E3-046624DD0598}" type="presParOf" srcId="{FFA6DF67-F4A6-47C0-A358-905D7D19880F}" destId="{2D9B3844-317D-44F5-A367-AE28A78455F2}" srcOrd="1" destOrd="0" presId="urn:microsoft.com/office/officeart/2005/8/layout/hierarchy1"/>
    <dgm:cxn modelId="{D4AB475A-4DD8-4E59-B9A4-9A6845903AA7}" type="presParOf" srcId="{BEBB7DA9-341C-47F0-8804-C74EF928B994}" destId="{9E5AD5DA-A499-4E73-BB91-9D1AAA3E1503}" srcOrd="2" destOrd="0" presId="urn:microsoft.com/office/officeart/2005/8/layout/hierarchy1"/>
    <dgm:cxn modelId="{08C636A0-FEDB-4958-9C49-8A423A23C5D3}" type="presParOf" srcId="{BEBB7DA9-341C-47F0-8804-C74EF928B994}" destId="{63499335-6A73-41B4-8200-8D61DAAA1EF5}" srcOrd="3" destOrd="0" presId="urn:microsoft.com/office/officeart/2005/8/layout/hierarchy1"/>
    <dgm:cxn modelId="{6F5A538C-F4BF-410C-B17D-9BD0536494ED}" type="presParOf" srcId="{63499335-6A73-41B4-8200-8D61DAAA1EF5}" destId="{496CBDCF-5099-4711-814D-A7612CDA1FF4}" srcOrd="0" destOrd="0" presId="urn:microsoft.com/office/officeart/2005/8/layout/hierarchy1"/>
    <dgm:cxn modelId="{9672592A-365C-4C9C-A5A5-3A1EA2BEEC44}" type="presParOf" srcId="{496CBDCF-5099-4711-814D-A7612CDA1FF4}" destId="{11323E18-733B-4764-98C1-A0B1B531897B}" srcOrd="0" destOrd="0" presId="urn:microsoft.com/office/officeart/2005/8/layout/hierarchy1"/>
    <dgm:cxn modelId="{FBA4B2B4-3080-47AD-A678-FF0D8F39D360}" type="presParOf" srcId="{496CBDCF-5099-4711-814D-A7612CDA1FF4}" destId="{4BC716EB-FFED-4D93-8B5A-4B162170E720}" srcOrd="1" destOrd="0" presId="urn:microsoft.com/office/officeart/2005/8/layout/hierarchy1"/>
    <dgm:cxn modelId="{FEAB7DDB-9BE1-4D1E-8A30-69B54C26C683}" type="presParOf" srcId="{63499335-6A73-41B4-8200-8D61DAAA1EF5}" destId="{BA69BE66-137D-43DF-A3F3-D529A2B4A5CC}" srcOrd="1" destOrd="0" presId="urn:microsoft.com/office/officeart/2005/8/layout/hierarchy1"/>
    <dgm:cxn modelId="{638B4E14-AF3D-4A2C-800B-6547F8941B50}" type="presParOf" srcId="{BA69BE66-137D-43DF-A3F3-D529A2B4A5CC}" destId="{5288F689-9D6F-4004-A35E-76867A18462E}" srcOrd="0" destOrd="0" presId="urn:microsoft.com/office/officeart/2005/8/layout/hierarchy1"/>
    <dgm:cxn modelId="{917C3A5E-8A7D-4E07-9B5D-9298FB3ADE2E}" type="presParOf" srcId="{BA69BE66-137D-43DF-A3F3-D529A2B4A5CC}" destId="{D947AF16-C0FE-495A-9CAB-A2B2612B65BA}" srcOrd="1" destOrd="0" presId="urn:microsoft.com/office/officeart/2005/8/layout/hierarchy1"/>
    <dgm:cxn modelId="{B18B3759-7C2E-4CD6-A33A-D2434ED64DCC}" type="presParOf" srcId="{D947AF16-C0FE-495A-9CAB-A2B2612B65BA}" destId="{B0D1010D-B47A-432D-B013-D653D35C10B5}" srcOrd="0" destOrd="0" presId="urn:microsoft.com/office/officeart/2005/8/layout/hierarchy1"/>
    <dgm:cxn modelId="{B97E1127-E659-4CFA-8F4C-D8CBCD5F726D}" type="presParOf" srcId="{B0D1010D-B47A-432D-B013-D653D35C10B5}" destId="{969B8BF9-D2FE-4DE3-A9B8-ADEDE70EDBA2}" srcOrd="0" destOrd="0" presId="urn:microsoft.com/office/officeart/2005/8/layout/hierarchy1"/>
    <dgm:cxn modelId="{C3249E2C-E295-4457-A1F3-44CCA2853962}" type="presParOf" srcId="{B0D1010D-B47A-432D-B013-D653D35C10B5}" destId="{C20C5C05-965C-4570-AD3E-5A12B1D5D50A}" srcOrd="1" destOrd="0" presId="urn:microsoft.com/office/officeart/2005/8/layout/hierarchy1"/>
    <dgm:cxn modelId="{0FFAD0A8-0619-4931-98A2-9E91ADD49E48}" type="presParOf" srcId="{D947AF16-C0FE-495A-9CAB-A2B2612B65BA}" destId="{3E7A3E51-45A8-4377-A447-1EDB1DA8830A}" srcOrd="1" destOrd="0" presId="urn:microsoft.com/office/officeart/2005/8/layout/hierarchy1"/>
    <dgm:cxn modelId="{FFD49F13-4A4B-4DAF-8387-0D239ADFC7E9}" type="presParOf" srcId="{BA69BE66-137D-43DF-A3F3-D529A2B4A5CC}" destId="{8602E705-1A9D-43D6-8E67-9FFCA7D5C902}" srcOrd="2" destOrd="0" presId="urn:microsoft.com/office/officeart/2005/8/layout/hierarchy1"/>
    <dgm:cxn modelId="{E1A26E7E-AE83-4A6C-8133-456EC2BE03CC}" type="presParOf" srcId="{BA69BE66-137D-43DF-A3F3-D529A2B4A5CC}" destId="{0521A7E4-1740-437D-B7AF-3C24A5A65F91}" srcOrd="3" destOrd="0" presId="urn:microsoft.com/office/officeart/2005/8/layout/hierarchy1"/>
    <dgm:cxn modelId="{CD2B47A3-E082-431A-A7D2-B0E2F63D737A}" type="presParOf" srcId="{0521A7E4-1740-437D-B7AF-3C24A5A65F91}" destId="{2D0D8FCA-82B0-4EED-AB66-D7C1FE506447}" srcOrd="0" destOrd="0" presId="urn:microsoft.com/office/officeart/2005/8/layout/hierarchy1"/>
    <dgm:cxn modelId="{66B4FFB1-FF8F-45AD-816E-5AC330E32EE0}" type="presParOf" srcId="{2D0D8FCA-82B0-4EED-AB66-D7C1FE506447}" destId="{1A56A46C-0A6C-458F-A037-5121C6A46834}" srcOrd="0" destOrd="0" presId="urn:microsoft.com/office/officeart/2005/8/layout/hierarchy1"/>
    <dgm:cxn modelId="{91E5E9D4-53A3-47DA-8355-5B0AC656B0CF}" type="presParOf" srcId="{2D0D8FCA-82B0-4EED-AB66-D7C1FE506447}" destId="{E472C6EF-0372-47F7-908D-C7DBEF2999C6}" srcOrd="1" destOrd="0" presId="urn:microsoft.com/office/officeart/2005/8/layout/hierarchy1"/>
    <dgm:cxn modelId="{7A82505A-D76F-47E4-9CCA-E9948BEA8458}" type="presParOf" srcId="{0521A7E4-1740-437D-B7AF-3C24A5A65F91}" destId="{75995C15-7D3A-4324-9D79-E4C5445A852F}" srcOrd="1" destOrd="0" presId="urn:microsoft.com/office/officeart/2005/8/layout/hierarchy1"/>
    <dgm:cxn modelId="{06811B87-0447-46C9-ADD8-0736AD30C0D7}" type="presParOf" srcId="{BA69BE66-137D-43DF-A3F3-D529A2B4A5CC}" destId="{E10485BA-E3DF-4078-97BD-A73F885A3DE0}" srcOrd="4" destOrd="0" presId="urn:microsoft.com/office/officeart/2005/8/layout/hierarchy1"/>
    <dgm:cxn modelId="{7486748D-2396-4066-A8E8-2740726FE85E}" type="presParOf" srcId="{BA69BE66-137D-43DF-A3F3-D529A2B4A5CC}" destId="{DED295CB-6B03-4490-BEDD-EA8DF2002A7C}" srcOrd="5" destOrd="0" presId="urn:microsoft.com/office/officeart/2005/8/layout/hierarchy1"/>
    <dgm:cxn modelId="{88534E7C-2D6B-4761-8AC6-0C00D2980449}" type="presParOf" srcId="{DED295CB-6B03-4490-BEDD-EA8DF2002A7C}" destId="{0DC88377-E776-4242-BAD6-8A05F912539B}" srcOrd="0" destOrd="0" presId="urn:microsoft.com/office/officeart/2005/8/layout/hierarchy1"/>
    <dgm:cxn modelId="{5B553354-C005-4950-BA89-DF8668966DE5}" type="presParOf" srcId="{0DC88377-E776-4242-BAD6-8A05F912539B}" destId="{58481D07-07EC-47D3-9486-CA413BEBA965}" srcOrd="0" destOrd="0" presId="urn:microsoft.com/office/officeart/2005/8/layout/hierarchy1"/>
    <dgm:cxn modelId="{1BD420B4-22E1-4A2D-AD37-FA315D0B92B3}" type="presParOf" srcId="{0DC88377-E776-4242-BAD6-8A05F912539B}" destId="{F3D7EDCF-E864-45D0-8678-7C9563529334}" srcOrd="1" destOrd="0" presId="urn:microsoft.com/office/officeart/2005/8/layout/hierarchy1"/>
    <dgm:cxn modelId="{D9BD00A9-7E62-40B3-AE0D-8E002E12C990}" type="presParOf" srcId="{DED295CB-6B03-4490-BEDD-EA8DF2002A7C}" destId="{24C3A287-3F86-4FDF-977D-5FDE5AA00A8F}" srcOrd="1" destOrd="0" presId="urn:microsoft.com/office/officeart/2005/8/layout/hierarchy1"/>
    <dgm:cxn modelId="{F20BD0AB-14BE-4377-8FDB-371D8BD685C7}" type="presParOf" srcId="{BEBB7DA9-341C-47F0-8804-C74EF928B994}" destId="{AA3AA64A-B881-44D8-8F53-B1AA9C0389A2}" srcOrd="4" destOrd="0" presId="urn:microsoft.com/office/officeart/2005/8/layout/hierarchy1"/>
    <dgm:cxn modelId="{D268BED9-45A7-4089-9F75-6F5B6198ED61}" type="presParOf" srcId="{BEBB7DA9-341C-47F0-8804-C74EF928B994}" destId="{56D5BAF6-CE11-4960-9E72-E57C8C689391}" srcOrd="5" destOrd="0" presId="urn:microsoft.com/office/officeart/2005/8/layout/hierarchy1"/>
    <dgm:cxn modelId="{8C202D48-A082-4CFE-8325-1FA0C29B5B4F}" type="presParOf" srcId="{56D5BAF6-CE11-4960-9E72-E57C8C689391}" destId="{CFF826EA-6CAE-42F5-8B21-DFCD7AF4FE84}" srcOrd="0" destOrd="0" presId="urn:microsoft.com/office/officeart/2005/8/layout/hierarchy1"/>
    <dgm:cxn modelId="{81361489-B375-4D71-9B01-5CDB5904A9AD}" type="presParOf" srcId="{CFF826EA-6CAE-42F5-8B21-DFCD7AF4FE84}" destId="{0451BED2-9F5B-4F7C-A480-6BBC1BC0A1B4}" srcOrd="0" destOrd="0" presId="urn:microsoft.com/office/officeart/2005/8/layout/hierarchy1"/>
    <dgm:cxn modelId="{25ACFF06-2155-4B96-A7D4-81A346B831D4}" type="presParOf" srcId="{CFF826EA-6CAE-42F5-8B21-DFCD7AF4FE84}" destId="{CED73A86-41ED-4B4F-A352-B29FE8C74109}" srcOrd="1" destOrd="0" presId="urn:microsoft.com/office/officeart/2005/8/layout/hierarchy1"/>
    <dgm:cxn modelId="{556759FC-8FCF-40DD-A835-03091AB719EC}" type="presParOf" srcId="{56D5BAF6-CE11-4960-9E72-E57C8C689391}" destId="{EB63F519-1C57-41DC-BBC7-5826993F602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EC9D1B5-2996-48EB-A22B-B7DCA52364C9}" type="doc">
      <dgm:prSet loTypeId="urn:microsoft.com/office/officeart/2005/8/layout/process3" loCatId="process" qsTypeId="urn:microsoft.com/office/officeart/2005/8/quickstyle/simple2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BF12453E-884E-440E-A0CE-0052F801D90F}">
      <dgm:prSet custT="1"/>
      <dgm:spPr/>
      <dgm:t>
        <a:bodyPr/>
        <a:lstStyle/>
        <a:p>
          <a:pPr rtl="0"/>
          <a:r>
            <a:rPr lang="zh-CN" sz="1800" b="1" dirty="0" smtClean="0"/>
            <a:t>保存现场</a:t>
          </a:r>
          <a:endParaRPr lang="en-US" altLang="zh-CN" sz="1800" b="1" dirty="0" smtClean="0"/>
        </a:p>
      </dgm:t>
    </dgm:pt>
    <dgm:pt modelId="{E5041A88-1DEA-47D2-B400-D21D0C853D60}" type="parTrans" cxnId="{F6779E6D-77E9-4BDF-B5C3-BDDDE9676003}">
      <dgm:prSet/>
      <dgm:spPr/>
      <dgm:t>
        <a:bodyPr/>
        <a:lstStyle/>
        <a:p>
          <a:endParaRPr lang="zh-CN" altLang="en-US" sz="5400" b="1"/>
        </a:p>
      </dgm:t>
    </dgm:pt>
    <dgm:pt modelId="{314608C1-B016-495D-AE0F-FA606F7933A4}" type="sibTrans" cxnId="{F6779E6D-77E9-4BDF-B5C3-BDDDE9676003}">
      <dgm:prSet/>
      <dgm:spPr/>
      <dgm:t>
        <a:bodyPr/>
        <a:lstStyle/>
        <a:p>
          <a:endParaRPr lang="zh-CN" altLang="en-US" sz="5400" b="1"/>
        </a:p>
      </dgm:t>
    </dgm:pt>
    <dgm:pt modelId="{0DBCC869-273A-48BC-BB53-E82535C5E598}">
      <dgm:prSet custT="1"/>
      <dgm:spPr/>
      <dgm:t>
        <a:bodyPr/>
        <a:lstStyle/>
        <a:p>
          <a:pPr rtl="0"/>
          <a:r>
            <a:rPr lang="zh-CN" altLang="en-US" sz="1800" b="1" dirty="0" smtClean="0"/>
            <a:t>取向量</a:t>
          </a:r>
          <a:endParaRPr lang="zh-CN" altLang="en-US" sz="1800" b="1" dirty="0"/>
        </a:p>
      </dgm:t>
    </dgm:pt>
    <dgm:pt modelId="{F2CC4868-F64E-46AB-AF32-912DD7A4BCBA}" type="parTrans" cxnId="{C4D9436F-FDD6-4CA0-AD11-DBB10CED5120}">
      <dgm:prSet/>
      <dgm:spPr/>
      <dgm:t>
        <a:bodyPr/>
        <a:lstStyle/>
        <a:p>
          <a:endParaRPr lang="zh-CN" altLang="en-US" sz="5400" b="1"/>
        </a:p>
      </dgm:t>
    </dgm:pt>
    <dgm:pt modelId="{FB35E341-1194-4DD7-9271-7D8C7637BEED}" type="sibTrans" cxnId="{C4D9436F-FDD6-4CA0-AD11-DBB10CED5120}">
      <dgm:prSet/>
      <dgm:spPr/>
      <dgm:t>
        <a:bodyPr/>
        <a:lstStyle/>
        <a:p>
          <a:endParaRPr lang="zh-CN" altLang="en-US" sz="5400" b="1"/>
        </a:p>
      </dgm:t>
    </dgm:pt>
    <dgm:pt modelId="{BB9F9F22-E793-47ED-AFF3-77AECFF7EF31}">
      <dgm:prSet custT="1"/>
      <dgm:spPr/>
      <dgm:t>
        <a:bodyPr/>
        <a:lstStyle/>
        <a:p>
          <a:pPr rtl="0"/>
          <a:r>
            <a:rPr lang="zh-CN" sz="1800" b="1" dirty="0" smtClean="0"/>
            <a:t>更新寄存器</a:t>
          </a:r>
          <a:endParaRPr lang="zh-CN" sz="1800" b="1" dirty="0"/>
        </a:p>
      </dgm:t>
    </dgm:pt>
    <dgm:pt modelId="{1E985354-CB98-47BC-80A4-3FA676EA7D81}" type="parTrans" cxnId="{52BCD556-F03E-40B7-852A-E2B388A60E48}">
      <dgm:prSet/>
      <dgm:spPr/>
      <dgm:t>
        <a:bodyPr/>
        <a:lstStyle/>
        <a:p>
          <a:endParaRPr lang="zh-CN" altLang="en-US" sz="5400" b="1"/>
        </a:p>
      </dgm:t>
    </dgm:pt>
    <dgm:pt modelId="{649DB0FC-44C8-4723-B16D-2E120BAD0688}" type="sibTrans" cxnId="{52BCD556-F03E-40B7-852A-E2B388A60E48}">
      <dgm:prSet/>
      <dgm:spPr/>
      <dgm:t>
        <a:bodyPr/>
        <a:lstStyle/>
        <a:p>
          <a:endParaRPr lang="zh-CN" altLang="en-US" sz="5400" b="1"/>
        </a:p>
      </dgm:t>
    </dgm:pt>
    <dgm:pt modelId="{9D4F0D29-F0E2-497C-890F-4C77903F0607}">
      <dgm:prSet custT="1"/>
      <dgm:spPr/>
      <dgm:t>
        <a:bodyPr/>
        <a:lstStyle/>
        <a:p>
          <a:r>
            <a:rPr lang="zh-CN" altLang="zh-CN" sz="1600" b="1" dirty="0" smtClean="0"/>
            <a:t>处理器将相关的寄存器</a:t>
          </a:r>
          <a:r>
            <a:rPr lang="en-US" altLang="zh-CN" sz="1600" b="1" dirty="0" err="1" smtClean="0"/>
            <a:t>xPSR</a:t>
          </a:r>
          <a:r>
            <a:rPr lang="zh-CN" altLang="zh-CN" sz="1600" b="1" dirty="0" smtClean="0"/>
            <a:t>、</a:t>
          </a:r>
          <a:r>
            <a:rPr lang="en-US" altLang="zh-CN" sz="1600" b="1" dirty="0" smtClean="0"/>
            <a:t>PC</a:t>
          </a:r>
          <a:r>
            <a:rPr lang="zh-CN" altLang="zh-CN" sz="1600" b="1" dirty="0" smtClean="0"/>
            <a:t>、</a:t>
          </a:r>
          <a:r>
            <a:rPr lang="en-US" altLang="zh-CN" sz="1600" b="1" dirty="0" smtClean="0"/>
            <a:t>LR</a:t>
          </a:r>
          <a:r>
            <a:rPr lang="zh-CN" altLang="zh-CN" sz="1600" b="1" dirty="0" smtClean="0"/>
            <a:t>、</a:t>
          </a:r>
          <a:r>
            <a:rPr lang="en-US" altLang="zh-CN" sz="1600" b="1" dirty="0" smtClean="0"/>
            <a:t>R12</a:t>
          </a:r>
          <a:r>
            <a:rPr lang="zh-CN" altLang="zh-CN" sz="1600" b="1" dirty="0" smtClean="0"/>
            <a:t>及</a:t>
          </a:r>
          <a:r>
            <a:rPr lang="en-US" altLang="zh-CN" sz="1600" b="1" dirty="0" smtClean="0"/>
            <a:t>R0~R3</a:t>
          </a:r>
          <a:r>
            <a:rPr lang="zh-CN" altLang="zh-CN" sz="1600" b="1" dirty="0" smtClean="0"/>
            <a:t>压入堆栈中。如果当前使用的是</a:t>
          </a:r>
          <a:r>
            <a:rPr lang="en-US" altLang="zh-CN" sz="1600" b="1" dirty="0" smtClean="0"/>
            <a:t>PSP</a:t>
          </a:r>
          <a:r>
            <a:rPr lang="zh-CN" altLang="zh-CN" sz="1600" b="1" dirty="0" smtClean="0"/>
            <a:t>，则压入进程堆栈，否则压入主堆栈。</a:t>
          </a:r>
          <a:endParaRPr lang="zh-CN" altLang="en-US" sz="1600" dirty="0"/>
        </a:p>
      </dgm:t>
    </dgm:pt>
    <dgm:pt modelId="{1D1E2884-0B32-4A3D-8FA5-5FDF05279F69}" type="parTrans" cxnId="{73265AC8-2CBB-442C-8ADA-B1544B3F67F5}">
      <dgm:prSet/>
      <dgm:spPr/>
      <dgm:t>
        <a:bodyPr/>
        <a:lstStyle/>
        <a:p>
          <a:endParaRPr lang="zh-CN" altLang="en-US"/>
        </a:p>
      </dgm:t>
    </dgm:pt>
    <dgm:pt modelId="{04B87125-2772-42D9-A9AA-B4A3FEA1E71C}" type="sibTrans" cxnId="{73265AC8-2CBB-442C-8ADA-B1544B3F67F5}">
      <dgm:prSet/>
      <dgm:spPr/>
      <dgm:t>
        <a:bodyPr/>
        <a:lstStyle/>
        <a:p>
          <a:endParaRPr lang="zh-CN" altLang="en-US"/>
        </a:p>
      </dgm:t>
    </dgm:pt>
    <dgm:pt modelId="{A8609CF6-E5A8-4AE8-9CE4-60F2A4C96C3E}">
      <dgm:prSet/>
      <dgm:spPr/>
      <dgm:t>
        <a:bodyPr/>
        <a:lstStyle/>
        <a:p>
          <a:r>
            <a:rPr lang="zh-CN" altLang="zh-CN" b="1" dirty="0" smtClean="0"/>
            <a:t>将堆栈指针进行更新，在向量取出后，程序寄存器指针（</a:t>
          </a:r>
          <a:r>
            <a:rPr lang="en-US" altLang="zh-CN" b="1" dirty="0" smtClean="0"/>
            <a:t>PC</a:t>
          </a:r>
          <a:r>
            <a:rPr lang="zh-CN" altLang="zh-CN" b="1" dirty="0" smtClean="0"/>
            <a:t>）指向中断服务程序的入口地址，更新程序寄存器指针（</a:t>
          </a:r>
          <a:r>
            <a:rPr lang="en-US" altLang="zh-CN" b="1" dirty="0" smtClean="0"/>
            <a:t>PC</a:t>
          </a:r>
          <a:r>
            <a:rPr lang="zh-CN" altLang="zh-CN" b="1" dirty="0" smtClean="0"/>
            <a:t>）以及更新链接寄存器（</a:t>
          </a:r>
          <a:r>
            <a:rPr lang="en-US" altLang="zh-CN" b="1" dirty="0" smtClean="0"/>
            <a:t>LR</a:t>
          </a:r>
          <a:r>
            <a:rPr lang="zh-CN" altLang="zh-CN" b="1" dirty="0" smtClean="0"/>
            <a:t>）。</a:t>
          </a:r>
          <a:endParaRPr lang="zh-CN" altLang="en-US" dirty="0"/>
        </a:p>
      </dgm:t>
    </dgm:pt>
    <dgm:pt modelId="{76D6DF42-4E21-4A42-B6E8-0D6434AD2E30}" type="parTrans" cxnId="{F9C1A65B-B626-4951-895C-805B2C265DF1}">
      <dgm:prSet/>
      <dgm:spPr/>
      <dgm:t>
        <a:bodyPr/>
        <a:lstStyle/>
        <a:p>
          <a:endParaRPr lang="zh-CN" altLang="en-US"/>
        </a:p>
      </dgm:t>
    </dgm:pt>
    <dgm:pt modelId="{BE7B2D06-8A69-4E4D-A795-EA3CA136042C}" type="sibTrans" cxnId="{F9C1A65B-B626-4951-895C-805B2C265DF1}">
      <dgm:prSet/>
      <dgm:spPr/>
      <dgm:t>
        <a:bodyPr/>
        <a:lstStyle/>
        <a:p>
          <a:endParaRPr lang="zh-CN" altLang="en-US"/>
        </a:p>
      </dgm:t>
    </dgm:pt>
    <dgm:pt modelId="{E25A0A87-A2C6-4075-B2F2-80495CB09A35}">
      <dgm:prSet custT="1"/>
      <dgm:spPr/>
      <dgm:t>
        <a:bodyPr/>
        <a:lstStyle/>
        <a:p>
          <a:r>
            <a:rPr lang="zh-CN" altLang="en-US" sz="1800" b="1" dirty="0" smtClean="0"/>
            <a:t>从中断向量表中找到相应的中断服务程序的入口地址</a:t>
          </a:r>
          <a:endParaRPr lang="zh-CN" altLang="en-US" sz="1800" b="1" dirty="0"/>
        </a:p>
      </dgm:t>
    </dgm:pt>
    <dgm:pt modelId="{41E4DD23-2FB3-4D90-9AAC-B3E695088C8D}" type="parTrans" cxnId="{7ED1CF8E-0F96-4311-A003-406D95B9F379}">
      <dgm:prSet/>
      <dgm:spPr/>
      <dgm:t>
        <a:bodyPr/>
        <a:lstStyle/>
        <a:p>
          <a:endParaRPr lang="zh-CN" altLang="en-US"/>
        </a:p>
      </dgm:t>
    </dgm:pt>
    <dgm:pt modelId="{7FBB9A79-8F1F-4660-AB33-E535D49469A4}" type="sibTrans" cxnId="{7ED1CF8E-0F96-4311-A003-406D95B9F379}">
      <dgm:prSet/>
      <dgm:spPr/>
      <dgm:t>
        <a:bodyPr/>
        <a:lstStyle/>
        <a:p>
          <a:endParaRPr lang="zh-CN" altLang="en-US"/>
        </a:p>
      </dgm:t>
    </dgm:pt>
    <dgm:pt modelId="{D7EBDD64-AEB7-477B-B4A7-423BA46A820B}" type="pres">
      <dgm:prSet presAssocID="{3EC9D1B5-2996-48EB-A22B-B7DCA52364C9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A84D36D-2FB7-4055-ABC0-66A60A186FD1}" type="pres">
      <dgm:prSet presAssocID="{BF12453E-884E-440E-A0CE-0052F801D90F}" presName="composite" presStyleCnt="0"/>
      <dgm:spPr/>
    </dgm:pt>
    <dgm:pt modelId="{96D31D0D-2BEF-40EE-AB4A-0AE0604E834F}" type="pres">
      <dgm:prSet presAssocID="{BF12453E-884E-440E-A0CE-0052F801D90F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40636DD-A0D7-43B9-B729-A1EE66497671}" type="pres">
      <dgm:prSet presAssocID="{BF12453E-884E-440E-A0CE-0052F801D90F}" presName="parSh" presStyleLbl="node1" presStyleIdx="0" presStyleCnt="3"/>
      <dgm:spPr/>
      <dgm:t>
        <a:bodyPr/>
        <a:lstStyle/>
        <a:p>
          <a:endParaRPr lang="zh-CN" altLang="en-US"/>
        </a:p>
      </dgm:t>
    </dgm:pt>
    <dgm:pt modelId="{E2CA9AAB-383D-40CC-8641-6BAF441D6903}" type="pres">
      <dgm:prSet presAssocID="{BF12453E-884E-440E-A0CE-0052F801D90F}" presName="desTx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C35518B-D64A-40AC-B472-ACA5A7460FDF}" type="pres">
      <dgm:prSet presAssocID="{314608C1-B016-495D-AE0F-FA606F7933A4}" presName="sibTrans" presStyleLbl="sibTrans2D1" presStyleIdx="0" presStyleCnt="2"/>
      <dgm:spPr/>
      <dgm:t>
        <a:bodyPr/>
        <a:lstStyle/>
        <a:p>
          <a:endParaRPr lang="zh-CN" altLang="en-US"/>
        </a:p>
      </dgm:t>
    </dgm:pt>
    <dgm:pt modelId="{06768FAE-A55A-49A4-879F-506D6B00F882}" type="pres">
      <dgm:prSet presAssocID="{314608C1-B016-495D-AE0F-FA606F7933A4}" presName="connTx" presStyleLbl="sibTrans2D1" presStyleIdx="0" presStyleCnt="2"/>
      <dgm:spPr/>
      <dgm:t>
        <a:bodyPr/>
        <a:lstStyle/>
        <a:p>
          <a:endParaRPr lang="zh-CN" altLang="en-US"/>
        </a:p>
      </dgm:t>
    </dgm:pt>
    <dgm:pt modelId="{35F318CE-A4A4-42CD-B4D3-9FF51FC84DA8}" type="pres">
      <dgm:prSet presAssocID="{0DBCC869-273A-48BC-BB53-E82535C5E598}" presName="composite" presStyleCnt="0"/>
      <dgm:spPr/>
    </dgm:pt>
    <dgm:pt modelId="{3B19A674-98C8-4B37-8566-70FEC5247949}" type="pres">
      <dgm:prSet presAssocID="{0DBCC869-273A-48BC-BB53-E82535C5E598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5ED9DD1D-585B-4EE8-B115-51AF085C1A85}" type="pres">
      <dgm:prSet presAssocID="{0DBCC869-273A-48BC-BB53-E82535C5E598}" presName="parSh" presStyleLbl="node1" presStyleIdx="1" presStyleCnt="3"/>
      <dgm:spPr/>
      <dgm:t>
        <a:bodyPr/>
        <a:lstStyle/>
        <a:p>
          <a:endParaRPr lang="zh-CN" altLang="en-US"/>
        </a:p>
      </dgm:t>
    </dgm:pt>
    <dgm:pt modelId="{DC08457C-EFEF-4390-A176-26E3C1BFDE4A}" type="pres">
      <dgm:prSet presAssocID="{0DBCC869-273A-48BC-BB53-E82535C5E598}" presName="desTx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E4C09B7-FE8B-4BA9-B58D-D511D613C473}" type="pres">
      <dgm:prSet presAssocID="{FB35E341-1194-4DD7-9271-7D8C7637BEED}" presName="sibTrans" presStyleLbl="sibTrans2D1" presStyleIdx="1" presStyleCnt="2"/>
      <dgm:spPr/>
      <dgm:t>
        <a:bodyPr/>
        <a:lstStyle/>
        <a:p>
          <a:endParaRPr lang="zh-CN" altLang="en-US"/>
        </a:p>
      </dgm:t>
    </dgm:pt>
    <dgm:pt modelId="{1A483835-1778-4E85-A481-71FCD8CE98AD}" type="pres">
      <dgm:prSet presAssocID="{FB35E341-1194-4DD7-9271-7D8C7637BEED}" presName="connTx" presStyleLbl="sibTrans2D1" presStyleIdx="1" presStyleCnt="2"/>
      <dgm:spPr/>
      <dgm:t>
        <a:bodyPr/>
        <a:lstStyle/>
        <a:p>
          <a:endParaRPr lang="zh-CN" altLang="en-US"/>
        </a:p>
      </dgm:t>
    </dgm:pt>
    <dgm:pt modelId="{1743E6A6-DA2B-4E16-80FB-B88FE089E828}" type="pres">
      <dgm:prSet presAssocID="{BB9F9F22-E793-47ED-AFF3-77AECFF7EF31}" presName="composite" presStyleCnt="0"/>
      <dgm:spPr/>
    </dgm:pt>
    <dgm:pt modelId="{4F1EF5A0-3668-4FAA-A72B-1CE80874D3E5}" type="pres">
      <dgm:prSet presAssocID="{BB9F9F22-E793-47ED-AFF3-77AECFF7EF31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7A2249A-99D2-4BF5-8AC2-AC3170CD5441}" type="pres">
      <dgm:prSet presAssocID="{BB9F9F22-E793-47ED-AFF3-77AECFF7EF31}" presName="parSh" presStyleLbl="node1" presStyleIdx="2" presStyleCnt="3"/>
      <dgm:spPr/>
      <dgm:t>
        <a:bodyPr/>
        <a:lstStyle/>
        <a:p>
          <a:endParaRPr lang="zh-CN" altLang="en-US"/>
        </a:p>
      </dgm:t>
    </dgm:pt>
    <dgm:pt modelId="{0B3DF67A-2179-4CCF-A8AF-11AEAC97DFAE}" type="pres">
      <dgm:prSet presAssocID="{BB9F9F22-E793-47ED-AFF3-77AECFF7EF31}" presName="desTx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B2DDEE46-4875-4602-88FC-75746AD527B4}" type="presOf" srcId="{BB9F9F22-E793-47ED-AFF3-77AECFF7EF31}" destId="{77A2249A-99D2-4BF5-8AC2-AC3170CD5441}" srcOrd="1" destOrd="0" presId="urn:microsoft.com/office/officeart/2005/8/layout/process3"/>
    <dgm:cxn modelId="{F9C1A65B-B626-4951-895C-805B2C265DF1}" srcId="{BB9F9F22-E793-47ED-AFF3-77AECFF7EF31}" destId="{A8609CF6-E5A8-4AE8-9CE4-60F2A4C96C3E}" srcOrd="0" destOrd="0" parTransId="{76D6DF42-4E21-4A42-B6E8-0D6434AD2E30}" sibTransId="{BE7B2D06-8A69-4E4D-A795-EA3CA136042C}"/>
    <dgm:cxn modelId="{775BA264-30C0-4995-BA8B-D3A767C9D75F}" type="presOf" srcId="{0DBCC869-273A-48BC-BB53-E82535C5E598}" destId="{5ED9DD1D-585B-4EE8-B115-51AF085C1A85}" srcOrd="1" destOrd="0" presId="urn:microsoft.com/office/officeart/2005/8/layout/process3"/>
    <dgm:cxn modelId="{D6E5D10F-D473-4CB4-BE1C-8B2EC42AA1F9}" type="presOf" srcId="{314608C1-B016-495D-AE0F-FA606F7933A4}" destId="{EC35518B-D64A-40AC-B472-ACA5A7460FDF}" srcOrd="0" destOrd="0" presId="urn:microsoft.com/office/officeart/2005/8/layout/process3"/>
    <dgm:cxn modelId="{235D1B0B-16DC-4F39-ADD3-BC08E5803935}" type="presOf" srcId="{9D4F0D29-F0E2-497C-890F-4C77903F0607}" destId="{E2CA9AAB-383D-40CC-8641-6BAF441D6903}" srcOrd="0" destOrd="0" presId="urn:microsoft.com/office/officeart/2005/8/layout/process3"/>
    <dgm:cxn modelId="{C4D9436F-FDD6-4CA0-AD11-DBB10CED5120}" srcId="{3EC9D1B5-2996-48EB-A22B-B7DCA52364C9}" destId="{0DBCC869-273A-48BC-BB53-E82535C5E598}" srcOrd="1" destOrd="0" parTransId="{F2CC4868-F64E-46AB-AF32-912DD7A4BCBA}" sibTransId="{FB35E341-1194-4DD7-9271-7D8C7637BEED}"/>
    <dgm:cxn modelId="{EE2C7B5B-589D-43C0-9C29-EF92EA1A2F5A}" type="presOf" srcId="{3EC9D1B5-2996-48EB-A22B-B7DCA52364C9}" destId="{D7EBDD64-AEB7-477B-B4A7-423BA46A820B}" srcOrd="0" destOrd="0" presId="urn:microsoft.com/office/officeart/2005/8/layout/process3"/>
    <dgm:cxn modelId="{E2D281A2-66C5-42EE-BFD0-C20E6CCD1193}" type="presOf" srcId="{FB35E341-1194-4DD7-9271-7D8C7637BEED}" destId="{2E4C09B7-FE8B-4BA9-B58D-D511D613C473}" srcOrd="0" destOrd="0" presId="urn:microsoft.com/office/officeart/2005/8/layout/process3"/>
    <dgm:cxn modelId="{52BCD556-F03E-40B7-852A-E2B388A60E48}" srcId="{3EC9D1B5-2996-48EB-A22B-B7DCA52364C9}" destId="{BB9F9F22-E793-47ED-AFF3-77AECFF7EF31}" srcOrd="2" destOrd="0" parTransId="{1E985354-CB98-47BC-80A4-3FA676EA7D81}" sibTransId="{649DB0FC-44C8-4723-B16D-2E120BAD0688}"/>
    <dgm:cxn modelId="{F3E10A87-17FA-4341-BC3B-FFA01D4989FF}" type="presOf" srcId="{314608C1-B016-495D-AE0F-FA606F7933A4}" destId="{06768FAE-A55A-49A4-879F-506D6B00F882}" srcOrd="1" destOrd="0" presId="urn:microsoft.com/office/officeart/2005/8/layout/process3"/>
    <dgm:cxn modelId="{E0051DD9-A109-46F9-B40F-4A09C3BF93C0}" type="presOf" srcId="{0DBCC869-273A-48BC-BB53-E82535C5E598}" destId="{3B19A674-98C8-4B37-8566-70FEC5247949}" srcOrd="0" destOrd="0" presId="urn:microsoft.com/office/officeart/2005/8/layout/process3"/>
    <dgm:cxn modelId="{3D2FC26B-6A60-444F-97CB-A599250B4DEB}" type="presOf" srcId="{BF12453E-884E-440E-A0CE-0052F801D90F}" destId="{96D31D0D-2BEF-40EE-AB4A-0AE0604E834F}" srcOrd="0" destOrd="0" presId="urn:microsoft.com/office/officeart/2005/8/layout/process3"/>
    <dgm:cxn modelId="{F6779E6D-77E9-4BDF-B5C3-BDDDE9676003}" srcId="{3EC9D1B5-2996-48EB-A22B-B7DCA52364C9}" destId="{BF12453E-884E-440E-A0CE-0052F801D90F}" srcOrd="0" destOrd="0" parTransId="{E5041A88-1DEA-47D2-B400-D21D0C853D60}" sibTransId="{314608C1-B016-495D-AE0F-FA606F7933A4}"/>
    <dgm:cxn modelId="{5F3678A3-7994-413D-8EF2-A0CAA9A1DBA3}" type="presOf" srcId="{A8609CF6-E5A8-4AE8-9CE4-60F2A4C96C3E}" destId="{0B3DF67A-2179-4CCF-A8AF-11AEAC97DFAE}" srcOrd="0" destOrd="0" presId="urn:microsoft.com/office/officeart/2005/8/layout/process3"/>
    <dgm:cxn modelId="{73265AC8-2CBB-442C-8ADA-B1544B3F67F5}" srcId="{BF12453E-884E-440E-A0CE-0052F801D90F}" destId="{9D4F0D29-F0E2-497C-890F-4C77903F0607}" srcOrd="0" destOrd="0" parTransId="{1D1E2884-0B32-4A3D-8FA5-5FDF05279F69}" sibTransId="{04B87125-2772-42D9-A9AA-B4A3FEA1E71C}"/>
    <dgm:cxn modelId="{BC7559FD-74BC-4F20-AA28-9434A2D0CFD3}" type="presOf" srcId="{E25A0A87-A2C6-4075-B2F2-80495CB09A35}" destId="{DC08457C-EFEF-4390-A176-26E3C1BFDE4A}" srcOrd="0" destOrd="0" presId="urn:microsoft.com/office/officeart/2005/8/layout/process3"/>
    <dgm:cxn modelId="{7ED1CF8E-0F96-4311-A003-406D95B9F379}" srcId="{0DBCC869-273A-48BC-BB53-E82535C5E598}" destId="{E25A0A87-A2C6-4075-B2F2-80495CB09A35}" srcOrd="0" destOrd="0" parTransId="{41E4DD23-2FB3-4D90-9AAC-B3E695088C8D}" sibTransId="{7FBB9A79-8F1F-4660-AB33-E535D49469A4}"/>
    <dgm:cxn modelId="{82A168A1-B069-46F2-B080-2BC69ABFF903}" type="presOf" srcId="{FB35E341-1194-4DD7-9271-7D8C7637BEED}" destId="{1A483835-1778-4E85-A481-71FCD8CE98AD}" srcOrd="1" destOrd="0" presId="urn:microsoft.com/office/officeart/2005/8/layout/process3"/>
    <dgm:cxn modelId="{7FEAF122-A1C7-4084-9426-0B9EB4CDC638}" type="presOf" srcId="{BF12453E-884E-440E-A0CE-0052F801D90F}" destId="{540636DD-A0D7-43B9-B729-A1EE66497671}" srcOrd="1" destOrd="0" presId="urn:microsoft.com/office/officeart/2005/8/layout/process3"/>
    <dgm:cxn modelId="{672C5FEA-B1DA-4BD3-A249-F0B0B3C3DC86}" type="presOf" srcId="{BB9F9F22-E793-47ED-AFF3-77AECFF7EF31}" destId="{4F1EF5A0-3668-4FAA-A72B-1CE80874D3E5}" srcOrd="0" destOrd="0" presId="urn:microsoft.com/office/officeart/2005/8/layout/process3"/>
    <dgm:cxn modelId="{75281366-497D-4119-BC5A-67744FD0767B}" type="presParOf" srcId="{D7EBDD64-AEB7-477B-B4A7-423BA46A820B}" destId="{2A84D36D-2FB7-4055-ABC0-66A60A186FD1}" srcOrd="0" destOrd="0" presId="urn:microsoft.com/office/officeart/2005/8/layout/process3"/>
    <dgm:cxn modelId="{948B4C33-7783-4524-9B50-8C2CA2D67A5E}" type="presParOf" srcId="{2A84D36D-2FB7-4055-ABC0-66A60A186FD1}" destId="{96D31D0D-2BEF-40EE-AB4A-0AE0604E834F}" srcOrd="0" destOrd="0" presId="urn:microsoft.com/office/officeart/2005/8/layout/process3"/>
    <dgm:cxn modelId="{D20153F0-AAEC-4EB7-8B02-A8F1931E6DC9}" type="presParOf" srcId="{2A84D36D-2FB7-4055-ABC0-66A60A186FD1}" destId="{540636DD-A0D7-43B9-B729-A1EE66497671}" srcOrd="1" destOrd="0" presId="urn:microsoft.com/office/officeart/2005/8/layout/process3"/>
    <dgm:cxn modelId="{188B40CA-62BE-4B7A-B6CC-CDE8846FBC42}" type="presParOf" srcId="{2A84D36D-2FB7-4055-ABC0-66A60A186FD1}" destId="{E2CA9AAB-383D-40CC-8641-6BAF441D6903}" srcOrd="2" destOrd="0" presId="urn:microsoft.com/office/officeart/2005/8/layout/process3"/>
    <dgm:cxn modelId="{F757EEDE-9760-4903-B4B1-332EC5147B15}" type="presParOf" srcId="{D7EBDD64-AEB7-477B-B4A7-423BA46A820B}" destId="{EC35518B-D64A-40AC-B472-ACA5A7460FDF}" srcOrd="1" destOrd="0" presId="urn:microsoft.com/office/officeart/2005/8/layout/process3"/>
    <dgm:cxn modelId="{8A267A6F-2A2C-4C92-AEA6-426A0BB6809A}" type="presParOf" srcId="{EC35518B-D64A-40AC-B472-ACA5A7460FDF}" destId="{06768FAE-A55A-49A4-879F-506D6B00F882}" srcOrd="0" destOrd="0" presId="urn:microsoft.com/office/officeart/2005/8/layout/process3"/>
    <dgm:cxn modelId="{C3E4C2DB-397D-4EA3-94C6-91B67B0A743E}" type="presParOf" srcId="{D7EBDD64-AEB7-477B-B4A7-423BA46A820B}" destId="{35F318CE-A4A4-42CD-B4D3-9FF51FC84DA8}" srcOrd="2" destOrd="0" presId="urn:microsoft.com/office/officeart/2005/8/layout/process3"/>
    <dgm:cxn modelId="{69E662D3-A1E4-47F6-A0D6-EA1808B1BB30}" type="presParOf" srcId="{35F318CE-A4A4-42CD-B4D3-9FF51FC84DA8}" destId="{3B19A674-98C8-4B37-8566-70FEC5247949}" srcOrd="0" destOrd="0" presId="urn:microsoft.com/office/officeart/2005/8/layout/process3"/>
    <dgm:cxn modelId="{CAEC7541-D986-42D2-A707-04700BD3FF8C}" type="presParOf" srcId="{35F318CE-A4A4-42CD-B4D3-9FF51FC84DA8}" destId="{5ED9DD1D-585B-4EE8-B115-51AF085C1A85}" srcOrd="1" destOrd="0" presId="urn:microsoft.com/office/officeart/2005/8/layout/process3"/>
    <dgm:cxn modelId="{CB986890-9944-41FE-A28F-694216F23942}" type="presParOf" srcId="{35F318CE-A4A4-42CD-B4D3-9FF51FC84DA8}" destId="{DC08457C-EFEF-4390-A176-26E3C1BFDE4A}" srcOrd="2" destOrd="0" presId="urn:microsoft.com/office/officeart/2005/8/layout/process3"/>
    <dgm:cxn modelId="{898FAA74-1315-4844-9EEB-0A1090BEF576}" type="presParOf" srcId="{D7EBDD64-AEB7-477B-B4A7-423BA46A820B}" destId="{2E4C09B7-FE8B-4BA9-B58D-D511D613C473}" srcOrd="3" destOrd="0" presId="urn:microsoft.com/office/officeart/2005/8/layout/process3"/>
    <dgm:cxn modelId="{504A30FC-92D0-4FA9-B9CD-AD57A7A96CDD}" type="presParOf" srcId="{2E4C09B7-FE8B-4BA9-B58D-D511D613C473}" destId="{1A483835-1778-4E85-A481-71FCD8CE98AD}" srcOrd="0" destOrd="0" presId="urn:microsoft.com/office/officeart/2005/8/layout/process3"/>
    <dgm:cxn modelId="{94D26A4F-922D-4188-B36E-BBEA0E3B8C2B}" type="presParOf" srcId="{D7EBDD64-AEB7-477B-B4A7-423BA46A820B}" destId="{1743E6A6-DA2B-4E16-80FB-B88FE089E828}" srcOrd="4" destOrd="0" presId="urn:microsoft.com/office/officeart/2005/8/layout/process3"/>
    <dgm:cxn modelId="{F01868D4-3B3F-4F7C-941B-DC4A44AC4188}" type="presParOf" srcId="{1743E6A6-DA2B-4E16-80FB-B88FE089E828}" destId="{4F1EF5A0-3668-4FAA-A72B-1CE80874D3E5}" srcOrd="0" destOrd="0" presId="urn:microsoft.com/office/officeart/2005/8/layout/process3"/>
    <dgm:cxn modelId="{6AE49439-6F00-4D1A-BD07-9236C9867550}" type="presParOf" srcId="{1743E6A6-DA2B-4E16-80FB-B88FE089E828}" destId="{77A2249A-99D2-4BF5-8AC2-AC3170CD5441}" srcOrd="1" destOrd="0" presId="urn:microsoft.com/office/officeart/2005/8/layout/process3"/>
    <dgm:cxn modelId="{9F451F75-AA56-48C9-92FA-7832EDEDF9AE}" type="presParOf" srcId="{1743E6A6-DA2B-4E16-80FB-B88FE089E828}" destId="{0B3DF67A-2179-4CCF-A8AF-11AEAC97DFAE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9DF70C9-44AA-411B-80F4-34133D7A375F}" type="doc">
      <dgm:prSet loTypeId="urn:microsoft.com/office/officeart/2005/8/layout/vList3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zh-CN" altLang="en-US"/>
        </a:p>
      </dgm:t>
    </dgm:pt>
    <dgm:pt modelId="{1B0CC400-A220-41D5-B088-9F9061100F90}">
      <dgm:prSet/>
      <dgm:spPr/>
      <dgm:t>
        <a:bodyPr/>
        <a:lstStyle/>
        <a:p>
          <a:pPr marL="177800" indent="0" algn="l" rtl="0"/>
          <a:r>
            <a:rPr lang="en-GB" b="1" dirty="0" smtClean="0"/>
            <a:t>2.4.1 STM32</a:t>
          </a:r>
          <a:r>
            <a:rPr lang="zh-CN" b="1" dirty="0" smtClean="0"/>
            <a:t>系统结构</a:t>
          </a:r>
          <a:endParaRPr lang="zh-CN" b="1" dirty="0"/>
        </a:p>
      </dgm:t>
    </dgm:pt>
    <dgm:pt modelId="{3FB37FF6-B58C-4A2D-8D46-FC7074758AA8}" type="parTrans" cxnId="{5663F997-4EBD-46E4-93E7-A3D2B26DD0C8}">
      <dgm:prSet/>
      <dgm:spPr/>
      <dgm:t>
        <a:bodyPr/>
        <a:lstStyle/>
        <a:p>
          <a:pPr algn="l"/>
          <a:endParaRPr lang="zh-CN" altLang="en-US"/>
        </a:p>
      </dgm:t>
    </dgm:pt>
    <dgm:pt modelId="{D8A216FD-6B06-42E5-9815-C4AE5A7312C6}" type="sibTrans" cxnId="{5663F997-4EBD-46E4-93E7-A3D2B26DD0C8}">
      <dgm:prSet/>
      <dgm:spPr/>
      <dgm:t>
        <a:bodyPr/>
        <a:lstStyle/>
        <a:p>
          <a:pPr algn="l"/>
          <a:endParaRPr lang="zh-CN" altLang="en-US"/>
        </a:p>
      </dgm:t>
    </dgm:pt>
    <dgm:pt modelId="{2DC04DEE-4C50-40B4-B3B9-CF7AFD775E0F}">
      <dgm:prSet/>
      <dgm:spPr/>
      <dgm:t>
        <a:bodyPr/>
        <a:lstStyle/>
        <a:p>
          <a:pPr marL="177800" indent="0" algn="l" rtl="0"/>
          <a:r>
            <a:rPr lang="en-US" b="1" dirty="0" smtClean="0"/>
            <a:t>2.4.2 STM32</a:t>
          </a:r>
          <a:r>
            <a:rPr lang="zh-CN" b="1" dirty="0" smtClean="0"/>
            <a:t>总线结构</a:t>
          </a:r>
          <a:endParaRPr lang="zh-CN" b="1" dirty="0"/>
        </a:p>
      </dgm:t>
    </dgm:pt>
    <dgm:pt modelId="{63736B2B-A563-4405-BF30-26FADEB1AE7C}" type="parTrans" cxnId="{4E9E4A22-CC4E-4055-B272-EBD66BD22B6C}">
      <dgm:prSet/>
      <dgm:spPr/>
      <dgm:t>
        <a:bodyPr/>
        <a:lstStyle/>
        <a:p>
          <a:pPr algn="l"/>
          <a:endParaRPr lang="zh-CN" altLang="en-US"/>
        </a:p>
      </dgm:t>
    </dgm:pt>
    <dgm:pt modelId="{24E141D2-3F14-4E66-930D-94C602CF51E1}" type="sibTrans" cxnId="{4E9E4A22-CC4E-4055-B272-EBD66BD22B6C}">
      <dgm:prSet/>
      <dgm:spPr/>
      <dgm:t>
        <a:bodyPr/>
        <a:lstStyle/>
        <a:p>
          <a:pPr algn="l"/>
          <a:endParaRPr lang="zh-CN" altLang="en-US"/>
        </a:p>
      </dgm:t>
    </dgm:pt>
    <dgm:pt modelId="{985AB962-9283-4552-A523-7D6932D40C04}">
      <dgm:prSet/>
      <dgm:spPr/>
      <dgm:t>
        <a:bodyPr/>
        <a:lstStyle/>
        <a:p>
          <a:pPr marL="177800" indent="0" algn="l" rtl="0"/>
          <a:r>
            <a:rPr lang="en-US" b="1" dirty="0" smtClean="0"/>
            <a:t>2.4.3 STM32</a:t>
          </a:r>
          <a:r>
            <a:rPr lang="zh-CN" b="1" dirty="0" smtClean="0"/>
            <a:t>存储结构</a:t>
          </a:r>
          <a:endParaRPr lang="zh-CN" b="1" dirty="0"/>
        </a:p>
      </dgm:t>
    </dgm:pt>
    <dgm:pt modelId="{D2E52D58-1135-48B1-952A-51B21239EEA1}" type="parTrans" cxnId="{8AC42747-2BB9-4F7F-9FC4-AA63A5444203}">
      <dgm:prSet/>
      <dgm:spPr/>
      <dgm:t>
        <a:bodyPr/>
        <a:lstStyle/>
        <a:p>
          <a:pPr algn="l"/>
          <a:endParaRPr lang="zh-CN" altLang="en-US"/>
        </a:p>
      </dgm:t>
    </dgm:pt>
    <dgm:pt modelId="{ABEABB2E-6C00-48BD-BFF8-79DA54B3FB29}" type="sibTrans" cxnId="{8AC42747-2BB9-4F7F-9FC4-AA63A5444203}">
      <dgm:prSet/>
      <dgm:spPr/>
      <dgm:t>
        <a:bodyPr/>
        <a:lstStyle/>
        <a:p>
          <a:pPr algn="l"/>
          <a:endParaRPr lang="zh-CN" altLang="en-US"/>
        </a:p>
      </dgm:t>
    </dgm:pt>
    <dgm:pt modelId="{16CB8B72-7C6A-4542-A7D7-BB9F817A2D8F}">
      <dgm:prSet/>
      <dgm:spPr/>
      <dgm:t>
        <a:bodyPr/>
        <a:lstStyle/>
        <a:p>
          <a:pPr marL="177800" indent="0" algn="l" rtl="0"/>
          <a:r>
            <a:rPr lang="en-US" b="1" dirty="0" smtClean="0"/>
            <a:t>2.4.4 STM32</a:t>
          </a:r>
          <a:r>
            <a:rPr lang="zh-CN" b="1" dirty="0" smtClean="0"/>
            <a:t>中断</a:t>
          </a:r>
          <a:endParaRPr lang="zh-CN" b="1" dirty="0"/>
        </a:p>
      </dgm:t>
    </dgm:pt>
    <dgm:pt modelId="{180E8CFC-43C3-4241-936B-1161C9650D6B}" type="parTrans" cxnId="{EB506F42-013B-4AFB-B1E0-755E51CA3243}">
      <dgm:prSet/>
      <dgm:spPr/>
      <dgm:t>
        <a:bodyPr/>
        <a:lstStyle/>
        <a:p>
          <a:pPr algn="l"/>
          <a:endParaRPr lang="zh-CN" altLang="en-US"/>
        </a:p>
      </dgm:t>
    </dgm:pt>
    <dgm:pt modelId="{321A4DDD-5953-46FD-A32B-B8933FE2DBD6}" type="sibTrans" cxnId="{EB506F42-013B-4AFB-B1E0-755E51CA3243}">
      <dgm:prSet/>
      <dgm:spPr/>
      <dgm:t>
        <a:bodyPr/>
        <a:lstStyle/>
        <a:p>
          <a:pPr algn="l"/>
          <a:endParaRPr lang="zh-CN" altLang="en-US"/>
        </a:p>
      </dgm:t>
    </dgm:pt>
    <dgm:pt modelId="{5B1A6A3C-04D2-4DAD-B00D-671813DACBCF}">
      <dgm:prSet/>
      <dgm:spPr/>
      <dgm:t>
        <a:bodyPr/>
        <a:lstStyle/>
        <a:p>
          <a:pPr marL="177800" indent="0" algn="l" rtl="0"/>
          <a:r>
            <a:rPr lang="en-US" b="1" dirty="0" smtClean="0"/>
            <a:t>2.4.5 STM32</a:t>
          </a:r>
          <a:r>
            <a:rPr lang="zh-CN" b="1" dirty="0" smtClean="0"/>
            <a:t>时钟系统</a:t>
          </a:r>
          <a:endParaRPr lang="zh-CN" b="1" dirty="0"/>
        </a:p>
      </dgm:t>
    </dgm:pt>
    <dgm:pt modelId="{4D049EB4-17C5-4313-853F-55FBA29148F4}" type="parTrans" cxnId="{6AB00CDD-FCCF-4CF2-AB46-43BF9593A3BA}">
      <dgm:prSet/>
      <dgm:spPr/>
      <dgm:t>
        <a:bodyPr/>
        <a:lstStyle/>
        <a:p>
          <a:pPr algn="l"/>
          <a:endParaRPr lang="zh-CN" altLang="en-US"/>
        </a:p>
      </dgm:t>
    </dgm:pt>
    <dgm:pt modelId="{2CD69406-90C0-4B58-BB36-1BBCED70512B}" type="sibTrans" cxnId="{6AB00CDD-FCCF-4CF2-AB46-43BF9593A3BA}">
      <dgm:prSet/>
      <dgm:spPr/>
      <dgm:t>
        <a:bodyPr/>
        <a:lstStyle/>
        <a:p>
          <a:pPr algn="l"/>
          <a:endParaRPr lang="zh-CN" altLang="en-US"/>
        </a:p>
      </dgm:t>
    </dgm:pt>
    <dgm:pt modelId="{138729D3-D299-455F-AF7E-E9828E808059}" type="pres">
      <dgm:prSet presAssocID="{09DF70C9-44AA-411B-80F4-34133D7A375F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8F83358-6BA1-4015-8F7F-B49019501982}" type="pres">
      <dgm:prSet presAssocID="{1B0CC400-A220-41D5-B088-9F9061100F90}" presName="composite" presStyleCnt="0"/>
      <dgm:spPr/>
    </dgm:pt>
    <dgm:pt modelId="{396E54B0-B0DC-4E03-ABD3-677591A5F3C6}" type="pres">
      <dgm:prSet presAssocID="{1B0CC400-A220-41D5-B088-9F9061100F90}" presName="imgShp" presStyleLbl="fgImgPlace1" presStyleIdx="0" presStyleCnt="5"/>
      <dgm:spPr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E9141EBE-EDBC-4456-8FDD-75717C144A5A}" type="pres">
      <dgm:prSet presAssocID="{1B0CC400-A220-41D5-B088-9F9061100F90}" presName="txShp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E22A873-5C43-4561-826D-29BFDF4320B4}" type="pres">
      <dgm:prSet presAssocID="{D8A216FD-6B06-42E5-9815-C4AE5A7312C6}" presName="spacing" presStyleCnt="0"/>
      <dgm:spPr/>
    </dgm:pt>
    <dgm:pt modelId="{5F531BCB-11C0-4DF4-9249-9CF928ED67AD}" type="pres">
      <dgm:prSet presAssocID="{2DC04DEE-4C50-40B4-B3B9-CF7AFD775E0F}" presName="composite" presStyleCnt="0"/>
      <dgm:spPr/>
    </dgm:pt>
    <dgm:pt modelId="{40FFD5EA-3B1B-4D36-87F3-9D9EC34FE380}" type="pres">
      <dgm:prSet presAssocID="{2DC04DEE-4C50-40B4-B3B9-CF7AFD775E0F}" presName="imgShp" presStyleLbl="fgImgPlace1" presStyleIdx="1" presStyleCnt="5"/>
      <dgm:spPr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12C74706-D588-480D-BA36-2ADF86747EF3}" type="pres">
      <dgm:prSet presAssocID="{2DC04DEE-4C50-40B4-B3B9-CF7AFD775E0F}" presName="txShp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3B752F4-0A0B-4E32-B6E6-87FDE73805B8}" type="pres">
      <dgm:prSet presAssocID="{24E141D2-3F14-4E66-930D-94C602CF51E1}" presName="spacing" presStyleCnt="0"/>
      <dgm:spPr/>
    </dgm:pt>
    <dgm:pt modelId="{477C8F6F-E50F-406D-860A-9D17A2D1C90E}" type="pres">
      <dgm:prSet presAssocID="{985AB962-9283-4552-A523-7D6932D40C04}" presName="composite" presStyleCnt="0"/>
      <dgm:spPr/>
    </dgm:pt>
    <dgm:pt modelId="{5ED509B9-E7A6-4A74-93CD-6F875E687AC1}" type="pres">
      <dgm:prSet presAssocID="{985AB962-9283-4552-A523-7D6932D40C04}" presName="imgShp" presStyleLbl="fgImgPlace1" presStyleIdx="2" presStyleCnt="5"/>
      <dgm:spPr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284B4D67-B496-4941-ABBC-EC8A73AEDA81}" type="pres">
      <dgm:prSet presAssocID="{985AB962-9283-4552-A523-7D6932D40C04}" presName="txShp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199262-47B8-4C8B-BB34-CA1263B2B069}" type="pres">
      <dgm:prSet presAssocID="{ABEABB2E-6C00-48BD-BFF8-79DA54B3FB29}" presName="spacing" presStyleCnt="0"/>
      <dgm:spPr/>
    </dgm:pt>
    <dgm:pt modelId="{0CBFA0FD-9933-4919-91A1-D864140A7759}" type="pres">
      <dgm:prSet presAssocID="{16CB8B72-7C6A-4542-A7D7-BB9F817A2D8F}" presName="composite" presStyleCnt="0"/>
      <dgm:spPr/>
    </dgm:pt>
    <dgm:pt modelId="{8FD52D7C-88A7-4330-A824-8E2ACC2D129B}" type="pres">
      <dgm:prSet presAssocID="{16CB8B72-7C6A-4542-A7D7-BB9F817A2D8F}" presName="imgShp" presStyleLbl="fgImgPlace1" presStyleIdx="3" presStyleCnt="5"/>
      <dgm:spPr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0B60B564-3AF4-4E8C-A09D-4E17283487D7}" type="pres">
      <dgm:prSet presAssocID="{16CB8B72-7C6A-4542-A7D7-BB9F817A2D8F}" presName="txShp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0324A25-BFAE-4720-8805-E11D560872D7}" type="pres">
      <dgm:prSet presAssocID="{321A4DDD-5953-46FD-A32B-B8933FE2DBD6}" presName="spacing" presStyleCnt="0"/>
      <dgm:spPr/>
    </dgm:pt>
    <dgm:pt modelId="{FB896885-70FB-4DD3-8F8B-827E67402A01}" type="pres">
      <dgm:prSet presAssocID="{5B1A6A3C-04D2-4DAD-B00D-671813DACBCF}" presName="composite" presStyleCnt="0"/>
      <dgm:spPr/>
    </dgm:pt>
    <dgm:pt modelId="{038EBEEC-D3D0-42AA-8DB8-C99A08A70D6B}" type="pres">
      <dgm:prSet presAssocID="{5B1A6A3C-04D2-4DAD-B00D-671813DACBCF}" presName="imgShp" presStyleLbl="fgImgPlace1" presStyleIdx="4" presStyleCnt="5"/>
      <dgm:spPr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</dgm:spPr>
      <dgm:t>
        <a:bodyPr/>
        <a:lstStyle/>
        <a:p>
          <a:endParaRPr lang="zh-CN" altLang="en-US"/>
        </a:p>
      </dgm:t>
    </dgm:pt>
    <dgm:pt modelId="{404CD558-4C7F-4BB3-9C86-FE746B477BF6}" type="pres">
      <dgm:prSet presAssocID="{5B1A6A3C-04D2-4DAD-B00D-671813DACBCF}" presName="txShp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B506F42-013B-4AFB-B1E0-755E51CA3243}" srcId="{09DF70C9-44AA-411B-80F4-34133D7A375F}" destId="{16CB8B72-7C6A-4542-A7D7-BB9F817A2D8F}" srcOrd="3" destOrd="0" parTransId="{180E8CFC-43C3-4241-936B-1161C9650D6B}" sibTransId="{321A4DDD-5953-46FD-A32B-B8933FE2DBD6}"/>
    <dgm:cxn modelId="{5663F997-4EBD-46E4-93E7-A3D2B26DD0C8}" srcId="{09DF70C9-44AA-411B-80F4-34133D7A375F}" destId="{1B0CC400-A220-41D5-B088-9F9061100F90}" srcOrd="0" destOrd="0" parTransId="{3FB37FF6-B58C-4A2D-8D46-FC7074758AA8}" sibTransId="{D8A216FD-6B06-42E5-9815-C4AE5A7312C6}"/>
    <dgm:cxn modelId="{7E38B275-8254-4A20-8A31-A0257E9E24EA}" type="presOf" srcId="{5B1A6A3C-04D2-4DAD-B00D-671813DACBCF}" destId="{404CD558-4C7F-4BB3-9C86-FE746B477BF6}" srcOrd="0" destOrd="0" presId="urn:microsoft.com/office/officeart/2005/8/layout/vList3"/>
    <dgm:cxn modelId="{6AB00CDD-FCCF-4CF2-AB46-43BF9593A3BA}" srcId="{09DF70C9-44AA-411B-80F4-34133D7A375F}" destId="{5B1A6A3C-04D2-4DAD-B00D-671813DACBCF}" srcOrd="4" destOrd="0" parTransId="{4D049EB4-17C5-4313-853F-55FBA29148F4}" sibTransId="{2CD69406-90C0-4B58-BB36-1BBCED70512B}"/>
    <dgm:cxn modelId="{1E32B572-6EBC-446C-9EE4-AA573A316E83}" type="presOf" srcId="{1B0CC400-A220-41D5-B088-9F9061100F90}" destId="{E9141EBE-EDBC-4456-8FDD-75717C144A5A}" srcOrd="0" destOrd="0" presId="urn:microsoft.com/office/officeart/2005/8/layout/vList3"/>
    <dgm:cxn modelId="{8AC42747-2BB9-4F7F-9FC4-AA63A5444203}" srcId="{09DF70C9-44AA-411B-80F4-34133D7A375F}" destId="{985AB962-9283-4552-A523-7D6932D40C04}" srcOrd="2" destOrd="0" parTransId="{D2E52D58-1135-48B1-952A-51B21239EEA1}" sibTransId="{ABEABB2E-6C00-48BD-BFF8-79DA54B3FB29}"/>
    <dgm:cxn modelId="{DF957F81-D022-4FF6-8506-36267A58576C}" type="presOf" srcId="{2DC04DEE-4C50-40B4-B3B9-CF7AFD775E0F}" destId="{12C74706-D588-480D-BA36-2ADF86747EF3}" srcOrd="0" destOrd="0" presId="urn:microsoft.com/office/officeart/2005/8/layout/vList3"/>
    <dgm:cxn modelId="{4E9E4A22-CC4E-4055-B272-EBD66BD22B6C}" srcId="{09DF70C9-44AA-411B-80F4-34133D7A375F}" destId="{2DC04DEE-4C50-40B4-B3B9-CF7AFD775E0F}" srcOrd="1" destOrd="0" parTransId="{63736B2B-A563-4405-BF30-26FADEB1AE7C}" sibTransId="{24E141D2-3F14-4E66-930D-94C602CF51E1}"/>
    <dgm:cxn modelId="{8CFD50A2-C34D-4015-A8BB-FCA4ECC7851E}" type="presOf" srcId="{09DF70C9-44AA-411B-80F4-34133D7A375F}" destId="{138729D3-D299-455F-AF7E-E9828E808059}" srcOrd="0" destOrd="0" presId="urn:microsoft.com/office/officeart/2005/8/layout/vList3"/>
    <dgm:cxn modelId="{C8B82F03-1087-4154-A29A-0A7341E4EA99}" type="presOf" srcId="{16CB8B72-7C6A-4542-A7D7-BB9F817A2D8F}" destId="{0B60B564-3AF4-4E8C-A09D-4E17283487D7}" srcOrd="0" destOrd="0" presId="urn:microsoft.com/office/officeart/2005/8/layout/vList3"/>
    <dgm:cxn modelId="{2A0CDC21-2812-4C21-9DBB-707256E661A8}" type="presOf" srcId="{985AB962-9283-4552-A523-7D6932D40C04}" destId="{284B4D67-B496-4941-ABBC-EC8A73AEDA81}" srcOrd="0" destOrd="0" presId="urn:microsoft.com/office/officeart/2005/8/layout/vList3"/>
    <dgm:cxn modelId="{F68A578F-5367-4059-A2AE-6AB323C1C03F}" type="presParOf" srcId="{138729D3-D299-455F-AF7E-E9828E808059}" destId="{08F83358-6BA1-4015-8F7F-B49019501982}" srcOrd="0" destOrd="0" presId="urn:microsoft.com/office/officeart/2005/8/layout/vList3"/>
    <dgm:cxn modelId="{94FB15BA-32E7-4A7A-8A4F-8CBA468A263F}" type="presParOf" srcId="{08F83358-6BA1-4015-8F7F-B49019501982}" destId="{396E54B0-B0DC-4E03-ABD3-677591A5F3C6}" srcOrd="0" destOrd="0" presId="urn:microsoft.com/office/officeart/2005/8/layout/vList3"/>
    <dgm:cxn modelId="{89F534E0-6EAA-4287-B4A0-93B05B3FD3C1}" type="presParOf" srcId="{08F83358-6BA1-4015-8F7F-B49019501982}" destId="{E9141EBE-EDBC-4456-8FDD-75717C144A5A}" srcOrd="1" destOrd="0" presId="urn:microsoft.com/office/officeart/2005/8/layout/vList3"/>
    <dgm:cxn modelId="{573F9C8D-598C-4FC7-A6F1-438EC5840D84}" type="presParOf" srcId="{138729D3-D299-455F-AF7E-E9828E808059}" destId="{DE22A873-5C43-4561-826D-29BFDF4320B4}" srcOrd="1" destOrd="0" presId="urn:microsoft.com/office/officeart/2005/8/layout/vList3"/>
    <dgm:cxn modelId="{788629BC-D527-477C-B26B-C4FB6B0B10D8}" type="presParOf" srcId="{138729D3-D299-455F-AF7E-E9828E808059}" destId="{5F531BCB-11C0-4DF4-9249-9CF928ED67AD}" srcOrd="2" destOrd="0" presId="urn:microsoft.com/office/officeart/2005/8/layout/vList3"/>
    <dgm:cxn modelId="{AA9154AE-E846-4995-9B15-310865ED7FC0}" type="presParOf" srcId="{5F531BCB-11C0-4DF4-9249-9CF928ED67AD}" destId="{40FFD5EA-3B1B-4D36-87F3-9D9EC34FE380}" srcOrd="0" destOrd="0" presId="urn:microsoft.com/office/officeart/2005/8/layout/vList3"/>
    <dgm:cxn modelId="{27ACD31A-C046-4485-AF18-E093009CB166}" type="presParOf" srcId="{5F531BCB-11C0-4DF4-9249-9CF928ED67AD}" destId="{12C74706-D588-480D-BA36-2ADF86747EF3}" srcOrd="1" destOrd="0" presId="urn:microsoft.com/office/officeart/2005/8/layout/vList3"/>
    <dgm:cxn modelId="{374DBD3A-F7A2-4FC0-B289-2B6AA6686678}" type="presParOf" srcId="{138729D3-D299-455F-AF7E-E9828E808059}" destId="{B3B752F4-0A0B-4E32-B6E6-87FDE73805B8}" srcOrd="3" destOrd="0" presId="urn:microsoft.com/office/officeart/2005/8/layout/vList3"/>
    <dgm:cxn modelId="{DAF567F8-0750-403F-AA85-8A2D5B8A8A29}" type="presParOf" srcId="{138729D3-D299-455F-AF7E-E9828E808059}" destId="{477C8F6F-E50F-406D-860A-9D17A2D1C90E}" srcOrd="4" destOrd="0" presId="urn:microsoft.com/office/officeart/2005/8/layout/vList3"/>
    <dgm:cxn modelId="{644E6716-B375-425F-B280-7110A2E1E84B}" type="presParOf" srcId="{477C8F6F-E50F-406D-860A-9D17A2D1C90E}" destId="{5ED509B9-E7A6-4A74-93CD-6F875E687AC1}" srcOrd="0" destOrd="0" presId="urn:microsoft.com/office/officeart/2005/8/layout/vList3"/>
    <dgm:cxn modelId="{38936AB2-C2BA-4F77-9EDD-FE31550E9F3F}" type="presParOf" srcId="{477C8F6F-E50F-406D-860A-9D17A2D1C90E}" destId="{284B4D67-B496-4941-ABBC-EC8A73AEDA81}" srcOrd="1" destOrd="0" presId="urn:microsoft.com/office/officeart/2005/8/layout/vList3"/>
    <dgm:cxn modelId="{1FA269EF-56AB-41D2-B48D-A206023F7369}" type="presParOf" srcId="{138729D3-D299-455F-AF7E-E9828E808059}" destId="{EE199262-47B8-4C8B-BB34-CA1263B2B069}" srcOrd="5" destOrd="0" presId="urn:microsoft.com/office/officeart/2005/8/layout/vList3"/>
    <dgm:cxn modelId="{645293E1-ED9B-455B-877D-2DB16BF1E794}" type="presParOf" srcId="{138729D3-D299-455F-AF7E-E9828E808059}" destId="{0CBFA0FD-9933-4919-91A1-D864140A7759}" srcOrd="6" destOrd="0" presId="urn:microsoft.com/office/officeart/2005/8/layout/vList3"/>
    <dgm:cxn modelId="{9D2A9D49-26E5-4700-AC94-407308FCAD2F}" type="presParOf" srcId="{0CBFA0FD-9933-4919-91A1-D864140A7759}" destId="{8FD52D7C-88A7-4330-A824-8E2ACC2D129B}" srcOrd="0" destOrd="0" presId="urn:microsoft.com/office/officeart/2005/8/layout/vList3"/>
    <dgm:cxn modelId="{990211AE-CADE-4491-AA10-173661FC578F}" type="presParOf" srcId="{0CBFA0FD-9933-4919-91A1-D864140A7759}" destId="{0B60B564-3AF4-4E8C-A09D-4E17283487D7}" srcOrd="1" destOrd="0" presId="urn:microsoft.com/office/officeart/2005/8/layout/vList3"/>
    <dgm:cxn modelId="{F7D7482A-1E4E-445E-BE99-0CE46E1BB821}" type="presParOf" srcId="{138729D3-D299-455F-AF7E-E9828E808059}" destId="{30324A25-BFAE-4720-8805-E11D560872D7}" srcOrd="7" destOrd="0" presId="urn:microsoft.com/office/officeart/2005/8/layout/vList3"/>
    <dgm:cxn modelId="{81F36180-EB28-4B1F-8538-A25BCD6D5B73}" type="presParOf" srcId="{138729D3-D299-455F-AF7E-E9828E808059}" destId="{FB896885-70FB-4DD3-8F8B-827E67402A01}" srcOrd="8" destOrd="0" presId="urn:microsoft.com/office/officeart/2005/8/layout/vList3"/>
    <dgm:cxn modelId="{6621CC1A-B819-463A-AB42-0AFF647AD2E8}" type="presParOf" srcId="{FB896885-70FB-4DD3-8F8B-827E67402A01}" destId="{038EBEEC-D3D0-42AA-8DB8-C99A08A70D6B}" srcOrd="0" destOrd="0" presId="urn:microsoft.com/office/officeart/2005/8/layout/vList3"/>
    <dgm:cxn modelId="{A61C6039-3044-4D08-B2F8-2E3CA581B0DD}" type="presParOf" srcId="{FB896885-70FB-4DD3-8F8B-827E67402A01}" destId="{404CD558-4C7F-4BB3-9C86-FE746B477BF6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C6F6894-7B2D-4697-B017-50E704091D9E}" type="doc">
      <dgm:prSet loTypeId="urn:microsoft.com/office/officeart/2009/3/layout/StepUpProcess" loCatId="process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zh-CN" altLang="en-US"/>
        </a:p>
      </dgm:t>
    </dgm:pt>
    <dgm:pt modelId="{CD5B4979-41FE-4D9A-B7A2-A0897C831A6B}">
      <dgm:prSet custT="1"/>
      <dgm:spPr/>
      <dgm:t>
        <a:bodyPr/>
        <a:lstStyle/>
        <a:p>
          <a:pPr rtl="0"/>
          <a:r>
            <a:rPr lang="en-US" sz="1600" b="1" dirty="0" smtClean="0">
              <a:solidFill>
                <a:srgbClr val="C00000"/>
              </a:solidFill>
            </a:rPr>
            <a:t>HSI</a:t>
          </a:r>
          <a:endParaRPr lang="zh-CN" sz="1600" b="1" dirty="0">
            <a:solidFill>
              <a:srgbClr val="C00000"/>
            </a:solidFill>
          </a:endParaRPr>
        </a:p>
      </dgm:t>
    </dgm:pt>
    <dgm:pt modelId="{637EFA92-BDC0-4C6D-A370-62990DEB7254}" type="parTrans" cxnId="{1E1380B2-A94C-44EE-9F6B-35961C98E3F5}">
      <dgm:prSet/>
      <dgm:spPr/>
      <dgm:t>
        <a:bodyPr/>
        <a:lstStyle/>
        <a:p>
          <a:endParaRPr lang="zh-CN" altLang="en-US" sz="2800" b="1"/>
        </a:p>
      </dgm:t>
    </dgm:pt>
    <dgm:pt modelId="{E7E39969-EE84-47FE-B278-C681CB458D13}" type="sibTrans" cxnId="{1E1380B2-A94C-44EE-9F6B-35961C98E3F5}">
      <dgm:prSet custT="1"/>
      <dgm:spPr/>
      <dgm:t>
        <a:bodyPr/>
        <a:lstStyle/>
        <a:p>
          <a:endParaRPr lang="zh-CN" altLang="en-US" sz="900" b="1"/>
        </a:p>
      </dgm:t>
    </dgm:pt>
    <dgm:pt modelId="{50AB37DA-B923-48E0-8D6B-4D6070F24B63}">
      <dgm:prSet custT="1"/>
      <dgm:spPr/>
      <dgm:t>
        <a:bodyPr/>
        <a:lstStyle/>
        <a:p>
          <a:pPr rtl="0"/>
          <a:r>
            <a:rPr lang="en-US" sz="1600" b="1" dirty="0" smtClean="0">
              <a:solidFill>
                <a:srgbClr val="C00000"/>
              </a:solidFill>
            </a:rPr>
            <a:t>HSE</a:t>
          </a:r>
          <a:endParaRPr lang="zh-CN" sz="1600" b="1" dirty="0">
            <a:solidFill>
              <a:srgbClr val="C00000"/>
            </a:solidFill>
          </a:endParaRPr>
        </a:p>
      </dgm:t>
    </dgm:pt>
    <dgm:pt modelId="{C5C1CA0F-3CB5-4F7B-A24F-DA18E318A242}" type="parTrans" cxnId="{A4C868F5-7C03-48FC-9AE5-B721376B2EEB}">
      <dgm:prSet/>
      <dgm:spPr/>
      <dgm:t>
        <a:bodyPr/>
        <a:lstStyle/>
        <a:p>
          <a:endParaRPr lang="zh-CN" altLang="en-US" sz="2800" b="1"/>
        </a:p>
      </dgm:t>
    </dgm:pt>
    <dgm:pt modelId="{C8907E1B-555E-4DA5-B97F-1D227A51DCB5}" type="sibTrans" cxnId="{A4C868F5-7C03-48FC-9AE5-B721376B2EEB}">
      <dgm:prSet custT="1"/>
      <dgm:spPr/>
      <dgm:t>
        <a:bodyPr/>
        <a:lstStyle/>
        <a:p>
          <a:endParaRPr lang="zh-CN" altLang="en-US" sz="900" b="1"/>
        </a:p>
      </dgm:t>
    </dgm:pt>
    <dgm:pt modelId="{0198A83C-22EA-4A54-912F-51685DB93573}">
      <dgm:prSet custT="1"/>
      <dgm:spPr/>
      <dgm:t>
        <a:bodyPr/>
        <a:lstStyle/>
        <a:p>
          <a:pPr rtl="0"/>
          <a:r>
            <a:rPr lang="en-US" sz="1600" b="1" dirty="0" smtClean="0">
              <a:solidFill>
                <a:srgbClr val="C00000"/>
              </a:solidFill>
            </a:rPr>
            <a:t>LSI</a:t>
          </a:r>
          <a:endParaRPr lang="zh-CN" sz="1600" b="1" dirty="0">
            <a:solidFill>
              <a:srgbClr val="C00000"/>
            </a:solidFill>
          </a:endParaRPr>
        </a:p>
      </dgm:t>
    </dgm:pt>
    <dgm:pt modelId="{A21692E0-AA4A-4F7A-8DF9-7344F7DC745D}" type="parTrans" cxnId="{CE1788F3-7459-45E7-B250-C12B208A6809}">
      <dgm:prSet/>
      <dgm:spPr/>
      <dgm:t>
        <a:bodyPr/>
        <a:lstStyle/>
        <a:p>
          <a:endParaRPr lang="zh-CN" altLang="en-US" sz="2800" b="1"/>
        </a:p>
      </dgm:t>
    </dgm:pt>
    <dgm:pt modelId="{75B6FF13-E7CD-44F8-BBF1-F29F51363EEE}" type="sibTrans" cxnId="{CE1788F3-7459-45E7-B250-C12B208A6809}">
      <dgm:prSet custT="1"/>
      <dgm:spPr/>
      <dgm:t>
        <a:bodyPr/>
        <a:lstStyle/>
        <a:p>
          <a:endParaRPr lang="zh-CN" altLang="en-US" sz="900" b="1"/>
        </a:p>
      </dgm:t>
    </dgm:pt>
    <dgm:pt modelId="{A6A20D49-2E4E-4121-B2CD-2C8D602A1CF7}">
      <dgm:prSet custT="1"/>
      <dgm:spPr/>
      <dgm:t>
        <a:bodyPr/>
        <a:lstStyle/>
        <a:p>
          <a:pPr rtl="0"/>
          <a:r>
            <a:rPr lang="en-US" sz="1600" b="1" dirty="0" smtClean="0">
              <a:solidFill>
                <a:srgbClr val="C00000"/>
              </a:solidFill>
            </a:rPr>
            <a:t>LSE</a:t>
          </a:r>
          <a:endParaRPr lang="zh-CN" sz="1600" b="1" dirty="0">
            <a:solidFill>
              <a:srgbClr val="C00000"/>
            </a:solidFill>
          </a:endParaRPr>
        </a:p>
      </dgm:t>
    </dgm:pt>
    <dgm:pt modelId="{04540CC8-E919-4ADE-A641-C3BAA833268A}" type="parTrans" cxnId="{42E270B9-7B80-4618-9B8C-C9FB3A2FEAD3}">
      <dgm:prSet/>
      <dgm:spPr/>
      <dgm:t>
        <a:bodyPr/>
        <a:lstStyle/>
        <a:p>
          <a:endParaRPr lang="zh-CN" altLang="en-US" sz="2800" b="1"/>
        </a:p>
      </dgm:t>
    </dgm:pt>
    <dgm:pt modelId="{1DFA9F53-2914-44DE-99C4-652374D34377}" type="sibTrans" cxnId="{42E270B9-7B80-4618-9B8C-C9FB3A2FEAD3}">
      <dgm:prSet custT="1"/>
      <dgm:spPr/>
      <dgm:t>
        <a:bodyPr/>
        <a:lstStyle/>
        <a:p>
          <a:endParaRPr lang="zh-CN" altLang="en-US" sz="900" b="1"/>
        </a:p>
      </dgm:t>
    </dgm:pt>
    <dgm:pt modelId="{B506EAAE-0401-4DA6-80EF-95BC70EA9BF8}">
      <dgm:prSet custT="1"/>
      <dgm:spPr/>
      <dgm:t>
        <a:bodyPr/>
        <a:lstStyle/>
        <a:p>
          <a:pPr rtl="0"/>
          <a:r>
            <a:rPr lang="en-US" sz="1600" b="1" dirty="0" smtClean="0">
              <a:solidFill>
                <a:srgbClr val="C00000"/>
              </a:solidFill>
            </a:rPr>
            <a:t>PLL</a:t>
          </a:r>
          <a:endParaRPr lang="zh-CN" sz="1600" b="1" dirty="0">
            <a:solidFill>
              <a:srgbClr val="C00000"/>
            </a:solidFill>
          </a:endParaRPr>
        </a:p>
      </dgm:t>
    </dgm:pt>
    <dgm:pt modelId="{A2833A65-3D57-4ADB-9FE1-ACC109F159E7}" type="parTrans" cxnId="{9AFB3274-1FDA-4358-B466-037795A061FD}">
      <dgm:prSet/>
      <dgm:spPr/>
      <dgm:t>
        <a:bodyPr/>
        <a:lstStyle/>
        <a:p>
          <a:endParaRPr lang="zh-CN" altLang="en-US" sz="2800" b="1"/>
        </a:p>
      </dgm:t>
    </dgm:pt>
    <dgm:pt modelId="{68A8D42C-8B47-4CCB-9FBC-8BE5D85CAF39}" type="sibTrans" cxnId="{9AFB3274-1FDA-4358-B466-037795A061FD}">
      <dgm:prSet/>
      <dgm:spPr/>
      <dgm:t>
        <a:bodyPr/>
        <a:lstStyle/>
        <a:p>
          <a:endParaRPr lang="zh-CN" altLang="en-US" sz="2800" b="1"/>
        </a:p>
      </dgm:t>
    </dgm:pt>
    <dgm:pt modelId="{6D340C17-0022-45DE-9882-FF7231CC38A5}">
      <dgm:prSet custT="1"/>
      <dgm:spPr/>
      <dgm:t>
        <a:bodyPr/>
        <a:lstStyle/>
        <a:p>
          <a:pPr rtl="0"/>
          <a:r>
            <a:rPr lang="en-US" sz="1400" b="1" dirty="0" smtClean="0"/>
            <a:t>High Speed Internal</a:t>
          </a:r>
          <a:r>
            <a:rPr lang="zh-CN" sz="1400" b="1" dirty="0" smtClean="0"/>
            <a:t>，高速内部时钟，由内部</a:t>
          </a:r>
          <a:r>
            <a:rPr lang="en-US" sz="1400" b="1" dirty="0" smtClean="0"/>
            <a:t>8MHz</a:t>
          </a:r>
          <a:r>
            <a:rPr lang="zh-CN" sz="1400" b="1" dirty="0" smtClean="0"/>
            <a:t>的</a:t>
          </a:r>
          <a:r>
            <a:rPr lang="en-US" sz="1400" b="1" dirty="0" smtClean="0"/>
            <a:t>RC</a:t>
          </a:r>
          <a:r>
            <a:rPr lang="zh-CN" sz="1400" b="1" dirty="0" smtClean="0"/>
            <a:t>振荡器生成，可作为系统时钟或</a:t>
          </a:r>
          <a:r>
            <a:rPr lang="en-US" sz="1400" b="1" dirty="0" smtClean="0"/>
            <a:t>2</a:t>
          </a:r>
          <a:r>
            <a:rPr lang="zh-CN" sz="1400" b="1" dirty="0" smtClean="0"/>
            <a:t>分频后作为</a:t>
          </a:r>
          <a:r>
            <a:rPr lang="en-US" sz="1400" b="1" dirty="0" smtClean="0"/>
            <a:t>PLL</a:t>
          </a:r>
          <a:r>
            <a:rPr lang="zh-CN" sz="1400" b="1" dirty="0" smtClean="0"/>
            <a:t>输入；特点：时钟频率精度差，不稳定。</a:t>
          </a:r>
          <a:endParaRPr lang="zh-CN" sz="1400" b="1" dirty="0"/>
        </a:p>
      </dgm:t>
    </dgm:pt>
    <dgm:pt modelId="{447701E4-EC3D-442A-8070-A32B806AE335}" type="parTrans" cxnId="{A434F611-A452-4493-A4F8-C4DF412B05F0}">
      <dgm:prSet/>
      <dgm:spPr/>
      <dgm:t>
        <a:bodyPr/>
        <a:lstStyle/>
        <a:p>
          <a:endParaRPr lang="zh-CN" altLang="en-US" sz="2800" b="1"/>
        </a:p>
      </dgm:t>
    </dgm:pt>
    <dgm:pt modelId="{3B838975-801B-42BA-92FE-38DF07199312}" type="sibTrans" cxnId="{A434F611-A452-4493-A4F8-C4DF412B05F0}">
      <dgm:prSet/>
      <dgm:spPr/>
      <dgm:t>
        <a:bodyPr/>
        <a:lstStyle/>
        <a:p>
          <a:endParaRPr lang="zh-CN" altLang="en-US" sz="2800" b="1"/>
        </a:p>
      </dgm:t>
    </dgm:pt>
    <dgm:pt modelId="{781721C5-FC2E-486A-8DF4-073D36B4B170}">
      <dgm:prSet custT="1"/>
      <dgm:spPr/>
      <dgm:t>
        <a:bodyPr/>
        <a:lstStyle/>
        <a:p>
          <a:pPr rtl="0"/>
          <a:r>
            <a:rPr lang="en-US" sz="1200" b="1" dirty="0" smtClean="0"/>
            <a:t>High Speed External</a:t>
          </a:r>
          <a:r>
            <a:rPr lang="zh-CN" sz="1200" b="1" dirty="0" smtClean="0"/>
            <a:t>，高速外部时钟，可外接一个外部时钟源，或者通过</a:t>
          </a:r>
          <a:r>
            <a:rPr lang="en-US" sz="1200" b="1" dirty="0" smtClean="0"/>
            <a:t>OSC_IN</a:t>
          </a:r>
          <a:r>
            <a:rPr lang="zh-CN" sz="1200" b="1" dirty="0" smtClean="0"/>
            <a:t>和</a:t>
          </a:r>
          <a:r>
            <a:rPr lang="en-US" sz="1200" b="1" dirty="0" smtClean="0"/>
            <a:t>OSC_OUT</a:t>
          </a:r>
          <a:r>
            <a:rPr lang="zh-CN" sz="1200" b="1" dirty="0" smtClean="0"/>
            <a:t>引脚外接晶振，允许外接的晶振频率范围为</a:t>
          </a:r>
          <a:r>
            <a:rPr lang="en-US" sz="1200" b="1" dirty="0" smtClean="0"/>
            <a:t>4</a:t>
          </a:r>
          <a:r>
            <a:rPr lang="zh-CN" sz="1200" b="1" dirty="0" smtClean="0"/>
            <a:t>～</a:t>
          </a:r>
          <a:r>
            <a:rPr lang="en-US" sz="1200" b="1" dirty="0" smtClean="0"/>
            <a:t>16MHz</a:t>
          </a:r>
          <a:r>
            <a:rPr lang="zh-CN" sz="1200" b="1" dirty="0" smtClean="0"/>
            <a:t>，通常使用</a:t>
          </a:r>
          <a:r>
            <a:rPr lang="en-US" sz="1200" b="1" dirty="0" smtClean="0"/>
            <a:t>8MHz</a:t>
          </a:r>
          <a:r>
            <a:rPr lang="zh-CN" sz="1200" b="1" dirty="0" smtClean="0"/>
            <a:t>。特点：精度高，稳定。</a:t>
          </a:r>
          <a:endParaRPr lang="zh-CN" sz="1200" b="1" dirty="0"/>
        </a:p>
      </dgm:t>
    </dgm:pt>
    <dgm:pt modelId="{FA96529A-B26B-42EE-ADD2-E23075B536AE}" type="parTrans" cxnId="{92473011-783A-4DD1-B8EA-888CAEA27B42}">
      <dgm:prSet/>
      <dgm:spPr/>
      <dgm:t>
        <a:bodyPr/>
        <a:lstStyle/>
        <a:p>
          <a:endParaRPr lang="zh-CN" altLang="en-US" sz="2800" b="1"/>
        </a:p>
      </dgm:t>
    </dgm:pt>
    <dgm:pt modelId="{6247AC7E-8480-4C75-886B-FAAAE197B901}" type="sibTrans" cxnId="{92473011-783A-4DD1-B8EA-888CAEA27B42}">
      <dgm:prSet/>
      <dgm:spPr/>
      <dgm:t>
        <a:bodyPr/>
        <a:lstStyle/>
        <a:p>
          <a:endParaRPr lang="zh-CN" altLang="en-US" sz="2800" b="1"/>
        </a:p>
      </dgm:t>
    </dgm:pt>
    <dgm:pt modelId="{0F1ED55F-740D-4016-8B17-28B67EAA7EFD}">
      <dgm:prSet custT="1"/>
      <dgm:spPr/>
      <dgm:t>
        <a:bodyPr/>
        <a:lstStyle/>
        <a:p>
          <a:pPr rtl="0"/>
          <a:r>
            <a:rPr lang="en-US" sz="1400" b="1" dirty="0" smtClean="0"/>
            <a:t>Low Speed Internal</a:t>
          </a:r>
          <a:r>
            <a:rPr lang="zh-CN" sz="1400" b="1" dirty="0" smtClean="0"/>
            <a:t>，低速内部时钟，由内部</a:t>
          </a:r>
          <a:r>
            <a:rPr lang="en-US" sz="1400" b="1" dirty="0" smtClean="0"/>
            <a:t>RC</a:t>
          </a:r>
          <a:r>
            <a:rPr lang="zh-CN" sz="1400" b="1" dirty="0" smtClean="0"/>
            <a:t>振荡器产生，频率约</a:t>
          </a:r>
          <a:r>
            <a:rPr lang="en-US" sz="1400" b="1" dirty="0" smtClean="0"/>
            <a:t>40kHz</a:t>
          </a:r>
          <a:r>
            <a:rPr lang="zh-CN" sz="1400" b="1" dirty="0" smtClean="0"/>
            <a:t>，主要为独立看门狗（</a:t>
          </a:r>
          <a:r>
            <a:rPr lang="en-US" sz="1400" b="1" dirty="0" smtClean="0"/>
            <a:t>IWDG</a:t>
          </a:r>
          <a:r>
            <a:rPr lang="zh-CN" sz="1400" b="1" dirty="0" smtClean="0"/>
            <a:t>）和自动唤醒单元提供时钟。</a:t>
          </a:r>
          <a:endParaRPr lang="zh-CN" sz="1400" b="1" dirty="0"/>
        </a:p>
      </dgm:t>
    </dgm:pt>
    <dgm:pt modelId="{3B6D3042-BD30-4CE4-ADCB-5F79DB06EBD9}" type="parTrans" cxnId="{47824BBF-AE3F-430A-9A99-408C9DE41929}">
      <dgm:prSet/>
      <dgm:spPr/>
      <dgm:t>
        <a:bodyPr/>
        <a:lstStyle/>
        <a:p>
          <a:endParaRPr lang="zh-CN" altLang="en-US" sz="2800" b="1"/>
        </a:p>
      </dgm:t>
    </dgm:pt>
    <dgm:pt modelId="{48528517-1706-42EA-9D10-0D02CD180E83}" type="sibTrans" cxnId="{47824BBF-AE3F-430A-9A99-408C9DE41929}">
      <dgm:prSet/>
      <dgm:spPr/>
      <dgm:t>
        <a:bodyPr/>
        <a:lstStyle/>
        <a:p>
          <a:endParaRPr lang="zh-CN" altLang="en-US" sz="2800" b="1"/>
        </a:p>
      </dgm:t>
    </dgm:pt>
    <dgm:pt modelId="{82447796-B031-468F-94E5-AE981862F814}">
      <dgm:prSet custT="1"/>
      <dgm:spPr/>
      <dgm:t>
        <a:bodyPr/>
        <a:lstStyle/>
        <a:p>
          <a:pPr rtl="0"/>
          <a:r>
            <a:rPr lang="en-US" sz="1400" b="1" dirty="0" smtClean="0"/>
            <a:t>Low Speed External</a:t>
          </a:r>
          <a:r>
            <a:rPr lang="zh-CN" sz="1400" b="1" dirty="0" smtClean="0"/>
            <a:t>，低速外部时钟，通过</a:t>
          </a:r>
          <a:r>
            <a:rPr lang="en-US" sz="1400" b="1" dirty="0" smtClean="0"/>
            <a:t>OSC32_IN</a:t>
          </a:r>
          <a:r>
            <a:rPr lang="zh-CN" sz="1400" b="1" dirty="0" smtClean="0"/>
            <a:t>和</a:t>
          </a:r>
          <a:r>
            <a:rPr lang="en-US" sz="1400" b="1" dirty="0" smtClean="0"/>
            <a:t>OSC32_OUT</a:t>
          </a:r>
          <a:r>
            <a:rPr lang="zh-CN" sz="1400" b="1" dirty="0" smtClean="0"/>
            <a:t>引脚外接频率为</a:t>
          </a:r>
          <a:r>
            <a:rPr lang="en-US" sz="1400" b="1" dirty="0" smtClean="0"/>
            <a:t>32.768kHz</a:t>
          </a:r>
          <a:r>
            <a:rPr lang="zh-CN" sz="1400" b="1" dirty="0" smtClean="0"/>
            <a:t>的晶振，主要为</a:t>
          </a:r>
          <a:r>
            <a:rPr lang="en-US" sz="1400" b="1" dirty="0" smtClean="0"/>
            <a:t>RTC</a:t>
          </a:r>
          <a:r>
            <a:rPr lang="zh-CN" sz="1400" b="1" dirty="0" smtClean="0"/>
            <a:t>（</a:t>
          </a:r>
          <a:r>
            <a:rPr lang="en-US" sz="1400" b="1" dirty="0" smtClean="0"/>
            <a:t>Real-Time Clock</a:t>
          </a:r>
          <a:r>
            <a:rPr lang="zh-CN" sz="1400" b="1" dirty="0" smtClean="0"/>
            <a:t>，实时时钟部件）提供低速高精度的时钟源。</a:t>
          </a:r>
          <a:endParaRPr lang="zh-CN" sz="1400" b="1" dirty="0"/>
        </a:p>
      </dgm:t>
    </dgm:pt>
    <dgm:pt modelId="{DE4BD66A-0CC9-45CF-9204-9694FF74C4BF}" type="parTrans" cxnId="{6B4E6BB4-8834-419E-B0B1-20E6555E726D}">
      <dgm:prSet/>
      <dgm:spPr/>
      <dgm:t>
        <a:bodyPr/>
        <a:lstStyle/>
        <a:p>
          <a:endParaRPr lang="zh-CN" altLang="en-US" sz="2800" b="1"/>
        </a:p>
      </dgm:t>
    </dgm:pt>
    <dgm:pt modelId="{30D49408-684B-4896-BA3D-D7329D3184BB}" type="sibTrans" cxnId="{6B4E6BB4-8834-419E-B0B1-20E6555E726D}">
      <dgm:prSet/>
      <dgm:spPr/>
      <dgm:t>
        <a:bodyPr/>
        <a:lstStyle/>
        <a:p>
          <a:endParaRPr lang="zh-CN" altLang="en-US" sz="2800" b="1"/>
        </a:p>
      </dgm:t>
    </dgm:pt>
    <dgm:pt modelId="{9F006B15-D1E7-4302-B335-BA439D479A98}">
      <dgm:prSet custT="1"/>
      <dgm:spPr/>
      <dgm:t>
        <a:bodyPr/>
        <a:lstStyle/>
        <a:p>
          <a:pPr rtl="0"/>
          <a:r>
            <a:rPr lang="en-US" sz="1400" b="1" dirty="0" smtClean="0"/>
            <a:t>Phase Locked Loop</a:t>
          </a:r>
          <a:r>
            <a:rPr lang="zh-CN" sz="1400" b="1" dirty="0" smtClean="0"/>
            <a:t>，锁相环，保证外部输入时钟信号与内部振荡信号同步（频率和相位相同），以保证输出频率的稳定。另一方面，也可用于倍频</a:t>
          </a:r>
          <a:r>
            <a:rPr lang="en-US" sz="1400" b="1" dirty="0" smtClean="0"/>
            <a:t>HSI</a:t>
          </a:r>
          <a:r>
            <a:rPr lang="zh-CN" sz="1400" b="1" dirty="0" smtClean="0"/>
            <a:t>或</a:t>
          </a:r>
          <a:r>
            <a:rPr lang="en-US" sz="1400" b="1" dirty="0" smtClean="0"/>
            <a:t>HSE</a:t>
          </a:r>
          <a:r>
            <a:rPr lang="zh-CN" sz="1400" b="1" dirty="0" smtClean="0"/>
            <a:t>。</a:t>
          </a:r>
          <a:endParaRPr lang="zh-CN" sz="1400" b="1" dirty="0"/>
        </a:p>
      </dgm:t>
    </dgm:pt>
    <dgm:pt modelId="{39522D48-8DBF-4096-9013-0B32932302B1}" type="sibTrans" cxnId="{4FFFA135-0F87-447B-86D6-7A7FA6292ADD}">
      <dgm:prSet/>
      <dgm:spPr/>
      <dgm:t>
        <a:bodyPr/>
        <a:lstStyle/>
        <a:p>
          <a:endParaRPr lang="zh-CN" altLang="en-US" sz="2800" b="1"/>
        </a:p>
      </dgm:t>
    </dgm:pt>
    <dgm:pt modelId="{047F80EC-6C09-4848-9B7C-208A0C6A178E}" type="parTrans" cxnId="{4FFFA135-0F87-447B-86D6-7A7FA6292ADD}">
      <dgm:prSet/>
      <dgm:spPr/>
      <dgm:t>
        <a:bodyPr/>
        <a:lstStyle/>
        <a:p>
          <a:endParaRPr lang="zh-CN" altLang="en-US" sz="2800" b="1"/>
        </a:p>
      </dgm:t>
    </dgm:pt>
    <dgm:pt modelId="{09127506-473A-4453-86C0-40C36C51CCE3}" type="pres">
      <dgm:prSet presAssocID="{4C6F6894-7B2D-4697-B017-50E704091D9E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zh-CN" altLang="en-US"/>
        </a:p>
      </dgm:t>
    </dgm:pt>
    <dgm:pt modelId="{6CC1B2E9-A933-41C8-B4A9-8BE95BD43255}" type="pres">
      <dgm:prSet presAssocID="{CD5B4979-41FE-4D9A-B7A2-A0897C831A6B}" presName="composite" presStyleCnt="0"/>
      <dgm:spPr/>
      <dgm:t>
        <a:bodyPr/>
        <a:lstStyle/>
        <a:p>
          <a:endParaRPr lang="zh-CN" altLang="en-US"/>
        </a:p>
      </dgm:t>
    </dgm:pt>
    <dgm:pt modelId="{05849638-4AF7-42C2-AFE6-75110CDD160C}" type="pres">
      <dgm:prSet presAssocID="{CD5B4979-41FE-4D9A-B7A2-A0897C831A6B}" presName="LShape" presStyleLbl="alignNode1" presStyleIdx="0" presStyleCnt="9"/>
      <dgm:spPr/>
      <dgm:t>
        <a:bodyPr/>
        <a:lstStyle/>
        <a:p>
          <a:endParaRPr lang="zh-CN" altLang="en-US"/>
        </a:p>
      </dgm:t>
    </dgm:pt>
    <dgm:pt modelId="{0D442538-38E4-4EBA-B649-BBBA51D7567C}" type="pres">
      <dgm:prSet presAssocID="{CD5B4979-41FE-4D9A-B7A2-A0897C831A6B}" presName="ParentText" presStyleLbl="revTx" presStyleIdx="0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F0F87D-EB3A-4814-9F53-6FC03B8EAD04}" type="pres">
      <dgm:prSet presAssocID="{CD5B4979-41FE-4D9A-B7A2-A0897C831A6B}" presName="Triangle" presStyleLbl="alignNode1" presStyleIdx="1" presStyleCnt="9"/>
      <dgm:spPr/>
      <dgm:t>
        <a:bodyPr/>
        <a:lstStyle/>
        <a:p>
          <a:endParaRPr lang="zh-CN" altLang="en-US"/>
        </a:p>
      </dgm:t>
    </dgm:pt>
    <dgm:pt modelId="{5215BDCF-094C-4F02-A76C-926B4353B6F8}" type="pres">
      <dgm:prSet presAssocID="{E7E39969-EE84-47FE-B278-C681CB458D13}" presName="sibTrans" presStyleCnt="0"/>
      <dgm:spPr/>
      <dgm:t>
        <a:bodyPr/>
        <a:lstStyle/>
        <a:p>
          <a:endParaRPr lang="zh-CN" altLang="en-US"/>
        </a:p>
      </dgm:t>
    </dgm:pt>
    <dgm:pt modelId="{36994865-2D3E-4C49-A20E-D423138DD16B}" type="pres">
      <dgm:prSet presAssocID="{E7E39969-EE84-47FE-B278-C681CB458D13}" presName="space" presStyleCnt="0"/>
      <dgm:spPr/>
      <dgm:t>
        <a:bodyPr/>
        <a:lstStyle/>
        <a:p>
          <a:endParaRPr lang="zh-CN" altLang="en-US"/>
        </a:p>
      </dgm:t>
    </dgm:pt>
    <dgm:pt modelId="{3C59FFC5-9A96-4334-9672-4D490F230EB3}" type="pres">
      <dgm:prSet presAssocID="{50AB37DA-B923-48E0-8D6B-4D6070F24B63}" presName="composite" presStyleCnt="0"/>
      <dgm:spPr/>
      <dgm:t>
        <a:bodyPr/>
        <a:lstStyle/>
        <a:p>
          <a:endParaRPr lang="zh-CN" altLang="en-US"/>
        </a:p>
      </dgm:t>
    </dgm:pt>
    <dgm:pt modelId="{71D69E42-3E2F-4D12-BFAC-BABE7C238E2B}" type="pres">
      <dgm:prSet presAssocID="{50AB37DA-B923-48E0-8D6B-4D6070F24B63}" presName="LShape" presStyleLbl="alignNode1" presStyleIdx="2" presStyleCnt="9"/>
      <dgm:spPr/>
      <dgm:t>
        <a:bodyPr/>
        <a:lstStyle/>
        <a:p>
          <a:endParaRPr lang="zh-CN" altLang="en-US"/>
        </a:p>
      </dgm:t>
    </dgm:pt>
    <dgm:pt modelId="{4CB2F2D2-53A1-43EB-913A-CB106B6D96D2}" type="pres">
      <dgm:prSet presAssocID="{50AB37DA-B923-48E0-8D6B-4D6070F24B63}" presName="ParentText" presStyleLbl="revTx" presStyleIdx="1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6A7FD06-3DCB-4DC7-8EC0-1B2311FE5712}" type="pres">
      <dgm:prSet presAssocID="{50AB37DA-B923-48E0-8D6B-4D6070F24B63}" presName="Triangle" presStyleLbl="alignNode1" presStyleIdx="3" presStyleCnt="9"/>
      <dgm:spPr/>
      <dgm:t>
        <a:bodyPr/>
        <a:lstStyle/>
        <a:p>
          <a:endParaRPr lang="zh-CN" altLang="en-US"/>
        </a:p>
      </dgm:t>
    </dgm:pt>
    <dgm:pt modelId="{C546AFD4-E4E3-49A3-BD39-4328521A0027}" type="pres">
      <dgm:prSet presAssocID="{C8907E1B-555E-4DA5-B97F-1D227A51DCB5}" presName="sibTrans" presStyleCnt="0"/>
      <dgm:spPr/>
      <dgm:t>
        <a:bodyPr/>
        <a:lstStyle/>
        <a:p>
          <a:endParaRPr lang="zh-CN" altLang="en-US"/>
        </a:p>
      </dgm:t>
    </dgm:pt>
    <dgm:pt modelId="{B3BA1206-6E31-480D-8B21-D99242B95B9A}" type="pres">
      <dgm:prSet presAssocID="{C8907E1B-555E-4DA5-B97F-1D227A51DCB5}" presName="space" presStyleCnt="0"/>
      <dgm:spPr/>
      <dgm:t>
        <a:bodyPr/>
        <a:lstStyle/>
        <a:p>
          <a:endParaRPr lang="zh-CN" altLang="en-US"/>
        </a:p>
      </dgm:t>
    </dgm:pt>
    <dgm:pt modelId="{5291A7AB-6842-451E-A1CE-445D1C696845}" type="pres">
      <dgm:prSet presAssocID="{0198A83C-22EA-4A54-912F-51685DB93573}" presName="composite" presStyleCnt="0"/>
      <dgm:spPr/>
      <dgm:t>
        <a:bodyPr/>
        <a:lstStyle/>
        <a:p>
          <a:endParaRPr lang="zh-CN" altLang="en-US"/>
        </a:p>
      </dgm:t>
    </dgm:pt>
    <dgm:pt modelId="{C7CCADC8-A808-48D4-8C92-1A0A1D7D0C84}" type="pres">
      <dgm:prSet presAssocID="{0198A83C-22EA-4A54-912F-51685DB93573}" presName="LShape" presStyleLbl="alignNode1" presStyleIdx="4" presStyleCnt="9"/>
      <dgm:spPr/>
      <dgm:t>
        <a:bodyPr/>
        <a:lstStyle/>
        <a:p>
          <a:endParaRPr lang="zh-CN" altLang="en-US"/>
        </a:p>
      </dgm:t>
    </dgm:pt>
    <dgm:pt modelId="{ADF4F32C-65A3-40AF-9E62-EC527213A1CE}" type="pres">
      <dgm:prSet presAssocID="{0198A83C-22EA-4A54-912F-51685DB93573}" presName="ParentText" presStyleLbl="revTx" presStyleIdx="2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25D2DB65-30D7-4CB1-87CF-2E465A0BFEA8}" type="pres">
      <dgm:prSet presAssocID="{0198A83C-22EA-4A54-912F-51685DB93573}" presName="Triangle" presStyleLbl="alignNode1" presStyleIdx="5" presStyleCnt="9"/>
      <dgm:spPr/>
      <dgm:t>
        <a:bodyPr/>
        <a:lstStyle/>
        <a:p>
          <a:endParaRPr lang="zh-CN" altLang="en-US"/>
        </a:p>
      </dgm:t>
    </dgm:pt>
    <dgm:pt modelId="{3C0BEC9D-5138-4092-917D-0FC2861CF886}" type="pres">
      <dgm:prSet presAssocID="{75B6FF13-E7CD-44F8-BBF1-F29F51363EEE}" presName="sibTrans" presStyleCnt="0"/>
      <dgm:spPr/>
      <dgm:t>
        <a:bodyPr/>
        <a:lstStyle/>
        <a:p>
          <a:endParaRPr lang="zh-CN" altLang="en-US"/>
        </a:p>
      </dgm:t>
    </dgm:pt>
    <dgm:pt modelId="{6342CB30-F75B-4CF0-B70E-757326E06956}" type="pres">
      <dgm:prSet presAssocID="{75B6FF13-E7CD-44F8-BBF1-F29F51363EEE}" presName="space" presStyleCnt="0"/>
      <dgm:spPr/>
      <dgm:t>
        <a:bodyPr/>
        <a:lstStyle/>
        <a:p>
          <a:endParaRPr lang="zh-CN" altLang="en-US"/>
        </a:p>
      </dgm:t>
    </dgm:pt>
    <dgm:pt modelId="{3010B911-35BC-483E-AED1-69B69AAC28E3}" type="pres">
      <dgm:prSet presAssocID="{A6A20D49-2E4E-4121-B2CD-2C8D602A1CF7}" presName="composite" presStyleCnt="0"/>
      <dgm:spPr/>
      <dgm:t>
        <a:bodyPr/>
        <a:lstStyle/>
        <a:p>
          <a:endParaRPr lang="zh-CN" altLang="en-US"/>
        </a:p>
      </dgm:t>
    </dgm:pt>
    <dgm:pt modelId="{43EAD133-89AE-45C3-A7CA-BC039E3A4956}" type="pres">
      <dgm:prSet presAssocID="{A6A20D49-2E4E-4121-B2CD-2C8D602A1CF7}" presName="LShape" presStyleLbl="alignNode1" presStyleIdx="6" presStyleCnt="9"/>
      <dgm:spPr/>
      <dgm:t>
        <a:bodyPr/>
        <a:lstStyle/>
        <a:p>
          <a:endParaRPr lang="zh-CN" altLang="en-US"/>
        </a:p>
      </dgm:t>
    </dgm:pt>
    <dgm:pt modelId="{E97C78B4-0C55-47AD-8A1D-EE28B00318FF}" type="pres">
      <dgm:prSet presAssocID="{A6A20D49-2E4E-4121-B2CD-2C8D602A1CF7}" presName="ParentText" presStyleLbl="revTx" presStyleIdx="3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3C943A2-0888-423C-95A1-B4C6714331EC}" type="pres">
      <dgm:prSet presAssocID="{A6A20D49-2E4E-4121-B2CD-2C8D602A1CF7}" presName="Triangle" presStyleLbl="alignNode1" presStyleIdx="7" presStyleCnt="9"/>
      <dgm:spPr/>
      <dgm:t>
        <a:bodyPr/>
        <a:lstStyle/>
        <a:p>
          <a:endParaRPr lang="zh-CN" altLang="en-US"/>
        </a:p>
      </dgm:t>
    </dgm:pt>
    <dgm:pt modelId="{34A8F909-8297-49C7-A226-642BF5418A56}" type="pres">
      <dgm:prSet presAssocID="{1DFA9F53-2914-44DE-99C4-652374D34377}" presName="sibTrans" presStyleCnt="0"/>
      <dgm:spPr/>
      <dgm:t>
        <a:bodyPr/>
        <a:lstStyle/>
        <a:p>
          <a:endParaRPr lang="zh-CN" altLang="en-US"/>
        </a:p>
      </dgm:t>
    </dgm:pt>
    <dgm:pt modelId="{D18A63C7-39D6-4B78-8DA9-B98222C95DF5}" type="pres">
      <dgm:prSet presAssocID="{1DFA9F53-2914-44DE-99C4-652374D34377}" presName="space" presStyleCnt="0"/>
      <dgm:spPr/>
      <dgm:t>
        <a:bodyPr/>
        <a:lstStyle/>
        <a:p>
          <a:endParaRPr lang="zh-CN" altLang="en-US"/>
        </a:p>
      </dgm:t>
    </dgm:pt>
    <dgm:pt modelId="{897C7AB6-8099-4276-A109-D95F67236A00}" type="pres">
      <dgm:prSet presAssocID="{B506EAAE-0401-4DA6-80EF-95BC70EA9BF8}" presName="composite" presStyleCnt="0"/>
      <dgm:spPr/>
      <dgm:t>
        <a:bodyPr/>
        <a:lstStyle/>
        <a:p>
          <a:endParaRPr lang="zh-CN" altLang="en-US"/>
        </a:p>
      </dgm:t>
    </dgm:pt>
    <dgm:pt modelId="{52095855-0108-4E13-B123-19E85AE41B9C}" type="pres">
      <dgm:prSet presAssocID="{B506EAAE-0401-4DA6-80EF-95BC70EA9BF8}" presName="LShape" presStyleLbl="alignNode1" presStyleIdx="8" presStyleCnt="9"/>
      <dgm:spPr/>
      <dgm:t>
        <a:bodyPr/>
        <a:lstStyle/>
        <a:p>
          <a:endParaRPr lang="zh-CN" altLang="en-US"/>
        </a:p>
      </dgm:t>
    </dgm:pt>
    <dgm:pt modelId="{DC271205-BA31-42A6-8530-50A85CB9BCE3}" type="pres">
      <dgm:prSet presAssocID="{B506EAAE-0401-4DA6-80EF-95BC70EA9BF8}" presName="ParentText" presStyleLbl="revTx" presStyleIdx="4" presStyleCnt="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CE1788F3-7459-45E7-B250-C12B208A6809}" srcId="{4C6F6894-7B2D-4697-B017-50E704091D9E}" destId="{0198A83C-22EA-4A54-912F-51685DB93573}" srcOrd="2" destOrd="0" parTransId="{A21692E0-AA4A-4F7A-8DF9-7344F7DC745D}" sibTransId="{75B6FF13-E7CD-44F8-BBF1-F29F51363EEE}"/>
    <dgm:cxn modelId="{6B4E6BB4-8834-419E-B0B1-20E6555E726D}" srcId="{A6A20D49-2E4E-4121-B2CD-2C8D602A1CF7}" destId="{82447796-B031-468F-94E5-AE981862F814}" srcOrd="0" destOrd="0" parTransId="{DE4BD66A-0CC9-45CF-9204-9694FF74C4BF}" sibTransId="{30D49408-684B-4896-BA3D-D7329D3184BB}"/>
    <dgm:cxn modelId="{9AFB3274-1FDA-4358-B466-037795A061FD}" srcId="{4C6F6894-7B2D-4697-B017-50E704091D9E}" destId="{B506EAAE-0401-4DA6-80EF-95BC70EA9BF8}" srcOrd="4" destOrd="0" parTransId="{A2833A65-3D57-4ADB-9FE1-ACC109F159E7}" sibTransId="{68A8D42C-8B47-4CCB-9FBC-8BE5D85CAF39}"/>
    <dgm:cxn modelId="{1E1380B2-A94C-44EE-9F6B-35961C98E3F5}" srcId="{4C6F6894-7B2D-4697-B017-50E704091D9E}" destId="{CD5B4979-41FE-4D9A-B7A2-A0897C831A6B}" srcOrd="0" destOrd="0" parTransId="{637EFA92-BDC0-4C6D-A370-62990DEB7254}" sibTransId="{E7E39969-EE84-47FE-B278-C681CB458D13}"/>
    <dgm:cxn modelId="{32B43EA8-147F-4F2C-B9FD-1391916E9FFA}" type="presOf" srcId="{CD5B4979-41FE-4D9A-B7A2-A0897C831A6B}" destId="{0D442538-38E4-4EBA-B649-BBBA51D7567C}" srcOrd="0" destOrd="0" presId="urn:microsoft.com/office/officeart/2009/3/layout/StepUpProcess"/>
    <dgm:cxn modelId="{A434F611-A452-4493-A4F8-C4DF412B05F0}" srcId="{CD5B4979-41FE-4D9A-B7A2-A0897C831A6B}" destId="{6D340C17-0022-45DE-9882-FF7231CC38A5}" srcOrd="0" destOrd="0" parTransId="{447701E4-EC3D-442A-8070-A32B806AE335}" sibTransId="{3B838975-801B-42BA-92FE-38DF07199312}"/>
    <dgm:cxn modelId="{DF7D23C4-8620-4FDD-BA87-6A7EA51EC13F}" type="presOf" srcId="{6D340C17-0022-45DE-9882-FF7231CC38A5}" destId="{0D442538-38E4-4EBA-B649-BBBA51D7567C}" srcOrd="0" destOrd="1" presId="urn:microsoft.com/office/officeart/2009/3/layout/StepUpProcess"/>
    <dgm:cxn modelId="{A37704C7-EF94-4E8E-9915-DB5FF09C1E44}" type="presOf" srcId="{B506EAAE-0401-4DA6-80EF-95BC70EA9BF8}" destId="{DC271205-BA31-42A6-8530-50A85CB9BCE3}" srcOrd="0" destOrd="0" presId="urn:microsoft.com/office/officeart/2009/3/layout/StepUpProcess"/>
    <dgm:cxn modelId="{AA12664F-433A-4E50-9C1B-CFAB91E09C8E}" type="presOf" srcId="{50AB37DA-B923-48E0-8D6B-4D6070F24B63}" destId="{4CB2F2D2-53A1-43EB-913A-CB106B6D96D2}" srcOrd="0" destOrd="0" presId="urn:microsoft.com/office/officeart/2009/3/layout/StepUpProcess"/>
    <dgm:cxn modelId="{4FFFA135-0F87-447B-86D6-7A7FA6292ADD}" srcId="{B506EAAE-0401-4DA6-80EF-95BC70EA9BF8}" destId="{9F006B15-D1E7-4302-B335-BA439D479A98}" srcOrd="0" destOrd="0" parTransId="{047F80EC-6C09-4848-9B7C-208A0C6A178E}" sibTransId="{39522D48-8DBF-4096-9013-0B32932302B1}"/>
    <dgm:cxn modelId="{92473011-783A-4DD1-B8EA-888CAEA27B42}" srcId="{50AB37DA-B923-48E0-8D6B-4D6070F24B63}" destId="{781721C5-FC2E-486A-8DF4-073D36B4B170}" srcOrd="0" destOrd="0" parTransId="{FA96529A-B26B-42EE-ADD2-E23075B536AE}" sibTransId="{6247AC7E-8480-4C75-886B-FAAAE197B901}"/>
    <dgm:cxn modelId="{47824BBF-AE3F-430A-9A99-408C9DE41929}" srcId="{0198A83C-22EA-4A54-912F-51685DB93573}" destId="{0F1ED55F-740D-4016-8B17-28B67EAA7EFD}" srcOrd="0" destOrd="0" parTransId="{3B6D3042-BD30-4CE4-ADCB-5F79DB06EBD9}" sibTransId="{48528517-1706-42EA-9D10-0D02CD180E83}"/>
    <dgm:cxn modelId="{280467F3-C292-4B18-809C-A5754E9CDC45}" type="presOf" srcId="{A6A20D49-2E4E-4121-B2CD-2C8D602A1CF7}" destId="{E97C78B4-0C55-47AD-8A1D-EE28B00318FF}" srcOrd="0" destOrd="0" presId="urn:microsoft.com/office/officeart/2009/3/layout/StepUpProcess"/>
    <dgm:cxn modelId="{21EA492F-E5F5-4C40-8786-2649C2B3036B}" type="presOf" srcId="{0F1ED55F-740D-4016-8B17-28B67EAA7EFD}" destId="{ADF4F32C-65A3-40AF-9E62-EC527213A1CE}" srcOrd="0" destOrd="1" presId="urn:microsoft.com/office/officeart/2009/3/layout/StepUpProcess"/>
    <dgm:cxn modelId="{DC5DD550-104E-4298-BFED-6DF9009F984B}" type="presOf" srcId="{0198A83C-22EA-4A54-912F-51685DB93573}" destId="{ADF4F32C-65A3-40AF-9E62-EC527213A1CE}" srcOrd="0" destOrd="0" presId="urn:microsoft.com/office/officeart/2009/3/layout/StepUpProcess"/>
    <dgm:cxn modelId="{BBD48A25-BC32-437D-ABA5-04CCE36BEA76}" type="presOf" srcId="{781721C5-FC2E-486A-8DF4-073D36B4B170}" destId="{4CB2F2D2-53A1-43EB-913A-CB106B6D96D2}" srcOrd="0" destOrd="1" presId="urn:microsoft.com/office/officeart/2009/3/layout/StepUpProcess"/>
    <dgm:cxn modelId="{8A2BBDC9-2FF9-49C0-8533-5D4479E95200}" type="presOf" srcId="{9F006B15-D1E7-4302-B335-BA439D479A98}" destId="{DC271205-BA31-42A6-8530-50A85CB9BCE3}" srcOrd="0" destOrd="1" presId="urn:microsoft.com/office/officeart/2009/3/layout/StepUpProcess"/>
    <dgm:cxn modelId="{A4C868F5-7C03-48FC-9AE5-B721376B2EEB}" srcId="{4C6F6894-7B2D-4697-B017-50E704091D9E}" destId="{50AB37DA-B923-48E0-8D6B-4D6070F24B63}" srcOrd="1" destOrd="0" parTransId="{C5C1CA0F-3CB5-4F7B-A24F-DA18E318A242}" sibTransId="{C8907E1B-555E-4DA5-B97F-1D227A51DCB5}"/>
    <dgm:cxn modelId="{42E270B9-7B80-4618-9B8C-C9FB3A2FEAD3}" srcId="{4C6F6894-7B2D-4697-B017-50E704091D9E}" destId="{A6A20D49-2E4E-4121-B2CD-2C8D602A1CF7}" srcOrd="3" destOrd="0" parTransId="{04540CC8-E919-4ADE-A641-C3BAA833268A}" sibTransId="{1DFA9F53-2914-44DE-99C4-652374D34377}"/>
    <dgm:cxn modelId="{2AA7FA54-5C39-4EDA-A4C6-9F375EE36146}" type="presOf" srcId="{4C6F6894-7B2D-4697-B017-50E704091D9E}" destId="{09127506-473A-4453-86C0-40C36C51CCE3}" srcOrd="0" destOrd="0" presId="urn:microsoft.com/office/officeart/2009/3/layout/StepUpProcess"/>
    <dgm:cxn modelId="{BEEFFF9D-54CB-448A-920C-7FEB6B59BB01}" type="presOf" srcId="{82447796-B031-468F-94E5-AE981862F814}" destId="{E97C78B4-0C55-47AD-8A1D-EE28B00318FF}" srcOrd="0" destOrd="1" presId="urn:microsoft.com/office/officeart/2009/3/layout/StepUpProcess"/>
    <dgm:cxn modelId="{750E23C4-DF80-4303-976D-5A95D13175C1}" type="presParOf" srcId="{09127506-473A-4453-86C0-40C36C51CCE3}" destId="{6CC1B2E9-A933-41C8-B4A9-8BE95BD43255}" srcOrd="0" destOrd="0" presId="urn:microsoft.com/office/officeart/2009/3/layout/StepUpProcess"/>
    <dgm:cxn modelId="{4ABD2B9E-0489-474A-A328-2B59299FC0D6}" type="presParOf" srcId="{6CC1B2E9-A933-41C8-B4A9-8BE95BD43255}" destId="{05849638-4AF7-42C2-AFE6-75110CDD160C}" srcOrd="0" destOrd="0" presId="urn:microsoft.com/office/officeart/2009/3/layout/StepUpProcess"/>
    <dgm:cxn modelId="{75FB8BFD-E54B-4F03-B63B-8F95D265CA8D}" type="presParOf" srcId="{6CC1B2E9-A933-41C8-B4A9-8BE95BD43255}" destId="{0D442538-38E4-4EBA-B649-BBBA51D7567C}" srcOrd="1" destOrd="0" presId="urn:microsoft.com/office/officeart/2009/3/layout/StepUpProcess"/>
    <dgm:cxn modelId="{B3A77EEE-F72F-4E0D-B654-CA04F70F52C1}" type="presParOf" srcId="{6CC1B2E9-A933-41C8-B4A9-8BE95BD43255}" destId="{E1F0F87D-EB3A-4814-9F53-6FC03B8EAD04}" srcOrd="2" destOrd="0" presId="urn:microsoft.com/office/officeart/2009/3/layout/StepUpProcess"/>
    <dgm:cxn modelId="{58BDF627-62DB-4DD4-91A4-DC5E480496A5}" type="presParOf" srcId="{09127506-473A-4453-86C0-40C36C51CCE3}" destId="{5215BDCF-094C-4F02-A76C-926B4353B6F8}" srcOrd="1" destOrd="0" presId="urn:microsoft.com/office/officeart/2009/3/layout/StepUpProcess"/>
    <dgm:cxn modelId="{3D555680-24CA-4DBA-91AD-CCE7D2BC39F9}" type="presParOf" srcId="{5215BDCF-094C-4F02-A76C-926B4353B6F8}" destId="{36994865-2D3E-4C49-A20E-D423138DD16B}" srcOrd="0" destOrd="0" presId="urn:microsoft.com/office/officeart/2009/3/layout/StepUpProcess"/>
    <dgm:cxn modelId="{9F485A75-76E0-43AB-A968-C43C9E7538C3}" type="presParOf" srcId="{09127506-473A-4453-86C0-40C36C51CCE3}" destId="{3C59FFC5-9A96-4334-9672-4D490F230EB3}" srcOrd="2" destOrd="0" presId="urn:microsoft.com/office/officeart/2009/3/layout/StepUpProcess"/>
    <dgm:cxn modelId="{6E4D326C-DC2D-450A-9375-39B454F89CDE}" type="presParOf" srcId="{3C59FFC5-9A96-4334-9672-4D490F230EB3}" destId="{71D69E42-3E2F-4D12-BFAC-BABE7C238E2B}" srcOrd="0" destOrd="0" presId="urn:microsoft.com/office/officeart/2009/3/layout/StepUpProcess"/>
    <dgm:cxn modelId="{A0EEABAC-862D-489B-997B-ED41E6731BE5}" type="presParOf" srcId="{3C59FFC5-9A96-4334-9672-4D490F230EB3}" destId="{4CB2F2D2-53A1-43EB-913A-CB106B6D96D2}" srcOrd="1" destOrd="0" presId="urn:microsoft.com/office/officeart/2009/3/layout/StepUpProcess"/>
    <dgm:cxn modelId="{2B71124C-1AE5-469C-AD9A-8213F906836F}" type="presParOf" srcId="{3C59FFC5-9A96-4334-9672-4D490F230EB3}" destId="{16A7FD06-3DCB-4DC7-8EC0-1B2311FE5712}" srcOrd="2" destOrd="0" presId="urn:microsoft.com/office/officeart/2009/3/layout/StepUpProcess"/>
    <dgm:cxn modelId="{5E1FB955-0A3C-466A-95EF-8F66CC4873AE}" type="presParOf" srcId="{09127506-473A-4453-86C0-40C36C51CCE3}" destId="{C546AFD4-E4E3-49A3-BD39-4328521A0027}" srcOrd="3" destOrd="0" presId="urn:microsoft.com/office/officeart/2009/3/layout/StepUpProcess"/>
    <dgm:cxn modelId="{6017F07C-01D3-41A2-ACC5-7CB6CB1705B6}" type="presParOf" srcId="{C546AFD4-E4E3-49A3-BD39-4328521A0027}" destId="{B3BA1206-6E31-480D-8B21-D99242B95B9A}" srcOrd="0" destOrd="0" presId="urn:microsoft.com/office/officeart/2009/3/layout/StepUpProcess"/>
    <dgm:cxn modelId="{DCABA58E-A7AA-444B-AE58-D2354A56C3A7}" type="presParOf" srcId="{09127506-473A-4453-86C0-40C36C51CCE3}" destId="{5291A7AB-6842-451E-A1CE-445D1C696845}" srcOrd="4" destOrd="0" presId="urn:microsoft.com/office/officeart/2009/3/layout/StepUpProcess"/>
    <dgm:cxn modelId="{1D0EBEF5-0764-4C86-980F-B4DA4AA51ACE}" type="presParOf" srcId="{5291A7AB-6842-451E-A1CE-445D1C696845}" destId="{C7CCADC8-A808-48D4-8C92-1A0A1D7D0C84}" srcOrd="0" destOrd="0" presId="urn:microsoft.com/office/officeart/2009/3/layout/StepUpProcess"/>
    <dgm:cxn modelId="{02A59FF7-AF48-4F3A-8D21-1F74C2BC7140}" type="presParOf" srcId="{5291A7AB-6842-451E-A1CE-445D1C696845}" destId="{ADF4F32C-65A3-40AF-9E62-EC527213A1CE}" srcOrd="1" destOrd="0" presId="urn:microsoft.com/office/officeart/2009/3/layout/StepUpProcess"/>
    <dgm:cxn modelId="{D6464396-E066-4DD6-80E2-3BFB580C598B}" type="presParOf" srcId="{5291A7AB-6842-451E-A1CE-445D1C696845}" destId="{25D2DB65-30D7-4CB1-87CF-2E465A0BFEA8}" srcOrd="2" destOrd="0" presId="urn:microsoft.com/office/officeart/2009/3/layout/StepUpProcess"/>
    <dgm:cxn modelId="{D6E7F1AC-8CD9-4A6C-812F-D136F324C0F0}" type="presParOf" srcId="{09127506-473A-4453-86C0-40C36C51CCE3}" destId="{3C0BEC9D-5138-4092-917D-0FC2861CF886}" srcOrd="5" destOrd="0" presId="urn:microsoft.com/office/officeart/2009/3/layout/StepUpProcess"/>
    <dgm:cxn modelId="{DA3718A7-3237-4067-B80C-DC31AF2E8490}" type="presParOf" srcId="{3C0BEC9D-5138-4092-917D-0FC2861CF886}" destId="{6342CB30-F75B-4CF0-B70E-757326E06956}" srcOrd="0" destOrd="0" presId="urn:microsoft.com/office/officeart/2009/3/layout/StepUpProcess"/>
    <dgm:cxn modelId="{21F232DD-5C5E-4EEA-AEC8-8ABF653575EE}" type="presParOf" srcId="{09127506-473A-4453-86C0-40C36C51CCE3}" destId="{3010B911-35BC-483E-AED1-69B69AAC28E3}" srcOrd="6" destOrd="0" presId="urn:microsoft.com/office/officeart/2009/3/layout/StepUpProcess"/>
    <dgm:cxn modelId="{A28D2884-8E59-4811-8EC1-9EB4A6DC66CF}" type="presParOf" srcId="{3010B911-35BC-483E-AED1-69B69AAC28E3}" destId="{43EAD133-89AE-45C3-A7CA-BC039E3A4956}" srcOrd="0" destOrd="0" presId="urn:microsoft.com/office/officeart/2009/3/layout/StepUpProcess"/>
    <dgm:cxn modelId="{0C089FF3-B675-41CC-B2FA-60866E069792}" type="presParOf" srcId="{3010B911-35BC-483E-AED1-69B69AAC28E3}" destId="{E97C78B4-0C55-47AD-8A1D-EE28B00318FF}" srcOrd="1" destOrd="0" presId="urn:microsoft.com/office/officeart/2009/3/layout/StepUpProcess"/>
    <dgm:cxn modelId="{CED3ED2C-8B4F-4C2A-AB31-2AB2376268D4}" type="presParOf" srcId="{3010B911-35BC-483E-AED1-69B69AAC28E3}" destId="{73C943A2-0888-423C-95A1-B4C6714331EC}" srcOrd="2" destOrd="0" presId="urn:microsoft.com/office/officeart/2009/3/layout/StepUpProcess"/>
    <dgm:cxn modelId="{2F6528BE-15FC-4AD9-ADD2-B081F80F2A32}" type="presParOf" srcId="{09127506-473A-4453-86C0-40C36C51CCE3}" destId="{34A8F909-8297-49C7-A226-642BF5418A56}" srcOrd="7" destOrd="0" presId="urn:microsoft.com/office/officeart/2009/3/layout/StepUpProcess"/>
    <dgm:cxn modelId="{125D7FB4-0F87-4EB2-9238-5333ADBE1D39}" type="presParOf" srcId="{34A8F909-8297-49C7-A226-642BF5418A56}" destId="{D18A63C7-39D6-4B78-8DA9-B98222C95DF5}" srcOrd="0" destOrd="0" presId="urn:microsoft.com/office/officeart/2009/3/layout/StepUpProcess"/>
    <dgm:cxn modelId="{0A2F56B4-7E89-4499-8468-8A3D8D33407A}" type="presParOf" srcId="{09127506-473A-4453-86C0-40C36C51CCE3}" destId="{897C7AB6-8099-4276-A109-D95F67236A00}" srcOrd="8" destOrd="0" presId="urn:microsoft.com/office/officeart/2009/3/layout/StepUpProcess"/>
    <dgm:cxn modelId="{94C99ED3-E4D9-4C69-8B54-E2EB8932DF68}" type="presParOf" srcId="{897C7AB6-8099-4276-A109-D95F67236A00}" destId="{52095855-0108-4E13-B123-19E85AE41B9C}" srcOrd="0" destOrd="0" presId="urn:microsoft.com/office/officeart/2009/3/layout/StepUpProcess"/>
    <dgm:cxn modelId="{D7EE35C6-6490-4FA3-85AC-BAF79134035E}" type="presParOf" srcId="{897C7AB6-8099-4276-A109-D95F67236A00}" destId="{DC271205-BA31-42A6-8530-50A85CB9BCE3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20F61BA-7EAC-46F5-BD01-2F6A8B749892}" type="doc">
      <dgm:prSet loTypeId="urn:microsoft.com/office/officeart/2005/8/layout/default" loCatId="list" qsTypeId="urn:microsoft.com/office/officeart/2005/8/quickstyle/3d1" qsCatId="3D" csTypeId="urn:microsoft.com/office/officeart/2005/8/colors/accent1_1" csCatId="accent1"/>
      <dgm:spPr/>
      <dgm:t>
        <a:bodyPr/>
        <a:lstStyle/>
        <a:p>
          <a:endParaRPr lang="zh-CN" altLang="en-US"/>
        </a:p>
      </dgm:t>
    </dgm:pt>
    <dgm:pt modelId="{450ABA00-9763-445B-BEF2-6D2231D734FA}">
      <dgm:prSet custT="1"/>
      <dgm:spPr/>
      <dgm:t>
        <a:bodyPr/>
        <a:lstStyle/>
        <a:p>
          <a:pPr algn="l" rtl="0"/>
          <a:r>
            <a:rPr lang="en-US" sz="2000" b="1" dirty="0" smtClean="0"/>
            <a:t>AHB</a:t>
          </a:r>
          <a:r>
            <a:rPr lang="zh-CN" sz="2000" b="1" dirty="0" smtClean="0"/>
            <a:t>总线、内核、内存和</a:t>
          </a:r>
          <a:r>
            <a:rPr lang="en-US" sz="2000" b="1" dirty="0" smtClean="0"/>
            <a:t>DMA</a:t>
          </a:r>
          <a:r>
            <a:rPr lang="zh-CN" sz="2000" b="1" dirty="0" smtClean="0"/>
            <a:t>使用的</a:t>
          </a:r>
          <a:r>
            <a:rPr lang="en-US" sz="2000" b="1" dirty="0" smtClean="0"/>
            <a:t>HCLK</a:t>
          </a:r>
          <a:r>
            <a:rPr lang="zh-CN" sz="2000" b="1" dirty="0" smtClean="0"/>
            <a:t>时钟。</a:t>
          </a:r>
          <a:endParaRPr lang="zh-CN" sz="2000" b="1" dirty="0"/>
        </a:p>
      </dgm:t>
    </dgm:pt>
    <dgm:pt modelId="{AC169011-4760-462A-81E8-E2D13205AFDE}" type="parTrans" cxnId="{889A25B4-8A6F-4031-B7B0-5C1C1643AA6E}">
      <dgm:prSet/>
      <dgm:spPr/>
      <dgm:t>
        <a:bodyPr/>
        <a:lstStyle/>
        <a:p>
          <a:pPr algn="ctr"/>
          <a:endParaRPr lang="zh-CN" altLang="en-US" sz="3200" b="1"/>
        </a:p>
      </dgm:t>
    </dgm:pt>
    <dgm:pt modelId="{9D354DFC-5D14-4FE6-A7FB-69436E96E1CA}" type="sibTrans" cxnId="{889A25B4-8A6F-4031-B7B0-5C1C1643AA6E}">
      <dgm:prSet/>
      <dgm:spPr/>
      <dgm:t>
        <a:bodyPr/>
        <a:lstStyle/>
        <a:p>
          <a:pPr algn="ctr"/>
          <a:endParaRPr lang="zh-CN" altLang="en-US" sz="3200" b="1"/>
        </a:p>
      </dgm:t>
    </dgm:pt>
    <dgm:pt modelId="{4D167DB3-5997-47F2-9A23-CAA0476C6159}">
      <dgm:prSet custT="1"/>
      <dgm:spPr/>
      <dgm:t>
        <a:bodyPr/>
        <a:lstStyle/>
        <a:p>
          <a:pPr algn="ctr" rtl="0"/>
          <a:r>
            <a:rPr lang="zh-CN" sz="2000" b="1" dirty="0" smtClean="0"/>
            <a:t>通过</a:t>
          </a:r>
          <a:r>
            <a:rPr lang="en-US" sz="2000" b="1" dirty="0" smtClean="0"/>
            <a:t>8</a:t>
          </a:r>
          <a:r>
            <a:rPr lang="zh-CN" sz="2000" b="1" dirty="0" smtClean="0"/>
            <a:t>分频后用作</a:t>
          </a:r>
          <a:r>
            <a:rPr lang="en-US" sz="2000" b="1" dirty="0" smtClean="0"/>
            <a:t>Cortex</a:t>
          </a:r>
          <a:r>
            <a:rPr lang="zh-CN" sz="2000" b="1" dirty="0" smtClean="0"/>
            <a:t>的系统定时器时钟。</a:t>
          </a:r>
          <a:endParaRPr lang="zh-CN" sz="2000" b="1" dirty="0"/>
        </a:p>
      </dgm:t>
    </dgm:pt>
    <dgm:pt modelId="{97DE1BFC-2976-42E0-9D4C-D48249A6C56E}" type="parTrans" cxnId="{3A894D38-B065-42F0-A6D3-14D743D0F5F0}">
      <dgm:prSet/>
      <dgm:spPr/>
      <dgm:t>
        <a:bodyPr/>
        <a:lstStyle/>
        <a:p>
          <a:pPr algn="ctr"/>
          <a:endParaRPr lang="zh-CN" altLang="en-US" sz="3200" b="1"/>
        </a:p>
      </dgm:t>
    </dgm:pt>
    <dgm:pt modelId="{D7D1F8A7-7844-4764-B575-9A4CE314D729}" type="sibTrans" cxnId="{3A894D38-B065-42F0-A6D3-14D743D0F5F0}">
      <dgm:prSet/>
      <dgm:spPr/>
      <dgm:t>
        <a:bodyPr/>
        <a:lstStyle/>
        <a:p>
          <a:pPr algn="ctr"/>
          <a:endParaRPr lang="zh-CN" altLang="en-US" sz="3200" b="1"/>
        </a:p>
      </dgm:t>
    </dgm:pt>
    <dgm:pt modelId="{D6A5B8D1-2666-4FFC-B8A4-C7F74C42C02F}">
      <dgm:prSet custT="1"/>
      <dgm:spPr/>
      <dgm:t>
        <a:bodyPr/>
        <a:lstStyle/>
        <a:p>
          <a:pPr algn="ctr" rtl="0"/>
          <a:r>
            <a:rPr lang="zh-CN" sz="2000" b="1" smtClean="0"/>
            <a:t>直接作为</a:t>
          </a:r>
          <a:r>
            <a:rPr lang="en-US" sz="2000" b="1" smtClean="0"/>
            <a:t>Cortex</a:t>
          </a:r>
          <a:r>
            <a:rPr lang="zh-CN" sz="2000" b="1" smtClean="0"/>
            <a:t>的空闲运行时钟</a:t>
          </a:r>
          <a:r>
            <a:rPr lang="en-US" sz="2000" b="1" smtClean="0"/>
            <a:t>FCLK</a:t>
          </a:r>
          <a:r>
            <a:rPr lang="zh-CN" sz="2000" b="1" smtClean="0"/>
            <a:t>。</a:t>
          </a:r>
          <a:endParaRPr lang="zh-CN" sz="2000" b="1"/>
        </a:p>
      </dgm:t>
    </dgm:pt>
    <dgm:pt modelId="{DDDB2589-93F0-4F8C-BA96-12FF10E27391}" type="parTrans" cxnId="{2F9FF252-088F-40C9-A113-DD9CC78F0BE0}">
      <dgm:prSet/>
      <dgm:spPr/>
      <dgm:t>
        <a:bodyPr/>
        <a:lstStyle/>
        <a:p>
          <a:pPr algn="ctr"/>
          <a:endParaRPr lang="zh-CN" altLang="en-US" sz="3200" b="1"/>
        </a:p>
      </dgm:t>
    </dgm:pt>
    <dgm:pt modelId="{CC32C16B-EB1E-4220-A89C-1537874C6365}" type="sibTrans" cxnId="{2F9FF252-088F-40C9-A113-DD9CC78F0BE0}">
      <dgm:prSet/>
      <dgm:spPr/>
      <dgm:t>
        <a:bodyPr/>
        <a:lstStyle/>
        <a:p>
          <a:pPr algn="ctr"/>
          <a:endParaRPr lang="zh-CN" altLang="en-US" sz="3200" b="1"/>
        </a:p>
      </dgm:t>
    </dgm:pt>
    <dgm:pt modelId="{0672E21E-9A1E-40F5-96B6-8B3877EAD46A}">
      <dgm:prSet custT="1"/>
      <dgm:spPr/>
      <dgm:t>
        <a:bodyPr/>
        <a:lstStyle/>
        <a:p>
          <a:pPr algn="ctr" rtl="0"/>
          <a:r>
            <a:rPr lang="zh-CN" sz="2000" b="1" dirty="0" smtClean="0"/>
            <a:t>供给</a:t>
          </a:r>
          <a:r>
            <a:rPr lang="en-US" sz="2000" b="1" dirty="0" smtClean="0"/>
            <a:t>APB1</a:t>
          </a:r>
          <a:r>
            <a:rPr lang="zh-CN" sz="2000" b="1" dirty="0" smtClean="0"/>
            <a:t>分频器。</a:t>
          </a:r>
          <a:endParaRPr lang="zh-CN" sz="2000" b="1" dirty="0"/>
        </a:p>
      </dgm:t>
    </dgm:pt>
    <dgm:pt modelId="{A37DC22F-CC44-418B-9CAA-8499277CF713}" type="parTrans" cxnId="{E4052524-4597-4B24-8117-FA9DC398AE77}">
      <dgm:prSet/>
      <dgm:spPr/>
      <dgm:t>
        <a:bodyPr/>
        <a:lstStyle/>
        <a:p>
          <a:pPr algn="ctr"/>
          <a:endParaRPr lang="zh-CN" altLang="en-US" sz="3200" b="1"/>
        </a:p>
      </dgm:t>
    </dgm:pt>
    <dgm:pt modelId="{C01069D3-C2C0-49CA-830B-222C3588F62B}" type="sibTrans" cxnId="{E4052524-4597-4B24-8117-FA9DC398AE77}">
      <dgm:prSet/>
      <dgm:spPr/>
      <dgm:t>
        <a:bodyPr/>
        <a:lstStyle/>
        <a:p>
          <a:pPr algn="ctr"/>
          <a:endParaRPr lang="zh-CN" altLang="en-US" sz="3200" b="1"/>
        </a:p>
      </dgm:t>
    </dgm:pt>
    <dgm:pt modelId="{0C83BEC5-6D39-4C66-990A-5E13ADE3A8F9}">
      <dgm:prSet custT="1"/>
      <dgm:spPr/>
      <dgm:t>
        <a:bodyPr/>
        <a:lstStyle/>
        <a:p>
          <a:pPr algn="ctr" rtl="0"/>
          <a:r>
            <a:rPr lang="zh-CN" sz="2000" b="1" smtClean="0"/>
            <a:t>供给</a:t>
          </a:r>
          <a:r>
            <a:rPr lang="en-US" sz="2000" b="1" smtClean="0"/>
            <a:t>APB2</a:t>
          </a:r>
          <a:r>
            <a:rPr lang="zh-CN" sz="2000" b="1" smtClean="0"/>
            <a:t>分频器。</a:t>
          </a:r>
          <a:endParaRPr lang="zh-CN" sz="2000" b="1"/>
        </a:p>
      </dgm:t>
    </dgm:pt>
    <dgm:pt modelId="{0AD78490-3055-47BD-A9EA-7A54F59E78A2}" type="parTrans" cxnId="{961EB704-8424-4DF1-87E8-143771C839F9}">
      <dgm:prSet/>
      <dgm:spPr/>
      <dgm:t>
        <a:bodyPr/>
        <a:lstStyle/>
        <a:p>
          <a:pPr algn="ctr"/>
          <a:endParaRPr lang="zh-CN" altLang="en-US" sz="3200" b="1"/>
        </a:p>
      </dgm:t>
    </dgm:pt>
    <dgm:pt modelId="{FAA5D7B0-8BE2-4A2B-933D-6952A10CCF54}" type="sibTrans" cxnId="{961EB704-8424-4DF1-87E8-143771C839F9}">
      <dgm:prSet/>
      <dgm:spPr/>
      <dgm:t>
        <a:bodyPr/>
        <a:lstStyle/>
        <a:p>
          <a:pPr algn="ctr"/>
          <a:endParaRPr lang="zh-CN" altLang="en-US" sz="3200" b="1"/>
        </a:p>
      </dgm:t>
    </dgm:pt>
    <dgm:pt modelId="{036BAC31-2AAA-41D7-8300-C177C0D23C31}" type="pres">
      <dgm:prSet presAssocID="{520F61BA-7EAC-46F5-BD01-2F6A8B749892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E6403E59-9C6C-4946-9789-CACED4808506}" type="pres">
      <dgm:prSet presAssocID="{450ABA00-9763-445B-BEF2-6D2231D734FA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F06BC80-4EA7-463A-947B-F059BC06EDDC}" type="pres">
      <dgm:prSet presAssocID="{9D354DFC-5D14-4FE6-A7FB-69436E96E1CA}" presName="sibTrans" presStyleCnt="0"/>
      <dgm:spPr/>
      <dgm:t>
        <a:bodyPr/>
        <a:lstStyle/>
        <a:p>
          <a:endParaRPr lang="zh-CN" altLang="en-US"/>
        </a:p>
      </dgm:t>
    </dgm:pt>
    <dgm:pt modelId="{FE7B28CF-8898-42AF-A4D9-0035A1109921}" type="pres">
      <dgm:prSet presAssocID="{4D167DB3-5997-47F2-9A23-CAA0476C6159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4D3C53E-60A1-485A-9660-9A91A52C6406}" type="pres">
      <dgm:prSet presAssocID="{D7D1F8A7-7844-4764-B575-9A4CE314D729}" presName="sibTrans" presStyleCnt="0"/>
      <dgm:spPr/>
      <dgm:t>
        <a:bodyPr/>
        <a:lstStyle/>
        <a:p>
          <a:endParaRPr lang="zh-CN" altLang="en-US"/>
        </a:p>
      </dgm:t>
    </dgm:pt>
    <dgm:pt modelId="{FDE0E2C1-DCDD-48F6-91FC-9AE12BC9718D}" type="pres">
      <dgm:prSet presAssocID="{D6A5B8D1-2666-4FFC-B8A4-C7F74C42C02F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66039A3-5400-40E6-B2CE-D64D8F654C1A}" type="pres">
      <dgm:prSet presAssocID="{CC32C16B-EB1E-4220-A89C-1537874C6365}" presName="sibTrans" presStyleCnt="0"/>
      <dgm:spPr/>
      <dgm:t>
        <a:bodyPr/>
        <a:lstStyle/>
        <a:p>
          <a:endParaRPr lang="zh-CN" altLang="en-US"/>
        </a:p>
      </dgm:t>
    </dgm:pt>
    <dgm:pt modelId="{D22AF73B-C6ED-44A0-BEE7-1C394002B63D}" type="pres">
      <dgm:prSet presAssocID="{0672E21E-9A1E-40F5-96B6-8B3877EAD46A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7274159-261A-4A2F-9117-8ABCF2652D6A}" type="pres">
      <dgm:prSet presAssocID="{C01069D3-C2C0-49CA-830B-222C3588F62B}" presName="sibTrans" presStyleCnt="0"/>
      <dgm:spPr/>
      <dgm:t>
        <a:bodyPr/>
        <a:lstStyle/>
        <a:p>
          <a:endParaRPr lang="zh-CN" altLang="en-US"/>
        </a:p>
      </dgm:t>
    </dgm:pt>
    <dgm:pt modelId="{21CEDC47-7D35-415F-9D3C-9CBC867869E0}" type="pres">
      <dgm:prSet presAssocID="{0C83BEC5-6D39-4C66-990A-5E13ADE3A8F9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FB24C23-9433-40CB-8A82-1CA04424650C}" type="presOf" srcId="{D6A5B8D1-2666-4FFC-B8A4-C7F74C42C02F}" destId="{FDE0E2C1-DCDD-48F6-91FC-9AE12BC9718D}" srcOrd="0" destOrd="0" presId="urn:microsoft.com/office/officeart/2005/8/layout/default"/>
    <dgm:cxn modelId="{AE713870-F52E-49C8-AF77-17F8C8F928DD}" type="presOf" srcId="{4D167DB3-5997-47F2-9A23-CAA0476C6159}" destId="{FE7B28CF-8898-42AF-A4D9-0035A1109921}" srcOrd="0" destOrd="0" presId="urn:microsoft.com/office/officeart/2005/8/layout/default"/>
    <dgm:cxn modelId="{E4052524-4597-4B24-8117-FA9DC398AE77}" srcId="{520F61BA-7EAC-46F5-BD01-2F6A8B749892}" destId="{0672E21E-9A1E-40F5-96B6-8B3877EAD46A}" srcOrd="3" destOrd="0" parTransId="{A37DC22F-CC44-418B-9CAA-8499277CF713}" sibTransId="{C01069D3-C2C0-49CA-830B-222C3588F62B}"/>
    <dgm:cxn modelId="{961EB704-8424-4DF1-87E8-143771C839F9}" srcId="{520F61BA-7EAC-46F5-BD01-2F6A8B749892}" destId="{0C83BEC5-6D39-4C66-990A-5E13ADE3A8F9}" srcOrd="4" destOrd="0" parTransId="{0AD78490-3055-47BD-A9EA-7A54F59E78A2}" sibTransId="{FAA5D7B0-8BE2-4A2B-933D-6952A10CCF54}"/>
    <dgm:cxn modelId="{889A25B4-8A6F-4031-B7B0-5C1C1643AA6E}" srcId="{520F61BA-7EAC-46F5-BD01-2F6A8B749892}" destId="{450ABA00-9763-445B-BEF2-6D2231D734FA}" srcOrd="0" destOrd="0" parTransId="{AC169011-4760-462A-81E8-E2D13205AFDE}" sibTransId="{9D354DFC-5D14-4FE6-A7FB-69436E96E1CA}"/>
    <dgm:cxn modelId="{1EA23313-CF5D-45EC-BCCF-C548AF772D74}" type="presOf" srcId="{520F61BA-7EAC-46F5-BD01-2F6A8B749892}" destId="{036BAC31-2AAA-41D7-8300-C177C0D23C31}" srcOrd="0" destOrd="0" presId="urn:microsoft.com/office/officeart/2005/8/layout/default"/>
    <dgm:cxn modelId="{BE34736C-1F09-454A-B352-B4452FB9EEA1}" type="presOf" srcId="{450ABA00-9763-445B-BEF2-6D2231D734FA}" destId="{E6403E59-9C6C-4946-9789-CACED4808506}" srcOrd="0" destOrd="0" presId="urn:microsoft.com/office/officeart/2005/8/layout/default"/>
    <dgm:cxn modelId="{3A894D38-B065-42F0-A6D3-14D743D0F5F0}" srcId="{520F61BA-7EAC-46F5-BD01-2F6A8B749892}" destId="{4D167DB3-5997-47F2-9A23-CAA0476C6159}" srcOrd="1" destOrd="0" parTransId="{97DE1BFC-2976-42E0-9D4C-D48249A6C56E}" sibTransId="{D7D1F8A7-7844-4764-B575-9A4CE314D729}"/>
    <dgm:cxn modelId="{D465B990-ED5E-4190-A93C-AF61AF6C345A}" type="presOf" srcId="{0672E21E-9A1E-40F5-96B6-8B3877EAD46A}" destId="{D22AF73B-C6ED-44A0-BEE7-1C394002B63D}" srcOrd="0" destOrd="0" presId="urn:microsoft.com/office/officeart/2005/8/layout/default"/>
    <dgm:cxn modelId="{2F9FF252-088F-40C9-A113-DD9CC78F0BE0}" srcId="{520F61BA-7EAC-46F5-BD01-2F6A8B749892}" destId="{D6A5B8D1-2666-4FFC-B8A4-C7F74C42C02F}" srcOrd="2" destOrd="0" parTransId="{DDDB2589-93F0-4F8C-BA96-12FF10E27391}" sibTransId="{CC32C16B-EB1E-4220-A89C-1537874C6365}"/>
    <dgm:cxn modelId="{EBEAE1B6-341D-4A70-934B-8B6B5388709C}" type="presOf" srcId="{0C83BEC5-6D39-4C66-990A-5E13ADE3A8F9}" destId="{21CEDC47-7D35-415F-9D3C-9CBC867869E0}" srcOrd="0" destOrd="0" presId="urn:microsoft.com/office/officeart/2005/8/layout/default"/>
    <dgm:cxn modelId="{73B03C09-4995-4626-898C-F18C87BC1178}" type="presParOf" srcId="{036BAC31-2AAA-41D7-8300-C177C0D23C31}" destId="{E6403E59-9C6C-4946-9789-CACED4808506}" srcOrd="0" destOrd="0" presId="urn:microsoft.com/office/officeart/2005/8/layout/default"/>
    <dgm:cxn modelId="{EE63CF94-195F-415A-B9EF-C585B337CE09}" type="presParOf" srcId="{036BAC31-2AAA-41D7-8300-C177C0D23C31}" destId="{BF06BC80-4EA7-463A-947B-F059BC06EDDC}" srcOrd="1" destOrd="0" presId="urn:microsoft.com/office/officeart/2005/8/layout/default"/>
    <dgm:cxn modelId="{13FB6FD4-8441-4D2C-B5FF-2BC7942C34FF}" type="presParOf" srcId="{036BAC31-2AAA-41D7-8300-C177C0D23C31}" destId="{FE7B28CF-8898-42AF-A4D9-0035A1109921}" srcOrd="2" destOrd="0" presId="urn:microsoft.com/office/officeart/2005/8/layout/default"/>
    <dgm:cxn modelId="{31776441-A4B6-4505-A4D1-679CAD54BB7C}" type="presParOf" srcId="{036BAC31-2AAA-41D7-8300-C177C0D23C31}" destId="{64D3C53E-60A1-485A-9660-9A91A52C6406}" srcOrd="3" destOrd="0" presId="urn:microsoft.com/office/officeart/2005/8/layout/default"/>
    <dgm:cxn modelId="{FB2AF4F0-5C48-4203-BD30-2D0F6CE9D34F}" type="presParOf" srcId="{036BAC31-2AAA-41D7-8300-C177C0D23C31}" destId="{FDE0E2C1-DCDD-48F6-91FC-9AE12BC9718D}" srcOrd="4" destOrd="0" presId="urn:microsoft.com/office/officeart/2005/8/layout/default"/>
    <dgm:cxn modelId="{CFD508C0-9685-43F9-9E58-7CA05183E33B}" type="presParOf" srcId="{036BAC31-2AAA-41D7-8300-C177C0D23C31}" destId="{666039A3-5400-40E6-B2CE-D64D8F654C1A}" srcOrd="5" destOrd="0" presId="urn:microsoft.com/office/officeart/2005/8/layout/default"/>
    <dgm:cxn modelId="{901CA0B8-8B5B-4174-A47B-E252C4AA496A}" type="presParOf" srcId="{036BAC31-2AAA-41D7-8300-C177C0D23C31}" destId="{D22AF73B-C6ED-44A0-BEE7-1C394002B63D}" srcOrd="6" destOrd="0" presId="urn:microsoft.com/office/officeart/2005/8/layout/default"/>
    <dgm:cxn modelId="{5D473752-1352-4605-B504-6483F8FE88AD}" type="presParOf" srcId="{036BAC31-2AAA-41D7-8300-C177C0D23C31}" destId="{97274159-261A-4A2F-9117-8ABCF2652D6A}" srcOrd="7" destOrd="0" presId="urn:microsoft.com/office/officeart/2005/8/layout/default"/>
    <dgm:cxn modelId="{8F53F1B9-CDA1-4D63-BEAB-FB54F370D8C2}" type="presParOf" srcId="{036BAC31-2AAA-41D7-8300-C177C0D23C31}" destId="{21CEDC47-7D35-415F-9D3C-9CBC867869E0}" srcOrd="8" destOrd="0" presId="urn:microsoft.com/office/officeart/2005/8/layout/default"/>
  </dgm:cxnLst>
  <dgm:bg>
    <a:solidFill>
      <a:schemeClr val="accent5">
        <a:lumMod val="40000"/>
        <a:lumOff val="60000"/>
      </a:schemeClr>
    </a:soli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B12B0-8ED7-423A-98C2-ACC6EE7F5834}">
      <dsp:nvSpPr>
        <dsp:cNvPr id="0" name=""/>
        <dsp:cNvSpPr/>
      </dsp:nvSpPr>
      <dsp:spPr>
        <a:xfrm rot="10800000">
          <a:off x="360035" y="919"/>
          <a:ext cx="5616633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2.1 </a:t>
          </a:r>
          <a:r>
            <a:rPr lang="zh-CN" altLang="zh-CN" sz="2000" b="1" kern="1200" dirty="0" smtClean="0"/>
            <a:t>嵌入式系统基础知识</a:t>
          </a:r>
          <a:endParaRPr lang="zh-CN" sz="2000" b="1" kern="1200" dirty="0"/>
        </a:p>
      </dsp:txBody>
      <dsp:txXfrm rot="10800000">
        <a:off x="505148" y="919"/>
        <a:ext cx="5471520" cy="580451"/>
      </dsp:txXfrm>
    </dsp:sp>
    <dsp:sp modelId="{BD893DEC-F94E-4CFD-8B1D-44EBE27F01D8}">
      <dsp:nvSpPr>
        <dsp:cNvPr id="0" name=""/>
        <dsp:cNvSpPr/>
      </dsp:nvSpPr>
      <dsp:spPr>
        <a:xfrm>
          <a:off x="216021" y="919"/>
          <a:ext cx="580451" cy="58045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D22E1E6-691D-45DB-B730-1DC2060C8198}">
      <dsp:nvSpPr>
        <dsp:cNvPr id="0" name=""/>
        <dsp:cNvSpPr/>
      </dsp:nvSpPr>
      <dsp:spPr>
        <a:xfrm rot="10800000">
          <a:off x="360035" y="754640"/>
          <a:ext cx="5616633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2.2 ARM</a:t>
          </a:r>
          <a:endParaRPr lang="zh-CN" sz="2000" b="1" kern="1200" dirty="0"/>
        </a:p>
      </dsp:txBody>
      <dsp:txXfrm rot="10800000">
        <a:off x="505148" y="754640"/>
        <a:ext cx="5471520" cy="580451"/>
      </dsp:txXfrm>
    </dsp:sp>
    <dsp:sp modelId="{536BAE9F-688B-43CA-8A61-824EE17C80DA}">
      <dsp:nvSpPr>
        <dsp:cNvPr id="0" name=""/>
        <dsp:cNvSpPr/>
      </dsp:nvSpPr>
      <dsp:spPr>
        <a:xfrm>
          <a:off x="216021" y="754640"/>
          <a:ext cx="580451" cy="58045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9106F8-718B-46E5-8FB7-F18DA0278976}">
      <dsp:nvSpPr>
        <dsp:cNvPr id="0" name=""/>
        <dsp:cNvSpPr/>
      </dsp:nvSpPr>
      <dsp:spPr>
        <a:xfrm rot="10800000">
          <a:off x="360035" y="1508361"/>
          <a:ext cx="5616633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2.3 Cortex-</a:t>
          </a:r>
          <a:r>
            <a:rPr lang="en-US" altLang="zh-CN" sz="2000" b="1" kern="1200" dirty="0" err="1" smtClean="0"/>
            <a:t>M3</a:t>
          </a:r>
          <a:r>
            <a:rPr lang="zh-CN" altLang="zh-CN" sz="2000" b="1" kern="1200" dirty="0" smtClean="0"/>
            <a:t>内核</a:t>
          </a:r>
          <a:endParaRPr lang="zh-CN" sz="2000" b="1" kern="1200" dirty="0"/>
        </a:p>
      </dsp:txBody>
      <dsp:txXfrm rot="10800000">
        <a:off x="505148" y="1508361"/>
        <a:ext cx="5471520" cy="580451"/>
      </dsp:txXfrm>
    </dsp:sp>
    <dsp:sp modelId="{25EE83B5-9181-4312-AF69-76E7DB3C707E}">
      <dsp:nvSpPr>
        <dsp:cNvPr id="0" name=""/>
        <dsp:cNvSpPr/>
      </dsp:nvSpPr>
      <dsp:spPr>
        <a:xfrm>
          <a:off x="216021" y="1508361"/>
          <a:ext cx="580451" cy="58045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4C057C8A-0BEF-4994-BBEC-A922A9AF3377}">
      <dsp:nvSpPr>
        <dsp:cNvPr id="0" name=""/>
        <dsp:cNvSpPr/>
      </dsp:nvSpPr>
      <dsp:spPr>
        <a:xfrm rot="10800000">
          <a:off x="360035" y="2262082"/>
          <a:ext cx="5616633" cy="580451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5963" tIns="76200" rIns="142240" bIns="76200" numCol="1" spcCol="1270" anchor="ctr" anchorCtr="0">
          <a:noAutofit/>
        </a:bodyPr>
        <a:lstStyle/>
        <a:p>
          <a:pPr marL="0" lvl="0" indent="17780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000" b="1" kern="1200" dirty="0" smtClean="0"/>
            <a:t>2.4 </a:t>
          </a:r>
          <a:r>
            <a:rPr lang="en-US" altLang="zh-CN" sz="2000" b="1" kern="1200" dirty="0" err="1" smtClean="0"/>
            <a:t>STM32</a:t>
          </a:r>
          <a:r>
            <a:rPr lang="zh-CN" altLang="en-US" sz="2000" b="1" kern="1200" dirty="0" smtClean="0"/>
            <a:t>微控制器结构</a:t>
          </a:r>
          <a:endParaRPr lang="zh-CN" sz="2000" b="1" kern="1200" dirty="0"/>
        </a:p>
      </dsp:txBody>
      <dsp:txXfrm rot="10800000">
        <a:off x="505148" y="2262082"/>
        <a:ext cx="5471520" cy="580451"/>
      </dsp:txXfrm>
    </dsp:sp>
    <dsp:sp modelId="{D7D810FA-E05D-46FA-A424-ECECDC4C0C9B}">
      <dsp:nvSpPr>
        <dsp:cNvPr id="0" name=""/>
        <dsp:cNvSpPr/>
      </dsp:nvSpPr>
      <dsp:spPr>
        <a:xfrm>
          <a:off x="216021" y="2262082"/>
          <a:ext cx="580451" cy="580451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381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7D4283-95A1-4B97-B75E-403525FA0293}">
      <dsp:nvSpPr>
        <dsp:cNvPr id="0" name=""/>
        <dsp:cNvSpPr/>
      </dsp:nvSpPr>
      <dsp:spPr>
        <a:xfrm>
          <a:off x="341048" y="0"/>
          <a:ext cx="7549285" cy="2900794"/>
        </a:xfrm>
        <a:prstGeom prst="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B3B005-6DFD-4488-A2CF-A8668C2B4D41}">
      <dsp:nvSpPr>
        <dsp:cNvPr id="0" name=""/>
        <dsp:cNvSpPr/>
      </dsp:nvSpPr>
      <dsp:spPr>
        <a:xfrm>
          <a:off x="4024" y="870238"/>
          <a:ext cx="1187161" cy="116031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smtClean="0"/>
            <a:t>选用使用频度较高的一些简单指令</a:t>
          </a:r>
          <a:endParaRPr lang="zh-CN" altLang="en-US" sz="1600" kern="1200"/>
        </a:p>
      </dsp:txBody>
      <dsp:txXfrm>
        <a:off x="60666" y="926880"/>
        <a:ext cx="1073877" cy="1047033"/>
      </dsp:txXfrm>
    </dsp:sp>
    <dsp:sp modelId="{58261BB1-FE6B-48E8-BB89-0DD13BD6FCBA}">
      <dsp:nvSpPr>
        <dsp:cNvPr id="0" name=""/>
        <dsp:cNvSpPr/>
      </dsp:nvSpPr>
      <dsp:spPr>
        <a:xfrm>
          <a:off x="1389046" y="870238"/>
          <a:ext cx="1187161" cy="1160317"/>
        </a:xfrm>
        <a:prstGeom prst="roundRect">
          <a:avLst/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smtClean="0"/>
            <a:t>指令的指令长度固定</a:t>
          </a:r>
          <a:endParaRPr lang="zh-CN" altLang="en-US" sz="1600" kern="1200"/>
        </a:p>
      </dsp:txBody>
      <dsp:txXfrm>
        <a:off x="1445688" y="926880"/>
        <a:ext cx="1073877" cy="1047033"/>
      </dsp:txXfrm>
    </dsp:sp>
    <dsp:sp modelId="{7340C0A6-7909-4ABD-9D95-284677615C18}">
      <dsp:nvSpPr>
        <dsp:cNvPr id="0" name=""/>
        <dsp:cNvSpPr/>
      </dsp:nvSpPr>
      <dsp:spPr>
        <a:xfrm>
          <a:off x="2774067" y="870238"/>
          <a:ext cx="1187161" cy="1160317"/>
        </a:xfrm>
        <a:prstGeom prst="roundRect">
          <a:avLst/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smtClean="0"/>
            <a:t>指令格式和寻址方式的种类较少</a:t>
          </a:r>
          <a:endParaRPr lang="zh-CN" altLang="en-US" sz="1600" kern="1200"/>
        </a:p>
      </dsp:txBody>
      <dsp:txXfrm>
        <a:off x="2830709" y="926880"/>
        <a:ext cx="1073877" cy="1047033"/>
      </dsp:txXfrm>
    </dsp:sp>
    <dsp:sp modelId="{9065CB65-4835-47F5-BC50-D1B99A2404FA}">
      <dsp:nvSpPr>
        <dsp:cNvPr id="0" name=""/>
        <dsp:cNvSpPr/>
      </dsp:nvSpPr>
      <dsp:spPr>
        <a:xfrm>
          <a:off x="4159089" y="870238"/>
          <a:ext cx="1187161" cy="1160317"/>
        </a:xfrm>
        <a:prstGeom prst="roundRect">
          <a:avLst/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smtClean="0"/>
            <a:t>便于指令的流水线操作</a:t>
          </a:r>
          <a:endParaRPr lang="zh-CN" altLang="en-US" sz="1600" kern="1200"/>
        </a:p>
      </dsp:txBody>
      <dsp:txXfrm>
        <a:off x="4215731" y="926880"/>
        <a:ext cx="1073877" cy="1047033"/>
      </dsp:txXfrm>
    </dsp:sp>
    <dsp:sp modelId="{84A05F29-3C00-4F8F-8E70-02EBF30F6634}">
      <dsp:nvSpPr>
        <dsp:cNvPr id="0" name=""/>
        <dsp:cNvSpPr/>
      </dsp:nvSpPr>
      <dsp:spPr>
        <a:xfrm>
          <a:off x="5544111" y="870238"/>
          <a:ext cx="1203746" cy="1160317"/>
        </a:xfrm>
        <a:prstGeom prst="roundRect">
          <a:avLst/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b="1" kern="1200" dirty="0" smtClean="0"/>
            <a:t>绝大部分</a:t>
          </a:r>
          <a:r>
            <a:rPr lang="zh-CN" sz="1500" b="1" kern="1200" dirty="0" smtClean="0"/>
            <a:t>指令的操作均在运行速度最快的寄存器内完成</a:t>
          </a:r>
          <a:endParaRPr lang="zh-CN" sz="1500" kern="1200" dirty="0"/>
        </a:p>
      </dsp:txBody>
      <dsp:txXfrm>
        <a:off x="5600753" y="926880"/>
        <a:ext cx="1090462" cy="1047033"/>
      </dsp:txXfrm>
    </dsp:sp>
    <dsp:sp modelId="{1DF478AB-3D30-4F3C-AEA1-7F2C549570DF}">
      <dsp:nvSpPr>
        <dsp:cNvPr id="0" name=""/>
        <dsp:cNvSpPr/>
      </dsp:nvSpPr>
      <dsp:spPr>
        <a:xfrm>
          <a:off x="6945718" y="870238"/>
          <a:ext cx="1187161" cy="1160317"/>
        </a:xfrm>
        <a:prstGeom prst="roundRect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500" b="1" kern="1200" dirty="0" smtClean="0"/>
            <a:t>采用优化的编译程序来生成高效的目标代码</a:t>
          </a:r>
          <a:endParaRPr lang="zh-CN" altLang="en-US" sz="1500" kern="1200" dirty="0"/>
        </a:p>
      </dsp:txBody>
      <dsp:txXfrm>
        <a:off x="7002360" y="926880"/>
        <a:ext cx="1073877" cy="10470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B37F6F-9FAC-48F9-86C7-B3A592A7C319}">
      <dsp:nvSpPr>
        <dsp:cNvPr id="0" name=""/>
        <dsp:cNvSpPr/>
      </dsp:nvSpPr>
      <dsp:spPr>
        <a:xfrm>
          <a:off x="98793" y="268358"/>
          <a:ext cx="2318916" cy="72466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37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指令系统比较丰富</a:t>
          </a:r>
          <a:endParaRPr lang="zh-CN" altLang="en-US" sz="1800" b="1" kern="1200" dirty="0"/>
        </a:p>
      </dsp:txBody>
      <dsp:txXfrm>
        <a:off x="98793" y="268358"/>
        <a:ext cx="2318916" cy="724661"/>
      </dsp:txXfrm>
    </dsp:sp>
    <dsp:sp modelId="{C1BDF395-19E1-45C5-9DE8-BE6524308976}">
      <dsp:nvSpPr>
        <dsp:cNvPr id="0" name=""/>
        <dsp:cNvSpPr/>
      </dsp:nvSpPr>
      <dsp:spPr>
        <a:xfrm>
          <a:off x="7614" y="113306"/>
          <a:ext cx="507262" cy="390262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16C7C-EED5-4067-8979-F174AC9AA681}">
      <dsp:nvSpPr>
        <dsp:cNvPr id="0" name=""/>
        <dsp:cNvSpPr/>
      </dsp:nvSpPr>
      <dsp:spPr>
        <a:xfrm>
          <a:off x="2597264" y="268358"/>
          <a:ext cx="2318916" cy="72466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37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smtClean="0"/>
            <a:t>指令字长不固定</a:t>
          </a:r>
          <a:endParaRPr lang="zh-CN" altLang="en-US" sz="1800" b="1" kern="1200"/>
        </a:p>
      </dsp:txBody>
      <dsp:txXfrm>
        <a:off x="2597264" y="268358"/>
        <a:ext cx="2318916" cy="724661"/>
      </dsp:txXfrm>
    </dsp:sp>
    <dsp:sp modelId="{8DAAA3B5-B3CA-43C7-B6A7-6E1E58C52976}">
      <dsp:nvSpPr>
        <dsp:cNvPr id="0" name=""/>
        <dsp:cNvSpPr/>
      </dsp:nvSpPr>
      <dsp:spPr>
        <a:xfrm>
          <a:off x="2506085" y="113306"/>
          <a:ext cx="507262" cy="390262"/>
        </a:xfrm>
        <a:prstGeom prst="rect">
          <a:avLst/>
        </a:prstGeom>
        <a:blipFill rotWithShape="1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82A257-A802-43E1-8EDB-4C779F31531B}">
      <dsp:nvSpPr>
        <dsp:cNvPr id="0" name=""/>
        <dsp:cNvSpPr/>
      </dsp:nvSpPr>
      <dsp:spPr>
        <a:xfrm>
          <a:off x="5095735" y="268358"/>
          <a:ext cx="2318916" cy="724661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37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指令格式较多</a:t>
          </a:r>
          <a:endParaRPr lang="zh-CN" altLang="en-US" sz="1800" b="1" kern="1200" dirty="0"/>
        </a:p>
      </dsp:txBody>
      <dsp:txXfrm>
        <a:off x="5095735" y="268358"/>
        <a:ext cx="2318916" cy="724661"/>
      </dsp:txXfrm>
    </dsp:sp>
    <dsp:sp modelId="{DE2AFDE7-9252-430A-B76A-7E4076AD4C66}">
      <dsp:nvSpPr>
        <dsp:cNvPr id="0" name=""/>
        <dsp:cNvSpPr/>
      </dsp:nvSpPr>
      <dsp:spPr>
        <a:xfrm>
          <a:off x="5004557" y="113306"/>
          <a:ext cx="507262" cy="390262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19CF6-AC3B-4ED6-8E3F-6A78810F457E}">
      <dsp:nvSpPr>
        <dsp:cNvPr id="0" name=""/>
        <dsp:cNvSpPr/>
      </dsp:nvSpPr>
      <dsp:spPr>
        <a:xfrm>
          <a:off x="154841" y="1152127"/>
          <a:ext cx="2251375" cy="885972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6541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寻址方式多</a:t>
          </a:r>
          <a:endParaRPr lang="zh-CN" altLang="en-US" sz="1800" b="1" kern="1200" dirty="0"/>
        </a:p>
      </dsp:txBody>
      <dsp:txXfrm>
        <a:off x="154841" y="1152127"/>
        <a:ext cx="2251375" cy="885972"/>
      </dsp:txXfrm>
    </dsp:sp>
    <dsp:sp modelId="{969BB7D7-CC39-4793-BAA9-1CCF1ABC828B}">
      <dsp:nvSpPr>
        <dsp:cNvPr id="0" name=""/>
        <dsp:cNvSpPr/>
      </dsp:nvSpPr>
      <dsp:spPr>
        <a:xfrm>
          <a:off x="42791" y="1046749"/>
          <a:ext cx="492488" cy="378895"/>
        </a:xfrm>
        <a:prstGeom prst="rect">
          <a:avLst/>
        </a:prstGeom>
        <a:blipFill rotWithShape="1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751A26-F072-4E68-9E55-3F4BFBD00261}">
      <dsp:nvSpPr>
        <dsp:cNvPr id="0" name=""/>
        <dsp:cNvSpPr/>
      </dsp:nvSpPr>
      <dsp:spPr>
        <a:xfrm>
          <a:off x="2562086" y="1075953"/>
          <a:ext cx="2318916" cy="95994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37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绝大多数指令需要多个时钟周期才能执行完毕</a:t>
          </a:r>
          <a:endParaRPr lang="zh-CN" altLang="en-US" sz="1800" b="1" kern="1200" dirty="0"/>
        </a:p>
      </dsp:txBody>
      <dsp:txXfrm>
        <a:off x="2562086" y="1075953"/>
        <a:ext cx="2318916" cy="959944"/>
      </dsp:txXfrm>
    </dsp:sp>
    <dsp:sp modelId="{CFBE685C-5465-4654-965F-870000B569DC}">
      <dsp:nvSpPr>
        <dsp:cNvPr id="0" name=""/>
        <dsp:cNvSpPr/>
      </dsp:nvSpPr>
      <dsp:spPr>
        <a:xfrm>
          <a:off x="2465465" y="1027186"/>
          <a:ext cx="507262" cy="412975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E59063-B832-464B-9C38-84D8AE0DF625}">
      <dsp:nvSpPr>
        <dsp:cNvPr id="0" name=""/>
        <dsp:cNvSpPr/>
      </dsp:nvSpPr>
      <dsp:spPr>
        <a:xfrm>
          <a:off x="5097907" y="1080120"/>
          <a:ext cx="2318916" cy="959944"/>
        </a:xfrm>
        <a:prstGeom prst="rect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0837" tIns="68580" rIns="68580" bIns="68580" numCol="1" spcCol="1270" anchor="ctr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更多地应用于桌面、高性能计算机领域</a:t>
          </a:r>
          <a:endParaRPr lang="zh-CN" altLang="en-US" sz="1800" b="1" kern="1200" dirty="0"/>
        </a:p>
      </dsp:txBody>
      <dsp:txXfrm>
        <a:off x="5097907" y="1080120"/>
        <a:ext cx="2318916" cy="959944"/>
      </dsp:txXfrm>
    </dsp:sp>
    <dsp:sp modelId="{4890730F-8DA4-4BD4-8538-3CA719D4C04D}">
      <dsp:nvSpPr>
        <dsp:cNvPr id="0" name=""/>
        <dsp:cNvSpPr/>
      </dsp:nvSpPr>
      <dsp:spPr>
        <a:xfrm>
          <a:off x="4963936" y="1027186"/>
          <a:ext cx="507262" cy="412975"/>
        </a:xfrm>
        <a:prstGeom prst="rect">
          <a:avLst/>
        </a:prstGeom>
        <a:blipFill rotWithShape="1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1521C3-59A1-4BE9-A2A6-66C5E9278FBB}">
      <dsp:nvSpPr>
        <dsp:cNvPr id="0" name=""/>
        <dsp:cNvSpPr/>
      </dsp:nvSpPr>
      <dsp:spPr>
        <a:xfrm>
          <a:off x="2950452" y="2148057"/>
          <a:ext cx="3050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5014" y="45720"/>
              </a:lnTo>
            </a:path>
          </a:pathLst>
        </a:custGeom>
        <a:noFill/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CE354-B61C-4A45-BD0C-ECBE5656973F}">
      <dsp:nvSpPr>
        <dsp:cNvPr id="0" name=""/>
        <dsp:cNvSpPr/>
      </dsp:nvSpPr>
      <dsp:spPr>
        <a:xfrm>
          <a:off x="1727177" y="1296144"/>
          <a:ext cx="305014" cy="897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52507" y="0"/>
              </a:lnTo>
              <a:lnTo>
                <a:pt x="152507" y="897633"/>
              </a:lnTo>
              <a:lnTo>
                <a:pt x="305014" y="897633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13404-4639-4ED2-8AAE-A2DA72FD6010}">
      <dsp:nvSpPr>
        <dsp:cNvPr id="0" name=""/>
        <dsp:cNvSpPr/>
      </dsp:nvSpPr>
      <dsp:spPr>
        <a:xfrm>
          <a:off x="2950452" y="1250423"/>
          <a:ext cx="3050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5014" y="45720"/>
              </a:lnTo>
            </a:path>
          </a:pathLst>
        </a:custGeom>
        <a:noFill/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176AEC5-A7C2-4AA4-A606-88C939896483}">
      <dsp:nvSpPr>
        <dsp:cNvPr id="0" name=""/>
        <dsp:cNvSpPr/>
      </dsp:nvSpPr>
      <dsp:spPr>
        <a:xfrm>
          <a:off x="1727177" y="1250423"/>
          <a:ext cx="3050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5014" y="4572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F4B547-A26C-4110-A042-6672C57721D3}">
      <dsp:nvSpPr>
        <dsp:cNvPr id="0" name=""/>
        <dsp:cNvSpPr/>
      </dsp:nvSpPr>
      <dsp:spPr>
        <a:xfrm>
          <a:off x="2950452" y="352790"/>
          <a:ext cx="30501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05014" y="45720"/>
              </a:lnTo>
            </a:path>
          </a:pathLst>
        </a:custGeom>
        <a:noFill/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E5C9F6-6260-4A30-AB16-D9C0C893F75D}">
      <dsp:nvSpPr>
        <dsp:cNvPr id="0" name=""/>
        <dsp:cNvSpPr/>
      </dsp:nvSpPr>
      <dsp:spPr>
        <a:xfrm>
          <a:off x="1727177" y="398510"/>
          <a:ext cx="305014" cy="897633"/>
        </a:xfrm>
        <a:custGeom>
          <a:avLst/>
          <a:gdLst/>
          <a:ahLst/>
          <a:cxnLst/>
          <a:rect l="0" t="0" r="0" b="0"/>
          <a:pathLst>
            <a:path>
              <a:moveTo>
                <a:pt x="0" y="897633"/>
              </a:moveTo>
              <a:lnTo>
                <a:pt x="152507" y="897633"/>
              </a:lnTo>
              <a:lnTo>
                <a:pt x="152507" y="0"/>
              </a:lnTo>
              <a:lnTo>
                <a:pt x="305014" y="0"/>
              </a:lnTo>
            </a:path>
          </a:pathLst>
        </a:custGeom>
        <a:noFill/>
        <a:ln w="25400" cap="flat" cmpd="sng" algn="ctr">
          <a:solidFill>
            <a:schemeClr val="accent5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5075BAB-483A-441F-858C-DE3FE38FF61F}">
      <dsp:nvSpPr>
        <dsp:cNvPr id="0" name=""/>
        <dsp:cNvSpPr/>
      </dsp:nvSpPr>
      <dsp:spPr>
        <a:xfrm>
          <a:off x="567" y="942643"/>
          <a:ext cx="1726610" cy="707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Cortex</a:t>
          </a:r>
          <a:r>
            <a:rPr lang="zh-CN" sz="1600" b="1" kern="1200" dirty="0" smtClean="0"/>
            <a:t>系列处理器</a:t>
          </a:r>
          <a:endParaRPr lang="zh-CN" altLang="en-US" sz="1600" b="1" kern="1200" dirty="0"/>
        </a:p>
      </dsp:txBody>
      <dsp:txXfrm>
        <a:off x="567" y="942643"/>
        <a:ext cx="1726610" cy="707000"/>
      </dsp:txXfrm>
    </dsp:sp>
    <dsp:sp modelId="{185FEF55-B507-41DD-AD3E-11914C49CEFE}">
      <dsp:nvSpPr>
        <dsp:cNvPr id="0" name=""/>
        <dsp:cNvSpPr/>
      </dsp:nvSpPr>
      <dsp:spPr>
        <a:xfrm>
          <a:off x="2032191" y="45009"/>
          <a:ext cx="918260" cy="707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Cortex-A</a:t>
          </a:r>
          <a:endParaRPr lang="zh-CN" altLang="en-US" sz="1600" b="1" kern="1200" dirty="0"/>
        </a:p>
      </dsp:txBody>
      <dsp:txXfrm>
        <a:off x="2032191" y="45009"/>
        <a:ext cx="918260" cy="707000"/>
      </dsp:txXfrm>
    </dsp:sp>
    <dsp:sp modelId="{1224CE18-E368-4791-82DB-E8D903967A1E}">
      <dsp:nvSpPr>
        <dsp:cNvPr id="0" name=""/>
        <dsp:cNvSpPr/>
      </dsp:nvSpPr>
      <dsp:spPr>
        <a:xfrm>
          <a:off x="3255466" y="45009"/>
          <a:ext cx="3944765" cy="707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应用程序型，虚拟内存系统架构，适用于高端消费电子领域</a:t>
          </a:r>
          <a:endParaRPr lang="zh-CN" altLang="en-US" sz="1600" b="1" kern="1200" dirty="0"/>
        </a:p>
      </dsp:txBody>
      <dsp:txXfrm>
        <a:off x="3255466" y="45009"/>
        <a:ext cx="3944765" cy="707000"/>
      </dsp:txXfrm>
    </dsp:sp>
    <dsp:sp modelId="{8DE148CE-3B46-42B7-9CAE-D3C7A2B2E9F7}">
      <dsp:nvSpPr>
        <dsp:cNvPr id="0" name=""/>
        <dsp:cNvSpPr/>
      </dsp:nvSpPr>
      <dsp:spPr>
        <a:xfrm>
          <a:off x="2032191" y="942643"/>
          <a:ext cx="918260" cy="707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Cortex-R</a:t>
          </a:r>
          <a:endParaRPr lang="zh-CN" altLang="en-US" sz="1600" b="1" kern="1200" dirty="0"/>
        </a:p>
      </dsp:txBody>
      <dsp:txXfrm>
        <a:off x="2032191" y="942643"/>
        <a:ext cx="918260" cy="707000"/>
      </dsp:txXfrm>
    </dsp:sp>
    <dsp:sp modelId="{45A0DBF7-3D2D-4037-863F-AED33506CC52}">
      <dsp:nvSpPr>
        <dsp:cNvPr id="0" name=""/>
        <dsp:cNvSpPr/>
      </dsp:nvSpPr>
      <dsp:spPr>
        <a:xfrm>
          <a:off x="3255466" y="942643"/>
          <a:ext cx="3931497" cy="707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实时型，针对高性能高实时性的应用</a:t>
          </a:r>
          <a:endParaRPr lang="zh-CN" altLang="en-US" sz="1600" b="1" kern="1200" dirty="0"/>
        </a:p>
      </dsp:txBody>
      <dsp:txXfrm>
        <a:off x="3255466" y="942643"/>
        <a:ext cx="3931497" cy="707000"/>
      </dsp:txXfrm>
    </dsp:sp>
    <dsp:sp modelId="{01DAF349-659D-4F60-BEDB-36CD37B4F65D}">
      <dsp:nvSpPr>
        <dsp:cNvPr id="0" name=""/>
        <dsp:cNvSpPr/>
      </dsp:nvSpPr>
      <dsp:spPr>
        <a:xfrm>
          <a:off x="2032191" y="1840277"/>
          <a:ext cx="918260" cy="707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/>
            <a:t>Cortex-M</a:t>
          </a:r>
          <a:endParaRPr lang="zh-CN" altLang="en-US" sz="1600" b="1" kern="1200" dirty="0"/>
        </a:p>
      </dsp:txBody>
      <dsp:txXfrm>
        <a:off x="2032191" y="1840277"/>
        <a:ext cx="918260" cy="707000"/>
      </dsp:txXfrm>
    </dsp:sp>
    <dsp:sp modelId="{69E51075-4A0E-4FA2-ACC7-4CBD46B87266}">
      <dsp:nvSpPr>
        <dsp:cNvPr id="0" name=""/>
        <dsp:cNvSpPr/>
      </dsp:nvSpPr>
      <dsp:spPr>
        <a:xfrm>
          <a:off x="3255466" y="1840277"/>
          <a:ext cx="3935249" cy="7070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微控制器型，适合低功耗、高性能且成本敏感的产品，主要面向嵌入式及工业控制领域</a:t>
          </a:r>
          <a:endParaRPr lang="zh-CN" altLang="en-US" sz="1600" b="1" kern="1200" dirty="0"/>
        </a:p>
      </dsp:txBody>
      <dsp:txXfrm>
        <a:off x="3255466" y="1840277"/>
        <a:ext cx="3935249" cy="707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9801AA-D9C1-4B82-8B31-1DD2B68FE93D}">
      <dsp:nvSpPr>
        <dsp:cNvPr id="0" name=""/>
        <dsp:cNvSpPr/>
      </dsp:nvSpPr>
      <dsp:spPr>
        <a:xfrm>
          <a:off x="7987" y="1700599"/>
          <a:ext cx="1145163" cy="71916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GB" altLang="en-US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Cortex-M3</a:t>
          </a:r>
        </a:p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微处理器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9051" y="1721663"/>
        <a:ext cx="1103035" cy="677041"/>
      </dsp:txXfrm>
    </dsp:sp>
    <dsp:sp modelId="{4AA70A89-A3A6-4345-832B-CB65B1785775}">
      <dsp:nvSpPr>
        <dsp:cNvPr id="0" name=""/>
        <dsp:cNvSpPr/>
      </dsp:nvSpPr>
      <dsp:spPr>
        <a:xfrm rot="17230830">
          <a:off x="820625" y="1601316"/>
          <a:ext cx="943848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943848" y="80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268953" y="1585721"/>
        <a:ext cx="47192" cy="47192"/>
      </dsp:txXfrm>
    </dsp:sp>
    <dsp:sp modelId="{0EA4A5F4-DCC8-40D1-9160-D41E725559D7}">
      <dsp:nvSpPr>
        <dsp:cNvPr id="0" name=""/>
        <dsp:cNvSpPr/>
      </dsp:nvSpPr>
      <dsp:spPr>
        <a:xfrm>
          <a:off x="1431948" y="840776"/>
          <a:ext cx="1355704" cy="6353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Cortex-M3</a:t>
          </a:r>
        </a:p>
        <a:p>
          <a:pPr lvl="0" algn="ctr" defTabSz="71120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内核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450557" y="859385"/>
        <a:ext cx="1318486" cy="598131"/>
      </dsp:txXfrm>
    </dsp:sp>
    <dsp:sp modelId="{6BBD33CF-2919-4214-90A6-5B45AC236AD7}">
      <dsp:nvSpPr>
        <dsp:cNvPr id="0" name=""/>
        <dsp:cNvSpPr/>
      </dsp:nvSpPr>
      <dsp:spPr>
        <a:xfrm rot="17350740">
          <a:off x="2502729" y="749680"/>
          <a:ext cx="848642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848642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905834" y="736465"/>
        <a:ext cx="42432" cy="42432"/>
      </dsp:txXfrm>
    </dsp:sp>
    <dsp:sp modelId="{ECB23D1A-FFCF-4F25-8527-305A4A31D111}">
      <dsp:nvSpPr>
        <dsp:cNvPr id="0" name=""/>
        <dsp:cNvSpPr/>
      </dsp:nvSpPr>
      <dsp:spPr>
        <a:xfrm>
          <a:off x="3066448" y="182663"/>
          <a:ext cx="4414395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中央处理器核心（</a:t>
          </a:r>
          <a:r>
            <a:rPr lang="en-GB" altLang="en-US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Cortex-M3 Core</a:t>
          </a:r>
          <a:r>
            <a:rPr lang="zh-CN" altLang="en-US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192870"/>
        <a:ext cx="4393981" cy="328081"/>
      </dsp:txXfrm>
    </dsp:sp>
    <dsp:sp modelId="{FBC75CA1-F94D-4696-8539-D163FCCCBE77}">
      <dsp:nvSpPr>
        <dsp:cNvPr id="0" name=""/>
        <dsp:cNvSpPr/>
      </dsp:nvSpPr>
      <dsp:spPr>
        <a:xfrm rot="18289469">
          <a:off x="2682948" y="950065"/>
          <a:ext cx="488205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488205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914845" y="945861"/>
        <a:ext cx="24410" cy="24410"/>
      </dsp:txXfrm>
    </dsp:sp>
    <dsp:sp modelId="{67F3B027-A787-47A3-9DCC-F43CADFD675F}">
      <dsp:nvSpPr>
        <dsp:cNvPr id="0" name=""/>
        <dsp:cNvSpPr/>
      </dsp:nvSpPr>
      <dsp:spPr>
        <a:xfrm>
          <a:off x="3066448" y="583433"/>
          <a:ext cx="4414395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嵌套向量中断控制器（</a:t>
          </a:r>
          <a:r>
            <a:rPr lang="en-US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NVIC</a:t>
          </a: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zh-CN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593640"/>
        <a:ext cx="4393981" cy="328081"/>
      </dsp:txXfrm>
    </dsp:sp>
    <dsp:sp modelId="{3DE14EEC-6C35-4EF3-BA0B-5438FEBC16A0}">
      <dsp:nvSpPr>
        <dsp:cNvPr id="0" name=""/>
        <dsp:cNvSpPr/>
      </dsp:nvSpPr>
      <dsp:spPr>
        <a:xfrm>
          <a:off x="2787652" y="1150450"/>
          <a:ext cx="278796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278796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920080" y="1151481"/>
        <a:ext cx="13939" cy="13939"/>
      </dsp:txXfrm>
    </dsp:sp>
    <dsp:sp modelId="{1A523B74-D03B-481B-B8A3-F57D5EA187FF}">
      <dsp:nvSpPr>
        <dsp:cNvPr id="0" name=""/>
        <dsp:cNvSpPr/>
      </dsp:nvSpPr>
      <dsp:spPr>
        <a:xfrm>
          <a:off x="3066448" y="984203"/>
          <a:ext cx="4414395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系统时钟（</a:t>
          </a:r>
          <a:r>
            <a:rPr lang="en-US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SYSTICK</a:t>
          </a: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zh-CN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994410"/>
        <a:ext cx="4393981" cy="328081"/>
      </dsp:txXfrm>
    </dsp:sp>
    <dsp:sp modelId="{281A6B5A-9E8C-4C5F-BDE4-F4EC8A3E3514}">
      <dsp:nvSpPr>
        <dsp:cNvPr id="0" name=""/>
        <dsp:cNvSpPr/>
      </dsp:nvSpPr>
      <dsp:spPr>
        <a:xfrm rot="3310531">
          <a:off x="2682948" y="1350835"/>
          <a:ext cx="488205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488205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914845" y="1346631"/>
        <a:ext cx="24410" cy="24410"/>
      </dsp:txXfrm>
    </dsp:sp>
    <dsp:sp modelId="{906E305C-D325-4464-9603-04B6F7871F4C}">
      <dsp:nvSpPr>
        <dsp:cNvPr id="0" name=""/>
        <dsp:cNvSpPr/>
      </dsp:nvSpPr>
      <dsp:spPr>
        <a:xfrm>
          <a:off x="3066448" y="1384973"/>
          <a:ext cx="4414395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存储器保护单元（</a:t>
          </a:r>
          <a:r>
            <a:rPr lang="en-US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MPU</a:t>
          </a: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）</a:t>
          </a:r>
          <a:endParaRPr lang="zh-CN" altLang="zh-CN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1395180"/>
        <a:ext cx="4393981" cy="328081"/>
      </dsp:txXfrm>
    </dsp:sp>
    <dsp:sp modelId="{1CDFF38A-F361-4EBC-B2AB-12223807DBEC}">
      <dsp:nvSpPr>
        <dsp:cNvPr id="0" name=""/>
        <dsp:cNvSpPr/>
      </dsp:nvSpPr>
      <dsp:spPr>
        <a:xfrm rot="4249260">
          <a:off x="2502729" y="1551220"/>
          <a:ext cx="848642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848642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/>
        </a:p>
      </dsp:txBody>
      <dsp:txXfrm>
        <a:off x="2905834" y="1538005"/>
        <a:ext cx="42432" cy="42432"/>
      </dsp:txXfrm>
    </dsp:sp>
    <dsp:sp modelId="{E7CA34EE-9921-41E5-A32E-B65C6A2B6943}">
      <dsp:nvSpPr>
        <dsp:cNvPr id="0" name=""/>
        <dsp:cNvSpPr/>
      </dsp:nvSpPr>
      <dsp:spPr>
        <a:xfrm>
          <a:off x="3066448" y="1785743"/>
          <a:ext cx="4403361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总线矩阵（</a:t>
          </a:r>
          <a:r>
            <a:rPr lang="en-US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AHB</a:t>
          </a: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互连网络）</a:t>
          </a:r>
          <a:endParaRPr lang="zh-CN" altLang="zh-CN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1795950"/>
        <a:ext cx="4382947" cy="328081"/>
      </dsp:txXfrm>
    </dsp:sp>
    <dsp:sp modelId="{ADD60F7E-F129-4FAA-9717-6BBCD5214DDA}">
      <dsp:nvSpPr>
        <dsp:cNvPr id="0" name=""/>
        <dsp:cNvSpPr/>
      </dsp:nvSpPr>
      <dsp:spPr>
        <a:xfrm rot="4369170">
          <a:off x="820625" y="2503049"/>
          <a:ext cx="943848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943848" y="8001"/>
              </a:lnTo>
            </a:path>
          </a:pathLst>
        </a:cu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268953" y="2487454"/>
        <a:ext cx="47192" cy="47192"/>
      </dsp:txXfrm>
    </dsp:sp>
    <dsp:sp modelId="{0F98E39D-9477-4FD6-913C-B6D96817538C}">
      <dsp:nvSpPr>
        <dsp:cNvPr id="0" name=""/>
        <dsp:cNvSpPr/>
      </dsp:nvSpPr>
      <dsp:spPr>
        <a:xfrm>
          <a:off x="1431948" y="2644241"/>
          <a:ext cx="1355704" cy="63534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zh-CN" sz="1600" b="1" kern="1200" dirty="0" smtClean="0">
              <a:latin typeface="Times New Roman" pitchFamily="18" charset="0"/>
              <a:ea typeface="+mn-ea"/>
              <a:cs typeface="Times New Roman" pitchFamily="18" charset="0"/>
            </a:rPr>
            <a:t>调试系统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1450557" y="2662850"/>
        <a:ext cx="1318486" cy="598131"/>
      </dsp:txXfrm>
    </dsp:sp>
    <dsp:sp modelId="{C3193DE0-E76A-441C-B0ED-166724EF4A78}">
      <dsp:nvSpPr>
        <dsp:cNvPr id="0" name=""/>
        <dsp:cNvSpPr/>
      </dsp:nvSpPr>
      <dsp:spPr>
        <a:xfrm rot="17692822">
          <a:off x="2595721" y="2653337"/>
          <a:ext cx="662657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662657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/>
        </a:p>
      </dsp:txBody>
      <dsp:txXfrm>
        <a:off x="2910484" y="2644772"/>
        <a:ext cx="33132" cy="33132"/>
      </dsp:txXfrm>
    </dsp:sp>
    <dsp:sp modelId="{EA092590-A189-447B-8E99-05D10162F975}">
      <dsp:nvSpPr>
        <dsp:cNvPr id="0" name=""/>
        <dsp:cNvSpPr/>
      </dsp:nvSpPr>
      <dsp:spPr>
        <a:xfrm>
          <a:off x="3066448" y="2186513"/>
          <a:ext cx="4393415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串行线</a:t>
          </a:r>
          <a:r>
            <a:rPr lang="en-US" sz="1600" b="1" kern="1200" dirty="0" smtClean="0"/>
            <a:t>/</a:t>
          </a:r>
          <a:r>
            <a:rPr lang="zh-CN" sz="1600" b="1" kern="1200" dirty="0" smtClean="0"/>
            <a:t>串口</a:t>
          </a:r>
          <a:r>
            <a:rPr lang="en-US" sz="1600" b="1" kern="1200" dirty="0" smtClean="0"/>
            <a:t>JTAG</a:t>
          </a:r>
          <a:r>
            <a:rPr lang="zh-CN" sz="1600" b="1" kern="1200" dirty="0" smtClean="0"/>
            <a:t>调试端口（</a:t>
          </a:r>
          <a:r>
            <a:rPr lang="en-US" sz="1600" b="1" kern="1200" dirty="0" smtClean="0"/>
            <a:t>SW-DP/SWJ-DP</a:t>
          </a:r>
          <a:r>
            <a:rPr lang="zh-CN" sz="1600" b="1" kern="1200" dirty="0" smtClean="0"/>
            <a:t>）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2196720"/>
        <a:ext cx="4373001" cy="328081"/>
      </dsp:txXfrm>
    </dsp:sp>
    <dsp:sp modelId="{08B13B40-F2BB-428A-A5CC-C5D4F9DD3413}">
      <dsp:nvSpPr>
        <dsp:cNvPr id="0" name=""/>
        <dsp:cNvSpPr/>
      </dsp:nvSpPr>
      <dsp:spPr>
        <a:xfrm rot="19457599">
          <a:off x="2755381" y="2853722"/>
          <a:ext cx="343339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343339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/>
        </a:p>
      </dsp:txBody>
      <dsp:txXfrm>
        <a:off x="2918467" y="2853140"/>
        <a:ext cx="17166" cy="17166"/>
      </dsp:txXfrm>
    </dsp:sp>
    <dsp:sp modelId="{3AB8D1DD-8058-403A-848A-082707247ED6}">
      <dsp:nvSpPr>
        <dsp:cNvPr id="0" name=""/>
        <dsp:cNvSpPr/>
      </dsp:nvSpPr>
      <dsp:spPr>
        <a:xfrm>
          <a:off x="3066448" y="2587283"/>
          <a:ext cx="4403361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基于</a:t>
          </a:r>
          <a:r>
            <a:rPr lang="en-US" sz="1600" b="1" kern="1200" dirty="0" smtClean="0"/>
            <a:t>AHB</a:t>
          </a:r>
          <a:r>
            <a:rPr lang="zh-CN" sz="1600" b="1" kern="1200" dirty="0" smtClean="0"/>
            <a:t>总线的通用调试接口（</a:t>
          </a:r>
          <a:r>
            <a:rPr lang="en-US" sz="1600" b="1" kern="1200" dirty="0" smtClean="0"/>
            <a:t>AHB-AP</a:t>
          </a:r>
          <a:r>
            <a:rPr lang="zh-CN" sz="1600" b="1" kern="1200" dirty="0" smtClean="0"/>
            <a:t>）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2597490"/>
        <a:ext cx="4382947" cy="328081"/>
      </dsp:txXfrm>
    </dsp:sp>
    <dsp:sp modelId="{EF29799B-7853-4F10-9DCD-1425F521EEAA}">
      <dsp:nvSpPr>
        <dsp:cNvPr id="0" name=""/>
        <dsp:cNvSpPr/>
      </dsp:nvSpPr>
      <dsp:spPr>
        <a:xfrm rot="2142401">
          <a:off x="2755381" y="3054107"/>
          <a:ext cx="343339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343339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/>
        </a:p>
      </dsp:txBody>
      <dsp:txXfrm>
        <a:off x="2918467" y="3053525"/>
        <a:ext cx="17166" cy="17166"/>
      </dsp:txXfrm>
    </dsp:sp>
    <dsp:sp modelId="{61697D71-9A5D-4EA3-84CE-7CFEA9858397}">
      <dsp:nvSpPr>
        <dsp:cNvPr id="0" name=""/>
        <dsp:cNvSpPr/>
      </dsp:nvSpPr>
      <dsp:spPr>
        <a:xfrm>
          <a:off x="3066448" y="2988053"/>
          <a:ext cx="4393415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嵌入式跟踪单元（</a:t>
          </a:r>
          <a:r>
            <a:rPr lang="en-US" sz="1600" b="1" kern="1200" dirty="0" smtClean="0"/>
            <a:t>ETM</a:t>
          </a:r>
          <a:r>
            <a:rPr lang="zh-CN" sz="1600" b="1" kern="1200" dirty="0" smtClean="0"/>
            <a:t>）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2998260"/>
        <a:ext cx="4373001" cy="328081"/>
      </dsp:txXfrm>
    </dsp:sp>
    <dsp:sp modelId="{214136C7-0D6E-4B57-9B47-3626F52BB3D5}">
      <dsp:nvSpPr>
        <dsp:cNvPr id="0" name=""/>
        <dsp:cNvSpPr/>
      </dsp:nvSpPr>
      <dsp:spPr>
        <a:xfrm rot="3907178">
          <a:off x="2595721" y="3254493"/>
          <a:ext cx="662657" cy="16002"/>
        </a:xfrm>
        <a:custGeom>
          <a:avLst/>
          <a:gdLst/>
          <a:ahLst/>
          <a:cxnLst/>
          <a:rect l="0" t="0" r="0" b="0"/>
          <a:pathLst>
            <a:path>
              <a:moveTo>
                <a:pt x="0" y="8001"/>
              </a:moveTo>
              <a:lnTo>
                <a:pt x="662657" y="8001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b="1" kern="1200"/>
        </a:p>
      </dsp:txBody>
      <dsp:txXfrm>
        <a:off x="2910484" y="3245927"/>
        <a:ext cx="33132" cy="33132"/>
      </dsp:txXfrm>
    </dsp:sp>
    <dsp:sp modelId="{23AA39DE-8EF9-4F8B-88A8-1174A62A0123}">
      <dsp:nvSpPr>
        <dsp:cNvPr id="0" name=""/>
        <dsp:cNvSpPr/>
      </dsp:nvSpPr>
      <dsp:spPr>
        <a:xfrm>
          <a:off x="3066448" y="3388823"/>
          <a:ext cx="4393415" cy="348495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smtClean="0"/>
            <a:t>数据</a:t>
          </a:r>
          <a:r>
            <a:rPr lang="zh-CN" sz="1600" b="1" kern="1200" dirty="0" smtClean="0"/>
            <a:t>观察点触发器（</a:t>
          </a:r>
          <a:r>
            <a:rPr lang="en-US" sz="1600" b="1" kern="1200" dirty="0" smtClean="0"/>
            <a:t>DWT</a:t>
          </a:r>
          <a:r>
            <a:rPr lang="zh-CN" sz="1600" b="1" kern="1200" dirty="0" smtClean="0"/>
            <a:t>）</a:t>
          </a:r>
          <a:endParaRPr lang="zh-CN" altLang="en-US" sz="1600" b="1" kern="1200" dirty="0"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3076655" y="3399030"/>
        <a:ext cx="4373001" cy="3280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023778-802A-455B-BB4E-3BCA82E56EAA}">
      <dsp:nvSpPr>
        <dsp:cNvPr id="0" name=""/>
        <dsp:cNvSpPr/>
      </dsp:nvSpPr>
      <dsp:spPr>
        <a:xfrm>
          <a:off x="299826" y="930636"/>
          <a:ext cx="823243" cy="4436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寄存器</a:t>
          </a:r>
          <a:endParaRPr lang="zh-CN" altLang="en-US" sz="1600" kern="1200" dirty="0"/>
        </a:p>
      </dsp:txBody>
      <dsp:txXfrm>
        <a:off x="312820" y="943630"/>
        <a:ext cx="797255" cy="417651"/>
      </dsp:txXfrm>
    </dsp:sp>
    <dsp:sp modelId="{04F4C03C-7BE1-4D58-98A8-B4740CD1D04B}">
      <dsp:nvSpPr>
        <dsp:cNvPr id="0" name=""/>
        <dsp:cNvSpPr/>
      </dsp:nvSpPr>
      <dsp:spPr>
        <a:xfrm rot="17383916">
          <a:off x="909600" y="830620"/>
          <a:ext cx="644552" cy="36965"/>
        </a:xfrm>
        <a:custGeom>
          <a:avLst/>
          <a:gdLst/>
          <a:ahLst/>
          <a:cxnLst/>
          <a:rect l="0" t="0" r="0" b="0"/>
          <a:pathLst>
            <a:path>
              <a:moveTo>
                <a:pt x="0" y="18482"/>
              </a:moveTo>
              <a:lnTo>
                <a:pt x="644552" y="1848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/>
        </a:p>
      </dsp:txBody>
      <dsp:txXfrm>
        <a:off x="1215762" y="832989"/>
        <a:ext cx="32227" cy="32227"/>
      </dsp:txXfrm>
    </dsp:sp>
    <dsp:sp modelId="{B2A276C7-2882-4420-89B7-ABDF9F71B006}">
      <dsp:nvSpPr>
        <dsp:cNvPr id="0" name=""/>
        <dsp:cNvSpPr/>
      </dsp:nvSpPr>
      <dsp:spPr>
        <a:xfrm>
          <a:off x="1340683" y="323930"/>
          <a:ext cx="1206494" cy="44363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通用寄存器</a:t>
          </a:r>
          <a:endParaRPr lang="zh-CN" altLang="en-US" sz="1600" kern="1200" dirty="0"/>
        </a:p>
      </dsp:txBody>
      <dsp:txXfrm>
        <a:off x="1353677" y="336924"/>
        <a:ext cx="1180506" cy="417651"/>
      </dsp:txXfrm>
    </dsp:sp>
    <dsp:sp modelId="{9071BC1A-F0D4-4073-84DA-61335B6CA6A8}">
      <dsp:nvSpPr>
        <dsp:cNvPr id="0" name=""/>
        <dsp:cNvSpPr/>
      </dsp:nvSpPr>
      <dsp:spPr>
        <a:xfrm>
          <a:off x="2547177" y="527267"/>
          <a:ext cx="231153" cy="36965"/>
        </a:xfrm>
        <a:custGeom>
          <a:avLst/>
          <a:gdLst/>
          <a:ahLst/>
          <a:cxnLst/>
          <a:rect l="0" t="0" r="0" b="0"/>
          <a:pathLst>
            <a:path>
              <a:moveTo>
                <a:pt x="0" y="18482"/>
              </a:moveTo>
              <a:lnTo>
                <a:pt x="231153" y="18482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/>
        </a:p>
      </dsp:txBody>
      <dsp:txXfrm>
        <a:off x="2656975" y="539971"/>
        <a:ext cx="11557" cy="11557"/>
      </dsp:txXfrm>
    </dsp:sp>
    <dsp:sp modelId="{F8A910F5-4660-4642-A82B-D6A37B4B6CEC}">
      <dsp:nvSpPr>
        <dsp:cNvPr id="0" name=""/>
        <dsp:cNvSpPr/>
      </dsp:nvSpPr>
      <dsp:spPr>
        <a:xfrm>
          <a:off x="2778331" y="1926"/>
          <a:ext cx="1641242" cy="108764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保存指令执行过程中临时存放的寄存器操作数和中间结果</a:t>
          </a:r>
          <a:endParaRPr lang="zh-CN" altLang="en-US" sz="1600" kern="1200" dirty="0"/>
        </a:p>
      </dsp:txBody>
      <dsp:txXfrm>
        <a:off x="2810187" y="33782"/>
        <a:ext cx="1577530" cy="1023935"/>
      </dsp:txXfrm>
    </dsp:sp>
    <dsp:sp modelId="{2493BA58-D2D4-4C23-8B6C-E90463571263}">
      <dsp:nvSpPr>
        <dsp:cNvPr id="0" name=""/>
        <dsp:cNvSpPr/>
      </dsp:nvSpPr>
      <dsp:spPr>
        <a:xfrm rot="4000681">
          <a:off x="957040" y="1386353"/>
          <a:ext cx="549671" cy="36965"/>
        </a:xfrm>
        <a:custGeom>
          <a:avLst/>
          <a:gdLst/>
          <a:ahLst/>
          <a:cxnLst/>
          <a:rect l="0" t="0" r="0" b="0"/>
          <a:pathLst>
            <a:path>
              <a:moveTo>
                <a:pt x="0" y="18482"/>
              </a:moveTo>
              <a:lnTo>
                <a:pt x="549671" y="18482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/>
        </a:p>
      </dsp:txBody>
      <dsp:txXfrm>
        <a:off x="1218134" y="1391094"/>
        <a:ext cx="27483" cy="27483"/>
      </dsp:txXfrm>
    </dsp:sp>
    <dsp:sp modelId="{4BC49636-A24F-4354-867A-36E25DD39F9E}">
      <dsp:nvSpPr>
        <dsp:cNvPr id="0" name=""/>
        <dsp:cNvSpPr/>
      </dsp:nvSpPr>
      <dsp:spPr>
        <a:xfrm>
          <a:off x="1340683" y="1333451"/>
          <a:ext cx="1206494" cy="64753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特殊功能寄存器（</a:t>
          </a:r>
          <a:r>
            <a:rPr lang="en-US" sz="1600" b="1" kern="1200" dirty="0" smtClean="0"/>
            <a:t>SFR</a:t>
          </a:r>
          <a:r>
            <a:rPr lang="zh-CN" sz="1600" b="1" kern="1200" dirty="0" smtClean="0"/>
            <a:t>）</a:t>
          </a:r>
          <a:endParaRPr lang="zh-CN" sz="1600" kern="1200" dirty="0"/>
        </a:p>
      </dsp:txBody>
      <dsp:txXfrm>
        <a:off x="1359649" y="1352417"/>
        <a:ext cx="1168562" cy="609599"/>
      </dsp:txXfrm>
    </dsp:sp>
    <dsp:sp modelId="{195EDE31-EFE8-4976-9978-87456BD50B26}">
      <dsp:nvSpPr>
        <dsp:cNvPr id="0" name=""/>
        <dsp:cNvSpPr/>
      </dsp:nvSpPr>
      <dsp:spPr>
        <a:xfrm>
          <a:off x="2547177" y="1638733"/>
          <a:ext cx="231153" cy="36965"/>
        </a:xfrm>
        <a:custGeom>
          <a:avLst/>
          <a:gdLst/>
          <a:ahLst/>
          <a:cxnLst/>
          <a:rect l="0" t="0" r="0" b="0"/>
          <a:pathLst>
            <a:path>
              <a:moveTo>
                <a:pt x="0" y="18482"/>
              </a:moveTo>
              <a:lnTo>
                <a:pt x="231153" y="18482"/>
              </a:lnTo>
            </a:path>
          </a:pathLst>
        </a:custGeom>
        <a:noFill/>
        <a:ln w="254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600" kern="1200"/>
        </a:p>
      </dsp:txBody>
      <dsp:txXfrm>
        <a:off x="2656975" y="1651438"/>
        <a:ext cx="11557" cy="11557"/>
      </dsp:txXfrm>
    </dsp:sp>
    <dsp:sp modelId="{2C2CF6A9-6A68-4A34-BF49-0FD2EBDED82A}">
      <dsp:nvSpPr>
        <dsp:cNvPr id="0" name=""/>
        <dsp:cNvSpPr/>
      </dsp:nvSpPr>
      <dsp:spPr>
        <a:xfrm>
          <a:off x="2778331" y="1156119"/>
          <a:ext cx="1641242" cy="100219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用于外设控制相关的操作</a:t>
          </a:r>
          <a:endParaRPr lang="zh-CN" altLang="en-US" sz="1600" kern="1200" dirty="0"/>
        </a:p>
      </dsp:txBody>
      <dsp:txXfrm>
        <a:off x="2807684" y="1185472"/>
        <a:ext cx="1582536" cy="94348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AA64A-B881-44D8-8F53-B1AA9C0389A2}">
      <dsp:nvSpPr>
        <dsp:cNvPr id="0" name=""/>
        <dsp:cNvSpPr/>
      </dsp:nvSpPr>
      <dsp:spPr>
        <a:xfrm>
          <a:off x="4770283" y="1366958"/>
          <a:ext cx="2814934" cy="3292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377"/>
              </a:lnTo>
              <a:lnTo>
                <a:pt x="2814934" y="224377"/>
              </a:lnTo>
              <a:lnTo>
                <a:pt x="2814934" y="32925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0485BA-E3DF-4078-97BD-A73F885A3DE0}">
      <dsp:nvSpPr>
        <dsp:cNvPr id="0" name=""/>
        <dsp:cNvSpPr/>
      </dsp:nvSpPr>
      <dsp:spPr>
        <a:xfrm>
          <a:off x="6201531" y="2648782"/>
          <a:ext cx="1439527" cy="3280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3183"/>
              </a:lnTo>
              <a:lnTo>
                <a:pt x="1439527" y="223183"/>
              </a:lnTo>
              <a:lnTo>
                <a:pt x="1439527" y="32806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02E705-1A9D-43D6-8E67-9FFCA7D5C902}">
      <dsp:nvSpPr>
        <dsp:cNvPr id="0" name=""/>
        <dsp:cNvSpPr/>
      </dsp:nvSpPr>
      <dsp:spPr>
        <a:xfrm>
          <a:off x="6155811" y="2648782"/>
          <a:ext cx="91440" cy="3292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25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288F689-9D6F-4004-A35E-76867A18462E}">
      <dsp:nvSpPr>
        <dsp:cNvPr id="0" name=""/>
        <dsp:cNvSpPr/>
      </dsp:nvSpPr>
      <dsp:spPr>
        <a:xfrm>
          <a:off x="4720467" y="2648782"/>
          <a:ext cx="1481064" cy="328061"/>
        </a:xfrm>
        <a:custGeom>
          <a:avLst/>
          <a:gdLst/>
          <a:ahLst/>
          <a:cxnLst/>
          <a:rect l="0" t="0" r="0" b="0"/>
          <a:pathLst>
            <a:path>
              <a:moveTo>
                <a:pt x="1481064" y="0"/>
              </a:moveTo>
              <a:lnTo>
                <a:pt x="1481064" y="223183"/>
              </a:lnTo>
              <a:lnTo>
                <a:pt x="0" y="223183"/>
              </a:lnTo>
              <a:lnTo>
                <a:pt x="0" y="328061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5AD5DA-A499-4E73-BB91-9D1AAA3E1503}">
      <dsp:nvSpPr>
        <dsp:cNvPr id="0" name=""/>
        <dsp:cNvSpPr/>
      </dsp:nvSpPr>
      <dsp:spPr>
        <a:xfrm>
          <a:off x="4770283" y="1366958"/>
          <a:ext cx="1431248" cy="3292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377"/>
              </a:lnTo>
              <a:lnTo>
                <a:pt x="1431248" y="224377"/>
              </a:lnTo>
              <a:lnTo>
                <a:pt x="1431248" y="32925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71A197-0027-4CBD-83B5-3C054546FCAC}">
      <dsp:nvSpPr>
        <dsp:cNvPr id="0" name=""/>
        <dsp:cNvSpPr/>
      </dsp:nvSpPr>
      <dsp:spPr>
        <a:xfrm>
          <a:off x="1955348" y="2648782"/>
          <a:ext cx="1383686" cy="3292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24377"/>
              </a:lnTo>
              <a:lnTo>
                <a:pt x="1383686" y="224377"/>
              </a:lnTo>
              <a:lnTo>
                <a:pt x="1383686" y="32925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416549-BF2D-4D86-9961-C19167404817}">
      <dsp:nvSpPr>
        <dsp:cNvPr id="0" name=""/>
        <dsp:cNvSpPr/>
      </dsp:nvSpPr>
      <dsp:spPr>
        <a:xfrm>
          <a:off x="1909628" y="2648782"/>
          <a:ext cx="91440" cy="3292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925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C4144C-DBA2-4D1E-BCE9-8C446E92F13C}">
      <dsp:nvSpPr>
        <dsp:cNvPr id="0" name=""/>
        <dsp:cNvSpPr/>
      </dsp:nvSpPr>
      <dsp:spPr>
        <a:xfrm>
          <a:off x="571662" y="2648782"/>
          <a:ext cx="1383686" cy="329254"/>
        </a:xfrm>
        <a:custGeom>
          <a:avLst/>
          <a:gdLst/>
          <a:ahLst/>
          <a:cxnLst/>
          <a:rect l="0" t="0" r="0" b="0"/>
          <a:pathLst>
            <a:path>
              <a:moveTo>
                <a:pt x="1383686" y="0"/>
              </a:moveTo>
              <a:lnTo>
                <a:pt x="1383686" y="224377"/>
              </a:lnTo>
              <a:lnTo>
                <a:pt x="0" y="224377"/>
              </a:lnTo>
              <a:lnTo>
                <a:pt x="0" y="329254"/>
              </a:lnTo>
            </a:path>
          </a:pathLst>
        </a:cu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4BC3C-362C-43B7-8828-1AED678BD19D}">
      <dsp:nvSpPr>
        <dsp:cNvPr id="0" name=""/>
        <dsp:cNvSpPr/>
      </dsp:nvSpPr>
      <dsp:spPr>
        <a:xfrm>
          <a:off x="1955348" y="1366958"/>
          <a:ext cx="2814934" cy="329254"/>
        </a:xfrm>
        <a:custGeom>
          <a:avLst/>
          <a:gdLst/>
          <a:ahLst/>
          <a:cxnLst/>
          <a:rect l="0" t="0" r="0" b="0"/>
          <a:pathLst>
            <a:path>
              <a:moveTo>
                <a:pt x="2814934" y="0"/>
              </a:moveTo>
              <a:lnTo>
                <a:pt x="2814934" y="224377"/>
              </a:lnTo>
              <a:lnTo>
                <a:pt x="0" y="224377"/>
              </a:lnTo>
              <a:lnTo>
                <a:pt x="0" y="329254"/>
              </a:lnTo>
            </a:path>
          </a:pathLst>
        </a:custGeom>
        <a:noFill/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4740B8-B30E-4CCC-A285-6823C3BA363A}">
      <dsp:nvSpPr>
        <dsp:cNvPr id="0" name=""/>
        <dsp:cNvSpPr/>
      </dsp:nvSpPr>
      <dsp:spPr>
        <a:xfrm>
          <a:off x="4204229" y="414389"/>
          <a:ext cx="1132106" cy="9525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7E0A56-115F-4420-B054-3CAE70A07955}">
      <dsp:nvSpPr>
        <dsp:cNvPr id="0" name=""/>
        <dsp:cNvSpPr/>
      </dsp:nvSpPr>
      <dsp:spPr>
        <a:xfrm>
          <a:off x="4330019" y="533889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特殊功能寄存器</a:t>
          </a:r>
          <a:endParaRPr lang="zh-CN" altLang="en-US" sz="1600" kern="1200" dirty="0"/>
        </a:p>
      </dsp:txBody>
      <dsp:txXfrm>
        <a:off x="4357919" y="561789"/>
        <a:ext cx="1076306" cy="896769"/>
      </dsp:txXfrm>
    </dsp:sp>
    <dsp:sp modelId="{11A7F608-9567-47FA-BED9-9D71D52DFF84}">
      <dsp:nvSpPr>
        <dsp:cNvPr id="0" name=""/>
        <dsp:cNvSpPr/>
      </dsp:nvSpPr>
      <dsp:spPr>
        <a:xfrm>
          <a:off x="1389294" y="1696213"/>
          <a:ext cx="1132106" cy="95256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88F7D4-FF14-4F65-BDB8-FB5E33AA4632}">
      <dsp:nvSpPr>
        <dsp:cNvPr id="0" name=""/>
        <dsp:cNvSpPr/>
      </dsp:nvSpPr>
      <dsp:spPr>
        <a:xfrm>
          <a:off x="1515084" y="1815713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程序状态寄存器等状态</a:t>
          </a:r>
          <a:endParaRPr lang="zh-CN" altLang="en-US" sz="1600" kern="1200" dirty="0"/>
        </a:p>
      </dsp:txBody>
      <dsp:txXfrm>
        <a:off x="1542984" y="1843613"/>
        <a:ext cx="1076306" cy="896769"/>
      </dsp:txXfrm>
    </dsp:sp>
    <dsp:sp modelId="{75A346EC-96E1-40C7-B07D-E1F77251E725}">
      <dsp:nvSpPr>
        <dsp:cNvPr id="0" name=""/>
        <dsp:cNvSpPr/>
      </dsp:nvSpPr>
      <dsp:spPr>
        <a:xfrm>
          <a:off x="5608" y="2978037"/>
          <a:ext cx="1132106" cy="9525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5F151-ACDE-4850-9515-96B49F8C0884}">
      <dsp:nvSpPr>
        <dsp:cNvPr id="0" name=""/>
        <dsp:cNvSpPr/>
      </dsp:nvSpPr>
      <dsp:spPr>
        <a:xfrm>
          <a:off x="131398" y="3097537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应用状态寄存器（</a:t>
          </a:r>
          <a:r>
            <a:rPr lang="en-US" sz="1600" b="1" kern="1200" dirty="0" smtClean="0"/>
            <a:t>APSR</a:t>
          </a:r>
          <a:r>
            <a:rPr lang="zh-CN" sz="1600" b="1" kern="1200" dirty="0" smtClean="0"/>
            <a:t>）</a:t>
          </a:r>
          <a:endParaRPr lang="zh-CN" sz="1600" kern="1200" dirty="0"/>
        </a:p>
      </dsp:txBody>
      <dsp:txXfrm>
        <a:off x="159298" y="3125437"/>
        <a:ext cx="1076306" cy="896769"/>
      </dsp:txXfrm>
    </dsp:sp>
    <dsp:sp modelId="{4AF3B1FD-1262-4BA2-A03B-F54EF20F203C}">
      <dsp:nvSpPr>
        <dsp:cNvPr id="0" name=""/>
        <dsp:cNvSpPr/>
      </dsp:nvSpPr>
      <dsp:spPr>
        <a:xfrm>
          <a:off x="1389294" y="2978037"/>
          <a:ext cx="1132106" cy="9525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EC2C5-3E09-4ABB-B2FA-16556EA082E5}">
      <dsp:nvSpPr>
        <dsp:cNvPr id="0" name=""/>
        <dsp:cNvSpPr/>
      </dsp:nvSpPr>
      <dsp:spPr>
        <a:xfrm>
          <a:off x="1515084" y="3097537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中断状态寄存器（</a:t>
          </a:r>
          <a:r>
            <a:rPr lang="en-US" sz="1600" b="1" kern="1200" dirty="0" smtClean="0"/>
            <a:t>IPSR</a:t>
          </a:r>
          <a:r>
            <a:rPr lang="zh-CN" sz="1600" b="1" kern="1200" dirty="0" smtClean="0"/>
            <a:t>）</a:t>
          </a:r>
          <a:endParaRPr lang="zh-CN" sz="1600" kern="1200" dirty="0"/>
        </a:p>
      </dsp:txBody>
      <dsp:txXfrm>
        <a:off x="1542984" y="3125437"/>
        <a:ext cx="1076306" cy="896769"/>
      </dsp:txXfrm>
    </dsp:sp>
    <dsp:sp modelId="{E2D511C3-8597-4E0D-99BB-B9E30CCE1DEE}">
      <dsp:nvSpPr>
        <dsp:cNvPr id="0" name=""/>
        <dsp:cNvSpPr/>
      </dsp:nvSpPr>
      <dsp:spPr>
        <a:xfrm>
          <a:off x="2772980" y="2978037"/>
          <a:ext cx="1132106" cy="9525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6BE258-8316-463E-B58A-63DBDA99F792}">
      <dsp:nvSpPr>
        <dsp:cNvPr id="0" name=""/>
        <dsp:cNvSpPr/>
      </dsp:nvSpPr>
      <dsp:spPr>
        <a:xfrm>
          <a:off x="2898770" y="3097537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600" b="1" kern="1200" dirty="0" smtClean="0"/>
            <a:t>执行状态寄存器（</a:t>
          </a:r>
          <a:r>
            <a:rPr lang="en-US" sz="1600" b="1" kern="1200" dirty="0" smtClean="0"/>
            <a:t>EPSR</a:t>
          </a:r>
          <a:r>
            <a:rPr lang="zh-CN" sz="1600" b="1" kern="1200" dirty="0" smtClean="0"/>
            <a:t>）</a:t>
          </a:r>
          <a:endParaRPr lang="zh-CN" sz="1600" kern="1200" dirty="0"/>
        </a:p>
      </dsp:txBody>
      <dsp:txXfrm>
        <a:off x="2926670" y="3125437"/>
        <a:ext cx="1076306" cy="896769"/>
      </dsp:txXfrm>
    </dsp:sp>
    <dsp:sp modelId="{11323E18-733B-4764-98C1-A0B1B531897B}">
      <dsp:nvSpPr>
        <dsp:cNvPr id="0" name=""/>
        <dsp:cNvSpPr/>
      </dsp:nvSpPr>
      <dsp:spPr>
        <a:xfrm>
          <a:off x="5635478" y="1696213"/>
          <a:ext cx="1132106" cy="952569"/>
        </a:xfrm>
        <a:prstGeom prst="roundRect">
          <a:avLst>
            <a:gd name="adj" fmla="val 10000"/>
          </a:avLst>
        </a:prstGeom>
        <a:solidFill>
          <a:schemeClr val="accent3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C716EB-FFED-4D93-8B5A-4B162170E720}">
      <dsp:nvSpPr>
        <dsp:cNvPr id="0" name=""/>
        <dsp:cNvSpPr/>
      </dsp:nvSpPr>
      <dsp:spPr>
        <a:xfrm>
          <a:off x="5761268" y="1815713"/>
          <a:ext cx="1132106" cy="952569"/>
        </a:xfrm>
        <a:prstGeom prst="roundRect">
          <a:avLst>
            <a:gd name="adj" fmla="val 10000"/>
          </a:avLst>
        </a:prstGeom>
        <a:solidFill>
          <a:schemeClr val="lt1"/>
        </a:solidFill>
        <a:ln w="25400" cap="flat" cmpd="sng" algn="ctr">
          <a:solidFill>
            <a:schemeClr val="accent3"/>
          </a:solidFill>
          <a:prstDash val="solid"/>
        </a:ln>
        <a:effectLst/>
      </dsp:spPr>
      <dsp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600" b="1" kern="1200" dirty="0" smtClean="0"/>
            <a:t>中断屏蔽寄存器</a:t>
          </a:r>
          <a:endParaRPr lang="zh-CN" altLang="en-US" sz="1600" kern="1200" dirty="0"/>
        </a:p>
      </dsp:txBody>
      <dsp:txXfrm>
        <a:off x="5789168" y="1843613"/>
        <a:ext cx="1076306" cy="896769"/>
      </dsp:txXfrm>
    </dsp:sp>
    <dsp:sp modelId="{969B8BF9-D2FE-4DE3-A9B8-ADEDE70EDBA2}">
      <dsp:nvSpPr>
        <dsp:cNvPr id="0" name=""/>
        <dsp:cNvSpPr/>
      </dsp:nvSpPr>
      <dsp:spPr>
        <a:xfrm>
          <a:off x="4154414" y="2976843"/>
          <a:ext cx="1132106" cy="9525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0C5C05-965C-4570-AD3E-5A12B1D5D50A}">
      <dsp:nvSpPr>
        <dsp:cNvPr id="0" name=""/>
        <dsp:cNvSpPr/>
      </dsp:nvSpPr>
      <dsp:spPr>
        <a:xfrm>
          <a:off x="4280203" y="3096343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600" b="1" kern="1200" dirty="0" smtClean="0"/>
            <a:t>PRIMASK</a:t>
          </a:r>
        </a:p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 smtClean="0"/>
            <a:t>寄存器</a:t>
          </a:r>
          <a:endParaRPr lang="zh-CN" sz="1600" b="1" kern="1200" dirty="0"/>
        </a:p>
      </dsp:txBody>
      <dsp:txXfrm>
        <a:off x="4308103" y="3124243"/>
        <a:ext cx="1076306" cy="896769"/>
      </dsp:txXfrm>
    </dsp:sp>
    <dsp:sp modelId="{1A56A46C-0A6C-458F-A037-5121C6A46834}">
      <dsp:nvSpPr>
        <dsp:cNvPr id="0" name=""/>
        <dsp:cNvSpPr/>
      </dsp:nvSpPr>
      <dsp:spPr>
        <a:xfrm>
          <a:off x="5540353" y="2978037"/>
          <a:ext cx="1322357" cy="9525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2C6EF-0372-47F7-908D-C7DBEF2999C6}">
      <dsp:nvSpPr>
        <dsp:cNvPr id="0" name=""/>
        <dsp:cNvSpPr/>
      </dsp:nvSpPr>
      <dsp:spPr>
        <a:xfrm>
          <a:off x="5666142" y="3097537"/>
          <a:ext cx="1322357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600" b="1" kern="1200" dirty="0" smtClean="0"/>
            <a:t>FAULTMASK</a:t>
          </a:r>
        </a:p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 smtClean="0"/>
            <a:t>寄存器</a:t>
          </a:r>
          <a:endParaRPr lang="zh-CN" sz="1600" b="1" kern="1200" dirty="0"/>
        </a:p>
      </dsp:txBody>
      <dsp:txXfrm>
        <a:off x="5694042" y="3125437"/>
        <a:ext cx="1266557" cy="896769"/>
      </dsp:txXfrm>
    </dsp:sp>
    <dsp:sp modelId="{58481D07-07EC-47D3-9486-CA413BEBA965}">
      <dsp:nvSpPr>
        <dsp:cNvPr id="0" name=""/>
        <dsp:cNvSpPr/>
      </dsp:nvSpPr>
      <dsp:spPr>
        <a:xfrm>
          <a:off x="7075005" y="2976843"/>
          <a:ext cx="1132106" cy="952569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D7EDCF-E864-45D0-8678-7C9563529334}">
      <dsp:nvSpPr>
        <dsp:cNvPr id="0" name=""/>
        <dsp:cNvSpPr/>
      </dsp:nvSpPr>
      <dsp:spPr>
        <a:xfrm>
          <a:off x="7200795" y="3096343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en-US" sz="1600" b="1" kern="1200" dirty="0" smtClean="0"/>
            <a:t>BASEPRI</a:t>
          </a:r>
        </a:p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sz="1600" b="1" kern="1200" dirty="0" smtClean="0"/>
            <a:t>寄存器</a:t>
          </a:r>
          <a:endParaRPr lang="zh-CN" sz="1600" b="1" kern="1200" dirty="0"/>
        </a:p>
      </dsp:txBody>
      <dsp:txXfrm>
        <a:off x="7228695" y="3124243"/>
        <a:ext cx="1076306" cy="896769"/>
      </dsp:txXfrm>
    </dsp:sp>
    <dsp:sp modelId="{0451BED2-9F5B-4F7C-A480-6BBC1BC0A1B4}">
      <dsp:nvSpPr>
        <dsp:cNvPr id="0" name=""/>
        <dsp:cNvSpPr/>
      </dsp:nvSpPr>
      <dsp:spPr>
        <a:xfrm>
          <a:off x="7019164" y="1696213"/>
          <a:ext cx="1132106" cy="952569"/>
        </a:xfrm>
        <a:prstGeom prst="roundRect">
          <a:avLst>
            <a:gd name="adj" fmla="val 10000"/>
          </a:avLst>
        </a:prstGeom>
        <a:solidFill>
          <a:schemeClr val="accent2">
            <a:lumMod val="20000"/>
            <a:lumOff val="8000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D73A86-41ED-4B4F-A352-B29FE8C74109}">
      <dsp:nvSpPr>
        <dsp:cNvPr id="0" name=""/>
        <dsp:cNvSpPr/>
      </dsp:nvSpPr>
      <dsp:spPr>
        <a:xfrm>
          <a:off x="7144954" y="1815713"/>
          <a:ext cx="1132106" cy="9525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rgbClr val="D38583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 smtClean="0"/>
            <a:t>控制</a:t>
          </a:r>
          <a:endParaRPr lang="en-US" altLang="zh-CN" sz="1600" b="1" kern="1200" dirty="0" smtClean="0"/>
        </a:p>
        <a:p>
          <a:pPr lvl="0" algn="ctr" defTabSz="711200" rtl="0">
            <a:lnSpc>
              <a:spcPct val="100000"/>
            </a:lnSpc>
            <a:spcBef>
              <a:spcPct val="0"/>
            </a:spcBef>
            <a:spcAft>
              <a:spcPts val="0"/>
            </a:spcAft>
          </a:pPr>
          <a:r>
            <a:rPr lang="zh-CN" altLang="en-US" sz="1600" b="1" kern="1200" dirty="0" smtClean="0"/>
            <a:t>寄存器</a:t>
          </a:r>
          <a:endParaRPr lang="zh-CN" altLang="en-US" sz="1600" kern="1200" dirty="0"/>
        </a:p>
      </dsp:txBody>
      <dsp:txXfrm>
        <a:off x="7172854" y="1843613"/>
        <a:ext cx="1076306" cy="89676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0636DD-A0D7-43B9-B729-A1EE66497671}">
      <dsp:nvSpPr>
        <dsp:cNvPr id="0" name=""/>
        <dsp:cNvSpPr/>
      </dsp:nvSpPr>
      <dsp:spPr>
        <a:xfrm>
          <a:off x="3617" y="266512"/>
          <a:ext cx="1644691" cy="7009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保存现场</a:t>
          </a:r>
          <a:endParaRPr lang="en-US" altLang="zh-CN" sz="1800" b="1" kern="1200" dirty="0" smtClean="0"/>
        </a:p>
      </dsp:txBody>
      <dsp:txXfrm>
        <a:off x="3617" y="266512"/>
        <a:ext cx="1644691" cy="467293"/>
      </dsp:txXfrm>
    </dsp:sp>
    <dsp:sp modelId="{E2CA9AAB-383D-40CC-8641-6BAF441D6903}">
      <dsp:nvSpPr>
        <dsp:cNvPr id="0" name=""/>
        <dsp:cNvSpPr/>
      </dsp:nvSpPr>
      <dsp:spPr>
        <a:xfrm>
          <a:off x="340481" y="733805"/>
          <a:ext cx="1644691" cy="297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13792" rIns="113792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zh-CN" sz="1600" b="1" kern="1200" dirty="0" smtClean="0"/>
            <a:t>处理器将相关的寄存器</a:t>
          </a:r>
          <a:r>
            <a:rPr lang="en-US" altLang="zh-CN" sz="1600" b="1" kern="1200" dirty="0" err="1" smtClean="0"/>
            <a:t>xPSR</a:t>
          </a:r>
          <a:r>
            <a:rPr lang="zh-CN" altLang="zh-CN" sz="1600" b="1" kern="1200" dirty="0" smtClean="0"/>
            <a:t>、</a:t>
          </a:r>
          <a:r>
            <a:rPr lang="en-US" altLang="zh-CN" sz="1600" b="1" kern="1200" dirty="0" smtClean="0"/>
            <a:t>PC</a:t>
          </a:r>
          <a:r>
            <a:rPr lang="zh-CN" altLang="zh-CN" sz="1600" b="1" kern="1200" dirty="0" smtClean="0"/>
            <a:t>、</a:t>
          </a:r>
          <a:r>
            <a:rPr lang="en-US" altLang="zh-CN" sz="1600" b="1" kern="1200" dirty="0" smtClean="0"/>
            <a:t>LR</a:t>
          </a:r>
          <a:r>
            <a:rPr lang="zh-CN" altLang="zh-CN" sz="1600" b="1" kern="1200" dirty="0" smtClean="0"/>
            <a:t>、</a:t>
          </a:r>
          <a:r>
            <a:rPr lang="en-US" altLang="zh-CN" sz="1600" b="1" kern="1200" dirty="0" smtClean="0"/>
            <a:t>R12</a:t>
          </a:r>
          <a:r>
            <a:rPr lang="zh-CN" altLang="zh-CN" sz="1600" b="1" kern="1200" dirty="0" smtClean="0"/>
            <a:t>及</a:t>
          </a:r>
          <a:r>
            <a:rPr lang="en-US" altLang="zh-CN" sz="1600" b="1" kern="1200" dirty="0" smtClean="0"/>
            <a:t>R0~R3</a:t>
          </a:r>
          <a:r>
            <a:rPr lang="zh-CN" altLang="zh-CN" sz="1600" b="1" kern="1200" dirty="0" smtClean="0"/>
            <a:t>压入堆栈中。如果当前使用的是</a:t>
          </a:r>
          <a:r>
            <a:rPr lang="en-US" altLang="zh-CN" sz="1600" b="1" kern="1200" dirty="0" smtClean="0"/>
            <a:t>PSP</a:t>
          </a:r>
          <a:r>
            <a:rPr lang="zh-CN" altLang="zh-CN" sz="1600" b="1" kern="1200" dirty="0" smtClean="0"/>
            <a:t>，则压入进程堆栈，否则压入主堆栈。</a:t>
          </a:r>
          <a:endParaRPr lang="zh-CN" altLang="en-US" sz="1600" kern="1200" dirty="0"/>
        </a:p>
      </dsp:txBody>
      <dsp:txXfrm>
        <a:off x="388652" y="781976"/>
        <a:ext cx="1548349" cy="2873658"/>
      </dsp:txXfrm>
    </dsp:sp>
    <dsp:sp modelId="{EC35518B-D64A-40AC-B472-ACA5A7460FDF}">
      <dsp:nvSpPr>
        <dsp:cNvPr id="0" name=""/>
        <dsp:cNvSpPr/>
      </dsp:nvSpPr>
      <dsp:spPr>
        <a:xfrm>
          <a:off x="1897638" y="295418"/>
          <a:ext cx="528578" cy="409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b="1" kern="1200"/>
        </a:p>
      </dsp:txBody>
      <dsp:txXfrm>
        <a:off x="1897638" y="377314"/>
        <a:ext cx="405734" cy="245688"/>
      </dsp:txXfrm>
    </dsp:sp>
    <dsp:sp modelId="{5ED9DD1D-585B-4EE8-B115-51AF085C1A85}">
      <dsp:nvSpPr>
        <dsp:cNvPr id="0" name=""/>
        <dsp:cNvSpPr/>
      </dsp:nvSpPr>
      <dsp:spPr>
        <a:xfrm>
          <a:off x="2645625" y="266512"/>
          <a:ext cx="1644691" cy="700939"/>
        </a:xfrm>
        <a:prstGeom prst="roundRect">
          <a:avLst>
            <a:gd name="adj" fmla="val 10000"/>
          </a:avLst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b="1" kern="1200" dirty="0" smtClean="0"/>
            <a:t>取向量</a:t>
          </a:r>
          <a:endParaRPr lang="zh-CN" altLang="en-US" sz="1800" b="1" kern="1200" dirty="0"/>
        </a:p>
      </dsp:txBody>
      <dsp:txXfrm>
        <a:off x="2645625" y="266512"/>
        <a:ext cx="1644691" cy="467293"/>
      </dsp:txXfrm>
    </dsp:sp>
    <dsp:sp modelId="{DC08457C-EFEF-4390-A176-26E3C1BFDE4A}">
      <dsp:nvSpPr>
        <dsp:cNvPr id="0" name=""/>
        <dsp:cNvSpPr/>
      </dsp:nvSpPr>
      <dsp:spPr>
        <a:xfrm>
          <a:off x="2982490" y="733805"/>
          <a:ext cx="1644691" cy="297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en-US" sz="1800" b="1" kern="1200" dirty="0" smtClean="0"/>
            <a:t>从中断向量表中找到相应的中断服务程序的入口地址</a:t>
          </a:r>
          <a:endParaRPr lang="zh-CN" altLang="en-US" sz="1800" b="1" kern="1200" dirty="0"/>
        </a:p>
      </dsp:txBody>
      <dsp:txXfrm>
        <a:off x="3030661" y="781976"/>
        <a:ext cx="1548349" cy="2873658"/>
      </dsp:txXfrm>
    </dsp:sp>
    <dsp:sp modelId="{2E4C09B7-FE8B-4BA9-B58D-D511D613C473}">
      <dsp:nvSpPr>
        <dsp:cNvPr id="0" name=""/>
        <dsp:cNvSpPr/>
      </dsp:nvSpPr>
      <dsp:spPr>
        <a:xfrm>
          <a:off x="4539646" y="295418"/>
          <a:ext cx="528578" cy="4094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200" b="1" kern="1200"/>
        </a:p>
      </dsp:txBody>
      <dsp:txXfrm>
        <a:off x="4539646" y="377314"/>
        <a:ext cx="405734" cy="245688"/>
      </dsp:txXfrm>
    </dsp:sp>
    <dsp:sp modelId="{77A2249A-99D2-4BF5-8AC2-AC3170CD5441}">
      <dsp:nvSpPr>
        <dsp:cNvPr id="0" name=""/>
        <dsp:cNvSpPr/>
      </dsp:nvSpPr>
      <dsp:spPr>
        <a:xfrm>
          <a:off x="5287634" y="266512"/>
          <a:ext cx="1644691" cy="700939"/>
        </a:xfrm>
        <a:prstGeom prst="roundRect">
          <a:avLst>
            <a:gd name="adj" fmla="val 10000"/>
          </a:avLst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68580" numCol="1" spcCol="1270" anchor="t" anchorCtr="0">
          <a:noAutofit/>
        </a:bodyPr>
        <a:lstStyle/>
        <a:p>
          <a:pPr lvl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1800" b="1" kern="1200" dirty="0" smtClean="0"/>
            <a:t>更新寄存器</a:t>
          </a:r>
          <a:endParaRPr lang="zh-CN" sz="1800" b="1" kern="1200" dirty="0"/>
        </a:p>
      </dsp:txBody>
      <dsp:txXfrm>
        <a:off x="5287634" y="266512"/>
        <a:ext cx="1644691" cy="467293"/>
      </dsp:txXfrm>
    </dsp:sp>
    <dsp:sp modelId="{0B3DF67A-2179-4CCF-A8AF-11AEAC97DFAE}">
      <dsp:nvSpPr>
        <dsp:cNvPr id="0" name=""/>
        <dsp:cNvSpPr/>
      </dsp:nvSpPr>
      <dsp:spPr>
        <a:xfrm>
          <a:off x="5624499" y="733805"/>
          <a:ext cx="1644691" cy="29700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zh-CN" altLang="zh-CN" sz="1500" b="1" kern="1200" dirty="0" smtClean="0"/>
            <a:t>将堆栈指针进行更新，在向量取出后，程序寄存器指针（</a:t>
          </a:r>
          <a:r>
            <a:rPr lang="en-US" altLang="zh-CN" sz="1500" b="1" kern="1200" dirty="0" smtClean="0"/>
            <a:t>PC</a:t>
          </a:r>
          <a:r>
            <a:rPr lang="zh-CN" altLang="zh-CN" sz="1500" b="1" kern="1200" dirty="0" smtClean="0"/>
            <a:t>）指向中断服务程序的入口地址，更新程序寄存器指针（</a:t>
          </a:r>
          <a:r>
            <a:rPr lang="en-US" altLang="zh-CN" sz="1500" b="1" kern="1200" dirty="0" smtClean="0"/>
            <a:t>PC</a:t>
          </a:r>
          <a:r>
            <a:rPr lang="zh-CN" altLang="zh-CN" sz="1500" b="1" kern="1200" dirty="0" smtClean="0"/>
            <a:t>）以及更新链接寄存器（</a:t>
          </a:r>
          <a:r>
            <a:rPr lang="en-US" altLang="zh-CN" sz="1500" b="1" kern="1200" dirty="0" smtClean="0"/>
            <a:t>LR</a:t>
          </a:r>
          <a:r>
            <a:rPr lang="zh-CN" altLang="zh-CN" sz="1500" b="1" kern="1200" dirty="0" smtClean="0"/>
            <a:t>）。</a:t>
          </a:r>
          <a:endParaRPr lang="zh-CN" altLang="en-US" sz="1500" kern="1200" dirty="0"/>
        </a:p>
      </dsp:txBody>
      <dsp:txXfrm>
        <a:off x="5672670" y="781976"/>
        <a:ext cx="1548349" cy="287365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41EBE-EDBC-4456-8FDD-75717C144A5A}">
      <dsp:nvSpPr>
        <dsp:cNvPr id="0" name=""/>
        <dsp:cNvSpPr/>
      </dsp:nvSpPr>
      <dsp:spPr>
        <a:xfrm rot="10800000">
          <a:off x="1327735" y="362"/>
          <a:ext cx="4740646" cy="534650"/>
        </a:xfrm>
        <a:prstGeom prst="homePlat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66" tIns="87630" rIns="163576" bIns="87630" numCol="1" spcCol="1270" anchor="ctr" anchorCtr="0">
          <a:noAutofit/>
        </a:bodyPr>
        <a:lstStyle/>
        <a:p>
          <a:pPr marL="17780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2300" b="1" kern="1200" dirty="0" smtClean="0"/>
            <a:t>2.4.1 STM32</a:t>
          </a:r>
          <a:r>
            <a:rPr lang="zh-CN" sz="2300" b="1" kern="1200" dirty="0" smtClean="0"/>
            <a:t>系统结构</a:t>
          </a:r>
          <a:endParaRPr lang="zh-CN" sz="2300" b="1" kern="1200" dirty="0"/>
        </a:p>
      </dsp:txBody>
      <dsp:txXfrm rot="10800000">
        <a:off x="1461397" y="362"/>
        <a:ext cx="4606984" cy="534650"/>
      </dsp:txXfrm>
    </dsp:sp>
    <dsp:sp modelId="{396E54B0-B0DC-4E03-ABD3-677591A5F3C6}">
      <dsp:nvSpPr>
        <dsp:cNvPr id="0" name=""/>
        <dsp:cNvSpPr/>
      </dsp:nvSpPr>
      <dsp:spPr>
        <a:xfrm>
          <a:off x="1060409" y="362"/>
          <a:ext cx="534650" cy="534650"/>
        </a:xfrm>
        <a:prstGeom prst="ellipse">
          <a:avLst/>
        </a:prstGeom>
        <a:blipFill>
          <a:blip xmlns:r="http://schemas.openxmlformats.org/officeDocument/2006/relationships"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74706-D588-480D-BA36-2ADF86747EF3}">
      <dsp:nvSpPr>
        <dsp:cNvPr id="0" name=""/>
        <dsp:cNvSpPr/>
      </dsp:nvSpPr>
      <dsp:spPr>
        <a:xfrm rot="10800000">
          <a:off x="1327735" y="694610"/>
          <a:ext cx="4740646" cy="534650"/>
        </a:xfrm>
        <a:prstGeom prst="homePlate">
          <a:avLst/>
        </a:prstGeom>
        <a:solidFill>
          <a:schemeClr val="accent4">
            <a:hueOff val="-1116192"/>
            <a:satOff val="6725"/>
            <a:lumOff val="53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66" tIns="87630" rIns="163576" bIns="87630" numCol="1" spcCol="1270" anchor="ctr" anchorCtr="0">
          <a:noAutofit/>
        </a:bodyPr>
        <a:lstStyle/>
        <a:p>
          <a:pPr marL="17780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2.4.2 STM32</a:t>
          </a:r>
          <a:r>
            <a:rPr lang="zh-CN" sz="2300" b="1" kern="1200" dirty="0" smtClean="0"/>
            <a:t>总线结构</a:t>
          </a:r>
          <a:endParaRPr lang="zh-CN" sz="2300" b="1" kern="1200" dirty="0"/>
        </a:p>
      </dsp:txBody>
      <dsp:txXfrm rot="10800000">
        <a:off x="1461397" y="694610"/>
        <a:ext cx="4606984" cy="534650"/>
      </dsp:txXfrm>
    </dsp:sp>
    <dsp:sp modelId="{40FFD5EA-3B1B-4D36-87F3-9D9EC34FE380}">
      <dsp:nvSpPr>
        <dsp:cNvPr id="0" name=""/>
        <dsp:cNvSpPr/>
      </dsp:nvSpPr>
      <dsp:spPr>
        <a:xfrm>
          <a:off x="1060409" y="694610"/>
          <a:ext cx="534650" cy="534650"/>
        </a:xfrm>
        <a:prstGeom prst="ellipse">
          <a:avLst/>
        </a:prstGeom>
        <a:blipFill>
          <a:blip xmlns:r="http://schemas.openxmlformats.org/officeDocument/2006/relationships"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4B4D67-B496-4941-ABBC-EC8A73AEDA81}">
      <dsp:nvSpPr>
        <dsp:cNvPr id="0" name=""/>
        <dsp:cNvSpPr/>
      </dsp:nvSpPr>
      <dsp:spPr>
        <a:xfrm rot="10800000">
          <a:off x="1327735" y="1388858"/>
          <a:ext cx="4740646" cy="534650"/>
        </a:xfrm>
        <a:prstGeom prst="homePlate">
          <a:avLst/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66" tIns="87630" rIns="163576" bIns="87630" numCol="1" spcCol="1270" anchor="ctr" anchorCtr="0">
          <a:noAutofit/>
        </a:bodyPr>
        <a:lstStyle/>
        <a:p>
          <a:pPr marL="17780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2.4.3 STM32</a:t>
          </a:r>
          <a:r>
            <a:rPr lang="zh-CN" sz="2300" b="1" kern="1200" dirty="0" smtClean="0"/>
            <a:t>存储结构</a:t>
          </a:r>
          <a:endParaRPr lang="zh-CN" sz="2300" b="1" kern="1200" dirty="0"/>
        </a:p>
      </dsp:txBody>
      <dsp:txXfrm rot="10800000">
        <a:off x="1461397" y="1388858"/>
        <a:ext cx="4606984" cy="534650"/>
      </dsp:txXfrm>
    </dsp:sp>
    <dsp:sp modelId="{5ED509B9-E7A6-4A74-93CD-6F875E687AC1}">
      <dsp:nvSpPr>
        <dsp:cNvPr id="0" name=""/>
        <dsp:cNvSpPr/>
      </dsp:nvSpPr>
      <dsp:spPr>
        <a:xfrm>
          <a:off x="1060409" y="1388858"/>
          <a:ext cx="534650" cy="534650"/>
        </a:xfrm>
        <a:prstGeom prst="ellipse">
          <a:avLst/>
        </a:prstGeom>
        <a:blipFill>
          <a:blip xmlns:r="http://schemas.openxmlformats.org/officeDocument/2006/relationships"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60B564-3AF4-4E8C-A09D-4E17283487D7}">
      <dsp:nvSpPr>
        <dsp:cNvPr id="0" name=""/>
        <dsp:cNvSpPr/>
      </dsp:nvSpPr>
      <dsp:spPr>
        <a:xfrm rot="10800000">
          <a:off x="1327735" y="2083106"/>
          <a:ext cx="4740646" cy="534650"/>
        </a:xfrm>
        <a:prstGeom prst="homePlate">
          <a:avLst/>
        </a:prstGeom>
        <a:solidFill>
          <a:schemeClr val="accent4">
            <a:hueOff val="-3348577"/>
            <a:satOff val="20174"/>
            <a:lumOff val="161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66" tIns="87630" rIns="163576" bIns="87630" numCol="1" spcCol="1270" anchor="ctr" anchorCtr="0">
          <a:noAutofit/>
        </a:bodyPr>
        <a:lstStyle/>
        <a:p>
          <a:pPr marL="17780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2.4.4 STM32</a:t>
          </a:r>
          <a:r>
            <a:rPr lang="zh-CN" sz="2300" b="1" kern="1200" dirty="0" smtClean="0"/>
            <a:t>中断</a:t>
          </a:r>
          <a:endParaRPr lang="zh-CN" sz="2300" b="1" kern="1200" dirty="0"/>
        </a:p>
      </dsp:txBody>
      <dsp:txXfrm rot="10800000">
        <a:off x="1461397" y="2083106"/>
        <a:ext cx="4606984" cy="534650"/>
      </dsp:txXfrm>
    </dsp:sp>
    <dsp:sp modelId="{8FD52D7C-88A7-4330-A824-8E2ACC2D129B}">
      <dsp:nvSpPr>
        <dsp:cNvPr id="0" name=""/>
        <dsp:cNvSpPr/>
      </dsp:nvSpPr>
      <dsp:spPr>
        <a:xfrm>
          <a:off x="1060409" y="2083106"/>
          <a:ext cx="534650" cy="534650"/>
        </a:xfrm>
        <a:prstGeom prst="ellipse">
          <a:avLst/>
        </a:prstGeom>
        <a:blipFill>
          <a:blip xmlns:r="http://schemas.openxmlformats.org/officeDocument/2006/relationships"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4CD558-4C7F-4BB3-9C86-FE746B477BF6}">
      <dsp:nvSpPr>
        <dsp:cNvPr id="0" name=""/>
        <dsp:cNvSpPr/>
      </dsp:nvSpPr>
      <dsp:spPr>
        <a:xfrm rot="10800000">
          <a:off x="1327735" y="2777354"/>
          <a:ext cx="4740646" cy="534650"/>
        </a:xfrm>
        <a:prstGeom prst="homePlate">
          <a:avLst/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5766" tIns="87630" rIns="163576" bIns="87630" numCol="1" spcCol="1270" anchor="ctr" anchorCtr="0">
          <a:noAutofit/>
        </a:bodyPr>
        <a:lstStyle/>
        <a:p>
          <a:pPr marL="17780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/>
            <a:t>2.4.5 STM32</a:t>
          </a:r>
          <a:r>
            <a:rPr lang="zh-CN" sz="2300" b="1" kern="1200" dirty="0" smtClean="0"/>
            <a:t>时钟系统</a:t>
          </a:r>
          <a:endParaRPr lang="zh-CN" sz="2300" b="1" kern="1200" dirty="0"/>
        </a:p>
      </dsp:txBody>
      <dsp:txXfrm rot="10800000">
        <a:off x="1461397" y="2777354"/>
        <a:ext cx="4606984" cy="534650"/>
      </dsp:txXfrm>
    </dsp:sp>
    <dsp:sp modelId="{038EBEEC-D3D0-42AA-8DB8-C99A08A70D6B}">
      <dsp:nvSpPr>
        <dsp:cNvPr id="0" name=""/>
        <dsp:cNvSpPr/>
      </dsp:nvSpPr>
      <dsp:spPr>
        <a:xfrm>
          <a:off x="1060409" y="2777354"/>
          <a:ext cx="534650" cy="534650"/>
        </a:xfrm>
        <a:prstGeom prst="ellipse">
          <a:avLst/>
        </a:prstGeom>
        <a:blipFill>
          <a:blip xmlns:r="http://schemas.openxmlformats.org/officeDocument/2006/relationships"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9000" r="-3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849638-4AF7-42C2-AFE6-75110CDD160C}">
      <dsp:nvSpPr>
        <dsp:cNvPr id="0" name=""/>
        <dsp:cNvSpPr/>
      </dsp:nvSpPr>
      <dsp:spPr>
        <a:xfrm rot="5400000">
          <a:off x="305187" y="1509572"/>
          <a:ext cx="900354" cy="14981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442538-38E4-4EBA-B649-BBBA51D7567C}">
      <dsp:nvSpPr>
        <dsp:cNvPr id="0" name=""/>
        <dsp:cNvSpPr/>
      </dsp:nvSpPr>
      <dsp:spPr>
        <a:xfrm>
          <a:off x="154895" y="1957203"/>
          <a:ext cx="1352556" cy="118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C00000"/>
              </a:solidFill>
            </a:rPr>
            <a:t>HSI</a:t>
          </a:r>
          <a:endParaRPr lang="zh-CN" sz="1600" b="1" kern="1200" dirty="0">
            <a:solidFill>
              <a:srgbClr val="C00000"/>
            </a:solidFill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/>
            <a:t>High Speed Internal</a:t>
          </a:r>
          <a:r>
            <a:rPr lang="zh-CN" sz="1400" b="1" kern="1200" dirty="0" smtClean="0"/>
            <a:t>，高速内部时钟，由内部</a:t>
          </a:r>
          <a:r>
            <a:rPr lang="en-US" sz="1400" b="1" kern="1200" dirty="0" smtClean="0"/>
            <a:t>8MHz</a:t>
          </a:r>
          <a:r>
            <a:rPr lang="zh-CN" sz="1400" b="1" kern="1200" dirty="0" smtClean="0"/>
            <a:t>的</a:t>
          </a:r>
          <a:r>
            <a:rPr lang="en-US" sz="1400" b="1" kern="1200" dirty="0" smtClean="0"/>
            <a:t>RC</a:t>
          </a:r>
          <a:r>
            <a:rPr lang="zh-CN" sz="1400" b="1" kern="1200" dirty="0" smtClean="0"/>
            <a:t>振荡器生成，可作为系统时钟或</a:t>
          </a:r>
          <a:r>
            <a:rPr lang="en-US" sz="1400" b="1" kern="1200" dirty="0" smtClean="0"/>
            <a:t>2</a:t>
          </a:r>
          <a:r>
            <a:rPr lang="zh-CN" sz="1400" b="1" kern="1200" dirty="0" smtClean="0"/>
            <a:t>分频后作为</a:t>
          </a:r>
          <a:r>
            <a:rPr lang="en-US" sz="1400" b="1" kern="1200" dirty="0" smtClean="0"/>
            <a:t>PLL</a:t>
          </a:r>
          <a:r>
            <a:rPr lang="zh-CN" sz="1400" b="1" kern="1200" dirty="0" smtClean="0"/>
            <a:t>输入；特点：时钟频率精度差，不稳定。</a:t>
          </a:r>
          <a:endParaRPr lang="zh-CN" sz="1400" b="1" kern="1200" dirty="0"/>
        </a:p>
      </dsp:txBody>
      <dsp:txXfrm>
        <a:off x="154895" y="1957203"/>
        <a:ext cx="1352556" cy="1185594"/>
      </dsp:txXfrm>
    </dsp:sp>
    <dsp:sp modelId="{E1F0F87D-EB3A-4814-9F53-6FC03B8EAD04}">
      <dsp:nvSpPr>
        <dsp:cNvPr id="0" name=""/>
        <dsp:cNvSpPr/>
      </dsp:nvSpPr>
      <dsp:spPr>
        <a:xfrm>
          <a:off x="1252252" y="1399276"/>
          <a:ext cx="255199" cy="255199"/>
        </a:xfrm>
        <a:prstGeom prst="triangle">
          <a:avLst>
            <a:gd name="adj" fmla="val 100000"/>
          </a:avLst>
        </a:prstGeom>
        <a:solidFill>
          <a:schemeClr val="accent5">
            <a:shade val="80000"/>
            <a:hueOff val="25653"/>
            <a:satOff val="-280"/>
            <a:lumOff val="3197"/>
            <a:alphaOff val="0"/>
          </a:schemeClr>
        </a:solidFill>
        <a:ln w="25400" cap="flat" cmpd="sng" algn="ctr">
          <a:solidFill>
            <a:schemeClr val="accent5">
              <a:shade val="80000"/>
              <a:hueOff val="25653"/>
              <a:satOff val="-280"/>
              <a:lumOff val="319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D69E42-3E2F-4D12-BFAC-BABE7C238E2B}">
      <dsp:nvSpPr>
        <dsp:cNvPr id="0" name=""/>
        <dsp:cNvSpPr/>
      </dsp:nvSpPr>
      <dsp:spPr>
        <a:xfrm rot="5400000">
          <a:off x="1960980" y="1099845"/>
          <a:ext cx="900354" cy="14981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shade val="80000"/>
            <a:hueOff val="51306"/>
            <a:satOff val="-559"/>
            <a:lumOff val="6395"/>
            <a:alphaOff val="0"/>
          </a:schemeClr>
        </a:solidFill>
        <a:ln w="25400" cap="flat" cmpd="sng" algn="ctr">
          <a:solidFill>
            <a:schemeClr val="accent5">
              <a:shade val="80000"/>
              <a:hueOff val="51306"/>
              <a:satOff val="-559"/>
              <a:lumOff val="63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B2F2D2-53A1-43EB-913A-CB106B6D96D2}">
      <dsp:nvSpPr>
        <dsp:cNvPr id="0" name=""/>
        <dsp:cNvSpPr/>
      </dsp:nvSpPr>
      <dsp:spPr>
        <a:xfrm>
          <a:off x="1810688" y="1547475"/>
          <a:ext cx="1352556" cy="118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C00000"/>
              </a:solidFill>
            </a:rPr>
            <a:t>HSE</a:t>
          </a:r>
          <a:endParaRPr lang="zh-CN" sz="1600" b="1" kern="1200" dirty="0">
            <a:solidFill>
              <a:srgbClr val="C00000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b="1" kern="1200" dirty="0" smtClean="0"/>
            <a:t>High Speed External</a:t>
          </a:r>
          <a:r>
            <a:rPr lang="zh-CN" sz="1200" b="1" kern="1200" dirty="0" smtClean="0"/>
            <a:t>，高速外部时钟，可外接一个外部时钟源，或者通过</a:t>
          </a:r>
          <a:r>
            <a:rPr lang="en-US" sz="1200" b="1" kern="1200" dirty="0" smtClean="0"/>
            <a:t>OSC_IN</a:t>
          </a:r>
          <a:r>
            <a:rPr lang="zh-CN" sz="1200" b="1" kern="1200" dirty="0" smtClean="0"/>
            <a:t>和</a:t>
          </a:r>
          <a:r>
            <a:rPr lang="en-US" sz="1200" b="1" kern="1200" dirty="0" smtClean="0"/>
            <a:t>OSC_OUT</a:t>
          </a:r>
          <a:r>
            <a:rPr lang="zh-CN" sz="1200" b="1" kern="1200" dirty="0" smtClean="0"/>
            <a:t>引脚外接晶振，允许外接的晶振频率范围为</a:t>
          </a:r>
          <a:r>
            <a:rPr lang="en-US" sz="1200" b="1" kern="1200" dirty="0" smtClean="0"/>
            <a:t>4</a:t>
          </a:r>
          <a:r>
            <a:rPr lang="zh-CN" sz="1200" b="1" kern="1200" dirty="0" smtClean="0"/>
            <a:t>～</a:t>
          </a:r>
          <a:r>
            <a:rPr lang="en-US" sz="1200" b="1" kern="1200" dirty="0" smtClean="0"/>
            <a:t>16MHz</a:t>
          </a:r>
          <a:r>
            <a:rPr lang="zh-CN" sz="1200" b="1" kern="1200" dirty="0" smtClean="0"/>
            <a:t>，通常使用</a:t>
          </a:r>
          <a:r>
            <a:rPr lang="en-US" sz="1200" b="1" kern="1200" dirty="0" smtClean="0"/>
            <a:t>8MHz</a:t>
          </a:r>
          <a:r>
            <a:rPr lang="zh-CN" sz="1200" b="1" kern="1200" dirty="0" smtClean="0"/>
            <a:t>。特点：精度高，稳定。</a:t>
          </a:r>
          <a:endParaRPr lang="zh-CN" sz="1200" b="1" kern="1200" dirty="0"/>
        </a:p>
      </dsp:txBody>
      <dsp:txXfrm>
        <a:off x="1810688" y="1547475"/>
        <a:ext cx="1352556" cy="1185594"/>
      </dsp:txXfrm>
    </dsp:sp>
    <dsp:sp modelId="{16A7FD06-3DCB-4DC7-8EC0-1B2311FE5712}">
      <dsp:nvSpPr>
        <dsp:cNvPr id="0" name=""/>
        <dsp:cNvSpPr/>
      </dsp:nvSpPr>
      <dsp:spPr>
        <a:xfrm>
          <a:off x="2908045" y="989548"/>
          <a:ext cx="255199" cy="255199"/>
        </a:xfrm>
        <a:prstGeom prst="triangle">
          <a:avLst>
            <a:gd name="adj" fmla="val 100000"/>
          </a:avLst>
        </a:prstGeom>
        <a:solidFill>
          <a:schemeClr val="accent5">
            <a:shade val="80000"/>
            <a:hueOff val="76959"/>
            <a:satOff val="-839"/>
            <a:lumOff val="9592"/>
            <a:alphaOff val="0"/>
          </a:schemeClr>
        </a:solidFill>
        <a:ln w="25400" cap="flat" cmpd="sng" algn="ctr">
          <a:solidFill>
            <a:schemeClr val="accent5">
              <a:shade val="80000"/>
              <a:hueOff val="76959"/>
              <a:satOff val="-839"/>
              <a:lumOff val="959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CCADC8-A808-48D4-8C92-1A0A1D7D0C84}">
      <dsp:nvSpPr>
        <dsp:cNvPr id="0" name=""/>
        <dsp:cNvSpPr/>
      </dsp:nvSpPr>
      <dsp:spPr>
        <a:xfrm rot="5400000">
          <a:off x="3616773" y="690117"/>
          <a:ext cx="900354" cy="14981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shade val="80000"/>
            <a:hueOff val="102612"/>
            <a:satOff val="-1119"/>
            <a:lumOff val="12789"/>
            <a:alphaOff val="0"/>
          </a:schemeClr>
        </a:solidFill>
        <a:ln w="25400" cap="flat" cmpd="sng" algn="ctr">
          <a:solidFill>
            <a:schemeClr val="accent5">
              <a:shade val="80000"/>
              <a:hueOff val="102612"/>
              <a:satOff val="-1119"/>
              <a:lumOff val="1278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F4F32C-65A3-40AF-9E62-EC527213A1CE}">
      <dsp:nvSpPr>
        <dsp:cNvPr id="0" name=""/>
        <dsp:cNvSpPr/>
      </dsp:nvSpPr>
      <dsp:spPr>
        <a:xfrm>
          <a:off x="3466481" y="1137747"/>
          <a:ext cx="1352556" cy="118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C00000"/>
              </a:solidFill>
            </a:rPr>
            <a:t>LSI</a:t>
          </a:r>
          <a:endParaRPr lang="zh-CN" sz="1600" b="1" kern="1200" dirty="0">
            <a:solidFill>
              <a:srgbClr val="C00000"/>
            </a:solidFill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/>
            <a:t>Low Speed Internal</a:t>
          </a:r>
          <a:r>
            <a:rPr lang="zh-CN" sz="1400" b="1" kern="1200" dirty="0" smtClean="0"/>
            <a:t>，低速内部时钟，由内部</a:t>
          </a:r>
          <a:r>
            <a:rPr lang="en-US" sz="1400" b="1" kern="1200" dirty="0" smtClean="0"/>
            <a:t>RC</a:t>
          </a:r>
          <a:r>
            <a:rPr lang="zh-CN" sz="1400" b="1" kern="1200" dirty="0" smtClean="0"/>
            <a:t>振荡器产生，频率约</a:t>
          </a:r>
          <a:r>
            <a:rPr lang="en-US" sz="1400" b="1" kern="1200" dirty="0" smtClean="0"/>
            <a:t>40kHz</a:t>
          </a:r>
          <a:r>
            <a:rPr lang="zh-CN" sz="1400" b="1" kern="1200" dirty="0" smtClean="0"/>
            <a:t>，主要为独立看门狗（</a:t>
          </a:r>
          <a:r>
            <a:rPr lang="en-US" sz="1400" b="1" kern="1200" dirty="0" smtClean="0"/>
            <a:t>IWDG</a:t>
          </a:r>
          <a:r>
            <a:rPr lang="zh-CN" sz="1400" b="1" kern="1200" dirty="0" smtClean="0"/>
            <a:t>）和自动唤醒单元提供时钟。</a:t>
          </a:r>
          <a:endParaRPr lang="zh-CN" sz="1400" b="1" kern="1200" dirty="0"/>
        </a:p>
      </dsp:txBody>
      <dsp:txXfrm>
        <a:off x="3466481" y="1137747"/>
        <a:ext cx="1352556" cy="1185594"/>
      </dsp:txXfrm>
    </dsp:sp>
    <dsp:sp modelId="{25D2DB65-30D7-4CB1-87CF-2E465A0BFEA8}">
      <dsp:nvSpPr>
        <dsp:cNvPr id="0" name=""/>
        <dsp:cNvSpPr/>
      </dsp:nvSpPr>
      <dsp:spPr>
        <a:xfrm>
          <a:off x="4563838" y="579820"/>
          <a:ext cx="255199" cy="255199"/>
        </a:xfrm>
        <a:prstGeom prst="triangle">
          <a:avLst>
            <a:gd name="adj" fmla="val 100000"/>
          </a:avLst>
        </a:prstGeom>
        <a:solidFill>
          <a:schemeClr val="accent5">
            <a:shade val="80000"/>
            <a:hueOff val="128265"/>
            <a:satOff val="-1399"/>
            <a:lumOff val="15987"/>
            <a:alphaOff val="0"/>
          </a:schemeClr>
        </a:solidFill>
        <a:ln w="25400" cap="flat" cmpd="sng" algn="ctr">
          <a:solidFill>
            <a:schemeClr val="accent5">
              <a:shade val="80000"/>
              <a:hueOff val="128265"/>
              <a:satOff val="-1399"/>
              <a:lumOff val="1598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AD133-89AE-45C3-A7CA-BC039E3A4956}">
      <dsp:nvSpPr>
        <dsp:cNvPr id="0" name=""/>
        <dsp:cNvSpPr/>
      </dsp:nvSpPr>
      <dsp:spPr>
        <a:xfrm rot="5400000">
          <a:off x="5272566" y="280390"/>
          <a:ext cx="900354" cy="14981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shade val="80000"/>
            <a:hueOff val="153918"/>
            <a:satOff val="-1678"/>
            <a:lumOff val="19184"/>
            <a:alphaOff val="0"/>
          </a:schemeClr>
        </a:solidFill>
        <a:ln w="25400" cap="flat" cmpd="sng" algn="ctr">
          <a:solidFill>
            <a:schemeClr val="accent5">
              <a:shade val="80000"/>
              <a:hueOff val="153918"/>
              <a:satOff val="-1678"/>
              <a:lumOff val="1918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78B4-0C55-47AD-8A1D-EE28B00318FF}">
      <dsp:nvSpPr>
        <dsp:cNvPr id="0" name=""/>
        <dsp:cNvSpPr/>
      </dsp:nvSpPr>
      <dsp:spPr>
        <a:xfrm>
          <a:off x="5122274" y="728020"/>
          <a:ext cx="1352556" cy="118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C00000"/>
              </a:solidFill>
            </a:rPr>
            <a:t>LSE</a:t>
          </a:r>
          <a:endParaRPr lang="zh-CN" sz="1600" b="1" kern="1200" dirty="0">
            <a:solidFill>
              <a:srgbClr val="C00000"/>
            </a:solidFill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/>
            <a:t>Low Speed External</a:t>
          </a:r>
          <a:r>
            <a:rPr lang="zh-CN" sz="1400" b="1" kern="1200" dirty="0" smtClean="0"/>
            <a:t>，低速外部时钟，通过</a:t>
          </a:r>
          <a:r>
            <a:rPr lang="en-US" sz="1400" b="1" kern="1200" dirty="0" smtClean="0"/>
            <a:t>OSC32_IN</a:t>
          </a:r>
          <a:r>
            <a:rPr lang="zh-CN" sz="1400" b="1" kern="1200" dirty="0" smtClean="0"/>
            <a:t>和</a:t>
          </a:r>
          <a:r>
            <a:rPr lang="en-US" sz="1400" b="1" kern="1200" dirty="0" smtClean="0"/>
            <a:t>OSC32_OUT</a:t>
          </a:r>
          <a:r>
            <a:rPr lang="zh-CN" sz="1400" b="1" kern="1200" dirty="0" smtClean="0"/>
            <a:t>引脚外接频率为</a:t>
          </a:r>
          <a:r>
            <a:rPr lang="en-US" sz="1400" b="1" kern="1200" dirty="0" smtClean="0"/>
            <a:t>32.768kHz</a:t>
          </a:r>
          <a:r>
            <a:rPr lang="zh-CN" sz="1400" b="1" kern="1200" dirty="0" smtClean="0"/>
            <a:t>的晶振，主要为</a:t>
          </a:r>
          <a:r>
            <a:rPr lang="en-US" sz="1400" b="1" kern="1200" dirty="0" smtClean="0"/>
            <a:t>RTC</a:t>
          </a:r>
          <a:r>
            <a:rPr lang="zh-CN" sz="1400" b="1" kern="1200" dirty="0" smtClean="0"/>
            <a:t>（</a:t>
          </a:r>
          <a:r>
            <a:rPr lang="en-US" sz="1400" b="1" kern="1200" dirty="0" smtClean="0"/>
            <a:t>Real-Time Clock</a:t>
          </a:r>
          <a:r>
            <a:rPr lang="zh-CN" sz="1400" b="1" kern="1200" dirty="0" smtClean="0"/>
            <a:t>，实时时钟部件）提供低速高精度的时钟源。</a:t>
          </a:r>
          <a:endParaRPr lang="zh-CN" sz="1400" b="1" kern="1200" dirty="0"/>
        </a:p>
      </dsp:txBody>
      <dsp:txXfrm>
        <a:off x="5122274" y="728020"/>
        <a:ext cx="1352556" cy="1185594"/>
      </dsp:txXfrm>
    </dsp:sp>
    <dsp:sp modelId="{73C943A2-0888-423C-95A1-B4C6714331EC}">
      <dsp:nvSpPr>
        <dsp:cNvPr id="0" name=""/>
        <dsp:cNvSpPr/>
      </dsp:nvSpPr>
      <dsp:spPr>
        <a:xfrm>
          <a:off x="6219631" y="170093"/>
          <a:ext cx="255199" cy="255199"/>
        </a:xfrm>
        <a:prstGeom prst="triangle">
          <a:avLst>
            <a:gd name="adj" fmla="val 100000"/>
          </a:avLst>
        </a:prstGeom>
        <a:solidFill>
          <a:schemeClr val="accent5">
            <a:shade val="80000"/>
            <a:hueOff val="179571"/>
            <a:satOff val="-1958"/>
            <a:lumOff val="22382"/>
            <a:alphaOff val="0"/>
          </a:schemeClr>
        </a:solidFill>
        <a:ln w="25400" cap="flat" cmpd="sng" algn="ctr">
          <a:solidFill>
            <a:schemeClr val="accent5">
              <a:shade val="80000"/>
              <a:hueOff val="179571"/>
              <a:satOff val="-1958"/>
              <a:lumOff val="223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095855-0108-4E13-B123-19E85AE41B9C}">
      <dsp:nvSpPr>
        <dsp:cNvPr id="0" name=""/>
        <dsp:cNvSpPr/>
      </dsp:nvSpPr>
      <dsp:spPr>
        <a:xfrm rot="5400000">
          <a:off x="6928359" y="-129337"/>
          <a:ext cx="900354" cy="1498169"/>
        </a:xfrm>
        <a:prstGeom prst="corner">
          <a:avLst>
            <a:gd name="adj1" fmla="val 16120"/>
            <a:gd name="adj2" fmla="val 16110"/>
          </a:avLst>
        </a:prstGeom>
        <a:solidFill>
          <a:schemeClr val="accent5">
            <a:shade val="80000"/>
            <a:hueOff val="205224"/>
            <a:satOff val="-2238"/>
            <a:lumOff val="25579"/>
            <a:alphaOff val="0"/>
          </a:schemeClr>
        </a:solidFill>
        <a:ln w="25400" cap="flat" cmpd="sng" algn="ctr">
          <a:solidFill>
            <a:schemeClr val="accent5">
              <a:shade val="80000"/>
              <a:hueOff val="205224"/>
              <a:satOff val="-2238"/>
              <a:lumOff val="2557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71205-BA31-42A6-8530-50A85CB9BCE3}">
      <dsp:nvSpPr>
        <dsp:cNvPr id="0" name=""/>
        <dsp:cNvSpPr/>
      </dsp:nvSpPr>
      <dsp:spPr>
        <a:xfrm>
          <a:off x="6778067" y="318292"/>
          <a:ext cx="1352556" cy="1185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l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rgbClr val="C00000"/>
              </a:solidFill>
            </a:rPr>
            <a:t>PLL</a:t>
          </a:r>
          <a:endParaRPr lang="zh-CN" sz="1600" b="1" kern="1200" dirty="0">
            <a:solidFill>
              <a:srgbClr val="C00000"/>
            </a:solidFill>
          </a:endParaRPr>
        </a:p>
        <a:p>
          <a:pPr marL="114300" lvl="1" indent="-114300" algn="l" defTabSz="6223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400" b="1" kern="1200" dirty="0" smtClean="0"/>
            <a:t>Phase Locked Loop</a:t>
          </a:r>
          <a:r>
            <a:rPr lang="zh-CN" sz="1400" b="1" kern="1200" dirty="0" smtClean="0"/>
            <a:t>，锁相环，保证外部输入时钟信号与内部振荡信号同步（频率和相位相同），以保证输出频率的稳定。另一方面，也可用于倍频</a:t>
          </a:r>
          <a:r>
            <a:rPr lang="en-US" sz="1400" b="1" kern="1200" dirty="0" smtClean="0"/>
            <a:t>HSI</a:t>
          </a:r>
          <a:r>
            <a:rPr lang="zh-CN" sz="1400" b="1" kern="1200" dirty="0" smtClean="0"/>
            <a:t>或</a:t>
          </a:r>
          <a:r>
            <a:rPr lang="en-US" sz="1400" b="1" kern="1200" dirty="0" smtClean="0"/>
            <a:t>HSE</a:t>
          </a:r>
          <a:r>
            <a:rPr lang="zh-CN" sz="1400" b="1" kern="1200" dirty="0" smtClean="0"/>
            <a:t>。</a:t>
          </a:r>
          <a:endParaRPr lang="zh-CN" sz="1400" b="1" kern="1200" dirty="0"/>
        </a:p>
      </dsp:txBody>
      <dsp:txXfrm>
        <a:off x="6778067" y="318292"/>
        <a:ext cx="1352556" cy="118559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03E59-9C6C-4946-9789-CACED4808506}">
      <dsp:nvSpPr>
        <dsp:cNvPr id="0" name=""/>
        <dsp:cNvSpPr/>
      </dsp:nvSpPr>
      <dsp:spPr>
        <a:xfrm>
          <a:off x="0" y="74294"/>
          <a:ext cx="2047727" cy="122863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/>
            <a:t>AHB</a:t>
          </a:r>
          <a:r>
            <a:rPr lang="zh-CN" sz="2000" b="1" kern="1200" dirty="0" smtClean="0"/>
            <a:t>总线、内核、内存和</a:t>
          </a:r>
          <a:r>
            <a:rPr lang="en-US" sz="2000" b="1" kern="1200" dirty="0" smtClean="0"/>
            <a:t>DMA</a:t>
          </a:r>
          <a:r>
            <a:rPr lang="zh-CN" sz="2000" b="1" kern="1200" dirty="0" smtClean="0"/>
            <a:t>使用的</a:t>
          </a:r>
          <a:r>
            <a:rPr lang="en-US" sz="2000" b="1" kern="1200" dirty="0" smtClean="0"/>
            <a:t>HCLK</a:t>
          </a:r>
          <a:r>
            <a:rPr lang="zh-CN" sz="2000" b="1" kern="1200" dirty="0" smtClean="0"/>
            <a:t>时钟。</a:t>
          </a:r>
          <a:endParaRPr lang="zh-CN" sz="2000" b="1" kern="1200" dirty="0"/>
        </a:p>
      </dsp:txBody>
      <dsp:txXfrm>
        <a:off x="0" y="74294"/>
        <a:ext cx="2047727" cy="1228636"/>
      </dsp:txXfrm>
    </dsp:sp>
    <dsp:sp modelId="{FE7B28CF-8898-42AF-A4D9-0035A1109921}">
      <dsp:nvSpPr>
        <dsp:cNvPr id="0" name=""/>
        <dsp:cNvSpPr/>
      </dsp:nvSpPr>
      <dsp:spPr>
        <a:xfrm>
          <a:off x="2252500" y="74294"/>
          <a:ext cx="2047727" cy="122863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000" b="1" kern="1200" dirty="0" smtClean="0"/>
            <a:t>通过</a:t>
          </a:r>
          <a:r>
            <a:rPr lang="en-US" sz="2000" b="1" kern="1200" dirty="0" smtClean="0"/>
            <a:t>8</a:t>
          </a:r>
          <a:r>
            <a:rPr lang="zh-CN" sz="2000" b="1" kern="1200" dirty="0" smtClean="0"/>
            <a:t>分频后用作</a:t>
          </a:r>
          <a:r>
            <a:rPr lang="en-US" sz="2000" b="1" kern="1200" dirty="0" smtClean="0"/>
            <a:t>Cortex</a:t>
          </a:r>
          <a:r>
            <a:rPr lang="zh-CN" sz="2000" b="1" kern="1200" dirty="0" smtClean="0"/>
            <a:t>的系统定时器时钟。</a:t>
          </a:r>
          <a:endParaRPr lang="zh-CN" sz="2000" b="1" kern="1200" dirty="0"/>
        </a:p>
      </dsp:txBody>
      <dsp:txXfrm>
        <a:off x="2252500" y="74294"/>
        <a:ext cx="2047727" cy="1228636"/>
      </dsp:txXfrm>
    </dsp:sp>
    <dsp:sp modelId="{FDE0E2C1-DCDD-48F6-91FC-9AE12BC9718D}">
      <dsp:nvSpPr>
        <dsp:cNvPr id="0" name=""/>
        <dsp:cNvSpPr/>
      </dsp:nvSpPr>
      <dsp:spPr>
        <a:xfrm>
          <a:off x="4505000" y="74294"/>
          <a:ext cx="2047727" cy="122863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000" b="1" kern="1200" smtClean="0"/>
            <a:t>直接作为</a:t>
          </a:r>
          <a:r>
            <a:rPr lang="en-US" sz="2000" b="1" kern="1200" smtClean="0"/>
            <a:t>Cortex</a:t>
          </a:r>
          <a:r>
            <a:rPr lang="zh-CN" sz="2000" b="1" kern="1200" smtClean="0"/>
            <a:t>的空闲运行时钟</a:t>
          </a:r>
          <a:r>
            <a:rPr lang="en-US" sz="2000" b="1" kern="1200" smtClean="0"/>
            <a:t>FCLK</a:t>
          </a:r>
          <a:r>
            <a:rPr lang="zh-CN" sz="2000" b="1" kern="1200" smtClean="0"/>
            <a:t>。</a:t>
          </a:r>
          <a:endParaRPr lang="zh-CN" sz="2000" b="1" kern="1200"/>
        </a:p>
      </dsp:txBody>
      <dsp:txXfrm>
        <a:off x="4505000" y="74294"/>
        <a:ext cx="2047727" cy="1228636"/>
      </dsp:txXfrm>
    </dsp:sp>
    <dsp:sp modelId="{D22AF73B-C6ED-44A0-BEE7-1C394002B63D}">
      <dsp:nvSpPr>
        <dsp:cNvPr id="0" name=""/>
        <dsp:cNvSpPr/>
      </dsp:nvSpPr>
      <dsp:spPr>
        <a:xfrm>
          <a:off x="1126250" y="1507703"/>
          <a:ext cx="2047727" cy="122863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000" b="1" kern="1200" dirty="0" smtClean="0"/>
            <a:t>供给</a:t>
          </a:r>
          <a:r>
            <a:rPr lang="en-US" sz="2000" b="1" kern="1200" dirty="0" smtClean="0"/>
            <a:t>APB1</a:t>
          </a:r>
          <a:r>
            <a:rPr lang="zh-CN" sz="2000" b="1" kern="1200" dirty="0" smtClean="0"/>
            <a:t>分频器。</a:t>
          </a:r>
          <a:endParaRPr lang="zh-CN" sz="2000" b="1" kern="1200" dirty="0"/>
        </a:p>
      </dsp:txBody>
      <dsp:txXfrm>
        <a:off x="1126250" y="1507703"/>
        <a:ext cx="2047727" cy="1228636"/>
      </dsp:txXfrm>
    </dsp:sp>
    <dsp:sp modelId="{21CEDC47-7D35-415F-9D3C-9CBC867869E0}">
      <dsp:nvSpPr>
        <dsp:cNvPr id="0" name=""/>
        <dsp:cNvSpPr/>
      </dsp:nvSpPr>
      <dsp:spPr>
        <a:xfrm>
          <a:off x="3378750" y="1507703"/>
          <a:ext cx="2047727" cy="1228636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2000" b="1" kern="1200" smtClean="0"/>
            <a:t>供给</a:t>
          </a:r>
          <a:r>
            <a:rPr lang="en-US" sz="2000" b="1" kern="1200" smtClean="0"/>
            <a:t>APB2</a:t>
          </a:r>
          <a:r>
            <a:rPr lang="zh-CN" sz="2000" b="1" kern="1200" smtClean="0"/>
            <a:t>分频器。</a:t>
          </a:r>
          <a:endParaRPr lang="zh-CN" sz="2000" b="1" kern="1200"/>
        </a:p>
      </dsp:txBody>
      <dsp:txXfrm>
        <a:off x="3378750" y="1507703"/>
        <a:ext cx="2047727" cy="1228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#1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PictureStrips">
  <dgm:title val=""/>
  <dgm:desc val=""/>
  <dgm:catLst>
    <dgm:cat type="list" pri="12500"/>
    <dgm:cat type="picture" pri="13000"/>
    <dgm:cat type="pictureconvert" pri="13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  <dgm:cxn modelId="70" srcId="0" destId="40" srcOrd="2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0.1"/>
      <dgm:constr type="h" for="ch" forName="sibTrans" refType="h" refFor="ch" refForName="composite" op="equ" fact="0.1"/>
      <dgm:constr type="w" for="ch" forName="sibTrans" refType="h" refFor="ch" refForName="sibTrans" op="equ"/>
    </dgm:constrLst>
    <dgm:forEach name="nodesForEach" axis="ch" ptType="node">
      <dgm:layoutNode name="composite">
        <dgm:alg type="composite">
          <dgm:param type="ar" val="3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04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if>
          <dgm:else name="Name6">
            <dgm:constrLst>
              <dgm:constr type="l" for="ch" forName="rect1" refType="w" fact="0"/>
              <dgm:constr type="t" for="ch" forName="rect1" refType="h" fact="0.13"/>
              <dgm:constr type="w" for="ch" forName="rect1" refType="w" fact="0.96"/>
              <dgm:constr type="h" for="ch" forName="rect1" refType="h" fact="0.9"/>
              <dgm:constr type="l" for="ch" forName="rect2" refType="w" fact="0.79"/>
              <dgm:constr type="t" for="ch" forName="rect2" refType="h" fact="0"/>
              <dgm:constr type="w" for="ch" forName="rect2" refType="w" fact="0.21"/>
              <dgm:constr type="h" for="ch" forName="rect2" refType="w" fact="0.315"/>
            </dgm:constrLst>
          </dgm:else>
        </dgm:choose>
        <dgm:layoutNode name="rect1" styleLbl="trAlignAcc1">
          <dgm:varLst>
            <dgm:bulletEnabled val="1"/>
          </dgm:varLst>
          <dgm:alg type="tx">
            <dgm:param type="parTxLTRAlign" val="l"/>
          </dgm:alg>
          <dgm:shape xmlns:r="http://schemas.openxmlformats.org/officeDocument/2006/relationships" type="rect" r:blip="">
            <dgm:adjLst/>
          </dgm:shape>
          <dgm:presOf axis="desOrSelf" ptType="node"/>
          <dgm:choose name="Name7">
            <dgm:if name="Name8" func="var" arg="dir" op="equ" val="norm">
              <dgm:constrLst>
                <dgm:constr type="lMarg" refType="w" fact="0.6"/>
                <dgm:constr type="rMarg" refType="primFontSz" fact="0.3"/>
                <dgm:constr type="tMarg" refType="primFontSz" fact="0.3"/>
                <dgm:constr type="bMarg" refType="primFontSz" fact="0.3"/>
              </dgm:constrLst>
            </dgm:if>
            <dgm:else name="Name9">
              <dgm:constrLst>
                <dgm:constr type="lMarg" refType="primFontSz" fact="0.3"/>
                <dgm:constr type="rMarg" refType="w" fact="0.6"/>
                <dgm:constr type="tMarg" refType="primFontSz" fact="0.3"/>
                <dgm:constr type="bMarg" refType="primFontSz" fact="0.3"/>
              </dgm:constrLst>
            </dgm:else>
          </dgm:choose>
          <dgm:ruleLst>
            <dgm:rule type="primFontSz" val="5" fact="NaN" max="NaN"/>
          </dgm:ruleLst>
        </dgm:layoutNode>
        <dgm:layoutNode name="rect2" styleLbl="f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9B75F8-F665-47F5-9F1B-1750F29F1993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C9018E-597F-42E6-A78B-4790A7F986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8152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658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658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65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665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379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379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BC9018E-597F-42E6-A78B-4790A7F98695}" type="slidenum">
              <a:rPr lang="zh-CN" altLang="en-US" smtClean="0"/>
              <a:pPr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6188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31840" y="4731990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2464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7493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701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4"/>
            <a:ext cx="4038600" cy="2545556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90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454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4674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907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512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373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0913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6325E833-01A2-4376-8CC2-6FA6AA5AF896}" type="datetimeFigureOut">
              <a:rPr lang="zh-CN" altLang="en-US" smtClean="0"/>
              <a:pPr/>
              <a:t>2020-06-15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0F272DE8-DC03-45DD-9AEF-459A9358B4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154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5020022"/>
            <a:ext cx="9144000" cy="12347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>
            <a:off x="9036496" y="1275606"/>
            <a:ext cx="107504" cy="2592288"/>
          </a:xfrm>
          <a:prstGeom prst="rect">
            <a:avLst/>
          </a:prstGeom>
          <a:ln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7502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0.png"/><Relationship Id="rId4" Type="http://schemas.openxmlformats.org/officeDocument/2006/relationships/image" Target="../media/image9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1.e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gi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2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3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202167" y="2211710"/>
            <a:ext cx="14253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第</a:t>
            </a:r>
            <a:r>
              <a:rPr lang="en-US" altLang="zh-CN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2</a:t>
            </a:r>
            <a:r>
              <a:rPr lang="zh-CN" altLang="en-US" sz="3600" b="1" dirty="0" smtClean="0">
                <a:solidFill>
                  <a:schemeClr val="bg1"/>
                </a:solidFill>
                <a:latin typeface="华文隶书" pitchFamily="2" charset="-122"/>
                <a:ea typeface="华文隶书" pitchFamily="2" charset="-122"/>
              </a:rPr>
              <a:t>章 </a:t>
            </a:r>
            <a:endParaRPr lang="zh-CN" altLang="en-US" sz="3600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43808" y="1779662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3131840" y="1875477"/>
            <a:ext cx="468052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ARM Cortex-M3</a:t>
            </a:r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内核</a:t>
            </a:r>
            <a:endParaRPr lang="en-US" altLang="zh-CN" sz="3600" b="1" dirty="0" smtClean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  <a:p>
            <a:pPr algn="ctr"/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       与</a:t>
            </a:r>
            <a:r>
              <a:rPr lang="en-US" altLang="zh-CN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STM32</a:t>
            </a:r>
            <a:r>
              <a:rPr lang="zh-CN" altLang="en-US" sz="36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微控制器</a:t>
            </a:r>
            <a:endParaRPr lang="zh-CN" altLang="zh-CN" sz="36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275856" y="1784578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十字箭头标注 10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  <p:sp>
        <p:nvSpPr>
          <p:cNvPr id="18" name="矩形 17"/>
          <p:cNvSpPr/>
          <p:nvPr/>
        </p:nvSpPr>
        <p:spPr>
          <a:xfrm>
            <a:off x="5508104" y="3050071"/>
            <a:ext cx="1914862" cy="97743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99271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339503"/>
            <a:ext cx="298782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1582" y="381893"/>
            <a:ext cx="33362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本章知识与能力要求</a:t>
            </a:r>
          </a:p>
        </p:txBody>
      </p:sp>
      <p:sp>
        <p:nvSpPr>
          <p:cNvPr id="5" name="矩形 4"/>
          <p:cNvSpPr/>
          <p:nvPr/>
        </p:nvSpPr>
        <p:spPr>
          <a:xfrm>
            <a:off x="1524418" y="1347614"/>
            <a:ext cx="6768752" cy="2760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理解冯</a:t>
            </a: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  <a:sym typeface="Wingdings 2"/>
              </a:rPr>
              <a:t></a:t>
            </a: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诺依曼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结构与哈佛结构的区别；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en-US" altLang="zh-CN" sz="2000" b="1" dirty="0" err="1">
                <a:ea typeface="华文楷体" pitchFamily="2" charset="-122"/>
                <a:cs typeface="Times New Roman" pitchFamily="18" charset="0"/>
              </a:rPr>
              <a:t>CISC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和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RISC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的区别和联系；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了解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ARM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体系结构；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和掌握</a:t>
            </a:r>
            <a:r>
              <a:rPr lang="en-US" altLang="zh-CN" sz="2000" b="1" dirty="0">
                <a:ea typeface="华文楷体" pitchFamily="2" charset="-122"/>
                <a:cs typeface="Times New Roman" pitchFamily="18" charset="0"/>
              </a:rPr>
              <a:t>Cortex-</a:t>
            </a:r>
            <a:r>
              <a:rPr lang="en-US" altLang="zh-CN" sz="2000" b="1" dirty="0" err="1">
                <a:ea typeface="华文楷体" pitchFamily="2" charset="-122"/>
                <a:cs typeface="Times New Roman" pitchFamily="18" charset="0"/>
              </a:rPr>
              <a:t>M3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的内核结构、寄存器组、存储结构及</a:t>
            </a:r>
            <a:r>
              <a:rPr lang="en-US" altLang="zh-CN" sz="2000" b="1" dirty="0" err="1">
                <a:ea typeface="华文楷体" pitchFamily="2" charset="-122"/>
                <a:cs typeface="Times New Roman" pitchFamily="18" charset="0"/>
              </a:rPr>
              <a:t>NVIC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；</a:t>
            </a:r>
          </a:p>
          <a:p>
            <a:pPr marL="446088" lvl="0" indent="-446088">
              <a:lnSpc>
                <a:spcPct val="125000"/>
              </a:lnSpc>
              <a:buClr>
                <a:schemeClr val="accent5">
                  <a:lumMod val="60000"/>
                  <a:lumOff val="40000"/>
                </a:schemeClr>
              </a:buClr>
              <a:buFont typeface="Wingdings" pitchFamily="2" charset="2"/>
              <a:buChar char="u"/>
            </a:pP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理解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和掌握</a:t>
            </a:r>
            <a:r>
              <a:rPr lang="en-US" altLang="zh-CN" sz="2000" b="1" dirty="0" err="1">
                <a:ea typeface="华文楷体" pitchFamily="2" charset="-122"/>
                <a:cs typeface="Times New Roman" pitchFamily="18" charset="0"/>
              </a:rPr>
              <a:t>STM32</a:t>
            </a:r>
            <a:r>
              <a:rPr lang="zh-CN" altLang="en-US" sz="2000" b="1" dirty="0">
                <a:ea typeface="华文楷体" pitchFamily="2" charset="-122"/>
                <a:cs typeface="Times New Roman" pitchFamily="18" charset="0"/>
              </a:rPr>
              <a:t>微控制器内部结构，包括系统总线、存储结构及时钟系统</a:t>
            </a:r>
            <a:r>
              <a:rPr lang="zh-CN" altLang="en-US" sz="2000" b="1" dirty="0" smtClean="0">
                <a:ea typeface="华文楷体" pitchFamily="2" charset="-122"/>
                <a:cs typeface="Times New Roman" pitchFamily="18" charset="0"/>
              </a:rPr>
              <a:t>。</a:t>
            </a:r>
            <a:endParaRPr lang="zh-CN" altLang="zh-CN" sz="2000" b="1" dirty="0">
              <a:ea typeface="华文楷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208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内容占位符 9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3407798"/>
              </p:ext>
            </p:extLst>
          </p:nvPr>
        </p:nvGraphicFramePr>
        <p:xfrm>
          <a:off x="1475656" y="1419622"/>
          <a:ext cx="6336704" cy="28434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矩形 4"/>
          <p:cNvSpPr/>
          <p:nvPr/>
        </p:nvSpPr>
        <p:spPr>
          <a:xfrm>
            <a:off x="0" y="339503"/>
            <a:ext cx="558011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5496" y="353678"/>
            <a:ext cx="551157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第</a:t>
            </a:r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章 </a:t>
            </a:r>
            <a:r>
              <a:rPr lang="en-US" altLang="zh-CN" sz="2400" b="1" dirty="0" err="1" smtClean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ARMCortex-M3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内核与</a:t>
            </a:r>
            <a:r>
              <a:rPr lang="en-US" altLang="zh-CN" sz="2400" b="1" dirty="0" err="1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STM32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10092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70790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35125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2.1 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嵌入式系统基础知识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2038876596"/>
              </p:ext>
            </p:extLst>
          </p:nvPr>
        </p:nvGraphicFramePr>
        <p:xfrm>
          <a:off x="1389449" y="915566"/>
          <a:ext cx="1291079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16"/>
          <p:cNvSpPr txBox="1"/>
          <p:nvPr/>
        </p:nvSpPr>
        <p:spPr>
          <a:xfrm>
            <a:off x="1521733" y="1275606"/>
            <a:ext cx="81464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2.1.1</a:t>
            </a:r>
            <a:endParaRPr lang="en-US" altLang="zh-CN" sz="1400" b="1" dirty="0">
              <a:solidFill>
                <a:srgbClr val="124062"/>
              </a:solidFill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528050" y="1275606"/>
            <a:ext cx="36984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 smtClean="0"/>
              <a:t>冯</a:t>
            </a:r>
            <a:r>
              <a:rPr lang="zh-CN" altLang="en-US" sz="2400" b="1" dirty="0" smtClean="0">
                <a:sym typeface="Wingdings 2"/>
              </a:rPr>
              <a:t></a:t>
            </a:r>
            <a:r>
              <a:rPr lang="zh-CN" altLang="en-US" sz="2400" b="1" dirty="0" smtClean="0"/>
              <a:t>诺依曼</a:t>
            </a:r>
            <a:r>
              <a:rPr lang="zh-CN" altLang="en-US" sz="2400" b="1" dirty="0"/>
              <a:t>结构与哈佛结构</a:t>
            </a:r>
          </a:p>
        </p:txBody>
      </p:sp>
      <p:graphicFrame>
        <p:nvGraphicFramePr>
          <p:cNvPr id="10" name="图表 9"/>
          <p:cNvGraphicFramePr/>
          <p:nvPr>
            <p:extLst>
              <p:ext uri="{D42A27DB-BD31-4B8C-83A1-F6EECF244321}">
                <p14:modId xmlns:p14="http://schemas.microsoft.com/office/powerpoint/2010/main" val="3900266627"/>
              </p:ext>
            </p:extLst>
          </p:nvPr>
        </p:nvGraphicFramePr>
        <p:xfrm>
          <a:off x="2325553" y="1707654"/>
          <a:ext cx="1291079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6"/>
          <p:cNvSpPr txBox="1"/>
          <p:nvPr/>
        </p:nvSpPr>
        <p:spPr>
          <a:xfrm>
            <a:off x="2457837" y="2067694"/>
            <a:ext cx="81464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2.1.2</a:t>
            </a:r>
            <a:endParaRPr lang="en-US" altLang="zh-CN" sz="1400" b="1" dirty="0">
              <a:solidFill>
                <a:srgbClr val="124062"/>
              </a:solidFill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16499" y="2067694"/>
            <a:ext cx="20505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 smtClean="0"/>
              <a:t>ARM</a:t>
            </a:r>
            <a:r>
              <a:rPr lang="zh-CN" altLang="en-US" sz="2400" b="1" dirty="0"/>
              <a:t>存储模式</a:t>
            </a:r>
          </a:p>
        </p:txBody>
      </p:sp>
      <p:graphicFrame>
        <p:nvGraphicFramePr>
          <p:cNvPr id="14" name="图表 13"/>
          <p:cNvGraphicFramePr/>
          <p:nvPr>
            <p:extLst>
              <p:ext uri="{D42A27DB-BD31-4B8C-83A1-F6EECF244321}">
                <p14:modId xmlns:p14="http://schemas.microsoft.com/office/powerpoint/2010/main" val="171432647"/>
              </p:ext>
            </p:extLst>
          </p:nvPr>
        </p:nvGraphicFramePr>
        <p:xfrm>
          <a:off x="3294072" y="2571750"/>
          <a:ext cx="1291079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TextBox 16"/>
          <p:cNvSpPr txBox="1"/>
          <p:nvPr/>
        </p:nvSpPr>
        <p:spPr>
          <a:xfrm>
            <a:off x="3426356" y="2931790"/>
            <a:ext cx="81464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GB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2.1.3</a:t>
            </a:r>
            <a:endParaRPr lang="en-US" altLang="zh-CN" sz="1400" b="1" dirty="0">
              <a:solidFill>
                <a:srgbClr val="124062"/>
              </a:solidFill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385019" y="2931789"/>
            <a:ext cx="161294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/>
              <a:t>CISC</a:t>
            </a:r>
            <a:r>
              <a:rPr lang="zh-CN" altLang="en-US" sz="2400" b="1" dirty="0"/>
              <a:t>和</a:t>
            </a:r>
            <a:r>
              <a:rPr lang="en-GB" altLang="zh-CN" sz="2400" b="1" dirty="0"/>
              <a:t>RISC</a:t>
            </a:r>
            <a:endParaRPr lang="zh-CN" altLang="en-US" sz="2400" b="1" dirty="0"/>
          </a:p>
        </p:txBody>
      </p:sp>
      <p:graphicFrame>
        <p:nvGraphicFramePr>
          <p:cNvPr id="17" name="图表 16"/>
          <p:cNvGraphicFramePr/>
          <p:nvPr>
            <p:extLst>
              <p:ext uri="{D42A27DB-BD31-4B8C-83A1-F6EECF244321}">
                <p14:modId xmlns:p14="http://schemas.microsoft.com/office/powerpoint/2010/main" val="1080986630"/>
              </p:ext>
            </p:extLst>
          </p:nvPr>
        </p:nvGraphicFramePr>
        <p:xfrm>
          <a:off x="4269769" y="3435846"/>
          <a:ext cx="1291079" cy="15121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TextBox 16"/>
          <p:cNvSpPr txBox="1"/>
          <p:nvPr/>
        </p:nvSpPr>
        <p:spPr>
          <a:xfrm>
            <a:off x="4402053" y="3795886"/>
            <a:ext cx="814647" cy="461665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altLang="zh-CN" sz="2400" b="1" dirty="0" smtClean="0">
                <a:solidFill>
                  <a:srgbClr val="124062"/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2.1.4</a:t>
            </a:r>
            <a:endParaRPr lang="en-US" altLang="zh-CN" sz="1400" b="1" dirty="0">
              <a:solidFill>
                <a:srgbClr val="124062"/>
              </a:solidFill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360716" y="3835118"/>
            <a:ext cx="17315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流水线技术</a:t>
            </a:r>
          </a:p>
        </p:txBody>
      </p:sp>
    </p:spTree>
    <p:extLst>
      <p:ext uri="{BB962C8B-B14F-4D97-AF65-F5344CB8AC3E}">
        <p14:creationId xmlns:p14="http://schemas.microsoft.com/office/powerpoint/2010/main" val="45788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  <p:bldP spid="9" grpId="0"/>
      <p:bldGraphic spid="10" grpId="0">
        <p:bldAsOne/>
      </p:bldGraphic>
      <p:bldP spid="12" grpId="0"/>
      <p:bldGraphic spid="14" grpId="0">
        <p:bldAsOne/>
      </p:bldGraphic>
      <p:bldP spid="15" grpId="0"/>
      <p:bldGraphic spid="17" grpId="0">
        <p:bldAsOne/>
      </p:bldGraphic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2254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4397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2.1.1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冯</a:t>
            </a:r>
            <a:r>
              <a:rPr lang="zh-CN" altLang="en-US" sz="2400" b="1" dirty="0" smtClean="0">
                <a:solidFill>
                  <a:schemeClr val="bg1"/>
                </a:solidFill>
                <a:sym typeface="Wingdings 2"/>
              </a:rPr>
              <a:t>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诺依曼</a:t>
            </a:r>
            <a:r>
              <a:rPr lang="zh-CN" altLang="en-US" sz="2400" b="1" dirty="0">
                <a:solidFill>
                  <a:schemeClr val="bg1"/>
                </a:solidFill>
              </a:rPr>
              <a:t>结构与哈佛结构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73741"/>
              </p:ext>
            </p:extLst>
          </p:nvPr>
        </p:nvGraphicFramePr>
        <p:xfrm>
          <a:off x="426604" y="1060011"/>
          <a:ext cx="3832108" cy="23038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85" name="Visio" r:id="rId3" imgW="3229096" imgH="1963759" progId="Visio.Drawing.11">
                  <p:embed/>
                </p:oleObj>
              </mc:Choice>
              <mc:Fallback>
                <p:oleObj name="Visio" r:id="rId3" imgW="3229096" imgH="196375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604" y="1060011"/>
                        <a:ext cx="3832108" cy="230382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323527" y="3837183"/>
            <a:ext cx="377807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     计算机</a:t>
            </a:r>
            <a:r>
              <a:rPr lang="zh-CN" altLang="en-US" b="1" dirty="0"/>
              <a:t>由运算器、控制器、存储器、输入设备和输出设备五大部件组成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263225"/>
              </p:ext>
            </p:extLst>
          </p:nvPr>
        </p:nvGraphicFramePr>
        <p:xfrm>
          <a:off x="4572000" y="3289097"/>
          <a:ext cx="4315046" cy="1152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386" name="Visio" r:id="rId5" imgW="3772785" imgH="1000944" progId="Visio.Drawing.11">
                  <p:embed/>
                </p:oleObj>
              </mc:Choice>
              <mc:Fallback>
                <p:oleObj name="Visio" r:id="rId5" imgW="3772785" imgH="1000944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89097"/>
                        <a:ext cx="4315046" cy="11521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4597955" y="1202173"/>
            <a:ext cx="403244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/>
              <a:t>     指令地址</a:t>
            </a:r>
            <a:r>
              <a:rPr lang="zh-CN" altLang="en-US" b="1" dirty="0"/>
              <a:t>和数据地址指向同一个存储器的不同物理位置，统一编址，宽度相同</a:t>
            </a:r>
            <a:r>
              <a:rPr lang="zh-CN" altLang="en-US" b="1" dirty="0" smtClean="0"/>
              <a:t>。</a:t>
            </a:r>
            <a:endParaRPr lang="en-GB" altLang="zh-CN" b="1" dirty="0" smtClean="0"/>
          </a:p>
          <a:p>
            <a:r>
              <a:rPr lang="en-GB" altLang="zh-CN" b="1" dirty="0"/>
              <a:t> </a:t>
            </a:r>
            <a:r>
              <a:rPr lang="en-GB" altLang="zh-CN" b="1" dirty="0" smtClean="0"/>
              <a:t>    </a:t>
            </a:r>
            <a:r>
              <a:rPr lang="zh-CN" altLang="en-US" b="1" dirty="0" smtClean="0"/>
              <a:t>由于</a:t>
            </a:r>
            <a:r>
              <a:rPr lang="zh-CN" altLang="en-US" b="1" dirty="0"/>
              <a:t>指令和数据放在同一个存储器中，因此</a:t>
            </a:r>
            <a:r>
              <a:rPr lang="zh-CN" altLang="en-US" b="1" dirty="0" smtClean="0"/>
              <a:t>冯</a:t>
            </a:r>
            <a:r>
              <a:rPr lang="zh-CN" altLang="en-US" b="1" dirty="0">
                <a:sym typeface="Wingdings 2"/>
              </a:rPr>
              <a:t></a:t>
            </a:r>
            <a:r>
              <a:rPr lang="zh-CN" altLang="en-US" b="1" dirty="0" smtClean="0"/>
              <a:t>诺依曼</a:t>
            </a:r>
            <a:r>
              <a:rPr lang="zh-CN" altLang="en-US" b="1" dirty="0"/>
              <a:t>结构的计算机不能同时既取指令又取数据</a:t>
            </a:r>
          </a:p>
        </p:txBody>
      </p:sp>
      <p:sp>
        <p:nvSpPr>
          <p:cNvPr id="15" name="矩形 14"/>
          <p:cNvSpPr/>
          <p:nvPr/>
        </p:nvSpPr>
        <p:spPr>
          <a:xfrm>
            <a:off x="635852" y="3438942"/>
            <a:ext cx="315342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典型的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冯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  <a:sym typeface="Wingdings 2"/>
              </a:rPr>
              <a:t></a:t>
            </a:r>
            <a:r>
              <a:rPr lang="zh-CN" altLang="en-US" sz="1600" b="1" dirty="0" smtClean="0">
                <a:solidFill>
                  <a:schemeClr val="accent5">
                    <a:lumMod val="75000"/>
                  </a:schemeClr>
                </a:solidFill>
              </a:rPr>
              <a:t>诺依曼</a:t>
            </a:r>
            <a:r>
              <a:rPr lang="zh-CN" altLang="en-US" sz="1600" b="1" dirty="0">
                <a:solidFill>
                  <a:schemeClr val="accent5">
                    <a:lumMod val="75000"/>
                  </a:schemeClr>
                </a:solidFill>
              </a:rPr>
              <a:t>计算机结构框图</a:t>
            </a:r>
          </a:p>
        </p:txBody>
      </p:sp>
    </p:spTree>
    <p:extLst>
      <p:ext uri="{BB962C8B-B14F-4D97-AF65-F5344CB8AC3E}">
        <p14:creationId xmlns:p14="http://schemas.microsoft.com/office/powerpoint/2010/main" val="302369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452254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4397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2.1.1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冯</a:t>
            </a:r>
            <a:r>
              <a:rPr lang="zh-CN" altLang="en-US" sz="2400" b="1" dirty="0" smtClean="0">
                <a:solidFill>
                  <a:schemeClr val="bg1"/>
                </a:solidFill>
                <a:sym typeface="Wingdings 2"/>
              </a:rPr>
              <a:t>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诺依曼</a:t>
            </a:r>
            <a:r>
              <a:rPr lang="zh-CN" altLang="en-US" sz="2400" b="1" dirty="0">
                <a:solidFill>
                  <a:schemeClr val="bg1"/>
                </a:solidFill>
              </a:rPr>
              <a:t>结构与哈佛结构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39552" y="1131590"/>
            <a:ext cx="3024336" cy="348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指令</a:t>
            </a:r>
            <a:r>
              <a:rPr lang="zh-CN" altLang="en-US" b="1" dirty="0"/>
              <a:t>存储器和数据存储器独立编址、独立</a:t>
            </a:r>
            <a:r>
              <a:rPr lang="zh-CN" altLang="en-US" b="1" dirty="0" smtClean="0"/>
              <a:t>访问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数据</a:t>
            </a:r>
            <a:r>
              <a:rPr lang="zh-CN" altLang="en-US" b="1" dirty="0"/>
              <a:t>和指令分别存储在两个独立的存储器</a:t>
            </a:r>
            <a:r>
              <a:rPr lang="zh-CN" altLang="en-US" b="1" dirty="0" smtClean="0"/>
              <a:t>中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使用</a:t>
            </a:r>
            <a:r>
              <a:rPr lang="zh-CN" altLang="en-US" b="1" dirty="0"/>
              <a:t>两条独立的总线分别与</a:t>
            </a:r>
            <a:r>
              <a:rPr lang="en-US" altLang="zh-CN" b="1" dirty="0"/>
              <a:t>CPU</a:t>
            </a:r>
            <a:r>
              <a:rPr lang="zh-CN" altLang="en-US" b="1" dirty="0"/>
              <a:t>进行</a:t>
            </a:r>
            <a:r>
              <a:rPr lang="zh-CN" altLang="en-US" b="1" dirty="0" smtClean="0"/>
              <a:t>信息交换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数据</a:t>
            </a:r>
            <a:r>
              <a:rPr lang="zh-CN" altLang="en-US" b="1" dirty="0"/>
              <a:t>和指令的存储可以同时</a:t>
            </a:r>
            <a:r>
              <a:rPr lang="zh-CN" altLang="en-US" b="1" dirty="0" smtClean="0"/>
              <a:t>进行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容易</a:t>
            </a:r>
            <a:r>
              <a:rPr lang="zh-CN" altLang="en-US" b="1" dirty="0"/>
              <a:t>实现指令流水。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1978640"/>
              </p:ext>
            </p:extLst>
          </p:nvPr>
        </p:nvGraphicFramePr>
        <p:xfrm>
          <a:off x="3860590" y="1391046"/>
          <a:ext cx="4959882" cy="23002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8" name="Visio" r:id="rId3" imgW="3934864" imgH="1840536" progId="Visio.Drawing.11">
                  <p:embed/>
                </p:oleObj>
              </mc:Choice>
              <mc:Fallback>
                <p:oleObj name="Visio" r:id="rId3" imgW="3934864" imgH="184053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0590" y="1391046"/>
                        <a:ext cx="4959882" cy="23002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/>
          <p:nvPr/>
        </p:nvSpPr>
        <p:spPr>
          <a:xfrm>
            <a:off x="4860032" y="4011910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哈佛体系结构框图</a:t>
            </a:r>
          </a:p>
        </p:txBody>
      </p:sp>
    </p:spTree>
    <p:extLst>
      <p:ext uri="{BB962C8B-B14F-4D97-AF65-F5344CB8AC3E}">
        <p14:creationId xmlns:p14="http://schemas.microsoft.com/office/powerpoint/2010/main" val="2782015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291581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2.1.2 ARM</a:t>
            </a:r>
            <a:r>
              <a:rPr lang="zh-CN" altLang="en-US" sz="2400" b="1" dirty="0">
                <a:solidFill>
                  <a:schemeClr val="bg1"/>
                </a:solidFill>
              </a:rPr>
              <a:t>存储模式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81204" y="987574"/>
            <a:ext cx="8119890" cy="7848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 smtClean="0"/>
              <a:t>     计算机</a:t>
            </a:r>
            <a:r>
              <a:rPr lang="zh-CN" altLang="en-US" b="1" dirty="0"/>
              <a:t>的存储器是以字节为单位进行划分的，每个地址单元都对应着一个字节，一个字节占</a:t>
            </a:r>
            <a:r>
              <a:rPr lang="en-US" altLang="zh-CN" b="1" dirty="0"/>
              <a:t>8</a:t>
            </a:r>
            <a:r>
              <a:rPr lang="zh-CN" altLang="en-US" b="1" dirty="0"/>
              <a:t>位（</a:t>
            </a:r>
            <a:r>
              <a:rPr lang="en-US" altLang="zh-CN" b="1" dirty="0"/>
              <a:t>bit</a:t>
            </a:r>
            <a:r>
              <a:rPr lang="zh-CN" altLang="en-US" b="1" dirty="0"/>
              <a:t>）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95536" y="1936484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存储方式有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两种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：</a:t>
            </a:r>
            <a:endParaRPr lang="en-GB" altLang="zh-CN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39456" y="2428419"/>
            <a:ext cx="3240456" cy="113107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>
                <a:solidFill>
                  <a:srgbClr val="C00000"/>
                </a:solidFill>
              </a:rPr>
              <a:t>小端模式：</a:t>
            </a:r>
            <a:r>
              <a:rPr lang="zh-CN" altLang="en-US" b="1" dirty="0"/>
              <a:t>数据的低字节存放在内存低地址处，数据的高字节存放在内存高地址处</a:t>
            </a:r>
          </a:p>
        </p:txBody>
      </p:sp>
      <p:sp>
        <p:nvSpPr>
          <p:cNvPr id="16" name="矩形 15"/>
          <p:cNvSpPr/>
          <p:nvPr/>
        </p:nvSpPr>
        <p:spPr>
          <a:xfrm>
            <a:off x="4129094" y="1786920"/>
            <a:ext cx="4572000" cy="7848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>
                <a:solidFill>
                  <a:srgbClr val="C00000"/>
                </a:solidFill>
              </a:rPr>
              <a:t>举例：</a:t>
            </a:r>
            <a:r>
              <a:rPr lang="zh-CN" altLang="en-US" b="1" dirty="0"/>
              <a:t>一个</a:t>
            </a:r>
            <a:r>
              <a:rPr lang="en-US" altLang="zh-CN" b="1" dirty="0"/>
              <a:t>32</a:t>
            </a:r>
            <a:r>
              <a:rPr lang="zh-CN" altLang="en-US" b="1" dirty="0"/>
              <a:t>位的数据</a:t>
            </a:r>
            <a:r>
              <a:rPr lang="en-US" altLang="zh-CN" b="1" dirty="0"/>
              <a:t>0x12345678</a:t>
            </a:r>
            <a:r>
              <a:rPr lang="zh-CN" altLang="en-US" b="1" dirty="0"/>
              <a:t>，存放在内存地址为</a:t>
            </a:r>
            <a:r>
              <a:rPr lang="en-US" altLang="zh-CN" b="1" dirty="0"/>
              <a:t>0x8000~0x8003</a:t>
            </a:r>
            <a:endParaRPr lang="zh-CN" altLang="en-US" b="1" dirty="0"/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7221149"/>
              </p:ext>
            </p:extLst>
          </p:nvPr>
        </p:nvGraphicFramePr>
        <p:xfrm>
          <a:off x="4129094" y="2631518"/>
          <a:ext cx="4608510" cy="80432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635278"/>
                <a:gridCol w="743308"/>
                <a:gridCol w="743308"/>
                <a:gridCol w="743308"/>
                <a:gridCol w="743308"/>
              </a:tblGrid>
              <a:tr h="2981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内存地址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061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 smtClean="0">
                          <a:effectLst/>
                        </a:rPr>
                        <a:t>数据</a:t>
                      </a:r>
                      <a:endParaRPr lang="en-US" altLang="zh-CN" sz="1400" b="1" kern="0" dirty="0" smtClean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 smtClean="0">
                          <a:effectLst/>
                        </a:rPr>
                        <a:t>（</a:t>
                      </a:r>
                      <a:r>
                        <a:rPr lang="zh-CN" sz="1400" b="1" kern="0" dirty="0">
                          <a:effectLst/>
                        </a:rPr>
                        <a:t>十六进制表示）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0x78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0x56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0x34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0x12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20" name="矩形 19"/>
          <p:cNvSpPr/>
          <p:nvPr/>
        </p:nvSpPr>
        <p:spPr>
          <a:xfrm>
            <a:off x="539456" y="3712550"/>
            <a:ext cx="3240456" cy="11310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>
                <a:solidFill>
                  <a:srgbClr val="C00000"/>
                </a:solidFill>
              </a:rPr>
              <a:t>大端模式：</a:t>
            </a:r>
            <a:r>
              <a:rPr lang="zh-CN" altLang="en-US" b="1" dirty="0"/>
              <a:t>数据的高字节存放在内存低地址处，数据的低字节存放在内存高地址处</a:t>
            </a:r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222547"/>
              </p:ext>
            </p:extLst>
          </p:nvPr>
        </p:nvGraphicFramePr>
        <p:xfrm>
          <a:off x="4136621" y="3875925"/>
          <a:ext cx="4608510" cy="804328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635278"/>
                <a:gridCol w="743308"/>
                <a:gridCol w="743308"/>
                <a:gridCol w="743308"/>
                <a:gridCol w="743308"/>
              </a:tblGrid>
              <a:tr h="2981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内存地址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0x8000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0x8001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0x8002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effectLst/>
                        </a:rPr>
                        <a:t>0x8003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0616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 smtClean="0">
                          <a:effectLst/>
                        </a:rPr>
                        <a:t>数据</a:t>
                      </a:r>
                      <a:endParaRPr lang="en-US" altLang="zh-CN" sz="1400" b="1" kern="0" dirty="0" smtClean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0" dirty="0" smtClean="0">
                          <a:effectLst/>
                        </a:rPr>
                        <a:t>（</a:t>
                      </a:r>
                      <a:r>
                        <a:rPr lang="zh-CN" sz="1400" b="1" kern="0" dirty="0">
                          <a:effectLst/>
                        </a:rPr>
                        <a:t>十六进制表示）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0x12</a:t>
                      </a:r>
                      <a:endParaRPr lang="zh-CN" sz="1400" b="1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0x34</a:t>
                      </a:r>
                      <a:endParaRPr lang="zh-CN" sz="1400" b="1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0x56</a:t>
                      </a:r>
                      <a:endParaRPr lang="zh-CN" sz="1400" b="1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</a:pPr>
                      <a:r>
                        <a:rPr lang="en-US" sz="1400" b="1" kern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0x78</a:t>
                      </a:r>
                      <a:endParaRPr lang="zh-CN" sz="1400" b="1" kern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381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248376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311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2.1.3 CISC</a:t>
            </a:r>
            <a:r>
              <a:rPr lang="zh-CN" altLang="en-US" sz="2400" b="1" dirty="0">
                <a:solidFill>
                  <a:schemeClr val="bg1"/>
                </a:solidFill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</a:rPr>
              <a:t>RISC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54548" y="372240"/>
            <a:ext cx="6439068" cy="4385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/>
              <a:t>把特定的由</a:t>
            </a:r>
            <a:r>
              <a:rPr lang="en-US" altLang="zh-CN" b="1" dirty="0"/>
              <a:t>0</a:t>
            </a:r>
            <a:r>
              <a:rPr lang="zh-CN" altLang="en-US" b="1" dirty="0"/>
              <a:t>和</a:t>
            </a:r>
            <a:r>
              <a:rPr lang="en-US" altLang="zh-CN" b="1" dirty="0"/>
              <a:t>1</a:t>
            </a:r>
            <a:r>
              <a:rPr lang="zh-CN" altLang="en-US" b="1" dirty="0"/>
              <a:t>组成的序列当作指令，通过指令来操作计算机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3957656248"/>
              </p:ext>
            </p:extLst>
          </p:nvPr>
        </p:nvGraphicFramePr>
        <p:xfrm>
          <a:off x="503548" y="1707654"/>
          <a:ext cx="8136904" cy="2900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矩形 7"/>
          <p:cNvSpPr/>
          <p:nvPr/>
        </p:nvSpPr>
        <p:spPr>
          <a:xfrm>
            <a:off x="1043608" y="1131590"/>
            <a:ext cx="4248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RISC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Reduced Instruction Set Computer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）精简指令集计算机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0899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248376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311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2.1.3 CISC</a:t>
            </a:r>
            <a:r>
              <a:rPr lang="zh-CN" altLang="en-US" sz="2400" b="1" dirty="0">
                <a:solidFill>
                  <a:schemeClr val="bg1"/>
                </a:solidFill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</a:rPr>
              <a:t>RISC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2554548" y="372240"/>
            <a:ext cx="6439068" cy="4385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</a:pPr>
            <a:r>
              <a:rPr lang="zh-CN" altLang="en-US" b="1" dirty="0"/>
              <a:t>把特定的由</a:t>
            </a:r>
            <a:r>
              <a:rPr lang="en-US" altLang="zh-CN" b="1" dirty="0"/>
              <a:t>0</a:t>
            </a:r>
            <a:r>
              <a:rPr lang="zh-CN" altLang="en-US" b="1" dirty="0"/>
              <a:t>和</a:t>
            </a:r>
            <a:r>
              <a:rPr lang="en-US" altLang="zh-CN" b="1" dirty="0"/>
              <a:t>1</a:t>
            </a:r>
            <a:r>
              <a:rPr lang="zh-CN" altLang="en-US" b="1" dirty="0"/>
              <a:t>组成的序列当作指令，通过指令来操作计算机</a:t>
            </a: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43608" y="1275606"/>
            <a:ext cx="42484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CISC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（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Complex Instruction Set Computer</a:t>
            </a: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）</a:t>
            </a:r>
            <a:endParaRPr lang="en-US" altLang="zh-CN" b="1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复杂指令集计算机</a:t>
            </a:r>
            <a:endParaRPr lang="zh-CN" altLang="en-US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32" name="图示 31"/>
          <p:cNvGraphicFramePr/>
          <p:nvPr>
            <p:extLst>
              <p:ext uri="{D42A27DB-BD31-4B8C-83A1-F6EECF244321}">
                <p14:modId xmlns:p14="http://schemas.microsoft.com/office/powerpoint/2010/main" val="4125510294"/>
              </p:ext>
            </p:extLst>
          </p:nvPr>
        </p:nvGraphicFramePr>
        <p:xfrm>
          <a:off x="863588" y="2067694"/>
          <a:ext cx="7416824" cy="230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2969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" y="339503"/>
            <a:ext cx="248376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2634" y="339502"/>
            <a:ext cx="2311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2.1.3 CISC</a:t>
            </a:r>
            <a:r>
              <a:rPr lang="zh-CN" altLang="en-US" sz="2400" b="1" dirty="0">
                <a:solidFill>
                  <a:schemeClr val="bg1"/>
                </a:solidFill>
              </a:rPr>
              <a:t>和</a:t>
            </a:r>
            <a:r>
              <a:rPr lang="en-US" altLang="zh-CN" sz="2400" b="1" dirty="0">
                <a:solidFill>
                  <a:schemeClr val="bg1"/>
                </a:solidFill>
              </a:rPr>
              <a:t>RISC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5114045"/>
              </p:ext>
            </p:extLst>
          </p:nvPr>
        </p:nvGraphicFramePr>
        <p:xfrm>
          <a:off x="971600" y="1275606"/>
          <a:ext cx="7397169" cy="3456383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218462"/>
                <a:gridCol w="2941391"/>
                <a:gridCol w="3237316"/>
              </a:tblGrid>
              <a:tr h="3170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指标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en-US" sz="1600" b="1" kern="0" dirty="0">
                          <a:effectLst/>
                        </a:rPr>
                        <a:t>CISC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en-US" sz="1600" b="1" kern="0">
                          <a:effectLst/>
                        </a:rPr>
                        <a:t>RISC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170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价格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硬件结构复杂，芯片成本高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硬件结构较简单，芯片成本低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8051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流水线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减少代码尺寸，增加指令的执行周期数，注重硬件执行指令的功能性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使用流水线降低指令的执行周期数，增加代码密度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8645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指令集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指令长度不固定，大量的混杂型指令集，有专用指令完成特殊功能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指令长度固定，简单的单周期指令，不常用的功能由多个简单指令组合完成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7634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功耗与体积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含有丰富的电路单元，功能强，体积大，功耗大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处理器结构简单，体积小，功耗小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881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设计周期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长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短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8817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应用范围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>
                          <a:effectLst/>
                        </a:rPr>
                        <a:t>通用桌面机、高性能计算机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  <a:tabLst>
                          <a:tab pos="1530350" algn="l"/>
                        </a:tabLst>
                      </a:pPr>
                      <a:r>
                        <a:rPr lang="zh-CN" sz="1600" b="1" kern="0" dirty="0">
                          <a:effectLst/>
                        </a:rPr>
                        <a:t>嵌入式领域、移动设备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3419872" y="801167"/>
            <a:ext cx="2622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RISC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技术与</a:t>
            </a:r>
            <a:r>
              <a:rPr lang="en-US" altLang="zh-CN" b="1" dirty="0">
                <a:solidFill>
                  <a:schemeClr val="accent5">
                    <a:lumMod val="75000"/>
                  </a:schemeClr>
                </a:solidFill>
              </a:rPr>
              <a:t>CISC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技术比较</a:t>
            </a:r>
          </a:p>
        </p:txBody>
      </p:sp>
    </p:spTree>
    <p:extLst>
      <p:ext uri="{BB962C8B-B14F-4D97-AF65-F5344CB8AC3E}">
        <p14:creationId xmlns:p14="http://schemas.microsoft.com/office/powerpoint/2010/main" val="3927687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6277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430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2.1.4 </a:t>
            </a:r>
            <a:r>
              <a:rPr lang="zh-CN" altLang="en-US" sz="2400" b="1" dirty="0">
                <a:solidFill>
                  <a:schemeClr val="bg1"/>
                </a:solidFill>
              </a:rPr>
              <a:t>流水线技术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5148064" y="4227934"/>
            <a:ext cx="18280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+mn-ea"/>
              </a:rPr>
              <a:t>三级流水时序图</a:t>
            </a:r>
            <a:endParaRPr lang="en-US" altLang="zh-CN" b="1" dirty="0">
              <a:latin typeface="+mn-ea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8233875"/>
              </p:ext>
            </p:extLst>
          </p:nvPr>
        </p:nvGraphicFramePr>
        <p:xfrm>
          <a:off x="3779912" y="1635646"/>
          <a:ext cx="4642004" cy="2376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402" name="Visio" r:id="rId3" imgW="3147060" imgH="1627568" progId="Visio.Drawing.11">
                  <p:embed/>
                </p:oleObj>
              </mc:Choice>
              <mc:Fallback>
                <p:oleObj name="Visio" r:id="rId3" imgW="3147060" imgH="1627568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912" y="1635646"/>
                        <a:ext cx="4642004" cy="237626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3131840" y="558449"/>
            <a:ext cx="5521487" cy="7848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每</a:t>
            </a:r>
            <a:r>
              <a:rPr lang="zh-CN" altLang="en-US" b="1" dirty="0"/>
              <a:t>条指令分解为多步，并让各步操作重叠，从而实现几条指令并行处理的</a:t>
            </a:r>
            <a:r>
              <a:rPr lang="zh-CN" altLang="en-US" b="1" dirty="0" smtClean="0"/>
              <a:t>技术，</a:t>
            </a:r>
            <a:r>
              <a:rPr lang="zh-CN" altLang="en-US" b="1" dirty="0"/>
              <a:t>称为</a:t>
            </a:r>
            <a:r>
              <a:rPr lang="zh-CN" altLang="en-US" b="1" dirty="0">
                <a:solidFill>
                  <a:srgbClr val="C00000"/>
                </a:solidFill>
              </a:rPr>
              <a:t>流水线技术</a:t>
            </a:r>
            <a:r>
              <a:rPr lang="zh-CN" altLang="en-US" b="1" dirty="0" smtClean="0">
                <a:solidFill>
                  <a:srgbClr val="C00000"/>
                </a:solidFill>
              </a:rPr>
              <a:t>。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12532" y="1555598"/>
            <a:ext cx="295232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</a:t>
            </a:r>
            <a:r>
              <a:rPr lang="en-GB" altLang="zh-CN" b="1" dirty="0" smtClean="0"/>
              <a:t>ARM </a:t>
            </a:r>
            <a:r>
              <a:rPr lang="en-GB" altLang="zh-CN" b="1" dirty="0"/>
              <a:t>Cortex-M3</a:t>
            </a:r>
            <a:r>
              <a:rPr lang="zh-CN" altLang="en-US" b="1" dirty="0"/>
              <a:t>微控制器采用的三级流水线：取</a:t>
            </a:r>
            <a:r>
              <a:rPr lang="zh-CN" altLang="en-US" b="1" dirty="0" smtClean="0"/>
              <a:t>指</a:t>
            </a:r>
            <a:r>
              <a:rPr lang="en-US" altLang="zh-CN" b="1" dirty="0" smtClean="0"/>
              <a:t>—</a:t>
            </a:r>
            <a:r>
              <a:rPr lang="zh-CN" altLang="en-US" b="1" dirty="0"/>
              <a:t>译码</a:t>
            </a:r>
            <a:r>
              <a:rPr lang="en-US" altLang="zh-CN" b="1" dirty="0"/>
              <a:t>—</a:t>
            </a:r>
            <a:r>
              <a:rPr lang="zh-CN" altLang="en-US" b="1" dirty="0" smtClean="0"/>
              <a:t>执行</a:t>
            </a:r>
            <a:endParaRPr lang="en-US" altLang="zh-CN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取</a:t>
            </a:r>
            <a:r>
              <a:rPr lang="zh-CN" altLang="en-US" b="1" dirty="0"/>
              <a:t>指</a:t>
            </a:r>
            <a:r>
              <a:rPr lang="zh-CN" altLang="en-US" b="1" dirty="0" smtClean="0"/>
              <a:t>（</a:t>
            </a:r>
            <a:r>
              <a:rPr lang="en-GB" altLang="zh-CN" b="1" dirty="0" smtClean="0"/>
              <a:t>FI</a:t>
            </a:r>
            <a:r>
              <a:rPr lang="zh-CN" altLang="en-GB" b="1" dirty="0"/>
              <a:t>）：</a:t>
            </a:r>
            <a:r>
              <a:rPr lang="zh-CN" altLang="en-US" b="1" dirty="0"/>
              <a:t>将指令从存储器中</a:t>
            </a:r>
            <a:r>
              <a:rPr lang="zh-CN" altLang="en-US" b="1" dirty="0" smtClean="0"/>
              <a:t>取出</a:t>
            </a:r>
            <a:endParaRPr lang="en-US" altLang="zh-CN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译码（</a:t>
            </a:r>
            <a:r>
              <a:rPr lang="en-GB" altLang="zh-CN" b="1" dirty="0" smtClean="0"/>
              <a:t>DI</a:t>
            </a:r>
            <a:r>
              <a:rPr lang="zh-CN" altLang="en-GB" b="1" dirty="0"/>
              <a:t>）：</a:t>
            </a:r>
            <a:r>
              <a:rPr lang="zh-CN" altLang="en-US" b="1" dirty="0"/>
              <a:t>对所取到的指令进行</a:t>
            </a:r>
            <a:r>
              <a:rPr lang="zh-CN" altLang="en-US" b="1" dirty="0" smtClean="0"/>
              <a:t>翻译</a:t>
            </a:r>
            <a:endParaRPr lang="en-US" altLang="zh-CN" b="1" dirty="0" smtClean="0"/>
          </a:p>
          <a:p>
            <a:pPr marL="342900" indent="-34290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执行（</a:t>
            </a:r>
            <a:r>
              <a:rPr lang="en-GB" altLang="zh-CN" b="1" dirty="0" smtClean="0"/>
              <a:t>EI</a:t>
            </a:r>
            <a:r>
              <a:rPr lang="zh-CN" altLang="en-GB" b="1" dirty="0"/>
              <a:t>）：</a:t>
            </a:r>
            <a:r>
              <a:rPr lang="zh-CN" altLang="en-US" b="1" dirty="0" smtClean="0"/>
              <a:t>执行指令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508929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3995936" y="1722633"/>
            <a:ext cx="4680520" cy="127039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3" name="矩形 12"/>
          <p:cNvSpPr/>
          <p:nvPr/>
        </p:nvSpPr>
        <p:spPr>
          <a:xfrm>
            <a:off x="996388" y="1867452"/>
            <a:ext cx="2279468" cy="113107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单位</a:t>
            </a:r>
            <a:r>
              <a:rPr lang="zh-CN" altLang="en-US" b="1" dirty="0"/>
              <a:t>时间内流水线所完成的指令数或输出结果的数量</a:t>
            </a:r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26277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430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2.1.4 </a:t>
            </a:r>
            <a:r>
              <a:rPr lang="zh-CN" altLang="en-US" sz="2400" b="1" dirty="0">
                <a:solidFill>
                  <a:schemeClr val="bg1"/>
                </a:solidFill>
              </a:rPr>
              <a:t>流水线技术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87624" y="987574"/>
            <a:ext cx="7128792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/>
              <a:t>流水线的技术</a:t>
            </a:r>
            <a:r>
              <a:rPr lang="zh-CN" altLang="en-US" b="1" dirty="0" smtClean="0"/>
              <a:t>指标通常用吞吐率、加速比和效率三项指标来衡量</a:t>
            </a:r>
            <a:endParaRPr lang="zh-CN" altLang="en-US" b="1" dirty="0"/>
          </a:p>
        </p:txBody>
      </p:sp>
      <p:sp>
        <p:nvSpPr>
          <p:cNvPr id="12" name="矩形 11"/>
          <p:cNvSpPr/>
          <p:nvPr/>
        </p:nvSpPr>
        <p:spPr>
          <a:xfrm>
            <a:off x="397200" y="1682786"/>
            <a:ext cx="881973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zh-CN" altLang="en-US" b="1" dirty="0"/>
              <a:t>吞吐率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1699796" y="3507854"/>
            <a:ext cx="5112568" cy="78483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schemeClr val="accent5">
                    <a:lumMod val="75000"/>
                  </a:schemeClr>
                </a:solidFill>
              </a:rPr>
              <a:t>吞吐率表示</a:t>
            </a:r>
            <a:r>
              <a:rPr lang="zh-CN" altLang="en-US" b="1" dirty="0">
                <a:solidFill>
                  <a:schemeClr val="accent5">
                    <a:lumMod val="75000"/>
                  </a:schemeClr>
                </a:solidFill>
              </a:rPr>
              <a:t>为：</a:t>
            </a:r>
          </a:p>
          <a:p>
            <a:pPr>
              <a:lnSpc>
                <a:spcPct val="125000"/>
              </a:lnSpc>
            </a:pPr>
            <a:r>
              <a:rPr lang="zh-CN" altLang="en-US" b="1" dirty="0" smtClean="0"/>
              <a:t>             </a:t>
            </a:r>
            <a:r>
              <a:rPr lang="zh-CN" altLang="en-US" b="1" dirty="0" smtClean="0">
                <a:solidFill>
                  <a:srgbClr val="C00000"/>
                </a:solidFill>
              </a:rPr>
              <a:t>吞吐率</a:t>
            </a:r>
            <a:r>
              <a:rPr lang="en-US" altLang="zh-CN" b="1" dirty="0">
                <a:solidFill>
                  <a:srgbClr val="C00000"/>
                </a:solidFill>
              </a:rPr>
              <a:t>=</a:t>
            </a:r>
            <a:r>
              <a:rPr lang="zh-CN" altLang="en-US" b="1" dirty="0">
                <a:solidFill>
                  <a:srgbClr val="C00000"/>
                </a:solidFill>
              </a:rPr>
              <a:t>指令条数</a:t>
            </a:r>
            <a:r>
              <a:rPr lang="en-US" altLang="zh-CN" b="1" dirty="0">
                <a:solidFill>
                  <a:srgbClr val="C00000"/>
                </a:solidFill>
              </a:rPr>
              <a:t>/</a:t>
            </a:r>
            <a:r>
              <a:rPr lang="zh-CN" altLang="en-US" b="1" dirty="0">
                <a:solidFill>
                  <a:srgbClr val="C00000"/>
                </a:solidFill>
              </a:rPr>
              <a:t>指令流水线所需</a:t>
            </a:r>
            <a:r>
              <a:rPr lang="zh-CN" altLang="en-US" b="1" dirty="0" smtClean="0">
                <a:solidFill>
                  <a:srgbClr val="C00000"/>
                </a:solidFill>
              </a:rPr>
              <a:t>时间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067944" y="1722633"/>
            <a:ext cx="33513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流水线执行</a:t>
            </a:r>
            <a:r>
              <a:rPr lang="en-US" altLang="zh-CN" b="1" dirty="0">
                <a:solidFill>
                  <a:prstClr val="black"/>
                </a:solidFill>
              </a:rPr>
              <a:t>n</a:t>
            </a:r>
            <a:r>
              <a:rPr lang="zh-CN" altLang="en-US" b="1" dirty="0">
                <a:solidFill>
                  <a:prstClr val="black"/>
                </a:solidFill>
              </a:rPr>
              <a:t>条指令所需时间：</a:t>
            </a:r>
          </a:p>
        </p:txBody>
      </p:sp>
      <p:sp>
        <p:nvSpPr>
          <p:cNvPr id="16" name="矩形 15"/>
          <p:cNvSpPr/>
          <p:nvPr/>
        </p:nvSpPr>
        <p:spPr>
          <a:xfrm>
            <a:off x="4067944" y="2139702"/>
            <a:ext cx="4680520" cy="754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zh-CN" altLang="en-US" b="1" dirty="0">
                <a:solidFill>
                  <a:prstClr val="black"/>
                </a:solidFill>
              </a:rPr>
              <a:t>所需时间</a:t>
            </a:r>
            <a:r>
              <a:rPr lang="en-US" altLang="zh-CN" b="1" dirty="0">
                <a:solidFill>
                  <a:prstClr val="black"/>
                </a:solidFill>
              </a:rPr>
              <a:t>=</a:t>
            </a:r>
            <a:r>
              <a:rPr lang="zh-CN" altLang="en-US" b="1" dirty="0">
                <a:solidFill>
                  <a:prstClr val="black"/>
                </a:solidFill>
              </a:rPr>
              <a:t>完成一条指令所需时间</a:t>
            </a:r>
            <a:r>
              <a:rPr lang="en-US" altLang="zh-CN" b="1" dirty="0" smtClean="0">
                <a:solidFill>
                  <a:prstClr val="black"/>
                </a:solidFill>
              </a:rPr>
              <a:t>+</a:t>
            </a: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</a:rPr>
              <a:t>          </a:t>
            </a:r>
            <a:r>
              <a:rPr lang="zh-CN" altLang="en-US" b="1" dirty="0" smtClean="0">
                <a:solidFill>
                  <a:prstClr val="black"/>
                </a:solidFill>
              </a:rPr>
              <a:t>（</a:t>
            </a:r>
            <a:r>
              <a:rPr lang="zh-CN" altLang="en-US" b="1" dirty="0">
                <a:solidFill>
                  <a:prstClr val="black"/>
                </a:solidFill>
              </a:rPr>
              <a:t>指令条数</a:t>
            </a:r>
            <a:r>
              <a:rPr lang="en-US" altLang="zh-CN" b="1" dirty="0">
                <a:solidFill>
                  <a:prstClr val="black"/>
                </a:solidFill>
              </a:rPr>
              <a:t>n-1</a:t>
            </a:r>
            <a:r>
              <a:rPr lang="zh-CN" altLang="en-US" b="1" dirty="0">
                <a:solidFill>
                  <a:prstClr val="black"/>
                </a:solidFill>
              </a:rPr>
              <a:t>）</a:t>
            </a:r>
            <a:r>
              <a:rPr lang="en-US" altLang="zh-CN" b="1" dirty="0">
                <a:solidFill>
                  <a:prstClr val="black"/>
                </a:solidFill>
              </a:rPr>
              <a:t>×</a:t>
            </a:r>
            <a:r>
              <a:rPr lang="zh-CN" altLang="en-US" b="1" dirty="0">
                <a:solidFill>
                  <a:prstClr val="black"/>
                </a:solidFill>
              </a:rPr>
              <a:t>时间最长的指令段</a:t>
            </a:r>
          </a:p>
        </p:txBody>
      </p:sp>
    </p:spTree>
    <p:extLst>
      <p:ext uri="{BB962C8B-B14F-4D97-AF65-F5344CB8AC3E}">
        <p14:creationId xmlns:p14="http://schemas.microsoft.com/office/powerpoint/2010/main" val="2429402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6277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430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2.1.4 </a:t>
            </a:r>
            <a:r>
              <a:rPr lang="zh-CN" altLang="en-US" sz="2400" b="1" dirty="0">
                <a:solidFill>
                  <a:schemeClr val="bg1"/>
                </a:solidFill>
              </a:rPr>
              <a:t>流水线技术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683568" y="987573"/>
            <a:ext cx="7488832" cy="110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00113" indent="-900113">
              <a:lnSpc>
                <a:spcPct val="125000"/>
              </a:lnSpc>
            </a:pPr>
            <a:r>
              <a:rPr lang="en-US" altLang="zh-CN" b="1" dirty="0" smtClean="0">
                <a:solidFill>
                  <a:srgbClr val="C00000"/>
                </a:solidFill>
              </a:rPr>
              <a:t>【</a:t>
            </a:r>
            <a:r>
              <a:rPr lang="zh-CN" altLang="en-US" b="1" dirty="0">
                <a:solidFill>
                  <a:srgbClr val="C00000"/>
                </a:solidFill>
              </a:rPr>
              <a:t>举例</a:t>
            </a:r>
            <a:r>
              <a:rPr lang="en-US" altLang="zh-CN" b="1" dirty="0" smtClean="0">
                <a:solidFill>
                  <a:srgbClr val="C00000"/>
                </a:solidFill>
              </a:rPr>
              <a:t>】</a:t>
            </a:r>
            <a:r>
              <a:rPr lang="zh-CN" altLang="en-US" b="1" dirty="0" smtClean="0"/>
              <a:t>现有</a:t>
            </a:r>
            <a:r>
              <a:rPr lang="zh-CN" altLang="en-US" b="1" dirty="0"/>
              <a:t>一个三级指令流水线分为取指、分析和执行三个部分，其中，取指周期为</a:t>
            </a:r>
            <a:r>
              <a:rPr lang="en-US" altLang="zh-CN" b="1" dirty="0"/>
              <a:t>1ns</a:t>
            </a:r>
            <a:r>
              <a:rPr lang="zh-CN" altLang="en-US" b="1" dirty="0"/>
              <a:t>，分析指令周期为</a:t>
            </a:r>
            <a:r>
              <a:rPr lang="en-US" altLang="zh-CN" b="1" dirty="0"/>
              <a:t>3ns</a:t>
            </a:r>
            <a:r>
              <a:rPr lang="zh-CN" altLang="en-US" b="1" dirty="0"/>
              <a:t>，执行指令周期为</a:t>
            </a:r>
            <a:r>
              <a:rPr lang="en-US" altLang="zh-CN" b="1" dirty="0"/>
              <a:t>2ns</a:t>
            </a:r>
            <a:r>
              <a:rPr lang="zh-CN" altLang="en-US" b="1" dirty="0"/>
              <a:t>，则完成</a:t>
            </a:r>
            <a:r>
              <a:rPr lang="en-US" altLang="zh-CN" b="1" dirty="0"/>
              <a:t>100</a:t>
            </a:r>
            <a:r>
              <a:rPr lang="zh-CN" altLang="en-US" b="1" dirty="0"/>
              <a:t>条指令其吞吐率为多少</a:t>
            </a:r>
            <a:r>
              <a:rPr lang="zh-CN" altLang="en-US" b="1" dirty="0" smtClean="0"/>
              <a:t>？</a:t>
            </a:r>
            <a:endParaRPr lang="zh-CN" altLang="en-US" b="1" dirty="0"/>
          </a:p>
        </p:txBody>
      </p:sp>
      <p:sp>
        <p:nvSpPr>
          <p:cNvPr id="6" name="矩形 5"/>
          <p:cNvSpPr/>
          <p:nvPr/>
        </p:nvSpPr>
        <p:spPr>
          <a:xfrm>
            <a:off x="715102" y="2088514"/>
            <a:ext cx="7992888" cy="25160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088" lvl="0" indent="-446088">
              <a:lnSpc>
                <a:spcPct val="125000"/>
              </a:lnSpc>
            </a:pPr>
            <a:r>
              <a:rPr lang="zh-CN" altLang="en-US" b="1" dirty="0">
                <a:solidFill>
                  <a:srgbClr val="C00000"/>
                </a:solidFill>
              </a:rPr>
              <a:t>解：</a:t>
            </a:r>
            <a:r>
              <a:rPr lang="zh-CN" altLang="en-US" b="1" dirty="0">
                <a:solidFill>
                  <a:prstClr val="black"/>
                </a:solidFill>
              </a:rPr>
              <a:t>由吞吐率的计算公式可知，需先计算出执行</a:t>
            </a:r>
            <a:r>
              <a:rPr lang="en-US" altLang="zh-CN" b="1" dirty="0">
                <a:solidFill>
                  <a:prstClr val="black"/>
                </a:solidFill>
              </a:rPr>
              <a:t>100</a:t>
            </a:r>
            <a:r>
              <a:rPr lang="zh-CN" altLang="en-US" b="1" dirty="0">
                <a:solidFill>
                  <a:prstClr val="black"/>
                </a:solidFill>
              </a:rPr>
              <a:t>条指令流水所花费的时间。</a:t>
            </a:r>
          </a:p>
          <a:p>
            <a:pPr lvl="0"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         完成</a:t>
            </a:r>
            <a:r>
              <a:rPr lang="zh-CN" altLang="en-US" b="1" dirty="0">
                <a:solidFill>
                  <a:prstClr val="black"/>
                </a:solidFill>
              </a:rPr>
              <a:t>第一条指令需要</a:t>
            </a:r>
            <a:r>
              <a:rPr lang="en-US" altLang="zh-CN" b="1" dirty="0">
                <a:solidFill>
                  <a:prstClr val="black"/>
                </a:solidFill>
              </a:rPr>
              <a:t>1+3+2=6ns</a:t>
            </a:r>
            <a:r>
              <a:rPr lang="zh-CN" altLang="en-US" b="1" dirty="0">
                <a:solidFill>
                  <a:prstClr val="black"/>
                </a:solidFill>
              </a:rPr>
              <a:t>，即若不采用指令流水操作，完成一条指令需</a:t>
            </a:r>
            <a:r>
              <a:rPr lang="en-US" altLang="zh-CN" b="1" dirty="0">
                <a:solidFill>
                  <a:prstClr val="black"/>
                </a:solidFill>
              </a:rPr>
              <a:t>6ns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  <a:r>
              <a:rPr lang="zh-CN" altLang="en-US" b="1" dirty="0" smtClean="0">
                <a:solidFill>
                  <a:prstClr val="black"/>
                </a:solidFill>
              </a:rPr>
              <a:t>由于分析</a:t>
            </a:r>
            <a:r>
              <a:rPr lang="zh-CN" altLang="en-US" b="1" dirty="0">
                <a:solidFill>
                  <a:prstClr val="black"/>
                </a:solidFill>
              </a:rPr>
              <a:t>指令所用时间最长为</a:t>
            </a:r>
            <a:r>
              <a:rPr lang="en-US" altLang="zh-CN" b="1" dirty="0">
                <a:solidFill>
                  <a:prstClr val="black"/>
                </a:solidFill>
              </a:rPr>
              <a:t>3ns</a:t>
            </a:r>
            <a:r>
              <a:rPr lang="zh-CN" altLang="en-US" b="1" dirty="0">
                <a:solidFill>
                  <a:prstClr val="black"/>
                </a:solidFill>
              </a:rPr>
              <a:t>，那么从第二条指令开始，每隔</a:t>
            </a:r>
            <a:r>
              <a:rPr lang="en-US" altLang="zh-CN" b="1" dirty="0">
                <a:solidFill>
                  <a:prstClr val="black"/>
                </a:solidFill>
              </a:rPr>
              <a:t>3ns</a:t>
            </a:r>
            <a:r>
              <a:rPr lang="zh-CN" altLang="en-US" b="1" dirty="0">
                <a:solidFill>
                  <a:prstClr val="black"/>
                </a:solidFill>
              </a:rPr>
              <a:t>就能完成一条</a:t>
            </a:r>
            <a:r>
              <a:rPr lang="zh-CN" altLang="en-US" b="1" dirty="0" smtClean="0">
                <a:solidFill>
                  <a:prstClr val="black"/>
                </a:solidFill>
              </a:rPr>
              <a:t>指令，完成</a:t>
            </a:r>
            <a:r>
              <a:rPr lang="en-US" altLang="zh-CN" b="1" dirty="0">
                <a:solidFill>
                  <a:prstClr val="black"/>
                </a:solidFill>
              </a:rPr>
              <a:t>100</a:t>
            </a:r>
            <a:r>
              <a:rPr lang="zh-CN" altLang="en-US" b="1" dirty="0">
                <a:solidFill>
                  <a:prstClr val="black"/>
                </a:solidFill>
              </a:rPr>
              <a:t>条指令所需要的流水时间为</a:t>
            </a:r>
            <a:r>
              <a:rPr lang="zh-CN" altLang="en-US" b="1" dirty="0" smtClean="0">
                <a:solidFill>
                  <a:prstClr val="black"/>
                </a:solidFill>
              </a:rPr>
              <a:t>：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 algn="ctr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6ns</a:t>
            </a:r>
            <a:r>
              <a:rPr lang="en-US" altLang="zh-CN" b="1" dirty="0">
                <a:solidFill>
                  <a:prstClr val="black"/>
                </a:solidFill>
              </a:rPr>
              <a:t>+</a:t>
            </a:r>
            <a:r>
              <a:rPr lang="zh-CN" altLang="en-US" b="1" dirty="0">
                <a:solidFill>
                  <a:prstClr val="black"/>
                </a:solidFill>
              </a:rPr>
              <a:t>（</a:t>
            </a:r>
            <a:r>
              <a:rPr lang="en-US" altLang="zh-CN" b="1" dirty="0">
                <a:solidFill>
                  <a:prstClr val="black"/>
                </a:solidFill>
              </a:rPr>
              <a:t>100-1</a:t>
            </a:r>
            <a:r>
              <a:rPr lang="zh-CN" altLang="en-US" b="1" dirty="0">
                <a:solidFill>
                  <a:prstClr val="black"/>
                </a:solidFill>
              </a:rPr>
              <a:t>）</a:t>
            </a:r>
            <a:r>
              <a:rPr lang="en-US" altLang="zh-CN" b="1" dirty="0">
                <a:solidFill>
                  <a:prstClr val="black"/>
                </a:solidFill>
              </a:rPr>
              <a:t>×3ns=303ns</a:t>
            </a:r>
            <a:r>
              <a:rPr lang="zh-CN" altLang="en-US" b="1" dirty="0" smtClean="0">
                <a:solidFill>
                  <a:prstClr val="black"/>
                </a:solidFill>
              </a:rPr>
              <a:t>，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zh-CN" altLang="en-US" b="1" dirty="0" smtClean="0">
                <a:solidFill>
                  <a:prstClr val="black"/>
                </a:solidFill>
              </a:rPr>
              <a:t>则</a:t>
            </a:r>
            <a:r>
              <a:rPr lang="zh-CN" altLang="en-US" b="1" dirty="0">
                <a:solidFill>
                  <a:prstClr val="black"/>
                </a:solidFill>
              </a:rPr>
              <a:t>吞吐率为</a:t>
            </a:r>
            <a:r>
              <a:rPr lang="zh-CN" altLang="en-US" b="1" dirty="0" smtClean="0">
                <a:solidFill>
                  <a:prstClr val="black"/>
                </a:solidFill>
              </a:rPr>
              <a:t>：                           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</a:rPr>
              <a:t>                                                       </a:t>
            </a:r>
            <a:r>
              <a:rPr lang="zh-CN" altLang="en-US" b="1" dirty="0" smtClean="0">
                <a:solidFill>
                  <a:prstClr val="black"/>
                </a:solidFill>
              </a:rPr>
              <a:t> </a:t>
            </a:r>
            <a:r>
              <a:rPr lang="en-US" altLang="zh-CN" b="1" dirty="0" smtClean="0">
                <a:solidFill>
                  <a:prstClr val="black"/>
                </a:solidFill>
              </a:rPr>
              <a:t>100/303ns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35284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835695" y="1410330"/>
            <a:ext cx="5904656" cy="64633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 smtClean="0">
                <a:solidFill>
                  <a:prstClr val="black"/>
                </a:solidFill>
              </a:rPr>
              <a:t>        完成</a:t>
            </a:r>
            <a:r>
              <a:rPr lang="zh-CN" altLang="en-US" b="1" dirty="0">
                <a:solidFill>
                  <a:prstClr val="black"/>
                </a:solidFill>
              </a:rPr>
              <a:t>一批任务不使用流水线时间和使用流水线所用时间之比。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" y="339503"/>
            <a:ext cx="2627783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4304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2.1.4 </a:t>
            </a:r>
            <a:r>
              <a:rPr lang="zh-CN" altLang="en-US" sz="2400" b="1" dirty="0">
                <a:solidFill>
                  <a:schemeClr val="bg1"/>
                </a:solidFill>
              </a:rPr>
              <a:t>流水线技术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87624" y="1199249"/>
            <a:ext cx="1008112" cy="369332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prstClr val="black"/>
                </a:solidFill>
              </a:rPr>
              <a:t>加速比</a:t>
            </a:r>
            <a:endParaRPr lang="zh-CN" altLang="en-US" dirty="0"/>
          </a:p>
        </p:txBody>
      </p:sp>
      <p:sp>
        <p:nvSpPr>
          <p:cNvPr id="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9833997"/>
              </p:ext>
            </p:extLst>
          </p:nvPr>
        </p:nvGraphicFramePr>
        <p:xfrm>
          <a:off x="3347864" y="3579862"/>
          <a:ext cx="2363038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425" name="Equation" r:id="rId3" imgW="1295280" imgH="419040" progId="Equation.DSMT4">
                  <p:embed/>
                </p:oleObj>
              </mc:Choice>
              <mc:Fallback>
                <p:oleObj name="Equation" r:id="rId3" imgW="1295280" imgH="419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3579862"/>
                        <a:ext cx="2363038" cy="8640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632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0425" y="2355726"/>
            <a:ext cx="6534150" cy="97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3303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169167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15039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2.2 ARM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1" name="Group 14"/>
          <p:cNvGrpSpPr/>
          <p:nvPr/>
        </p:nvGrpSpPr>
        <p:grpSpPr>
          <a:xfrm>
            <a:off x="827584" y="1692536"/>
            <a:ext cx="2885121" cy="998818"/>
            <a:chOff x="332783" y="2903219"/>
            <a:chExt cx="4139425" cy="1479013"/>
          </a:xfrm>
        </p:grpSpPr>
        <p:sp>
          <p:nvSpPr>
            <p:cNvPr id="27" name="Rectangle 12"/>
            <p:cNvSpPr/>
            <p:nvPr/>
          </p:nvSpPr>
          <p:spPr>
            <a:xfrm>
              <a:off x="332783" y="2909582"/>
              <a:ext cx="3404809" cy="147265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just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28" name="Oval 13"/>
            <p:cNvSpPr/>
            <p:nvPr/>
          </p:nvSpPr>
          <p:spPr>
            <a:xfrm>
              <a:off x="2999558" y="2903219"/>
              <a:ext cx="1472650" cy="147265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just" defTabSz="91440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8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22" name="Oval 15"/>
          <p:cNvSpPr/>
          <p:nvPr/>
        </p:nvSpPr>
        <p:spPr>
          <a:xfrm>
            <a:off x="2775358" y="1778837"/>
            <a:ext cx="848278" cy="821918"/>
          </a:xfrm>
          <a:prstGeom prst="ellipse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23" name="AutoShape 117"/>
          <p:cNvSpPr>
            <a:spLocks/>
          </p:cNvSpPr>
          <p:nvPr/>
        </p:nvSpPr>
        <p:spPr bwMode="auto">
          <a:xfrm>
            <a:off x="3004885" y="2033189"/>
            <a:ext cx="391606" cy="313214"/>
          </a:xfrm>
          <a:custGeom>
            <a:avLst/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solidFill>
            <a:schemeClr val="accent5">
              <a:lumMod val="75000"/>
            </a:schemeClr>
          </a:solidFill>
          <a:ln>
            <a:noFill/>
          </a:ln>
          <a:effectLst/>
          <a:extLst/>
        </p:spPr>
        <p:txBody>
          <a:bodyPr lIns="17447" tIns="17447" rIns="17447" bIns="17447" anchor="ctr"/>
          <a:lstStyle/>
          <a:p>
            <a:pPr marL="0" marR="0" lvl="0" indent="0" algn="just" defTabSz="209369" eaLnBrk="1" fontAlgn="auto" latinLnBrk="0" hangingPunc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426118" y="1904803"/>
            <a:ext cx="886781" cy="4947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ARM</a:t>
            </a:r>
            <a:endParaRPr kumimoji="0" lang="en-GB" sz="24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7" name="Block Arc 5"/>
          <p:cNvSpPr/>
          <p:nvPr/>
        </p:nvSpPr>
        <p:spPr>
          <a:xfrm>
            <a:off x="539552" y="339502"/>
            <a:ext cx="3819278" cy="3700594"/>
          </a:xfrm>
          <a:prstGeom prst="blockArc">
            <a:avLst>
              <a:gd name="adj1" fmla="val 18360970"/>
              <a:gd name="adj2" fmla="val 3364820"/>
              <a:gd name="adj3" fmla="val 0"/>
            </a:avLst>
          </a:prstGeom>
          <a:noFill/>
          <a:ln w="12700" cap="flat" cmpd="sng" algn="ctr">
            <a:solidFill>
              <a:srgbClr val="0FC7D3">
                <a:shade val="60000"/>
                <a:hueOff val="0"/>
                <a:satOff val="0"/>
                <a:lumOff val="0"/>
                <a:alphaOff val="0"/>
              </a:srgbClr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8" name="Freeform 6"/>
          <p:cNvSpPr/>
          <p:nvPr/>
        </p:nvSpPr>
        <p:spPr>
          <a:xfrm>
            <a:off x="3996868" y="779094"/>
            <a:ext cx="4175532" cy="749269"/>
          </a:xfrm>
          <a:custGeom>
            <a:avLst/>
            <a:gdLst>
              <a:gd name="connsiteX0" fmla="*/ 0 w 7301111"/>
              <a:gd name="connsiteY0" fmla="*/ 0 h 1083733"/>
              <a:gd name="connsiteX1" fmla="*/ 7301111 w 7301111"/>
              <a:gd name="connsiteY1" fmla="*/ 0 h 1083733"/>
              <a:gd name="connsiteX2" fmla="*/ 7301111 w 7301111"/>
              <a:gd name="connsiteY2" fmla="*/ 1083733 h 1083733"/>
              <a:gd name="connsiteX3" fmla="*/ 0 w 7301111"/>
              <a:gd name="connsiteY3" fmla="*/ 1083733 h 1083733"/>
              <a:gd name="connsiteX4" fmla="*/ 0 w 7301111"/>
              <a:gd name="connsiteY4" fmla="*/ 0 h 108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1111" h="1083733">
                <a:moveTo>
                  <a:pt x="0" y="0"/>
                </a:moveTo>
                <a:lnTo>
                  <a:pt x="7301111" y="0"/>
                </a:lnTo>
                <a:lnTo>
                  <a:pt x="7301111" y="1083733"/>
                </a:lnTo>
                <a:lnTo>
                  <a:pt x="0" y="1083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87848" tIns="130274" rIns="130274" bIns="130274" numCol="1" spcCol="1270" anchor="ctr" anchorCtr="0">
            <a:noAutofit/>
          </a:bodyPr>
          <a:lstStyle/>
          <a:p>
            <a:pPr marL="0" marR="0" lvl="0" indent="0" algn="just" defTabSz="227979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39" name="Oval 7"/>
          <p:cNvSpPr/>
          <p:nvPr/>
        </p:nvSpPr>
        <p:spPr>
          <a:xfrm>
            <a:off x="3563888" y="779094"/>
            <a:ext cx="787669" cy="749270"/>
          </a:xfrm>
          <a:prstGeom prst="ellipse">
            <a:avLst/>
          </a:prstGeom>
          <a:solidFill>
            <a:sysClr val="window" lastClr="FFFFFF">
              <a:hueOff val="0"/>
              <a:satOff val="0"/>
              <a:lumOff val="0"/>
              <a:alphaOff val="0"/>
            </a:sysClr>
          </a:solidFill>
          <a:ln w="12700" cap="flat" cmpd="sng" algn="ctr">
            <a:solidFill>
              <a:schemeClr val="accent4">
                <a:lumMod val="75000"/>
              </a:schemeClr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Freeform 8"/>
          <p:cNvSpPr/>
          <p:nvPr/>
        </p:nvSpPr>
        <p:spPr>
          <a:xfrm>
            <a:off x="4347171" y="1846131"/>
            <a:ext cx="3825229" cy="754623"/>
          </a:xfrm>
          <a:custGeom>
            <a:avLst/>
            <a:gdLst>
              <a:gd name="connsiteX0" fmla="*/ 0 w 6907174"/>
              <a:gd name="connsiteY0" fmla="*/ 0 h 1083733"/>
              <a:gd name="connsiteX1" fmla="*/ 6907174 w 6907174"/>
              <a:gd name="connsiteY1" fmla="*/ 0 h 1083733"/>
              <a:gd name="connsiteX2" fmla="*/ 6907174 w 6907174"/>
              <a:gd name="connsiteY2" fmla="*/ 1083733 h 1083733"/>
              <a:gd name="connsiteX3" fmla="*/ 0 w 6907174"/>
              <a:gd name="connsiteY3" fmla="*/ 1083733 h 1083733"/>
              <a:gd name="connsiteX4" fmla="*/ 0 w 6907174"/>
              <a:gd name="connsiteY4" fmla="*/ 0 h 108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07174" h="1083733">
                <a:moveTo>
                  <a:pt x="0" y="0"/>
                </a:moveTo>
                <a:lnTo>
                  <a:pt x="6907174" y="0"/>
                </a:lnTo>
                <a:lnTo>
                  <a:pt x="6907174" y="1083733"/>
                </a:lnTo>
                <a:lnTo>
                  <a:pt x="0" y="1083733"/>
                </a:lnTo>
                <a:lnTo>
                  <a:pt x="0" y="0"/>
                </a:lnTo>
                <a:close/>
              </a:path>
            </a:pathLst>
          </a:custGeom>
          <a:solidFill>
            <a:srgbClr val="113A5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87848" tIns="130274" rIns="130274" bIns="130274" numCol="1" spcCol="1270" anchor="ctr" anchorCtr="0">
            <a:noAutofit/>
          </a:bodyPr>
          <a:lstStyle/>
          <a:p>
            <a:pPr marL="0" marR="0" lvl="0" indent="0" algn="just" defTabSz="227979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1" name="Oval 9"/>
          <p:cNvSpPr/>
          <p:nvPr/>
        </p:nvSpPr>
        <p:spPr>
          <a:xfrm>
            <a:off x="3992482" y="1846131"/>
            <a:ext cx="797370" cy="754624"/>
          </a:xfrm>
          <a:prstGeom prst="ellipse">
            <a:avLst/>
          </a:prstGeom>
          <a:solidFill>
            <a:sysClr val="window" lastClr="FFFFFF">
              <a:hueOff val="0"/>
              <a:satOff val="0"/>
              <a:lumOff val="0"/>
              <a:alphaOff val="0"/>
            </a:sysClr>
          </a:solidFill>
          <a:ln w="12700" cap="flat" cmpd="sng" algn="ctr">
            <a:solidFill>
              <a:srgbClr val="113A52"/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Freeform 10"/>
          <p:cNvSpPr/>
          <p:nvPr/>
        </p:nvSpPr>
        <p:spPr>
          <a:xfrm>
            <a:off x="3891046" y="2903610"/>
            <a:ext cx="4281354" cy="736733"/>
          </a:xfrm>
          <a:custGeom>
            <a:avLst/>
            <a:gdLst>
              <a:gd name="connsiteX0" fmla="*/ 0 w 7301111"/>
              <a:gd name="connsiteY0" fmla="*/ 0 h 1083733"/>
              <a:gd name="connsiteX1" fmla="*/ 7301111 w 7301111"/>
              <a:gd name="connsiteY1" fmla="*/ 0 h 1083733"/>
              <a:gd name="connsiteX2" fmla="*/ 7301111 w 7301111"/>
              <a:gd name="connsiteY2" fmla="*/ 1083733 h 1083733"/>
              <a:gd name="connsiteX3" fmla="*/ 0 w 7301111"/>
              <a:gd name="connsiteY3" fmla="*/ 1083733 h 1083733"/>
              <a:gd name="connsiteX4" fmla="*/ 0 w 7301111"/>
              <a:gd name="connsiteY4" fmla="*/ 0 h 1083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1111" h="1083733">
                <a:moveTo>
                  <a:pt x="0" y="0"/>
                </a:moveTo>
                <a:lnTo>
                  <a:pt x="7301111" y="0"/>
                </a:lnTo>
                <a:lnTo>
                  <a:pt x="7301111" y="1083733"/>
                </a:lnTo>
                <a:lnTo>
                  <a:pt x="0" y="108373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787848" tIns="130274" rIns="130274" bIns="130274" numCol="1" spcCol="1270" anchor="ctr" anchorCtr="0">
            <a:noAutofit/>
          </a:bodyPr>
          <a:lstStyle/>
          <a:p>
            <a:pPr marL="0" marR="0" lvl="0" indent="0" algn="just" defTabSz="2279793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43" name="Oval 11"/>
          <p:cNvSpPr/>
          <p:nvPr/>
        </p:nvSpPr>
        <p:spPr>
          <a:xfrm>
            <a:off x="3536357" y="2903611"/>
            <a:ext cx="785806" cy="736733"/>
          </a:xfrm>
          <a:prstGeom prst="ellipse">
            <a:avLst/>
          </a:prstGeom>
          <a:solidFill>
            <a:sysClr val="window" lastClr="FFFFFF">
              <a:hueOff val="0"/>
              <a:satOff val="0"/>
              <a:lumOff val="0"/>
              <a:alphaOff val="0"/>
            </a:sysClr>
          </a:solidFill>
          <a:ln w="12700" cap="flat" cmpd="sng" algn="ctr">
            <a:solidFill>
              <a:srgbClr val="113A52"/>
            </a:solidFill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just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900" b="0" i="0" u="none" strike="noStrike" kern="0" cap="none" spc="0" normalizeH="0" baseline="0" noProof="0">
              <a:ln>
                <a:noFill/>
              </a:ln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745654" y="945625"/>
            <a:ext cx="441146" cy="394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7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01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75000"/>
                </a:scheme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220985" y="1995588"/>
            <a:ext cx="335714" cy="313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13A5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02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113A5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779912" y="3047626"/>
            <a:ext cx="335714" cy="3131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13A52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03</a:t>
            </a:r>
            <a:endParaRPr kumimoji="0" lang="en-GB" sz="1800" b="1" i="0" u="none" strike="noStrike" kern="0" cap="none" spc="0" normalizeH="0" baseline="0" noProof="0" dirty="0">
              <a:ln>
                <a:noFill/>
              </a:ln>
              <a:solidFill>
                <a:srgbClr val="113A52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Rectangle 25"/>
          <p:cNvSpPr/>
          <p:nvPr/>
        </p:nvSpPr>
        <p:spPr>
          <a:xfrm>
            <a:off x="4351557" y="743370"/>
            <a:ext cx="3672408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ARM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是一家公司</a:t>
            </a:r>
            <a:r>
              <a:rPr lang="zh-CN" altLang="en-US" sz="1400" b="1" kern="0" dirty="0" smtClean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，在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全球半导体行业技术</a:t>
            </a:r>
            <a:r>
              <a:rPr lang="zh-CN" altLang="en-US" sz="1400" b="1" kern="0" dirty="0" smtClean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领先，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其主要业务是设计</a:t>
            </a: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16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位和</a:t>
            </a: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32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位嵌入式处理器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36" name="Rectangle 27"/>
          <p:cNvSpPr/>
          <p:nvPr/>
        </p:nvSpPr>
        <p:spPr>
          <a:xfrm>
            <a:off x="4358829" y="2967277"/>
            <a:ext cx="3665135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ARM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是一类微处理器芯片或产品的统称，是采用</a:t>
            </a: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ARM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技术开发的</a:t>
            </a: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RISC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处理器的通称</a:t>
            </a:r>
            <a:endParaRPr lang="en-GB" sz="1400" b="1" kern="0" dirty="0">
              <a:solidFill>
                <a:schemeClr val="bg1"/>
              </a:solidFill>
              <a:cs typeface="+mn-ea"/>
              <a:sym typeface="Arial" panose="020B0604020202020204" pitchFamily="34" charset="0"/>
            </a:endParaRPr>
          </a:p>
        </p:txBody>
      </p:sp>
      <p:sp>
        <p:nvSpPr>
          <p:cNvPr id="45" name="Rectangle 25"/>
          <p:cNvSpPr/>
          <p:nvPr/>
        </p:nvSpPr>
        <p:spPr>
          <a:xfrm>
            <a:off x="4716016" y="1895498"/>
            <a:ext cx="3456384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lnSpc>
                <a:spcPct val="120000"/>
              </a:lnSpc>
            </a:pP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ARM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是一种技术的名称，是一个</a:t>
            </a:r>
            <a:r>
              <a:rPr lang="en-US" altLang="zh-CN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Advanced RISC </a:t>
            </a:r>
            <a:r>
              <a:rPr lang="en-US" altLang="zh-CN" sz="1400" b="1" kern="0" dirty="0" smtClean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Machines 32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位</a:t>
            </a:r>
            <a:r>
              <a:rPr lang="en-US" altLang="zh-CN" sz="1400" b="1" kern="0" dirty="0" smtClean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RISC</a:t>
            </a:r>
            <a:r>
              <a:rPr lang="zh-CN" altLang="en-US" sz="1400" b="1" kern="0" dirty="0" smtClean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处理器</a:t>
            </a:r>
            <a:r>
              <a:rPr lang="zh-CN" altLang="en-US" sz="1400" b="1" kern="0" dirty="0">
                <a:solidFill>
                  <a:schemeClr val="bg1"/>
                </a:solidFill>
                <a:cs typeface="+mn-ea"/>
                <a:sym typeface="Arial" panose="020B0604020202020204" pitchFamily="34" charset="0"/>
              </a:rPr>
              <a:t>体系结构</a:t>
            </a:r>
            <a:endParaRPr kumimoji="0" lang="en-GB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cs typeface="+mn-ea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45934" y="4040096"/>
            <a:ext cx="7621529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ARM</a:t>
            </a:r>
            <a:r>
              <a:rPr lang="zh-CN" altLang="en-US" b="1" dirty="0" smtClean="0"/>
              <a:t>专门</a:t>
            </a:r>
            <a:r>
              <a:rPr lang="zh-CN" altLang="en-US" b="1" dirty="0"/>
              <a:t>从事基于</a:t>
            </a:r>
            <a:r>
              <a:rPr lang="en-US" altLang="zh-CN" b="1" dirty="0"/>
              <a:t>RISC</a:t>
            </a:r>
            <a:r>
              <a:rPr lang="zh-CN" altLang="en-US" b="1" dirty="0"/>
              <a:t>技术芯片的设计开发，不直接生产芯片，而是转让技术设计许可，由合作公司生产各具特色的芯片。</a:t>
            </a:r>
          </a:p>
        </p:txBody>
      </p:sp>
    </p:spTree>
    <p:extLst>
      <p:ext uri="{BB962C8B-B14F-4D97-AF65-F5344CB8AC3E}">
        <p14:creationId xmlns:p14="http://schemas.microsoft.com/office/powerpoint/2010/main" val="3561040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2.2.2 ARM</a:t>
            </a:r>
            <a:r>
              <a:rPr lang="zh-CN" altLang="en-US" sz="2400" b="1" dirty="0">
                <a:solidFill>
                  <a:schemeClr val="bg1"/>
                </a:solidFill>
              </a:rPr>
              <a:t>体系结构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262227" y="1275606"/>
            <a:ext cx="3384377" cy="29392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Aft>
                <a:spcPts val="600"/>
              </a:spcAft>
              <a:buFont typeface="Wingdings" pitchFamily="2" charset="2"/>
              <a:buChar char="Ø"/>
            </a:pPr>
            <a:r>
              <a:rPr lang="zh-CN" altLang="en-US" b="1" dirty="0" smtClean="0"/>
              <a:t>体系结构</a:t>
            </a:r>
            <a:r>
              <a:rPr lang="zh-CN" altLang="en-US" b="1" dirty="0"/>
              <a:t>主要</a:t>
            </a:r>
            <a:r>
              <a:rPr lang="zh-CN" altLang="en-US" b="1" dirty="0" smtClean="0"/>
              <a:t>包括微处理器</a:t>
            </a:r>
            <a:r>
              <a:rPr lang="zh-CN" altLang="en-US" b="1" dirty="0"/>
              <a:t>所支持的指令集和基于该体系结构下微处理器的编程</a:t>
            </a:r>
            <a:r>
              <a:rPr lang="zh-CN" altLang="en-US" b="1" dirty="0" smtClean="0"/>
              <a:t>模型。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 smtClean="0"/>
              <a:t>对于</a:t>
            </a:r>
            <a:r>
              <a:rPr lang="zh-CN" altLang="en-US" b="1" dirty="0"/>
              <a:t>程序开发人员来说，体系结构最重要的部分是指此微处理器提供的</a:t>
            </a:r>
            <a:r>
              <a:rPr lang="zh-CN" altLang="en-US" b="1" dirty="0">
                <a:solidFill>
                  <a:srgbClr val="C00000"/>
                </a:solidFill>
              </a:rPr>
              <a:t>指令系统和寄存器组。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126518"/>
              </p:ext>
            </p:extLst>
          </p:nvPr>
        </p:nvGraphicFramePr>
        <p:xfrm>
          <a:off x="3851919" y="1708384"/>
          <a:ext cx="4906295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58" name="Visio" r:id="rId3" imgW="4018393" imgH="1883006" progId="Visio.Drawing.11">
                  <p:embed/>
                </p:oleObj>
              </mc:Choice>
              <mc:Fallback>
                <p:oleObj name="Visio" r:id="rId3" imgW="4018393" imgH="1883006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19" y="1708384"/>
                        <a:ext cx="4906295" cy="22322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4067944" y="477936"/>
            <a:ext cx="4392489" cy="11310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Font typeface="Wingdings" pitchFamily="2" charset="2"/>
              <a:buChar char="Ø"/>
            </a:pPr>
            <a:r>
              <a:rPr lang="zh-CN" altLang="en-US" b="1" dirty="0">
                <a:solidFill>
                  <a:prstClr val="black"/>
                </a:solidFill>
              </a:rPr>
              <a:t>所谓计算机的体系结构（</a:t>
            </a:r>
            <a:r>
              <a:rPr lang="en-US" altLang="zh-CN" b="1" dirty="0">
                <a:solidFill>
                  <a:prstClr val="black"/>
                </a:solidFill>
              </a:rPr>
              <a:t>Computer Architecture</a:t>
            </a:r>
            <a:r>
              <a:rPr lang="zh-CN" altLang="en-US" b="1" dirty="0">
                <a:solidFill>
                  <a:prstClr val="black"/>
                </a:solidFill>
              </a:rPr>
              <a:t>），是指计算机的逻辑结构与功能特性。</a:t>
            </a:r>
            <a:endParaRPr lang="en-US" altLang="zh-CN" b="1" dirty="0">
              <a:solidFill>
                <a:prstClr val="black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367147" y="4155926"/>
            <a:ext cx="18181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ARM</a:t>
            </a:r>
            <a:r>
              <a:rPr lang="zh-CN" altLang="en-US" b="1" dirty="0"/>
              <a:t>处理器架构</a:t>
            </a:r>
          </a:p>
        </p:txBody>
      </p:sp>
    </p:spTree>
    <p:extLst>
      <p:ext uri="{BB962C8B-B14F-4D97-AF65-F5344CB8AC3E}">
        <p14:creationId xmlns:p14="http://schemas.microsoft.com/office/powerpoint/2010/main" val="9720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2.2.2 ARM</a:t>
            </a:r>
            <a:r>
              <a:rPr lang="zh-CN" altLang="en-US" sz="2400" b="1" dirty="0">
                <a:solidFill>
                  <a:schemeClr val="bg1"/>
                </a:solidFill>
              </a:rPr>
              <a:t>体系结构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19477"/>
              </p:ext>
            </p:extLst>
          </p:nvPr>
        </p:nvGraphicFramePr>
        <p:xfrm>
          <a:off x="1043608" y="1131590"/>
          <a:ext cx="7056783" cy="37444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94137"/>
                <a:gridCol w="1524299"/>
                <a:gridCol w="3838347"/>
              </a:tblGrid>
              <a:tr h="31936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ARM</a:t>
                      </a:r>
                      <a:r>
                        <a:rPr lang="zh-CN" sz="1600" b="1" kern="0" dirty="0">
                          <a:effectLst/>
                        </a:rPr>
                        <a:t>体系结构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处理器位数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内核产品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3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ARMv4T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ARM7TDMI</a:t>
                      </a:r>
                      <a:r>
                        <a:rPr lang="zh-CN" sz="1600" b="1" kern="0">
                          <a:effectLst/>
                        </a:rPr>
                        <a:t>，</a:t>
                      </a:r>
                      <a:r>
                        <a:rPr lang="en-US" sz="1600" b="1" kern="0">
                          <a:effectLst/>
                        </a:rPr>
                        <a:t>ARM9TDMI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3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ARMv5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ARM7EJ</a:t>
                      </a:r>
                      <a:r>
                        <a:rPr lang="zh-CN" sz="1600" b="1" kern="0">
                          <a:effectLst/>
                        </a:rPr>
                        <a:t>、</a:t>
                      </a:r>
                      <a:r>
                        <a:rPr lang="en-US" sz="1600" b="1" kern="0">
                          <a:effectLst/>
                        </a:rPr>
                        <a:t>ARM9E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3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ARMv6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ARM11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3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ARMv6-M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Cortex-M0</a:t>
                      </a:r>
                      <a:r>
                        <a:rPr lang="zh-CN" sz="1600" b="1" kern="0">
                          <a:effectLst/>
                        </a:rPr>
                        <a:t>，</a:t>
                      </a:r>
                      <a:r>
                        <a:rPr lang="en-US" sz="1600" b="1" kern="0">
                          <a:effectLst/>
                        </a:rPr>
                        <a:t>ARM Cortex-M0+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3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ARMv7-M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Cortex-M3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6346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ARMv7E-M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Cortex-M4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269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ARMv7-R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Cortex-R0</a:t>
                      </a:r>
                      <a:endParaRPr lang="zh-CN" sz="16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Cortex-R5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79039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ARMv7-A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Cortex-A5</a:t>
                      </a:r>
                      <a:endParaRPr lang="zh-CN" sz="16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Cortex-A9</a:t>
                      </a:r>
                      <a:endParaRPr lang="zh-CN" sz="16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 Cortex-A15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52693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ARMv8-A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64/32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ARM Cortex-A53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ARM Cortex-A57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3419872" y="570335"/>
            <a:ext cx="34451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ARM</a:t>
            </a:r>
            <a:r>
              <a:rPr lang="zh-CN" altLang="en-US" b="1" dirty="0"/>
              <a:t>处理器架构及典型内核产品</a:t>
            </a:r>
          </a:p>
        </p:txBody>
      </p:sp>
    </p:spTree>
    <p:extLst>
      <p:ext uri="{BB962C8B-B14F-4D97-AF65-F5344CB8AC3E}">
        <p14:creationId xmlns:p14="http://schemas.microsoft.com/office/powerpoint/2010/main" val="120590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2.2.2 ARM</a:t>
            </a:r>
            <a:r>
              <a:rPr lang="zh-CN" altLang="en-US" sz="2400" b="1" dirty="0">
                <a:solidFill>
                  <a:schemeClr val="bg1"/>
                </a:solidFill>
              </a:rPr>
              <a:t>体系结构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63888" y="435101"/>
            <a:ext cx="45352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Samsung</a:t>
            </a:r>
            <a:r>
              <a:rPr lang="zh-CN" altLang="en-US" b="1" dirty="0"/>
              <a:t>公司基于</a:t>
            </a:r>
            <a:r>
              <a:rPr lang="en-US" altLang="zh-CN" b="1" dirty="0"/>
              <a:t>ARM</a:t>
            </a:r>
            <a:r>
              <a:rPr lang="zh-CN" altLang="en-US" b="1" dirty="0"/>
              <a:t>内核架构的系列产品</a:t>
            </a:r>
          </a:p>
        </p:txBody>
      </p:sp>
      <p:pic>
        <p:nvPicPr>
          <p:cNvPr id="9" name="图片 8" descr="C:\Users\DELL\Desktop\Snipaste_2019-02-28_16-28-45.png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987574"/>
            <a:ext cx="4968551" cy="36004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2335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2.2.2 ARM</a:t>
            </a:r>
            <a:r>
              <a:rPr lang="zh-CN" altLang="en-US" sz="2400" b="1" dirty="0">
                <a:solidFill>
                  <a:schemeClr val="bg1"/>
                </a:solidFill>
              </a:rPr>
              <a:t>体系结构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327016" y="339503"/>
            <a:ext cx="52054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嵌入式领域常见的半导体</a:t>
            </a:r>
            <a:r>
              <a:rPr lang="zh-CN" altLang="en-US" b="1" dirty="0" smtClean="0"/>
              <a:t>公司</a:t>
            </a:r>
            <a:endParaRPr lang="en-US" altLang="zh-CN" b="1" dirty="0" smtClean="0"/>
          </a:p>
          <a:p>
            <a:r>
              <a:rPr lang="en-US" altLang="zh-CN" b="1" dirty="0"/>
              <a:t> </a:t>
            </a:r>
            <a:r>
              <a:rPr lang="en-US" altLang="zh-CN" b="1" dirty="0" smtClean="0"/>
              <a:t>                        </a:t>
            </a:r>
            <a:r>
              <a:rPr lang="zh-CN" altLang="en-US" b="1" dirty="0" smtClean="0"/>
              <a:t>及其</a:t>
            </a:r>
            <a:r>
              <a:rPr lang="en-GB" altLang="zh-CN" b="1" dirty="0" smtClean="0"/>
              <a:t>ARM</a:t>
            </a:r>
            <a:r>
              <a:rPr lang="zh-CN" altLang="en-US" b="1" dirty="0" smtClean="0"/>
              <a:t>架构的代表性</a:t>
            </a:r>
            <a:r>
              <a:rPr lang="zh-CN" altLang="en-US" b="1" dirty="0"/>
              <a:t>产品</a:t>
            </a: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716629"/>
              </p:ext>
            </p:extLst>
          </p:nvPr>
        </p:nvGraphicFramePr>
        <p:xfrm>
          <a:off x="899593" y="1131590"/>
          <a:ext cx="7488832" cy="3672408"/>
        </p:xfrm>
        <a:graphic>
          <a:graphicData uri="http://schemas.openxmlformats.org/drawingml/2006/table">
            <a:tbl>
              <a:tblPr firstRow="1" firstCol="1" bandRow="1">
                <a:tableStyleId>{22838BEF-8BB2-4498-84A7-C5851F593DF1}</a:tableStyleId>
              </a:tblPr>
              <a:tblGrid>
                <a:gridCol w="2125351"/>
                <a:gridCol w="5363481"/>
              </a:tblGrid>
              <a:tr h="36277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半导体公司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 dirty="0">
                          <a:effectLst/>
                        </a:rPr>
                        <a:t>代表性产品（内核架构）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86135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TI</a:t>
                      </a:r>
                      <a:r>
                        <a:rPr lang="zh-CN" sz="1600" b="1" kern="0" dirty="0">
                          <a:effectLst/>
                        </a:rPr>
                        <a:t>（德州仪器）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LM3Sxxxx</a:t>
                      </a:r>
                      <a:r>
                        <a:rPr lang="zh-CN" sz="1600" b="1" kern="0" dirty="0">
                          <a:effectLst/>
                        </a:rPr>
                        <a:t>系列（</a:t>
                      </a:r>
                      <a:r>
                        <a:rPr lang="en-US" sz="1600" b="1" kern="0" dirty="0">
                          <a:effectLst/>
                        </a:rPr>
                        <a:t>Cortex-M3</a:t>
                      </a:r>
                      <a:r>
                        <a:rPr lang="zh-CN" sz="1600" b="1" kern="0" dirty="0" smtClean="0">
                          <a:effectLst/>
                        </a:rPr>
                        <a:t>）</a:t>
                      </a:r>
                      <a:endParaRPr lang="en-US" altLang="zh-CN" sz="1600" b="1" kern="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LM4Fxxxx </a:t>
                      </a:r>
                      <a:r>
                        <a:rPr lang="zh-CN" sz="1600" b="1" kern="0" dirty="0">
                          <a:effectLst/>
                        </a:rPr>
                        <a:t>系列（</a:t>
                      </a:r>
                      <a:r>
                        <a:rPr lang="en-US" sz="1600" b="1" kern="0" dirty="0">
                          <a:effectLst/>
                        </a:rPr>
                        <a:t>Cortex-M4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255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NXP</a:t>
                      </a:r>
                      <a:r>
                        <a:rPr lang="zh-CN" sz="1600" b="1" kern="0">
                          <a:effectLst/>
                        </a:rPr>
                        <a:t>（恩智浦）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LPC1800</a:t>
                      </a:r>
                      <a:r>
                        <a:rPr lang="zh-CN" sz="1600" b="1" kern="0" dirty="0">
                          <a:effectLst/>
                        </a:rPr>
                        <a:t>（</a:t>
                      </a:r>
                      <a:r>
                        <a:rPr lang="en-US" sz="1600" b="1" kern="0" dirty="0">
                          <a:effectLst/>
                        </a:rPr>
                        <a:t>Cortex-M3</a:t>
                      </a:r>
                      <a:r>
                        <a:rPr lang="zh-CN" sz="1600" b="1" kern="0" dirty="0" smtClean="0">
                          <a:effectLst/>
                        </a:rPr>
                        <a:t>）</a:t>
                      </a:r>
                      <a:endParaRPr lang="en-US" altLang="zh-CN" sz="1600" b="1" kern="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LPC4300</a:t>
                      </a:r>
                      <a:r>
                        <a:rPr lang="zh-CN" sz="1600" b="1" kern="0" dirty="0">
                          <a:effectLst/>
                        </a:rPr>
                        <a:t>（</a:t>
                      </a:r>
                      <a:r>
                        <a:rPr lang="en-US" sz="1600" b="1" kern="0" dirty="0">
                          <a:effectLst/>
                        </a:rPr>
                        <a:t>Cortex-M4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255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Atmel</a:t>
                      </a:r>
                      <a:r>
                        <a:rPr lang="zh-CN" sz="1600" b="1" kern="0" dirty="0">
                          <a:effectLst/>
                        </a:rPr>
                        <a:t>（爱特梅尔）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Atmel </a:t>
                      </a:r>
                      <a:r>
                        <a:rPr lang="en-US" sz="1600" b="1" kern="0" dirty="0" smtClean="0">
                          <a:effectLst/>
                        </a:rPr>
                        <a:t>AT89</a:t>
                      </a:r>
                      <a:r>
                        <a:rPr lang="zh-CN" altLang="en-US" sz="1600" b="1" kern="0" dirty="0" smtClean="0">
                          <a:effectLst/>
                        </a:rPr>
                        <a:t>、</a:t>
                      </a:r>
                      <a:r>
                        <a:rPr lang="en-US" sz="1600" b="1" kern="0" dirty="0" smtClean="0">
                          <a:effectLst/>
                        </a:rPr>
                        <a:t>AVR</a:t>
                      </a:r>
                      <a:r>
                        <a:rPr lang="zh-CN" sz="1600" b="1" kern="0" dirty="0">
                          <a:effectLst/>
                        </a:rPr>
                        <a:t>系列</a:t>
                      </a:r>
                      <a:r>
                        <a:rPr lang="en-US" sz="1600" b="1" kern="0" dirty="0" err="1">
                          <a:effectLst/>
                        </a:rPr>
                        <a:t>ATmega</a:t>
                      </a:r>
                      <a:endParaRPr lang="zh-CN" sz="1600" b="1" kern="100" dirty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SAM3S</a:t>
                      </a:r>
                      <a:r>
                        <a:rPr lang="zh-CN" sz="1600" b="1" kern="0" dirty="0">
                          <a:effectLst/>
                        </a:rPr>
                        <a:t>系列（</a:t>
                      </a:r>
                      <a:r>
                        <a:rPr lang="en-US" sz="1600" b="1" kern="0" dirty="0">
                          <a:effectLst/>
                        </a:rPr>
                        <a:t>Cortex-M3</a:t>
                      </a:r>
                      <a:r>
                        <a:rPr lang="zh-CN" sz="1600" b="1" kern="0" dirty="0" smtClean="0">
                          <a:effectLst/>
                        </a:rPr>
                        <a:t>）</a:t>
                      </a:r>
                      <a:r>
                        <a:rPr lang="zh-CN" altLang="en-US" sz="1600" b="1" kern="0" dirty="0" smtClean="0">
                          <a:effectLst/>
                        </a:rPr>
                        <a:t>、</a:t>
                      </a:r>
                      <a:r>
                        <a:rPr lang="en-US" sz="1600" b="1" kern="0" dirty="0" smtClean="0">
                          <a:effectLst/>
                        </a:rPr>
                        <a:t>SAM4S</a:t>
                      </a:r>
                      <a:r>
                        <a:rPr lang="zh-CN" sz="1600" b="1" kern="0" dirty="0">
                          <a:effectLst/>
                        </a:rPr>
                        <a:t>系列（</a:t>
                      </a:r>
                      <a:r>
                        <a:rPr lang="en-US" sz="1600" b="1" kern="0" dirty="0">
                          <a:effectLst/>
                        </a:rPr>
                        <a:t>Cortex-M4</a:t>
                      </a:r>
                      <a:r>
                        <a:rPr lang="zh-CN" sz="1600" b="1" kern="0" dirty="0">
                          <a:effectLst/>
                        </a:rPr>
                        <a:t>）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9310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Freescale</a:t>
                      </a:r>
                      <a:r>
                        <a:rPr lang="zh-CN" sz="1600" b="1" kern="0">
                          <a:effectLst/>
                        </a:rPr>
                        <a:t>（飞思卡尔）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 err="1">
                          <a:effectLst/>
                        </a:rPr>
                        <a:t>Kinetis</a:t>
                      </a:r>
                      <a:r>
                        <a:rPr lang="en-US" sz="1600" b="1" kern="0" dirty="0">
                          <a:effectLst/>
                        </a:rPr>
                        <a:t> X</a:t>
                      </a:r>
                      <a:r>
                        <a:rPr lang="zh-CN" sz="1600" b="1" kern="0" dirty="0">
                          <a:effectLst/>
                        </a:rPr>
                        <a:t>系列（</a:t>
                      </a:r>
                      <a:r>
                        <a:rPr lang="en-US" sz="1600" b="1" kern="0" dirty="0">
                          <a:effectLst/>
                        </a:rPr>
                        <a:t>Cortex-M4</a:t>
                      </a:r>
                      <a:r>
                        <a:rPr lang="zh-CN" sz="1600" b="1" kern="0" dirty="0" smtClean="0">
                          <a:effectLst/>
                        </a:rPr>
                        <a:t>）</a:t>
                      </a:r>
                      <a:r>
                        <a:rPr lang="zh-CN" altLang="en-US" sz="1600" b="1" kern="0" dirty="0" smtClean="0">
                          <a:effectLst/>
                        </a:rPr>
                        <a:t>、</a:t>
                      </a:r>
                      <a:r>
                        <a:rPr lang="en-US" sz="1600" b="1" kern="0" dirty="0" smtClean="0">
                          <a:effectLst/>
                        </a:rPr>
                        <a:t>MPC5xx</a:t>
                      </a:r>
                      <a:r>
                        <a:rPr lang="zh-CN" sz="1600" b="1" kern="0" dirty="0">
                          <a:effectLst/>
                        </a:rPr>
                        <a:t>系列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0405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ST</a:t>
                      </a:r>
                      <a:r>
                        <a:rPr lang="zh-CN" sz="1600" b="1" kern="0">
                          <a:effectLst/>
                        </a:rPr>
                        <a:t>（意法半导体）</a:t>
                      </a:r>
                      <a:endParaRPr lang="zh-CN" sz="16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STM32</a:t>
                      </a:r>
                      <a:r>
                        <a:rPr lang="zh-CN" sz="1600" b="1" kern="0" dirty="0">
                          <a:effectLst/>
                        </a:rPr>
                        <a:t>、</a:t>
                      </a:r>
                      <a:r>
                        <a:rPr lang="en-US" sz="1600" b="1" kern="0" dirty="0">
                          <a:effectLst/>
                        </a:rPr>
                        <a:t>STM8</a:t>
                      </a:r>
                      <a:endParaRPr lang="zh-CN" sz="16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746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2.2.2 ARM</a:t>
            </a:r>
            <a:r>
              <a:rPr lang="zh-CN" altLang="en-US" sz="2400" b="1" dirty="0">
                <a:solidFill>
                  <a:schemeClr val="bg1"/>
                </a:solidFill>
              </a:rPr>
              <a:t>体系结构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957202816"/>
              </p:ext>
            </p:extLst>
          </p:nvPr>
        </p:nvGraphicFramePr>
        <p:xfrm>
          <a:off x="971600" y="1203598"/>
          <a:ext cx="7200800" cy="2592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矩形 8"/>
          <p:cNvSpPr/>
          <p:nvPr/>
        </p:nvSpPr>
        <p:spPr>
          <a:xfrm>
            <a:off x="1691680" y="4155926"/>
            <a:ext cx="1287673" cy="5040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Cortex-M3</a:t>
            </a:r>
            <a:endParaRPr lang="zh-CN" altLang="en-US" b="1" dirty="0" smtClean="0"/>
          </a:p>
        </p:txBody>
      </p:sp>
      <p:sp>
        <p:nvSpPr>
          <p:cNvPr id="10" name="矩形 9"/>
          <p:cNvSpPr/>
          <p:nvPr/>
        </p:nvSpPr>
        <p:spPr>
          <a:xfrm>
            <a:off x="3131840" y="4155926"/>
            <a:ext cx="1287673" cy="5040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Cortex-M4</a:t>
            </a:r>
            <a:endParaRPr lang="zh-CN" altLang="en-US" b="1" dirty="0" smtClean="0"/>
          </a:p>
        </p:txBody>
      </p:sp>
      <p:sp>
        <p:nvSpPr>
          <p:cNvPr id="11" name="矩形 10"/>
          <p:cNvSpPr/>
          <p:nvPr/>
        </p:nvSpPr>
        <p:spPr>
          <a:xfrm>
            <a:off x="4572001" y="4155926"/>
            <a:ext cx="1368152" cy="50405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Cortex-M7</a:t>
            </a:r>
            <a:endParaRPr lang="zh-CN" altLang="en-US" b="1" dirty="0" smtClean="0"/>
          </a:p>
        </p:txBody>
      </p:sp>
      <p:cxnSp>
        <p:nvCxnSpPr>
          <p:cNvPr id="13" name="直接连接符 12"/>
          <p:cNvCxnSpPr/>
          <p:nvPr/>
        </p:nvCxnSpPr>
        <p:spPr>
          <a:xfrm>
            <a:off x="3419873" y="3807923"/>
            <a:ext cx="254146" cy="348003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 flipH="1">
            <a:off x="2233859" y="3807923"/>
            <a:ext cx="1186014" cy="348003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/>
        </p:nvCxnSpPr>
        <p:spPr>
          <a:xfrm>
            <a:off x="3419873" y="3807923"/>
            <a:ext cx="1728192" cy="348003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852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339503"/>
            <a:ext cx="2915815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25188" y="339503"/>
            <a:ext cx="27494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2.2.2 ARM</a:t>
            </a:r>
            <a:r>
              <a:rPr lang="zh-CN" altLang="en-US" sz="2400" b="1" dirty="0">
                <a:solidFill>
                  <a:schemeClr val="bg1"/>
                </a:solidFill>
              </a:rPr>
              <a:t>体系结构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352221"/>
              </p:ext>
            </p:extLst>
          </p:nvPr>
        </p:nvGraphicFramePr>
        <p:xfrm>
          <a:off x="611560" y="987574"/>
          <a:ext cx="8064897" cy="3890256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1584177"/>
                <a:gridCol w="1191288"/>
                <a:gridCol w="1302546"/>
                <a:gridCol w="1316416"/>
                <a:gridCol w="1339370"/>
                <a:gridCol w="1331100"/>
              </a:tblGrid>
              <a:tr h="4061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 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ARM Cortex-M0+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ARM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 </a:t>
                      </a:r>
                      <a:r>
                        <a:rPr lang="en-US" sz="1600" b="1" kern="0" dirty="0">
                          <a:effectLst/>
                        </a:rPr>
                        <a:t>Cortex-M0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ARM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 </a:t>
                      </a:r>
                      <a:r>
                        <a:rPr lang="en-US" sz="1600" b="1" kern="0" dirty="0">
                          <a:effectLst/>
                        </a:rPr>
                        <a:t>Cortex-M3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ARM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 </a:t>
                      </a:r>
                      <a:r>
                        <a:rPr lang="en-US" sz="1600" b="1" kern="0" dirty="0">
                          <a:effectLst/>
                        </a:rPr>
                        <a:t>Cortex-M4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ARM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 smtClean="0">
                          <a:effectLst/>
                        </a:rPr>
                        <a:t> </a:t>
                      </a:r>
                      <a:r>
                        <a:rPr lang="en-US" sz="1600" b="1" kern="0" dirty="0">
                          <a:effectLst/>
                        </a:rPr>
                        <a:t>Cortex-M7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044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应用范围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8/16</a:t>
                      </a:r>
                      <a:r>
                        <a:rPr lang="zh-CN" sz="1600" b="1" kern="0">
                          <a:effectLst/>
                        </a:rPr>
                        <a:t>位应用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8/16</a:t>
                      </a:r>
                      <a:r>
                        <a:rPr lang="zh-CN" sz="1600" b="1" kern="0" dirty="0">
                          <a:effectLst/>
                        </a:rPr>
                        <a:t>位应用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r>
                        <a:rPr lang="zh-CN" sz="1600" b="1" kern="0">
                          <a:effectLst/>
                        </a:rPr>
                        <a:t>位应用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r>
                        <a:rPr lang="zh-CN" sz="1600" b="1" kern="0">
                          <a:effectLst/>
                        </a:rPr>
                        <a:t>位</a:t>
                      </a:r>
                      <a:r>
                        <a:rPr lang="en-US" sz="1600" b="1" kern="0">
                          <a:effectLst/>
                        </a:rPr>
                        <a:t>DSC</a:t>
                      </a:r>
                      <a:r>
                        <a:rPr lang="zh-CN" sz="1600" b="1" kern="0">
                          <a:effectLst/>
                        </a:rPr>
                        <a:t>应用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32</a:t>
                      </a:r>
                      <a:r>
                        <a:rPr lang="zh-CN" sz="1600" b="1" kern="0">
                          <a:effectLst/>
                        </a:rPr>
                        <a:t>位应用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061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架构版本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ARMv6-M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ARMv6-M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 dirty="0">
                          <a:effectLst/>
                        </a:rPr>
                        <a:t>ARMv7-M+</a:t>
                      </a:r>
                      <a:r>
                        <a:rPr lang="zh-CN" sz="1600" b="1" kern="0" dirty="0">
                          <a:effectLst/>
                        </a:rPr>
                        <a:t>哈佛结构</a:t>
                      </a:r>
                      <a:endParaRPr lang="zh-CN" sz="32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ARMv7-M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ARMv7-M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3379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流水线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2</a:t>
                      </a:r>
                      <a:r>
                        <a:rPr lang="zh-CN" sz="1600" b="1" kern="0">
                          <a:effectLst/>
                        </a:rPr>
                        <a:t>级流水线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</a:t>
                      </a:r>
                      <a:r>
                        <a:rPr lang="zh-CN" sz="1600" b="1" kern="0">
                          <a:effectLst/>
                        </a:rPr>
                        <a:t>级流水线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</a:t>
                      </a:r>
                      <a:r>
                        <a:rPr lang="zh-CN" sz="1600" b="1" kern="0">
                          <a:effectLst/>
                        </a:rPr>
                        <a:t>级流水线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3</a:t>
                      </a:r>
                      <a:r>
                        <a:rPr lang="zh-CN" sz="1600" b="1" kern="0">
                          <a:effectLst/>
                        </a:rPr>
                        <a:t>级流水线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6</a:t>
                      </a:r>
                      <a:r>
                        <a:rPr lang="zh-CN" sz="1600" b="1" kern="0">
                          <a:effectLst/>
                        </a:rPr>
                        <a:t>级流水线</a:t>
                      </a:r>
                      <a:r>
                        <a:rPr lang="en-US" sz="1600" b="1" kern="0">
                          <a:effectLst/>
                        </a:rPr>
                        <a:t>+</a:t>
                      </a:r>
                      <a:r>
                        <a:rPr lang="zh-CN" sz="1600" b="1" kern="0">
                          <a:effectLst/>
                        </a:rPr>
                        <a:t>分支预测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0619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FPU</a:t>
                      </a:r>
                      <a:endParaRPr lang="zh-CN" sz="3200" b="1" kern="10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(</a:t>
                      </a:r>
                      <a:r>
                        <a:rPr lang="zh-CN" sz="1600" b="1" kern="0">
                          <a:effectLst/>
                        </a:rPr>
                        <a:t>浮点运算单元</a:t>
                      </a:r>
                      <a:r>
                        <a:rPr lang="en-US" sz="1600" b="1" kern="0">
                          <a:effectLst/>
                        </a:rPr>
                        <a:t>)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NO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NO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NO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YES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600" b="1" kern="0">
                          <a:effectLst/>
                        </a:rPr>
                        <a:t>YES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16351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600" b="1" kern="0">
                          <a:effectLst/>
                        </a:rPr>
                        <a:t>特点</a:t>
                      </a:r>
                      <a:endParaRPr lang="zh-CN" sz="32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在</a:t>
                      </a:r>
                      <a:r>
                        <a:rPr lang="en-US" sz="1400" b="1" kern="0" dirty="0">
                          <a:effectLst/>
                        </a:rPr>
                        <a:t>M0</a:t>
                      </a:r>
                      <a:r>
                        <a:rPr lang="zh-CN" sz="1400" b="1" kern="0" dirty="0">
                          <a:effectLst/>
                        </a:rPr>
                        <a:t>的基础上进一步降低功耗，提高性能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低功耗，低成本，使用低功耗微控制器和深度嵌入式应用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出色的计算性能以及对事件的优异系统响应能力，适用于具有较高确定性的实时应用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altLang="en-US" sz="1400" b="1" kern="0" dirty="0" smtClean="0">
                          <a:effectLst/>
                        </a:rPr>
                        <a:t>较高的信号处理能力，适用于需要控制和信号处理功能混合的数字信号控制领域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b="1" kern="0" dirty="0">
                          <a:effectLst/>
                        </a:rPr>
                        <a:t>保持良好的响应性和易用性的同时，实现最高性能</a:t>
                      </a:r>
                      <a:endParaRPr lang="zh-CN" sz="28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12" name="矩形 11"/>
          <p:cNvSpPr/>
          <p:nvPr/>
        </p:nvSpPr>
        <p:spPr>
          <a:xfrm>
            <a:off x="4035971" y="474227"/>
            <a:ext cx="2910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Cortex-M</a:t>
            </a:r>
            <a:r>
              <a:rPr lang="zh-CN" altLang="en-US" b="1" dirty="0"/>
              <a:t>系列微控制器比较</a:t>
            </a:r>
          </a:p>
        </p:txBody>
      </p:sp>
    </p:spTree>
    <p:extLst>
      <p:ext uri="{BB962C8B-B14F-4D97-AF65-F5344CB8AC3E}">
        <p14:creationId xmlns:p14="http://schemas.microsoft.com/office/powerpoint/2010/main" val="3825201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1994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3031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Cortex-M3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39552" y="1184285"/>
            <a:ext cx="4065737" cy="35163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/>
              <a:t>Cortex-M3</a:t>
            </a:r>
            <a:r>
              <a:rPr lang="zh-CN" altLang="en-US" b="1" dirty="0"/>
              <a:t>是基于</a:t>
            </a:r>
            <a:r>
              <a:rPr lang="en-US" altLang="zh-CN" b="1" dirty="0">
                <a:solidFill>
                  <a:srgbClr val="C00000"/>
                </a:solidFill>
              </a:rPr>
              <a:t>ARMv7-M</a:t>
            </a:r>
            <a:r>
              <a:rPr lang="zh-CN" altLang="en-US" b="1" dirty="0">
                <a:solidFill>
                  <a:srgbClr val="C00000"/>
                </a:solidFill>
              </a:rPr>
              <a:t>体系结构</a:t>
            </a:r>
            <a:r>
              <a:rPr lang="zh-CN" altLang="en-US" b="1" dirty="0"/>
              <a:t>设计的</a:t>
            </a:r>
            <a:r>
              <a:rPr lang="en-US" altLang="zh-CN" b="1" dirty="0"/>
              <a:t>32</a:t>
            </a:r>
            <a:r>
              <a:rPr lang="zh-CN" altLang="en-US" b="1" dirty="0"/>
              <a:t>位的处理器</a:t>
            </a:r>
            <a:r>
              <a:rPr lang="zh-CN" altLang="en-US" b="1" dirty="0" smtClean="0"/>
              <a:t>内核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数据</a:t>
            </a:r>
            <a:r>
              <a:rPr lang="zh-CN" altLang="en-US" b="1" dirty="0"/>
              <a:t>宽度、寄存器位数和存储器位数都是</a:t>
            </a:r>
            <a:r>
              <a:rPr lang="en-US" altLang="zh-CN" b="1" dirty="0">
                <a:solidFill>
                  <a:srgbClr val="C00000"/>
                </a:solidFill>
              </a:rPr>
              <a:t>32</a:t>
            </a:r>
            <a:r>
              <a:rPr lang="zh-CN" altLang="en-US" b="1" dirty="0">
                <a:solidFill>
                  <a:srgbClr val="C00000"/>
                </a:solidFill>
              </a:rPr>
              <a:t>位</a:t>
            </a:r>
            <a:r>
              <a:rPr lang="zh-CN" altLang="en-US" b="1" dirty="0" smtClean="0"/>
              <a:t>的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采用</a:t>
            </a:r>
            <a:r>
              <a:rPr lang="zh-CN" altLang="en-US" b="1" dirty="0"/>
              <a:t>基于</a:t>
            </a:r>
            <a:r>
              <a:rPr lang="zh-CN" altLang="en-US" b="1" dirty="0">
                <a:solidFill>
                  <a:srgbClr val="C00000"/>
                </a:solidFill>
              </a:rPr>
              <a:t>哈佛结构</a:t>
            </a:r>
            <a:r>
              <a:rPr lang="zh-CN" altLang="en-US" b="1" dirty="0"/>
              <a:t>的三级流水线</a:t>
            </a:r>
            <a:r>
              <a:rPr lang="zh-CN" altLang="en-US" b="1" dirty="0" smtClean="0"/>
              <a:t>内核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拥有</a:t>
            </a:r>
            <a:r>
              <a:rPr lang="zh-CN" altLang="en-US" b="1" dirty="0">
                <a:solidFill>
                  <a:srgbClr val="C00000"/>
                </a:solidFill>
              </a:rPr>
              <a:t>独立</a:t>
            </a:r>
            <a:r>
              <a:rPr lang="zh-CN" altLang="en-US" b="1" dirty="0"/>
              <a:t>的数据总线和指令</a:t>
            </a:r>
            <a:r>
              <a:rPr lang="zh-CN" altLang="en-US" b="1" dirty="0" smtClean="0"/>
              <a:t>总线</a:t>
            </a:r>
            <a:endParaRPr lang="en-GB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/>
              <a:t>数据总线</a:t>
            </a:r>
            <a:r>
              <a:rPr lang="zh-CN" altLang="en-US" b="1" dirty="0"/>
              <a:t>和指令总线</a:t>
            </a:r>
            <a:r>
              <a:rPr lang="zh-CN" altLang="en-US" b="1" dirty="0">
                <a:solidFill>
                  <a:srgbClr val="C00000"/>
                </a:solidFill>
              </a:rPr>
              <a:t>共享一个存储器空间</a:t>
            </a:r>
            <a:r>
              <a:rPr lang="zh-CN" altLang="en-US" b="1" dirty="0"/>
              <a:t>，总的寻址空间为</a:t>
            </a:r>
            <a:r>
              <a:rPr lang="en-US" altLang="zh-CN" b="1" dirty="0" smtClean="0"/>
              <a:t>4GB</a:t>
            </a:r>
            <a:endParaRPr lang="zh-CN" altLang="en-US" b="1" dirty="0"/>
          </a:p>
        </p:txBody>
      </p:sp>
      <p:pic>
        <p:nvPicPr>
          <p:cNvPr id="655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056" y="843558"/>
            <a:ext cx="3480714" cy="3453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矩形 2"/>
          <p:cNvSpPr/>
          <p:nvPr/>
        </p:nvSpPr>
        <p:spPr>
          <a:xfrm>
            <a:off x="5580112" y="4443958"/>
            <a:ext cx="26500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ARM Cortex-M3</a:t>
            </a:r>
            <a:r>
              <a:rPr lang="zh-CN" altLang="zh-CN" b="1" dirty="0"/>
              <a:t>体系结构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7885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1994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3031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Cortex-M3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244572549"/>
              </p:ext>
            </p:extLst>
          </p:nvPr>
        </p:nvGraphicFramePr>
        <p:xfrm>
          <a:off x="755576" y="843558"/>
          <a:ext cx="7488832" cy="3919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4771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1994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3031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Cortex-M3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 descr="https://img-blog.csdn.net/2016031715594308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270" y="1079912"/>
            <a:ext cx="4627498" cy="35283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1259632" y="4597266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Cortex-M3</a:t>
            </a:r>
            <a:r>
              <a:rPr lang="zh-CN" altLang="en-US" b="1" dirty="0"/>
              <a:t>内核架构框图</a:t>
            </a:r>
          </a:p>
        </p:txBody>
      </p:sp>
      <p:sp>
        <p:nvSpPr>
          <p:cNvPr id="3" name="矩形 2"/>
          <p:cNvSpPr/>
          <p:nvPr/>
        </p:nvSpPr>
        <p:spPr>
          <a:xfrm>
            <a:off x="5004048" y="195486"/>
            <a:ext cx="3816424" cy="468217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sz="1600" b="1" dirty="0" smtClean="0">
                <a:solidFill>
                  <a:srgbClr val="C00000"/>
                </a:solidFill>
              </a:rPr>
              <a:t>Cortex-M3 Core</a:t>
            </a:r>
            <a:r>
              <a:rPr lang="zh-CN" altLang="en-US" sz="1600" b="1" dirty="0" smtClean="0"/>
              <a:t>：包括</a:t>
            </a:r>
            <a:r>
              <a:rPr lang="zh-CN" altLang="en-US" sz="1600" b="1" dirty="0"/>
              <a:t>指令提取单元、译码单元、寄存器组和</a:t>
            </a:r>
            <a:r>
              <a:rPr lang="en-US" altLang="zh-CN" sz="1600" b="1" dirty="0" smtClean="0"/>
              <a:t>ALU</a:t>
            </a:r>
            <a:r>
              <a:rPr lang="zh-CN" altLang="en-US" sz="1600" b="1" dirty="0" smtClean="0"/>
              <a:t>等；</a:t>
            </a:r>
            <a:endParaRPr lang="zh-CN" altLang="en-US" sz="1600" b="1" dirty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 smtClean="0">
                <a:solidFill>
                  <a:srgbClr val="C00000"/>
                </a:solidFill>
              </a:rPr>
              <a:t>嵌套</a:t>
            </a:r>
            <a:r>
              <a:rPr lang="zh-CN" altLang="en-US" sz="1600" b="1" dirty="0">
                <a:solidFill>
                  <a:srgbClr val="C00000"/>
                </a:solidFill>
              </a:rPr>
              <a:t>向量中断控制器（</a:t>
            </a:r>
            <a:r>
              <a:rPr lang="en-US" altLang="zh-CN" sz="1600" b="1" dirty="0">
                <a:solidFill>
                  <a:srgbClr val="C00000"/>
                </a:solidFill>
              </a:rPr>
              <a:t>NVIC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）</a:t>
            </a:r>
            <a:r>
              <a:rPr lang="zh-CN" altLang="en-US" sz="1600" b="1" dirty="0" smtClean="0"/>
              <a:t>：用于</a:t>
            </a:r>
            <a:r>
              <a:rPr lang="zh-CN" altLang="en-US" sz="1600" b="1" dirty="0"/>
              <a:t>实现快速、低延迟的异常</a:t>
            </a:r>
            <a:r>
              <a:rPr lang="zh-CN" altLang="en-US" sz="1600" b="1" dirty="0" smtClean="0"/>
              <a:t>中断处理；</a:t>
            </a:r>
            <a:endParaRPr lang="en-US" altLang="zh-CN" sz="1600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 smtClean="0">
                <a:solidFill>
                  <a:srgbClr val="C00000"/>
                </a:solidFill>
              </a:rPr>
              <a:t>系统</a:t>
            </a:r>
            <a:r>
              <a:rPr lang="zh-CN" altLang="en-US" sz="1600" b="1" dirty="0">
                <a:solidFill>
                  <a:srgbClr val="C00000"/>
                </a:solidFill>
              </a:rPr>
              <a:t>时钟（</a:t>
            </a:r>
            <a:r>
              <a:rPr lang="en-US" altLang="zh-CN" sz="1600" b="1" dirty="0">
                <a:solidFill>
                  <a:srgbClr val="C00000"/>
                </a:solidFill>
              </a:rPr>
              <a:t>SYSTICK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）</a:t>
            </a:r>
            <a:r>
              <a:rPr lang="zh-CN" altLang="en-US" sz="1600" b="1" dirty="0" smtClean="0"/>
              <a:t>：</a:t>
            </a:r>
            <a:r>
              <a:rPr lang="en-US" altLang="zh-CN" sz="1600" b="1" dirty="0" smtClean="0"/>
              <a:t>24</a:t>
            </a:r>
            <a:r>
              <a:rPr lang="zh-CN" altLang="en-US" sz="1600" b="1" dirty="0"/>
              <a:t>位倒计时计数器，可作为系统定时器，用于产生定时</a:t>
            </a:r>
            <a:r>
              <a:rPr lang="zh-CN" altLang="en-US" sz="1600" b="1" dirty="0" smtClean="0"/>
              <a:t>中断；</a:t>
            </a:r>
            <a:endParaRPr lang="zh-CN" altLang="en-US" sz="1600" b="1" dirty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 smtClean="0">
                <a:solidFill>
                  <a:srgbClr val="C00000"/>
                </a:solidFill>
              </a:rPr>
              <a:t>存储器保护</a:t>
            </a:r>
            <a:r>
              <a:rPr lang="zh-CN" altLang="en-US" sz="1600" b="1" dirty="0">
                <a:solidFill>
                  <a:srgbClr val="C00000"/>
                </a:solidFill>
              </a:rPr>
              <a:t>单元（</a:t>
            </a:r>
            <a:r>
              <a:rPr lang="en-US" altLang="zh-CN" sz="1600" b="1" dirty="0">
                <a:solidFill>
                  <a:srgbClr val="C00000"/>
                </a:solidFill>
              </a:rPr>
              <a:t>MPU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）</a:t>
            </a:r>
            <a:r>
              <a:rPr lang="zh-CN" altLang="en-US" sz="1600" b="1" dirty="0" smtClean="0"/>
              <a:t>：用于</a:t>
            </a:r>
            <a:r>
              <a:rPr lang="zh-CN" altLang="en-US" sz="1600" b="1" dirty="0"/>
              <a:t>对存储区域的访问保护，防止用户程序破坏存储区域的关键</a:t>
            </a:r>
            <a:r>
              <a:rPr lang="zh-CN" altLang="en-US" sz="1600" b="1" dirty="0" smtClean="0"/>
              <a:t>数据；</a:t>
            </a:r>
            <a:endParaRPr lang="en-US" altLang="zh-CN" sz="1600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sz="1600" b="1" dirty="0" smtClean="0">
                <a:solidFill>
                  <a:srgbClr val="C00000"/>
                </a:solidFill>
              </a:rPr>
              <a:t>总线</a:t>
            </a:r>
            <a:r>
              <a:rPr lang="zh-CN" altLang="en-US" sz="1600" b="1" dirty="0">
                <a:solidFill>
                  <a:srgbClr val="C00000"/>
                </a:solidFill>
              </a:rPr>
              <a:t>矩阵（</a:t>
            </a:r>
            <a:r>
              <a:rPr lang="en-US" altLang="zh-CN" sz="1600" b="1" dirty="0">
                <a:solidFill>
                  <a:srgbClr val="C00000"/>
                </a:solidFill>
              </a:rPr>
              <a:t>AHB</a:t>
            </a:r>
            <a:r>
              <a:rPr lang="zh-CN" altLang="en-US" sz="1600" b="1" dirty="0">
                <a:solidFill>
                  <a:srgbClr val="C00000"/>
                </a:solidFill>
              </a:rPr>
              <a:t>互连网络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）</a:t>
            </a:r>
            <a:r>
              <a:rPr lang="zh-CN" altLang="en-US" sz="1600" b="1" dirty="0" smtClean="0"/>
              <a:t>：用来</a:t>
            </a:r>
            <a:r>
              <a:rPr lang="zh-CN" altLang="en-US" sz="1600" b="1" dirty="0"/>
              <a:t>将处理器</a:t>
            </a:r>
            <a:r>
              <a:rPr lang="zh-CN" altLang="en-US" sz="1600" b="1" dirty="0" smtClean="0"/>
              <a:t>内核和</a:t>
            </a:r>
            <a:r>
              <a:rPr lang="zh-CN" altLang="en-US" sz="1600" b="1" dirty="0"/>
              <a:t>调试接口连接到不同功能的外部总线上，提供并行数据传输</a:t>
            </a:r>
            <a:r>
              <a:rPr lang="zh-CN" altLang="en-US" sz="1600" b="1" dirty="0" smtClean="0"/>
              <a:t>功能，还提供附加</a:t>
            </a:r>
            <a:r>
              <a:rPr lang="zh-CN" altLang="en-US" sz="1600" b="1" dirty="0"/>
              <a:t>数据传送</a:t>
            </a:r>
            <a:r>
              <a:rPr lang="zh-CN" altLang="en-US" sz="1600" b="1" dirty="0" smtClean="0"/>
              <a:t>功能。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052003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1994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30317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2.3 Cortex-M3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文本框 9"/>
          <p:cNvSpPr txBox="1"/>
          <p:nvPr/>
        </p:nvSpPr>
        <p:spPr>
          <a:xfrm>
            <a:off x="3312895" y="1037562"/>
            <a:ext cx="21805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 smtClean="0">
                <a:solidFill>
                  <a:schemeClr val="accent5">
                    <a:lumMod val="75000"/>
                  </a:schemeClr>
                </a:solidFill>
                <a:latin typeface="思源黑体旧字形 ExtraLight" panose="020B0200000000000000" pitchFamily="34" charset="-128"/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rPr>
              <a:t>目   录</a:t>
            </a:r>
            <a:endParaRPr lang="zh-CN" altLang="en-US" sz="4000" b="1" dirty="0">
              <a:solidFill>
                <a:schemeClr val="accent5">
                  <a:lumMod val="75000"/>
                </a:schemeClr>
              </a:solidFill>
              <a:latin typeface="思源黑体旧字形 ExtraLight" panose="020B0200000000000000" pitchFamily="34" charset="-128"/>
              <a:ea typeface="思源黑体旧字形 ExtraLight" panose="020B0200000000000000" pitchFamily="34" charset="-128"/>
              <a:sym typeface="思源黑体旧字形 ExtraLight" panose="020B0200000000000000" pitchFamily="34" charset="-128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43267" y="2458600"/>
            <a:ext cx="1627369" cy="1022397"/>
            <a:chOff x="1231977" y="4527854"/>
            <a:chExt cx="1627369" cy="1022397"/>
          </a:xfrm>
        </p:grpSpPr>
        <p:sp>
          <p:nvSpPr>
            <p:cNvPr id="13" name="文本框 12"/>
            <p:cNvSpPr txBox="1"/>
            <p:nvPr/>
          </p:nvSpPr>
          <p:spPr>
            <a:xfrm>
              <a:off x="1479943" y="4527854"/>
              <a:ext cx="11314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accent5">
                      <a:lumMod val="75000"/>
                    </a:schemeClr>
                  </a:solidFill>
                  <a:ea typeface="思源黑体旧字形 ExtraLight" panose="020B0200000000000000" pitchFamily="34" charset="-128"/>
                  <a:sym typeface="思源黑体旧字形 ExtraLight" panose="020B0200000000000000" pitchFamily="34" charset="-128"/>
                </a:rPr>
                <a:t>2.3.1</a:t>
              </a:r>
              <a:endParaRPr lang="zh-CN" altLang="en-US" sz="2800" b="1" dirty="0">
                <a:solidFill>
                  <a:schemeClr val="accent5">
                    <a:lumMod val="75000"/>
                  </a:schemeClr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231977" y="5027031"/>
              <a:ext cx="16273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思源黑体旧字形 ExtraLight" panose="020B0200000000000000" pitchFamily="34" charset="-128"/>
                </a:rPr>
                <a:t>内核结构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 Semilight" panose="020B0402040204020203" pitchFamily="34" charset="0"/>
                <a:sym typeface="思源黑体旧字形 ExtraLight" panose="020B0200000000000000" pitchFamily="34" charset="-128"/>
              </a:endParaRPr>
            </a:p>
          </p:txBody>
        </p:sp>
      </p:grpSp>
      <p:cxnSp>
        <p:nvCxnSpPr>
          <p:cNvPr id="27" name="直接连接符 26"/>
          <p:cNvCxnSpPr/>
          <p:nvPr/>
        </p:nvCxnSpPr>
        <p:spPr>
          <a:xfrm>
            <a:off x="1227614" y="1995686"/>
            <a:ext cx="7057802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2771800" y="2458600"/>
            <a:ext cx="1266692" cy="1022397"/>
            <a:chOff x="1412315" y="4527854"/>
            <a:chExt cx="1266692" cy="1022397"/>
          </a:xfrm>
        </p:grpSpPr>
        <p:sp>
          <p:nvSpPr>
            <p:cNvPr id="29" name="文本框 12"/>
            <p:cNvSpPr txBox="1"/>
            <p:nvPr/>
          </p:nvSpPr>
          <p:spPr>
            <a:xfrm>
              <a:off x="1479943" y="4527854"/>
              <a:ext cx="11314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accent5">
                      <a:lumMod val="75000"/>
                    </a:schemeClr>
                  </a:solidFill>
                  <a:ea typeface="思源黑体旧字形 ExtraLight" panose="020B0200000000000000" pitchFamily="34" charset="-128"/>
                  <a:sym typeface="思源黑体旧字形 ExtraLight" panose="020B0200000000000000" pitchFamily="34" charset="-128"/>
                </a:rPr>
                <a:t>2.3.2</a:t>
              </a:r>
              <a:endParaRPr lang="zh-CN" altLang="en-US" sz="2800" b="1" dirty="0">
                <a:solidFill>
                  <a:schemeClr val="accent5">
                    <a:lumMod val="75000"/>
                  </a:schemeClr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0" name="文本框 13"/>
            <p:cNvSpPr txBox="1"/>
            <p:nvPr/>
          </p:nvSpPr>
          <p:spPr>
            <a:xfrm>
              <a:off x="1412315" y="5027031"/>
              <a:ext cx="12666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思源黑体旧字形 ExtraLight" panose="020B0200000000000000" pitchFamily="34" charset="-128"/>
                </a:rPr>
                <a:t>寄存器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 Semilight" panose="020B0402040204020203" pitchFamily="34" charset="0"/>
                <a:sym typeface="思源黑体旧字形 ExtraLight" panose="020B0200000000000000" pitchFamily="34" charset="-128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572173" y="2458600"/>
            <a:ext cx="1627369" cy="1022397"/>
            <a:chOff x="1231977" y="4527854"/>
            <a:chExt cx="1627369" cy="1022397"/>
          </a:xfrm>
        </p:grpSpPr>
        <p:sp>
          <p:nvSpPr>
            <p:cNvPr id="32" name="文本框 12"/>
            <p:cNvSpPr txBox="1"/>
            <p:nvPr/>
          </p:nvSpPr>
          <p:spPr>
            <a:xfrm>
              <a:off x="1479943" y="4527854"/>
              <a:ext cx="11314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accent5">
                      <a:lumMod val="75000"/>
                    </a:schemeClr>
                  </a:solidFill>
                  <a:ea typeface="思源黑体旧字形 ExtraLight" panose="020B0200000000000000" pitchFamily="34" charset="-128"/>
                  <a:sym typeface="思源黑体旧字形 ExtraLight" panose="020B0200000000000000" pitchFamily="34" charset="-128"/>
                </a:rPr>
                <a:t>2.3.3</a:t>
              </a:r>
              <a:endParaRPr lang="zh-CN" altLang="en-US" sz="2800" b="1" dirty="0">
                <a:solidFill>
                  <a:schemeClr val="accent5">
                    <a:lumMod val="75000"/>
                  </a:schemeClr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3" name="文本框 13"/>
            <p:cNvSpPr txBox="1"/>
            <p:nvPr/>
          </p:nvSpPr>
          <p:spPr>
            <a:xfrm>
              <a:off x="1231977" y="5027031"/>
              <a:ext cx="16273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思源黑体旧字形 ExtraLight" panose="020B0200000000000000" pitchFamily="34" charset="-128"/>
                </a:rPr>
                <a:t>存储结构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Segoe UI Semilight" panose="020B0402040204020203" pitchFamily="34" charset="0"/>
                <a:sym typeface="思源黑体旧字形 ExtraLight" panose="020B0200000000000000" pitchFamily="34" charset="-128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616404" y="2458600"/>
            <a:ext cx="1988044" cy="1453284"/>
            <a:chOff x="1051639" y="4527854"/>
            <a:chExt cx="1988044" cy="1453284"/>
          </a:xfrm>
        </p:grpSpPr>
        <p:sp>
          <p:nvSpPr>
            <p:cNvPr id="35" name="文本框 12"/>
            <p:cNvSpPr txBox="1"/>
            <p:nvPr/>
          </p:nvSpPr>
          <p:spPr>
            <a:xfrm>
              <a:off x="1479943" y="4527854"/>
              <a:ext cx="113143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b="1" dirty="0" smtClean="0">
                  <a:solidFill>
                    <a:schemeClr val="accent5">
                      <a:lumMod val="75000"/>
                    </a:schemeClr>
                  </a:solidFill>
                  <a:ea typeface="思源黑体旧字形 ExtraLight" panose="020B0200000000000000" pitchFamily="34" charset="-128"/>
                  <a:sym typeface="思源黑体旧字形 ExtraLight" panose="020B0200000000000000" pitchFamily="34" charset="-128"/>
                </a:rPr>
                <a:t>2.3.4</a:t>
              </a:r>
              <a:endParaRPr lang="zh-CN" altLang="en-US" sz="2800" b="1" dirty="0">
                <a:solidFill>
                  <a:schemeClr val="accent5">
                    <a:lumMod val="75000"/>
                  </a:schemeClr>
                </a:solidFill>
                <a:ea typeface="思源黑体旧字形 ExtraLight" panose="020B0200000000000000" pitchFamily="34" charset="-128"/>
                <a:sym typeface="思源黑体旧字形 ExtraLight" panose="020B0200000000000000" pitchFamily="34" charset="-128"/>
              </a:endParaRPr>
            </a:p>
          </p:txBody>
        </p:sp>
        <p:sp>
          <p:nvSpPr>
            <p:cNvPr id="36" name="文本框 13"/>
            <p:cNvSpPr txBox="1"/>
            <p:nvPr/>
          </p:nvSpPr>
          <p:spPr>
            <a:xfrm>
              <a:off x="1051639" y="5027031"/>
              <a:ext cx="198804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思源黑体旧字形 ExtraLight" panose="020B0200000000000000" pitchFamily="34" charset="-128"/>
                </a:rPr>
                <a:t>中断与</a:t>
              </a:r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ea"/>
                  <a:sym typeface="思源黑体旧字形 ExtraLight" panose="020B0200000000000000" pitchFamily="34" charset="-128"/>
                </a:rPr>
                <a:t>异常</a:t>
              </a:r>
              <a:endParaRPr lang="en-US" altLang="zh-CN" sz="28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思源黑体旧字形 ExtraLight" panose="020B0200000000000000" pitchFamily="34" charset="-128"/>
              </a:endParaRPr>
            </a:p>
            <a:p>
              <a:pPr algn="ctr"/>
              <a:r>
                <a:rPr lang="zh-CN" altLang="en-US" sz="2800" b="1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sym typeface="思源黑体旧字形 ExtraLight" panose="020B0200000000000000" pitchFamily="34" charset="-128"/>
                </a:rPr>
                <a:t>（</a:t>
              </a:r>
              <a:r>
                <a:rPr lang="en-US" altLang="zh-CN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思源黑体旧字形 ExtraLight" panose="020B0200000000000000" pitchFamily="34" charset="-128"/>
                </a:rPr>
                <a:t>NVIC</a:t>
              </a:r>
              <a:r>
                <a:rPr lang="zh-CN" altLang="en-US" sz="2800" b="1" dirty="0">
                  <a:solidFill>
                    <a:schemeClr val="tx1">
                      <a:lumMod val="65000"/>
                      <a:lumOff val="35000"/>
                    </a:schemeClr>
                  </a:solidFill>
                  <a:sym typeface="思源黑体旧字形 ExtraLight" panose="020B0200000000000000" pitchFamily="34" charset="-128"/>
                </a:rPr>
                <a:t>）</a:t>
              </a:r>
              <a:endParaRPr lang="zh-CN" alt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cs typeface="Segoe UI Semilight" panose="020B0402040204020203" pitchFamily="34" charset="0"/>
                <a:sym typeface="思源黑体旧字形 ExtraLight" panose="020B02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413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28" y="1271245"/>
            <a:ext cx="4215983" cy="28346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1" y="339503"/>
            <a:ext cx="23397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2.3.1 </a:t>
            </a:r>
            <a:r>
              <a:rPr lang="zh-CN" altLang="en-US" sz="2400" b="1" dirty="0">
                <a:solidFill>
                  <a:schemeClr val="bg1"/>
                </a:solidFill>
              </a:rPr>
              <a:t>内核结构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48064" y="3588264"/>
            <a:ext cx="2989008" cy="43858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spcAft>
                <a:spcPts val="600"/>
              </a:spcAft>
            </a:pPr>
            <a:r>
              <a:rPr lang="zh-CN" altLang="en-US" b="1" dirty="0"/>
              <a:t>芯片级的</a:t>
            </a:r>
            <a:r>
              <a:rPr lang="zh-CN" altLang="en-US" b="1" dirty="0" smtClean="0"/>
              <a:t>计算机</a:t>
            </a:r>
            <a:endParaRPr lang="zh-CN" altLang="en-US" b="1" dirty="0"/>
          </a:p>
        </p:txBody>
      </p:sp>
      <p:sp>
        <p:nvSpPr>
          <p:cNvPr id="3" name="圆角矩形 2"/>
          <p:cNvSpPr/>
          <p:nvPr/>
        </p:nvSpPr>
        <p:spPr>
          <a:xfrm>
            <a:off x="4962710" y="339502"/>
            <a:ext cx="3174362" cy="864096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b="1" dirty="0" smtClean="0"/>
              <a:t>ARM</a:t>
            </a:r>
            <a:r>
              <a:rPr lang="zh-CN" altLang="en-US" b="1" dirty="0" smtClean="0"/>
              <a:t>公司</a:t>
            </a:r>
            <a:endParaRPr lang="en-US" altLang="zh-CN" b="1" dirty="0" smtClean="0"/>
          </a:p>
          <a:p>
            <a:pPr algn="ctr">
              <a:lnSpc>
                <a:spcPct val="150000"/>
              </a:lnSpc>
            </a:pPr>
            <a:r>
              <a:rPr lang="en-US" altLang="zh-CN" b="1" dirty="0"/>
              <a:t>Cortex-M3</a:t>
            </a:r>
            <a:r>
              <a:rPr lang="zh-CN" altLang="en-US" b="1" dirty="0"/>
              <a:t>内核</a:t>
            </a:r>
            <a:endParaRPr lang="zh-CN" altLang="en-US" b="1" dirty="0" smtClean="0"/>
          </a:p>
        </p:txBody>
      </p:sp>
      <p:sp>
        <p:nvSpPr>
          <p:cNvPr id="8" name="圆角矩形 7"/>
          <p:cNvSpPr/>
          <p:nvPr/>
        </p:nvSpPr>
        <p:spPr>
          <a:xfrm>
            <a:off x="4962710" y="1681351"/>
            <a:ext cx="3281698" cy="1466463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200"/>
              </a:spcBef>
            </a:pPr>
            <a:r>
              <a:rPr lang="zh-CN" altLang="en-US" b="1" dirty="0" smtClean="0"/>
              <a:t>各</a:t>
            </a:r>
            <a:r>
              <a:rPr lang="zh-CN" altLang="en-US" b="1" dirty="0"/>
              <a:t>大半导体公司</a:t>
            </a:r>
          </a:p>
          <a:p>
            <a:pPr>
              <a:spcBef>
                <a:spcPts val="1200"/>
              </a:spcBef>
            </a:pPr>
            <a:r>
              <a:rPr lang="zh-CN" altLang="en-US" b="1" dirty="0" smtClean="0"/>
              <a:t>针对</a:t>
            </a:r>
            <a:r>
              <a:rPr lang="zh-CN" altLang="en-US" b="1" dirty="0"/>
              <a:t>不同的应用场合和领域，通过添加不同的外设以增加不同的</a:t>
            </a:r>
            <a:r>
              <a:rPr lang="zh-CN" altLang="en-US" b="1" dirty="0" smtClean="0"/>
              <a:t>功能</a:t>
            </a:r>
          </a:p>
        </p:txBody>
      </p:sp>
      <p:cxnSp>
        <p:nvCxnSpPr>
          <p:cNvPr id="10" name="直接连接符 9"/>
          <p:cNvCxnSpPr>
            <a:stCxn id="3" idx="1"/>
            <a:endCxn id="3" idx="3"/>
          </p:cNvCxnSpPr>
          <p:nvPr/>
        </p:nvCxnSpPr>
        <p:spPr>
          <a:xfrm>
            <a:off x="4962710" y="771550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998714" y="2141752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45045" y="1059582"/>
            <a:ext cx="4592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/>
              <a:t>+</a:t>
            </a:r>
            <a:endParaRPr lang="zh-CN" altLang="en-US" sz="4400" dirty="0"/>
          </a:p>
        </p:txBody>
      </p:sp>
      <p:sp>
        <p:nvSpPr>
          <p:cNvPr id="18" name="TextBox 17"/>
          <p:cNvSpPr txBox="1"/>
          <p:nvPr/>
        </p:nvSpPr>
        <p:spPr>
          <a:xfrm rot="5400000">
            <a:off x="6466634" y="2992695"/>
            <a:ext cx="4592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 smtClean="0"/>
              <a:t>=</a:t>
            </a:r>
            <a:endParaRPr lang="zh-CN" altLang="en-US" sz="4400" dirty="0"/>
          </a:p>
        </p:txBody>
      </p:sp>
      <p:sp>
        <p:nvSpPr>
          <p:cNvPr id="19" name="矩形 18"/>
          <p:cNvSpPr/>
          <p:nvPr/>
        </p:nvSpPr>
        <p:spPr>
          <a:xfrm>
            <a:off x="596163" y="4371950"/>
            <a:ext cx="8136904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将</a:t>
            </a:r>
            <a:r>
              <a:rPr lang="en-US" altLang="zh-CN" b="1" dirty="0">
                <a:solidFill>
                  <a:prstClr val="black"/>
                </a:solidFill>
              </a:rPr>
              <a:t>CPU</a:t>
            </a:r>
            <a:r>
              <a:rPr lang="zh-CN" altLang="en-US" b="1" dirty="0">
                <a:solidFill>
                  <a:prstClr val="black"/>
                </a:solidFill>
              </a:rPr>
              <a:t>（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内核）、存储器、定时器</a:t>
            </a:r>
            <a:r>
              <a:rPr lang="en-US" altLang="zh-CN" b="1" dirty="0">
                <a:solidFill>
                  <a:prstClr val="black"/>
                </a:solidFill>
              </a:rPr>
              <a:t>/</a:t>
            </a:r>
            <a:r>
              <a:rPr lang="zh-CN" altLang="en-US" b="1" dirty="0">
                <a:solidFill>
                  <a:prstClr val="black"/>
                </a:solidFill>
              </a:rPr>
              <a:t>计数器、</a:t>
            </a:r>
            <a:r>
              <a:rPr lang="en-US" altLang="zh-CN" b="1" dirty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等集成在一个芯片上</a:t>
            </a:r>
            <a:endParaRPr lang="zh-CN" altLang="en-US" dirty="0"/>
          </a:p>
        </p:txBody>
      </p:sp>
      <p:sp>
        <p:nvSpPr>
          <p:cNvPr id="20" name="右箭头 19"/>
          <p:cNvSpPr/>
          <p:nvPr/>
        </p:nvSpPr>
        <p:spPr>
          <a:xfrm rot="16200000">
            <a:off x="6552219" y="4073681"/>
            <a:ext cx="288032" cy="266090"/>
          </a:xfrm>
          <a:prstGeom prst="rightArrow">
            <a:avLst/>
          </a:prstGeom>
          <a:solidFill>
            <a:schemeClr val="bg1">
              <a:lumMod val="85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</p:spTree>
    <p:extLst>
      <p:ext uri="{BB962C8B-B14F-4D97-AF65-F5344CB8AC3E}">
        <p14:creationId xmlns:p14="http://schemas.microsoft.com/office/powerpoint/2010/main" val="180374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3397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2.3.1 </a:t>
            </a:r>
            <a:r>
              <a:rPr lang="zh-CN" altLang="en-US" sz="2400" b="1" dirty="0">
                <a:solidFill>
                  <a:schemeClr val="bg1"/>
                </a:solidFill>
              </a:rPr>
              <a:t>内核结构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962710" y="771550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998714" y="2141752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419872" y="431836"/>
            <a:ext cx="4068452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prstClr val="black"/>
                </a:solidFill>
              </a:rPr>
              <a:t>ATMEL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GB" altLang="zh-CN" b="1" dirty="0">
                <a:solidFill>
                  <a:prstClr val="black"/>
                </a:solidFill>
              </a:rPr>
              <a:t>SAM3X</a:t>
            </a:r>
            <a:r>
              <a:rPr lang="zh-CN" altLang="en-US" b="1" dirty="0">
                <a:solidFill>
                  <a:prstClr val="black"/>
                </a:solidFill>
              </a:rPr>
              <a:t>系列</a:t>
            </a:r>
            <a:r>
              <a:rPr lang="en-US" altLang="zh-CN" b="1" dirty="0">
                <a:solidFill>
                  <a:prstClr val="black"/>
                </a:solidFill>
              </a:rPr>
              <a:t>32</a:t>
            </a:r>
            <a:r>
              <a:rPr lang="zh-CN" altLang="en-US" b="1" dirty="0">
                <a:solidFill>
                  <a:prstClr val="black"/>
                </a:solidFill>
              </a:rPr>
              <a:t>位微控制器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11560" y="1131590"/>
            <a:ext cx="381642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altLang="zh-CN" b="1" dirty="0"/>
              <a:t>Features</a:t>
            </a:r>
            <a:r>
              <a:rPr lang="zh-CN" altLang="en-GB" b="1" dirty="0"/>
              <a:t>：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 smtClean="0"/>
              <a:t>ARM </a:t>
            </a:r>
            <a:r>
              <a:rPr lang="en-GB" altLang="zh-CN" b="1" dirty="0"/>
              <a:t>Cortex-M3 revision 2.0 running at up to 84 MHz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 smtClean="0"/>
              <a:t>Memory </a:t>
            </a:r>
            <a:r>
              <a:rPr lang="en-GB" altLang="zh-CN" b="1" dirty="0"/>
              <a:t>Protection Unit (MPU)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 smtClean="0"/>
              <a:t>24-bit </a:t>
            </a:r>
            <a:r>
              <a:rPr lang="en-GB" altLang="zh-CN" b="1" dirty="0" err="1"/>
              <a:t>SysTick</a:t>
            </a:r>
            <a:r>
              <a:rPr lang="en-GB" altLang="zh-CN" b="1" dirty="0"/>
              <a:t> Counter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 smtClean="0"/>
              <a:t>Thumb</a:t>
            </a:r>
            <a:r>
              <a:rPr lang="en-GB" altLang="zh-CN" b="1" dirty="0"/>
              <a:t>®-2 instruction set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 smtClean="0"/>
              <a:t>Nested </a:t>
            </a:r>
            <a:r>
              <a:rPr lang="en-GB" altLang="zh-CN" b="1" dirty="0"/>
              <a:t>Vector Interrupt Controller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 smtClean="0"/>
              <a:t>2 </a:t>
            </a:r>
            <a:r>
              <a:rPr lang="en-GB" altLang="zh-CN" b="1" dirty="0"/>
              <a:t>x 256Kbytes embedded Flash, 128-bit wide access, memory accelerator, dual bank</a:t>
            </a:r>
          </a:p>
        </p:txBody>
      </p:sp>
      <p:pic>
        <p:nvPicPr>
          <p:cNvPr id="15" name="图片 14" descr="C:\Users\Administrator\Desktop\Snipaste_2019-03-07_13-38-52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018" y="915566"/>
            <a:ext cx="3528392" cy="324036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矩形 8"/>
          <p:cNvSpPr/>
          <p:nvPr/>
        </p:nvSpPr>
        <p:spPr>
          <a:xfrm>
            <a:off x="4422514" y="4270911"/>
            <a:ext cx="43220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ATMEL</a:t>
            </a:r>
            <a:r>
              <a:rPr lang="zh-CN" altLang="en-US" b="1" dirty="0"/>
              <a:t>公司的</a:t>
            </a:r>
            <a:r>
              <a:rPr lang="en-US" altLang="zh-CN" b="1" dirty="0"/>
              <a:t>SAM3X</a:t>
            </a:r>
            <a:r>
              <a:rPr lang="zh-CN" altLang="en-US" b="1" dirty="0"/>
              <a:t>系列</a:t>
            </a:r>
            <a:r>
              <a:rPr lang="en-US" altLang="zh-CN" b="1" dirty="0"/>
              <a:t>MCU</a:t>
            </a:r>
            <a:r>
              <a:rPr lang="zh-CN" altLang="en-US" b="1" dirty="0"/>
              <a:t>功能结构图</a:t>
            </a:r>
          </a:p>
        </p:txBody>
      </p:sp>
    </p:spTree>
    <p:extLst>
      <p:ext uri="{BB962C8B-B14F-4D97-AF65-F5344CB8AC3E}">
        <p14:creationId xmlns:p14="http://schemas.microsoft.com/office/powerpoint/2010/main" val="3831882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3397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2.3.1 </a:t>
            </a:r>
            <a:r>
              <a:rPr lang="zh-CN" altLang="en-US" sz="2400" b="1" dirty="0">
                <a:solidFill>
                  <a:schemeClr val="bg1"/>
                </a:solidFill>
              </a:rPr>
              <a:t>内核结构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962710" y="771550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4998714" y="2141752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653898" y="431836"/>
            <a:ext cx="3078342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solidFill>
                  <a:prstClr val="black"/>
                </a:solidFill>
              </a:rPr>
              <a:t>NXP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GB" altLang="zh-CN" b="1" dirty="0">
                <a:solidFill>
                  <a:prstClr val="black"/>
                </a:solidFill>
              </a:rPr>
              <a:t>LPC1700</a:t>
            </a:r>
            <a:r>
              <a:rPr lang="zh-CN" altLang="en-US" b="1" dirty="0">
                <a:solidFill>
                  <a:prstClr val="black"/>
                </a:solidFill>
              </a:rPr>
              <a:t>系列芯片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97560" y="987574"/>
            <a:ext cx="4218456" cy="3877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altLang="zh-CN" b="1" dirty="0"/>
              <a:t>Key Features</a:t>
            </a:r>
            <a:r>
              <a:rPr lang="zh-CN" altLang="en-GB" b="1" dirty="0"/>
              <a:t>：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/>
              <a:t>- ARM Cortex-M3 core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/>
              <a:t>- Up to 120 MHz operation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/>
              <a:t>- Nested Vectored Interrupt Controller for fast deterministic interrupts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/>
              <a:t>- Wakeup Interrupt Controller allows automatic wake from any priority interrupt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/>
              <a:t>- Memory Protection Unit</a:t>
            </a:r>
          </a:p>
          <a:p>
            <a:pPr marL="285750" indent="-285750">
              <a:spcBef>
                <a:spcPts val="600"/>
              </a:spcBef>
              <a:buBlip>
                <a:blip r:embed="rId2"/>
              </a:buBlip>
            </a:pPr>
            <a:r>
              <a:rPr lang="en-GB" altLang="zh-CN" b="1" dirty="0"/>
              <a:t>- Four reduced power modes: Sleep, Deep-Sleep, Power-down and Deep power-down</a:t>
            </a:r>
          </a:p>
        </p:txBody>
      </p:sp>
      <p:sp>
        <p:nvSpPr>
          <p:cNvPr id="9" name="矩形 8"/>
          <p:cNvSpPr/>
          <p:nvPr/>
        </p:nvSpPr>
        <p:spPr>
          <a:xfrm>
            <a:off x="4639901" y="4270911"/>
            <a:ext cx="3964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NXP</a:t>
            </a:r>
            <a:r>
              <a:rPr lang="zh-CN" altLang="en-US" b="1" dirty="0"/>
              <a:t>公司</a:t>
            </a:r>
            <a:r>
              <a:rPr lang="en-US" altLang="zh-CN" b="1" dirty="0"/>
              <a:t>LPC1700</a:t>
            </a:r>
            <a:r>
              <a:rPr lang="zh-CN" altLang="en-US" b="1" dirty="0"/>
              <a:t>系列</a:t>
            </a:r>
            <a:r>
              <a:rPr lang="en-US" altLang="zh-CN" b="1" dirty="0"/>
              <a:t>MCU</a:t>
            </a:r>
            <a:r>
              <a:rPr lang="zh-CN" altLang="en-US" b="1" dirty="0"/>
              <a:t>功能结构图</a:t>
            </a:r>
          </a:p>
        </p:txBody>
      </p:sp>
      <p:pic>
        <p:nvPicPr>
          <p:cNvPr id="11" name="图片 10" descr="I:\发波\素材资料勿删\LPC1788-BD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8516" y="926013"/>
            <a:ext cx="3158490" cy="3281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742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G:\Snipaste_2018-12-02_19-21-0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1740" y="394416"/>
            <a:ext cx="2923416" cy="41795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矩形 3"/>
          <p:cNvSpPr/>
          <p:nvPr/>
        </p:nvSpPr>
        <p:spPr>
          <a:xfrm>
            <a:off x="1" y="339503"/>
            <a:ext cx="23397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2.3.1 </a:t>
            </a:r>
            <a:r>
              <a:rPr lang="zh-CN" altLang="en-US" sz="2400" b="1" dirty="0">
                <a:solidFill>
                  <a:schemeClr val="bg1"/>
                </a:solidFill>
              </a:rPr>
              <a:t>内核结构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962710" y="771550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2771800" y="356310"/>
            <a:ext cx="324036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CN" b="1" dirty="0">
                <a:solidFill>
                  <a:prstClr val="black"/>
                </a:solidFill>
              </a:rPr>
              <a:t>TI</a:t>
            </a:r>
            <a:r>
              <a:rPr lang="zh-CN" altLang="en-US" b="1" dirty="0">
                <a:solidFill>
                  <a:prstClr val="black"/>
                </a:solidFill>
              </a:rPr>
              <a:t>公司的</a:t>
            </a:r>
            <a:r>
              <a:rPr lang="en-GB" altLang="zh-CN" b="1" dirty="0" err="1">
                <a:solidFill>
                  <a:prstClr val="black"/>
                </a:solidFill>
              </a:rPr>
              <a:t>Stellaris</a:t>
            </a:r>
            <a:r>
              <a:rPr lang="en-GB" altLang="zh-CN" b="1" dirty="0">
                <a:solidFill>
                  <a:prstClr val="black"/>
                </a:solidFill>
              </a:rPr>
              <a:t> LM3S</a:t>
            </a:r>
            <a:r>
              <a:rPr lang="zh-CN" altLang="en-US" b="1" dirty="0" smtClean="0">
                <a:solidFill>
                  <a:prstClr val="black"/>
                </a:solidFill>
              </a:rPr>
              <a:t>系列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algn="ctr"/>
            <a:r>
              <a:rPr lang="zh-CN" altLang="en-US" b="1" dirty="0" smtClean="0">
                <a:solidFill>
                  <a:prstClr val="black"/>
                </a:solidFill>
              </a:rPr>
              <a:t>微</a:t>
            </a:r>
            <a:r>
              <a:rPr lang="zh-CN" altLang="en-US" b="1" dirty="0">
                <a:solidFill>
                  <a:prstClr val="black"/>
                </a:solidFill>
              </a:rPr>
              <a:t>控制器</a:t>
            </a:r>
            <a:r>
              <a:rPr lang="en-GB" altLang="zh-CN" b="1" dirty="0">
                <a:solidFill>
                  <a:prstClr val="black"/>
                </a:solidFill>
              </a:rPr>
              <a:t>LM3S8971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99097" y="1002641"/>
            <a:ext cx="4463613" cy="37087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lang="en-GB" altLang="zh-CN" sz="1400" b="1" dirty="0"/>
              <a:t>Features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en-GB" altLang="zh-CN" sz="1400" b="1" dirty="0"/>
              <a:t>-32-bit ARM® Cortex™-M3 50-MHz processor core with System Timer (</a:t>
            </a:r>
            <a:r>
              <a:rPr lang="en-GB" altLang="zh-CN" sz="1400" b="1" dirty="0" err="1"/>
              <a:t>SysTick</a:t>
            </a:r>
            <a:r>
              <a:rPr lang="en-GB" altLang="zh-CN" sz="1400" b="1" dirty="0"/>
              <a:t>), integrated Nested Vectored Interrupt Controller (NVIC), Memory Protection Unit (MPU), and Thumb-2 instruction set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en-GB" altLang="zh-CN" sz="1400" b="1" dirty="0"/>
              <a:t>- Full-featured debug solution with debug access via JTAG and Serial Wire interfaces, and IEEE 1149.1-1990 compliant Test Access Port (TAP) controller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en-GB" altLang="zh-CN" sz="1400" b="1" dirty="0"/>
              <a:t>- 256 KB single-cycle flash and 64 KB single-cycle SRAM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en-GB" altLang="zh-CN" sz="1400" b="1" dirty="0"/>
              <a:t>- Lower-power battery-backed Hibernation module with Real-Time Clock</a:t>
            </a:r>
          </a:p>
          <a:p>
            <a:pPr marL="285750" indent="-285750">
              <a:spcBef>
                <a:spcPts val="600"/>
              </a:spcBef>
              <a:buBlip>
                <a:blip r:embed="rId3"/>
              </a:buBlip>
            </a:pPr>
            <a:r>
              <a:rPr lang="en-GB" altLang="zh-CN" sz="1400" b="1" dirty="0"/>
              <a:t>- 4-38 GPIOs (depending on configuration) with programmable control for GPIO interrupts and pad configuration</a:t>
            </a:r>
          </a:p>
        </p:txBody>
      </p:sp>
      <p:sp>
        <p:nvSpPr>
          <p:cNvPr id="9" name="矩形 8"/>
          <p:cNvSpPr/>
          <p:nvPr/>
        </p:nvSpPr>
        <p:spPr>
          <a:xfrm>
            <a:off x="4391980" y="4582644"/>
            <a:ext cx="46089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TI</a:t>
            </a:r>
            <a:r>
              <a:rPr lang="zh-CN" altLang="en-US" b="1" dirty="0"/>
              <a:t>公司</a:t>
            </a:r>
            <a:r>
              <a:rPr lang="en-US" altLang="zh-CN" b="1" dirty="0"/>
              <a:t>32</a:t>
            </a:r>
            <a:r>
              <a:rPr lang="zh-CN" altLang="en-US" b="1" dirty="0"/>
              <a:t>位微控制器</a:t>
            </a:r>
            <a:r>
              <a:rPr lang="en-US" altLang="zh-CN" b="1" dirty="0"/>
              <a:t>LM3S8971</a:t>
            </a:r>
            <a:r>
              <a:rPr lang="zh-CN" altLang="en-US" b="1" dirty="0"/>
              <a:t>功能结构框图</a:t>
            </a:r>
          </a:p>
        </p:txBody>
      </p:sp>
    </p:spTree>
    <p:extLst>
      <p:ext uri="{BB962C8B-B14F-4D97-AF65-F5344CB8AC3E}">
        <p14:creationId xmlns:p14="http://schemas.microsoft.com/office/powerpoint/2010/main" val="4206827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3397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2.3.1 </a:t>
            </a:r>
            <a:r>
              <a:rPr lang="zh-CN" altLang="en-US" sz="2400" b="1" dirty="0">
                <a:solidFill>
                  <a:schemeClr val="bg1"/>
                </a:solidFill>
              </a:rPr>
              <a:t>内核结构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4962710" y="771550"/>
            <a:ext cx="3174362" cy="0"/>
          </a:xfrm>
          <a:prstGeom prst="line">
            <a:avLst/>
          </a:prstGeom>
          <a:ln w="28575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043608" y="4251552"/>
            <a:ext cx="75065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</a:rPr>
              <a:t>针对不同应用场合和各自优势领域，生产出各具特色的微控制器</a:t>
            </a:r>
            <a:endParaRPr lang="zh-CN" altLang="en-US" b="1" dirty="0"/>
          </a:p>
        </p:txBody>
      </p:sp>
      <p:sp>
        <p:nvSpPr>
          <p:cNvPr id="3" name="矩形 2"/>
          <p:cNvSpPr/>
          <p:nvPr/>
        </p:nvSpPr>
        <p:spPr>
          <a:xfrm>
            <a:off x="2730903" y="443449"/>
            <a:ext cx="52254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 smtClean="0">
                <a:solidFill>
                  <a:prstClr val="black"/>
                </a:solidFill>
              </a:rPr>
              <a:t>上述三个</a:t>
            </a:r>
            <a:r>
              <a:rPr lang="zh-CN" altLang="zh-CN" sz="2000" b="1" dirty="0" smtClean="0">
                <a:solidFill>
                  <a:prstClr val="black"/>
                </a:solidFill>
              </a:rPr>
              <a:t>不同</a:t>
            </a:r>
            <a:r>
              <a:rPr lang="zh-CN" altLang="zh-CN" sz="2000" b="1" dirty="0">
                <a:solidFill>
                  <a:prstClr val="black"/>
                </a:solidFill>
              </a:rPr>
              <a:t>半导体公司的不同系列的芯片</a:t>
            </a:r>
            <a:endParaRPr lang="zh-CN" altLang="en-US" b="1" dirty="0"/>
          </a:p>
        </p:txBody>
      </p:sp>
      <p:sp>
        <p:nvSpPr>
          <p:cNvPr id="7" name="矩形 6"/>
          <p:cNvSpPr/>
          <p:nvPr/>
        </p:nvSpPr>
        <p:spPr>
          <a:xfrm>
            <a:off x="1115616" y="1419759"/>
            <a:ext cx="2898068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prstClr val="black"/>
                </a:solidFill>
              </a:rPr>
              <a:t>基于</a:t>
            </a:r>
            <a:r>
              <a:rPr lang="en-US" altLang="zh-CN" b="1" dirty="0">
                <a:solidFill>
                  <a:prstClr val="black"/>
                </a:solidFill>
              </a:rPr>
              <a:t>ARM Cortex-M3</a:t>
            </a:r>
            <a:r>
              <a:rPr lang="zh-CN" altLang="zh-CN" b="1" dirty="0">
                <a:solidFill>
                  <a:prstClr val="black"/>
                </a:solidFill>
              </a:rPr>
              <a:t>内核的</a:t>
            </a:r>
            <a:r>
              <a:rPr lang="en-US" altLang="zh-CN" b="1" dirty="0">
                <a:solidFill>
                  <a:prstClr val="black"/>
                </a:solidFill>
              </a:rPr>
              <a:t>32</a:t>
            </a:r>
            <a:r>
              <a:rPr lang="zh-CN" altLang="zh-CN" b="1" dirty="0">
                <a:solidFill>
                  <a:prstClr val="black"/>
                </a:solidFill>
              </a:rPr>
              <a:t>位微控制器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1115616" y="2296492"/>
            <a:ext cx="2898068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b="1" dirty="0">
                <a:solidFill>
                  <a:prstClr val="black"/>
                </a:solidFill>
              </a:rPr>
              <a:t>具有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zh-CN" b="1" dirty="0">
                <a:solidFill>
                  <a:prstClr val="black"/>
                </a:solidFill>
              </a:rPr>
              <a:t>内核的基本</a:t>
            </a:r>
            <a:r>
              <a:rPr lang="zh-CN" altLang="zh-CN" b="1" dirty="0" smtClean="0">
                <a:solidFill>
                  <a:prstClr val="black"/>
                </a:solidFill>
              </a:rPr>
              <a:t>架构</a:t>
            </a:r>
            <a:r>
              <a:rPr lang="zh-CN" altLang="en-US" b="1" dirty="0" smtClean="0">
                <a:solidFill>
                  <a:prstClr val="black"/>
                </a:solidFill>
              </a:rPr>
              <a:t>，如</a:t>
            </a:r>
            <a:r>
              <a:rPr lang="en-US" altLang="zh-CN" b="1" dirty="0" smtClean="0"/>
              <a:t>NVIC</a:t>
            </a:r>
            <a:r>
              <a:rPr lang="zh-CN" altLang="zh-CN" b="1" dirty="0"/>
              <a:t>、</a:t>
            </a:r>
            <a:r>
              <a:rPr lang="en-US" altLang="zh-CN" b="1" dirty="0"/>
              <a:t>JTAG/SWD</a:t>
            </a:r>
            <a:r>
              <a:rPr lang="zh-CN" altLang="zh-CN" b="1" dirty="0"/>
              <a:t>调试接口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4852075" y="1995686"/>
            <a:ext cx="2600245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prstClr val="black"/>
                </a:solidFill>
              </a:rPr>
              <a:t>SRAM</a:t>
            </a:r>
            <a:r>
              <a:rPr lang="zh-CN" altLang="zh-CN" sz="2000" b="1" dirty="0">
                <a:solidFill>
                  <a:prstClr val="black"/>
                </a:solidFill>
              </a:rPr>
              <a:t>和</a:t>
            </a:r>
            <a:r>
              <a:rPr lang="en-US" altLang="zh-CN" sz="2000" b="1" dirty="0">
                <a:solidFill>
                  <a:prstClr val="black"/>
                </a:solidFill>
              </a:rPr>
              <a:t>FLASH</a:t>
            </a:r>
            <a:r>
              <a:rPr lang="zh-CN" altLang="zh-CN" sz="2000" b="1" dirty="0">
                <a:solidFill>
                  <a:prstClr val="black"/>
                </a:solidFill>
              </a:rPr>
              <a:t>的大小</a:t>
            </a:r>
            <a:endParaRPr lang="zh-CN" altLang="en-US" b="1" dirty="0"/>
          </a:p>
        </p:txBody>
      </p:sp>
      <p:sp>
        <p:nvSpPr>
          <p:cNvPr id="13" name="矩形 12"/>
          <p:cNvSpPr/>
          <p:nvPr/>
        </p:nvSpPr>
        <p:spPr>
          <a:xfrm>
            <a:off x="4852074" y="2663071"/>
            <a:ext cx="2600245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zh-CN" sz="2000" b="1" dirty="0">
                <a:solidFill>
                  <a:prstClr val="black"/>
                </a:solidFill>
              </a:rPr>
              <a:t>外设的</a:t>
            </a:r>
            <a:r>
              <a:rPr lang="zh-CN" altLang="zh-CN" sz="2000" b="1" dirty="0" smtClean="0">
                <a:solidFill>
                  <a:prstClr val="black"/>
                </a:solidFill>
              </a:rPr>
              <a:t>不同</a:t>
            </a:r>
            <a:endParaRPr lang="zh-CN" altLang="en-US" b="1" dirty="0"/>
          </a:p>
        </p:txBody>
      </p:sp>
      <p:sp>
        <p:nvSpPr>
          <p:cNvPr id="16" name="五边形 15"/>
          <p:cNvSpPr/>
          <p:nvPr/>
        </p:nvSpPr>
        <p:spPr>
          <a:xfrm>
            <a:off x="4429142" y="1155111"/>
            <a:ext cx="3707930" cy="480536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7" name="五边形 16"/>
          <p:cNvSpPr/>
          <p:nvPr/>
        </p:nvSpPr>
        <p:spPr>
          <a:xfrm flipH="1">
            <a:off x="683568" y="3435846"/>
            <a:ext cx="3730616" cy="504056"/>
          </a:xfrm>
          <a:prstGeom prst="homePlat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835696" y="3467784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相同之处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0" y="1203598"/>
            <a:ext cx="24482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不同之处</a:t>
            </a:r>
            <a:endParaRPr lang="zh-CN" altLang="en-US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55976" y="1155111"/>
            <a:ext cx="144016" cy="278479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4861424" y="3318542"/>
            <a:ext cx="2590895" cy="4001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2000" b="1" dirty="0"/>
              <a:t>I/O</a:t>
            </a:r>
            <a:r>
              <a:rPr lang="zh-CN" altLang="zh-CN" sz="2000" b="1" dirty="0"/>
              <a:t>、时钟的不同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99358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0517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1811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2.3.2 </a:t>
            </a:r>
            <a:r>
              <a:rPr lang="zh-CN" altLang="en-US" sz="2400" b="1" dirty="0">
                <a:solidFill>
                  <a:schemeClr val="bg1"/>
                </a:solidFill>
              </a:rPr>
              <a:t>寄存器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0401" y="1995686"/>
            <a:ext cx="4417716" cy="251607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>
                <a:solidFill>
                  <a:prstClr val="black"/>
                </a:solidFill>
              </a:rPr>
              <a:t>寄存器</a:t>
            </a:r>
            <a:r>
              <a:rPr lang="zh-CN" altLang="en-US" b="1" dirty="0">
                <a:solidFill>
                  <a:prstClr val="black"/>
                </a:solidFill>
              </a:rPr>
              <a:t>有两大</a:t>
            </a:r>
            <a:r>
              <a:rPr lang="zh-CN" altLang="en-US" b="1" dirty="0" smtClean="0">
                <a:solidFill>
                  <a:prstClr val="black"/>
                </a:solidFill>
              </a:rPr>
              <a:t>类：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srgbClr val="C00000"/>
                </a:solidFill>
              </a:rPr>
              <a:t>CPU</a:t>
            </a:r>
            <a:r>
              <a:rPr lang="zh-CN" altLang="en-US" b="1" dirty="0">
                <a:solidFill>
                  <a:srgbClr val="C00000"/>
                </a:solidFill>
              </a:rPr>
              <a:t>内部的寄存器</a:t>
            </a:r>
            <a:r>
              <a:rPr lang="zh-CN" altLang="en-US" b="1" dirty="0">
                <a:solidFill>
                  <a:prstClr val="black"/>
                </a:solidFill>
              </a:rPr>
              <a:t>，比如</a:t>
            </a:r>
            <a:r>
              <a:rPr lang="en-US" altLang="zh-CN" b="1" dirty="0">
                <a:solidFill>
                  <a:prstClr val="black"/>
                </a:solidFill>
              </a:rPr>
              <a:t>Cortex-M3</a:t>
            </a:r>
            <a:r>
              <a:rPr lang="zh-CN" altLang="en-US" b="1" dirty="0">
                <a:solidFill>
                  <a:prstClr val="black"/>
                </a:solidFill>
              </a:rPr>
              <a:t>中的通用寄存器</a:t>
            </a:r>
            <a:r>
              <a:rPr lang="en-US" altLang="zh-CN" b="1" dirty="0">
                <a:solidFill>
                  <a:prstClr val="black"/>
                </a:solidFill>
              </a:rPr>
              <a:t>R0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R15(PC)</a:t>
            </a:r>
            <a:r>
              <a:rPr lang="zh-CN" altLang="en-US" b="1" dirty="0">
                <a:solidFill>
                  <a:prstClr val="black"/>
                </a:solidFill>
              </a:rPr>
              <a:t>等</a:t>
            </a:r>
            <a:r>
              <a:rPr lang="zh-CN" altLang="en-US" b="1" dirty="0" smtClean="0">
                <a:solidFill>
                  <a:prstClr val="black"/>
                </a:solidFill>
              </a:rPr>
              <a:t>，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C00000"/>
                </a:solidFill>
              </a:rPr>
              <a:t>外设</a:t>
            </a:r>
            <a:r>
              <a:rPr lang="en-US" altLang="zh-CN" b="1" dirty="0">
                <a:solidFill>
                  <a:srgbClr val="C00000"/>
                </a:solidFill>
              </a:rPr>
              <a:t>I/O</a:t>
            </a:r>
            <a:r>
              <a:rPr lang="zh-CN" altLang="en-US" b="1" dirty="0">
                <a:solidFill>
                  <a:srgbClr val="C00000"/>
                </a:solidFill>
              </a:rPr>
              <a:t>接口中的</a:t>
            </a:r>
            <a:r>
              <a:rPr lang="zh-CN" altLang="en-US" b="1" dirty="0" smtClean="0">
                <a:solidFill>
                  <a:srgbClr val="C00000"/>
                </a:solidFill>
              </a:rPr>
              <a:t>寄存器</a:t>
            </a:r>
            <a:r>
              <a:rPr lang="zh-CN" altLang="en-US" b="1" dirty="0" smtClean="0"/>
              <a:t>，</a:t>
            </a:r>
            <a:r>
              <a:rPr lang="en-US" altLang="zh-CN" b="1" dirty="0" smtClean="0">
                <a:solidFill>
                  <a:prstClr val="black"/>
                </a:solidFill>
              </a:rPr>
              <a:t>I/O</a:t>
            </a:r>
            <a:r>
              <a:rPr lang="zh-CN" altLang="en-US" b="1" dirty="0">
                <a:solidFill>
                  <a:prstClr val="black"/>
                </a:solidFill>
              </a:rPr>
              <a:t>接口与</a:t>
            </a:r>
            <a:r>
              <a:rPr lang="zh-CN" altLang="en-US" b="1" dirty="0" smtClean="0">
                <a:solidFill>
                  <a:prstClr val="black"/>
                </a:solidFill>
              </a:rPr>
              <a:t>存储器统一</a:t>
            </a:r>
            <a:r>
              <a:rPr lang="zh-CN" altLang="en-US" b="1" dirty="0">
                <a:solidFill>
                  <a:prstClr val="black"/>
                </a:solidFill>
              </a:rPr>
              <a:t>编址，通过软件编程</a:t>
            </a:r>
            <a:r>
              <a:rPr lang="zh-CN" altLang="en-US" b="1" dirty="0" smtClean="0">
                <a:solidFill>
                  <a:prstClr val="black"/>
                </a:solidFill>
              </a:rPr>
              <a:t>对寄存器</a:t>
            </a:r>
            <a:r>
              <a:rPr lang="zh-CN" altLang="en-US" b="1" dirty="0">
                <a:solidFill>
                  <a:prstClr val="black"/>
                </a:solidFill>
              </a:rPr>
              <a:t>进行读或者写操作，即可实现对外设的</a:t>
            </a:r>
            <a:r>
              <a:rPr lang="zh-CN" altLang="en-US" b="1" dirty="0" smtClean="0">
                <a:solidFill>
                  <a:prstClr val="black"/>
                </a:solidFill>
              </a:rPr>
              <a:t>控制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2186119" y="318261"/>
            <a:ext cx="6449712" cy="1753444"/>
            <a:chOff x="1403648" y="339502"/>
            <a:chExt cx="7025692" cy="2130198"/>
          </a:xfrm>
        </p:grpSpPr>
        <p:cxnSp>
          <p:nvCxnSpPr>
            <p:cNvPr id="10" name="直接连接符 9"/>
            <p:cNvCxnSpPr/>
            <p:nvPr/>
          </p:nvCxnSpPr>
          <p:spPr>
            <a:xfrm>
              <a:off x="4799891" y="555526"/>
              <a:ext cx="3174362" cy="0"/>
            </a:xfrm>
            <a:prstGeom prst="line">
              <a:avLst/>
            </a:prstGeom>
            <a:ln w="28575">
              <a:solidFill>
                <a:schemeClr val="bg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矩形 8"/>
            <p:cNvSpPr/>
            <p:nvPr/>
          </p:nvSpPr>
          <p:spPr>
            <a:xfrm>
              <a:off x="1403648" y="896148"/>
              <a:ext cx="1656184" cy="1009549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r>
                <a:rPr lang="zh-CN" altLang="en-US" sz="1600" b="1" dirty="0">
                  <a:solidFill>
                    <a:prstClr val="black"/>
                  </a:solidFill>
                </a:rPr>
                <a:t>晶体管（二极管、三极管、场效应</a:t>
              </a:r>
              <a:r>
                <a:rPr lang="en-US" altLang="zh-CN" sz="1600" b="1" dirty="0">
                  <a:solidFill>
                    <a:prstClr val="black"/>
                  </a:solidFill>
                </a:rPr>
                <a:t>MOS</a:t>
              </a:r>
              <a:r>
                <a:rPr lang="zh-CN" altLang="en-US" sz="1600" b="1" dirty="0">
                  <a:solidFill>
                    <a:prstClr val="black"/>
                  </a:solidFill>
                </a:rPr>
                <a:t>管</a:t>
              </a:r>
              <a:endParaRPr lang="zh-CN" altLang="en-US" sz="1600" dirty="0"/>
            </a:p>
          </p:txBody>
        </p:sp>
        <p:sp>
          <p:nvSpPr>
            <p:cNvPr id="12" name="矩形 11"/>
            <p:cNvSpPr/>
            <p:nvPr/>
          </p:nvSpPr>
          <p:spPr>
            <a:xfrm>
              <a:off x="3797956" y="1034649"/>
              <a:ext cx="936104" cy="710423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zh-CN" altLang="en-US" sz="1600" b="1" dirty="0" smtClean="0">
                  <a:solidFill>
                    <a:prstClr val="black"/>
                  </a:solidFill>
                </a:rPr>
                <a:t>基本</a:t>
              </a:r>
              <a:endParaRPr lang="en-US" altLang="zh-CN" sz="1600" b="1" dirty="0" smtClean="0">
                <a:solidFill>
                  <a:prstClr val="black"/>
                </a:solidFill>
              </a:endParaRPr>
            </a:p>
            <a:p>
              <a:pPr algn="ctr"/>
              <a:r>
                <a:rPr lang="zh-CN" altLang="en-US" sz="1600" b="1" dirty="0" smtClean="0">
                  <a:solidFill>
                    <a:prstClr val="black"/>
                  </a:solidFill>
                </a:rPr>
                <a:t>门电路</a:t>
              </a:r>
              <a:endParaRPr lang="zh-CN" altLang="en-US" sz="1600" dirty="0"/>
            </a:p>
          </p:txBody>
        </p:sp>
        <p:sp>
          <p:nvSpPr>
            <p:cNvPr id="14" name="矩形 13"/>
            <p:cNvSpPr/>
            <p:nvPr/>
          </p:nvSpPr>
          <p:spPr>
            <a:xfrm>
              <a:off x="5472185" y="1173147"/>
              <a:ext cx="876921" cy="411298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prstClr val="black"/>
                  </a:solidFill>
                </a:rPr>
                <a:t>触发器</a:t>
              </a:r>
              <a:endParaRPr lang="zh-CN" altLang="en-US" sz="1600" dirty="0"/>
            </a:p>
          </p:txBody>
        </p:sp>
        <p:sp>
          <p:nvSpPr>
            <p:cNvPr id="19" name="矩形 18"/>
            <p:cNvSpPr/>
            <p:nvPr/>
          </p:nvSpPr>
          <p:spPr>
            <a:xfrm>
              <a:off x="4839627" y="2058402"/>
              <a:ext cx="2116691" cy="411298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prstClr val="black"/>
                  </a:solidFill>
                </a:rPr>
                <a:t>存储</a:t>
              </a:r>
              <a:r>
                <a:rPr lang="en-US" altLang="zh-CN" sz="1600" b="1" dirty="0">
                  <a:solidFill>
                    <a:prstClr val="black"/>
                  </a:solidFill>
                </a:rPr>
                <a:t>1</a:t>
              </a:r>
              <a:r>
                <a:rPr lang="zh-CN" altLang="en-US" sz="1600" b="1" dirty="0">
                  <a:solidFill>
                    <a:prstClr val="black"/>
                  </a:solidFill>
                </a:rPr>
                <a:t>位二进制数据</a:t>
              </a:r>
              <a:endParaRPr lang="zh-CN" altLang="en-US" sz="1600" dirty="0"/>
            </a:p>
          </p:txBody>
        </p:sp>
        <p:sp>
          <p:nvSpPr>
            <p:cNvPr id="21" name="矩形 20"/>
            <p:cNvSpPr/>
            <p:nvPr/>
          </p:nvSpPr>
          <p:spPr>
            <a:xfrm>
              <a:off x="7092280" y="1173149"/>
              <a:ext cx="876921" cy="41129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prstClr val="black"/>
                  </a:solidFill>
                </a:rPr>
                <a:t>寄存器</a:t>
              </a:r>
              <a:endParaRPr lang="zh-CN" altLang="en-US" sz="1600" dirty="0"/>
            </a:p>
          </p:txBody>
        </p:sp>
        <p:sp>
          <p:nvSpPr>
            <p:cNvPr id="22" name="矩形 21"/>
            <p:cNvSpPr/>
            <p:nvPr/>
          </p:nvSpPr>
          <p:spPr>
            <a:xfrm>
              <a:off x="6651403" y="339502"/>
              <a:ext cx="1777937" cy="411297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none">
              <a:spAutoFit/>
            </a:bodyPr>
            <a:lstStyle/>
            <a:p>
              <a:r>
                <a:rPr lang="zh-CN" altLang="en-US" sz="1600" b="1" dirty="0">
                  <a:solidFill>
                    <a:prstClr val="black"/>
                  </a:solidFill>
                </a:rPr>
                <a:t>存储二进制数据</a:t>
              </a:r>
              <a:endParaRPr lang="zh-CN" altLang="en-US" sz="1600" dirty="0"/>
            </a:p>
          </p:txBody>
        </p:sp>
        <p:sp>
          <p:nvSpPr>
            <p:cNvPr id="24" name="右箭头 23"/>
            <p:cNvSpPr/>
            <p:nvPr/>
          </p:nvSpPr>
          <p:spPr>
            <a:xfrm>
              <a:off x="3266521" y="1249802"/>
              <a:ext cx="324746" cy="216024"/>
            </a:xfrm>
            <a:prstGeom prst="right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 smtClean="0"/>
            </a:p>
          </p:txBody>
        </p:sp>
        <p:sp>
          <p:nvSpPr>
            <p:cNvPr id="25" name="右箭头 24"/>
            <p:cNvSpPr/>
            <p:nvPr/>
          </p:nvSpPr>
          <p:spPr>
            <a:xfrm>
              <a:off x="4940749" y="1249802"/>
              <a:ext cx="324746" cy="216024"/>
            </a:xfrm>
            <a:prstGeom prst="right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 smtClean="0"/>
            </a:p>
          </p:txBody>
        </p:sp>
        <p:sp>
          <p:nvSpPr>
            <p:cNvPr id="26" name="右箭头 25"/>
            <p:cNvSpPr/>
            <p:nvPr/>
          </p:nvSpPr>
          <p:spPr>
            <a:xfrm>
              <a:off x="6560846" y="1249802"/>
              <a:ext cx="324746" cy="216024"/>
            </a:xfrm>
            <a:prstGeom prst="right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 smtClean="0"/>
            </a:p>
          </p:txBody>
        </p:sp>
        <p:sp>
          <p:nvSpPr>
            <p:cNvPr id="27" name="右箭头 26"/>
            <p:cNvSpPr/>
            <p:nvPr/>
          </p:nvSpPr>
          <p:spPr>
            <a:xfrm rot="5400000">
              <a:off x="5757838" y="1690007"/>
              <a:ext cx="324746" cy="216024"/>
            </a:xfrm>
            <a:prstGeom prst="right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 smtClean="0"/>
            </a:p>
          </p:txBody>
        </p:sp>
        <p:sp>
          <p:nvSpPr>
            <p:cNvPr id="28" name="右箭头 27"/>
            <p:cNvSpPr/>
            <p:nvPr/>
          </p:nvSpPr>
          <p:spPr>
            <a:xfrm rot="16200000">
              <a:off x="7370893" y="825911"/>
              <a:ext cx="324746" cy="216024"/>
            </a:xfrm>
            <a:prstGeom prst="rightArrow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 smtClean="0"/>
            </a:p>
          </p:txBody>
        </p:sp>
      </p:grpSp>
      <p:graphicFrame>
        <p:nvGraphicFramePr>
          <p:cNvPr id="31" name="图示 30"/>
          <p:cNvGraphicFramePr/>
          <p:nvPr>
            <p:extLst>
              <p:ext uri="{D42A27DB-BD31-4B8C-83A1-F6EECF244321}">
                <p14:modId xmlns:p14="http://schemas.microsoft.com/office/powerpoint/2010/main" val="2322903523"/>
              </p:ext>
            </p:extLst>
          </p:nvPr>
        </p:nvGraphicFramePr>
        <p:xfrm>
          <a:off x="4355976" y="2427734"/>
          <a:ext cx="4980456" cy="21602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493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0517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1811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2.3.2 </a:t>
            </a:r>
            <a:r>
              <a:rPr lang="zh-CN" altLang="en-US" sz="2400" b="1" dirty="0">
                <a:solidFill>
                  <a:schemeClr val="bg1"/>
                </a:solidFill>
              </a:rPr>
              <a:t>寄存器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67544" y="1252183"/>
            <a:ext cx="2396011" cy="29392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2000" b="1" dirty="0">
                <a:solidFill>
                  <a:prstClr val="black"/>
                </a:solidFill>
              </a:rPr>
              <a:t>ARM 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Cortex-M3</a:t>
            </a:r>
          </a:p>
          <a:p>
            <a:pPr>
              <a:lnSpc>
                <a:spcPct val="125000"/>
              </a:lnSpc>
            </a:pPr>
            <a:r>
              <a:rPr lang="zh-CN" altLang="en-US" sz="2000" b="1" dirty="0" smtClean="0">
                <a:solidFill>
                  <a:prstClr val="black"/>
                </a:solidFill>
              </a:rPr>
              <a:t>微处理器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: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000" b="1" dirty="0" smtClean="0">
                <a:solidFill>
                  <a:prstClr val="black"/>
                </a:solidFill>
              </a:rPr>
              <a:t>13</a:t>
            </a:r>
            <a:r>
              <a:rPr lang="zh-CN" altLang="en-US" sz="2000" b="1" dirty="0">
                <a:solidFill>
                  <a:prstClr val="black"/>
                </a:solidFill>
              </a:rPr>
              <a:t>个</a:t>
            </a:r>
            <a:r>
              <a:rPr lang="en-US" altLang="zh-CN" sz="2000" b="1" dirty="0">
                <a:solidFill>
                  <a:prstClr val="black"/>
                </a:solidFill>
              </a:rPr>
              <a:t>32</a:t>
            </a:r>
            <a:r>
              <a:rPr lang="zh-CN" altLang="en-US" sz="2000" b="1" dirty="0">
                <a:solidFill>
                  <a:prstClr val="black"/>
                </a:solidFill>
              </a:rPr>
              <a:t>位的通用寄存器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R0~R12</a:t>
            </a: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altLang="zh-CN" sz="2000" b="1" dirty="0" smtClean="0">
                <a:solidFill>
                  <a:prstClr val="black"/>
                </a:solidFill>
              </a:rPr>
              <a:t>R13</a:t>
            </a:r>
            <a:r>
              <a:rPr lang="zh-CN" altLang="en-US" sz="2000" b="1" dirty="0">
                <a:solidFill>
                  <a:prstClr val="black"/>
                </a:solidFill>
              </a:rPr>
              <a:t>、</a:t>
            </a:r>
            <a:r>
              <a:rPr lang="en-US" altLang="zh-CN" sz="2000" b="1" dirty="0">
                <a:solidFill>
                  <a:prstClr val="black"/>
                </a:solidFill>
              </a:rPr>
              <a:t>R14</a:t>
            </a:r>
            <a:r>
              <a:rPr lang="zh-CN" altLang="en-US" sz="2000" b="1" dirty="0">
                <a:solidFill>
                  <a:prstClr val="black"/>
                </a:solidFill>
              </a:rPr>
              <a:t>和</a:t>
            </a:r>
            <a:r>
              <a:rPr lang="en-US" altLang="zh-CN" sz="2000" b="1" dirty="0" smtClean="0">
                <a:solidFill>
                  <a:prstClr val="black"/>
                </a:solidFill>
              </a:rPr>
              <a:t>R15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三</a:t>
            </a:r>
            <a:r>
              <a:rPr lang="zh-CN" altLang="en-US" sz="2000" b="1" dirty="0">
                <a:solidFill>
                  <a:prstClr val="black"/>
                </a:solidFill>
              </a:rPr>
              <a:t>个寄存器被指定了专门的</a:t>
            </a:r>
            <a:r>
              <a:rPr lang="zh-CN" altLang="en-US" sz="2000" b="1" dirty="0" smtClean="0">
                <a:solidFill>
                  <a:prstClr val="black"/>
                </a:solidFill>
              </a:rPr>
              <a:t>用途</a:t>
            </a:r>
            <a:endParaRPr lang="zh-CN" altLang="en-US" sz="2000" b="1" dirty="0">
              <a:solidFill>
                <a:prstClr val="black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390692"/>
              </p:ext>
            </p:extLst>
          </p:nvPr>
        </p:nvGraphicFramePr>
        <p:xfrm>
          <a:off x="3279778" y="411510"/>
          <a:ext cx="5431580" cy="4067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59" name="Visio" r:id="rId3" imgW="4042699" imgH="3045989" progId="Visio.Drawing.11">
                  <p:embed/>
                </p:oleObj>
              </mc:Choice>
              <mc:Fallback>
                <p:oleObj name="Visio" r:id="rId3" imgW="4042699" imgH="3045989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9778" y="411510"/>
                        <a:ext cx="5431580" cy="406724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4788024" y="4587974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Cortex-M3</a:t>
            </a:r>
            <a:r>
              <a:rPr lang="zh-CN" altLang="en-US" b="1" dirty="0"/>
              <a:t>内核寄存器</a:t>
            </a:r>
          </a:p>
        </p:txBody>
      </p:sp>
    </p:spTree>
    <p:extLst>
      <p:ext uri="{BB962C8B-B14F-4D97-AF65-F5344CB8AC3E}">
        <p14:creationId xmlns:p14="http://schemas.microsoft.com/office/powerpoint/2010/main" val="2071043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" y="339503"/>
            <a:ext cx="205171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18117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2.3.2 </a:t>
            </a:r>
            <a:r>
              <a:rPr lang="zh-CN" altLang="en-US" sz="2400" b="1" dirty="0">
                <a:solidFill>
                  <a:schemeClr val="bg1"/>
                </a:solidFill>
              </a:rPr>
              <a:t>寄存器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graphicFrame>
        <p:nvGraphicFramePr>
          <p:cNvPr id="9" name="图示 8"/>
          <p:cNvGraphicFramePr/>
          <p:nvPr>
            <p:extLst>
              <p:ext uri="{D42A27DB-BD31-4B8C-83A1-F6EECF244321}">
                <p14:modId xmlns:p14="http://schemas.microsoft.com/office/powerpoint/2010/main" val="3651031350"/>
              </p:ext>
            </p:extLst>
          </p:nvPr>
        </p:nvGraphicFramePr>
        <p:xfrm>
          <a:off x="323528" y="555526"/>
          <a:ext cx="8377795" cy="4464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20841" y="1657055"/>
            <a:ext cx="1492235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sz="1600" b="1" dirty="0"/>
              <a:t>存放程序运行中的各种状态信息以及中断</a:t>
            </a:r>
            <a:endParaRPr lang="zh-CN" altLang="en-US" dirty="0"/>
          </a:p>
        </p:txBody>
      </p:sp>
      <p:sp>
        <p:nvSpPr>
          <p:cNvPr id="11" name="右箭头 10"/>
          <p:cNvSpPr/>
          <p:nvPr/>
        </p:nvSpPr>
        <p:spPr>
          <a:xfrm>
            <a:off x="1558998" y="2234038"/>
            <a:ext cx="216024" cy="271482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2" name="矩形 11"/>
          <p:cNvSpPr/>
          <p:nvPr/>
        </p:nvSpPr>
        <p:spPr>
          <a:xfrm>
            <a:off x="4427984" y="2429475"/>
            <a:ext cx="1368152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控制异常和中断的屏蔽</a:t>
            </a:r>
          </a:p>
        </p:txBody>
      </p:sp>
      <p:sp>
        <p:nvSpPr>
          <p:cNvPr id="13" name="右箭头 12"/>
          <p:cNvSpPr/>
          <p:nvPr/>
        </p:nvSpPr>
        <p:spPr>
          <a:xfrm>
            <a:off x="5745392" y="2641725"/>
            <a:ext cx="216024" cy="271482"/>
          </a:xfrm>
          <a:prstGeom prst="rightArrow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4" name="矩形 13"/>
          <p:cNvSpPr/>
          <p:nvPr/>
        </p:nvSpPr>
        <p:spPr>
          <a:xfrm>
            <a:off x="7236296" y="771550"/>
            <a:ext cx="158417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zh-CN" altLang="en-US" b="1" dirty="0"/>
              <a:t>定义特权状态，还用于决定当前使用哪一个堆栈指针</a:t>
            </a:r>
          </a:p>
        </p:txBody>
      </p:sp>
      <p:sp>
        <p:nvSpPr>
          <p:cNvPr id="15" name="右箭头 14"/>
          <p:cNvSpPr/>
          <p:nvPr/>
        </p:nvSpPr>
        <p:spPr>
          <a:xfrm rot="5400000">
            <a:off x="8023524" y="1936813"/>
            <a:ext cx="297751" cy="27148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16" name="矩形 15"/>
          <p:cNvSpPr/>
          <p:nvPr/>
        </p:nvSpPr>
        <p:spPr>
          <a:xfrm>
            <a:off x="3283546" y="385669"/>
            <a:ext cx="36570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altLang="zh-CN" b="1" dirty="0"/>
              <a:t>Cortex-M3</a:t>
            </a:r>
            <a:r>
              <a:rPr lang="zh-CN" altLang="en-US" b="1" dirty="0" smtClean="0"/>
              <a:t>内核的</a:t>
            </a:r>
            <a:r>
              <a:rPr lang="en-US" altLang="zh-CN" b="1" dirty="0" smtClean="0"/>
              <a:t> </a:t>
            </a:r>
            <a:r>
              <a:rPr lang="zh-CN" altLang="en-US" b="1" dirty="0" smtClean="0"/>
              <a:t>特殊</a:t>
            </a:r>
            <a:r>
              <a:rPr lang="zh-CN" altLang="en-US" b="1" dirty="0"/>
              <a:t>功能寄存器</a:t>
            </a:r>
          </a:p>
        </p:txBody>
      </p:sp>
    </p:spTree>
    <p:extLst>
      <p:ext uri="{BB962C8B-B14F-4D97-AF65-F5344CB8AC3E}">
        <p14:creationId xmlns:p14="http://schemas.microsoft.com/office/powerpoint/2010/main" val="3828424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233975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21210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</a:rPr>
              <a:t>2.3.3 </a:t>
            </a:r>
            <a:r>
              <a:rPr lang="zh-CN" altLang="en-US" sz="2400" b="1" dirty="0">
                <a:solidFill>
                  <a:schemeClr val="bg1"/>
                </a:solidFill>
              </a:rPr>
              <a:t>存储结构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220072" y="521500"/>
            <a:ext cx="3528392" cy="424731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u"/>
            </a:pPr>
            <a:r>
              <a:rPr lang="en-US" altLang="zh-CN" b="1" dirty="0"/>
              <a:t>ARM Cortex-M3</a:t>
            </a:r>
            <a:r>
              <a:rPr lang="zh-CN" altLang="en-US" b="1" dirty="0"/>
              <a:t>系列微处理器采用存储器与</a:t>
            </a:r>
            <a:r>
              <a:rPr lang="en-US" altLang="zh-CN" b="1" dirty="0"/>
              <a:t>I/O</a:t>
            </a:r>
            <a:r>
              <a:rPr lang="zh-CN" altLang="en-US" b="1" dirty="0"/>
              <a:t>设备（外设）统一编址的方式，设置部分存储器地址范围用于外设的访问</a:t>
            </a:r>
            <a:r>
              <a:rPr lang="zh-CN" altLang="en-US" b="1" dirty="0" smtClean="0"/>
              <a:t>，将</a:t>
            </a:r>
            <a:r>
              <a:rPr lang="zh-CN" altLang="en-US" b="1" dirty="0"/>
              <a:t>这种通过存储器地址访问外设的方式，称为</a:t>
            </a:r>
            <a:r>
              <a:rPr lang="zh-CN" altLang="en-US" b="1" dirty="0">
                <a:solidFill>
                  <a:srgbClr val="C00000"/>
                </a:solidFill>
              </a:rPr>
              <a:t>存储器地址映射</a:t>
            </a:r>
            <a:r>
              <a:rPr lang="zh-CN" altLang="en-US" b="1" dirty="0" smtClean="0"/>
              <a:t>。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buFont typeface="Wingdings" pitchFamily="2" charset="2"/>
              <a:buChar char="u"/>
            </a:pPr>
            <a:r>
              <a:rPr lang="zh-CN" altLang="en-US" b="1" dirty="0" smtClean="0"/>
              <a:t>存储器</a:t>
            </a:r>
            <a:r>
              <a:rPr lang="zh-CN" altLang="en-US" b="1" dirty="0"/>
              <a:t>映射，就是将芯片中或芯片外的</a:t>
            </a:r>
            <a:r>
              <a:rPr lang="en-US" altLang="zh-CN" b="1" dirty="0"/>
              <a:t>FLASH</a:t>
            </a:r>
            <a:r>
              <a:rPr lang="zh-CN" altLang="en-US" b="1" dirty="0"/>
              <a:t>、</a:t>
            </a:r>
            <a:r>
              <a:rPr lang="en-US" altLang="zh-CN" b="1" dirty="0"/>
              <a:t>RAM</a:t>
            </a:r>
            <a:r>
              <a:rPr lang="zh-CN" altLang="en-US" b="1" dirty="0"/>
              <a:t>和外设接口等进行统一编址，用于程序存储、数据存储、寄存器和外设。</a:t>
            </a:r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5755903"/>
              </p:ext>
            </p:extLst>
          </p:nvPr>
        </p:nvGraphicFramePr>
        <p:xfrm>
          <a:off x="395536" y="1131590"/>
          <a:ext cx="4667250" cy="338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8" name="Visio" r:id="rId3" imgW="4636866" imgH="3361907" progId="Visio.Drawing.11">
                  <p:embed/>
                </p:oleObj>
              </mc:Choice>
              <mc:Fallback>
                <p:oleObj name="Visio" r:id="rId3" imgW="4636866" imgH="3361907" progId="Visio.Drawing.11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1131590"/>
                        <a:ext cx="4667250" cy="3381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1619672" y="4587974"/>
            <a:ext cx="2358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b="1" dirty="0"/>
              <a:t>Cortex-M3</a:t>
            </a:r>
            <a:r>
              <a:rPr lang="zh-CN" altLang="en-US" b="1" dirty="0"/>
              <a:t>存储器映射</a:t>
            </a:r>
          </a:p>
        </p:txBody>
      </p:sp>
    </p:spTree>
    <p:extLst>
      <p:ext uri="{BB962C8B-B14F-4D97-AF65-F5344CB8AC3E}">
        <p14:creationId xmlns:p14="http://schemas.microsoft.com/office/powerpoint/2010/main" val="2963657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36358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3679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2.3.4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中断</a:t>
            </a:r>
            <a:r>
              <a:rPr lang="zh-CN" altLang="en-US" sz="2400" b="1" dirty="0">
                <a:solidFill>
                  <a:schemeClr val="bg1"/>
                </a:solidFill>
              </a:rPr>
              <a:t>与异常（</a:t>
            </a:r>
            <a:r>
              <a:rPr lang="en-US" altLang="zh-CN" sz="2400" b="1" dirty="0">
                <a:solidFill>
                  <a:schemeClr val="bg1"/>
                </a:solidFill>
              </a:rPr>
              <a:t>NVIC</a:t>
            </a:r>
            <a:r>
              <a:rPr lang="zh-CN" altLang="en-US" sz="2400" b="1" dirty="0">
                <a:solidFill>
                  <a:schemeClr val="bg1"/>
                </a:solidFill>
              </a:rPr>
              <a:t>）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74499" y="1407393"/>
            <a:ext cx="2895238" cy="255454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Font typeface="Wingdings" pitchFamily="2" charset="2"/>
              <a:buChar char="u"/>
            </a:pPr>
            <a:r>
              <a:rPr lang="zh-CN" altLang="en-US" sz="2000" b="1" dirty="0" smtClean="0"/>
              <a:t>打断</a:t>
            </a:r>
            <a:r>
              <a:rPr lang="zh-CN" altLang="en-US" sz="2000" b="1" dirty="0"/>
              <a:t>程序正常执行顺序的事件，都被称为异常（</a:t>
            </a:r>
            <a:r>
              <a:rPr lang="en-US" altLang="zh-CN" sz="2000" b="1" dirty="0"/>
              <a:t>exception</a:t>
            </a:r>
            <a:r>
              <a:rPr lang="zh-CN" altLang="en-US" sz="2000" b="1" dirty="0"/>
              <a:t>）</a:t>
            </a:r>
            <a:r>
              <a:rPr lang="zh-CN" altLang="en-US" sz="2000" b="1" dirty="0" smtClean="0"/>
              <a:t>。</a:t>
            </a:r>
            <a:endParaRPr lang="en-US" altLang="zh-CN" sz="2000" b="1" dirty="0" smtClean="0"/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Wingdings" pitchFamily="2" charset="2"/>
              <a:buChar char="u"/>
            </a:pPr>
            <a:r>
              <a:rPr lang="zh-CN" altLang="en-US" sz="2000" b="1" dirty="0" smtClean="0"/>
              <a:t>中断</a:t>
            </a:r>
            <a:r>
              <a:rPr lang="zh-CN" altLang="en-US" sz="2000" b="1" dirty="0"/>
              <a:t>一般指来自外部的片上外设或外扩的外设的中断请求</a:t>
            </a:r>
            <a:r>
              <a:rPr lang="zh-CN" altLang="en-US" sz="2000" b="1" dirty="0" smtClean="0"/>
              <a:t>事件。</a:t>
            </a:r>
            <a:endParaRPr lang="zh-CN" altLang="en-US" sz="2000" b="1" dirty="0"/>
          </a:p>
        </p:txBody>
      </p:sp>
      <p:sp>
        <p:nvSpPr>
          <p:cNvPr id="6" name="矩形 5"/>
          <p:cNvSpPr/>
          <p:nvPr/>
        </p:nvSpPr>
        <p:spPr>
          <a:xfrm>
            <a:off x="3923928" y="1203598"/>
            <a:ext cx="4800048" cy="3247043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en-US" altLang="zh-CN" sz="2000" b="1" dirty="0"/>
              <a:t>Cortex-M3</a:t>
            </a:r>
            <a:r>
              <a:rPr lang="zh-CN" altLang="en-US" sz="2000" b="1" dirty="0"/>
              <a:t>内核可支持</a:t>
            </a:r>
            <a:r>
              <a:rPr lang="en-US" altLang="zh-CN" sz="2000" b="1" dirty="0"/>
              <a:t>256</a:t>
            </a:r>
            <a:r>
              <a:rPr lang="zh-CN" altLang="en-US" sz="2000" b="1" dirty="0"/>
              <a:t>种异常和</a:t>
            </a:r>
            <a:r>
              <a:rPr lang="zh-CN" altLang="en-US" sz="2000" b="1" dirty="0" smtClean="0"/>
              <a:t>中断</a:t>
            </a:r>
            <a:r>
              <a:rPr lang="en-US" altLang="zh-CN" sz="2000" b="1" dirty="0" smtClean="0"/>
              <a:t>:</a:t>
            </a: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Wingdings" pitchFamily="2" charset="2"/>
              <a:buChar char="u"/>
            </a:pPr>
            <a:r>
              <a:rPr lang="zh-CN" altLang="en-US" sz="2000" b="1" dirty="0" smtClean="0"/>
              <a:t>中断</a:t>
            </a:r>
            <a:r>
              <a:rPr lang="zh-CN" altLang="en-US" sz="2000" b="1" dirty="0"/>
              <a:t>编号</a:t>
            </a:r>
            <a:r>
              <a:rPr lang="en-US" altLang="zh-CN" sz="2000" b="1" dirty="0"/>
              <a:t>1~15</a:t>
            </a:r>
            <a:r>
              <a:rPr lang="zh-CN" altLang="en-US" sz="2000" b="1" dirty="0"/>
              <a:t>为系统</a:t>
            </a:r>
            <a:r>
              <a:rPr lang="zh-CN" altLang="en-US" sz="2000" b="1" dirty="0" smtClean="0"/>
              <a:t>异常</a:t>
            </a:r>
            <a:endParaRPr lang="en-US" altLang="zh-CN" sz="2000" b="1" dirty="0" smtClean="0"/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Font typeface="Wingdings" pitchFamily="2" charset="2"/>
              <a:buChar char="u"/>
            </a:pPr>
            <a:r>
              <a:rPr lang="zh-CN" altLang="en-US" sz="2000" b="1" dirty="0" smtClean="0"/>
              <a:t>大于</a:t>
            </a:r>
            <a:r>
              <a:rPr lang="zh-CN" altLang="en-US" sz="2000" b="1" dirty="0"/>
              <a:t>等于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的则全是外部中断，共</a:t>
            </a:r>
            <a:r>
              <a:rPr lang="en-US" altLang="zh-CN" sz="2000" b="1" dirty="0"/>
              <a:t>240</a:t>
            </a:r>
            <a:r>
              <a:rPr lang="zh-CN" altLang="en-US" sz="2000" b="1" dirty="0"/>
              <a:t>个</a:t>
            </a:r>
            <a:r>
              <a:rPr lang="zh-CN" altLang="en-US" sz="2000" b="1" dirty="0" smtClean="0"/>
              <a:t>外部中断</a:t>
            </a:r>
            <a:endParaRPr lang="en-US" altLang="zh-CN" sz="2000" b="1" dirty="0" smtClean="0"/>
          </a:p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000" b="1" dirty="0" smtClean="0"/>
              <a:t>      通常</a:t>
            </a:r>
            <a:r>
              <a:rPr lang="zh-CN" altLang="en-US" sz="2000" b="1" dirty="0"/>
              <a:t>外部中断写作</a:t>
            </a:r>
            <a:r>
              <a:rPr lang="en-US" altLang="zh-CN" sz="2000" b="1" dirty="0"/>
              <a:t>IRQs</a:t>
            </a:r>
            <a:r>
              <a:rPr lang="zh-CN" altLang="en-US" sz="2000" b="1" dirty="0" smtClean="0"/>
              <a:t>，</a:t>
            </a:r>
            <a:r>
              <a:rPr lang="en-US" altLang="zh-CN" sz="2000" b="1" dirty="0"/>
              <a:t> Cortex-M3</a:t>
            </a:r>
            <a:r>
              <a:rPr lang="zh-CN" altLang="en-US" sz="2000" b="1" dirty="0" smtClean="0"/>
              <a:t>具有</a:t>
            </a:r>
            <a:r>
              <a:rPr lang="en-US" altLang="zh-CN" sz="2000" b="1" dirty="0"/>
              <a:t>256</a:t>
            </a:r>
            <a:r>
              <a:rPr lang="zh-CN" altLang="en-US" sz="2000" b="1" dirty="0"/>
              <a:t>级的可编程中断优先级设置，功能十分</a:t>
            </a:r>
            <a:r>
              <a:rPr lang="zh-CN" altLang="en-US" sz="2000" b="1" dirty="0" smtClean="0"/>
              <a:t>强大</a:t>
            </a:r>
            <a:r>
              <a:rPr lang="en-US" altLang="zh-CN" sz="2000" b="1" dirty="0" smtClean="0"/>
              <a:t>.</a:t>
            </a:r>
            <a:endParaRPr lang="zh-CN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40594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36358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3679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2.3.4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中断</a:t>
            </a:r>
            <a:r>
              <a:rPr lang="zh-CN" altLang="en-US" sz="2400" b="1" dirty="0">
                <a:solidFill>
                  <a:schemeClr val="bg1"/>
                </a:solidFill>
              </a:rPr>
              <a:t>与异常（</a:t>
            </a:r>
            <a:r>
              <a:rPr lang="en-US" altLang="zh-CN" sz="2400" b="1" dirty="0">
                <a:solidFill>
                  <a:schemeClr val="bg1"/>
                </a:solidFill>
              </a:rPr>
              <a:t>NVIC</a:t>
            </a:r>
            <a:r>
              <a:rPr lang="zh-CN" altLang="en-US" sz="2400" b="1" dirty="0">
                <a:solidFill>
                  <a:schemeClr val="bg1"/>
                </a:solidFill>
              </a:rPr>
              <a:t>）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4390016"/>
              </p:ext>
            </p:extLst>
          </p:nvPr>
        </p:nvGraphicFramePr>
        <p:xfrm>
          <a:off x="755576" y="1039718"/>
          <a:ext cx="7848871" cy="3802048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559028"/>
                <a:gridCol w="1673220"/>
                <a:gridCol w="864096"/>
                <a:gridCol w="1080120"/>
                <a:gridCol w="3672407"/>
              </a:tblGrid>
              <a:tr h="23588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编号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类别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优先级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优先级类型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说明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0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N/A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N/A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 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没有编号为</a:t>
                      </a:r>
                      <a:r>
                        <a:rPr lang="en-US" sz="1300" b="1" kern="0">
                          <a:effectLst/>
                        </a:rPr>
                        <a:t>0</a:t>
                      </a:r>
                      <a:r>
                        <a:rPr lang="zh-CN" sz="1300" b="1" kern="0">
                          <a:effectLst/>
                        </a:rPr>
                        <a:t>的异常，此为正常状态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复位（</a:t>
                      </a:r>
                      <a:r>
                        <a:rPr lang="en-US" sz="1300" b="1" kern="0">
                          <a:effectLst/>
                        </a:rPr>
                        <a:t>Reset</a:t>
                      </a:r>
                      <a:r>
                        <a:rPr lang="zh-CN" sz="1300" b="1" kern="0">
                          <a:effectLst/>
                        </a:rPr>
                        <a:t>）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-3(</a:t>
                      </a:r>
                      <a:r>
                        <a:rPr lang="zh-CN" sz="1300" b="1" kern="0">
                          <a:effectLst/>
                        </a:rPr>
                        <a:t>最高</a:t>
                      </a:r>
                      <a:r>
                        <a:rPr lang="en-US" sz="1300" b="1" kern="0">
                          <a:effectLst/>
                        </a:rPr>
                        <a:t>)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固定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复位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2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NMI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-2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固定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不可屏蔽中断（来自外部</a:t>
                      </a:r>
                      <a:r>
                        <a:rPr lang="en-US" sz="1300" b="1" kern="0">
                          <a:effectLst/>
                        </a:rPr>
                        <a:t>NMI</a:t>
                      </a:r>
                      <a:r>
                        <a:rPr lang="zh-CN" sz="1300" b="1" kern="0">
                          <a:effectLst/>
                        </a:rPr>
                        <a:t>输入脚）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3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硬（</a:t>
                      </a:r>
                      <a:r>
                        <a:rPr lang="en-US" sz="1300" b="1" kern="0" dirty="0">
                          <a:effectLst/>
                        </a:rPr>
                        <a:t>Hard</a:t>
                      </a:r>
                      <a:r>
                        <a:rPr lang="zh-CN" sz="1300" b="1" kern="0" dirty="0">
                          <a:effectLst/>
                        </a:rPr>
                        <a:t>）</a:t>
                      </a:r>
                      <a:r>
                        <a:rPr lang="en-US" sz="1300" b="1" kern="0" dirty="0">
                          <a:effectLst/>
                        </a:rPr>
                        <a:t>Fault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-1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固定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只要</a:t>
                      </a:r>
                      <a:r>
                        <a:rPr lang="en-US" sz="1300" b="1" kern="0">
                          <a:effectLst/>
                        </a:rPr>
                        <a:t>FAULTMASK</a:t>
                      </a:r>
                      <a:r>
                        <a:rPr lang="zh-CN" sz="1300" b="1" kern="0">
                          <a:effectLst/>
                        </a:rPr>
                        <a:t>没有置位，硬</a:t>
                      </a:r>
                      <a:r>
                        <a:rPr lang="en-US" sz="1300" b="1" kern="0">
                          <a:effectLst/>
                        </a:rPr>
                        <a:t>Fault</a:t>
                      </a:r>
                      <a:r>
                        <a:rPr lang="zh-CN" sz="1300" b="1" kern="0">
                          <a:effectLst/>
                        </a:rPr>
                        <a:t>服务例程会被强制执行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4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存储器</a:t>
                      </a:r>
                      <a:r>
                        <a:rPr lang="en-US" sz="1300" b="1" kern="0">
                          <a:effectLst/>
                        </a:rPr>
                        <a:t> Fault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0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MPU</a:t>
                      </a:r>
                      <a:r>
                        <a:rPr lang="zh-CN" sz="1300" b="1" kern="0">
                          <a:effectLst/>
                        </a:rPr>
                        <a:t>访问违例以及访问非法位置均可引发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5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总线</a:t>
                      </a:r>
                      <a:r>
                        <a:rPr lang="en-US" sz="1300" b="1" kern="0">
                          <a:effectLst/>
                        </a:rPr>
                        <a:t>Fault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总线收到了错误响应</a:t>
                      </a:r>
                      <a:r>
                        <a:rPr lang="zh-CN" sz="1300" b="1" kern="0" dirty="0" smtClean="0">
                          <a:effectLst/>
                        </a:rPr>
                        <a:t>，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6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 dirty="0" smtClean="0">
                          <a:effectLst/>
                        </a:rPr>
                        <a:t>用法</a:t>
                      </a:r>
                      <a:r>
                        <a:rPr lang="en-US" sz="1300" b="1" kern="0" dirty="0" smtClean="0">
                          <a:effectLst/>
                        </a:rPr>
                        <a:t>Fault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2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由于程序错误导致的异常</a:t>
                      </a:r>
                      <a:r>
                        <a:rPr lang="zh-CN" sz="1300" b="1" kern="0" dirty="0" smtClean="0">
                          <a:effectLst/>
                        </a:rPr>
                        <a:t>。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7-10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保留（</a:t>
                      </a:r>
                      <a:r>
                        <a:rPr lang="en-US" sz="1300" b="1" kern="0">
                          <a:effectLst/>
                        </a:rPr>
                        <a:t>Reserved</a:t>
                      </a:r>
                      <a:r>
                        <a:rPr lang="zh-CN" sz="1300" b="1" kern="0">
                          <a:effectLst/>
                        </a:rPr>
                        <a:t>）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保留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保留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保留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11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SVCall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3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执行系统服务调用指令（</a:t>
                      </a:r>
                      <a:r>
                        <a:rPr lang="en-US" sz="1300" b="1" kern="0" dirty="0">
                          <a:effectLst/>
                        </a:rPr>
                        <a:t>SVC</a:t>
                      </a:r>
                      <a:r>
                        <a:rPr lang="zh-CN" sz="1300" b="1" kern="0" dirty="0">
                          <a:effectLst/>
                        </a:rPr>
                        <a:t>）引发的异常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12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调试</a:t>
                      </a:r>
                      <a:r>
                        <a:rPr lang="zh-CN" sz="1300" b="1" kern="0" dirty="0" smtClean="0">
                          <a:effectLst/>
                        </a:rPr>
                        <a:t>监视器</a:t>
                      </a:r>
                      <a:endParaRPr lang="en-US" altLang="zh-CN" sz="1300" b="1" kern="0" dirty="0" smtClean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 dirty="0" smtClean="0">
                          <a:effectLst/>
                        </a:rPr>
                        <a:t>（</a:t>
                      </a:r>
                      <a:r>
                        <a:rPr lang="en-US" sz="1300" b="1" kern="0" dirty="0">
                          <a:effectLst/>
                        </a:rPr>
                        <a:t>Debug Monitor</a:t>
                      </a:r>
                      <a:r>
                        <a:rPr lang="zh-CN" sz="1300" b="1" kern="0" dirty="0">
                          <a:effectLst/>
                        </a:rPr>
                        <a:t>）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4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调试监视器（断点、数据观察点、或是外部调试请求）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13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Reserved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N.A.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N.A.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保留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14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 dirty="0" err="1">
                          <a:effectLst/>
                        </a:rPr>
                        <a:t>PendSV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 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为系统设备而设的“可挂起请求”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15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SysTick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 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系统滴答定时器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16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Interrupt #0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7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外部中断</a:t>
                      </a:r>
                      <a:r>
                        <a:rPr lang="en-US" sz="1300" b="1" kern="0">
                          <a:effectLst/>
                        </a:rPr>
                        <a:t>#0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…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… …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… …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… …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256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Interrupt #239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300" b="1" kern="0">
                          <a:effectLst/>
                        </a:rPr>
                        <a:t>247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300" b="1" kern="0">
                          <a:effectLst/>
                        </a:rPr>
                        <a:t>可编程</a:t>
                      </a:r>
                      <a:endParaRPr lang="zh-CN" sz="13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300" b="1" kern="0" dirty="0">
                          <a:effectLst/>
                        </a:rPr>
                        <a:t>外部中断</a:t>
                      </a:r>
                      <a:r>
                        <a:rPr lang="en-US" sz="1300" b="1" kern="0" dirty="0">
                          <a:effectLst/>
                        </a:rPr>
                        <a:t>#239</a:t>
                      </a:r>
                      <a:endParaRPr lang="zh-CN" sz="13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4788024" y="412671"/>
            <a:ext cx="25495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26670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0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黑体" pitchFamily="49" charset="-122"/>
                <a:cs typeface="Times New Roman" pitchFamily="18" charset="0"/>
              </a:rPr>
              <a:t>Cortex-M3</a:t>
            </a:r>
            <a:r>
              <a:rPr kumimoji="0" lang="zh-CN" altLang="en-US" sz="20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黑体" pitchFamily="49" charset="-122"/>
                <a:cs typeface="Times New Roman" pitchFamily="18" charset="0"/>
              </a:rPr>
              <a:t>中断</a:t>
            </a:r>
            <a:endParaRPr kumimoji="0" lang="zh-CN" altLang="en-US" sz="4800" b="1" i="0" u="none" strike="noStrike" cap="none" normalizeH="0" baseline="0" dirty="0" smtClean="0">
              <a:ln>
                <a:noFill/>
              </a:ln>
              <a:solidFill>
                <a:srgbClr val="C00000"/>
              </a:solidFill>
              <a:effectLst/>
              <a:ea typeface="宋体" pitchFamily="2" charset="-122"/>
              <a:cs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5206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36358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3679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2.3.4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中断</a:t>
            </a:r>
            <a:r>
              <a:rPr lang="zh-CN" altLang="en-US" sz="2400" b="1" dirty="0">
                <a:solidFill>
                  <a:schemeClr val="bg1"/>
                </a:solidFill>
              </a:rPr>
              <a:t>与异常（</a:t>
            </a:r>
            <a:r>
              <a:rPr lang="en-US" altLang="zh-CN" sz="2400" b="1" dirty="0">
                <a:solidFill>
                  <a:schemeClr val="bg1"/>
                </a:solidFill>
              </a:rPr>
              <a:t>NVIC</a:t>
            </a:r>
            <a:r>
              <a:rPr lang="zh-CN" altLang="en-US" sz="2400" b="1" dirty="0">
                <a:solidFill>
                  <a:schemeClr val="bg1"/>
                </a:solidFill>
              </a:rPr>
              <a:t>）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596642" y="1995686"/>
            <a:ext cx="2895238" cy="1751633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zh-CN" altLang="en-US" sz="2000" b="1" dirty="0">
                <a:solidFill>
                  <a:srgbClr val="C00000"/>
                </a:solidFill>
              </a:rPr>
              <a:t>作用</a:t>
            </a:r>
            <a:endParaRPr lang="en-US" altLang="zh-CN" sz="2000" b="1" dirty="0" smtClean="0">
              <a:solidFill>
                <a:srgbClr val="C00000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2000" b="1" dirty="0"/>
              <a:t>统一管理和配置中断</a:t>
            </a:r>
            <a:endParaRPr lang="en-US" altLang="zh-CN" sz="2000" b="1" dirty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itchFamily="2" charset="2"/>
              <a:buChar char="u"/>
            </a:pPr>
            <a:r>
              <a:rPr lang="zh-CN" altLang="en-US" sz="2000" b="1" dirty="0"/>
              <a:t>通过优先级来控制中断的嵌套和调度。</a:t>
            </a:r>
          </a:p>
        </p:txBody>
      </p:sp>
      <p:sp>
        <p:nvSpPr>
          <p:cNvPr id="6" name="矩形 5"/>
          <p:cNvSpPr/>
          <p:nvPr/>
        </p:nvSpPr>
        <p:spPr>
          <a:xfrm>
            <a:off x="581245" y="3939902"/>
            <a:ext cx="2910635" cy="86177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1200"/>
              </a:spcBef>
            </a:pPr>
            <a:r>
              <a:rPr lang="zh-CN" altLang="en-US" sz="2000" b="1" dirty="0"/>
              <a:t>在</a:t>
            </a:r>
            <a:r>
              <a:rPr lang="en-US" altLang="zh-CN" sz="2000" b="1" dirty="0"/>
              <a:t>NVIC</a:t>
            </a:r>
            <a:r>
              <a:rPr lang="zh-CN" altLang="en-US" sz="2000" b="1" dirty="0"/>
              <a:t>中</a:t>
            </a:r>
            <a:r>
              <a:rPr lang="zh-CN" altLang="en-US" sz="2000" b="1" dirty="0" smtClean="0"/>
              <a:t>，优先级</a:t>
            </a:r>
            <a:r>
              <a:rPr lang="zh-CN" altLang="en-US" sz="2000" b="1" dirty="0"/>
              <a:t>的数值越小，则优先级越</a:t>
            </a:r>
            <a:r>
              <a:rPr lang="zh-CN" altLang="en-US" sz="2000" b="1" dirty="0" smtClean="0"/>
              <a:t>高。</a:t>
            </a:r>
            <a:endParaRPr lang="zh-CN" altLang="en-US" sz="2000" b="1" dirty="0"/>
          </a:p>
        </p:txBody>
      </p:sp>
      <p:sp>
        <p:nvSpPr>
          <p:cNvPr id="7" name="矩形 6"/>
          <p:cNvSpPr/>
          <p:nvPr/>
        </p:nvSpPr>
        <p:spPr>
          <a:xfrm>
            <a:off x="395536" y="880432"/>
            <a:ext cx="3328124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   Cortex-M3</a:t>
            </a:r>
            <a:r>
              <a:rPr lang="zh-CN" altLang="en-US" b="1" dirty="0"/>
              <a:t>内核集成了一个外设</a:t>
            </a:r>
            <a:r>
              <a:rPr lang="en-US" altLang="zh-CN" b="1" dirty="0"/>
              <a:t>——</a:t>
            </a:r>
            <a:r>
              <a:rPr lang="en-US" altLang="zh-CN" b="1" dirty="0">
                <a:solidFill>
                  <a:srgbClr val="C00000"/>
                </a:solidFill>
              </a:rPr>
              <a:t>NVIC</a:t>
            </a:r>
            <a:r>
              <a:rPr lang="zh-CN" altLang="en-US" b="1" dirty="0"/>
              <a:t>用于专门负责中断。</a:t>
            </a:r>
          </a:p>
        </p:txBody>
      </p:sp>
      <p:sp>
        <p:nvSpPr>
          <p:cNvPr id="10" name="六边形 9"/>
          <p:cNvSpPr/>
          <p:nvPr/>
        </p:nvSpPr>
        <p:spPr>
          <a:xfrm rot="16200000">
            <a:off x="4040846" y="1145823"/>
            <a:ext cx="678047" cy="630997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 w="15875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00061" y="1215571"/>
            <a:ext cx="559616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01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860032" y="1203598"/>
            <a:ext cx="40324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可嵌套中断</a:t>
            </a:r>
            <a:r>
              <a:rPr lang="zh-CN" altLang="en-US" b="1" dirty="0" smtClean="0">
                <a:solidFill>
                  <a:prstClr val="black"/>
                </a:solidFill>
              </a:rPr>
              <a:t>支持，即</a:t>
            </a:r>
            <a:r>
              <a:rPr lang="zh-CN" altLang="en-US" b="1" dirty="0">
                <a:solidFill>
                  <a:prstClr val="black"/>
                </a:solidFill>
              </a:rPr>
              <a:t>高优先级的中断可以打断低优先级的中断。</a:t>
            </a:r>
          </a:p>
        </p:txBody>
      </p:sp>
      <p:sp>
        <p:nvSpPr>
          <p:cNvPr id="14" name="六边形 13"/>
          <p:cNvSpPr/>
          <p:nvPr/>
        </p:nvSpPr>
        <p:spPr>
          <a:xfrm rot="16200000">
            <a:off x="4040846" y="1857366"/>
            <a:ext cx="678047" cy="648072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 w="15875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92489" y="1962055"/>
            <a:ext cx="57476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02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860032" y="1995686"/>
            <a:ext cx="3743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向量中断</a:t>
            </a:r>
            <a:r>
              <a:rPr lang="zh-CN" altLang="en-US" b="1" dirty="0" smtClean="0">
                <a:solidFill>
                  <a:prstClr val="black"/>
                </a:solidFill>
              </a:rPr>
              <a:t>支持，缩短中断延迟时间。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18" name="六边形 17"/>
          <p:cNvSpPr/>
          <p:nvPr/>
        </p:nvSpPr>
        <p:spPr>
          <a:xfrm rot="16200000">
            <a:off x="4040846" y="2577446"/>
            <a:ext cx="678047" cy="648072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 w="15875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92489" y="2682135"/>
            <a:ext cx="57476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03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60032" y="2645499"/>
            <a:ext cx="36882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动态优先级调整支持。软件可以在运行期间更改中断的优先级。</a:t>
            </a:r>
          </a:p>
        </p:txBody>
      </p:sp>
      <p:sp>
        <p:nvSpPr>
          <p:cNvPr id="20" name="六边形 19"/>
          <p:cNvSpPr/>
          <p:nvPr/>
        </p:nvSpPr>
        <p:spPr>
          <a:xfrm rot="16200000">
            <a:off x="4040846" y="3297526"/>
            <a:ext cx="678047" cy="648072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 w="15875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2489" y="3402215"/>
            <a:ext cx="57476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04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860032" y="3363838"/>
            <a:ext cx="37377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引入新特长新技术</a:t>
            </a:r>
            <a:r>
              <a:rPr lang="zh-CN" altLang="en-US" b="1" dirty="0" smtClean="0">
                <a:solidFill>
                  <a:prstClr val="black"/>
                </a:solidFill>
              </a:rPr>
              <a:t>，</a:t>
            </a:r>
            <a:r>
              <a:rPr lang="zh-CN" altLang="en-US" b="1" dirty="0" smtClean="0"/>
              <a:t>中断</a:t>
            </a:r>
            <a:r>
              <a:rPr lang="zh-CN" altLang="en-US" b="1" dirty="0"/>
              <a:t>延迟大大</a:t>
            </a:r>
            <a:r>
              <a:rPr lang="zh-CN" altLang="en-US" b="1" dirty="0" smtClean="0"/>
              <a:t>缩短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3" name="六边形 22"/>
          <p:cNvSpPr/>
          <p:nvPr/>
        </p:nvSpPr>
        <p:spPr>
          <a:xfrm rot="16200000">
            <a:off x="4040846" y="4026898"/>
            <a:ext cx="678047" cy="648072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 w="15875"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92489" y="4131587"/>
            <a:ext cx="574760" cy="46166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05</a:t>
            </a:r>
            <a:endParaRPr lang="zh-CN" altLang="en-US" sz="24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60032" y="4155926"/>
            <a:ext cx="3688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zh-CN" altLang="en-US" b="1" dirty="0">
                <a:solidFill>
                  <a:prstClr val="black"/>
                </a:solidFill>
              </a:rPr>
              <a:t>中断可</a:t>
            </a:r>
            <a:r>
              <a:rPr lang="zh-CN" altLang="en-US" b="1" dirty="0" smtClean="0">
                <a:solidFill>
                  <a:prstClr val="black"/>
                </a:solidFill>
              </a:rPr>
              <a:t>屏蔽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004048" y="490676"/>
            <a:ext cx="22589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000" b="1" dirty="0">
                <a:solidFill>
                  <a:schemeClr val="accent5">
                    <a:lumMod val="75000"/>
                  </a:schemeClr>
                </a:solidFill>
              </a:rPr>
              <a:t>NVIC</a:t>
            </a: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具有以下特性</a:t>
            </a:r>
          </a:p>
        </p:txBody>
      </p:sp>
    </p:spTree>
    <p:extLst>
      <p:ext uri="{BB962C8B-B14F-4D97-AF65-F5344CB8AC3E}">
        <p14:creationId xmlns:p14="http://schemas.microsoft.com/office/powerpoint/2010/main" val="47647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  <p:bldP spid="15" grpId="0" animBg="1"/>
      <p:bldP spid="18" grpId="0" animBg="1"/>
      <p:bldP spid="19" grpId="0" animBg="1"/>
      <p:bldP spid="20" grpId="0" animBg="1"/>
      <p:bldP spid="21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339503"/>
            <a:ext cx="3635896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5188" y="339503"/>
            <a:ext cx="367921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 smtClean="0">
                <a:solidFill>
                  <a:schemeClr val="bg1"/>
                </a:solidFill>
              </a:rPr>
              <a:t>2.3.4 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中断</a:t>
            </a:r>
            <a:r>
              <a:rPr lang="zh-CN" altLang="en-US" sz="2400" b="1" dirty="0">
                <a:solidFill>
                  <a:schemeClr val="bg1"/>
                </a:solidFill>
              </a:rPr>
              <a:t>与异常（</a:t>
            </a:r>
            <a:r>
              <a:rPr lang="en-US" altLang="zh-CN" sz="2400" b="1" dirty="0">
                <a:solidFill>
                  <a:schemeClr val="bg1"/>
                </a:solidFill>
              </a:rPr>
              <a:t>NVIC</a:t>
            </a:r>
            <a:r>
              <a:rPr lang="zh-CN" altLang="en-US" sz="2400" b="1" dirty="0">
                <a:solidFill>
                  <a:schemeClr val="bg1"/>
                </a:solidFill>
              </a:rPr>
              <a:t>）</a:t>
            </a:r>
            <a:endParaRPr lang="zh-CN" altLang="zh-CN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7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067944" y="699542"/>
            <a:ext cx="2448272" cy="443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sz="2000" b="1" dirty="0">
                <a:solidFill>
                  <a:schemeClr val="accent5">
                    <a:lumMod val="75000"/>
                  </a:schemeClr>
                </a:solidFill>
              </a:rPr>
              <a:t>响应中断的过程</a:t>
            </a:r>
          </a:p>
        </p:txBody>
      </p:sp>
      <p:graphicFrame>
        <p:nvGraphicFramePr>
          <p:cNvPr id="13" name="图示 12"/>
          <p:cNvGraphicFramePr/>
          <p:nvPr>
            <p:extLst>
              <p:ext uri="{D42A27DB-BD31-4B8C-83A1-F6EECF244321}">
                <p14:modId xmlns:p14="http://schemas.microsoft.com/office/powerpoint/2010/main" val="2291196198"/>
              </p:ext>
            </p:extLst>
          </p:nvPr>
        </p:nvGraphicFramePr>
        <p:xfrm>
          <a:off x="935596" y="1131590"/>
          <a:ext cx="7272808" cy="3970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823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/>
        </p:nvSpPr>
        <p:spPr>
          <a:xfrm>
            <a:off x="1" y="339503"/>
            <a:ext cx="3769084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07504" y="381893"/>
            <a:ext cx="36615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2.4 STM32</a:t>
            </a:r>
            <a:r>
              <a:rPr lang="zh-CN" altLang="en-US" sz="24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微控制器结构</a:t>
            </a:r>
            <a:endParaRPr lang="zh-CN" altLang="zh-CN" sz="2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401620752"/>
              </p:ext>
            </p:extLst>
          </p:nvPr>
        </p:nvGraphicFramePr>
        <p:xfrm>
          <a:off x="1115616" y="1275606"/>
          <a:ext cx="7128792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454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1560" y="1627937"/>
            <a:ext cx="2926764" cy="18235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   </a:t>
            </a:r>
            <a:r>
              <a:rPr lang="en-US" altLang="zh-CN" b="1" dirty="0"/>
              <a:t>STM32F10x</a:t>
            </a:r>
            <a:r>
              <a:rPr lang="zh-CN" altLang="en-US" b="1" dirty="0"/>
              <a:t>系列是</a:t>
            </a:r>
            <a:r>
              <a:rPr lang="en-US" altLang="zh-CN" b="1" dirty="0"/>
              <a:t>ST</a:t>
            </a:r>
            <a:r>
              <a:rPr lang="zh-CN" altLang="en-US" b="1" dirty="0"/>
              <a:t>公司基于</a:t>
            </a:r>
            <a:r>
              <a:rPr lang="en-US" altLang="zh-CN" b="1" dirty="0"/>
              <a:t>ARM Cortex-M3</a:t>
            </a:r>
            <a:r>
              <a:rPr lang="zh-CN" altLang="en-US" b="1" dirty="0"/>
              <a:t>内核设计的</a:t>
            </a:r>
            <a:r>
              <a:rPr lang="en-US" altLang="zh-CN" b="1" dirty="0"/>
              <a:t>32</a:t>
            </a:r>
            <a:r>
              <a:rPr lang="zh-CN" altLang="en-US" b="1" dirty="0"/>
              <a:t>位精简指令集微控制器，最高工作频率为</a:t>
            </a:r>
            <a:r>
              <a:rPr lang="en-US" altLang="zh-CN" b="1" dirty="0" smtClean="0"/>
              <a:t>72MHz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2.4.1 STM32</a:t>
            </a:r>
            <a:r>
              <a:rPr lang="zh-CN" altLang="en-US" sz="2400" b="1" dirty="0">
                <a:solidFill>
                  <a:schemeClr val="bg1"/>
                </a:solidFill>
              </a:rPr>
              <a:t>系统结构</a:t>
            </a:r>
          </a:p>
        </p:txBody>
      </p:sp>
      <p:pic>
        <p:nvPicPr>
          <p:cNvPr id="7" name="图片 6" descr="C:\Users\TF\Desktop\Snipaste_2018-12-03_09-08-05.jp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936" y="667518"/>
            <a:ext cx="4752528" cy="374441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矩形 1"/>
          <p:cNvSpPr/>
          <p:nvPr/>
        </p:nvSpPr>
        <p:spPr>
          <a:xfrm>
            <a:off x="4860032" y="4515966"/>
            <a:ext cx="33489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STM32F10x</a:t>
            </a:r>
            <a:r>
              <a:rPr lang="zh-CN" altLang="en-US" b="1" dirty="0"/>
              <a:t>微控制器功能结构图</a:t>
            </a:r>
          </a:p>
        </p:txBody>
      </p:sp>
    </p:spTree>
    <p:extLst>
      <p:ext uri="{BB962C8B-B14F-4D97-AF65-F5344CB8AC3E}">
        <p14:creationId xmlns:p14="http://schemas.microsoft.com/office/powerpoint/2010/main" val="2667731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943551" y="3435846"/>
            <a:ext cx="7128792" cy="1224136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467544" y="1268575"/>
            <a:ext cx="2926764" cy="14471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b="1" dirty="0" smtClean="0"/>
              <a:t>    总线</a:t>
            </a:r>
            <a:r>
              <a:rPr lang="zh-CN" altLang="en-US" b="1" dirty="0"/>
              <a:t>是各种信号线的集合，是嵌入式系统中各部件之间传送数据、地址和控制信息的公共通路。</a:t>
            </a:r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2.4.2 STM32</a:t>
            </a:r>
            <a:r>
              <a:rPr lang="zh-CN" altLang="en-US" sz="2400" b="1" dirty="0">
                <a:solidFill>
                  <a:schemeClr val="bg1"/>
                </a:solidFill>
              </a:rPr>
              <a:t>总线结构</a:t>
            </a:r>
          </a:p>
        </p:txBody>
      </p:sp>
      <p:sp>
        <p:nvSpPr>
          <p:cNvPr id="3" name="矩形 2"/>
          <p:cNvSpPr/>
          <p:nvPr/>
        </p:nvSpPr>
        <p:spPr>
          <a:xfrm>
            <a:off x="2221947" y="3548960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CN" altLang="en-US" b="1" dirty="0" smtClean="0"/>
              <a:t>嵌入式</a:t>
            </a:r>
            <a:r>
              <a:rPr lang="zh-CN" altLang="en-US" b="1" dirty="0"/>
              <a:t>系统中常用的</a:t>
            </a:r>
            <a:r>
              <a:rPr lang="zh-CN" altLang="en-US" b="1" dirty="0" smtClean="0"/>
              <a:t>总线</a:t>
            </a:r>
            <a:endParaRPr lang="zh-CN" altLang="en-US" b="1" dirty="0"/>
          </a:p>
        </p:txBody>
      </p:sp>
      <p:sp>
        <p:nvSpPr>
          <p:cNvPr id="8" name="矩形 7"/>
          <p:cNvSpPr/>
          <p:nvPr/>
        </p:nvSpPr>
        <p:spPr>
          <a:xfrm>
            <a:off x="3865479" y="1299413"/>
            <a:ext cx="706521" cy="1200329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与总线相关的参数</a:t>
            </a:r>
            <a:endParaRPr lang="zh-CN" altLang="en-US" b="1" dirty="0"/>
          </a:p>
        </p:txBody>
      </p:sp>
      <p:sp>
        <p:nvSpPr>
          <p:cNvPr id="10" name="矩形 9"/>
          <p:cNvSpPr/>
          <p:nvPr/>
        </p:nvSpPr>
        <p:spPr>
          <a:xfrm>
            <a:off x="4986357" y="699542"/>
            <a:ext cx="3096344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总线</a:t>
            </a:r>
            <a:r>
              <a:rPr lang="zh-CN" altLang="en-US" b="1" dirty="0" smtClean="0">
                <a:solidFill>
                  <a:prstClr val="black"/>
                </a:solidFill>
              </a:rPr>
              <a:t>宽度：总线</a:t>
            </a:r>
            <a:r>
              <a:rPr lang="zh-CN" altLang="en-US" b="1" dirty="0">
                <a:solidFill>
                  <a:prstClr val="black"/>
                </a:solidFill>
              </a:rPr>
              <a:t>能同时传送的数据位数（</a:t>
            </a:r>
            <a:r>
              <a:rPr lang="en-US" altLang="zh-CN" b="1" dirty="0">
                <a:solidFill>
                  <a:prstClr val="black"/>
                </a:solidFill>
              </a:rPr>
              <a:t>bit</a:t>
            </a:r>
            <a:r>
              <a:rPr lang="zh-CN" altLang="en-US" b="1" dirty="0">
                <a:solidFill>
                  <a:prstClr val="black"/>
                </a:solidFill>
              </a:rPr>
              <a:t>），如</a:t>
            </a:r>
            <a:r>
              <a:rPr lang="en-US" altLang="zh-CN" b="1" dirty="0">
                <a:solidFill>
                  <a:prstClr val="black"/>
                </a:solidFill>
              </a:rPr>
              <a:t>32</a:t>
            </a:r>
            <a:r>
              <a:rPr lang="zh-CN" altLang="en-US" b="1" dirty="0" smtClean="0">
                <a:solidFill>
                  <a:prstClr val="black"/>
                </a:solidFill>
              </a:rPr>
              <a:t>位</a:t>
            </a:r>
            <a:endParaRPr lang="zh-CN" altLang="en-US" b="1" dirty="0"/>
          </a:p>
        </p:txBody>
      </p:sp>
      <p:sp>
        <p:nvSpPr>
          <p:cNvPr id="11" name="矩形 10"/>
          <p:cNvSpPr/>
          <p:nvPr/>
        </p:nvSpPr>
        <p:spPr>
          <a:xfrm>
            <a:off x="4986358" y="1551456"/>
            <a:ext cx="3024336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总线</a:t>
            </a:r>
            <a:r>
              <a:rPr lang="zh-CN" altLang="en-US" b="1" dirty="0" smtClean="0">
                <a:solidFill>
                  <a:prstClr val="black"/>
                </a:solidFill>
              </a:rPr>
              <a:t>频率：</a:t>
            </a:r>
            <a:r>
              <a:rPr lang="zh-CN" altLang="en-US" b="1" dirty="0"/>
              <a:t>总线的工作速度，频率越高，速度越快</a:t>
            </a:r>
          </a:p>
        </p:txBody>
      </p:sp>
      <p:sp>
        <p:nvSpPr>
          <p:cNvPr id="12" name="矩形 11"/>
          <p:cNvSpPr/>
          <p:nvPr/>
        </p:nvSpPr>
        <p:spPr>
          <a:xfrm>
            <a:off x="4986357" y="2429475"/>
            <a:ext cx="3744416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</a:rPr>
              <a:t>总线</a:t>
            </a:r>
            <a:r>
              <a:rPr lang="zh-CN" altLang="en-US" b="1" dirty="0" smtClean="0">
                <a:solidFill>
                  <a:prstClr val="black"/>
                </a:solidFill>
              </a:rPr>
              <a:t>带宽</a:t>
            </a:r>
            <a:r>
              <a:rPr lang="zh-CN" altLang="en-US" b="1" dirty="0"/>
              <a:t>＝总线宽度</a:t>
            </a:r>
            <a:r>
              <a:rPr lang="en-US" altLang="zh-CN" b="1" dirty="0"/>
              <a:t>×</a:t>
            </a:r>
            <a:r>
              <a:rPr lang="zh-CN" altLang="en-US" b="1" dirty="0"/>
              <a:t>总线频率</a:t>
            </a:r>
            <a:r>
              <a:rPr lang="en-US" altLang="zh-CN" b="1" dirty="0"/>
              <a:t>/</a:t>
            </a:r>
            <a:r>
              <a:rPr lang="en-US" altLang="zh-CN" b="1" dirty="0" smtClean="0"/>
              <a:t>8</a:t>
            </a:r>
          </a:p>
          <a:p>
            <a:r>
              <a:rPr lang="zh-CN" altLang="en-US" b="1" dirty="0" smtClean="0"/>
              <a:t>单位</a:t>
            </a:r>
            <a:r>
              <a:rPr lang="zh-CN" altLang="en-US" b="1" dirty="0"/>
              <a:t>为</a:t>
            </a:r>
            <a:r>
              <a:rPr lang="en-US" altLang="zh-CN" b="1" dirty="0" err="1"/>
              <a:t>MBps</a:t>
            </a:r>
            <a:endParaRPr lang="zh-CN" altLang="en-US" b="1" dirty="0"/>
          </a:p>
        </p:txBody>
      </p:sp>
      <p:sp>
        <p:nvSpPr>
          <p:cNvPr id="13" name="左大括号 12"/>
          <p:cNvSpPr/>
          <p:nvPr/>
        </p:nvSpPr>
        <p:spPr>
          <a:xfrm>
            <a:off x="4698325" y="982528"/>
            <a:ext cx="202119" cy="1805245"/>
          </a:xfrm>
          <a:prstGeom prst="leftBrace">
            <a:avLst>
              <a:gd name="adj1" fmla="val 46910"/>
              <a:gd name="adj2" fmla="val 50000"/>
            </a:avLst>
          </a:prstGeom>
          <a:ln w="28575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554317" y="4029054"/>
            <a:ext cx="91082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lvl="0" algn="ctr"/>
            <a:r>
              <a:rPr lang="en-US" altLang="zh-CN" b="1" dirty="0" smtClean="0">
                <a:solidFill>
                  <a:prstClr val="black"/>
                </a:solidFill>
              </a:rPr>
              <a:t>I</a:t>
            </a:r>
            <a:r>
              <a:rPr lang="en-US" altLang="zh-CN" b="1" baseline="30000" dirty="0" smtClean="0">
                <a:solidFill>
                  <a:prstClr val="black"/>
                </a:solidFill>
              </a:rPr>
              <a:t>2</a:t>
            </a:r>
            <a:r>
              <a:rPr lang="en-US" altLang="zh-CN" b="1" dirty="0" smtClean="0">
                <a:solidFill>
                  <a:prstClr val="black"/>
                </a:solidFill>
              </a:rPr>
              <a:t>C</a:t>
            </a:r>
            <a:r>
              <a:rPr lang="zh-CN" altLang="en-US" b="1" dirty="0">
                <a:solidFill>
                  <a:prstClr val="black"/>
                </a:solidFill>
              </a:rPr>
              <a:t>总线</a:t>
            </a:r>
          </a:p>
        </p:txBody>
      </p:sp>
      <p:sp>
        <p:nvSpPr>
          <p:cNvPr id="17" name="矩形 16"/>
          <p:cNvSpPr/>
          <p:nvPr/>
        </p:nvSpPr>
        <p:spPr>
          <a:xfrm>
            <a:off x="2789480" y="4029054"/>
            <a:ext cx="942887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SPI</a:t>
            </a:r>
            <a:r>
              <a:rPr lang="zh-CN" altLang="en-US" b="1" dirty="0">
                <a:solidFill>
                  <a:prstClr val="black"/>
                </a:solidFill>
              </a:rPr>
              <a:t>总线</a:t>
            </a:r>
            <a:endParaRPr lang="zh-CN" altLang="en-US" sz="2000" b="1" dirty="0"/>
          </a:p>
        </p:txBody>
      </p:sp>
      <p:sp>
        <p:nvSpPr>
          <p:cNvPr id="18" name="矩形 17"/>
          <p:cNvSpPr/>
          <p:nvPr/>
        </p:nvSpPr>
        <p:spPr>
          <a:xfrm>
            <a:off x="1418713" y="4029054"/>
            <a:ext cx="1063112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CAN</a:t>
            </a:r>
            <a:r>
              <a:rPr lang="zh-CN" altLang="en-US" b="1" dirty="0">
                <a:solidFill>
                  <a:prstClr val="black"/>
                </a:solidFill>
              </a:rPr>
              <a:t>总线</a:t>
            </a:r>
            <a:endParaRPr lang="zh-CN" altLang="en-US" sz="2000" b="1" dirty="0"/>
          </a:p>
        </p:txBody>
      </p:sp>
      <p:sp>
        <p:nvSpPr>
          <p:cNvPr id="19" name="矩形 18"/>
          <p:cNvSpPr/>
          <p:nvPr/>
        </p:nvSpPr>
        <p:spPr>
          <a:xfrm>
            <a:off x="5303389" y="4029054"/>
            <a:ext cx="956096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ISA</a:t>
            </a:r>
            <a:r>
              <a:rPr lang="zh-CN" altLang="en-US" b="1" dirty="0">
                <a:solidFill>
                  <a:prstClr val="black"/>
                </a:solidFill>
              </a:rPr>
              <a:t>总线</a:t>
            </a:r>
            <a:endParaRPr lang="zh-CN" altLang="en-US" sz="2000" b="1" dirty="0"/>
          </a:p>
        </p:txBody>
      </p:sp>
      <p:sp>
        <p:nvSpPr>
          <p:cNvPr id="20" name="矩形 19"/>
          <p:cNvSpPr/>
          <p:nvPr/>
        </p:nvSpPr>
        <p:spPr>
          <a:xfrm>
            <a:off x="4040023" y="4029054"/>
            <a:ext cx="955711" cy="3693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none">
            <a:spAutoFit/>
          </a:bodyPr>
          <a:lstStyle/>
          <a:p>
            <a:pPr lvl="0" algn="ctr"/>
            <a:r>
              <a:rPr lang="en-US" altLang="zh-CN" b="1" dirty="0">
                <a:solidFill>
                  <a:prstClr val="black"/>
                </a:solidFill>
              </a:rPr>
              <a:t>PCI</a:t>
            </a:r>
            <a:r>
              <a:rPr lang="zh-CN" altLang="en-US" b="1" dirty="0">
                <a:solidFill>
                  <a:prstClr val="black"/>
                </a:solidFill>
              </a:rPr>
              <a:t>总线</a:t>
            </a:r>
          </a:p>
        </p:txBody>
      </p:sp>
    </p:spTree>
    <p:extLst>
      <p:ext uri="{BB962C8B-B14F-4D97-AF65-F5344CB8AC3E}">
        <p14:creationId xmlns:p14="http://schemas.microsoft.com/office/powerpoint/2010/main" val="159343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 smtClean="0">
                <a:solidFill>
                  <a:schemeClr val="bg1"/>
                </a:solidFill>
              </a:rPr>
              <a:t>2.4.2 STM32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总线结构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片 6" descr="sy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7943" y="556200"/>
            <a:ext cx="4603363" cy="37444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矩形 1"/>
          <p:cNvSpPr/>
          <p:nvPr/>
        </p:nvSpPr>
        <p:spPr>
          <a:xfrm>
            <a:off x="395536" y="1059582"/>
            <a:ext cx="3430868" cy="35548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AHB</a:t>
            </a:r>
            <a:r>
              <a:rPr lang="zh-CN" altLang="en-US" b="1" dirty="0">
                <a:solidFill>
                  <a:prstClr val="black"/>
                </a:solidFill>
              </a:rPr>
              <a:t>：</a:t>
            </a:r>
            <a:r>
              <a:rPr lang="en-US" altLang="zh-CN" b="1" dirty="0">
                <a:solidFill>
                  <a:prstClr val="black"/>
                </a:solidFill>
              </a:rPr>
              <a:t>Advanced High-speed Bus</a:t>
            </a:r>
            <a:r>
              <a:rPr lang="zh-CN" altLang="en-US" b="1" dirty="0">
                <a:solidFill>
                  <a:prstClr val="black"/>
                </a:solidFill>
              </a:rPr>
              <a:t>，先进高速总线。</a:t>
            </a:r>
          </a:p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APB</a:t>
            </a:r>
            <a:r>
              <a:rPr lang="zh-CN" altLang="en-US" b="1" dirty="0">
                <a:solidFill>
                  <a:prstClr val="black"/>
                </a:solidFill>
              </a:rPr>
              <a:t>：</a:t>
            </a:r>
            <a:r>
              <a:rPr lang="en-US" altLang="zh-CN" b="1" dirty="0">
                <a:solidFill>
                  <a:prstClr val="black"/>
                </a:solidFill>
              </a:rPr>
              <a:t>Advanced Peripheral Bus</a:t>
            </a:r>
            <a:r>
              <a:rPr lang="zh-CN" altLang="en-US" b="1" dirty="0">
                <a:solidFill>
                  <a:prstClr val="black"/>
                </a:solidFill>
              </a:rPr>
              <a:t>，先进外设总线。</a:t>
            </a:r>
          </a:p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FLASH</a:t>
            </a:r>
            <a:r>
              <a:rPr lang="zh-CN" altLang="en-US" b="1" dirty="0">
                <a:solidFill>
                  <a:prstClr val="black"/>
                </a:solidFill>
              </a:rPr>
              <a:t>：闪存。</a:t>
            </a:r>
          </a:p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FSMC</a:t>
            </a:r>
            <a:r>
              <a:rPr lang="zh-CN" altLang="en-US" b="1" dirty="0">
                <a:solidFill>
                  <a:prstClr val="black"/>
                </a:solidFill>
              </a:rPr>
              <a:t>：</a:t>
            </a:r>
            <a:r>
              <a:rPr lang="en-US" altLang="zh-CN" b="1" dirty="0">
                <a:solidFill>
                  <a:prstClr val="black"/>
                </a:solidFill>
              </a:rPr>
              <a:t>Flexible Static Memory Controller</a:t>
            </a:r>
            <a:r>
              <a:rPr lang="zh-CN" altLang="en-US" b="1" dirty="0">
                <a:solidFill>
                  <a:prstClr val="black"/>
                </a:solidFill>
              </a:rPr>
              <a:t>，静态存储控制器，用于连接外部存储器。</a:t>
            </a:r>
          </a:p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RCC</a:t>
            </a:r>
            <a:r>
              <a:rPr lang="zh-CN" altLang="en-US" b="1" dirty="0">
                <a:solidFill>
                  <a:prstClr val="black"/>
                </a:solidFill>
              </a:rPr>
              <a:t>：</a:t>
            </a:r>
            <a:r>
              <a:rPr lang="en-US" altLang="zh-CN" b="1" dirty="0">
                <a:solidFill>
                  <a:prstClr val="black"/>
                </a:solidFill>
              </a:rPr>
              <a:t>Reset and Clock Control</a:t>
            </a:r>
            <a:r>
              <a:rPr lang="zh-CN" altLang="en-US" b="1" dirty="0">
                <a:solidFill>
                  <a:prstClr val="black"/>
                </a:solidFill>
              </a:rPr>
              <a:t>，复位与时钟控制器。</a:t>
            </a:r>
          </a:p>
        </p:txBody>
      </p:sp>
      <p:sp>
        <p:nvSpPr>
          <p:cNvPr id="8" name="矩形 7"/>
          <p:cNvSpPr/>
          <p:nvPr/>
        </p:nvSpPr>
        <p:spPr>
          <a:xfrm>
            <a:off x="5076056" y="4429735"/>
            <a:ext cx="2709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 </a:t>
            </a:r>
            <a:r>
              <a:rPr lang="en-US" altLang="zh-CN" b="1" dirty="0"/>
              <a:t>STM32F10x</a:t>
            </a:r>
            <a:r>
              <a:rPr lang="zh-CN" altLang="en-US" b="1" dirty="0"/>
              <a:t>芯片系统结构</a:t>
            </a:r>
          </a:p>
        </p:txBody>
      </p:sp>
    </p:spTree>
    <p:extLst>
      <p:ext uri="{BB962C8B-B14F-4D97-AF65-F5344CB8AC3E}">
        <p14:creationId xmlns:p14="http://schemas.microsoft.com/office/powerpoint/2010/main" val="2175096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 smtClean="0">
                <a:solidFill>
                  <a:schemeClr val="bg1"/>
                </a:solidFill>
              </a:rPr>
              <a:t>2.4.2 STM32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总线结构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片 6" descr="sys"/>
          <p:cNvPicPr/>
          <p:nvPr/>
        </p:nvPicPr>
        <p:blipFill>
          <a:blip r:embed="rId2"/>
          <a:stretch>
            <a:fillRect/>
          </a:stretch>
        </p:blipFill>
        <p:spPr>
          <a:xfrm>
            <a:off x="4214534" y="591531"/>
            <a:ext cx="4603363" cy="37444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5364088" y="4443958"/>
            <a:ext cx="2709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/>
              <a:t> </a:t>
            </a:r>
            <a:r>
              <a:rPr lang="en-US" altLang="zh-CN" b="1" dirty="0"/>
              <a:t>STM32F10x</a:t>
            </a:r>
            <a:r>
              <a:rPr lang="zh-CN" altLang="zh-CN" b="1" dirty="0"/>
              <a:t>芯片系统结构</a:t>
            </a:r>
          </a:p>
        </p:txBody>
      </p:sp>
      <p:sp>
        <p:nvSpPr>
          <p:cNvPr id="8" name="矩形 7"/>
          <p:cNvSpPr/>
          <p:nvPr/>
        </p:nvSpPr>
        <p:spPr>
          <a:xfrm>
            <a:off x="395536" y="910044"/>
            <a:ext cx="3600400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err="1">
                <a:solidFill>
                  <a:srgbClr val="C00000"/>
                </a:solidFill>
              </a:rPr>
              <a:t>ICode</a:t>
            </a:r>
            <a:r>
              <a:rPr lang="zh-CN" altLang="en-US" b="1" dirty="0">
                <a:solidFill>
                  <a:srgbClr val="C00000"/>
                </a:solidFill>
              </a:rPr>
              <a:t>总线</a:t>
            </a:r>
            <a:r>
              <a:rPr lang="zh-CN" altLang="en-US" b="1" dirty="0"/>
              <a:t>：</a:t>
            </a:r>
            <a:r>
              <a:rPr lang="en-US" altLang="zh-CN" b="1" dirty="0"/>
              <a:t>32</a:t>
            </a:r>
            <a:r>
              <a:rPr lang="zh-CN" altLang="en-US" b="1" dirty="0"/>
              <a:t>位的</a:t>
            </a:r>
            <a:r>
              <a:rPr lang="en-US" altLang="zh-CN" b="1" dirty="0"/>
              <a:t>AHB</a:t>
            </a:r>
            <a:r>
              <a:rPr lang="zh-CN" altLang="en-US" b="1" dirty="0"/>
              <a:t>总线，将</a:t>
            </a:r>
            <a:r>
              <a:rPr lang="en-US" altLang="zh-CN" b="1" dirty="0"/>
              <a:t>Cortex-M3</a:t>
            </a:r>
            <a:r>
              <a:rPr lang="zh-CN" altLang="en-US" b="1" dirty="0"/>
              <a:t>内核的指令总线与闪存</a:t>
            </a:r>
            <a:r>
              <a:rPr lang="en-US" altLang="zh-CN" b="1" dirty="0"/>
              <a:t>FLASH</a:t>
            </a:r>
            <a:r>
              <a:rPr lang="zh-CN" altLang="en-US" b="1" dirty="0"/>
              <a:t>接口相连接，指令预取在此总线上完成。</a:t>
            </a: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err="1">
                <a:solidFill>
                  <a:srgbClr val="C00000"/>
                </a:solidFill>
              </a:rPr>
              <a:t>DCode</a:t>
            </a:r>
            <a:r>
              <a:rPr lang="zh-CN" altLang="en-US" b="1" dirty="0">
                <a:solidFill>
                  <a:srgbClr val="C00000"/>
                </a:solidFill>
              </a:rPr>
              <a:t>总线</a:t>
            </a:r>
            <a:r>
              <a:rPr lang="zh-CN" altLang="en-US" b="1" dirty="0"/>
              <a:t>：</a:t>
            </a:r>
            <a:r>
              <a:rPr lang="en-US" altLang="zh-CN" b="1" dirty="0"/>
              <a:t>32</a:t>
            </a:r>
            <a:r>
              <a:rPr lang="zh-CN" altLang="en-US" b="1" dirty="0"/>
              <a:t>位的</a:t>
            </a:r>
            <a:r>
              <a:rPr lang="en-US" altLang="zh-CN" b="1" dirty="0"/>
              <a:t>AHB</a:t>
            </a:r>
            <a:r>
              <a:rPr lang="zh-CN" altLang="en-US" b="1" dirty="0"/>
              <a:t>总线，将</a:t>
            </a:r>
            <a:r>
              <a:rPr lang="en-US" altLang="zh-CN" b="1" dirty="0"/>
              <a:t>Cortex-M3</a:t>
            </a:r>
            <a:r>
              <a:rPr lang="zh-CN" altLang="en-US" b="1" dirty="0"/>
              <a:t>内核的</a:t>
            </a:r>
            <a:r>
              <a:rPr lang="en-US" altLang="zh-CN" b="1" dirty="0" err="1"/>
              <a:t>DCode</a:t>
            </a:r>
            <a:r>
              <a:rPr lang="zh-CN" altLang="en-US" b="1" dirty="0"/>
              <a:t>总线与闪存存储器的数据接口相连接，用于常量加载和调试访问。</a:t>
            </a: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System</a:t>
            </a:r>
            <a:r>
              <a:rPr lang="zh-CN" altLang="en-US" b="1" dirty="0">
                <a:solidFill>
                  <a:srgbClr val="C00000"/>
                </a:solidFill>
              </a:rPr>
              <a:t>总线</a:t>
            </a:r>
            <a:r>
              <a:rPr lang="zh-CN" altLang="en-US" b="1" dirty="0"/>
              <a:t>：</a:t>
            </a:r>
            <a:r>
              <a:rPr lang="en-US" altLang="zh-CN" b="1" dirty="0"/>
              <a:t>32</a:t>
            </a:r>
            <a:r>
              <a:rPr lang="zh-CN" altLang="en-US" b="1" dirty="0"/>
              <a:t>位的</a:t>
            </a:r>
            <a:r>
              <a:rPr lang="en-US" altLang="zh-CN" b="1" dirty="0"/>
              <a:t>AHB</a:t>
            </a:r>
            <a:r>
              <a:rPr lang="zh-CN" altLang="en-US" b="1" dirty="0"/>
              <a:t>总线，连接</a:t>
            </a:r>
            <a:r>
              <a:rPr lang="en-US" altLang="zh-CN" b="1" dirty="0"/>
              <a:t>Cortex-M3</a:t>
            </a:r>
            <a:r>
              <a:rPr lang="zh-CN" altLang="en-US" b="1" dirty="0"/>
              <a:t>内核的系统总线到总线矩阵。</a:t>
            </a:r>
          </a:p>
        </p:txBody>
      </p:sp>
    </p:spTree>
    <p:extLst>
      <p:ext uri="{BB962C8B-B14F-4D97-AF65-F5344CB8AC3E}">
        <p14:creationId xmlns:p14="http://schemas.microsoft.com/office/powerpoint/2010/main" val="1710351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7048" y="930909"/>
            <a:ext cx="3456384" cy="3901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C00000"/>
                </a:solidFill>
              </a:rPr>
              <a:t>总线</a:t>
            </a:r>
            <a:r>
              <a:rPr lang="zh-CN" altLang="en-US" b="1" dirty="0">
                <a:solidFill>
                  <a:srgbClr val="C00000"/>
                </a:solidFill>
              </a:rPr>
              <a:t>矩阵</a:t>
            </a:r>
            <a:r>
              <a:rPr lang="zh-CN" altLang="en-US" b="1" dirty="0"/>
              <a:t>：用于主控总线之间的访问仲裁</a:t>
            </a:r>
            <a:r>
              <a:rPr lang="zh-CN" altLang="en-US" b="1" dirty="0" smtClean="0"/>
              <a:t>管理，由</a:t>
            </a:r>
            <a:r>
              <a:rPr lang="zh-CN" altLang="en-US" b="1" dirty="0"/>
              <a:t>总线控制器统一管理</a:t>
            </a:r>
            <a:r>
              <a:rPr lang="zh-CN" altLang="en-US" b="1" dirty="0" smtClean="0"/>
              <a:t>。</a:t>
            </a:r>
            <a:endParaRPr lang="zh-CN" altLang="en-US" b="1" dirty="0"/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DMA</a:t>
            </a:r>
            <a:r>
              <a:rPr lang="zh-CN" altLang="en-US" b="1" dirty="0">
                <a:solidFill>
                  <a:srgbClr val="C00000"/>
                </a:solidFill>
              </a:rPr>
              <a:t>总线</a:t>
            </a:r>
            <a:r>
              <a:rPr lang="zh-CN" altLang="en-US" b="1" dirty="0"/>
              <a:t>：执行内存与外设之间的数据传输。</a:t>
            </a:r>
            <a:r>
              <a:rPr lang="en-US" altLang="zh-CN" b="1" dirty="0"/>
              <a:t>DMA</a:t>
            </a:r>
            <a:r>
              <a:rPr lang="zh-CN" altLang="en-US" b="1" dirty="0"/>
              <a:t>通过此总线访问</a:t>
            </a:r>
            <a:r>
              <a:rPr lang="en-US" altLang="zh-CN" b="1" dirty="0"/>
              <a:t>AHB</a:t>
            </a:r>
            <a:r>
              <a:rPr lang="zh-CN" altLang="en-US" b="1" dirty="0"/>
              <a:t>外设或执行存储器间的数据传输。</a:t>
            </a:r>
          </a:p>
          <a:p>
            <a:pPr marL="28575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srgbClr val="C00000"/>
                </a:solidFill>
              </a:rPr>
              <a:t>APB</a:t>
            </a:r>
            <a:r>
              <a:rPr lang="zh-CN" altLang="en-US" b="1" dirty="0">
                <a:solidFill>
                  <a:srgbClr val="C00000"/>
                </a:solidFill>
              </a:rPr>
              <a:t>总线</a:t>
            </a:r>
            <a:r>
              <a:rPr lang="zh-CN" altLang="en-US" b="1" dirty="0"/>
              <a:t>：</a:t>
            </a:r>
            <a:r>
              <a:rPr lang="en-US" altLang="zh-CN" b="1" dirty="0"/>
              <a:t>STM32</a:t>
            </a:r>
            <a:r>
              <a:rPr lang="zh-CN" altLang="en-US" b="1" dirty="0"/>
              <a:t>用两个</a:t>
            </a:r>
            <a:r>
              <a:rPr lang="en-US" altLang="zh-CN" b="1" dirty="0"/>
              <a:t>AHB-APB</a:t>
            </a:r>
            <a:r>
              <a:rPr lang="zh-CN" altLang="en-US" b="1" dirty="0"/>
              <a:t>桥实现</a:t>
            </a:r>
            <a:r>
              <a:rPr lang="en-US" altLang="zh-CN" b="1" dirty="0"/>
              <a:t>AHB</a:t>
            </a:r>
            <a:r>
              <a:rPr lang="zh-CN" altLang="en-US" b="1" dirty="0"/>
              <a:t>与</a:t>
            </a:r>
            <a:r>
              <a:rPr lang="en-US" altLang="zh-CN" b="1" dirty="0"/>
              <a:t>2</a:t>
            </a:r>
            <a:r>
              <a:rPr lang="zh-CN" altLang="en-US" b="1" dirty="0"/>
              <a:t>个</a:t>
            </a:r>
            <a:r>
              <a:rPr lang="en-US" altLang="zh-CN" b="1" dirty="0"/>
              <a:t>APB</a:t>
            </a:r>
            <a:r>
              <a:rPr lang="zh-CN" altLang="en-US" b="1" dirty="0"/>
              <a:t>总线之间（</a:t>
            </a:r>
            <a:r>
              <a:rPr lang="en-US" altLang="zh-CN" b="1" dirty="0"/>
              <a:t>APB1</a:t>
            </a:r>
            <a:r>
              <a:rPr lang="zh-CN" altLang="en-US" b="1" dirty="0"/>
              <a:t>和</a:t>
            </a:r>
            <a:r>
              <a:rPr lang="en-US" altLang="zh-CN" b="1" dirty="0"/>
              <a:t>APB2</a:t>
            </a:r>
            <a:r>
              <a:rPr lang="zh-CN" altLang="en-US" b="1" dirty="0"/>
              <a:t>）的同步连接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 smtClean="0">
                <a:solidFill>
                  <a:schemeClr val="bg1"/>
                </a:solidFill>
              </a:rPr>
              <a:t>2.4.2 STM32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总线结构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片 6" descr="sys"/>
          <p:cNvPicPr/>
          <p:nvPr/>
        </p:nvPicPr>
        <p:blipFill>
          <a:blip r:embed="rId2"/>
          <a:stretch>
            <a:fillRect/>
          </a:stretch>
        </p:blipFill>
        <p:spPr>
          <a:xfrm>
            <a:off x="4214534" y="483518"/>
            <a:ext cx="4603363" cy="37444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5364088" y="4443958"/>
            <a:ext cx="2709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/>
              <a:t> </a:t>
            </a:r>
            <a:r>
              <a:rPr lang="en-US" altLang="zh-CN" b="1" dirty="0"/>
              <a:t>STM32F10x</a:t>
            </a:r>
            <a:r>
              <a:rPr lang="zh-CN" altLang="zh-CN" b="1" dirty="0"/>
              <a:t>芯片系统结构</a:t>
            </a:r>
          </a:p>
        </p:txBody>
      </p:sp>
    </p:spTree>
    <p:extLst>
      <p:ext uri="{BB962C8B-B14F-4D97-AF65-F5344CB8AC3E}">
        <p14:creationId xmlns:p14="http://schemas.microsoft.com/office/powerpoint/2010/main" val="2129071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 smtClean="0">
                <a:solidFill>
                  <a:schemeClr val="bg1"/>
                </a:solidFill>
              </a:rPr>
              <a:t>2.4.2 STM32</a:t>
            </a:r>
            <a:r>
              <a:rPr lang="zh-CN" altLang="en-US" sz="2400" b="1" dirty="0" smtClean="0">
                <a:solidFill>
                  <a:schemeClr val="bg1"/>
                </a:solidFill>
              </a:rPr>
              <a:t>总线结构</a:t>
            </a:r>
            <a:endParaRPr lang="zh-CN" altLang="en-US" sz="2400" b="1" dirty="0">
              <a:solidFill>
                <a:schemeClr val="bg1"/>
              </a:solidFill>
            </a:endParaRPr>
          </a:p>
        </p:txBody>
      </p:sp>
      <p:pic>
        <p:nvPicPr>
          <p:cNvPr id="7" name="图片 6" descr="sys"/>
          <p:cNvPicPr/>
          <p:nvPr/>
        </p:nvPicPr>
        <p:blipFill>
          <a:blip r:embed="rId2"/>
          <a:stretch>
            <a:fillRect/>
          </a:stretch>
        </p:blipFill>
        <p:spPr>
          <a:xfrm>
            <a:off x="4214534" y="565386"/>
            <a:ext cx="4603363" cy="374441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矩形 2"/>
          <p:cNvSpPr/>
          <p:nvPr/>
        </p:nvSpPr>
        <p:spPr>
          <a:xfrm>
            <a:off x="5364088" y="4443958"/>
            <a:ext cx="27093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b="1" dirty="0"/>
              <a:t> </a:t>
            </a:r>
            <a:r>
              <a:rPr lang="en-US" altLang="zh-CN" b="1" dirty="0"/>
              <a:t>STM32F10x</a:t>
            </a:r>
            <a:r>
              <a:rPr lang="zh-CN" altLang="zh-CN" b="1" dirty="0"/>
              <a:t>芯片系统结构</a:t>
            </a:r>
          </a:p>
        </p:txBody>
      </p:sp>
      <p:sp>
        <p:nvSpPr>
          <p:cNvPr id="2" name="矩形 1"/>
          <p:cNvSpPr/>
          <p:nvPr/>
        </p:nvSpPr>
        <p:spPr>
          <a:xfrm>
            <a:off x="418953" y="1082028"/>
            <a:ext cx="3384376" cy="35246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GPIOA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GPIOB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GPIOC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GPIOD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GPIOE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GPIOF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GPIOG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USART1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SPI1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ADC1~ADC3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TIM1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EXTI</a:t>
            </a:r>
            <a:r>
              <a:rPr lang="zh-CN" altLang="en-US" b="1" dirty="0">
                <a:solidFill>
                  <a:prstClr val="black"/>
                </a:solidFill>
              </a:rPr>
              <a:t>等挂接在</a:t>
            </a:r>
            <a:r>
              <a:rPr lang="en-US" altLang="zh-CN" b="1" dirty="0">
                <a:solidFill>
                  <a:srgbClr val="C00000"/>
                </a:solidFill>
              </a:rPr>
              <a:t>APB2</a:t>
            </a:r>
            <a:r>
              <a:rPr lang="zh-CN" altLang="en-US" b="1" dirty="0">
                <a:solidFill>
                  <a:prstClr val="black"/>
                </a:solidFill>
              </a:rPr>
              <a:t>总线上，其频率最高可达</a:t>
            </a:r>
            <a:r>
              <a:rPr lang="en-US" altLang="zh-CN" b="1" dirty="0">
                <a:solidFill>
                  <a:srgbClr val="C00000"/>
                </a:solidFill>
              </a:rPr>
              <a:t>72MHz</a:t>
            </a:r>
            <a:r>
              <a:rPr lang="zh-CN" altLang="en-US" b="1" dirty="0" smtClean="0">
                <a:solidFill>
                  <a:prstClr val="black"/>
                </a:solidFill>
              </a:rPr>
              <a:t>；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USART2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USART3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SPI2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USB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CAN</a:t>
            </a:r>
            <a:r>
              <a:rPr lang="zh-CN" altLang="en-US" b="1" dirty="0">
                <a:solidFill>
                  <a:prstClr val="black"/>
                </a:solidFill>
              </a:rPr>
              <a:t>、</a:t>
            </a:r>
            <a:r>
              <a:rPr lang="en-US" altLang="zh-CN" b="1" dirty="0">
                <a:solidFill>
                  <a:prstClr val="black"/>
                </a:solidFill>
              </a:rPr>
              <a:t>DAC</a:t>
            </a:r>
            <a:r>
              <a:rPr lang="zh-CN" altLang="en-US" b="1" dirty="0">
                <a:solidFill>
                  <a:prstClr val="black"/>
                </a:solidFill>
              </a:rPr>
              <a:t>等挂接在</a:t>
            </a:r>
            <a:r>
              <a:rPr lang="en-US" altLang="zh-CN" b="1" dirty="0">
                <a:solidFill>
                  <a:srgbClr val="C00000"/>
                </a:solidFill>
              </a:rPr>
              <a:t>APB1</a:t>
            </a:r>
            <a:r>
              <a:rPr lang="zh-CN" altLang="en-US" b="1" dirty="0">
                <a:solidFill>
                  <a:prstClr val="black"/>
                </a:solidFill>
              </a:rPr>
              <a:t>总线上，其频率最高为</a:t>
            </a:r>
            <a:r>
              <a:rPr lang="en-US" altLang="zh-CN" b="1" dirty="0">
                <a:solidFill>
                  <a:srgbClr val="C00000"/>
                </a:solidFill>
              </a:rPr>
              <a:t>36MHz</a:t>
            </a:r>
            <a:r>
              <a:rPr lang="zh-CN" altLang="en-US" b="1" dirty="0">
                <a:solidFill>
                  <a:prstClr val="black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30395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2.4.3 STM32</a:t>
            </a:r>
            <a:r>
              <a:rPr lang="zh-CN" altLang="en-US" sz="2400" b="1" dirty="0">
                <a:solidFill>
                  <a:schemeClr val="bg1"/>
                </a:solidFill>
              </a:rPr>
              <a:t>存储结构</a:t>
            </a:r>
          </a:p>
        </p:txBody>
      </p:sp>
      <p:sp>
        <p:nvSpPr>
          <p:cNvPr id="2" name="矩形 1"/>
          <p:cNvSpPr/>
          <p:nvPr/>
        </p:nvSpPr>
        <p:spPr>
          <a:xfrm>
            <a:off x="539551" y="1302877"/>
            <a:ext cx="3312369" cy="282385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lvl="0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通过</a:t>
            </a:r>
            <a:r>
              <a:rPr lang="zh-CN" altLang="en-US" b="1" dirty="0">
                <a:solidFill>
                  <a:prstClr val="black"/>
                </a:solidFill>
              </a:rPr>
              <a:t>存储器地址访问</a:t>
            </a:r>
            <a:r>
              <a:rPr lang="zh-CN" altLang="en-US" b="1" dirty="0" smtClean="0">
                <a:solidFill>
                  <a:prstClr val="black"/>
                </a:solidFill>
              </a:rPr>
              <a:t>外设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lvl="0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的外设可以通过指针来实现访问和操作。</a:t>
            </a:r>
          </a:p>
          <a:p>
            <a:pPr marL="285750" lvl="0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每个</a:t>
            </a:r>
            <a:r>
              <a:rPr lang="zh-CN" altLang="en-US" b="1" dirty="0">
                <a:solidFill>
                  <a:prstClr val="black"/>
                </a:solidFill>
              </a:rPr>
              <a:t>外设寄存器都占用特定的存储器</a:t>
            </a:r>
            <a:r>
              <a:rPr lang="zh-CN" altLang="en-US" b="1" dirty="0" smtClean="0">
                <a:solidFill>
                  <a:prstClr val="black"/>
                </a:solidFill>
              </a:rPr>
              <a:t>地址，对</a:t>
            </a:r>
            <a:r>
              <a:rPr lang="zh-CN" altLang="en-US" b="1" dirty="0">
                <a:solidFill>
                  <a:prstClr val="black"/>
                </a:solidFill>
              </a:rPr>
              <a:t>外设的操作和对存储器的操作是一样的</a:t>
            </a:r>
            <a:r>
              <a:rPr lang="zh-CN" altLang="en-US" b="1" dirty="0" smtClean="0">
                <a:solidFill>
                  <a:prstClr val="black"/>
                </a:solidFill>
              </a:rPr>
              <a:t>。</a:t>
            </a:r>
            <a:endParaRPr lang="zh-CN" altLang="en-US" b="1" dirty="0">
              <a:solidFill>
                <a:prstClr val="black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4572000" y="1059582"/>
            <a:ext cx="3672655" cy="313162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>
                <a:solidFill>
                  <a:prstClr val="black"/>
                </a:solidFill>
              </a:rPr>
              <a:t>STM32</a:t>
            </a:r>
            <a:r>
              <a:rPr lang="zh-CN" altLang="en-US" b="1" dirty="0">
                <a:solidFill>
                  <a:prstClr val="black"/>
                </a:solidFill>
              </a:rPr>
              <a:t>总的地址空间大小为</a:t>
            </a:r>
            <a:r>
              <a:rPr lang="en-US" altLang="zh-CN" b="1" dirty="0">
                <a:solidFill>
                  <a:prstClr val="black"/>
                </a:solidFill>
              </a:rPr>
              <a:t>4GB</a:t>
            </a:r>
            <a:r>
              <a:rPr lang="zh-CN" altLang="en-US" b="1" dirty="0">
                <a:solidFill>
                  <a:prstClr val="black"/>
                </a:solidFill>
              </a:rPr>
              <a:t>，用</a:t>
            </a:r>
            <a:r>
              <a:rPr lang="en-US" altLang="zh-CN" b="1" dirty="0">
                <a:solidFill>
                  <a:prstClr val="black"/>
                </a:solidFill>
              </a:rPr>
              <a:t>0x0000 0000H~0x1FFF FFFF</a:t>
            </a:r>
            <a:r>
              <a:rPr lang="zh-CN" altLang="en-US" b="1" dirty="0">
                <a:solidFill>
                  <a:prstClr val="black"/>
                </a:solidFill>
              </a:rPr>
              <a:t>来</a:t>
            </a:r>
            <a:r>
              <a:rPr lang="zh-CN" altLang="en-US" b="1" dirty="0" smtClean="0">
                <a:solidFill>
                  <a:prstClr val="black"/>
                </a:solidFill>
              </a:rPr>
              <a:t>表示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prstClr val="black"/>
                </a:solidFill>
              </a:rPr>
              <a:t>将</a:t>
            </a:r>
            <a:r>
              <a:rPr lang="en-US" altLang="zh-CN" b="1" dirty="0">
                <a:solidFill>
                  <a:prstClr val="black"/>
                </a:solidFill>
              </a:rPr>
              <a:t>4GB</a:t>
            </a:r>
            <a:r>
              <a:rPr lang="zh-CN" altLang="en-US" b="1" dirty="0">
                <a:solidFill>
                  <a:prstClr val="black"/>
                </a:solidFill>
              </a:rPr>
              <a:t>大小的空间划分</a:t>
            </a:r>
            <a:r>
              <a:rPr lang="zh-CN" altLang="en-US" b="1" dirty="0" smtClean="0">
                <a:solidFill>
                  <a:prstClr val="black"/>
                </a:solidFill>
              </a:rPr>
              <a:t>为：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742950" lvl="1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Blip>
                <a:blip r:embed="rId2"/>
              </a:buBlip>
            </a:pPr>
            <a:r>
              <a:rPr lang="en-US" altLang="zh-CN" b="1" dirty="0" smtClean="0">
                <a:solidFill>
                  <a:prstClr val="black"/>
                </a:solidFill>
              </a:rPr>
              <a:t>Flash</a:t>
            </a:r>
            <a:r>
              <a:rPr lang="zh-CN" altLang="en-US" b="1" dirty="0">
                <a:solidFill>
                  <a:prstClr val="black"/>
                </a:solidFill>
              </a:rPr>
              <a:t>程序存储器</a:t>
            </a:r>
            <a:r>
              <a:rPr lang="zh-CN" altLang="en-US" b="1" dirty="0" smtClean="0">
                <a:solidFill>
                  <a:prstClr val="black"/>
                </a:solidFill>
              </a:rPr>
              <a:t>区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742950" lvl="1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Blip>
                <a:blip r:embed="rId2"/>
              </a:buBlip>
            </a:pPr>
            <a:r>
              <a:rPr lang="en-US" altLang="zh-CN" b="1" dirty="0" smtClean="0">
                <a:solidFill>
                  <a:prstClr val="black"/>
                </a:solidFill>
              </a:rPr>
              <a:t>SRAM</a:t>
            </a:r>
            <a:r>
              <a:rPr lang="zh-CN" altLang="en-US" b="1" dirty="0">
                <a:solidFill>
                  <a:prstClr val="black"/>
                </a:solidFill>
              </a:rPr>
              <a:t>静态数据存储器</a:t>
            </a:r>
            <a:r>
              <a:rPr lang="zh-CN" altLang="en-US" b="1" dirty="0" smtClean="0">
                <a:solidFill>
                  <a:prstClr val="black"/>
                </a:solidFill>
              </a:rPr>
              <a:t>区</a:t>
            </a:r>
            <a:endParaRPr lang="en-US" altLang="zh-CN" b="1" dirty="0" smtClean="0">
              <a:solidFill>
                <a:prstClr val="black"/>
              </a:solidFill>
            </a:endParaRPr>
          </a:p>
          <a:p>
            <a:pPr marL="742950" lvl="1" indent="-285750">
              <a:lnSpc>
                <a:spcPct val="125000"/>
              </a:lnSpc>
              <a:spcBef>
                <a:spcPts val="1200"/>
              </a:spcBef>
              <a:buClr>
                <a:schemeClr val="accent5">
                  <a:lumMod val="75000"/>
                </a:schemeClr>
              </a:buClr>
              <a:buBlip>
                <a:blip r:embed="rId2"/>
              </a:buBlip>
            </a:pPr>
            <a:r>
              <a:rPr lang="zh-CN" altLang="en-US" b="1" dirty="0" smtClean="0">
                <a:solidFill>
                  <a:prstClr val="black"/>
                </a:solidFill>
              </a:rPr>
              <a:t>片</a:t>
            </a:r>
            <a:r>
              <a:rPr lang="zh-CN" altLang="en-US" b="1" dirty="0">
                <a:solidFill>
                  <a:prstClr val="black"/>
                </a:solidFill>
              </a:rPr>
              <a:t>上外设</a:t>
            </a:r>
            <a:r>
              <a:rPr lang="zh-CN" altLang="en-US" b="1" dirty="0" smtClean="0">
                <a:solidFill>
                  <a:prstClr val="black"/>
                </a:solidFill>
              </a:rPr>
              <a:t>区</a:t>
            </a:r>
            <a:r>
              <a:rPr lang="en-US" altLang="zh-CN" b="1" dirty="0" smtClean="0">
                <a:solidFill>
                  <a:prstClr val="black"/>
                </a:solidFill>
              </a:rPr>
              <a:t>    </a:t>
            </a:r>
            <a:endParaRPr lang="zh-CN" altLang="en-U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710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2.4.3 STM32</a:t>
            </a:r>
            <a:r>
              <a:rPr lang="zh-CN" altLang="en-US" sz="2400" b="1" dirty="0">
                <a:solidFill>
                  <a:schemeClr val="bg1"/>
                </a:solidFill>
              </a:rPr>
              <a:t>存储结构</a:t>
            </a: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246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32" y="987574"/>
            <a:ext cx="7685536" cy="3744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矩形 7"/>
          <p:cNvSpPr/>
          <p:nvPr/>
        </p:nvSpPr>
        <p:spPr>
          <a:xfrm>
            <a:off x="4860032" y="4362658"/>
            <a:ext cx="27318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 </a:t>
            </a:r>
            <a:r>
              <a:rPr lang="en-US" altLang="zh-CN" b="1" dirty="0"/>
              <a:t>STM32</a:t>
            </a:r>
            <a:r>
              <a:rPr lang="zh-CN" altLang="en-US" b="1" dirty="0"/>
              <a:t>存储空间地址分配</a:t>
            </a:r>
          </a:p>
        </p:txBody>
      </p:sp>
    </p:spTree>
    <p:extLst>
      <p:ext uri="{BB962C8B-B14F-4D97-AF65-F5344CB8AC3E}">
        <p14:creationId xmlns:p14="http://schemas.microsoft.com/office/powerpoint/2010/main" val="480999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131839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2.4.3 STM32</a:t>
            </a:r>
            <a:r>
              <a:rPr lang="zh-CN" altLang="en-US" sz="2400" b="1" dirty="0">
                <a:solidFill>
                  <a:schemeClr val="bg1"/>
                </a:solidFill>
              </a:rPr>
              <a:t>存储结构</a:t>
            </a:r>
          </a:p>
        </p:txBody>
      </p:sp>
      <p:cxnSp>
        <p:nvCxnSpPr>
          <p:cNvPr id="35" name="Straight Connector 3"/>
          <p:cNvCxnSpPr/>
          <p:nvPr/>
        </p:nvCxnSpPr>
        <p:spPr>
          <a:xfrm flipV="1">
            <a:off x="-13565" y="1347291"/>
            <a:ext cx="1201189" cy="9324"/>
          </a:xfrm>
          <a:prstGeom prst="line">
            <a:avLst/>
          </a:prstGeom>
          <a:ln w="6350">
            <a:solidFill>
              <a:schemeClr val="tx2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4"/>
          <p:cNvCxnSpPr/>
          <p:nvPr/>
        </p:nvCxnSpPr>
        <p:spPr>
          <a:xfrm>
            <a:off x="1952709" y="1366123"/>
            <a:ext cx="1242138" cy="0"/>
          </a:xfrm>
          <a:prstGeom prst="line">
            <a:avLst/>
          </a:prstGeom>
          <a:ln w="6350">
            <a:solidFill>
              <a:schemeClr val="tx2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27"/>
          <p:cNvSpPr>
            <a:spLocks/>
          </p:cNvSpPr>
          <p:nvPr/>
        </p:nvSpPr>
        <p:spPr bwMode="auto">
          <a:xfrm>
            <a:off x="1336448" y="1139467"/>
            <a:ext cx="427240" cy="427240"/>
          </a:xfrm>
          <a:custGeom>
            <a:avLst/>
            <a:gdLst>
              <a:gd name="T0" fmla="*/ 545 w 913"/>
              <a:gd name="T1" fmla="*/ 9 h 913"/>
              <a:gd name="T2" fmla="*/ 367 w 913"/>
              <a:gd name="T3" fmla="*/ 9 h 913"/>
              <a:gd name="T4" fmla="*/ 0 w 913"/>
              <a:gd name="T5" fmla="*/ 456 h 913"/>
              <a:gd name="T6" fmla="*/ 367 w 913"/>
              <a:gd name="T7" fmla="*/ 904 h 913"/>
              <a:gd name="T8" fmla="*/ 545 w 913"/>
              <a:gd name="T9" fmla="*/ 904 h 913"/>
              <a:gd name="T10" fmla="*/ 913 w 913"/>
              <a:gd name="T11" fmla="*/ 456 h 913"/>
              <a:gd name="T12" fmla="*/ 339 w 913"/>
              <a:gd name="T13" fmla="*/ 108 h 913"/>
              <a:gd name="T14" fmla="*/ 171 w 913"/>
              <a:gd name="T15" fmla="*/ 225 h 913"/>
              <a:gd name="T16" fmla="*/ 118 w 913"/>
              <a:gd name="T17" fmla="*/ 314 h 913"/>
              <a:gd name="T18" fmla="*/ 181 w 913"/>
              <a:gd name="T19" fmla="*/ 403 h 913"/>
              <a:gd name="T20" fmla="*/ 118 w 913"/>
              <a:gd name="T21" fmla="*/ 314 h 913"/>
              <a:gd name="T22" fmla="*/ 91 w 913"/>
              <a:gd name="T23" fmla="*/ 492 h 913"/>
              <a:gd name="T24" fmla="*/ 196 w 913"/>
              <a:gd name="T25" fmla="*/ 581 h 913"/>
              <a:gd name="T26" fmla="*/ 158 w 913"/>
              <a:gd name="T27" fmla="*/ 670 h 913"/>
              <a:gd name="T28" fmla="*/ 339 w 913"/>
              <a:gd name="T29" fmla="*/ 804 h 913"/>
              <a:gd name="T30" fmla="*/ 412 w 913"/>
              <a:gd name="T31" fmla="*/ 748 h 913"/>
              <a:gd name="T32" fmla="*/ 412 w 913"/>
              <a:gd name="T33" fmla="*/ 670 h 913"/>
              <a:gd name="T34" fmla="*/ 412 w 913"/>
              <a:gd name="T35" fmla="*/ 581 h 913"/>
              <a:gd name="T36" fmla="*/ 269 w 913"/>
              <a:gd name="T37" fmla="*/ 492 h 913"/>
              <a:gd name="T38" fmla="*/ 412 w 913"/>
              <a:gd name="T39" fmla="*/ 581 h 913"/>
              <a:gd name="T40" fmla="*/ 271 w 913"/>
              <a:gd name="T41" fmla="*/ 403 h 913"/>
              <a:gd name="T42" fmla="*/ 412 w 913"/>
              <a:gd name="T43" fmla="*/ 314 h 913"/>
              <a:gd name="T44" fmla="*/ 412 w 913"/>
              <a:gd name="T45" fmla="*/ 225 h 913"/>
              <a:gd name="T46" fmla="*/ 412 w 913"/>
              <a:gd name="T47" fmla="*/ 165 h 913"/>
              <a:gd name="T48" fmla="*/ 795 w 913"/>
              <a:gd name="T49" fmla="*/ 314 h 913"/>
              <a:gd name="T50" fmla="*/ 732 w 913"/>
              <a:gd name="T51" fmla="*/ 403 h 913"/>
              <a:gd name="T52" fmla="*/ 795 w 913"/>
              <a:gd name="T53" fmla="*/ 314 h 913"/>
              <a:gd name="T54" fmla="*/ 672 w 913"/>
              <a:gd name="T55" fmla="*/ 225 h 913"/>
              <a:gd name="T56" fmla="*/ 742 w 913"/>
              <a:gd name="T57" fmla="*/ 225 h 913"/>
              <a:gd name="T58" fmla="*/ 564 w 913"/>
              <a:gd name="T59" fmla="*/ 225 h 913"/>
              <a:gd name="T60" fmla="*/ 501 w 913"/>
              <a:gd name="T61" fmla="*/ 165 h 913"/>
              <a:gd name="T62" fmla="*/ 617 w 913"/>
              <a:gd name="T63" fmla="*/ 314 h 913"/>
              <a:gd name="T64" fmla="*/ 501 w 913"/>
              <a:gd name="T65" fmla="*/ 403 h 913"/>
              <a:gd name="T66" fmla="*/ 501 w 913"/>
              <a:gd name="T67" fmla="*/ 492 h 913"/>
              <a:gd name="T68" fmla="*/ 624 w 913"/>
              <a:gd name="T69" fmla="*/ 581 h 913"/>
              <a:gd name="T70" fmla="*/ 501 w 913"/>
              <a:gd name="T71" fmla="*/ 492 h 913"/>
              <a:gd name="T72" fmla="*/ 501 w 913"/>
              <a:gd name="T73" fmla="*/ 670 h 913"/>
              <a:gd name="T74" fmla="*/ 501 w 913"/>
              <a:gd name="T75" fmla="*/ 748 h 913"/>
              <a:gd name="T76" fmla="*/ 682 w 913"/>
              <a:gd name="T77" fmla="*/ 670 h 913"/>
              <a:gd name="T78" fmla="*/ 573 w 913"/>
              <a:gd name="T79" fmla="*/ 804 h 913"/>
              <a:gd name="T80" fmla="*/ 733 w 913"/>
              <a:gd name="T81" fmla="*/ 492 h 913"/>
              <a:gd name="T82" fmla="*/ 802 w 913"/>
              <a:gd name="T83" fmla="*/ 581 h 9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913" h="913">
                <a:moveTo>
                  <a:pt x="751" y="108"/>
                </a:moveTo>
                <a:cubicBezTo>
                  <a:pt x="693" y="59"/>
                  <a:pt x="623" y="24"/>
                  <a:pt x="545" y="9"/>
                </a:cubicBezTo>
                <a:cubicBezTo>
                  <a:pt x="517" y="3"/>
                  <a:pt x="487" y="0"/>
                  <a:pt x="456" y="0"/>
                </a:cubicBezTo>
                <a:cubicBezTo>
                  <a:pt x="426" y="0"/>
                  <a:pt x="396" y="3"/>
                  <a:pt x="367" y="9"/>
                </a:cubicBezTo>
                <a:cubicBezTo>
                  <a:pt x="290" y="24"/>
                  <a:pt x="219" y="59"/>
                  <a:pt x="161" y="108"/>
                </a:cubicBezTo>
                <a:cubicBezTo>
                  <a:pt x="63" y="192"/>
                  <a:pt x="0" y="317"/>
                  <a:pt x="0" y="456"/>
                </a:cubicBezTo>
                <a:cubicBezTo>
                  <a:pt x="0" y="596"/>
                  <a:pt x="63" y="721"/>
                  <a:pt x="161" y="804"/>
                </a:cubicBezTo>
                <a:cubicBezTo>
                  <a:pt x="219" y="854"/>
                  <a:pt x="290" y="889"/>
                  <a:pt x="367" y="904"/>
                </a:cubicBezTo>
                <a:cubicBezTo>
                  <a:pt x="396" y="910"/>
                  <a:pt x="426" y="913"/>
                  <a:pt x="456" y="913"/>
                </a:cubicBezTo>
                <a:cubicBezTo>
                  <a:pt x="487" y="913"/>
                  <a:pt x="517" y="910"/>
                  <a:pt x="545" y="904"/>
                </a:cubicBezTo>
                <a:cubicBezTo>
                  <a:pt x="623" y="889"/>
                  <a:pt x="693" y="854"/>
                  <a:pt x="751" y="804"/>
                </a:cubicBezTo>
                <a:cubicBezTo>
                  <a:pt x="850" y="721"/>
                  <a:pt x="913" y="596"/>
                  <a:pt x="913" y="456"/>
                </a:cubicBezTo>
                <a:cubicBezTo>
                  <a:pt x="913" y="317"/>
                  <a:pt x="850" y="192"/>
                  <a:pt x="751" y="108"/>
                </a:cubicBezTo>
                <a:close/>
                <a:moveTo>
                  <a:pt x="339" y="108"/>
                </a:moveTo>
                <a:cubicBezTo>
                  <a:pt x="301" y="141"/>
                  <a:pt x="267" y="181"/>
                  <a:pt x="241" y="225"/>
                </a:cubicBezTo>
                <a:cubicBezTo>
                  <a:pt x="171" y="225"/>
                  <a:pt x="171" y="225"/>
                  <a:pt x="171" y="225"/>
                </a:cubicBezTo>
                <a:cubicBezTo>
                  <a:pt x="215" y="172"/>
                  <a:pt x="273" y="131"/>
                  <a:pt x="339" y="108"/>
                </a:cubicBezTo>
                <a:close/>
                <a:moveTo>
                  <a:pt x="118" y="314"/>
                </a:moveTo>
                <a:cubicBezTo>
                  <a:pt x="201" y="314"/>
                  <a:pt x="201" y="314"/>
                  <a:pt x="201" y="314"/>
                </a:cubicBezTo>
                <a:cubicBezTo>
                  <a:pt x="191" y="343"/>
                  <a:pt x="185" y="372"/>
                  <a:pt x="181" y="403"/>
                </a:cubicBezTo>
                <a:cubicBezTo>
                  <a:pt x="93" y="403"/>
                  <a:pt x="93" y="403"/>
                  <a:pt x="93" y="403"/>
                </a:cubicBezTo>
                <a:cubicBezTo>
                  <a:pt x="98" y="372"/>
                  <a:pt x="106" y="342"/>
                  <a:pt x="118" y="314"/>
                </a:cubicBezTo>
                <a:close/>
                <a:moveTo>
                  <a:pt x="111" y="581"/>
                </a:moveTo>
                <a:cubicBezTo>
                  <a:pt x="101" y="553"/>
                  <a:pt x="94" y="523"/>
                  <a:pt x="91" y="492"/>
                </a:cubicBezTo>
                <a:cubicBezTo>
                  <a:pt x="180" y="492"/>
                  <a:pt x="180" y="492"/>
                  <a:pt x="180" y="492"/>
                </a:cubicBezTo>
                <a:cubicBezTo>
                  <a:pt x="182" y="523"/>
                  <a:pt x="188" y="553"/>
                  <a:pt x="196" y="581"/>
                </a:cubicBezTo>
                <a:lnTo>
                  <a:pt x="111" y="581"/>
                </a:lnTo>
                <a:close/>
                <a:moveTo>
                  <a:pt x="158" y="670"/>
                </a:moveTo>
                <a:cubicBezTo>
                  <a:pt x="231" y="670"/>
                  <a:pt x="231" y="670"/>
                  <a:pt x="231" y="670"/>
                </a:cubicBezTo>
                <a:cubicBezTo>
                  <a:pt x="259" y="722"/>
                  <a:pt x="295" y="767"/>
                  <a:pt x="339" y="804"/>
                </a:cubicBezTo>
                <a:cubicBezTo>
                  <a:pt x="266" y="780"/>
                  <a:pt x="203" y="732"/>
                  <a:pt x="158" y="670"/>
                </a:cubicBezTo>
                <a:close/>
                <a:moveTo>
                  <a:pt x="412" y="748"/>
                </a:moveTo>
                <a:cubicBezTo>
                  <a:pt x="383" y="726"/>
                  <a:pt x="357" y="700"/>
                  <a:pt x="336" y="670"/>
                </a:cubicBezTo>
                <a:cubicBezTo>
                  <a:pt x="412" y="670"/>
                  <a:pt x="412" y="670"/>
                  <a:pt x="412" y="670"/>
                </a:cubicBezTo>
                <a:lnTo>
                  <a:pt x="412" y="748"/>
                </a:lnTo>
                <a:close/>
                <a:moveTo>
                  <a:pt x="412" y="581"/>
                </a:moveTo>
                <a:cubicBezTo>
                  <a:pt x="289" y="581"/>
                  <a:pt x="289" y="581"/>
                  <a:pt x="289" y="581"/>
                </a:cubicBezTo>
                <a:cubicBezTo>
                  <a:pt x="279" y="553"/>
                  <a:pt x="272" y="523"/>
                  <a:pt x="269" y="492"/>
                </a:cubicBezTo>
                <a:cubicBezTo>
                  <a:pt x="412" y="492"/>
                  <a:pt x="412" y="492"/>
                  <a:pt x="412" y="492"/>
                </a:cubicBezTo>
                <a:lnTo>
                  <a:pt x="412" y="581"/>
                </a:lnTo>
                <a:close/>
                <a:moveTo>
                  <a:pt x="412" y="403"/>
                </a:moveTo>
                <a:cubicBezTo>
                  <a:pt x="271" y="403"/>
                  <a:pt x="271" y="403"/>
                  <a:pt x="271" y="403"/>
                </a:cubicBezTo>
                <a:cubicBezTo>
                  <a:pt x="276" y="372"/>
                  <a:pt x="284" y="342"/>
                  <a:pt x="296" y="314"/>
                </a:cubicBezTo>
                <a:cubicBezTo>
                  <a:pt x="412" y="314"/>
                  <a:pt x="412" y="314"/>
                  <a:pt x="412" y="314"/>
                </a:cubicBezTo>
                <a:lnTo>
                  <a:pt x="412" y="403"/>
                </a:lnTo>
                <a:close/>
                <a:moveTo>
                  <a:pt x="412" y="225"/>
                </a:moveTo>
                <a:cubicBezTo>
                  <a:pt x="349" y="225"/>
                  <a:pt x="349" y="225"/>
                  <a:pt x="349" y="225"/>
                </a:cubicBezTo>
                <a:cubicBezTo>
                  <a:pt x="368" y="202"/>
                  <a:pt x="389" y="182"/>
                  <a:pt x="412" y="165"/>
                </a:cubicBezTo>
                <a:lnTo>
                  <a:pt x="412" y="225"/>
                </a:lnTo>
                <a:close/>
                <a:moveTo>
                  <a:pt x="795" y="314"/>
                </a:moveTo>
                <a:cubicBezTo>
                  <a:pt x="807" y="342"/>
                  <a:pt x="815" y="372"/>
                  <a:pt x="820" y="403"/>
                </a:cubicBezTo>
                <a:cubicBezTo>
                  <a:pt x="732" y="403"/>
                  <a:pt x="732" y="403"/>
                  <a:pt x="732" y="403"/>
                </a:cubicBezTo>
                <a:cubicBezTo>
                  <a:pt x="728" y="372"/>
                  <a:pt x="721" y="343"/>
                  <a:pt x="712" y="314"/>
                </a:cubicBezTo>
                <a:lnTo>
                  <a:pt x="795" y="314"/>
                </a:lnTo>
                <a:close/>
                <a:moveTo>
                  <a:pt x="742" y="225"/>
                </a:moveTo>
                <a:cubicBezTo>
                  <a:pt x="672" y="225"/>
                  <a:pt x="672" y="225"/>
                  <a:pt x="672" y="225"/>
                </a:cubicBezTo>
                <a:cubicBezTo>
                  <a:pt x="645" y="181"/>
                  <a:pt x="612" y="141"/>
                  <a:pt x="573" y="108"/>
                </a:cubicBezTo>
                <a:cubicBezTo>
                  <a:pt x="640" y="131"/>
                  <a:pt x="698" y="172"/>
                  <a:pt x="742" y="225"/>
                </a:cubicBezTo>
                <a:close/>
                <a:moveTo>
                  <a:pt x="501" y="165"/>
                </a:moveTo>
                <a:cubicBezTo>
                  <a:pt x="524" y="182"/>
                  <a:pt x="545" y="202"/>
                  <a:pt x="564" y="225"/>
                </a:cubicBezTo>
                <a:cubicBezTo>
                  <a:pt x="501" y="225"/>
                  <a:pt x="501" y="225"/>
                  <a:pt x="501" y="225"/>
                </a:cubicBezTo>
                <a:lnTo>
                  <a:pt x="501" y="165"/>
                </a:lnTo>
                <a:close/>
                <a:moveTo>
                  <a:pt x="501" y="314"/>
                </a:moveTo>
                <a:cubicBezTo>
                  <a:pt x="617" y="314"/>
                  <a:pt x="617" y="314"/>
                  <a:pt x="617" y="314"/>
                </a:cubicBezTo>
                <a:cubicBezTo>
                  <a:pt x="629" y="342"/>
                  <a:pt x="637" y="372"/>
                  <a:pt x="642" y="403"/>
                </a:cubicBezTo>
                <a:cubicBezTo>
                  <a:pt x="501" y="403"/>
                  <a:pt x="501" y="403"/>
                  <a:pt x="501" y="403"/>
                </a:cubicBezTo>
                <a:lnTo>
                  <a:pt x="501" y="314"/>
                </a:lnTo>
                <a:close/>
                <a:moveTo>
                  <a:pt x="501" y="492"/>
                </a:moveTo>
                <a:cubicBezTo>
                  <a:pt x="644" y="492"/>
                  <a:pt x="644" y="492"/>
                  <a:pt x="644" y="492"/>
                </a:cubicBezTo>
                <a:cubicBezTo>
                  <a:pt x="641" y="523"/>
                  <a:pt x="634" y="553"/>
                  <a:pt x="624" y="581"/>
                </a:cubicBezTo>
                <a:cubicBezTo>
                  <a:pt x="501" y="581"/>
                  <a:pt x="501" y="581"/>
                  <a:pt x="501" y="581"/>
                </a:cubicBezTo>
                <a:lnTo>
                  <a:pt x="501" y="492"/>
                </a:lnTo>
                <a:close/>
                <a:moveTo>
                  <a:pt x="501" y="748"/>
                </a:moveTo>
                <a:cubicBezTo>
                  <a:pt x="501" y="670"/>
                  <a:pt x="501" y="670"/>
                  <a:pt x="501" y="670"/>
                </a:cubicBezTo>
                <a:cubicBezTo>
                  <a:pt x="577" y="670"/>
                  <a:pt x="577" y="670"/>
                  <a:pt x="577" y="670"/>
                </a:cubicBezTo>
                <a:cubicBezTo>
                  <a:pt x="555" y="700"/>
                  <a:pt x="530" y="726"/>
                  <a:pt x="501" y="748"/>
                </a:cubicBezTo>
                <a:close/>
                <a:moveTo>
                  <a:pt x="573" y="804"/>
                </a:moveTo>
                <a:cubicBezTo>
                  <a:pt x="617" y="767"/>
                  <a:pt x="654" y="722"/>
                  <a:pt x="682" y="670"/>
                </a:cubicBezTo>
                <a:cubicBezTo>
                  <a:pt x="755" y="670"/>
                  <a:pt x="755" y="670"/>
                  <a:pt x="755" y="670"/>
                </a:cubicBezTo>
                <a:cubicBezTo>
                  <a:pt x="710" y="732"/>
                  <a:pt x="647" y="780"/>
                  <a:pt x="573" y="804"/>
                </a:cubicBezTo>
                <a:close/>
                <a:moveTo>
                  <a:pt x="717" y="581"/>
                </a:moveTo>
                <a:cubicBezTo>
                  <a:pt x="725" y="553"/>
                  <a:pt x="731" y="523"/>
                  <a:pt x="733" y="492"/>
                </a:cubicBezTo>
                <a:cubicBezTo>
                  <a:pt x="822" y="492"/>
                  <a:pt x="822" y="492"/>
                  <a:pt x="822" y="492"/>
                </a:cubicBezTo>
                <a:cubicBezTo>
                  <a:pt x="819" y="523"/>
                  <a:pt x="812" y="553"/>
                  <a:pt x="802" y="581"/>
                </a:cubicBezTo>
                <a:lnTo>
                  <a:pt x="717" y="5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38" name="Group 28"/>
          <p:cNvGrpSpPr/>
          <p:nvPr/>
        </p:nvGrpSpPr>
        <p:grpSpPr>
          <a:xfrm>
            <a:off x="3254519" y="1195587"/>
            <a:ext cx="604111" cy="341074"/>
            <a:chOff x="6475413" y="254001"/>
            <a:chExt cx="762000" cy="430212"/>
          </a:xfrm>
          <a:solidFill>
            <a:schemeClr val="accent2"/>
          </a:solidFill>
        </p:grpSpPr>
        <p:sp>
          <p:nvSpPr>
            <p:cNvPr id="50" name="Freeform: Shape 29"/>
            <p:cNvSpPr>
              <a:spLocks/>
            </p:cNvSpPr>
            <p:nvPr/>
          </p:nvSpPr>
          <p:spPr bwMode="auto">
            <a:xfrm>
              <a:off x="6475413" y="652463"/>
              <a:ext cx="762000" cy="31750"/>
            </a:xfrm>
            <a:custGeom>
              <a:avLst/>
              <a:gdLst>
                <a:gd name="T0" fmla="*/ 0 w 1140"/>
                <a:gd name="T1" fmla="*/ 0 h 47"/>
                <a:gd name="T2" fmla="*/ 197 w 1140"/>
                <a:gd name="T3" fmla="*/ 47 h 47"/>
                <a:gd name="T4" fmla="*/ 992 w 1140"/>
                <a:gd name="T5" fmla="*/ 45 h 47"/>
                <a:gd name="T6" fmla="*/ 1140 w 1140"/>
                <a:gd name="T7" fmla="*/ 0 h 47"/>
                <a:gd name="T8" fmla="*/ 0 w 1140"/>
                <a:gd name="T9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0" h="47">
                  <a:moveTo>
                    <a:pt x="0" y="0"/>
                  </a:moveTo>
                  <a:cubicBezTo>
                    <a:pt x="0" y="0"/>
                    <a:pt x="97" y="47"/>
                    <a:pt x="197" y="47"/>
                  </a:cubicBezTo>
                  <a:cubicBezTo>
                    <a:pt x="298" y="47"/>
                    <a:pt x="992" y="45"/>
                    <a:pt x="992" y="45"/>
                  </a:cubicBezTo>
                  <a:cubicBezTo>
                    <a:pt x="992" y="45"/>
                    <a:pt x="1107" y="42"/>
                    <a:pt x="1140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1" name="Freeform: Shape 30"/>
            <p:cNvSpPr>
              <a:spLocks/>
            </p:cNvSpPr>
            <p:nvPr/>
          </p:nvSpPr>
          <p:spPr bwMode="auto">
            <a:xfrm>
              <a:off x="6769100" y="352426"/>
              <a:ext cx="168275" cy="158750"/>
            </a:xfrm>
            <a:custGeom>
              <a:avLst/>
              <a:gdLst>
                <a:gd name="T0" fmla="*/ 106 w 106"/>
                <a:gd name="T1" fmla="*/ 38 h 100"/>
                <a:gd name="T2" fmla="*/ 65 w 106"/>
                <a:gd name="T3" fmla="*/ 38 h 100"/>
                <a:gd name="T4" fmla="*/ 53 w 106"/>
                <a:gd name="T5" fmla="*/ 0 h 100"/>
                <a:gd name="T6" fmla="*/ 40 w 106"/>
                <a:gd name="T7" fmla="*/ 38 h 100"/>
                <a:gd name="T8" fmla="*/ 0 w 106"/>
                <a:gd name="T9" fmla="*/ 38 h 100"/>
                <a:gd name="T10" fmla="*/ 33 w 106"/>
                <a:gd name="T11" fmla="*/ 62 h 100"/>
                <a:gd name="T12" fmla="*/ 20 w 106"/>
                <a:gd name="T13" fmla="*/ 100 h 100"/>
                <a:gd name="T14" fmla="*/ 53 w 106"/>
                <a:gd name="T15" fmla="*/ 76 h 100"/>
                <a:gd name="T16" fmla="*/ 85 w 106"/>
                <a:gd name="T17" fmla="*/ 100 h 100"/>
                <a:gd name="T18" fmla="*/ 73 w 106"/>
                <a:gd name="T19" fmla="*/ 62 h 100"/>
                <a:gd name="T20" fmla="*/ 106 w 106"/>
                <a:gd name="T21" fmla="*/ 38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6" h="100">
                  <a:moveTo>
                    <a:pt x="106" y="38"/>
                  </a:moveTo>
                  <a:lnTo>
                    <a:pt x="65" y="38"/>
                  </a:lnTo>
                  <a:lnTo>
                    <a:pt x="53" y="0"/>
                  </a:lnTo>
                  <a:lnTo>
                    <a:pt x="40" y="38"/>
                  </a:lnTo>
                  <a:lnTo>
                    <a:pt x="0" y="38"/>
                  </a:lnTo>
                  <a:lnTo>
                    <a:pt x="33" y="62"/>
                  </a:lnTo>
                  <a:lnTo>
                    <a:pt x="20" y="100"/>
                  </a:lnTo>
                  <a:lnTo>
                    <a:pt x="53" y="76"/>
                  </a:lnTo>
                  <a:lnTo>
                    <a:pt x="85" y="100"/>
                  </a:lnTo>
                  <a:lnTo>
                    <a:pt x="73" y="62"/>
                  </a:lnTo>
                  <a:lnTo>
                    <a:pt x="106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2" name="Freeform: Shape 31"/>
            <p:cNvSpPr>
              <a:spLocks/>
            </p:cNvSpPr>
            <p:nvPr/>
          </p:nvSpPr>
          <p:spPr bwMode="auto">
            <a:xfrm>
              <a:off x="6724650" y="342901"/>
              <a:ext cx="47625" cy="53975"/>
            </a:xfrm>
            <a:custGeom>
              <a:avLst/>
              <a:gdLst>
                <a:gd name="T0" fmla="*/ 44 w 71"/>
                <a:gd name="T1" fmla="*/ 0 h 80"/>
                <a:gd name="T2" fmla="*/ 0 w 71"/>
                <a:gd name="T3" fmla="*/ 65 h 80"/>
                <a:gd name="T4" fmla="*/ 35 w 71"/>
                <a:gd name="T5" fmla="*/ 80 h 80"/>
                <a:gd name="T6" fmla="*/ 71 w 71"/>
                <a:gd name="T7" fmla="*/ 27 h 80"/>
                <a:gd name="T8" fmla="*/ 44 w 71"/>
                <a:gd name="T9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80">
                  <a:moveTo>
                    <a:pt x="44" y="0"/>
                  </a:moveTo>
                  <a:cubicBezTo>
                    <a:pt x="25" y="19"/>
                    <a:pt x="10" y="41"/>
                    <a:pt x="0" y="65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43" y="60"/>
                    <a:pt x="55" y="42"/>
                    <a:pt x="71" y="27"/>
                  </a:cubicBezTo>
                  <a:lnTo>
                    <a:pt x="44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3" name="Freeform: Shape 32"/>
            <p:cNvSpPr>
              <a:spLocks/>
            </p:cNvSpPr>
            <p:nvPr/>
          </p:nvSpPr>
          <p:spPr bwMode="auto">
            <a:xfrm>
              <a:off x="6713538" y="438151"/>
              <a:ext cx="34925" cy="52388"/>
            </a:xfrm>
            <a:custGeom>
              <a:avLst/>
              <a:gdLst>
                <a:gd name="T0" fmla="*/ 38 w 51"/>
                <a:gd name="T1" fmla="*/ 0 h 78"/>
                <a:gd name="T2" fmla="*/ 0 w 51"/>
                <a:gd name="T3" fmla="*/ 1 h 78"/>
                <a:gd name="T4" fmla="*/ 15 w 51"/>
                <a:gd name="T5" fmla="*/ 78 h 78"/>
                <a:gd name="T6" fmla="*/ 51 w 51"/>
                <a:gd name="T7" fmla="*/ 64 h 78"/>
                <a:gd name="T8" fmla="*/ 38 w 51"/>
                <a:gd name="T9" fmla="*/ 1 h 78"/>
                <a:gd name="T10" fmla="*/ 38 w 51"/>
                <a:gd name="T11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78">
                  <a:moveTo>
                    <a:pt x="38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28"/>
                    <a:pt x="5" y="54"/>
                    <a:pt x="15" y="78"/>
                  </a:cubicBezTo>
                  <a:cubicBezTo>
                    <a:pt x="51" y="64"/>
                    <a:pt x="51" y="64"/>
                    <a:pt x="51" y="64"/>
                  </a:cubicBezTo>
                  <a:cubicBezTo>
                    <a:pt x="42" y="44"/>
                    <a:pt x="38" y="23"/>
                    <a:pt x="38" y="1"/>
                  </a:cubicBezTo>
                  <a:lnTo>
                    <a:pt x="3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4" name="Freeform: Shape 33"/>
            <p:cNvSpPr>
              <a:spLocks/>
            </p:cNvSpPr>
            <p:nvPr/>
          </p:nvSpPr>
          <p:spPr bwMode="auto">
            <a:xfrm>
              <a:off x="6753225" y="515938"/>
              <a:ext cx="53975" cy="49213"/>
            </a:xfrm>
            <a:custGeom>
              <a:avLst/>
              <a:gdLst>
                <a:gd name="T0" fmla="*/ 0 w 81"/>
                <a:gd name="T1" fmla="*/ 27 h 72"/>
                <a:gd name="T2" fmla="*/ 66 w 81"/>
                <a:gd name="T3" fmla="*/ 72 h 72"/>
                <a:gd name="T4" fmla="*/ 81 w 81"/>
                <a:gd name="T5" fmla="*/ 36 h 72"/>
                <a:gd name="T6" fmla="*/ 27 w 81"/>
                <a:gd name="T7" fmla="*/ 0 h 72"/>
                <a:gd name="T8" fmla="*/ 0 w 81"/>
                <a:gd name="T9" fmla="*/ 27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72">
                  <a:moveTo>
                    <a:pt x="0" y="27"/>
                  </a:moveTo>
                  <a:cubicBezTo>
                    <a:pt x="19" y="46"/>
                    <a:pt x="42" y="61"/>
                    <a:pt x="66" y="72"/>
                  </a:cubicBezTo>
                  <a:cubicBezTo>
                    <a:pt x="81" y="36"/>
                    <a:pt x="81" y="36"/>
                    <a:pt x="81" y="36"/>
                  </a:cubicBezTo>
                  <a:cubicBezTo>
                    <a:pt x="61" y="28"/>
                    <a:pt x="43" y="16"/>
                    <a:pt x="27" y="0"/>
                  </a:cubicBezTo>
                  <a:lnTo>
                    <a:pt x="0" y="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5" name="Freeform: Shape 34"/>
            <p:cNvSpPr>
              <a:spLocks/>
            </p:cNvSpPr>
            <p:nvPr/>
          </p:nvSpPr>
          <p:spPr bwMode="auto">
            <a:xfrm>
              <a:off x="6797675" y="303213"/>
              <a:ext cx="52388" cy="33338"/>
            </a:xfrm>
            <a:custGeom>
              <a:avLst/>
              <a:gdLst>
                <a:gd name="T0" fmla="*/ 78 w 78"/>
                <a:gd name="T1" fmla="*/ 38 h 51"/>
                <a:gd name="T2" fmla="*/ 78 w 78"/>
                <a:gd name="T3" fmla="*/ 38 h 51"/>
                <a:gd name="T4" fmla="*/ 78 w 78"/>
                <a:gd name="T5" fmla="*/ 0 h 51"/>
                <a:gd name="T6" fmla="*/ 0 w 78"/>
                <a:gd name="T7" fmla="*/ 16 h 51"/>
                <a:gd name="T8" fmla="*/ 15 w 78"/>
                <a:gd name="T9" fmla="*/ 51 h 51"/>
                <a:gd name="T10" fmla="*/ 78 w 78"/>
                <a:gd name="T11" fmla="*/ 38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51">
                  <a:moveTo>
                    <a:pt x="78" y="38"/>
                  </a:moveTo>
                  <a:cubicBezTo>
                    <a:pt x="78" y="38"/>
                    <a:pt x="78" y="38"/>
                    <a:pt x="78" y="38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51" y="0"/>
                    <a:pt x="25" y="5"/>
                    <a:pt x="0" y="16"/>
                  </a:cubicBezTo>
                  <a:cubicBezTo>
                    <a:pt x="15" y="51"/>
                    <a:pt x="15" y="51"/>
                    <a:pt x="15" y="51"/>
                  </a:cubicBezTo>
                  <a:cubicBezTo>
                    <a:pt x="35" y="42"/>
                    <a:pt x="56" y="38"/>
                    <a:pt x="78" y="3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6" name="Freeform: Shape 35"/>
            <p:cNvSpPr>
              <a:spLocks/>
            </p:cNvSpPr>
            <p:nvPr/>
          </p:nvSpPr>
          <p:spPr bwMode="auto">
            <a:xfrm>
              <a:off x="6953250" y="387351"/>
              <a:ext cx="33338" cy="50800"/>
            </a:xfrm>
            <a:custGeom>
              <a:avLst/>
              <a:gdLst>
                <a:gd name="T0" fmla="*/ 0 w 50"/>
                <a:gd name="T1" fmla="*/ 14 h 78"/>
                <a:gd name="T2" fmla="*/ 12 w 50"/>
                <a:gd name="T3" fmla="*/ 78 h 78"/>
                <a:gd name="T4" fmla="*/ 12 w 50"/>
                <a:gd name="T5" fmla="*/ 78 h 78"/>
                <a:gd name="T6" fmla="*/ 50 w 50"/>
                <a:gd name="T7" fmla="*/ 78 h 78"/>
                <a:gd name="T8" fmla="*/ 35 w 50"/>
                <a:gd name="T9" fmla="*/ 0 h 78"/>
                <a:gd name="T10" fmla="*/ 0 w 50"/>
                <a:gd name="T11" fmla="*/ 14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0" h="78">
                  <a:moveTo>
                    <a:pt x="0" y="14"/>
                  </a:moveTo>
                  <a:cubicBezTo>
                    <a:pt x="8" y="34"/>
                    <a:pt x="12" y="56"/>
                    <a:pt x="12" y="78"/>
                  </a:cubicBezTo>
                  <a:cubicBezTo>
                    <a:pt x="12" y="78"/>
                    <a:pt x="12" y="78"/>
                    <a:pt x="12" y="78"/>
                  </a:cubicBezTo>
                  <a:cubicBezTo>
                    <a:pt x="50" y="78"/>
                    <a:pt x="50" y="78"/>
                    <a:pt x="50" y="78"/>
                  </a:cubicBezTo>
                  <a:cubicBezTo>
                    <a:pt x="50" y="51"/>
                    <a:pt x="45" y="25"/>
                    <a:pt x="35" y="0"/>
                  </a:cubicBezTo>
                  <a:lnTo>
                    <a:pt x="0" y="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7" name="Freeform: Shape 36"/>
            <p:cNvSpPr>
              <a:spLocks/>
            </p:cNvSpPr>
            <p:nvPr/>
          </p:nvSpPr>
          <p:spPr bwMode="auto">
            <a:xfrm>
              <a:off x="6892925" y="312738"/>
              <a:ext cx="53975" cy="47625"/>
            </a:xfrm>
            <a:custGeom>
              <a:avLst/>
              <a:gdLst>
                <a:gd name="T0" fmla="*/ 81 w 81"/>
                <a:gd name="T1" fmla="*/ 44 h 71"/>
                <a:gd name="T2" fmla="*/ 15 w 81"/>
                <a:gd name="T3" fmla="*/ 0 h 71"/>
                <a:gd name="T4" fmla="*/ 0 w 81"/>
                <a:gd name="T5" fmla="*/ 35 h 71"/>
                <a:gd name="T6" fmla="*/ 54 w 81"/>
                <a:gd name="T7" fmla="*/ 71 h 71"/>
                <a:gd name="T8" fmla="*/ 81 w 81"/>
                <a:gd name="T9" fmla="*/ 44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71">
                  <a:moveTo>
                    <a:pt x="81" y="44"/>
                  </a:moveTo>
                  <a:cubicBezTo>
                    <a:pt x="62" y="25"/>
                    <a:pt x="39" y="10"/>
                    <a:pt x="15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0" y="43"/>
                    <a:pt x="38" y="55"/>
                    <a:pt x="54" y="71"/>
                  </a:cubicBezTo>
                  <a:lnTo>
                    <a:pt x="81" y="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8" name="Freeform: Shape 37"/>
            <p:cNvSpPr>
              <a:spLocks/>
            </p:cNvSpPr>
            <p:nvPr/>
          </p:nvSpPr>
          <p:spPr bwMode="auto">
            <a:xfrm>
              <a:off x="6850063" y="541338"/>
              <a:ext cx="52388" cy="33338"/>
            </a:xfrm>
            <a:custGeom>
              <a:avLst/>
              <a:gdLst>
                <a:gd name="T0" fmla="*/ 1 w 78"/>
                <a:gd name="T1" fmla="*/ 12 h 50"/>
                <a:gd name="T2" fmla="*/ 0 w 78"/>
                <a:gd name="T3" fmla="*/ 12 h 50"/>
                <a:gd name="T4" fmla="*/ 1 w 78"/>
                <a:gd name="T5" fmla="*/ 50 h 50"/>
                <a:gd name="T6" fmla="*/ 78 w 78"/>
                <a:gd name="T7" fmla="*/ 35 h 50"/>
                <a:gd name="T8" fmla="*/ 64 w 78"/>
                <a:gd name="T9" fmla="*/ 0 h 50"/>
                <a:gd name="T10" fmla="*/ 1 w 78"/>
                <a:gd name="T11" fmla="*/ 12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8" h="50">
                  <a:moveTo>
                    <a:pt x="1" y="12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" y="50"/>
                    <a:pt x="1" y="50"/>
                    <a:pt x="1" y="50"/>
                  </a:cubicBezTo>
                  <a:cubicBezTo>
                    <a:pt x="27" y="50"/>
                    <a:pt x="53" y="45"/>
                    <a:pt x="78" y="35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44" y="8"/>
                    <a:pt x="22" y="12"/>
                    <a:pt x="1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59" name="Freeform: Shape 38"/>
            <p:cNvSpPr>
              <a:spLocks/>
            </p:cNvSpPr>
            <p:nvPr/>
          </p:nvSpPr>
          <p:spPr bwMode="auto">
            <a:xfrm>
              <a:off x="6927850" y="481013"/>
              <a:ext cx="47625" cy="53975"/>
            </a:xfrm>
            <a:custGeom>
              <a:avLst/>
              <a:gdLst>
                <a:gd name="T0" fmla="*/ 0 w 71"/>
                <a:gd name="T1" fmla="*/ 53 h 80"/>
                <a:gd name="T2" fmla="*/ 27 w 71"/>
                <a:gd name="T3" fmla="*/ 80 h 80"/>
                <a:gd name="T4" fmla="*/ 71 w 71"/>
                <a:gd name="T5" fmla="*/ 14 h 80"/>
                <a:gd name="T6" fmla="*/ 36 w 71"/>
                <a:gd name="T7" fmla="*/ 0 h 80"/>
                <a:gd name="T8" fmla="*/ 0 w 71"/>
                <a:gd name="T9" fmla="*/ 53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1" h="80">
                  <a:moveTo>
                    <a:pt x="0" y="53"/>
                  </a:moveTo>
                  <a:cubicBezTo>
                    <a:pt x="27" y="80"/>
                    <a:pt x="27" y="80"/>
                    <a:pt x="27" y="80"/>
                  </a:cubicBezTo>
                  <a:cubicBezTo>
                    <a:pt x="46" y="61"/>
                    <a:pt x="61" y="39"/>
                    <a:pt x="71" y="14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8" y="20"/>
                    <a:pt x="16" y="38"/>
                    <a:pt x="0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0" name="Freeform: Shape 39"/>
            <p:cNvSpPr>
              <a:spLocks/>
            </p:cNvSpPr>
            <p:nvPr/>
          </p:nvSpPr>
          <p:spPr bwMode="auto">
            <a:xfrm>
              <a:off x="6580188" y="254001"/>
              <a:ext cx="552450" cy="369888"/>
            </a:xfrm>
            <a:custGeom>
              <a:avLst/>
              <a:gdLst>
                <a:gd name="T0" fmla="*/ 35 w 827"/>
                <a:gd name="T1" fmla="*/ 554 h 554"/>
                <a:gd name="T2" fmla="*/ 793 w 827"/>
                <a:gd name="T3" fmla="*/ 554 h 554"/>
                <a:gd name="T4" fmla="*/ 827 w 827"/>
                <a:gd name="T5" fmla="*/ 519 h 554"/>
                <a:gd name="T6" fmla="*/ 827 w 827"/>
                <a:gd name="T7" fmla="*/ 34 h 554"/>
                <a:gd name="T8" fmla="*/ 793 w 827"/>
                <a:gd name="T9" fmla="*/ 0 h 554"/>
                <a:gd name="T10" fmla="*/ 35 w 827"/>
                <a:gd name="T11" fmla="*/ 0 h 554"/>
                <a:gd name="T12" fmla="*/ 0 w 827"/>
                <a:gd name="T13" fmla="*/ 34 h 554"/>
                <a:gd name="T14" fmla="*/ 0 w 827"/>
                <a:gd name="T15" fmla="*/ 519 h 554"/>
                <a:gd name="T16" fmla="*/ 35 w 827"/>
                <a:gd name="T17" fmla="*/ 554 h 554"/>
                <a:gd name="T18" fmla="*/ 42 w 827"/>
                <a:gd name="T19" fmla="*/ 41 h 554"/>
                <a:gd name="T20" fmla="*/ 782 w 827"/>
                <a:gd name="T21" fmla="*/ 41 h 554"/>
                <a:gd name="T22" fmla="*/ 782 w 827"/>
                <a:gd name="T23" fmla="*/ 505 h 554"/>
                <a:gd name="T24" fmla="*/ 42 w 827"/>
                <a:gd name="T25" fmla="*/ 505 h 554"/>
                <a:gd name="T26" fmla="*/ 42 w 827"/>
                <a:gd name="T27" fmla="*/ 41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27" h="554">
                  <a:moveTo>
                    <a:pt x="35" y="554"/>
                  </a:moveTo>
                  <a:cubicBezTo>
                    <a:pt x="793" y="554"/>
                    <a:pt x="793" y="554"/>
                    <a:pt x="793" y="554"/>
                  </a:cubicBezTo>
                  <a:cubicBezTo>
                    <a:pt x="811" y="554"/>
                    <a:pt x="827" y="538"/>
                    <a:pt x="827" y="519"/>
                  </a:cubicBezTo>
                  <a:cubicBezTo>
                    <a:pt x="827" y="34"/>
                    <a:pt x="827" y="34"/>
                    <a:pt x="827" y="34"/>
                  </a:cubicBezTo>
                  <a:cubicBezTo>
                    <a:pt x="827" y="15"/>
                    <a:pt x="811" y="0"/>
                    <a:pt x="793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16" y="0"/>
                    <a:pt x="0" y="15"/>
                    <a:pt x="0" y="34"/>
                  </a:cubicBezTo>
                  <a:cubicBezTo>
                    <a:pt x="0" y="519"/>
                    <a:pt x="0" y="519"/>
                    <a:pt x="0" y="519"/>
                  </a:cubicBezTo>
                  <a:cubicBezTo>
                    <a:pt x="0" y="538"/>
                    <a:pt x="16" y="554"/>
                    <a:pt x="35" y="554"/>
                  </a:cubicBezTo>
                  <a:close/>
                  <a:moveTo>
                    <a:pt x="42" y="41"/>
                  </a:moveTo>
                  <a:cubicBezTo>
                    <a:pt x="782" y="41"/>
                    <a:pt x="782" y="41"/>
                    <a:pt x="782" y="41"/>
                  </a:cubicBezTo>
                  <a:cubicBezTo>
                    <a:pt x="782" y="505"/>
                    <a:pt x="782" y="505"/>
                    <a:pt x="782" y="505"/>
                  </a:cubicBezTo>
                  <a:cubicBezTo>
                    <a:pt x="42" y="505"/>
                    <a:pt x="42" y="505"/>
                    <a:pt x="42" y="505"/>
                  </a:cubicBezTo>
                  <a:lnTo>
                    <a:pt x="42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9" name="Group 40"/>
          <p:cNvGrpSpPr/>
          <p:nvPr/>
        </p:nvGrpSpPr>
        <p:grpSpPr>
          <a:xfrm>
            <a:off x="7394052" y="1131590"/>
            <a:ext cx="418308" cy="418308"/>
            <a:chOff x="1981200" y="163513"/>
            <a:chExt cx="609600" cy="609600"/>
          </a:xfrm>
          <a:solidFill>
            <a:schemeClr val="accent4"/>
          </a:solidFill>
        </p:grpSpPr>
        <p:sp>
          <p:nvSpPr>
            <p:cNvPr id="47" name="Freeform: Shape 41"/>
            <p:cNvSpPr>
              <a:spLocks/>
            </p:cNvSpPr>
            <p:nvPr/>
          </p:nvSpPr>
          <p:spPr bwMode="auto">
            <a:xfrm>
              <a:off x="1981200" y="163513"/>
              <a:ext cx="609600" cy="609600"/>
            </a:xfrm>
            <a:custGeom>
              <a:avLst/>
              <a:gdLst>
                <a:gd name="T0" fmla="*/ 456 w 912"/>
                <a:gd name="T1" fmla="*/ 912 h 912"/>
                <a:gd name="T2" fmla="*/ 0 w 912"/>
                <a:gd name="T3" fmla="*/ 456 h 912"/>
                <a:gd name="T4" fmla="*/ 456 w 912"/>
                <a:gd name="T5" fmla="*/ 0 h 912"/>
                <a:gd name="T6" fmla="*/ 912 w 912"/>
                <a:gd name="T7" fmla="*/ 456 h 912"/>
                <a:gd name="T8" fmla="*/ 456 w 912"/>
                <a:gd name="T9" fmla="*/ 912 h 912"/>
                <a:gd name="T10" fmla="*/ 456 w 912"/>
                <a:gd name="T11" fmla="*/ 114 h 912"/>
                <a:gd name="T12" fmla="*/ 114 w 912"/>
                <a:gd name="T13" fmla="*/ 456 h 912"/>
                <a:gd name="T14" fmla="*/ 456 w 912"/>
                <a:gd name="T15" fmla="*/ 798 h 912"/>
                <a:gd name="T16" fmla="*/ 798 w 912"/>
                <a:gd name="T17" fmla="*/ 456 h 912"/>
                <a:gd name="T18" fmla="*/ 456 w 912"/>
                <a:gd name="T19" fmla="*/ 114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12" h="912">
                  <a:moveTo>
                    <a:pt x="456" y="912"/>
                  </a:moveTo>
                  <a:cubicBezTo>
                    <a:pt x="204" y="912"/>
                    <a:pt x="0" y="708"/>
                    <a:pt x="0" y="456"/>
                  </a:cubicBezTo>
                  <a:cubicBezTo>
                    <a:pt x="0" y="205"/>
                    <a:pt x="204" y="0"/>
                    <a:pt x="456" y="0"/>
                  </a:cubicBezTo>
                  <a:cubicBezTo>
                    <a:pt x="707" y="0"/>
                    <a:pt x="912" y="205"/>
                    <a:pt x="912" y="456"/>
                  </a:cubicBezTo>
                  <a:cubicBezTo>
                    <a:pt x="912" y="708"/>
                    <a:pt x="707" y="912"/>
                    <a:pt x="456" y="912"/>
                  </a:cubicBezTo>
                  <a:close/>
                  <a:moveTo>
                    <a:pt x="456" y="114"/>
                  </a:moveTo>
                  <a:cubicBezTo>
                    <a:pt x="267" y="114"/>
                    <a:pt x="114" y="267"/>
                    <a:pt x="114" y="456"/>
                  </a:cubicBezTo>
                  <a:cubicBezTo>
                    <a:pt x="114" y="645"/>
                    <a:pt x="267" y="798"/>
                    <a:pt x="456" y="798"/>
                  </a:cubicBezTo>
                  <a:cubicBezTo>
                    <a:pt x="644" y="798"/>
                    <a:pt x="798" y="645"/>
                    <a:pt x="798" y="456"/>
                  </a:cubicBezTo>
                  <a:cubicBezTo>
                    <a:pt x="798" y="267"/>
                    <a:pt x="644" y="114"/>
                    <a:pt x="456" y="1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8" name="Freeform: Shape 42"/>
            <p:cNvSpPr>
              <a:spLocks/>
            </p:cNvSpPr>
            <p:nvPr/>
          </p:nvSpPr>
          <p:spPr bwMode="auto">
            <a:xfrm>
              <a:off x="2178050" y="328613"/>
              <a:ext cx="261938" cy="209550"/>
            </a:xfrm>
            <a:custGeom>
              <a:avLst/>
              <a:gdLst>
                <a:gd name="T0" fmla="*/ 199 w 394"/>
                <a:gd name="T1" fmla="*/ 112 h 313"/>
                <a:gd name="T2" fmla="*/ 162 w 394"/>
                <a:gd name="T3" fmla="*/ 105 h 313"/>
                <a:gd name="T4" fmla="*/ 136 w 394"/>
                <a:gd name="T5" fmla="*/ 108 h 313"/>
                <a:gd name="T6" fmla="*/ 0 w 394"/>
                <a:gd name="T7" fmla="*/ 42 h 313"/>
                <a:gd name="T8" fmla="*/ 60 w 394"/>
                <a:gd name="T9" fmla="*/ 187 h 313"/>
                <a:gd name="T10" fmla="*/ 57 w 394"/>
                <a:gd name="T11" fmla="*/ 209 h 313"/>
                <a:gd name="T12" fmla="*/ 162 w 394"/>
                <a:gd name="T13" fmla="*/ 313 h 313"/>
                <a:gd name="T14" fmla="*/ 266 w 394"/>
                <a:gd name="T15" fmla="*/ 209 h 313"/>
                <a:gd name="T16" fmla="*/ 266 w 394"/>
                <a:gd name="T17" fmla="*/ 203 h 313"/>
                <a:gd name="T18" fmla="*/ 394 w 394"/>
                <a:gd name="T19" fmla="*/ 0 h 313"/>
                <a:gd name="T20" fmla="*/ 199 w 394"/>
                <a:gd name="T21" fmla="*/ 112 h 313"/>
                <a:gd name="T22" fmla="*/ 162 w 394"/>
                <a:gd name="T23" fmla="*/ 248 h 313"/>
                <a:gd name="T24" fmla="*/ 123 w 394"/>
                <a:gd name="T25" fmla="*/ 209 h 313"/>
                <a:gd name="T26" fmla="*/ 162 w 394"/>
                <a:gd name="T27" fmla="*/ 170 h 313"/>
                <a:gd name="T28" fmla="*/ 200 w 394"/>
                <a:gd name="T29" fmla="*/ 209 h 313"/>
                <a:gd name="T30" fmla="*/ 162 w 394"/>
                <a:gd name="T31" fmla="*/ 248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94" h="313">
                  <a:moveTo>
                    <a:pt x="199" y="112"/>
                  </a:moveTo>
                  <a:cubicBezTo>
                    <a:pt x="188" y="107"/>
                    <a:pt x="175" y="105"/>
                    <a:pt x="162" y="105"/>
                  </a:cubicBezTo>
                  <a:cubicBezTo>
                    <a:pt x="153" y="105"/>
                    <a:pt x="145" y="106"/>
                    <a:pt x="136" y="108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60" y="187"/>
                    <a:pt x="60" y="187"/>
                    <a:pt x="60" y="187"/>
                  </a:cubicBezTo>
                  <a:cubicBezTo>
                    <a:pt x="58" y="194"/>
                    <a:pt x="57" y="201"/>
                    <a:pt x="57" y="209"/>
                  </a:cubicBezTo>
                  <a:cubicBezTo>
                    <a:pt x="57" y="267"/>
                    <a:pt x="104" y="313"/>
                    <a:pt x="162" y="313"/>
                  </a:cubicBezTo>
                  <a:cubicBezTo>
                    <a:pt x="219" y="313"/>
                    <a:pt x="266" y="267"/>
                    <a:pt x="266" y="209"/>
                  </a:cubicBezTo>
                  <a:cubicBezTo>
                    <a:pt x="266" y="207"/>
                    <a:pt x="266" y="205"/>
                    <a:pt x="266" y="203"/>
                  </a:cubicBezTo>
                  <a:cubicBezTo>
                    <a:pt x="394" y="0"/>
                    <a:pt x="394" y="0"/>
                    <a:pt x="394" y="0"/>
                  </a:cubicBezTo>
                  <a:lnTo>
                    <a:pt x="199" y="112"/>
                  </a:lnTo>
                  <a:close/>
                  <a:moveTo>
                    <a:pt x="162" y="248"/>
                  </a:moveTo>
                  <a:cubicBezTo>
                    <a:pt x="140" y="248"/>
                    <a:pt x="123" y="230"/>
                    <a:pt x="123" y="209"/>
                  </a:cubicBezTo>
                  <a:cubicBezTo>
                    <a:pt x="123" y="188"/>
                    <a:pt x="140" y="170"/>
                    <a:pt x="162" y="170"/>
                  </a:cubicBezTo>
                  <a:cubicBezTo>
                    <a:pt x="183" y="170"/>
                    <a:pt x="200" y="188"/>
                    <a:pt x="200" y="209"/>
                  </a:cubicBezTo>
                  <a:cubicBezTo>
                    <a:pt x="200" y="230"/>
                    <a:pt x="183" y="248"/>
                    <a:pt x="162" y="2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9" name="Freeform: Shape 43"/>
            <p:cNvSpPr>
              <a:spLocks/>
            </p:cNvSpPr>
            <p:nvPr/>
          </p:nvSpPr>
          <p:spPr bwMode="auto">
            <a:xfrm>
              <a:off x="1981200" y="163513"/>
              <a:ext cx="609600" cy="609600"/>
            </a:xfrm>
            <a:custGeom>
              <a:avLst/>
              <a:gdLst>
                <a:gd name="T0" fmla="*/ 456 w 912"/>
                <a:gd name="T1" fmla="*/ 0 h 912"/>
                <a:gd name="T2" fmla="*/ 0 w 912"/>
                <a:gd name="T3" fmla="*/ 456 h 912"/>
                <a:gd name="T4" fmla="*/ 456 w 912"/>
                <a:gd name="T5" fmla="*/ 912 h 912"/>
                <a:gd name="T6" fmla="*/ 912 w 912"/>
                <a:gd name="T7" fmla="*/ 456 h 912"/>
                <a:gd name="T8" fmla="*/ 456 w 912"/>
                <a:gd name="T9" fmla="*/ 0 h 912"/>
                <a:gd name="T10" fmla="*/ 477 w 912"/>
                <a:gd name="T11" fmla="*/ 797 h 912"/>
                <a:gd name="T12" fmla="*/ 477 w 912"/>
                <a:gd name="T13" fmla="*/ 754 h 912"/>
                <a:gd name="T14" fmla="*/ 453 w 912"/>
                <a:gd name="T15" fmla="*/ 730 h 912"/>
                <a:gd name="T16" fmla="*/ 429 w 912"/>
                <a:gd name="T17" fmla="*/ 754 h 912"/>
                <a:gd name="T18" fmla="*/ 429 w 912"/>
                <a:gd name="T19" fmla="*/ 797 h 912"/>
                <a:gd name="T20" fmla="*/ 115 w 912"/>
                <a:gd name="T21" fmla="*/ 479 h 912"/>
                <a:gd name="T22" fmla="*/ 157 w 912"/>
                <a:gd name="T23" fmla="*/ 479 h 912"/>
                <a:gd name="T24" fmla="*/ 181 w 912"/>
                <a:gd name="T25" fmla="*/ 455 h 912"/>
                <a:gd name="T26" fmla="*/ 157 w 912"/>
                <a:gd name="T27" fmla="*/ 431 h 912"/>
                <a:gd name="T28" fmla="*/ 115 w 912"/>
                <a:gd name="T29" fmla="*/ 431 h 912"/>
                <a:gd name="T30" fmla="*/ 431 w 912"/>
                <a:gd name="T31" fmla="*/ 115 h 912"/>
                <a:gd name="T32" fmla="*/ 431 w 912"/>
                <a:gd name="T33" fmla="*/ 159 h 912"/>
                <a:gd name="T34" fmla="*/ 456 w 912"/>
                <a:gd name="T35" fmla="*/ 183 h 912"/>
                <a:gd name="T36" fmla="*/ 480 w 912"/>
                <a:gd name="T37" fmla="*/ 159 h 912"/>
                <a:gd name="T38" fmla="*/ 480 w 912"/>
                <a:gd name="T39" fmla="*/ 115 h 912"/>
                <a:gd name="T40" fmla="*/ 797 w 912"/>
                <a:gd name="T41" fmla="*/ 433 h 912"/>
                <a:gd name="T42" fmla="*/ 752 w 912"/>
                <a:gd name="T43" fmla="*/ 433 h 912"/>
                <a:gd name="T44" fmla="*/ 728 w 912"/>
                <a:gd name="T45" fmla="*/ 458 h 912"/>
                <a:gd name="T46" fmla="*/ 752 w 912"/>
                <a:gd name="T47" fmla="*/ 482 h 912"/>
                <a:gd name="T48" fmla="*/ 796 w 912"/>
                <a:gd name="T49" fmla="*/ 482 h 912"/>
                <a:gd name="T50" fmla="*/ 477 w 912"/>
                <a:gd name="T51" fmla="*/ 797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12" h="912">
                  <a:moveTo>
                    <a:pt x="456" y="0"/>
                  </a:moveTo>
                  <a:cubicBezTo>
                    <a:pt x="204" y="0"/>
                    <a:pt x="0" y="205"/>
                    <a:pt x="0" y="456"/>
                  </a:cubicBezTo>
                  <a:cubicBezTo>
                    <a:pt x="0" y="708"/>
                    <a:pt x="204" y="912"/>
                    <a:pt x="456" y="912"/>
                  </a:cubicBezTo>
                  <a:cubicBezTo>
                    <a:pt x="707" y="912"/>
                    <a:pt x="912" y="708"/>
                    <a:pt x="912" y="456"/>
                  </a:cubicBezTo>
                  <a:cubicBezTo>
                    <a:pt x="912" y="205"/>
                    <a:pt x="707" y="0"/>
                    <a:pt x="456" y="0"/>
                  </a:cubicBezTo>
                  <a:close/>
                  <a:moveTo>
                    <a:pt x="477" y="797"/>
                  </a:moveTo>
                  <a:cubicBezTo>
                    <a:pt x="477" y="754"/>
                    <a:pt x="477" y="754"/>
                    <a:pt x="477" y="754"/>
                  </a:cubicBezTo>
                  <a:cubicBezTo>
                    <a:pt x="477" y="741"/>
                    <a:pt x="467" y="730"/>
                    <a:pt x="453" y="730"/>
                  </a:cubicBezTo>
                  <a:cubicBezTo>
                    <a:pt x="440" y="730"/>
                    <a:pt x="429" y="741"/>
                    <a:pt x="429" y="754"/>
                  </a:cubicBezTo>
                  <a:cubicBezTo>
                    <a:pt x="429" y="797"/>
                    <a:pt x="429" y="797"/>
                    <a:pt x="429" y="797"/>
                  </a:cubicBezTo>
                  <a:cubicBezTo>
                    <a:pt x="261" y="784"/>
                    <a:pt x="126" y="648"/>
                    <a:pt x="115" y="479"/>
                  </a:cubicBezTo>
                  <a:cubicBezTo>
                    <a:pt x="157" y="479"/>
                    <a:pt x="157" y="479"/>
                    <a:pt x="157" y="479"/>
                  </a:cubicBezTo>
                  <a:cubicBezTo>
                    <a:pt x="170" y="479"/>
                    <a:pt x="181" y="469"/>
                    <a:pt x="181" y="455"/>
                  </a:cubicBezTo>
                  <a:cubicBezTo>
                    <a:pt x="181" y="442"/>
                    <a:pt x="170" y="431"/>
                    <a:pt x="157" y="431"/>
                  </a:cubicBezTo>
                  <a:cubicBezTo>
                    <a:pt x="115" y="431"/>
                    <a:pt x="115" y="431"/>
                    <a:pt x="115" y="431"/>
                  </a:cubicBezTo>
                  <a:cubicBezTo>
                    <a:pt x="127" y="262"/>
                    <a:pt x="262" y="127"/>
                    <a:pt x="431" y="115"/>
                  </a:cubicBezTo>
                  <a:cubicBezTo>
                    <a:pt x="431" y="159"/>
                    <a:pt x="431" y="159"/>
                    <a:pt x="431" y="159"/>
                  </a:cubicBezTo>
                  <a:cubicBezTo>
                    <a:pt x="431" y="172"/>
                    <a:pt x="442" y="183"/>
                    <a:pt x="456" y="183"/>
                  </a:cubicBezTo>
                  <a:cubicBezTo>
                    <a:pt x="469" y="183"/>
                    <a:pt x="480" y="172"/>
                    <a:pt x="480" y="159"/>
                  </a:cubicBezTo>
                  <a:cubicBezTo>
                    <a:pt x="480" y="115"/>
                    <a:pt x="480" y="115"/>
                    <a:pt x="480" y="115"/>
                  </a:cubicBezTo>
                  <a:cubicBezTo>
                    <a:pt x="650" y="127"/>
                    <a:pt x="785" y="263"/>
                    <a:pt x="797" y="433"/>
                  </a:cubicBezTo>
                  <a:cubicBezTo>
                    <a:pt x="752" y="433"/>
                    <a:pt x="752" y="433"/>
                    <a:pt x="752" y="433"/>
                  </a:cubicBezTo>
                  <a:cubicBezTo>
                    <a:pt x="739" y="433"/>
                    <a:pt x="728" y="444"/>
                    <a:pt x="728" y="458"/>
                  </a:cubicBezTo>
                  <a:cubicBezTo>
                    <a:pt x="728" y="471"/>
                    <a:pt x="739" y="482"/>
                    <a:pt x="752" y="482"/>
                  </a:cubicBezTo>
                  <a:cubicBezTo>
                    <a:pt x="796" y="482"/>
                    <a:pt x="796" y="482"/>
                    <a:pt x="796" y="482"/>
                  </a:cubicBezTo>
                  <a:cubicBezTo>
                    <a:pt x="784" y="651"/>
                    <a:pt x="647" y="786"/>
                    <a:pt x="477" y="79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0" name="Group 44"/>
          <p:cNvGrpSpPr/>
          <p:nvPr/>
        </p:nvGrpSpPr>
        <p:grpSpPr>
          <a:xfrm>
            <a:off x="5281427" y="1131590"/>
            <a:ext cx="491121" cy="436131"/>
            <a:chOff x="152400" y="198438"/>
            <a:chExt cx="609600" cy="541338"/>
          </a:xfrm>
          <a:solidFill>
            <a:schemeClr val="accent3"/>
          </a:solidFill>
        </p:grpSpPr>
        <p:sp>
          <p:nvSpPr>
            <p:cNvPr id="44" name="Freeform: Shape 45"/>
            <p:cNvSpPr>
              <a:spLocks/>
            </p:cNvSpPr>
            <p:nvPr/>
          </p:nvSpPr>
          <p:spPr bwMode="auto">
            <a:xfrm>
              <a:off x="350838" y="384176"/>
              <a:ext cx="36513" cy="31750"/>
            </a:xfrm>
            <a:custGeom>
              <a:avLst/>
              <a:gdLst>
                <a:gd name="T0" fmla="*/ 23 w 23"/>
                <a:gd name="T1" fmla="*/ 7 h 20"/>
                <a:gd name="T2" fmla="*/ 0 w 23"/>
                <a:gd name="T3" fmla="*/ 20 h 20"/>
                <a:gd name="T4" fmla="*/ 0 w 23"/>
                <a:gd name="T5" fmla="*/ 0 h 20"/>
                <a:gd name="T6" fmla="*/ 23 w 23"/>
                <a:gd name="T7" fmla="*/ 0 h 20"/>
                <a:gd name="T8" fmla="*/ 23 w 23"/>
                <a:gd name="T9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0">
                  <a:moveTo>
                    <a:pt x="23" y="7"/>
                  </a:moveTo>
                  <a:lnTo>
                    <a:pt x="0" y="20"/>
                  </a:lnTo>
                  <a:lnTo>
                    <a:pt x="0" y="0"/>
                  </a:lnTo>
                  <a:lnTo>
                    <a:pt x="23" y="0"/>
                  </a:lnTo>
                  <a:lnTo>
                    <a:pt x="23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5" name="Freeform: Shape 46"/>
            <p:cNvSpPr>
              <a:spLocks/>
            </p:cNvSpPr>
            <p:nvPr/>
          </p:nvSpPr>
          <p:spPr bwMode="auto">
            <a:xfrm>
              <a:off x="523875" y="384176"/>
              <a:ext cx="36513" cy="31750"/>
            </a:xfrm>
            <a:custGeom>
              <a:avLst/>
              <a:gdLst>
                <a:gd name="T0" fmla="*/ 0 w 23"/>
                <a:gd name="T1" fmla="*/ 7 h 20"/>
                <a:gd name="T2" fmla="*/ 23 w 23"/>
                <a:gd name="T3" fmla="*/ 20 h 20"/>
                <a:gd name="T4" fmla="*/ 23 w 23"/>
                <a:gd name="T5" fmla="*/ 0 h 20"/>
                <a:gd name="T6" fmla="*/ 0 w 23"/>
                <a:gd name="T7" fmla="*/ 0 h 20"/>
                <a:gd name="T8" fmla="*/ 0 w 23"/>
                <a:gd name="T9" fmla="*/ 7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3" h="20">
                  <a:moveTo>
                    <a:pt x="0" y="7"/>
                  </a:moveTo>
                  <a:lnTo>
                    <a:pt x="23" y="20"/>
                  </a:lnTo>
                  <a:lnTo>
                    <a:pt x="23" y="0"/>
                  </a:lnTo>
                  <a:lnTo>
                    <a:pt x="0" y="0"/>
                  </a:lnTo>
                  <a:lnTo>
                    <a:pt x="0" y="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6" name="Freeform: Shape 47"/>
            <p:cNvSpPr>
              <a:spLocks/>
            </p:cNvSpPr>
            <p:nvPr/>
          </p:nvSpPr>
          <p:spPr bwMode="auto">
            <a:xfrm>
              <a:off x="152400" y="198438"/>
              <a:ext cx="609600" cy="541338"/>
            </a:xfrm>
            <a:custGeom>
              <a:avLst/>
              <a:gdLst>
                <a:gd name="T0" fmla="*/ 499 w 912"/>
                <a:gd name="T1" fmla="*/ 451 h 810"/>
                <a:gd name="T2" fmla="*/ 560 w 912"/>
                <a:gd name="T3" fmla="*/ 451 h 810"/>
                <a:gd name="T4" fmla="*/ 912 w 912"/>
                <a:gd name="T5" fmla="*/ 560 h 810"/>
                <a:gd name="T6" fmla="*/ 912 w 912"/>
                <a:gd name="T7" fmla="*/ 526 h 810"/>
                <a:gd name="T8" fmla="*/ 499 w 912"/>
                <a:gd name="T9" fmla="*/ 290 h 810"/>
                <a:gd name="T10" fmla="*/ 499 w 912"/>
                <a:gd name="T11" fmla="*/ 97 h 810"/>
                <a:gd name="T12" fmla="*/ 456 w 912"/>
                <a:gd name="T13" fmla="*/ 0 h 810"/>
                <a:gd name="T14" fmla="*/ 413 w 912"/>
                <a:gd name="T15" fmla="*/ 97 h 810"/>
                <a:gd name="T16" fmla="*/ 413 w 912"/>
                <a:gd name="T17" fmla="*/ 290 h 810"/>
                <a:gd name="T18" fmla="*/ 0 w 912"/>
                <a:gd name="T19" fmla="*/ 526 h 810"/>
                <a:gd name="T20" fmla="*/ 0 w 912"/>
                <a:gd name="T21" fmla="*/ 560 h 810"/>
                <a:gd name="T22" fmla="*/ 353 w 912"/>
                <a:gd name="T23" fmla="*/ 451 h 810"/>
                <a:gd name="T24" fmla="*/ 413 w 912"/>
                <a:gd name="T25" fmla="*/ 451 h 810"/>
                <a:gd name="T26" fmla="*/ 413 w 912"/>
                <a:gd name="T27" fmla="*/ 653 h 810"/>
                <a:gd name="T28" fmla="*/ 414 w 912"/>
                <a:gd name="T29" fmla="*/ 658 h 810"/>
                <a:gd name="T30" fmla="*/ 279 w 912"/>
                <a:gd name="T31" fmla="*/ 746 h 810"/>
                <a:gd name="T32" fmla="*/ 279 w 912"/>
                <a:gd name="T33" fmla="*/ 772 h 810"/>
                <a:gd name="T34" fmla="*/ 429 w 912"/>
                <a:gd name="T35" fmla="*/ 746 h 810"/>
                <a:gd name="T36" fmla="*/ 456 w 912"/>
                <a:gd name="T37" fmla="*/ 810 h 810"/>
                <a:gd name="T38" fmla="*/ 483 w 912"/>
                <a:gd name="T39" fmla="*/ 746 h 810"/>
                <a:gd name="T40" fmla="*/ 633 w 912"/>
                <a:gd name="T41" fmla="*/ 772 h 810"/>
                <a:gd name="T42" fmla="*/ 633 w 912"/>
                <a:gd name="T43" fmla="*/ 746 h 810"/>
                <a:gd name="T44" fmla="*/ 498 w 912"/>
                <a:gd name="T45" fmla="*/ 658 h 810"/>
                <a:gd name="T46" fmla="*/ 499 w 912"/>
                <a:gd name="T47" fmla="*/ 653 h 810"/>
                <a:gd name="T48" fmla="*/ 499 w 912"/>
                <a:gd name="T49" fmla="*/ 451 h 810"/>
                <a:gd name="T50" fmla="*/ 424 w 912"/>
                <a:gd name="T51" fmla="*/ 61 h 810"/>
                <a:gd name="T52" fmla="*/ 456 w 912"/>
                <a:gd name="T53" fmla="*/ 33 h 810"/>
                <a:gd name="T54" fmla="*/ 488 w 912"/>
                <a:gd name="T55" fmla="*/ 61 h 810"/>
                <a:gd name="T56" fmla="*/ 456 w 912"/>
                <a:gd name="T57" fmla="*/ 49 h 810"/>
                <a:gd name="T58" fmla="*/ 424 w 912"/>
                <a:gd name="T59" fmla="*/ 61 h 8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12" h="810">
                  <a:moveTo>
                    <a:pt x="499" y="451"/>
                  </a:moveTo>
                  <a:cubicBezTo>
                    <a:pt x="560" y="451"/>
                    <a:pt x="560" y="451"/>
                    <a:pt x="560" y="451"/>
                  </a:cubicBezTo>
                  <a:cubicBezTo>
                    <a:pt x="912" y="560"/>
                    <a:pt x="912" y="560"/>
                    <a:pt x="912" y="560"/>
                  </a:cubicBezTo>
                  <a:cubicBezTo>
                    <a:pt x="912" y="526"/>
                    <a:pt x="912" y="526"/>
                    <a:pt x="912" y="526"/>
                  </a:cubicBezTo>
                  <a:cubicBezTo>
                    <a:pt x="499" y="290"/>
                    <a:pt x="499" y="290"/>
                    <a:pt x="499" y="290"/>
                  </a:cubicBezTo>
                  <a:cubicBezTo>
                    <a:pt x="499" y="219"/>
                    <a:pt x="499" y="139"/>
                    <a:pt x="499" y="97"/>
                  </a:cubicBezTo>
                  <a:cubicBezTo>
                    <a:pt x="499" y="11"/>
                    <a:pt x="456" y="0"/>
                    <a:pt x="456" y="0"/>
                  </a:cubicBezTo>
                  <a:cubicBezTo>
                    <a:pt x="456" y="0"/>
                    <a:pt x="413" y="11"/>
                    <a:pt x="413" y="97"/>
                  </a:cubicBezTo>
                  <a:cubicBezTo>
                    <a:pt x="413" y="140"/>
                    <a:pt x="413" y="220"/>
                    <a:pt x="413" y="290"/>
                  </a:cubicBezTo>
                  <a:cubicBezTo>
                    <a:pt x="0" y="526"/>
                    <a:pt x="0" y="526"/>
                    <a:pt x="0" y="526"/>
                  </a:cubicBezTo>
                  <a:cubicBezTo>
                    <a:pt x="0" y="560"/>
                    <a:pt x="0" y="560"/>
                    <a:pt x="0" y="560"/>
                  </a:cubicBezTo>
                  <a:cubicBezTo>
                    <a:pt x="353" y="451"/>
                    <a:pt x="353" y="451"/>
                    <a:pt x="353" y="451"/>
                  </a:cubicBezTo>
                  <a:cubicBezTo>
                    <a:pt x="413" y="451"/>
                    <a:pt x="413" y="451"/>
                    <a:pt x="413" y="451"/>
                  </a:cubicBezTo>
                  <a:cubicBezTo>
                    <a:pt x="413" y="524"/>
                    <a:pt x="413" y="608"/>
                    <a:pt x="413" y="653"/>
                  </a:cubicBezTo>
                  <a:cubicBezTo>
                    <a:pt x="413" y="654"/>
                    <a:pt x="414" y="656"/>
                    <a:pt x="414" y="658"/>
                  </a:cubicBezTo>
                  <a:cubicBezTo>
                    <a:pt x="279" y="746"/>
                    <a:pt x="279" y="746"/>
                    <a:pt x="279" y="746"/>
                  </a:cubicBezTo>
                  <a:cubicBezTo>
                    <a:pt x="279" y="772"/>
                    <a:pt x="279" y="772"/>
                    <a:pt x="279" y="772"/>
                  </a:cubicBezTo>
                  <a:cubicBezTo>
                    <a:pt x="429" y="746"/>
                    <a:pt x="429" y="746"/>
                    <a:pt x="429" y="746"/>
                  </a:cubicBezTo>
                  <a:cubicBezTo>
                    <a:pt x="441" y="785"/>
                    <a:pt x="456" y="810"/>
                    <a:pt x="456" y="810"/>
                  </a:cubicBezTo>
                  <a:cubicBezTo>
                    <a:pt x="456" y="810"/>
                    <a:pt x="471" y="785"/>
                    <a:pt x="483" y="746"/>
                  </a:cubicBezTo>
                  <a:cubicBezTo>
                    <a:pt x="633" y="772"/>
                    <a:pt x="633" y="772"/>
                    <a:pt x="633" y="772"/>
                  </a:cubicBezTo>
                  <a:cubicBezTo>
                    <a:pt x="633" y="746"/>
                    <a:pt x="633" y="746"/>
                    <a:pt x="633" y="746"/>
                  </a:cubicBezTo>
                  <a:cubicBezTo>
                    <a:pt x="498" y="658"/>
                    <a:pt x="498" y="658"/>
                    <a:pt x="498" y="658"/>
                  </a:cubicBezTo>
                  <a:cubicBezTo>
                    <a:pt x="498" y="656"/>
                    <a:pt x="499" y="654"/>
                    <a:pt x="499" y="653"/>
                  </a:cubicBezTo>
                  <a:cubicBezTo>
                    <a:pt x="499" y="608"/>
                    <a:pt x="499" y="524"/>
                    <a:pt x="499" y="451"/>
                  </a:cubicBezTo>
                  <a:close/>
                  <a:moveTo>
                    <a:pt x="424" y="61"/>
                  </a:moveTo>
                  <a:cubicBezTo>
                    <a:pt x="428" y="47"/>
                    <a:pt x="441" y="33"/>
                    <a:pt x="456" y="33"/>
                  </a:cubicBezTo>
                  <a:cubicBezTo>
                    <a:pt x="471" y="33"/>
                    <a:pt x="484" y="47"/>
                    <a:pt x="488" y="61"/>
                  </a:cubicBezTo>
                  <a:cubicBezTo>
                    <a:pt x="481" y="51"/>
                    <a:pt x="470" y="49"/>
                    <a:pt x="456" y="49"/>
                  </a:cubicBezTo>
                  <a:cubicBezTo>
                    <a:pt x="442" y="49"/>
                    <a:pt x="431" y="51"/>
                    <a:pt x="42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cxnSp>
        <p:nvCxnSpPr>
          <p:cNvPr id="41" name="Straight Connector 51"/>
          <p:cNvCxnSpPr/>
          <p:nvPr/>
        </p:nvCxnSpPr>
        <p:spPr>
          <a:xfrm>
            <a:off x="3951880" y="1366123"/>
            <a:ext cx="1242138" cy="0"/>
          </a:xfrm>
          <a:prstGeom prst="line">
            <a:avLst/>
          </a:prstGeom>
          <a:ln w="6350">
            <a:solidFill>
              <a:schemeClr val="tx2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52"/>
          <p:cNvCxnSpPr/>
          <p:nvPr/>
        </p:nvCxnSpPr>
        <p:spPr>
          <a:xfrm>
            <a:off x="5951051" y="1366123"/>
            <a:ext cx="1242138" cy="0"/>
          </a:xfrm>
          <a:prstGeom prst="line">
            <a:avLst/>
          </a:prstGeom>
          <a:ln w="6350">
            <a:solidFill>
              <a:schemeClr val="tx2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53"/>
          <p:cNvCxnSpPr/>
          <p:nvPr/>
        </p:nvCxnSpPr>
        <p:spPr>
          <a:xfrm>
            <a:off x="7956376" y="1366123"/>
            <a:ext cx="1187624" cy="0"/>
          </a:xfrm>
          <a:prstGeom prst="line">
            <a:avLst/>
          </a:prstGeom>
          <a:ln w="6350">
            <a:solidFill>
              <a:schemeClr val="tx2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 73"/>
          <p:cNvSpPr/>
          <p:nvPr/>
        </p:nvSpPr>
        <p:spPr>
          <a:xfrm>
            <a:off x="546161" y="1868649"/>
            <a:ext cx="1865599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RAM</a:t>
            </a:r>
            <a:r>
              <a:rPr lang="zh-CN" altLang="en-US" b="1" dirty="0" smtClean="0"/>
              <a:t>（随机存储器）：用于</a:t>
            </a:r>
            <a:r>
              <a:rPr lang="zh-CN" altLang="en-US" b="1" dirty="0"/>
              <a:t>存储程序运行过程中所需要的数据和程序运行中产生的数据，掉电后数据会</a:t>
            </a:r>
            <a:r>
              <a:rPr lang="zh-CN" altLang="en-US" b="1" dirty="0" smtClean="0"/>
              <a:t>丢失。</a:t>
            </a:r>
            <a:endParaRPr lang="zh-CN" altLang="en-US" b="1" dirty="0"/>
          </a:p>
        </p:txBody>
      </p:sp>
      <p:sp>
        <p:nvSpPr>
          <p:cNvPr id="75" name="矩形 74"/>
          <p:cNvSpPr/>
          <p:nvPr/>
        </p:nvSpPr>
        <p:spPr>
          <a:xfrm>
            <a:off x="2618740" y="1851670"/>
            <a:ext cx="1865599" cy="203132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</a:rPr>
              <a:t>堆栈</a:t>
            </a:r>
            <a:r>
              <a:rPr lang="zh-CN" altLang="en-US" b="1" dirty="0">
                <a:solidFill>
                  <a:schemeClr val="tx1"/>
                </a:solidFill>
              </a:rPr>
              <a:t>，位于</a:t>
            </a:r>
            <a:r>
              <a:rPr lang="en-US" altLang="zh-CN" b="1" dirty="0">
                <a:solidFill>
                  <a:schemeClr val="tx1"/>
                </a:solidFill>
              </a:rPr>
              <a:t>RAM</a:t>
            </a:r>
            <a:r>
              <a:rPr lang="zh-CN" altLang="en-US" b="1" dirty="0">
                <a:solidFill>
                  <a:schemeClr val="tx1"/>
                </a:solidFill>
              </a:rPr>
              <a:t>存储器中</a:t>
            </a:r>
            <a:r>
              <a:rPr lang="zh-CN" altLang="en-US" b="1" dirty="0" smtClean="0">
                <a:solidFill>
                  <a:schemeClr val="tx1"/>
                </a:solidFill>
              </a:rPr>
              <a:t>，主要</a:t>
            </a:r>
            <a:r>
              <a:rPr lang="zh-CN" altLang="en-US" b="1" dirty="0">
                <a:solidFill>
                  <a:schemeClr val="tx1"/>
                </a:solidFill>
              </a:rPr>
              <a:t>功能是暂时存放数据和地址，通常用来保护断点和现场，适用于中断机制</a:t>
            </a:r>
            <a:r>
              <a:rPr lang="zh-CN" altLang="en-US" b="1" dirty="0" smtClean="0">
                <a:solidFill>
                  <a:schemeClr val="tx1"/>
                </a:solidFill>
              </a:rPr>
              <a:t>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4677321" y="1857810"/>
            <a:ext cx="1865599" cy="2308324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Flash</a:t>
            </a:r>
            <a:r>
              <a:rPr lang="zh-CN" altLang="en-US" b="1" dirty="0">
                <a:solidFill>
                  <a:schemeClr val="tx1"/>
                </a:solidFill>
              </a:rPr>
              <a:t>，闪存，即</a:t>
            </a:r>
            <a:r>
              <a:rPr lang="en-US" altLang="zh-CN" b="1" dirty="0">
                <a:solidFill>
                  <a:schemeClr val="tx1"/>
                </a:solidFill>
              </a:rPr>
              <a:t>Flash ROM</a:t>
            </a:r>
            <a:r>
              <a:rPr lang="zh-CN" altLang="en-US" b="1" dirty="0">
                <a:solidFill>
                  <a:schemeClr val="tx1"/>
                </a:solidFill>
              </a:rPr>
              <a:t>，其本质是一个</a:t>
            </a:r>
            <a:r>
              <a:rPr lang="en-US" altLang="zh-CN" b="1" dirty="0" smtClean="0">
                <a:solidFill>
                  <a:schemeClr val="tx1"/>
                </a:solidFill>
              </a:rPr>
              <a:t>ROM</a:t>
            </a:r>
            <a:r>
              <a:rPr lang="zh-CN" altLang="en-US" b="1" dirty="0" smtClean="0">
                <a:solidFill>
                  <a:schemeClr val="tx1"/>
                </a:solidFill>
              </a:rPr>
              <a:t>，用于</a:t>
            </a:r>
            <a:r>
              <a:rPr lang="zh-CN" altLang="en-US" b="1" dirty="0">
                <a:solidFill>
                  <a:schemeClr val="tx1"/>
                </a:solidFill>
              </a:rPr>
              <a:t>存放用户编写的程序代码，掉电后数据不会丢失，可重复擦写且容量</a:t>
            </a:r>
            <a:r>
              <a:rPr lang="zh-CN" altLang="en-US" b="1" dirty="0" smtClean="0">
                <a:solidFill>
                  <a:schemeClr val="tx1"/>
                </a:solidFill>
              </a:rPr>
              <a:t>较大。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6732240" y="1855130"/>
            <a:ext cx="1865599" cy="258532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EEPROM</a:t>
            </a:r>
            <a:r>
              <a:rPr lang="zh-CN" altLang="en-US" b="1" dirty="0" smtClean="0">
                <a:solidFill>
                  <a:schemeClr val="tx1"/>
                </a:solidFill>
              </a:rPr>
              <a:t>（电可擦可编程只读存储器），</a:t>
            </a:r>
            <a:r>
              <a:rPr lang="zh-CN" altLang="en-US" b="1" dirty="0">
                <a:solidFill>
                  <a:schemeClr val="tx1"/>
                </a:solidFill>
              </a:rPr>
              <a:t>是保障单片机中的数据长时间保存而不丢失的单元，主要用来存放需要经常修改的非易失性数据。</a:t>
            </a:r>
          </a:p>
        </p:txBody>
      </p:sp>
    </p:spTree>
    <p:extLst>
      <p:ext uri="{BB962C8B-B14F-4D97-AF65-F5344CB8AC3E}">
        <p14:creationId xmlns:p14="http://schemas.microsoft.com/office/powerpoint/2010/main" val="3663293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248376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377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2.4.4 STM32</a:t>
            </a:r>
            <a:r>
              <a:rPr lang="zh-CN" altLang="en-US" sz="2400" b="1" dirty="0">
                <a:solidFill>
                  <a:schemeClr val="bg1"/>
                </a:solidFill>
              </a:rPr>
              <a:t>中断</a:t>
            </a:r>
          </a:p>
        </p:txBody>
      </p:sp>
      <p:sp>
        <p:nvSpPr>
          <p:cNvPr id="74" name="矩形 73"/>
          <p:cNvSpPr/>
          <p:nvPr/>
        </p:nvSpPr>
        <p:spPr>
          <a:xfrm>
            <a:off x="297609" y="1419622"/>
            <a:ext cx="2088232" cy="21698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 smtClean="0"/>
              <a:t>    STM32</a:t>
            </a:r>
            <a:r>
              <a:rPr lang="zh-CN" altLang="en-US" b="1" dirty="0"/>
              <a:t>不同系列和型号的</a:t>
            </a:r>
            <a:r>
              <a:rPr lang="en-US" altLang="zh-CN" b="1" dirty="0"/>
              <a:t>MCU</a:t>
            </a:r>
            <a:r>
              <a:rPr lang="zh-CN" altLang="en-US" b="1" dirty="0"/>
              <a:t>具有不同数量的中断，比如</a:t>
            </a:r>
            <a:r>
              <a:rPr lang="en-US" altLang="zh-CN" b="1" dirty="0">
                <a:solidFill>
                  <a:srgbClr val="C00000"/>
                </a:solidFill>
              </a:rPr>
              <a:t>STM32F103</a:t>
            </a:r>
            <a:r>
              <a:rPr lang="zh-CN" altLang="en-US" b="1" dirty="0">
                <a:solidFill>
                  <a:srgbClr val="C00000"/>
                </a:solidFill>
              </a:rPr>
              <a:t>系列</a:t>
            </a:r>
            <a:r>
              <a:rPr lang="en-US" altLang="zh-CN" b="1" dirty="0">
                <a:solidFill>
                  <a:srgbClr val="C00000"/>
                </a:solidFill>
              </a:rPr>
              <a:t>MCU</a:t>
            </a:r>
            <a:r>
              <a:rPr lang="zh-CN" altLang="en-US" b="1" dirty="0">
                <a:solidFill>
                  <a:srgbClr val="C00000"/>
                </a:solidFill>
              </a:rPr>
              <a:t>具有</a:t>
            </a:r>
            <a:r>
              <a:rPr lang="en-US" altLang="zh-CN" b="1" dirty="0">
                <a:solidFill>
                  <a:srgbClr val="C00000"/>
                </a:solidFill>
              </a:rPr>
              <a:t>60</a:t>
            </a:r>
            <a:r>
              <a:rPr lang="zh-CN" altLang="en-US" b="1" dirty="0">
                <a:solidFill>
                  <a:srgbClr val="C00000"/>
                </a:solidFill>
              </a:rPr>
              <a:t>个</a:t>
            </a:r>
            <a:r>
              <a:rPr lang="zh-CN" altLang="en-US" b="1" dirty="0" smtClean="0">
                <a:solidFill>
                  <a:srgbClr val="C00000"/>
                </a:solidFill>
              </a:rPr>
              <a:t>中断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563426"/>
              </p:ext>
            </p:extLst>
          </p:nvPr>
        </p:nvGraphicFramePr>
        <p:xfrm>
          <a:off x="2555776" y="339503"/>
          <a:ext cx="6264697" cy="4577499"/>
        </p:xfrm>
        <a:graphic>
          <a:graphicData uri="http://schemas.openxmlformats.org/drawingml/2006/table">
            <a:tbl>
              <a:tblPr firstRow="1" firstCol="1" bandRow="1">
                <a:tableStyleId>{7DF18680-E054-41AD-8BC1-D1AEF772440D}</a:tableStyleId>
              </a:tblPr>
              <a:tblGrid>
                <a:gridCol w="419205"/>
                <a:gridCol w="555447"/>
                <a:gridCol w="669116"/>
                <a:gridCol w="1513169"/>
                <a:gridCol w="1962202"/>
                <a:gridCol w="1145558"/>
              </a:tblGrid>
              <a:tr h="4011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 dirty="0">
                          <a:effectLst/>
                        </a:rPr>
                        <a:t>位置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优先级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优先级类型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名称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说明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地址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保留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0x0000_0000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-3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固定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Reset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复位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0x0000_0004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60167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-2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固定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NMI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不可屏蔽中断</a:t>
                      </a:r>
                      <a:endParaRPr lang="zh-CN" sz="2400" b="1" kern="100">
                        <a:effectLst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RCC</a:t>
                      </a:r>
                      <a:r>
                        <a:rPr lang="zh-CN" sz="1200" b="1" kern="0">
                          <a:effectLst/>
                        </a:rPr>
                        <a:t>时钟安全系统</a:t>
                      </a:r>
                      <a:r>
                        <a:rPr lang="en-US" sz="1200" b="1" kern="0">
                          <a:effectLst/>
                        </a:rPr>
                        <a:t>(CSS)</a:t>
                      </a:r>
                      <a:r>
                        <a:rPr lang="zh-CN" sz="1200" b="1" kern="0">
                          <a:effectLst/>
                        </a:rPr>
                        <a:t>联接到</a:t>
                      </a:r>
                      <a:r>
                        <a:rPr lang="en-US" sz="1200" b="1" kern="0">
                          <a:effectLst/>
                        </a:rPr>
                        <a:t>NMI</a:t>
                      </a:r>
                      <a:r>
                        <a:rPr lang="zh-CN" sz="1200" b="1" kern="0">
                          <a:effectLst/>
                        </a:rPr>
                        <a:t>向量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0x0000_0008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-1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固定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硬件失效</a:t>
                      </a:r>
                      <a:r>
                        <a:rPr lang="en-US" sz="1200" b="1" kern="0">
                          <a:effectLst/>
                        </a:rPr>
                        <a:t>(HardFault)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所有类型的失效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0x0000_000C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011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可设置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存储管理</a:t>
                      </a:r>
                      <a:r>
                        <a:rPr lang="en-US" sz="1200" b="1" kern="0">
                          <a:effectLst/>
                        </a:rPr>
                        <a:t>(MemManage)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存储器管理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0x0000_0010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011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1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可设置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总线错误</a:t>
                      </a:r>
                      <a:r>
                        <a:rPr lang="en-US" sz="1200" b="1" kern="0">
                          <a:effectLst/>
                        </a:rPr>
                        <a:t>(BusFault)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预取指失败，存储器访问失败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0x0000_0014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2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可设置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错误应用</a:t>
                      </a:r>
                      <a:r>
                        <a:rPr lang="en-US" sz="1200" b="1" kern="0">
                          <a:effectLst/>
                        </a:rPr>
                        <a:t>(UsageFault)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未定义的指令或非法状态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0x0000_0018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011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 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保留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0x0000_001C</a:t>
                      </a:r>
                      <a:endParaRPr lang="zh-CN" sz="2400" b="1" kern="10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-0x0000_002B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5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12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可设置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RCC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复位和时钟控制</a:t>
                      </a:r>
                      <a:r>
                        <a:rPr lang="en-US" sz="1200" b="1" kern="0">
                          <a:effectLst/>
                        </a:rPr>
                        <a:t>(RCC)</a:t>
                      </a:r>
                      <a:r>
                        <a:rPr lang="zh-CN" sz="1200" b="1" kern="0">
                          <a:effectLst/>
                        </a:rPr>
                        <a:t>中断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0x0000_0054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6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13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可设置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EXTI0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EXTI</a:t>
                      </a:r>
                      <a:r>
                        <a:rPr lang="zh-CN" sz="1200" b="1" kern="0">
                          <a:effectLst/>
                        </a:rPr>
                        <a:t>线</a:t>
                      </a:r>
                      <a:r>
                        <a:rPr lang="en-US" sz="1200" b="1" kern="0">
                          <a:effectLst/>
                        </a:rPr>
                        <a:t>0</a:t>
                      </a:r>
                      <a:r>
                        <a:rPr lang="zh-CN" sz="1200" b="1" kern="0">
                          <a:effectLst/>
                        </a:rPr>
                        <a:t>中断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0x0000_0058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055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7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14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可设置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EXTI1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EXTI</a:t>
                      </a:r>
                      <a:r>
                        <a:rPr lang="zh-CN" sz="1200" b="1" kern="0">
                          <a:effectLst/>
                        </a:rPr>
                        <a:t>线</a:t>
                      </a:r>
                      <a:r>
                        <a:rPr lang="en-US" sz="1200" b="1" kern="0">
                          <a:effectLst/>
                        </a:rPr>
                        <a:t>1</a:t>
                      </a:r>
                      <a:r>
                        <a:rPr lang="zh-CN" sz="1200" b="1" kern="0">
                          <a:effectLst/>
                        </a:rPr>
                        <a:t>中断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0x0000_005C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20055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…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  <a:tr h="40111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59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66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 kern="0">
                          <a:effectLst/>
                        </a:rPr>
                        <a:t>可设置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</a:rPr>
                        <a:t>DMA2</a:t>
                      </a:r>
                      <a:r>
                        <a:rPr lang="zh-CN" sz="1200" b="1" kern="0" dirty="0">
                          <a:effectLst/>
                        </a:rPr>
                        <a:t>通道</a:t>
                      </a:r>
                      <a:r>
                        <a:rPr lang="en-US" sz="1200" b="1" kern="0" dirty="0">
                          <a:effectLst/>
                        </a:rPr>
                        <a:t>4_5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</a:rPr>
                        <a:t>DMA2</a:t>
                      </a:r>
                      <a:r>
                        <a:rPr lang="zh-CN" sz="1200" b="1" kern="0">
                          <a:effectLst/>
                        </a:rPr>
                        <a:t>通道</a:t>
                      </a:r>
                      <a:r>
                        <a:rPr lang="en-US" sz="1200" b="1" kern="0">
                          <a:effectLst/>
                        </a:rPr>
                        <a:t>4</a:t>
                      </a:r>
                      <a:r>
                        <a:rPr lang="zh-CN" sz="1200" b="1" kern="0">
                          <a:effectLst/>
                        </a:rPr>
                        <a:t>和</a:t>
                      </a:r>
                      <a:r>
                        <a:rPr lang="en-US" sz="1200" b="1" kern="0">
                          <a:effectLst/>
                        </a:rPr>
                        <a:t>DAM2</a:t>
                      </a:r>
                      <a:r>
                        <a:rPr lang="zh-CN" sz="1200" b="1" kern="0">
                          <a:effectLst/>
                        </a:rPr>
                        <a:t>通道</a:t>
                      </a:r>
                      <a:r>
                        <a:rPr lang="en-US" sz="1200" b="1" kern="0">
                          <a:effectLst/>
                        </a:rPr>
                        <a:t>5</a:t>
                      </a:r>
                      <a:r>
                        <a:rPr lang="zh-CN" sz="1200" b="1" kern="0">
                          <a:effectLst/>
                        </a:rPr>
                        <a:t>全局中断</a:t>
                      </a:r>
                      <a:endParaRPr lang="zh-CN" sz="2400" b="1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</a:rPr>
                        <a:t>0x0000_012C</a:t>
                      </a:r>
                      <a:endParaRPr lang="zh-CN" sz="2400" b="1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704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2483767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3777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2.4.4 STM32</a:t>
            </a:r>
            <a:r>
              <a:rPr lang="zh-CN" altLang="en-US" sz="2400" b="1" dirty="0">
                <a:solidFill>
                  <a:schemeClr val="bg1"/>
                </a:solidFill>
              </a:rPr>
              <a:t>中断</a:t>
            </a:r>
          </a:p>
        </p:txBody>
      </p:sp>
      <p:sp>
        <p:nvSpPr>
          <p:cNvPr id="74" name="矩形 73"/>
          <p:cNvSpPr/>
          <p:nvPr/>
        </p:nvSpPr>
        <p:spPr>
          <a:xfrm>
            <a:off x="323528" y="1059582"/>
            <a:ext cx="2592288" cy="36317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C00000"/>
                </a:solidFill>
              </a:rPr>
              <a:t>抢占</a:t>
            </a:r>
            <a:r>
              <a:rPr lang="zh-CN" altLang="en-US" b="1" dirty="0">
                <a:solidFill>
                  <a:srgbClr val="C00000"/>
                </a:solidFill>
              </a:rPr>
              <a:t>优先级</a:t>
            </a:r>
            <a:r>
              <a:rPr lang="zh-CN" altLang="en-US" b="1" dirty="0"/>
              <a:t>决定一个中断能否被其他中断打断，抢占优先级高的中断可以打断抢占优先级低的</a:t>
            </a:r>
            <a:r>
              <a:rPr lang="zh-CN" altLang="en-US" b="1" dirty="0" smtClean="0"/>
              <a:t>中断；</a:t>
            </a:r>
            <a:endParaRPr lang="en-US" altLang="zh-CN" b="1" dirty="0" smtClean="0"/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 smtClean="0">
                <a:solidFill>
                  <a:srgbClr val="C00000"/>
                </a:solidFill>
              </a:rPr>
              <a:t>响应</a:t>
            </a:r>
            <a:r>
              <a:rPr lang="zh-CN" altLang="en-US" b="1" dirty="0">
                <a:solidFill>
                  <a:srgbClr val="C00000"/>
                </a:solidFill>
              </a:rPr>
              <a:t>优先级</a:t>
            </a:r>
            <a:r>
              <a:rPr lang="zh-CN" altLang="en-US" b="1" dirty="0"/>
              <a:t>则是在抢占优先级相同时，根据响应优先级的大小再进行中断处理的排序</a:t>
            </a:r>
            <a:r>
              <a:rPr lang="zh-CN" altLang="en-US" b="1" dirty="0" smtClean="0"/>
              <a:t>。</a:t>
            </a:r>
            <a:endParaRPr lang="zh-CN" altLang="en-US" b="1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5027687"/>
              </p:ext>
            </p:extLst>
          </p:nvPr>
        </p:nvGraphicFramePr>
        <p:xfrm>
          <a:off x="3131840" y="987574"/>
          <a:ext cx="5616624" cy="3168352"/>
        </p:xfrm>
        <a:graphic>
          <a:graphicData uri="http://schemas.openxmlformats.org/drawingml/2006/table">
            <a:tbl>
              <a:tblPr firstRow="1" firstCol="1" bandRow="1"/>
              <a:tblGrid>
                <a:gridCol w="1872208"/>
                <a:gridCol w="1112968"/>
                <a:gridCol w="1047272"/>
                <a:gridCol w="1584176"/>
              </a:tblGrid>
              <a:tr h="48083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b="1" kern="100" dirty="0" err="1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NVIC_PriorityGroup</a:t>
                      </a:r>
                      <a:endParaRPr lang="zh-CN" sz="2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抢占优先级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取值范围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响应优先级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取值范围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b="1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描述</a:t>
                      </a:r>
                      <a:endParaRPr lang="zh-CN" sz="2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6562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NVIC_PriorityGroup_0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～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15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抢占优先级占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位，</a:t>
                      </a:r>
                      <a:endParaRPr lang="zh-CN" sz="2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响应优先级占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2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86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NVIC_PriorityGroup_1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～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抢占优先级占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位，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响应优先级占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829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NVIC_PriorityGroup_2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抢占优先级占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位，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响应优先级占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7313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NVIC_PriorityGroup_3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2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5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6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7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，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抢占优先级占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3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位，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响应优先级占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7976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NVIC_PriorityGroup_4</a:t>
                      </a:r>
                      <a:endParaRPr lang="zh-CN" sz="2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～</a:t>
                      </a: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15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endParaRPr lang="zh-CN" sz="2800" kern="10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抢占优先级占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4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位，</a:t>
                      </a:r>
                      <a:endParaRPr lang="zh-CN" sz="2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响应优先级占</a:t>
                      </a:r>
                      <a:r>
                        <a:rPr lang="en-US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0</a:t>
                      </a:r>
                      <a:r>
                        <a:rPr lang="zh-CN" sz="1400" kern="100" dirty="0">
                          <a:effectLst/>
                          <a:latin typeface="Times New Roman"/>
                          <a:ea typeface="宋体"/>
                          <a:cs typeface="Times New Roman"/>
                        </a:rPr>
                        <a:t>位</a:t>
                      </a:r>
                      <a:endParaRPr lang="zh-CN" sz="2800" kern="100" dirty="0">
                        <a:effectLst/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0" marR="68580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2987824" y="478001"/>
            <a:ext cx="59046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</a:rPr>
              <a:t> STM32</a:t>
            </a:r>
            <a:r>
              <a:rPr lang="zh-CN" altLang="en-US" b="1" dirty="0">
                <a:solidFill>
                  <a:prstClr val="black"/>
                </a:solidFill>
              </a:rPr>
              <a:t>中断优先级分为两级：抢占优先级和响应优先级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491880" y="4288130"/>
            <a:ext cx="4752528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 smtClean="0">
                <a:solidFill>
                  <a:prstClr val="black"/>
                </a:solidFill>
              </a:rPr>
              <a:t>    STM32</a:t>
            </a:r>
            <a:r>
              <a:rPr lang="zh-CN" altLang="en-US" b="1" dirty="0">
                <a:solidFill>
                  <a:prstClr val="black"/>
                </a:solidFill>
              </a:rPr>
              <a:t>通过</a:t>
            </a:r>
            <a:r>
              <a:rPr lang="en-US" altLang="zh-CN" b="1" dirty="0">
                <a:solidFill>
                  <a:srgbClr val="C00000"/>
                </a:solidFill>
              </a:rPr>
              <a:t>NVIC</a:t>
            </a:r>
            <a:r>
              <a:rPr lang="zh-CN" altLang="en-US" b="1" dirty="0">
                <a:solidFill>
                  <a:prstClr val="black"/>
                </a:solidFill>
              </a:rPr>
              <a:t>进行中断优先级的分组，从而分配抢占优先级和响应优先级。</a:t>
            </a:r>
          </a:p>
        </p:txBody>
      </p:sp>
    </p:spTree>
    <p:extLst>
      <p:ext uri="{BB962C8B-B14F-4D97-AF65-F5344CB8AC3E}">
        <p14:creationId xmlns:p14="http://schemas.microsoft.com/office/powerpoint/2010/main" val="4128117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05983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2.4.5 STM32</a:t>
            </a:r>
            <a:r>
              <a:rPr lang="zh-CN" altLang="en-US" sz="2400" b="1" dirty="0">
                <a:solidFill>
                  <a:schemeClr val="bg1"/>
                </a:solidFill>
              </a:rPr>
              <a:t>时钟系统</a:t>
            </a:r>
          </a:p>
        </p:txBody>
      </p:sp>
      <p:sp>
        <p:nvSpPr>
          <p:cNvPr id="74" name="矩形 73"/>
          <p:cNvSpPr/>
          <p:nvPr/>
        </p:nvSpPr>
        <p:spPr>
          <a:xfrm>
            <a:off x="357407" y="1203598"/>
            <a:ext cx="4032448" cy="325537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由于</a:t>
            </a:r>
            <a:r>
              <a:rPr lang="en-US" altLang="zh-CN" b="1" dirty="0">
                <a:solidFill>
                  <a:schemeClr val="tx1"/>
                </a:solidFill>
              </a:rPr>
              <a:t>STM32</a:t>
            </a:r>
            <a:r>
              <a:rPr lang="zh-CN" altLang="en-US" b="1" dirty="0">
                <a:solidFill>
                  <a:schemeClr val="tx1"/>
                </a:solidFill>
              </a:rPr>
              <a:t>的外设时钟复杂，因此需要有一套完整的时钟系统来进行时钟管理，这就是</a:t>
            </a:r>
            <a:r>
              <a:rPr lang="en-US" altLang="zh-CN" b="1" dirty="0">
                <a:solidFill>
                  <a:srgbClr val="C00000"/>
                </a:solidFill>
              </a:rPr>
              <a:t>STM32</a:t>
            </a:r>
            <a:r>
              <a:rPr lang="zh-CN" altLang="en-US" b="1" dirty="0">
                <a:solidFill>
                  <a:srgbClr val="C00000"/>
                </a:solidFill>
              </a:rPr>
              <a:t>的时钟</a:t>
            </a:r>
            <a:r>
              <a:rPr lang="zh-CN" altLang="en-US" b="1" dirty="0" smtClean="0">
                <a:solidFill>
                  <a:srgbClr val="C00000"/>
                </a:solidFill>
              </a:rPr>
              <a:t>系统</a:t>
            </a:r>
            <a:r>
              <a:rPr lang="zh-CN" altLang="en-US" b="1" dirty="0" smtClean="0">
                <a:solidFill>
                  <a:schemeClr val="tx1"/>
                </a:solidFill>
              </a:rPr>
              <a:t>。</a:t>
            </a:r>
            <a:endParaRPr lang="en-US" altLang="zh-CN" b="1" dirty="0">
              <a:solidFill>
                <a:schemeClr val="tx1"/>
              </a:solidFill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Clr>
                <a:schemeClr val="accent5">
                  <a:lumMod val="75000"/>
                </a:schemeClr>
              </a:buClr>
              <a:buFont typeface="Wingdings" pitchFamily="2" charset="2"/>
              <a:buChar char="Ø"/>
            </a:pPr>
            <a:r>
              <a:rPr lang="en-US" altLang="zh-CN" b="1" dirty="0" smtClean="0">
                <a:solidFill>
                  <a:schemeClr val="tx1"/>
                </a:solidFill>
              </a:rPr>
              <a:t>STM32</a:t>
            </a:r>
            <a:r>
              <a:rPr lang="zh-CN" altLang="en-US" b="1" dirty="0">
                <a:solidFill>
                  <a:schemeClr val="tx1"/>
                </a:solidFill>
              </a:rPr>
              <a:t>的时钟系统由</a:t>
            </a:r>
            <a:r>
              <a:rPr lang="en-US" altLang="zh-CN" b="1" dirty="0">
                <a:solidFill>
                  <a:srgbClr val="C00000"/>
                </a:solidFill>
              </a:rPr>
              <a:t>RCC</a:t>
            </a: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Reset and Clock Control</a:t>
            </a:r>
            <a:r>
              <a:rPr lang="zh-CN" altLang="en-US" b="1" dirty="0">
                <a:solidFill>
                  <a:schemeClr val="tx1"/>
                </a:solidFill>
              </a:rPr>
              <a:t>，复位与时钟控制器）产生，用来为系统和各种外设提供所需的时钟频率，以确定各外设的工作速度。</a:t>
            </a:r>
          </a:p>
        </p:txBody>
      </p:sp>
      <p:sp>
        <p:nvSpPr>
          <p:cNvPr id="7" name="矩形 6"/>
          <p:cNvSpPr/>
          <p:nvPr/>
        </p:nvSpPr>
        <p:spPr>
          <a:xfrm>
            <a:off x="5436096" y="4507421"/>
            <a:ext cx="2160240" cy="438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25000"/>
              </a:lnSpc>
            </a:pPr>
            <a:r>
              <a:rPr lang="en-US" altLang="zh-CN" b="1" dirty="0">
                <a:solidFill>
                  <a:prstClr val="black"/>
                </a:solidFill>
              </a:rPr>
              <a:t>    STM32</a:t>
            </a:r>
            <a:r>
              <a:rPr lang="zh-CN" altLang="en-US" b="1" dirty="0">
                <a:solidFill>
                  <a:prstClr val="black"/>
                </a:solidFill>
              </a:rPr>
              <a:t>时钟系统</a:t>
            </a:r>
          </a:p>
        </p:txBody>
      </p:sp>
      <p:pic>
        <p:nvPicPr>
          <p:cNvPr id="9" name="图片 8" descr="G:\2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15088" y="339503"/>
            <a:ext cx="3780790" cy="41738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98609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05983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2.4.5 STM32</a:t>
            </a:r>
            <a:r>
              <a:rPr lang="zh-CN" altLang="en-US" sz="2400" b="1" dirty="0">
                <a:solidFill>
                  <a:schemeClr val="bg1"/>
                </a:solidFill>
              </a:rPr>
              <a:t>时钟系统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3954715352"/>
              </p:ext>
            </p:extLst>
          </p:nvPr>
        </p:nvGraphicFramePr>
        <p:xfrm>
          <a:off x="611560" y="369365"/>
          <a:ext cx="8136904" cy="3312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矩形 1"/>
          <p:cNvSpPr/>
          <p:nvPr/>
        </p:nvSpPr>
        <p:spPr>
          <a:xfrm>
            <a:off x="179512" y="1062997"/>
            <a:ext cx="3024336" cy="513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en-US" altLang="zh-CN" sz="2400" b="1" dirty="0"/>
              <a:t>STM32</a:t>
            </a:r>
            <a:r>
              <a:rPr lang="zh-CN" altLang="en-US" sz="2400" b="1" dirty="0"/>
              <a:t>有</a:t>
            </a:r>
            <a:r>
              <a:rPr lang="en-US" altLang="zh-CN" sz="2400" b="1" dirty="0"/>
              <a:t>5</a:t>
            </a:r>
            <a:r>
              <a:rPr lang="zh-CN" altLang="en-US" sz="2400" b="1" dirty="0"/>
              <a:t>个时钟</a:t>
            </a:r>
            <a:r>
              <a:rPr lang="zh-CN" altLang="en-US" sz="2400" b="1" dirty="0" smtClean="0"/>
              <a:t>源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73279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" y="339503"/>
            <a:ext cx="305983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5496" y="339502"/>
            <a:ext cx="29965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altLang="zh-CN" sz="2400" b="1" dirty="0">
                <a:solidFill>
                  <a:schemeClr val="bg1"/>
                </a:solidFill>
              </a:rPr>
              <a:t>2.4.5 STM32</a:t>
            </a:r>
            <a:r>
              <a:rPr lang="zh-CN" altLang="en-US" sz="2400" b="1" dirty="0">
                <a:solidFill>
                  <a:schemeClr val="bg1"/>
                </a:solidFill>
              </a:rPr>
              <a:t>时钟系统</a:t>
            </a:r>
          </a:p>
        </p:txBody>
      </p:sp>
      <p:sp>
        <p:nvSpPr>
          <p:cNvPr id="2" name="矩形 1"/>
          <p:cNvSpPr/>
          <p:nvPr/>
        </p:nvSpPr>
        <p:spPr>
          <a:xfrm>
            <a:off x="935596" y="987574"/>
            <a:ext cx="734481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4BACC6">
                  <a:lumMod val="75000"/>
                </a:srgbClr>
              </a:buClr>
            </a:pPr>
            <a:r>
              <a:rPr lang="en-US" altLang="zh-CN" sz="2000" b="1" dirty="0" smtClean="0"/>
              <a:t>     </a:t>
            </a:r>
            <a:r>
              <a:rPr lang="zh-CN" altLang="zh-CN" sz="2000" b="1" dirty="0" smtClean="0"/>
              <a:t>系统</a:t>
            </a:r>
            <a:r>
              <a:rPr lang="zh-CN" altLang="zh-CN" sz="2000" b="1" dirty="0"/>
              <a:t>时钟经</a:t>
            </a:r>
            <a:r>
              <a:rPr lang="en-US" altLang="zh-CN" sz="2000" b="1" dirty="0"/>
              <a:t>AHB</a:t>
            </a:r>
            <a:r>
              <a:rPr lang="zh-CN" altLang="zh-CN" sz="2000" b="1" dirty="0"/>
              <a:t>预分频器分频，产生各种外设所需要的时钟频率</a:t>
            </a:r>
            <a:r>
              <a:rPr lang="zh-CN" altLang="en-US" sz="2000" b="1" dirty="0"/>
              <a:t>，</a:t>
            </a:r>
            <a:r>
              <a:rPr lang="en-US" altLang="zh-CN" sz="2000" b="1" dirty="0"/>
              <a:t>AHB</a:t>
            </a:r>
            <a:r>
              <a:rPr lang="zh-CN" altLang="zh-CN" sz="2000" b="1" dirty="0"/>
              <a:t>分频器输出的时钟供五大模块使用</a:t>
            </a:r>
            <a:r>
              <a:rPr lang="zh-CN" altLang="zh-CN" sz="2000" b="1" dirty="0" smtClean="0"/>
              <a:t>：</a:t>
            </a:r>
            <a:endParaRPr lang="zh-CN" altLang="en-US" sz="2000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3953525240"/>
              </p:ext>
            </p:extLst>
          </p:nvPr>
        </p:nvGraphicFramePr>
        <p:xfrm>
          <a:off x="1403648" y="1849348"/>
          <a:ext cx="6552728" cy="28106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5277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" y="339503"/>
            <a:ext cx="1619671" cy="504056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5497" y="339503"/>
            <a:ext cx="56886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>
                <a:solidFill>
                  <a:schemeClr val="bg1"/>
                </a:solidFill>
                <a:latin typeface="黑体" pitchFamily="49" charset="-122"/>
                <a:ea typeface="黑体" pitchFamily="49" charset="-122"/>
              </a:rPr>
              <a:t>本章小结</a:t>
            </a:r>
          </a:p>
        </p:txBody>
      </p:sp>
      <p:sp>
        <p:nvSpPr>
          <p:cNvPr id="3789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2195657" y="1059582"/>
            <a:ext cx="2556758" cy="907751"/>
            <a:chOff x="3666731" y="1984470"/>
            <a:chExt cx="2636520" cy="1447800"/>
          </a:xfrm>
        </p:grpSpPr>
        <p:sp>
          <p:nvSpPr>
            <p:cNvPr id="11" name="任意多边形 10"/>
            <p:cNvSpPr/>
            <p:nvPr/>
          </p:nvSpPr>
          <p:spPr>
            <a:xfrm>
              <a:off x="3666731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79B0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89" b="1" i="0" u="none" strike="noStrike" kern="0" cap="none" spc="0" normalizeH="0" baseline="0" noProof="0">
                <a:ln>
                  <a:noFill/>
                </a:ln>
                <a:solidFill>
                  <a:srgbClr val="4F91A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  <p:sp>
          <p:nvSpPr>
            <p:cNvPr id="12" name="文本框 35"/>
            <p:cNvSpPr txBox="1"/>
            <p:nvPr/>
          </p:nvSpPr>
          <p:spPr>
            <a:xfrm>
              <a:off x="3971726" y="2389297"/>
              <a:ext cx="2230360" cy="63814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/>
              <a:r>
                <a:rPr lang="en-GB" altLang="zh-CN" sz="2000" b="1" kern="0" dirty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2.2 ARM</a:t>
              </a:r>
              <a:endParaRPr kumimoji="0" lang="zh-CN" altLang="en-US" sz="2000" b="1" i="0" u="none" strike="noStrike" kern="0" cap="none" spc="0" normalizeH="0" baseline="-300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8693" y="1059582"/>
            <a:ext cx="2556758" cy="907751"/>
            <a:chOff x="1436370" y="1984470"/>
            <a:chExt cx="2636520" cy="1447800"/>
          </a:xfrm>
        </p:grpSpPr>
        <p:sp>
          <p:nvSpPr>
            <p:cNvPr id="14" name="任意多边形 13"/>
            <p:cNvSpPr/>
            <p:nvPr/>
          </p:nvSpPr>
          <p:spPr>
            <a:xfrm>
              <a:off x="1436370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4F91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89" b="1" i="0" u="none" strike="noStrike" kern="0" cap="none" spc="0" normalizeH="0" baseline="0" noProof="0">
                <a:ln>
                  <a:noFill/>
                </a:ln>
                <a:solidFill>
                  <a:srgbClr val="4F91A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  <p:sp>
          <p:nvSpPr>
            <p:cNvPr id="15" name="文本框 43"/>
            <p:cNvSpPr txBox="1"/>
            <p:nvPr/>
          </p:nvSpPr>
          <p:spPr>
            <a:xfrm>
              <a:off x="1709209" y="2127031"/>
              <a:ext cx="2293960" cy="116267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en-US" altLang="zh-CN" b="1" kern="0" dirty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2.1 </a:t>
              </a:r>
              <a:r>
                <a:rPr lang="zh-CN" altLang="en-US" b="1" kern="0" dirty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嵌入式</a:t>
              </a:r>
              <a:r>
                <a:rPr lang="zh-CN" altLang="en-US" b="1" kern="0" dirty="0" smtClean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系统</a:t>
              </a:r>
              <a:endParaRPr lang="en-US" altLang="zh-CN" b="1" kern="0" dirty="0" smtClean="0">
                <a:solidFill>
                  <a:sysClr val="window" lastClr="FFFFFF">
                    <a:lumMod val="95000"/>
                  </a:sysClr>
                </a:solidFill>
                <a:latin typeface="Arial" panose="020B0604020202020204" pitchFamily="34" charset="0"/>
                <a:ea typeface="微软雅黑"/>
                <a:cs typeface="+mn-ea"/>
              </a:endParaRPr>
            </a:p>
            <a:p>
              <a:pPr lvl="0" algn="ctr">
                <a:lnSpc>
                  <a:spcPct val="120000"/>
                </a:lnSpc>
              </a:pPr>
              <a:r>
                <a:rPr lang="zh-CN" altLang="en-US" b="1" kern="0" dirty="0" smtClean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基础</a:t>
              </a:r>
              <a:r>
                <a:rPr lang="zh-CN" altLang="en-US" b="1" kern="0" dirty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知识</a:t>
              </a:r>
              <a:endParaRPr kumimoji="0" lang="zh-CN" altLang="en-US" b="1" i="0" u="none" strike="noStrike" kern="0" cap="none" spc="0" normalizeH="0" baseline="-300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469586" y="1059582"/>
            <a:ext cx="2556758" cy="907751"/>
            <a:chOff x="8127453" y="1984470"/>
            <a:chExt cx="2636520" cy="1447800"/>
          </a:xfrm>
        </p:grpSpPr>
        <p:sp>
          <p:nvSpPr>
            <p:cNvPr id="17" name="任意多边形 16"/>
            <p:cNvSpPr/>
            <p:nvPr/>
          </p:nvSpPr>
          <p:spPr>
            <a:xfrm>
              <a:off x="8127453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79B0B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89" b="1" i="0" u="none" strike="noStrike" kern="0" cap="none" spc="0" normalizeH="0" baseline="0" noProof="0">
                <a:ln>
                  <a:noFill/>
                </a:ln>
                <a:solidFill>
                  <a:srgbClr val="4F91A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  <p:sp>
          <p:nvSpPr>
            <p:cNvPr id="18" name="文本框 46"/>
            <p:cNvSpPr txBox="1"/>
            <p:nvPr/>
          </p:nvSpPr>
          <p:spPr>
            <a:xfrm>
              <a:off x="8439016" y="2143856"/>
              <a:ext cx="2230360" cy="112902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/>
              <a:r>
                <a:rPr lang="en-US" altLang="zh-CN" sz="2000" b="1" kern="0" dirty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2.4 </a:t>
              </a:r>
              <a:r>
                <a:rPr lang="en-US" altLang="zh-CN" sz="2000" b="1" kern="0" dirty="0" smtClean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STM32</a:t>
              </a:r>
            </a:p>
            <a:p>
              <a:pPr lvl="0" algn="ctr"/>
              <a:r>
                <a:rPr lang="zh-CN" altLang="en-US" sz="2000" b="1" kern="0" dirty="0" smtClean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微</a:t>
              </a:r>
              <a:r>
                <a:rPr lang="zh-CN" altLang="en-US" sz="2000" b="1" kern="0" dirty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控制器结构</a:t>
              </a:r>
              <a:endParaRPr kumimoji="0" lang="zh-CN" altLang="en-US" sz="2000" b="1" i="0" u="none" strike="noStrike" kern="0" cap="none" spc="0" normalizeH="0" baseline="-300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332621" y="1059582"/>
            <a:ext cx="2556758" cy="907751"/>
            <a:chOff x="5897092" y="1984470"/>
            <a:chExt cx="2636520" cy="1447800"/>
          </a:xfrm>
        </p:grpSpPr>
        <p:sp>
          <p:nvSpPr>
            <p:cNvPr id="20" name="任意多边形 19"/>
            <p:cNvSpPr/>
            <p:nvPr/>
          </p:nvSpPr>
          <p:spPr>
            <a:xfrm>
              <a:off x="5897092" y="1984470"/>
              <a:ext cx="2636520" cy="1447800"/>
            </a:xfrm>
            <a:custGeom>
              <a:avLst/>
              <a:gdLst>
                <a:gd name="connsiteX0" fmla="*/ 0 w 2636520"/>
                <a:gd name="connsiteY0" fmla="*/ 0 h 1447800"/>
                <a:gd name="connsiteX1" fmla="*/ 2103122 w 2636520"/>
                <a:gd name="connsiteY1" fmla="*/ 0 h 1447800"/>
                <a:gd name="connsiteX2" fmla="*/ 2636520 w 2636520"/>
                <a:gd name="connsiteY2" fmla="*/ 723900 h 1447800"/>
                <a:gd name="connsiteX3" fmla="*/ 2103122 w 2636520"/>
                <a:gd name="connsiteY3" fmla="*/ 1447800 h 1447800"/>
                <a:gd name="connsiteX4" fmla="*/ 0 w 2636520"/>
                <a:gd name="connsiteY4" fmla="*/ 1447800 h 1447800"/>
                <a:gd name="connsiteX5" fmla="*/ 0 w 2636520"/>
                <a:gd name="connsiteY5" fmla="*/ 1442632 h 1447800"/>
                <a:gd name="connsiteX6" fmla="*/ 529590 w 2636520"/>
                <a:gd name="connsiteY6" fmla="*/ 723900 h 1447800"/>
                <a:gd name="connsiteX7" fmla="*/ 0 w 2636520"/>
                <a:gd name="connsiteY7" fmla="*/ 5168 h 144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636520" h="1447800">
                  <a:moveTo>
                    <a:pt x="0" y="0"/>
                  </a:moveTo>
                  <a:lnTo>
                    <a:pt x="2103122" y="0"/>
                  </a:lnTo>
                  <a:lnTo>
                    <a:pt x="2636520" y="723900"/>
                  </a:lnTo>
                  <a:lnTo>
                    <a:pt x="2103122" y="1447800"/>
                  </a:lnTo>
                  <a:lnTo>
                    <a:pt x="0" y="1447800"/>
                  </a:lnTo>
                  <a:lnTo>
                    <a:pt x="0" y="1442632"/>
                  </a:lnTo>
                  <a:lnTo>
                    <a:pt x="529590" y="723900"/>
                  </a:lnTo>
                  <a:lnTo>
                    <a:pt x="0" y="5168"/>
                  </a:lnTo>
                  <a:close/>
                </a:path>
              </a:pathLst>
            </a:custGeom>
            <a:solidFill>
              <a:srgbClr val="4F91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89" b="1" i="0" u="none" strike="noStrike" kern="0" cap="none" spc="0" normalizeH="0" baseline="0" noProof="0">
                <a:ln>
                  <a:noFill/>
                </a:ln>
                <a:solidFill>
                  <a:srgbClr val="4F91A0">
                    <a:lumMod val="7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  <p:sp>
          <p:nvSpPr>
            <p:cNvPr id="21" name="文本框 49"/>
            <p:cNvSpPr txBox="1"/>
            <p:nvPr/>
          </p:nvSpPr>
          <p:spPr>
            <a:xfrm>
              <a:off x="6227711" y="2070636"/>
              <a:ext cx="2205655" cy="127547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lvl="0" algn="ctr">
                <a:lnSpc>
                  <a:spcPct val="120000"/>
                </a:lnSpc>
              </a:pPr>
              <a:r>
                <a:rPr lang="en-GB" altLang="zh-CN" sz="2000" b="1" kern="0" dirty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2.3 </a:t>
              </a:r>
              <a:r>
                <a:rPr lang="en-GB" altLang="zh-CN" sz="2000" b="1" kern="0" dirty="0" smtClean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Cortex-M3</a:t>
              </a:r>
            </a:p>
            <a:p>
              <a:pPr lvl="0" algn="ctr">
                <a:lnSpc>
                  <a:spcPct val="120000"/>
                </a:lnSpc>
              </a:pPr>
              <a:r>
                <a:rPr lang="zh-CN" altLang="en-US" sz="2000" b="1" kern="0" dirty="0" smtClean="0">
                  <a:solidFill>
                    <a:sysClr val="window" lastClr="FFFFFF">
                      <a:lumMod val="95000"/>
                    </a:sysClr>
                  </a:solidFill>
                  <a:latin typeface="Arial" panose="020B0604020202020204" pitchFamily="34" charset="0"/>
                  <a:ea typeface="微软雅黑"/>
                  <a:cs typeface="+mn-ea"/>
                </a:rPr>
                <a:t>内核</a:t>
              </a:r>
              <a:endParaRPr kumimoji="0" lang="zh-CN" altLang="en-US" sz="2000" b="1" i="0" u="none" strike="noStrike" kern="0" cap="none" spc="0" normalizeH="0" baseline="-3000" noProof="0" dirty="0">
                <a:ln>
                  <a:noFill/>
                </a:ln>
                <a:solidFill>
                  <a:sysClr val="window" lastClr="FFFFFF">
                    <a:lumMod val="95000"/>
                  </a:sysClr>
                </a:solidFill>
                <a:effectLst/>
                <a:uLnTx/>
                <a:uFillTx/>
                <a:latin typeface="Arial" panose="020B0604020202020204" pitchFamily="34" charset="0"/>
                <a:ea typeface="微软雅黑"/>
                <a:cs typeface="+mn-ea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82097" y="2291489"/>
            <a:ext cx="1625607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冯</a:t>
            </a:r>
            <a:r>
              <a:rPr lang="zh-CN" altLang="en-US" b="1" dirty="0" smtClean="0">
                <a:sym typeface="Wingdings 2"/>
              </a:rPr>
              <a:t></a:t>
            </a:r>
            <a:r>
              <a:rPr lang="zh-CN" altLang="en-US" b="1" dirty="0" smtClean="0"/>
              <a:t>诺依曼</a:t>
            </a:r>
            <a:r>
              <a:rPr lang="zh-CN" altLang="en-US" b="1" dirty="0"/>
              <a:t>结构与哈佛</a:t>
            </a:r>
            <a:r>
              <a:rPr lang="zh-CN" altLang="en-US" b="1" dirty="0" smtClean="0"/>
              <a:t>结构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 smtClean="0"/>
              <a:t>ARM</a:t>
            </a:r>
            <a:r>
              <a:rPr lang="zh-CN" altLang="zh-CN" b="1" dirty="0"/>
              <a:t>存储</a:t>
            </a:r>
            <a:r>
              <a:rPr lang="zh-CN" altLang="zh-CN" b="1" dirty="0" smtClean="0"/>
              <a:t>模式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 smtClean="0"/>
              <a:t>CISC</a:t>
            </a:r>
            <a:r>
              <a:rPr lang="zh-CN" altLang="zh-CN" b="1" dirty="0"/>
              <a:t>和</a:t>
            </a:r>
            <a:r>
              <a:rPr lang="en-US" altLang="zh-CN" b="1" dirty="0" smtClean="0"/>
              <a:t>RISC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zh-CN" altLang="zh-CN" b="1" dirty="0" smtClean="0"/>
              <a:t>流水线</a:t>
            </a:r>
            <a:r>
              <a:rPr lang="zh-CN" altLang="zh-CN" b="1" dirty="0"/>
              <a:t>技术</a:t>
            </a:r>
            <a:endParaRPr lang="zh-CN" altLang="en-US" b="1" dirty="0"/>
          </a:p>
        </p:txBody>
      </p:sp>
      <p:sp>
        <p:nvSpPr>
          <p:cNvPr id="31" name="矩形 30"/>
          <p:cNvSpPr/>
          <p:nvPr/>
        </p:nvSpPr>
        <p:spPr>
          <a:xfrm>
            <a:off x="2499785" y="2291489"/>
            <a:ext cx="1625607" cy="9233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/>
              <a:t>ARM</a:t>
            </a:r>
            <a:r>
              <a:rPr lang="zh-CN" altLang="zh-CN" b="1" dirty="0" smtClean="0"/>
              <a:t>介绍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en-US" altLang="zh-CN" b="1" dirty="0"/>
              <a:t>ARM</a:t>
            </a:r>
            <a:r>
              <a:rPr lang="zh-CN" altLang="zh-CN" b="1" dirty="0"/>
              <a:t>体系结构</a:t>
            </a:r>
          </a:p>
        </p:txBody>
      </p:sp>
      <p:sp>
        <p:nvSpPr>
          <p:cNvPr id="32" name="矩形 31"/>
          <p:cNvSpPr/>
          <p:nvPr/>
        </p:nvSpPr>
        <p:spPr>
          <a:xfrm>
            <a:off x="4717473" y="2291489"/>
            <a:ext cx="1625607" cy="12003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CN" altLang="zh-CN" b="1" dirty="0"/>
              <a:t>内核</a:t>
            </a:r>
            <a:r>
              <a:rPr lang="zh-CN" altLang="zh-CN" b="1" dirty="0" smtClean="0"/>
              <a:t>结构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寄存器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存储结构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中断与异常</a:t>
            </a:r>
            <a:endParaRPr lang="zh-CN" altLang="zh-CN" b="1" dirty="0"/>
          </a:p>
        </p:txBody>
      </p:sp>
      <p:sp>
        <p:nvSpPr>
          <p:cNvPr id="33" name="矩形 32"/>
          <p:cNvSpPr/>
          <p:nvPr/>
        </p:nvSpPr>
        <p:spPr>
          <a:xfrm>
            <a:off x="6935161" y="2291489"/>
            <a:ext cx="1625607" cy="1477328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系统结构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总线结构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存储结构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中断</a:t>
            </a:r>
            <a:endParaRPr lang="en-US" altLang="zh-CN" b="1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zh-CN" altLang="en-US" b="1" dirty="0" smtClean="0"/>
              <a:t>时钟系统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00888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1779662"/>
            <a:ext cx="284380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2915816" y="123478"/>
            <a:ext cx="5148064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880320" y="1923678"/>
            <a:ext cx="5148064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T</a:t>
            </a:r>
            <a:r>
              <a:rPr lang="en-GB" altLang="zh-CN" sz="6000" b="1" dirty="0" smtClean="0">
                <a:solidFill>
                  <a:schemeClr val="accent1">
                    <a:lumMod val="75000"/>
                  </a:schemeClr>
                </a:solidFill>
                <a:latin typeface="华文隶书" pitchFamily="2" charset="-122"/>
                <a:ea typeface="华文隶书" pitchFamily="2" charset="-122"/>
              </a:rPr>
              <a:t>he     End!</a:t>
            </a:r>
            <a:endParaRPr lang="zh-CN" altLang="zh-CN" sz="6000" b="1" dirty="0">
              <a:solidFill>
                <a:schemeClr val="accent1">
                  <a:lumMod val="75000"/>
                </a:schemeClr>
              </a:solidFill>
              <a:latin typeface="华文隶书" pitchFamily="2" charset="-122"/>
              <a:ea typeface="华文隶书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991872" y="1779662"/>
            <a:ext cx="1152128" cy="13681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菱形 12"/>
          <p:cNvSpPr/>
          <p:nvPr/>
        </p:nvSpPr>
        <p:spPr>
          <a:xfrm>
            <a:off x="7812360" y="4155926"/>
            <a:ext cx="936104" cy="581892"/>
          </a:xfrm>
          <a:prstGeom prst="diamond">
            <a:avLst/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菱形 13"/>
          <p:cNvSpPr/>
          <p:nvPr/>
        </p:nvSpPr>
        <p:spPr>
          <a:xfrm>
            <a:off x="7344308" y="4136372"/>
            <a:ext cx="936104" cy="581892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新月形 5"/>
          <p:cNvSpPr/>
          <p:nvPr/>
        </p:nvSpPr>
        <p:spPr>
          <a:xfrm rot="5400000">
            <a:off x="3908409" y="1003093"/>
            <a:ext cx="576063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新月形 11"/>
          <p:cNvSpPr/>
          <p:nvPr/>
        </p:nvSpPr>
        <p:spPr>
          <a:xfrm rot="16200000">
            <a:off x="6081017" y="1669836"/>
            <a:ext cx="613404" cy="2129201"/>
          </a:xfrm>
          <a:prstGeom prst="moon">
            <a:avLst>
              <a:gd name="adj" fmla="val 14361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十字箭头标注 14"/>
          <p:cNvSpPr/>
          <p:nvPr/>
        </p:nvSpPr>
        <p:spPr>
          <a:xfrm>
            <a:off x="395536" y="339502"/>
            <a:ext cx="1296144" cy="720080"/>
          </a:xfrm>
          <a:prstGeom prst="quadArrowCallou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200" b="1" dirty="0" smtClean="0"/>
              <a:t>STM32</a:t>
            </a:r>
            <a:endParaRPr lang="zh-CN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247507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>
          <a:defRPr sz="1600" b="1" dirty="0" smtClean="0"/>
        </a:defPPr>
      </a:lstStyle>
      <a:style>
        <a:lnRef idx="0">
          <a:schemeClr val="accent5"/>
        </a:lnRef>
        <a:fillRef idx="3">
          <a:schemeClr val="accent5"/>
        </a:fillRef>
        <a:effectRef idx="3">
          <a:schemeClr val="accent5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2043</TotalTime>
  <Words>4465</Words>
  <Application>Microsoft Office PowerPoint</Application>
  <PresentationFormat>全屏显示(16:9)</PresentationFormat>
  <Paragraphs>754</Paragraphs>
  <Slides>55</Slides>
  <Notes>7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55</vt:i4>
      </vt:variant>
    </vt:vector>
  </HeadingPairs>
  <TitlesOfParts>
    <vt:vector size="58" baseType="lpstr">
      <vt:lpstr>Office 主题​​</vt:lpstr>
      <vt:lpstr>Visio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mf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马锋</dc:creator>
  <cp:lastModifiedBy>马锋</cp:lastModifiedBy>
  <cp:revision>303</cp:revision>
  <dcterms:created xsi:type="dcterms:W3CDTF">2019-08-08T08:45:05Z</dcterms:created>
  <dcterms:modified xsi:type="dcterms:W3CDTF">2020-06-15T14:16:15Z</dcterms:modified>
</cp:coreProperties>
</file>