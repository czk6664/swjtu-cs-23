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257" r:id="rId2"/>
    <p:sldId id="259" r:id="rId3"/>
    <p:sldId id="300" r:id="rId4"/>
    <p:sldId id="260" r:id="rId5"/>
    <p:sldId id="334" r:id="rId6"/>
    <p:sldId id="335" r:id="rId7"/>
    <p:sldId id="336" r:id="rId8"/>
    <p:sldId id="338" r:id="rId9"/>
    <p:sldId id="339" r:id="rId10"/>
    <p:sldId id="341" r:id="rId11"/>
    <p:sldId id="261" r:id="rId12"/>
    <p:sldId id="413" r:id="rId13"/>
    <p:sldId id="262" r:id="rId14"/>
    <p:sldId id="342" r:id="rId15"/>
    <p:sldId id="343" r:id="rId16"/>
    <p:sldId id="344" r:id="rId17"/>
    <p:sldId id="272" r:id="rId18"/>
    <p:sldId id="268" r:id="rId19"/>
    <p:sldId id="346" r:id="rId20"/>
    <p:sldId id="347" r:id="rId21"/>
    <p:sldId id="348" r:id="rId22"/>
    <p:sldId id="349" r:id="rId23"/>
    <p:sldId id="270" r:id="rId24"/>
    <p:sldId id="350" r:id="rId25"/>
    <p:sldId id="351" r:id="rId26"/>
    <p:sldId id="352" r:id="rId27"/>
    <p:sldId id="353" r:id="rId28"/>
    <p:sldId id="355" r:id="rId29"/>
    <p:sldId id="354" r:id="rId30"/>
    <p:sldId id="356" r:id="rId31"/>
    <p:sldId id="358" r:id="rId32"/>
    <p:sldId id="357" r:id="rId33"/>
    <p:sldId id="359" r:id="rId34"/>
    <p:sldId id="360" r:id="rId35"/>
    <p:sldId id="361" r:id="rId36"/>
    <p:sldId id="362" r:id="rId37"/>
    <p:sldId id="363" r:id="rId38"/>
    <p:sldId id="364" r:id="rId39"/>
    <p:sldId id="365" r:id="rId40"/>
    <p:sldId id="366" r:id="rId41"/>
    <p:sldId id="367" r:id="rId42"/>
    <p:sldId id="368" r:id="rId43"/>
    <p:sldId id="265" r:id="rId44"/>
    <p:sldId id="369" r:id="rId45"/>
    <p:sldId id="370" r:id="rId46"/>
    <p:sldId id="371" r:id="rId47"/>
    <p:sldId id="372" r:id="rId48"/>
    <p:sldId id="373" r:id="rId49"/>
    <p:sldId id="376" r:id="rId50"/>
    <p:sldId id="266" r:id="rId51"/>
    <p:sldId id="375" r:id="rId52"/>
    <p:sldId id="378" r:id="rId53"/>
    <p:sldId id="379" r:id="rId54"/>
    <p:sldId id="377" r:id="rId55"/>
    <p:sldId id="380" r:id="rId56"/>
    <p:sldId id="381" r:id="rId57"/>
    <p:sldId id="382" r:id="rId58"/>
    <p:sldId id="383" r:id="rId59"/>
    <p:sldId id="384" r:id="rId60"/>
    <p:sldId id="385" r:id="rId61"/>
    <p:sldId id="287" r:id="rId62"/>
    <p:sldId id="386" r:id="rId63"/>
    <p:sldId id="387" r:id="rId64"/>
    <p:sldId id="388" r:id="rId65"/>
    <p:sldId id="389" r:id="rId66"/>
    <p:sldId id="390" r:id="rId67"/>
    <p:sldId id="391" r:id="rId68"/>
    <p:sldId id="289" r:id="rId69"/>
    <p:sldId id="392" r:id="rId70"/>
    <p:sldId id="393" r:id="rId71"/>
    <p:sldId id="394" r:id="rId72"/>
    <p:sldId id="395" r:id="rId73"/>
    <p:sldId id="396" r:id="rId74"/>
    <p:sldId id="406" r:id="rId75"/>
    <p:sldId id="398" r:id="rId76"/>
    <p:sldId id="407" r:id="rId77"/>
    <p:sldId id="399" r:id="rId78"/>
    <p:sldId id="400" r:id="rId79"/>
    <p:sldId id="402" r:id="rId80"/>
    <p:sldId id="403" r:id="rId81"/>
    <p:sldId id="409" r:id="rId82"/>
    <p:sldId id="410" r:id="rId83"/>
    <p:sldId id="411" r:id="rId84"/>
    <p:sldId id="412" r:id="rId85"/>
    <p:sldId id="415" r:id="rId86"/>
    <p:sldId id="414" r:id="rId87"/>
    <p:sldId id="416" r:id="rId88"/>
    <p:sldId id="417" r:id="rId89"/>
    <p:sldId id="418" r:id="rId90"/>
    <p:sldId id="419" r:id="rId91"/>
    <p:sldId id="307" r:id="rId92"/>
    <p:sldId id="310" r:id="rId9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8583"/>
    <a:srgbClr val="FFFFCC"/>
    <a:srgbClr val="CD7371"/>
    <a:srgbClr val="FF00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56" autoAdjust="0"/>
  </p:normalViewPr>
  <p:slideViewPr>
    <p:cSldViewPr>
      <p:cViewPr>
        <p:scale>
          <a:sx n="100" d="100"/>
          <a:sy n="100" d="100"/>
        </p:scale>
        <p:origin x="-1218" y="-64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_rels/data3.xml.rels><?xml version="1.0" encoding="UTF-8" standalone="yes"?>
<Relationships xmlns="http://schemas.openxmlformats.org/package/2006/relationships"><Relationship Id="rId1" Type="http://schemas.openxmlformats.org/officeDocument/2006/relationships/image" Target="../media/image1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6.jpeg"/></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2CEBAA-E1A0-4A5E-892A-353144A3ECB1}" type="doc">
      <dgm:prSet loTypeId="urn:microsoft.com/office/officeart/2005/8/layout/vList3#1" loCatId="list" qsTypeId="urn:microsoft.com/office/officeart/2005/8/quickstyle/simple2" qsCatId="simple" csTypeId="urn:microsoft.com/office/officeart/2005/8/colors/accent5_1" csCatId="accent5" phldr="1"/>
      <dgm:spPr/>
      <dgm:t>
        <a:bodyPr/>
        <a:lstStyle/>
        <a:p>
          <a:endParaRPr lang="zh-CN" altLang="en-US"/>
        </a:p>
      </dgm:t>
    </dgm:pt>
    <dgm:pt modelId="{13106C34-DDA7-4704-AE3C-0B0E4328523F}">
      <dgm:prSet custT="1"/>
      <dgm:spPr/>
      <dgm:t>
        <a:bodyPr/>
        <a:lstStyle/>
        <a:p>
          <a:pPr marL="0" indent="177800" algn="l" rtl="0"/>
          <a:r>
            <a:rPr lang="en-US" sz="2000" b="1" dirty="0" smtClean="0"/>
            <a:t>7.1 </a:t>
          </a:r>
          <a:r>
            <a:rPr lang="zh-CN" sz="2000" b="1" dirty="0" smtClean="0"/>
            <a:t>通信概述</a:t>
          </a:r>
          <a:endParaRPr lang="zh-CN" sz="2000" b="1" dirty="0"/>
        </a:p>
      </dgm:t>
    </dgm:pt>
    <dgm:pt modelId="{5B2484B4-0902-44AE-9451-619122864D26}" type="parTrans" cxnId="{02BAFB49-29A0-4418-8227-F8F120C95367}">
      <dgm:prSet/>
      <dgm:spPr/>
      <dgm:t>
        <a:bodyPr/>
        <a:lstStyle/>
        <a:p>
          <a:pPr algn="l"/>
          <a:endParaRPr lang="zh-CN" altLang="en-US" sz="2000" b="1"/>
        </a:p>
      </dgm:t>
    </dgm:pt>
    <dgm:pt modelId="{09265D00-2571-440C-8A2D-A0D7C0ECA357}" type="sibTrans" cxnId="{02BAFB49-29A0-4418-8227-F8F120C95367}">
      <dgm:prSet/>
      <dgm:spPr/>
      <dgm:t>
        <a:bodyPr/>
        <a:lstStyle/>
        <a:p>
          <a:pPr algn="l"/>
          <a:endParaRPr lang="zh-CN" altLang="en-US" sz="2000" b="1"/>
        </a:p>
      </dgm:t>
    </dgm:pt>
    <dgm:pt modelId="{047B7240-9B3B-4945-ABFC-8AA577225995}">
      <dgm:prSet custT="1"/>
      <dgm:spPr/>
      <dgm:t>
        <a:bodyPr/>
        <a:lstStyle/>
        <a:p>
          <a:pPr marL="0" indent="177800" algn="l" rtl="0"/>
          <a:r>
            <a:rPr lang="en-US" sz="2000" b="1" dirty="0" smtClean="0"/>
            <a:t>7.2 </a:t>
          </a:r>
          <a:r>
            <a:rPr lang="zh-CN" altLang="en-US" sz="2000" b="1" dirty="0" smtClean="0"/>
            <a:t>异步</a:t>
          </a:r>
          <a:r>
            <a:rPr lang="zh-CN" sz="2000" b="1" dirty="0" smtClean="0"/>
            <a:t>串行通信</a:t>
          </a:r>
          <a:endParaRPr lang="zh-CN" sz="2000" b="1" dirty="0"/>
        </a:p>
      </dgm:t>
    </dgm:pt>
    <dgm:pt modelId="{30432C7E-5CB4-43B7-ABDA-FDD668F97924}" type="parTrans" cxnId="{8ECEC30A-7947-4089-82B2-F4118177782E}">
      <dgm:prSet/>
      <dgm:spPr/>
      <dgm:t>
        <a:bodyPr/>
        <a:lstStyle/>
        <a:p>
          <a:pPr algn="l"/>
          <a:endParaRPr lang="zh-CN" altLang="en-US" sz="2000" b="1"/>
        </a:p>
      </dgm:t>
    </dgm:pt>
    <dgm:pt modelId="{2AD50ABE-3325-4DD9-8E1F-7ECDCF00ED92}" type="sibTrans" cxnId="{8ECEC30A-7947-4089-82B2-F4118177782E}">
      <dgm:prSet/>
      <dgm:spPr/>
      <dgm:t>
        <a:bodyPr/>
        <a:lstStyle/>
        <a:p>
          <a:pPr algn="l"/>
          <a:endParaRPr lang="zh-CN" altLang="en-US" sz="2000" b="1"/>
        </a:p>
      </dgm:t>
    </dgm:pt>
    <dgm:pt modelId="{C03C3471-A4DA-417B-8393-2DA0F765F0DE}">
      <dgm:prSet custT="1"/>
      <dgm:spPr/>
      <dgm:t>
        <a:bodyPr/>
        <a:lstStyle/>
        <a:p>
          <a:pPr marL="0" indent="177800" algn="l" rtl="0"/>
          <a:r>
            <a:rPr lang="en-US" sz="2000" b="1" dirty="0" smtClean="0"/>
            <a:t>7.3 STM32</a:t>
          </a:r>
          <a:r>
            <a:rPr lang="zh-CN" sz="2000" b="1" dirty="0" smtClean="0"/>
            <a:t>的</a:t>
          </a:r>
          <a:r>
            <a:rPr lang="en-US" sz="2000" b="1" dirty="0" smtClean="0"/>
            <a:t>USART</a:t>
          </a:r>
          <a:r>
            <a:rPr lang="zh-CN" sz="2000" b="1" dirty="0" smtClean="0"/>
            <a:t>模块</a:t>
          </a:r>
          <a:endParaRPr lang="zh-CN" sz="2000" b="1" dirty="0"/>
        </a:p>
      </dgm:t>
    </dgm:pt>
    <dgm:pt modelId="{1933975E-8B86-46FF-B7C1-099FB70E688A}" type="parTrans" cxnId="{972459DD-7803-4179-A553-DC73E2AA763F}">
      <dgm:prSet/>
      <dgm:spPr/>
      <dgm:t>
        <a:bodyPr/>
        <a:lstStyle/>
        <a:p>
          <a:pPr algn="l"/>
          <a:endParaRPr lang="zh-CN" altLang="en-US" sz="2000" b="1"/>
        </a:p>
      </dgm:t>
    </dgm:pt>
    <dgm:pt modelId="{B2D04BCB-8D1E-44D6-B48A-12C7951CB416}" type="sibTrans" cxnId="{972459DD-7803-4179-A553-DC73E2AA763F}">
      <dgm:prSet/>
      <dgm:spPr/>
      <dgm:t>
        <a:bodyPr/>
        <a:lstStyle/>
        <a:p>
          <a:pPr algn="l"/>
          <a:endParaRPr lang="zh-CN" altLang="en-US" sz="2000" b="1"/>
        </a:p>
      </dgm:t>
    </dgm:pt>
    <dgm:pt modelId="{272A1E72-89D8-435F-ABBC-9FE234A43252}">
      <dgm:prSet custT="1"/>
      <dgm:spPr/>
      <dgm:t>
        <a:bodyPr/>
        <a:lstStyle/>
        <a:p>
          <a:pPr marL="0" indent="177800" algn="l" rtl="0"/>
          <a:r>
            <a:rPr lang="en-US" sz="2000" b="1" dirty="0" smtClean="0"/>
            <a:t>7.4 USART</a:t>
          </a:r>
          <a:r>
            <a:rPr lang="zh-CN" sz="2000" b="1" dirty="0" smtClean="0"/>
            <a:t>模块的标准外设库接口函数及应用</a:t>
          </a:r>
          <a:endParaRPr lang="zh-CN" sz="2000" b="1" dirty="0"/>
        </a:p>
      </dgm:t>
    </dgm:pt>
    <dgm:pt modelId="{A0A1EA4B-DAC0-4B94-8B11-139BB9C11FB5}" type="parTrans" cxnId="{954B69F5-7AC8-4D7D-ABDF-192385BA37D4}">
      <dgm:prSet/>
      <dgm:spPr/>
      <dgm:t>
        <a:bodyPr/>
        <a:lstStyle/>
        <a:p>
          <a:pPr algn="l"/>
          <a:endParaRPr lang="zh-CN" altLang="en-US" sz="2000" b="1"/>
        </a:p>
      </dgm:t>
    </dgm:pt>
    <dgm:pt modelId="{61F94D7D-F4DF-43A8-98D1-22E94A9786B6}" type="sibTrans" cxnId="{954B69F5-7AC8-4D7D-ABDF-192385BA37D4}">
      <dgm:prSet/>
      <dgm:spPr/>
      <dgm:t>
        <a:bodyPr/>
        <a:lstStyle/>
        <a:p>
          <a:pPr algn="l"/>
          <a:endParaRPr lang="zh-CN" altLang="en-US" sz="2000" b="1"/>
        </a:p>
      </dgm:t>
    </dgm:pt>
    <dgm:pt modelId="{F6560506-4B19-42B0-9ECC-D285FFD75BE0}">
      <dgm:prSet custT="1"/>
      <dgm:spPr/>
      <dgm:t>
        <a:bodyPr/>
        <a:lstStyle/>
        <a:p>
          <a:pPr marL="0" indent="177800" algn="l" rtl="0"/>
          <a:r>
            <a:rPr lang="en-US" sz="2000" b="1" dirty="0" smtClean="0"/>
            <a:t>7.5 USART</a:t>
          </a:r>
          <a:r>
            <a:rPr lang="zh-CN" sz="2000" b="1" dirty="0" smtClean="0"/>
            <a:t>模块的</a:t>
          </a:r>
          <a:r>
            <a:rPr lang="en-US" sz="2000" b="1" dirty="0" smtClean="0"/>
            <a:t>HAL</a:t>
          </a:r>
          <a:r>
            <a:rPr lang="zh-CN" sz="2000" b="1" dirty="0" smtClean="0"/>
            <a:t>库接口函数及</a:t>
          </a:r>
          <a:r>
            <a:rPr lang="zh-CN" sz="2000" b="1" dirty="0" smtClean="0"/>
            <a:t>应用</a:t>
          </a:r>
          <a:endParaRPr lang="zh-CN" sz="2000" b="1" dirty="0"/>
        </a:p>
      </dgm:t>
    </dgm:pt>
    <dgm:pt modelId="{93E31AF0-A538-452B-9BD3-0F36B6B21C73}" type="parTrans" cxnId="{45B2CE03-4694-46A2-BDFF-552D0B582A66}">
      <dgm:prSet/>
      <dgm:spPr/>
      <dgm:t>
        <a:bodyPr/>
        <a:lstStyle/>
        <a:p>
          <a:endParaRPr lang="zh-CN" altLang="en-US"/>
        </a:p>
      </dgm:t>
    </dgm:pt>
    <dgm:pt modelId="{45B9D6D2-C390-4460-8A29-6A5A085F6C46}" type="sibTrans" cxnId="{45B2CE03-4694-46A2-BDFF-552D0B582A66}">
      <dgm:prSet/>
      <dgm:spPr/>
      <dgm:t>
        <a:bodyPr/>
        <a:lstStyle/>
        <a:p>
          <a:endParaRPr lang="zh-CN" altLang="en-US"/>
        </a:p>
      </dgm:t>
    </dgm:pt>
    <dgm:pt modelId="{793237B1-A0B0-4BAA-9087-397BCC9B5F04}">
      <dgm:prSet custT="1"/>
      <dgm:spPr/>
      <dgm:t>
        <a:bodyPr/>
        <a:lstStyle/>
        <a:p>
          <a:pPr marL="0" indent="177800" algn="l" rtl="0"/>
          <a:r>
            <a:rPr lang="en-US" altLang="zh-CN" sz="2000" b="1" dirty="0" smtClean="0"/>
            <a:t>7.6 </a:t>
          </a:r>
          <a:r>
            <a:rPr lang="zh-CN" altLang="en-US" sz="2000" b="1" dirty="0" smtClean="0"/>
            <a:t>编程思想之自定义串口通信协议</a:t>
          </a:r>
          <a:endParaRPr lang="zh-CN" sz="2000" b="1" dirty="0"/>
        </a:p>
      </dgm:t>
    </dgm:pt>
    <dgm:pt modelId="{60A0F7C5-CDEE-4013-BE0F-64725EB3024B}" type="parTrans" cxnId="{362C9D9C-61E5-4788-A101-72FDE3C7380B}">
      <dgm:prSet/>
      <dgm:spPr/>
      <dgm:t>
        <a:bodyPr/>
        <a:lstStyle/>
        <a:p>
          <a:endParaRPr lang="zh-CN" altLang="en-US"/>
        </a:p>
      </dgm:t>
    </dgm:pt>
    <dgm:pt modelId="{427F9540-FDB4-43F8-8AB3-16E96F187947}" type="sibTrans" cxnId="{362C9D9C-61E5-4788-A101-72FDE3C7380B}">
      <dgm:prSet/>
      <dgm:spPr/>
      <dgm:t>
        <a:bodyPr/>
        <a:lstStyle/>
        <a:p>
          <a:endParaRPr lang="zh-CN" altLang="en-US"/>
        </a:p>
      </dgm:t>
    </dgm:pt>
    <dgm:pt modelId="{01BA8000-F013-4439-BEFE-860C47094334}" type="pres">
      <dgm:prSet presAssocID="{A02CEBAA-E1A0-4A5E-892A-353144A3ECB1}" presName="linearFlow" presStyleCnt="0">
        <dgm:presLayoutVars>
          <dgm:dir/>
          <dgm:resizeHandles val="exact"/>
        </dgm:presLayoutVars>
      </dgm:prSet>
      <dgm:spPr/>
      <dgm:t>
        <a:bodyPr/>
        <a:lstStyle/>
        <a:p>
          <a:endParaRPr lang="zh-CN" altLang="en-US"/>
        </a:p>
      </dgm:t>
    </dgm:pt>
    <dgm:pt modelId="{28DE22D8-6D57-4E52-9246-B2B231773FAC}" type="pres">
      <dgm:prSet presAssocID="{13106C34-DDA7-4704-AE3C-0B0E4328523F}" presName="composite" presStyleCnt="0"/>
      <dgm:spPr/>
      <dgm:t>
        <a:bodyPr/>
        <a:lstStyle/>
        <a:p>
          <a:endParaRPr lang="zh-CN" altLang="en-US"/>
        </a:p>
      </dgm:t>
    </dgm:pt>
    <dgm:pt modelId="{BD893DEC-F94E-4CFD-8B1D-44EBE27F01D8}" type="pres">
      <dgm:prSet presAssocID="{13106C34-DDA7-4704-AE3C-0B0E4328523F}" presName="imgShp" presStyleLbl="fgImgPlace1" presStyleIdx="0" presStyleCnt="6" custLinFactX="-18614" custLinFactNeighborX="-100000"/>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144B12B0-8ED7-423A-98C2-ACC6EE7F5834}" type="pres">
      <dgm:prSet presAssocID="{13106C34-DDA7-4704-AE3C-0B0E4328523F}" presName="txShp" presStyleLbl="node1" presStyleIdx="0" presStyleCnt="6" custScaleX="133288">
        <dgm:presLayoutVars>
          <dgm:bulletEnabled val="1"/>
        </dgm:presLayoutVars>
      </dgm:prSet>
      <dgm:spPr/>
      <dgm:t>
        <a:bodyPr/>
        <a:lstStyle/>
        <a:p>
          <a:endParaRPr lang="zh-CN" altLang="en-US"/>
        </a:p>
      </dgm:t>
    </dgm:pt>
    <dgm:pt modelId="{29BC0434-ED20-4C04-9137-BBCAA037438E}" type="pres">
      <dgm:prSet presAssocID="{09265D00-2571-440C-8A2D-A0D7C0ECA357}" presName="spacing" presStyleCnt="0"/>
      <dgm:spPr/>
      <dgm:t>
        <a:bodyPr/>
        <a:lstStyle/>
        <a:p>
          <a:endParaRPr lang="zh-CN" altLang="en-US"/>
        </a:p>
      </dgm:t>
    </dgm:pt>
    <dgm:pt modelId="{EC350B0D-0634-4595-A61D-EA92D440B58A}" type="pres">
      <dgm:prSet presAssocID="{047B7240-9B3B-4945-ABFC-8AA577225995}" presName="composite" presStyleCnt="0"/>
      <dgm:spPr/>
      <dgm:t>
        <a:bodyPr/>
        <a:lstStyle/>
        <a:p>
          <a:endParaRPr lang="zh-CN" altLang="en-US"/>
        </a:p>
      </dgm:t>
    </dgm:pt>
    <dgm:pt modelId="{536BAE9F-688B-43CA-8A61-824EE17C80DA}" type="pres">
      <dgm:prSet presAssocID="{047B7240-9B3B-4945-ABFC-8AA577225995}" presName="imgShp" presStyleLbl="fgImgPlace1" presStyleIdx="1" presStyleCnt="6" custLinFactX="-18614" custLinFactNeighborX="-100000"/>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8D22E1E6-691D-45DB-B730-1DC2060C8198}" type="pres">
      <dgm:prSet presAssocID="{047B7240-9B3B-4945-ABFC-8AA577225995}" presName="txShp" presStyleLbl="node1" presStyleIdx="1" presStyleCnt="6" custScaleX="133288">
        <dgm:presLayoutVars>
          <dgm:bulletEnabled val="1"/>
        </dgm:presLayoutVars>
      </dgm:prSet>
      <dgm:spPr/>
      <dgm:t>
        <a:bodyPr/>
        <a:lstStyle/>
        <a:p>
          <a:endParaRPr lang="zh-CN" altLang="en-US"/>
        </a:p>
      </dgm:t>
    </dgm:pt>
    <dgm:pt modelId="{1AFABC0B-51F3-4213-B6F4-56292C43F92A}" type="pres">
      <dgm:prSet presAssocID="{2AD50ABE-3325-4DD9-8E1F-7ECDCF00ED92}" presName="spacing" presStyleCnt="0"/>
      <dgm:spPr/>
      <dgm:t>
        <a:bodyPr/>
        <a:lstStyle/>
        <a:p>
          <a:endParaRPr lang="zh-CN" altLang="en-US"/>
        </a:p>
      </dgm:t>
    </dgm:pt>
    <dgm:pt modelId="{78AD4F32-45E7-4AAD-8574-22FDF390F682}" type="pres">
      <dgm:prSet presAssocID="{C03C3471-A4DA-417B-8393-2DA0F765F0DE}" presName="composite" presStyleCnt="0"/>
      <dgm:spPr/>
      <dgm:t>
        <a:bodyPr/>
        <a:lstStyle/>
        <a:p>
          <a:endParaRPr lang="zh-CN" altLang="en-US"/>
        </a:p>
      </dgm:t>
    </dgm:pt>
    <dgm:pt modelId="{25EE83B5-9181-4312-AF69-76E7DB3C707E}" type="pres">
      <dgm:prSet presAssocID="{C03C3471-A4DA-417B-8393-2DA0F765F0DE}" presName="imgShp" presStyleLbl="fgImgPlace1" presStyleIdx="2" presStyleCnt="6" custLinFactX="-18614" custLinFactNeighborX="-100000"/>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4C9106F8-718B-46E5-8FB7-F18DA0278976}" type="pres">
      <dgm:prSet presAssocID="{C03C3471-A4DA-417B-8393-2DA0F765F0DE}" presName="txShp" presStyleLbl="node1" presStyleIdx="2" presStyleCnt="6" custScaleX="133288">
        <dgm:presLayoutVars>
          <dgm:bulletEnabled val="1"/>
        </dgm:presLayoutVars>
      </dgm:prSet>
      <dgm:spPr/>
      <dgm:t>
        <a:bodyPr/>
        <a:lstStyle/>
        <a:p>
          <a:endParaRPr lang="zh-CN" altLang="en-US"/>
        </a:p>
      </dgm:t>
    </dgm:pt>
    <dgm:pt modelId="{643F1A04-8A76-4C01-B9DA-F05B432C7FE6}" type="pres">
      <dgm:prSet presAssocID="{B2D04BCB-8D1E-44D6-B48A-12C7951CB416}" presName="spacing" presStyleCnt="0"/>
      <dgm:spPr/>
      <dgm:t>
        <a:bodyPr/>
        <a:lstStyle/>
        <a:p>
          <a:endParaRPr lang="zh-CN" altLang="en-US"/>
        </a:p>
      </dgm:t>
    </dgm:pt>
    <dgm:pt modelId="{608A1B8D-4F1A-458B-8A62-89764E14D869}" type="pres">
      <dgm:prSet presAssocID="{272A1E72-89D8-435F-ABBC-9FE234A43252}" presName="composite" presStyleCnt="0"/>
      <dgm:spPr/>
      <dgm:t>
        <a:bodyPr/>
        <a:lstStyle/>
        <a:p>
          <a:endParaRPr lang="zh-CN" altLang="en-US"/>
        </a:p>
      </dgm:t>
    </dgm:pt>
    <dgm:pt modelId="{D7D810FA-E05D-46FA-A424-ECECDC4C0C9B}" type="pres">
      <dgm:prSet presAssocID="{272A1E72-89D8-435F-ABBC-9FE234A43252}" presName="imgShp" presStyleLbl="fgImgPlace1" presStyleIdx="3" presStyleCnt="6" custLinFactX="-18614" custLinFactNeighborX="-100000"/>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4C057C8A-0BEF-4994-BBEC-A922A9AF3377}" type="pres">
      <dgm:prSet presAssocID="{272A1E72-89D8-435F-ABBC-9FE234A43252}" presName="txShp" presStyleLbl="node1" presStyleIdx="3" presStyleCnt="6" custScaleX="133288">
        <dgm:presLayoutVars>
          <dgm:bulletEnabled val="1"/>
        </dgm:presLayoutVars>
      </dgm:prSet>
      <dgm:spPr/>
      <dgm:t>
        <a:bodyPr/>
        <a:lstStyle/>
        <a:p>
          <a:endParaRPr lang="zh-CN" altLang="en-US"/>
        </a:p>
      </dgm:t>
    </dgm:pt>
    <dgm:pt modelId="{4C810905-FCDF-4EEA-99C5-A98627EC57D7}" type="pres">
      <dgm:prSet presAssocID="{61F94D7D-F4DF-43A8-98D1-22E94A9786B6}" presName="spacing" presStyleCnt="0"/>
      <dgm:spPr/>
    </dgm:pt>
    <dgm:pt modelId="{AB76CB99-368E-48CB-B80C-B5987F814E1C}" type="pres">
      <dgm:prSet presAssocID="{F6560506-4B19-42B0-9ECC-D285FFD75BE0}" presName="composite" presStyleCnt="0"/>
      <dgm:spPr/>
    </dgm:pt>
    <dgm:pt modelId="{C42B3F48-E889-4F99-8655-2711FE20FA83}" type="pres">
      <dgm:prSet presAssocID="{F6560506-4B19-42B0-9ECC-D285FFD75BE0}" presName="imgShp" presStyleLbl="fgImgPlace1" presStyleIdx="4" presStyleCnt="6" custLinFactX="-18614" custLinFactNeighborX="-100000"/>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t>
        <a:bodyPr/>
        <a:lstStyle/>
        <a:p>
          <a:endParaRPr lang="zh-CN" altLang="en-US"/>
        </a:p>
      </dgm:t>
    </dgm:pt>
    <dgm:pt modelId="{5E1C2B79-8469-428D-8B35-4903B924984C}" type="pres">
      <dgm:prSet presAssocID="{F6560506-4B19-42B0-9ECC-D285FFD75BE0}" presName="txShp" presStyleLbl="node1" presStyleIdx="4" presStyleCnt="6" custScaleX="133288">
        <dgm:presLayoutVars>
          <dgm:bulletEnabled val="1"/>
        </dgm:presLayoutVars>
      </dgm:prSet>
      <dgm:spPr/>
      <dgm:t>
        <a:bodyPr/>
        <a:lstStyle/>
        <a:p>
          <a:endParaRPr lang="zh-CN" altLang="en-US"/>
        </a:p>
      </dgm:t>
    </dgm:pt>
    <dgm:pt modelId="{F40252B8-53C9-45CF-9CA3-11054B25ACF9}" type="pres">
      <dgm:prSet presAssocID="{45B9D6D2-C390-4460-8A29-6A5A085F6C46}" presName="spacing" presStyleCnt="0"/>
      <dgm:spPr/>
    </dgm:pt>
    <dgm:pt modelId="{86F8F7EF-4885-4ABD-B2AE-D4BDB2C65473}" type="pres">
      <dgm:prSet presAssocID="{793237B1-A0B0-4BAA-9087-397BCC9B5F04}" presName="composite" presStyleCnt="0"/>
      <dgm:spPr/>
    </dgm:pt>
    <dgm:pt modelId="{E1151085-4F1B-4FFA-924C-A179B8AEADEB}" type="pres">
      <dgm:prSet presAssocID="{793237B1-A0B0-4BAA-9087-397BCC9B5F04}" presName="imgShp" presStyleLbl="fgImgPlace1" presStyleIdx="5" presStyleCnt="6" custLinFactX="-20989" custLinFactNeighborX="-100000"/>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t>
        <a:bodyPr/>
        <a:lstStyle/>
        <a:p>
          <a:endParaRPr lang="zh-CN" altLang="en-US"/>
        </a:p>
      </dgm:t>
    </dgm:pt>
    <dgm:pt modelId="{C5EE80AB-CE5C-4A79-96E1-DBAF76593731}" type="pres">
      <dgm:prSet presAssocID="{793237B1-A0B0-4BAA-9087-397BCC9B5F04}" presName="txShp" presStyleLbl="node1" presStyleIdx="5" presStyleCnt="6" custScaleX="133288">
        <dgm:presLayoutVars>
          <dgm:bulletEnabled val="1"/>
        </dgm:presLayoutVars>
      </dgm:prSet>
      <dgm:spPr/>
      <dgm:t>
        <a:bodyPr/>
        <a:lstStyle/>
        <a:p>
          <a:endParaRPr lang="zh-CN" altLang="en-US"/>
        </a:p>
      </dgm:t>
    </dgm:pt>
  </dgm:ptLst>
  <dgm:cxnLst>
    <dgm:cxn modelId="{954B69F5-7AC8-4D7D-ABDF-192385BA37D4}" srcId="{A02CEBAA-E1A0-4A5E-892A-353144A3ECB1}" destId="{272A1E72-89D8-435F-ABBC-9FE234A43252}" srcOrd="3" destOrd="0" parTransId="{A0A1EA4B-DAC0-4B94-8B11-139BB9C11FB5}" sibTransId="{61F94D7D-F4DF-43A8-98D1-22E94A9786B6}"/>
    <dgm:cxn modelId="{52524BE4-74BB-4C95-918A-5715DFB687FE}" type="presOf" srcId="{793237B1-A0B0-4BAA-9087-397BCC9B5F04}" destId="{C5EE80AB-CE5C-4A79-96E1-DBAF76593731}" srcOrd="0" destOrd="0" presId="urn:microsoft.com/office/officeart/2005/8/layout/vList3#1"/>
    <dgm:cxn modelId="{45B2CE03-4694-46A2-BDFF-552D0B582A66}" srcId="{A02CEBAA-E1A0-4A5E-892A-353144A3ECB1}" destId="{F6560506-4B19-42B0-9ECC-D285FFD75BE0}" srcOrd="4" destOrd="0" parTransId="{93E31AF0-A538-452B-9BD3-0F36B6B21C73}" sibTransId="{45B9D6D2-C390-4460-8A29-6A5A085F6C46}"/>
    <dgm:cxn modelId="{A277168F-E001-473D-9B62-D438D49BB1F4}" type="presOf" srcId="{047B7240-9B3B-4945-ABFC-8AA577225995}" destId="{8D22E1E6-691D-45DB-B730-1DC2060C8198}" srcOrd="0" destOrd="0" presId="urn:microsoft.com/office/officeart/2005/8/layout/vList3#1"/>
    <dgm:cxn modelId="{777EB860-57A5-4FE0-981C-CB95438E3AB1}" type="presOf" srcId="{A02CEBAA-E1A0-4A5E-892A-353144A3ECB1}" destId="{01BA8000-F013-4439-BEFE-860C47094334}" srcOrd="0" destOrd="0" presId="urn:microsoft.com/office/officeart/2005/8/layout/vList3#1"/>
    <dgm:cxn modelId="{972459DD-7803-4179-A553-DC73E2AA763F}" srcId="{A02CEBAA-E1A0-4A5E-892A-353144A3ECB1}" destId="{C03C3471-A4DA-417B-8393-2DA0F765F0DE}" srcOrd="2" destOrd="0" parTransId="{1933975E-8B86-46FF-B7C1-099FB70E688A}" sibTransId="{B2D04BCB-8D1E-44D6-B48A-12C7951CB416}"/>
    <dgm:cxn modelId="{362C9D9C-61E5-4788-A101-72FDE3C7380B}" srcId="{A02CEBAA-E1A0-4A5E-892A-353144A3ECB1}" destId="{793237B1-A0B0-4BAA-9087-397BCC9B5F04}" srcOrd="5" destOrd="0" parTransId="{60A0F7C5-CDEE-4013-BE0F-64725EB3024B}" sibTransId="{427F9540-FDB4-43F8-8AB3-16E96F187947}"/>
    <dgm:cxn modelId="{96313997-F395-4FA5-837B-1A2247F1C198}" type="presOf" srcId="{13106C34-DDA7-4704-AE3C-0B0E4328523F}" destId="{144B12B0-8ED7-423A-98C2-ACC6EE7F5834}" srcOrd="0" destOrd="0" presId="urn:microsoft.com/office/officeart/2005/8/layout/vList3#1"/>
    <dgm:cxn modelId="{47C6F372-24F4-498C-B2F2-D19994E55683}" type="presOf" srcId="{C03C3471-A4DA-417B-8393-2DA0F765F0DE}" destId="{4C9106F8-718B-46E5-8FB7-F18DA0278976}" srcOrd="0" destOrd="0" presId="urn:microsoft.com/office/officeart/2005/8/layout/vList3#1"/>
    <dgm:cxn modelId="{8ECEC30A-7947-4089-82B2-F4118177782E}" srcId="{A02CEBAA-E1A0-4A5E-892A-353144A3ECB1}" destId="{047B7240-9B3B-4945-ABFC-8AA577225995}" srcOrd="1" destOrd="0" parTransId="{30432C7E-5CB4-43B7-ABDA-FDD668F97924}" sibTransId="{2AD50ABE-3325-4DD9-8E1F-7ECDCF00ED92}"/>
    <dgm:cxn modelId="{91628B35-15A5-4A56-A741-62D0C54EA41C}" type="presOf" srcId="{F6560506-4B19-42B0-9ECC-D285FFD75BE0}" destId="{5E1C2B79-8469-428D-8B35-4903B924984C}" srcOrd="0" destOrd="0" presId="urn:microsoft.com/office/officeart/2005/8/layout/vList3#1"/>
    <dgm:cxn modelId="{EC9DE652-85EB-425B-93C7-75250E29EF28}" type="presOf" srcId="{272A1E72-89D8-435F-ABBC-9FE234A43252}" destId="{4C057C8A-0BEF-4994-BBEC-A922A9AF3377}" srcOrd="0" destOrd="0" presId="urn:microsoft.com/office/officeart/2005/8/layout/vList3#1"/>
    <dgm:cxn modelId="{02BAFB49-29A0-4418-8227-F8F120C95367}" srcId="{A02CEBAA-E1A0-4A5E-892A-353144A3ECB1}" destId="{13106C34-DDA7-4704-AE3C-0B0E4328523F}" srcOrd="0" destOrd="0" parTransId="{5B2484B4-0902-44AE-9451-619122864D26}" sibTransId="{09265D00-2571-440C-8A2D-A0D7C0ECA357}"/>
    <dgm:cxn modelId="{11CF1AA5-8F6A-41EB-816D-35B4D72FDB59}" type="presParOf" srcId="{01BA8000-F013-4439-BEFE-860C47094334}" destId="{28DE22D8-6D57-4E52-9246-B2B231773FAC}" srcOrd="0" destOrd="0" presId="urn:microsoft.com/office/officeart/2005/8/layout/vList3#1"/>
    <dgm:cxn modelId="{FBBA8EC4-8A21-46F8-BABD-E4B3D6A9AFD9}" type="presParOf" srcId="{28DE22D8-6D57-4E52-9246-B2B231773FAC}" destId="{BD893DEC-F94E-4CFD-8B1D-44EBE27F01D8}" srcOrd="0" destOrd="0" presId="urn:microsoft.com/office/officeart/2005/8/layout/vList3#1"/>
    <dgm:cxn modelId="{4BE4A640-AC10-4075-A7E7-0E7C99C1F4D7}" type="presParOf" srcId="{28DE22D8-6D57-4E52-9246-B2B231773FAC}" destId="{144B12B0-8ED7-423A-98C2-ACC6EE7F5834}" srcOrd="1" destOrd="0" presId="urn:microsoft.com/office/officeart/2005/8/layout/vList3#1"/>
    <dgm:cxn modelId="{44760C22-5B54-4F2A-9C20-05A031F70611}" type="presParOf" srcId="{01BA8000-F013-4439-BEFE-860C47094334}" destId="{29BC0434-ED20-4C04-9137-BBCAA037438E}" srcOrd="1" destOrd="0" presId="urn:microsoft.com/office/officeart/2005/8/layout/vList3#1"/>
    <dgm:cxn modelId="{733ED03F-F838-46F5-8E1F-D8CF5CB1305F}" type="presParOf" srcId="{01BA8000-F013-4439-BEFE-860C47094334}" destId="{EC350B0D-0634-4595-A61D-EA92D440B58A}" srcOrd="2" destOrd="0" presId="urn:microsoft.com/office/officeart/2005/8/layout/vList3#1"/>
    <dgm:cxn modelId="{3DBD2F92-4452-43E3-962A-5766B2056595}" type="presParOf" srcId="{EC350B0D-0634-4595-A61D-EA92D440B58A}" destId="{536BAE9F-688B-43CA-8A61-824EE17C80DA}" srcOrd="0" destOrd="0" presId="urn:microsoft.com/office/officeart/2005/8/layout/vList3#1"/>
    <dgm:cxn modelId="{9616C6D5-A4DE-4E7F-8EC8-28EB45AA9959}" type="presParOf" srcId="{EC350B0D-0634-4595-A61D-EA92D440B58A}" destId="{8D22E1E6-691D-45DB-B730-1DC2060C8198}" srcOrd="1" destOrd="0" presId="urn:microsoft.com/office/officeart/2005/8/layout/vList3#1"/>
    <dgm:cxn modelId="{B2AB3E64-5316-4E3C-B630-287F346BB4C5}" type="presParOf" srcId="{01BA8000-F013-4439-BEFE-860C47094334}" destId="{1AFABC0B-51F3-4213-B6F4-56292C43F92A}" srcOrd="3" destOrd="0" presId="urn:microsoft.com/office/officeart/2005/8/layout/vList3#1"/>
    <dgm:cxn modelId="{2216A0DD-28A3-47F8-A950-A7426236C64B}" type="presParOf" srcId="{01BA8000-F013-4439-BEFE-860C47094334}" destId="{78AD4F32-45E7-4AAD-8574-22FDF390F682}" srcOrd="4" destOrd="0" presId="urn:microsoft.com/office/officeart/2005/8/layout/vList3#1"/>
    <dgm:cxn modelId="{CC4D4745-F4E8-4264-A6A0-FB129A1A4ED9}" type="presParOf" srcId="{78AD4F32-45E7-4AAD-8574-22FDF390F682}" destId="{25EE83B5-9181-4312-AF69-76E7DB3C707E}" srcOrd="0" destOrd="0" presId="urn:microsoft.com/office/officeart/2005/8/layout/vList3#1"/>
    <dgm:cxn modelId="{4F3801EB-DD33-49F7-875C-1F7201EFEEE2}" type="presParOf" srcId="{78AD4F32-45E7-4AAD-8574-22FDF390F682}" destId="{4C9106F8-718B-46E5-8FB7-F18DA0278976}" srcOrd="1" destOrd="0" presId="urn:microsoft.com/office/officeart/2005/8/layout/vList3#1"/>
    <dgm:cxn modelId="{A559F138-3B46-4FF6-90C5-691D40BED960}" type="presParOf" srcId="{01BA8000-F013-4439-BEFE-860C47094334}" destId="{643F1A04-8A76-4C01-B9DA-F05B432C7FE6}" srcOrd="5" destOrd="0" presId="urn:microsoft.com/office/officeart/2005/8/layout/vList3#1"/>
    <dgm:cxn modelId="{81966E03-8E6F-4F70-BE31-7513962580CF}" type="presParOf" srcId="{01BA8000-F013-4439-BEFE-860C47094334}" destId="{608A1B8D-4F1A-458B-8A62-89764E14D869}" srcOrd="6" destOrd="0" presId="urn:microsoft.com/office/officeart/2005/8/layout/vList3#1"/>
    <dgm:cxn modelId="{6BE222AE-4216-4F17-84F5-CFB95CD774B1}" type="presParOf" srcId="{608A1B8D-4F1A-458B-8A62-89764E14D869}" destId="{D7D810FA-E05D-46FA-A424-ECECDC4C0C9B}" srcOrd="0" destOrd="0" presId="urn:microsoft.com/office/officeart/2005/8/layout/vList3#1"/>
    <dgm:cxn modelId="{7037D281-1331-4492-8C08-11F6587AF308}" type="presParOf" srcId="{608A1B8D-4F1A-458B-8A62-89764E14D869}" destId="{4C057C8A-0BEF-4994-BBEC-A922A9AF3377}" srcOrd="1" destOrd="0" presId="urn:microsoft.com/office/officeart/2005/8/layout/vList3#1"/>
    <dgm:cxn modelId="{E246BE59-8DA1-4827-A9DE-BF378E34D2AC}" type="presParOf" srcId="{01BA8000-F013-4439-BEFE-860C47094334}" destId="{4C810905-FCDF-4EEA-99C5-A98627EC57D7}" srcOrd="7" destOrd="0" presId="urn:microsoft.com/office/officeart/2005/8/layout/vList3#1"/>
    <dgm:cxn modelId="{F7D6C3E7-340E-4C21-844B-05C06E5FFDF1}" type="presParOf" srcId="{01BA8000-F013-4439-BEFE-860C47094334}" destId="{AB76CB99-368E-48CB-B80C-B5987F814E1C}" srcOrd="8" destOrd="0" presId="urn:microsoft.com/office/officeart/2005/8/layout/vList3#1"/>
    <dgm:cxn modelId="{5A2EF1E5-291D-47A1-8EB5-33E1E61A82C5}" type="presParOf" srcId="{AB76CB99-368E-48CB-B80C-B5987F814E1C}" destId="{C42B3F48-E889-4F99-8655-2711FE20FA83}" srcOrd="0" destOrd="0" presId="urn:microsoft.com/office/officeart/2005/8/layout/vList3#1"/>
    <dgm:cxn modelId="{239056A6-3999-48B9-A2C2-64C02978B37E}" type="presParOf" srcId="{AB76CB99-368E-48CB-B80C-B5987F814E1C}" destId="{5E1C2B79-8469-428D-8B35-4903B924984C}" srcOrd="1" destOrd="0" presId="urn:microsoft.com/office/officeart/2005/8/layout/vList3#1"/>
    <dgm:cxn modelId="{61D6AF45-4812-47D3-AA29-F0D886E15C73}" type="presParOf" srcId="{01BA8000-F013-4439-BEFE-860C47094334}" destId="{F40252B8-53C9-45CF-9CA3-11054B25ACF9}" srcOrd="9" destOrd="0" presId="urn:microsoft.com/office/officeart/2005/8/layout/vList3#1"/>
    <dgm:cxn modelId="{83CC8ED9-994D-4BE6-B389-6E0B9DD608A2}" type="presParOf" srcId="{01BA8000-F013-4439-BEFE-860C47094334}" destId="{86F8F7EF-4885-4ABD-B2AE-D4BDB2C65473}" srcOrd="10" destOrd="0" presId="urn:microsoft.com/office/officeart/2005/8/layout/vList3#1"/>
    <dgm:cxn modelId="{529020D1-2D0C-4CDA-9856-5BB47D1D1DA5}" type="presParOf" srcId="{86F8F7EF-4885-4ABD-B2AE-D4BDB2C65473}" destId="{E1151085-4F1B-4FFA-924C-A179B8AEADEB}" srcOrd="0" destOrd="0" presId="urn:microsoft.com/office/officeart/2005/8/layout/vList3#1"/>
    <dgm:cxn modelId="{2B7D19F5-4B6D-4DC1-BD15-557887939BAD}" type="presParOf" srcId="{86F8F7EF-4885-4ABD-B2AE-D4BDB2C65473}" destId="{C5EE80AB-CE5C-4A79-96E1-DBAF76593731}"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B87470-EC87-4106-8AE7-68FE204759C0}" type="doc">
      <dgm:prSet loTypeId="urn:microsoft.com/office/officeart/2005/8/layout/hierarchy2" loCatId="hierarchy" qsTypeId="urn:microsoft.com/office/officeart/2005/8/quickstyle/3d5" qsCatId="3D" csTypeId="urn:microsoft.com/office/officeart/2005/8/colors/colorful4" csCatId="colorful" phldr="1"/>
      <dgm:spPr/>
      <dgm:t>
        <a:bodyPr/>
        <a:lstStyle/>
        <a:p>
          <a:endParaRPr lang="zh-CN" altLang="en-US"/>
        </a:p>
      </dgm:t>
    </dgm:pt>
    <dgm:pt modelId="{EA8DD02F-D3A3-4441-85D9-45720CA97E30}">
      <dgm:prSet custT="1"/>
      <dgm:spPr/>
      <dgm:t>
        <a:bodyPr/>
        <a:lstStyle/>
        <a:p>
          <a:pPr rtl="0"/>
          <a:r>
            <a:rPr lang="zh-CN" altLang="en-US" sz="1800" b="1" smtClean="0">
              <a:latin typeface="黑体" pitchFamily="49" charset="-122"/>
              <a:ea typeface="黑体" pitchFamily="49" charset="-122"/>
            </a:rPr>
            <a:t>并行传输的缺点</a:t>
          </a:r>
          <a:endParaRPr lang="zh-CN" altLang="en-US" sz="1800" b="1">
            <a:latin typeface="黑体" pitchFamily="49" charset="-122"/>
            <a:ea typeface="黑体" pitchFamily="49" charset="-122"/>
          </a:endParaRPr>
        </a:p>
      </dgm:t>
    </dgm:pt>
    <dgm:pt modelId="{2357ABE9-5F14-4BE5-9F16-A5511FE3020C}" type="parTrans" cxnId="{E68B2C8C-2AFC-497E-8B0E-6F247758A195}">
      <dgm:prSet/>
      <dgm:spPr/>
      <dgm:t>
        <a:bodyPr/>
        <a:lstStyle/>
        <a:p>
          <a:endParaRPr lang="zh-CN" altLang="en-US" sz="1800" b="1">
            <a:latin typeface="黑体" pitchFamily="49" charset="-122"/>
            <a:ea typeface="黑体" pitchFamily="49" charset="-122"/>
          </a:endParaRPr>
        </a:p>
      </dgm:t>
    </dgm:pt>
    <dgm:pt modelId="{1B07FB9C-1CAD-400E-9D51-FCECBF2C9E62}" type="sibTrans" cxnId="{E68B2C8C-2AFC-497E-8B0E-6F247758A195}">
      <dgm:prSet/>
      <dgm:spPr/>
      <dgm:t>
        <a:bodyPr/>
        <a:lstStyle/>
        <a:p>
          <a:endParaRPr lang="zh-CN" altLang="en-US" sz="1800" b="1">
            <a:latin typeface="黑体" pitchFamily="49" charset="-122"/>
            <a:ea typeface="黑体" pitchFamily="49" charset="-122"/>
          </a:endParaRPr>
        </a:p>
      </dgm:t>
    </dgm:pt>
    <dgm:pt modelId="{A8911DFE-45D9-4C6B-99A6-6F0A99196D37}">
      <dgm:prSet custT="1"/>
      <dgm:spPr/>
      <dgm:t>
        <a:bodyPr/>
        <a:lstStyle/>
        <a:p>
          <a:pPr rtl="0"/>
          <a:r>
            <a:rPr lang="zh-CN" altLang="en-US" sz="1800" b="1" dirty="0" smtClean="0">
              <a:latin typeface="黑体" pitchFamily="49" charset="-122"/>
              <a:ea typeface="黑体" pitchFamily="49" charset="-122"/>
            </a:rPr>
            <a:t>长距离传输成本较高；</a:t>
          </a:r>
          <a:endParaRPr lang="zh-CN" altLang="en-US" sz="1800" b="1" dirty="0">
            <a:latin typeface="黑体" pitchFamily="49" charset="-122"/>
            <a:ea typeface="黑体" pitchFamily="49" charset="-122"/>
          </a:endParaRPr>
        </a:p>
      </dgm:t>
    </dgm:pt>
    <dgm:pt modelId="{27421C7F-0646-4CDD-ACBA-B675D6676D0F}" type="parTrans" cxnId="{808DDE9B-A835-4C44-8861-97D81B86C04C}">
      <dgm:prSet custT="1"/>
      <dgm:spPr/>
      <dgm:t>
        <a:bodyPr/>
        <a:lstStyle/>
        <a:p>
          <a:endParaRPr lang="zh-CN" altLang="en-US" sz="1800" b="1">
            <a:latin typeface="黑体" pitchFamily="49" charset="-122"/>
            <a:ea typeface="黑体" pitchFamily="49" charset="-122"/>
          </a:endParaRPr>
        </a:p>
      </dgm:t>
    </dgm:pt>
    <dgm:pt modelId="{140C2D4E-0198-4A90-9D0C-05337BDECF4B}" type="sibTrans" cxnId="{808DDE9B-A835-4C44-8861-97D81B86C04C}">
      <dgm:prSet/>
      <dgm:spPr/>
      <dgm:t>
        <a:bodyPr/>
        <a:lstStyle/>
        <a:p>
          <a:endParaRPr lang="zh-CN" altLang="en-US" sz="1800" b="1">
            <a:latin typeface="黑体" pitchFamily="49" charset="-122"/>
            <a:ea typeface="黑体" pitchFamily="49" charset="-122"/>
          </a:endParaRPr>
        </a:p>
      </dgm:t>
    </dgm:pt>
    <dgm:pt modelId="{5EFD4890-558D-460F-81BC-FA4D05FFC869}">
      <dgm:prSet custT="1"/>
      <dgm:spPr/>
      <dgm:t>
        <a:bodyPr/>
        <a:lstStyle/>
        <a:p>
          <a:pPr rtl="0"/>
          <a:r>
            <a:rPr lang="zh-CN" altLang="en-US" sz="1800" b="1" dirty="0" smtClean="0">
              <a:latin typeface="黑体" pitchFamily="49" charset="-122"/>
              <a:ea typeface="黑体" pitchFamily="49" charset="-122"/>
            </a:rPr>
            <a:t>信号线之间的干扰大，传输速率很难达到很高；</a:t>
          </a:r>
          <a:endParaRPr lang="zh-CN" altLang="en-US" sz="1800" b="1" dirty="0">
            <a:latin typeface="黑体" pitchFamily="49" charset="-122"/>
            <a:ea typeface="黑体" pitchFamily="49" charset="-122"/>
          </a:endParaRPr>
        </a:p>
      </dgm:t>
    </dgm:pt>
    <dgm:pt modelId="{F7D46A68-AC10-486E-8858-A22131D65401}" type="parTrans" cxnId="{B1B2D163-C344-4A12-9195-61CBD2057604}">
      <dgm:prSet custT="1"/>
      <dgm:spPr/>
      <dgm:t>
        <a:bodyPr/>
        <a:lstStyle/>
        <a:p>
          <a:endParaRPr lang="zh-CN" altLang="en-US" sz="1800" b="1">
            <a:latin typeface="黑体" pitchFamily="49" charset="-122"/>
            <a:ea typeface="黑体" pitchFamily="49" charset="-122"/>
          </a:endParaRPr>
        </a:p>
      </dgm:t>
    </dgm:pt>
    <dgm:pt modelId="{E95F3A67-BE6E-4930-A925-003994BBEA13}" type="sibTrans" cxnId="{B1B2D163-C344-4A12-9195-61CBD2057604}">
      <dgm:prSet/>
      <dgm:spPr/>
      <dgm:t>
        <a:bodyPr/>
        <a:lstStyle/>
        <a:p>
          <a:endParaRPr lang="zh-CN" altLang="en-US" sz="1800" b="1">
            <a:latin typeface="黑体" pitchFamily="49" charset="-122"/>
            <a:ea typeface="黑体" pitchFamily="49" charset="-122"/>
          </a:endParaRPr>
        </a:p>
      </dgm:t>
    </dgm:pt>
    <dgm:pt modelId="{11258ADD-3F49-47CE-B8D9-3A25D6885E79}">
      <dgm:prSet custT="1"/>
      <dgm:spPr/>
      <dgm:t>
        <a:bodyPr/>
        <a:lstStyle/>
        <a:p>
          <a:pPr rtl="0"/>
          <a:r>
            <a:rPr lang="zh-CN" altLang="en-US" sz="1800" b="1" dirty="0" smtClean="0">
              <a:latin typeface="黑体" pitchFamily="49" charset="-122"/>
              <a:ea typeface="黑体" pitchFamily="49" charset="-122"/>
            </a:rPr>
            <a:t>体积大，占用空间大，不利于设备的小型化、微型化。</a:t>
          </a:r>
          <a:endParaRPr lang="zh-CN" altLang="en-US" sz="1800" b="1" dirty="0">
            <a:latin typeface="黑体" pitchFamily="49" charset="-122"/>
            <a:ea typeface="黑体" pitchFamily="49" charset="-122"/>
          </a:endParaRPr>
        </a:p>
      </dgm:t>
    </dgm:pt>
    <dgm:pt modelId="{C65B1CEF-A112-4B61-97DE-168567DBCD45}" type="parTrans" cxnId="{9E56FC2B-6DF7-4EF2-8329-10960DC7A596}">
      <dgm:prSet custT="1"/>
      <dgm:spPr/>
      <dgm:t>
        <a:bodyPr/>
        <a:lstStyle/>
        <a:p>
          <a:endParaRPr lang="zh-CN" altLang="en-US" sz="1800" b="1">
            <a:latin typeface="黑体" pitchFamily="49" charset="-122"/>
            <a:ea typeface="黑体" pitchFamily="49" charset="-122"/>
          </a:endParaRPr>
        </a:p>
      </dgm:t>
    </dgm:pt>
    <dgm:pt modelId="{5F5D01F6-ABF3-464C-B7E8-257ED95225E9}" type="sibTrans" cxnId="{9E56FC2B-6DF7-4EF2-8329-10960DC7A596}">
      <dgm:prSet/>
      <dgm:spPr/>
      <dgm:t>
        <a:bodyPr/>
        <a:lstStyle/>
        <a:p>
          <a:endParaRPr lang="zh-CN" altLang="en-US" sz="1800" b="1">
            <a:latin typeface="黑体" pitchFamily="49" charset="-122"/>
            <a:ea typeface="黑体" pitchFamily="49" charset="-122"/>
          </a:endParaRPr>
        </a:p>
      </dgm:t>
    </dgm:pt>
    <dgm:pt modelId="{9CF6FB7E-3E09-4FE6-BD89-85DD8B9D235C}" type="pres">
      <dgm:prSet presAssocID="{50B87470-EC87-4106-8AE7-68FE204759C0}" presName="diagram" presStyleCnt="0">
        <dgm:presLayoutVars>
          <dgm:chPref val="1"/>
          <dgm:dir/>
          <dgm:animOne val="branch"/>
          <dgm:animLvl val="lvl"/>
          <dgm:resizeHandles val="exact"/>
        </dgm:presLayoutVars>
      </dgm:prSet>
      <dgm:spPr/>
      <dgm:t>
        <a:bodyPr/>
        <a:lstStyle/>
        <a:p>
          <a:endParaRPr lang="zh-CN" altLang="en-US"/>
        </a:p>
      </dgm:t>
    </dgm:pt>
    <dgm:pt modelId="{048592B2-AB97-4CE9-BC27-DE21649A6C4F}" type="pres">
      <dgm:prSet presAssocID="{EA8DD02F-D3A3-4441-85D9-45720CA97E30}" presName="root1" presStyleCnt="0"/>
      <dgm:spPr/>
    </dgm:pt>
    <dgm:pt modelId="{6B73087C-1BFE-4F80-B3EB-F98943D6F426}" type="pres">
      <dgm:prSet presAssocID="{EA8DD02F-D3A3-4441-85D9-45720CA97E30}" presName="LevelOneTextNode" presStyleLbl="node0" presStyleIdx="0" presStyleCnt="1">
        <dgm:presLayoutVars>
          <dgm:chPref val="3"/>
        </dgm:presLayoutVars>
      </dgm:prSet>
      <dgm:spPr/>
      <dgm:t>
        <a:bodyPr/>
        <a:lstStyle/>
        <a:p>
          <a:endParaRPr lang="zh-CN" altLang="en-US"/>
        </a:p>
      </dgm:t>
    </dgm:pt>
    <dgm:pt modelId="{31D98308-E8DF-4E12-A5B2-CF481E9F6665}" type="pres">
      <dgm:prSet presAssocID="{EA8DD02F-D3A3-4441-85D9-45720CA97E30}" presName="level2hierChild" presStyleCnt="0"/>
      <dgm:spPr/>
    </dgm:pt>
    <dgm:pt modelId="{486FD6BB-A0B2-4725-9729-5A5759CC9C0E}" type="pres">
      <dgm:prSet presAssocID="{27421C7F-0646-4CDD-ACBA-B675D6676D0F}" presName="conn2-1" presStyleLbl="parChTrans1D2" presStyleIdx="0" presStyleCnt="3"/>
      <dgm:spPr/>
      <dgm:t>
        <a:bodyPr/>
        <a:lstStyle/>
        <a:p>
          <a:endParaRPr lang="zh-CN" altLang="en-US"/>
        </a:p>
      </dgm:t>
    </dgm:pt>
    <dgm:pt modelId="{254E4872-E925-4DB9-8083-2966199D404A}" type="pres">
      <dgm:prSet presAssocID="{27421C7F-0646-4CDD-ACBA-B675D6676D0F}" presName="connTx" presStyleLbl="parChTrans1D2" presStyleIdx="0" presStyleCnt="3"/>
      <dgm:spPr/>
      <dgm:t>
        <a:bodyPr/>
        <a:lstStyle/>
        <a:p>
          <a:endParaRPr lang="zh-CN" altLang="en-US"/>
        </a:p>
      </dgm:t>
    </dgm:pt>
    <dgm:pt modelId="{8FD3C756-18BE-41F8-A20B-7B3ED4CE6A80}" type="pres">
      <dgm:prSet presAssocID="{A8911DFE-45D9-4C6B-99A6-6F0A99196D37}" presName="root2" presStyleCnt="0"/>
      <dgm:spPr/>
    </dgm:pt>
    <dgm:pt modelId="{944A8947-9F81-478F-9DCD-6EA37D003434}" type="pres">
      <dgm:prSet presAssocID="{A8911DFE-45D9-4C6B-99A6-6F0A99196D37}" presName="LevelTwoTextNode" presStyleLbl="node2" presStyleIdx="0" presStyleCnt="3" custScaleX="180336" custScaleY="145998">
        <dgm:presLayoutVars>
          <dgm:chPref val="3"/>
        </dgm:presLayoutVars>
      </dgm:prSet>
      <dgm:spPr/>
      <dgm:t>
        <a:bodyPr/>
        <a:lstStyle/>
        <a:p>
          <a:endParaRPr lang="zh-CN" altLang="en-US"/>
        </a:p>
      </dgm:t>
    </dgm:pt>
    <dgm:pt modelId="{37CB6569-85E3-496E-9F52-6A2058CD6A9F}" type="pres">
      <dgm:prSet presAssocID="{A8911DFE-45D9-4C6B-99A6-6F0A99196D37}" presName="level3hierChild" presStyleCnt="0"/>
      <dgm:spPr/>
    </dgm:pt>
    <dgm:pt modelId="{921B2212-8C42-40E8-8EFF-F1E2EBAF9E26}" type="pres">
      <dgm:prSet presAssocID="{F7D46A68-AC10-486E-8858-A22131D65401}" presName="conn2-1" presStyleLbl="parChTrans1D2" presStyleIdx="1" presStyleCnt="3"/>
      <dgm:spPr/>
      <dgm:t>
        <a:bodyPr/>
        <a:lstStyle/>
        <a:p>
          <a:endParaRPr lang="zh-CN" altLang="en-US"/>
        </a:p>
      </dgm:t>
    </dgm:pt>
    <dgm:pt modelId="{4638F8A1-1142-4E0A-BF05-9067FF2A5BBC}" type="pres">
      <dgm:prSet presAssocID="{F7D46A68-AC10-486E-8858-A22131D65401}" presName="connTx" presStyleLbl="parChTrans1D2" presStyleIdx="1" presStyleCnt="3"/>
      <dgm:spPr/>
      <dgm:t>
        <a:bodyPr/>
        <a:lstStyle/>
        <a:p>
          <a:endParaRPr lang="zh-CN" altLang="en-US"/>
        </a:p>
      </dgm:t>
    </dgm:pt>
    <dgm:pt modelId="{7D9731E6-A14B-4A81-9DAB-98DC0079A05D}" type="pres">
      <dgm:prSet presAssocID="{5EFD4890-558D-460F-81BC-FA4D05FFC869}" presName="root2" presStyleCnt="0"/>
      <dgm:spPr/>
    </dgm:pt>
    <dgm:pt modelId="{39FDE088-4D6A-4A08-8979-6F5A75FB200D}" type="pres">
      <dgm:prSet presAssocID="{5EFD4890-558D-460F-81BC-FA4D05FFC869}" presName="LevelTwoTextNode" presStyleLbl="node2" presStyleIdx="1" presStyleCnt="3" custScaleX="180336" custScaleY="145998">
        <dgm:presLayoutVars>
          <dgm:chPref val="3"/>
        </dgm:presLayoutVars>
      </dgm:prSet>
      <dgm:spPr/>
      <dgm:t>
        <a:bodyPr/>
        <a:lstStyle/>
        <a:p>
          <a:endParaRPr lang="zh-CN" altLang="en-US"/>
        </a:p>
      </dgm:t>
    </dgm:pt>
    <dgm:pt modelId="{DC5BE4CB-0EE8-4648-BE30-BCD040F710B7}" type="pres">
      <dgm:prSet presAssocID="{5EFD4890-558D-460F-81BC-FA4D05FFC869}" presName="level3hierChild" presStyleCnt="0"/>
      <dgm:spPr/>
    </dgm:pt>
    <dgm:pt modelId="{56A103CF-2452-4E89-8C65-9D8641FF1AB5}" type="pres">
      <dgm:prSet presAssocID="{C65B1CEF-A112-4B61-97DE-168567DBCD45}" presName="conn2-1" presStyleLbl="parChTrans1D2" presStyleIdx="2" presStyleCnt="3"/>
      <dgm:spPr/>
      <dgm:t>
        <a:bodyPr/>
        <a:lstStyle/>
        <a:p>
          <a:endParaRPr lang="zh-CN" altLang="en-US"/>
        </a:p>
      </dgm:t>
    </dgm:pt>
    <dgm:pt modelId="{CE92EE2E-3D8B-4929-9EFC-B90A1BDDDB53}" type="pres">
      <dgm:prSet presAssocID="{C65B1CEF-A112-4B61-97DE-168567DBCD45}" presName="connTx" presStyleLbl="parChTrans1D2" presStyleIdx="2" presStyleCnt="3"/>
      <dgm:spPr/>
      <dgm:t>
        <a:bodyPr/>
        <a:lstStyle/>
        <a:p>
          <a:endParaRPr lang="zh-CN" altLang="en-US"/>
        </a:p>
      </dgm:t>
    </dgm:pt>
    <dgm:pt modelId="{49434B38-73D7-4081-8C2F-B1EA0780BF1E}" type="pres">
      <dgm:prSet presAssocID="{11258ADD-3F49-47CE-B8D9-3A25D6885E79}" presName="root2" presStyleCnt="0"/>
      <dgm:spPr/>
    </dgm:pt>
    <dgm:pt modelId="{F4087009-3EA0-4CDA-9B25-2DB09224159F}" type="pres">
      <dgm:prSet presAssocID="{11258ADD-3F49-47CE-B8D9-3A25D6885E79}" presName="LevelTwoTextNode" presStyleLbl="node2" presStyleIdx="2" presStyleCnt="3" custScaleX="180336" custScaleY="145998">
        <dgm:presLayoutVars>
          <dgm:chPref val="3"/>
        </dgm:presLayoutVars>
      </dgm:prSet>
      <dgm:spPr/>
      <dgm:t>
        <a:bodyPr/>
        <a:lstStyle/>
        <a:p>
          <a:endParaRPr lang="zh-CN" altLang="en-US"/>
        </a:p>
      </dgm:t>
    </dgm:pt>
    <dgm:pt modelId="{F87242AC-B2FC-4573-8942-EC0BA8FF0E57}" type="pres">
      <dgm:prSet presAssocID="{11258ADD-3F49-47CE-B8D9-3A25D6885E79}" presName="level3hierChild" presStyleCnt="0"/>
      <dgm:spPr/>
    </dgm:pt>
  </dgm:ptLst>
  <dgm:cxnLst>
    <dgm:cxn modelId="{E0179F30-C874-4C9A-AA25-CE6403E93803}" type="presOf" srcId="{27421C7F-0646-4CDD-ACBA-B675D6676D0F}" destId="{486FD6BB-A0B2-4725-9729-5A5759CC9C0E}" srcOrd="0" destOrd="0" presId="urn:microsoft.com/office/officeart/2005/8/layout/hierarchy2"/>
    <dgm:cxn modelId="{E68B2C8C-2AFC-497E-8B0E-6F247758A195}" srcId="{50B87470-EC87-4106-8AE7-68FE204759C0}" destId="{EA8DD02F-D3A3-4441-85D9-45720CA97E30}" srcOrd="0" destOrd="0" parTransId="{2357ABE9-5F14-4BE5-9F16-A5511FE3020C}" sibTransId="{1B07FB9C-1CAD-400E-9D51-FCECBF2C9E62}"/>
    <dgm:cxn modelId="{7D6C9D9F-C9DD-43A6-AC72-D318F4D6CDDA}" type="presOf" srcId="{F7D46A68-AC10-486E-8858-A22131D65401}" destId="{921B2212-8C42-40E8-8EFF-F1E2EBAF9E26}" srcOrd="0" destOrd="0" presId="urn:microsoft.com/office/officeart/2005/8/layout/hierarchy2"/>
    <dgm:cxn modelId="{51D2B640-C8F5-40C6-B4D3-7F14418AC7D5}" type="presOf" srcId="{F7D46A68-AC10-486E-8858-A22131D65401}" destId="{4638F8A1-1142-4E0A-BF05-9067FF2A5BBC}" srcOrd="1" destOrd="0" presId="urn:microsoft.com/office/officeart/2005/8/layout/hierarchy2"/>
    <dgm:cxn modelId="{808DDE9B-A835-4C44-8861-97D81B86C04C}" srcId="{EA8DD02F-D3A3-4441-85D9-45720CA97E30}" destId="{A8911DFE-45D9-4C6B-99A6-6F0A99196D37}" srcOrd="0" destOrd="0" parTransId="{27421C7F-0646-4CDD-ACBA-B675D6676D0F}" sibTransId="{140C2D4E-0198-4A90-9D0C-05337BDECF4B}"/>
    <dgm:cxn modelId="{9E56FC2B-6DF7-4EF2-8329-10960DC7A596}" srcId="{EA8DD02F-D3A3-4441-85D9-45720CA97E30}" destId="{11258ADD-3F49-47CE-B8D9-3A25D6885E79}" srcOrd="2" destOrd="0" parTransId="{C65B1CEF-A112-4B61-97DE-168567DBCD45}" sibTransId="{5F5D01F6-ABF3-464C-B7E8-257ED95225E9}"/>
    <dgm:cxn modelId="{DD737DF1-0FE0-49E9-B2B3-DB0E39FE99EC}" type="presOf" srcId="{27421C7F-0646-4CDD-ACBA-B675D6676D0F}" destId="{254E4872-E925-4DB9-8083-2966199D404A}" srcOrd="1" destOrd="0" presId="urn:microsoft.com/office/officeart/2005/8/layout/hierarchy2"/>
    <dgm:cxn modelId="{4CC80F20-E91E-4F31-AB89-C88E7EB63903}" type="presOf" srcId="{11258ADD-3F49-47CE-B8D9-3A25D6885E79}" destId="{F4087009-3EA0-4CDA-9B25-2DB09224159F}" srcOrd="0" destOrd="0" presId="urn:microsoft.com/office/officeart/2005/8/layout/hierarchy2"/>
    <dgm:cxn modelId="{42881429-B01E-40CC-89E0-95883C6B1995}" type="presOf" srcId="{A8911DFE-45D9-4C6B-99A6-6F0A99196D37}" destId="{944A8947-9F81-478F-9DCD-6EA37D003434}" srcOrd="0" destOrd="0" presId="urn:microsoft.com/office/officeart/2005/8/layout/hierarchy2"/>
    <dgm:cxn modelId="{8AFD9D5B-F81A-4EE3-AF22-A5770B70DB52}" type="presOf" srcId="{C65B1CEF-A112-4B61-97DE-168567DBCD45}" destId="{CE92EE2E-3D8B-4929-9EFC-B90A1BDDDB53}" srcOrd="1" destOrd="0" presId="urn:microsoft.com/office/officeart/2005/8/layout/hierarchy2"/>
    <dgm:cxn modelId="{28872F17-2141-4703-8F6E-1CE834276D56}" type="presOf" srcId="{50B87470-EC87-4106-8AE7-68FE204759C0}" destId="{9CF6FB7E-3E09-4FE6-BD89-85DD8B9D235C}" srcOrd="0" destOrd="0" presId="urn:microsoft.com/office/officeart/2005/8/layout/hierarchy2"/>
    <dgm:cxn modelId="{94505196-17D3-49EC-9E91-DBB9B80E9312}" type="presOf" srcId="{EA8DD02F-D3A3-4441-85D9-45720CA97E30}" destId="{6B73087C-1BFE-4F80-B3EB-F98943D6F426}" srcOrd="0" destOrd="0" presId="urn:microsoft.com/office/officeart/2005/8/layout/hierarchy2"/>
    <dgm:cxn modelId="{C1E915CA-B6EC-4746-8936-9E473C762D01}" type="presOf" srcId="{C65B1CEF-A112-4B61-97DE-168567DBCD45}" destId="{56A103CF-2452-4E89-8C65-9D8641FF1AB5}" srcOrd="0" destOrd="0" presId="urn:microsoft.com/office/officeart/2005/8/layout/hierarchy2"/>
    <dgm:cxn modelId="{B1B2D163-C344-4A12-9195-61CBD2057604}" srcId="{EA8DD02F-D3A3-4441-85D9-45720CA97E30}" destId="{5EFD4890-558D-460F-81BC-FA4D05FFC869}" srcOrd="1" destOrd="0" parTransId="{F7D46A68-AC10-486E-8858-A22131D65401}" sibTransId="{E95F3A67-BE6E-4930-A925-003994BBEA13}"/>
    <dgm:cxn modelId="{9570C699-9C12-423D-B717-689336ADB38E}" type="presOf" srcId="{5EFD4890-558D-460F-81BC-FA4D05FFC869}" destId="{39FDE088-4D6A-4A08-8979-6F5A75FB200D}" srcOrd="0" destOrd="0" presId="urn:microsoft.com/office/officeart/2005/8/layout/hierarchy2"/>
    <dgm:cxn modelId="{7FC85D8F-2A26-4405-B335-07192A1E9B90}" type="presParOf" srcId="{9CF6FB7E-3E09-4FE6-BD89-85DD8B9D235C}" destId="{048592B2-AB97-4CE9-BC27-DE21649A6C4F}" srcOrd="0" destOrd="0" presId="urn:microsoft.com/office/officeart/2005/8/layout/hierarchy2"/>
    <dgm:cxn modelId="{90559597-5BD3-4266-9E56-D1439B3C19D0}" type="presParOf" srcId="{048592B2-AB97-4CE9-BC27-DE21649A6C4F}" destId="{6B73087C-1BFE-4F80-B3EB-F98943D6F426}" srcOrd="0" destOrd="0" presId="urn:microsoft.com/office/officeart/2005/8/layout/hierarchy2"/>
    <dgm:cxn modelId="{F37FAC37-BECB-425F-9D2E-5F745A4D5AA1}" type="presParOf" srcId="{048592B2-AB97-4CE9-BC27-DE21649A6C4F}" destId="{31D98308-E8DF-4E12-A5B2-CF481E9F6665}" srcOrd="1" destOrd="0" presId="urn:microsoft.com/office/officeart/2005/8/layout/hierarchy2"/>
    <dgm:cxn modelId="{9B053ACF-8DF6-4B07-A89E-09845635958C}" type="presParOf" srcId="{31D98308-E8DF-4E12-A5B2-CF481E9F6665}" destId="{486FD6BB-A0B2-4725-9729-5A5759CC9C0E}" srcOrd="0" destOrd="0" presId="urn:microsoft.com/office/officeart/2005/8/layout/hierarchy2"/>
    <dgm:cxn modelId="{28AE92EA-8687-45DD-A3E9-6AF885DAAF33}" type="presParOf" srcId="{486FD6BB-A0B2-4725-9729-5A5759CC9C0E}" destId="{254E4872-E925-4DB9-8083-2966199D404A}" srcOrd="0" destOrd="0" presId="urn:microsoft.com/office/officeart/2005/8/layout/hierarchy2"/>
    <dgm:cxn modelId="{B6DCE93C-B78B-482F-9CEC-C6FEA6A4E871}" type="presParOf" srcId="{31D98308-E8DF-4E12-A5B2-CF481E9F6665}" destId="{8FD3C756-18BE-41F8-A20B-7B3ED4CE6A80}" srcOrd="1" destOrd="0" presId="urn:microsoft.com/office/officeart/2005/8/layout/hierarchy2"/>
    <dgm:cxn modelId="{26116B09-0164-4DCB-85EC-3D4A6CE42D71}" type="presParOf" srcId="{8FD3C756-18BE-41F8-A20B-7B3ED4CE6A80}" destId="{944A8947-9F81-478F-9DCD-6EA37D003434}" srcOrd="0" destOrd="0" presId="urn:microsoft.com/office/officeart/2005/8/layout/hierarchy2"/>
    <dgm:cxn modelId="{DC949E67-1524-4B5E-830A-BA132206CC14}" type="presParOf" srcId="{8FD3C756-18BE-41F8-A20B-7B3ED4CE6A80}" destId="{37CB6569-85E3-496E-9F52-6A2058CD6A9F}" srcOrd="1" destOrd="0" presId="urn:microsoft.com/office/officeart/2005/8/layout/hierarchy2"/>
    <dgm:cxn modelId="{F3E7F382-5706-4C0E-9154-68AE458DE047}" type="presParOf" srcId="{31D98308-E8DF-4E12-A5B2-CF481E9F6665}" destId="{921B2212-8C42-40E8-8EFF-F1E2EBAF9E26}" srcOrd="2" destOrd="0" presId="urn:microsoft.com/office/officeart/2005/8/layout/hierarchy2"/>
    <dgm:cxn modelId="{01856944-EBFA-4731-8319-F1B98A6B3F2F}" type="presParOf" srcId="{921B2212-8C42-40E8-8EFF-F1E2EBAF9E26}" destId="{4638F8A1-1142-4E0A-BF05-9067FF2A5BBC}" srcOrd="0" destOrd="0" presId="urn:microsoft.com/office/officeart/2005/8/layout/hierarchy2"/>
    <dgm:cxn modelId="{B1671309-C11B-461A-8E72-09FA960391BD}" type="presParOf" srcId="{31D98308-E8DF-4E12-A5B2-CF481E9F6665}" destId="{7D9731E6-A14B-4A81-9DAB-98DC0079A05D}" srcOrd="3" destOrd="0" presId="urn:microsoft.com/office/officeart/2005/8/layout/hierarchy2"/>
    <dgm:cxn modelId="{6482BEE4-C495-463B-A32B-BDD44B860172}" type="presParOf" srcId="{7D9731E6-A14B-4A81-9DAB-98DC0079A05D}" destId="{39FDE088-4D6A-4A08-8979-6F5A75FB200D}" srcOrd="0" destOrd="0" presId="urn:microsoft.com/office/officeart/2005/8/layout/hierarchy2"/>
    <dgm:cxn modelId="{F6608967-7FCC-4E91-9190-7F82767C34E6}" type="presParOf" srcId="{7D9731E6-A14B-4A81-9DAB-98DC0079A05D}" destId="{DC5BE4CB-0EE8-4648-BE30-BCD040F710B7}" srcOrd="1" destOrd="0" presId="urn:microsoft.com/office/officeart/2005/8/layout/hierarchy2"/>
    <dgm:cxn modelId="{B2C1DEFC-AB83-4EA5-8996-1EC349E32F66}" type="presParOf" srcId="{31D98308-E8DF-4E12-A5B2-CF481E9F6665}" destId="{56A103CF-2452-4E89-8C65-9D8641FF1AB5}" srcOrd="4" destOrd="0" presId="urn:microsoft.com/office/officeart/2005/8/layout/hierarchy2"/>
    <dgm:cxn modelId="{C5F938CF-7CC1-401C-8CC8-EC96386B887E}" type="presParOf" srcId="{56A103CF-2452-4E89-8C65-9D8641FF1AB5}" destId="{CE92EE2E-3D8B-4929-9EFC-B90A1BDDDB53}" srcOrd="0" destOrd="0" presId="urn:microsoft.com/office/officeart/2005/8/layout/hierarchy2"/>
    <dgm:cxn modelId="{919DFB04-08FD-4D66-841C-04672449C383}" type="presParOf" srcId="{31D98308-E8DF-4E12-A5B2-CF481E9F6665}" destId="{49434B38-73D7-4081-8C2F-B1EA0780BF1E}" srcOrd="5" destOrd="0" presId="urn:microsoft.com/office/officeart/2005/8/layout/hierarchy2"/>
    <dgm:cxn modelId="{ECDB919C-D137-4524-93E4-DEAACB2C691D}" type="presParOf" srcId="{49434B38-73D7-4081-8C2F-B1EA0780BF1E}" destId="{F4087009-3EA0-4CDA-9B25-2DB09224159F}" srcOrd="0" destOrd="0" presId="urn:microsoft.com/office/officeart/2005/8/layout/hierarchy2"/>
    <dgm:cxn modelId="{B5DE372C-17E7-478B-A9E8-572CFECB0C6D}" type="presParOf" srcId="{49434B38-73D7-4081-8C2F-B1EA0780BF1E}" destId="{F87242AC-B2FC-4573-8942-EC0BA8FF0E57}"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2CEBAA-E1A0-4A5E-892A-353144A3ECB1}" type="doc">
      <dgm:prSet loTypeId="urn:microsoft.com/office/officeart/2005/8/layout/vList3#1" loCatId="list" qsTypeId="urn:microsoft.com/office/officeart/2005/8/quickstyle/simple2" qsCatId="simple" csTypeId="urn:microsoft.com/office/officeart/2005/8/colors/colorful4" csCatId="colorful" phldr="1"/>
      <dgm:spPr/>
      <dgm:t>
        <a:bodyPr/>
        <a:lstStyle/>
        <a:p>
          <a:endParaRPr lang="zh-CN" altLang="en-US"/>
        </a:p>
      </dgm:t>
    </dgm:pt>
    <dgm:pt modelId="{13106C34-DDA7-4704-AE3C-0B0E4328523F}">
      <dgm:prSet custT="1"/>
      <dgm:spPr/>
      <dgm:t>
        <a:bodyPr/>
        <a:lstStyle/>
        <a:p>
          <a:pPr marL="0" indent="177800" algn="l" rtl="0"/>
          <a:r>
            <a:rPr lang="en-US" sz="2200" b="1" dirty="0" smtClean="0"/>
            <a:t>7.3.1 USART</a:t>
          </a:r>
          <a:r>
            <a:rPr lang="zh-CN" sz="2200" b="1" dirty="0" smtClean="0"/>
            <a:t>内部结构</a:t>
          </a:r>
          <a:endParaRPr lang="zh-CN" sz="2200" dirty="0"/>
        </a:p>
      </dgm:t>
    </dgm:pt>
    <dgm:pt modelId="{5B2484B4-0902-44AE-9451-619122864D26}" type="parTrans" cxnId="{02BAFB49-29A0-4418-8227-F8F120C95367}">
      <dgm:prSet/>
      <dgm:spPr/>
      <dgm:t>
        <a:bodyPr/>
        <a:lstStyle/>
        <a:p>
          <a:pPr algn="l"/>
          <a:endParaRPr lang="zh-CN" altLang="en-US" sz="2200"/>
        </a:p>
      </dgm:t>
    </dgm:pt>
    <dgm:pt modelId="{09265D00-2571-440C-8A2D-A0D7C0ECA357}" type="sibTrans" cxnId="{02BAFB49-29A0-4418-8227-F8F120C95367}">
      <dgm:prSet/>
      <dgm:spPr/>
      <dgm:t>
        <a:bodyPr/>
        <a:lstStyle/>
        <a:p>
          <a:pPr algn="l"/>
          <a:endParaRPr lang="zh-CN" altLang="en-US" sz="2200"/>
        </a:p>
      </dgm:t>
    </dgm:pt>
    <dgm:pt modelId="{047B7240-9B3B-4945-ABFC-8AA577225995}">
      <dgm:prSet custT="1"/>
      <dgm:spPr/>
      <dgm:t>
        <a:bodyPr/>
        <a:lstStyle/>
        <a:p>
          <a:pPr marL="0" indent="177800" algn="l" rtl="0"/>
          <a:r>
            <a:rPr lang="en-US" sz="2200" b="1" dirty="0" smtClean="0"/>
            <a:t>7.3.2 </a:t>
          </a:r>
          <a:r>
            <a:rPr lang="en-US" sz="2200" b="1" dirty="0" smtClean="0"/>
            <a:t>USART</a:t>
          </a:r>
          <a:r>
            <a:rPr lang="zh-CN" sz="2200" b="1" dirty="0" smtClean="0"/>
            <a:t>接口</a:t>
          </a:r>
          <a:endParaRPr lang="zh-CN" sz="2200" dirty="0"/>
        </a:p>
      </dgm:t>
    </dgm:pt>
    <dgm:pt modelId="{30432C7E-5CB4-43B7-ABDA-FDD668F97924}" type="parTrans" cxnId="{8ECEC30A-7947-4089-82B2-F4118177782E}">
      <dgm:prSet/>
      <dgm:spPr/>
      <dgm:t>
        <a:bodyPr/>
        <a:lstStyle/>
        <a:p>
          <a:pPr algn="l"/>
          <a:endParaRPr lang="zh-CN" altLang="en-US" sz="2200"/>
        </a:p>
      </dgm:t>
    </dgm:pt>
    <dgm:pt modelId="{2AD50ABE-3325-4DD9-8E1F-7ECDCF00ED92}" type="sibTrans" cxnId="{8ECEC30A-7947-4089-82B2-F4118177782E}">
      <dgm:prSet/>
      <dgm:spPr/>
      <dgm:t>
        <a:bodyPr/>
        <a:lstStyle/>
        <a:p>
          <a:pPr algn="l"/>
          <a:endParaRPr lang="zh-CN" altLang="en-US" sz="2200"/>
        </a:p>
      </dgm:t>
    </dgm:pt>
    <dgm:pt modelId="{C03C3471-A4DA-417B-8393-2DA0F765F0DE}">
      <dgm:prSet custT="1"/>
      <dgm:spPr/>
      <dgm:t>
        <a:bodyPr/>
        <a:lstStyle/>
        <a:p>
          <a:pPr marL="0" indent="177800" algn="l" rtl="0"/>
          <a:r>
            <a:rPr lang="en-US" sz="2200" b="1" dirty="0" smtClean="0"/>
            <a:t>7.3.3 </a:t>
          </a:r>
          <a:r>
            <a:rPr lang="en-US" sz="2200" b="1" dirty="0" smtClean="0"/>
            <a:t>USART</a:t>
          </a:r>
          <a:r>
            <a:rPr lang="zh-CN" sz="2200" b="1" dirty="0" smtClean="0"/>
            <a:t>编程模式</a:t>
          </a:r>
          <a:endParaRPr lang="zh-CN" sz="2200" dirty="0"/>
        </a:p>
      </dgm:t>
    </dgm:pt>
    <dgm:pt modelId="{1933975E-8B86-46FF-B7C1-099FB70E688A}" type="parTrans" cxnId="{972459DD-7803-4179-A553-DC73E2AA763F}">
      <dgm:prSet/>
      <dgm:spPr/>
      <dgm:t>
        <a:bodyPr/>
        <a:lstStyle/>
        <a:p>
          <a:pPr algn="l"/>
          <a:endParaRPr lang="zh-CN" altLang="en-US" sz="2200"/>
        </a:p>
      </dgm:t>
    </dgm:pt>
    <dgm:pt modelId="{B2D04BCB-8D1E-44D6-B48A-12C7951CB416}" type="sibTrans" cxnId="{972459DD-7803-4179-A553-DC73E2AA763F}">
      <dgm:prSet/>
      <dgm:spPr/>
      <dgm:t>
        <a:bodyPr/>
        <a:lstStyle/>
        <a:p>
          <a:pPr algn="l"/>
          <a:endParaRPr lang="zh-CN" altLang="en-US" sz="2200"/>
        </a:p>
      </dgm:t>
    </dgm:pt>
    <dgm:pt modelId="{01BA8000-F013-4439-BEFE-860C47094334}" type="pres">
      <dgm:prSet presAssocID="{A02CEBAA-E1A0-4A5E-892A-353144A3ECB1}" presName="linearFlow" presStyleCnt="0">
        <dgm:presLayoutVars>
          <dgm:dir/>
          <dgm:resizeHandles val="exact"/>
        </dgm:presLayoutVars>
      </dgm:prSet>
      <dgm:spPr/>
      <dgm:t>
        <a:bodyPr/>
        <a:lstStyle/>
        <a:p>
          <a:endParaRPr lang="zh-CN" altLang="en-US"/>
        </a:p>
      </dgm:t>
    </dgm:pt>
    <dgm:pt modelId="{28DE22D8-6D57-4E52-9246-B2B231773FAC}" type="pres">
      <dgm:prSet presAssocID="{13106C34-DDA7-4704-AE3C-0B0E4328523F}" presName="composite" presStyleCnt="0"/>
      <dgm:spPr/>
      <dgm:t>
        <a:bodyPr/>
        <a:lstStyle/>
        <a:p>
          <a:endParaRPr lang="zh-CN" altLang="en-US"/>
        </a:p>
      </dgm:t>
    </dgm:pt>
    <dgm:pt modelId="{BD893DEC-F94E-4CFD-8B1D-44EBE27F01D8}" type="pres">
      <dgm:prSet presAssocID="{13106C34-DDA7-4704-AE3C-0B0E4328523F}" presName="imgShp" presStyleLbl="fgImgPlace1" presStyleIdx="0" presStyleCnt="3" custLinFactNeighborX="-6999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144B12B0-8ED7-423A-98C2-ACC6EE7F5834}" type="pres">
      <dgm:prSet presAssocID="{13106C34-DDA7-4704-AE3C-0B0E4328523F}" presName="txShp" presStyleLbl="node1" presStyleIdx="0" presStyleCnt="3" custScaleX="107085" custLinFactNeighborX="-10569">
        <dgm:presLayoutVars>
          <dgm:bulletEnabled val="1"/>
        </dgm:presLayoutVars>
      </dgm:prSet>
      <dgm:spPr/>
      <dgm:t>
        <a:bodyPr/>
        <a:lstStyle/>
        <a:p>
          <a:endParaRPr lang="zh-CN" altLang="en-US"/>
        </a:p>
      </dgm:t>
    </dgm:pt>
    <dgm:pt modelId="{29BC0434-ED20-4C04-9137-BBCAA037438E}" type="pres">
      <dgm:prSet presAssocID="{09265D00-2571-440C-8A2D-A0D7C0ECA357}" presName="spacing" presStyleCnt="0"/>
      <dgm:spPr/>
      <dgm:t>
        <a:bodyPr/>
        <a:lstStyle/>
        <a:p>
          <a:endParaRPr lang="zh-CN" altLang="en-US"/>
        </a:p>
      </dgm:t>
    </dgm:pt>
    <dgm:pt modelId="{EC350B0D-0634-4595-A61D-EA92D440B58A}" type="pres">
      <dgm:prSet presAssocID="{047B7240-9B3B-4945-ABFC-8AA577225995}" presName="composite" presStyleCnt="0"/>
      <dgm:spPr/>
      <dgm:t>
        <a:bodyPr/>
        <a:lstStyle/>
        <a:p>
          <a:endParaRPr lang="zh-CN" altLang="en-US"/>
        </a:p>
      </dgm:t>
    </dgm:pt>
    <dgm:pt modelId="{536BAE9F-688B-43CA-8A61-824EE17C80DA}" type="pres">
      <dgm:prSet presAssocID="{047B7240-9B3B-4945-ABFC-8AA577225995}" presName="imgShp" presStyleLbl="fgImgPlace1" presStyleIdx="1" presStyleCnt="3" custLinFactNeighborX="-6999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8D22E1E6-691D-45DB-B730-1DC2060C8198}" type="pres">
      <dgm:prSet presAssocID="{047B7240-9B3B-4945-ABFC-8AA577225995}" presName="txShp" presStyleLbl="node1" presStyleIdx="1" presStyleCnt="3" custScaleX="107085" custLinFactNeighborX="-10569">
        <dgm:presLayoutVars>
          <dgm:bulletEnabled val="1"/>
        </dgm:presLayoutVars>
      </dgm:prSet>
      <dgm:spPr/>
      <dgm:t>
        <a:bodyPr/>
        <a:lstStyle/>
        <a:p>
          <a:endParaRPr lang="zh-CN" altLang="en-US"/>
        </a:p>
      </dgm:t>
    </dgm:pt>
    <dgm:pt modelId="{1AFABC0B-51F3-4213-B6F4-56292C43F92A}" type="pres">
      <dgm:prSet presAssocID="{2AD50ABE-3325-4DD9-8E1F-7ECDCF00ED92}" presName="spacing" presStyleCnt="0"/>
      <dgm:spPr/>
      <dgm:t>
        <a:bodyPr/>
        <a:lstStyle/>
        <a:p>
          <a:endParaRPr lang="zh-CN" altLang="en-US"/>
        </a:p>
      </dgm:t>
    </dgm:pt>
    <dgm:pt modelId="{78AD4F32-45E7-4AAD-8574-22FDF390F682}" type="pres">
      <dgm:prSet presAssocID="{C03C3471-A4DA-417B-8393-2DA0F765F0DE}" presName="composite" presStyleCnt="0"/>
      <dgm:spPr/>
      <dgm:t>
        <a:bodyPr/>
        <a:lstStyle/>
        <a:p>
          <a:endParaRPr lang="zh-CN" altLang="en-US"/>
        </a:p>
      </dgm:t>
    </dgm:pt>
    <dgm:pt modelId="{25EE83B5-9181-4312-AF69-76E7DB3C707E}" type="pres">
      <dgm:prSet presAssocID="{C03C3471-A4DA-417B-8393-2DA0F765F0DE}" presName="imgShp" presStyleLbl="fgImgPlace1" presStyleIdx="2" presStyleCnt="3" custLinFactNeighborX="-6999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4C9106F8-718B-46E5-8FB7-F18DA0278976}" type="pres">
      <dgm:prSet presAssocID="{C03C3471-A4DA-417B-8393-2DA0F765F0DE}" presName="txShp" presStyleLbl="node1" presStyleIdx="2" presStyleCnt="3" custScaleX="107085" custLinFactNeighborX="-10569">
        <dgm:presLayoutVars>
          <dgm:bulletEnabled val="1"/>
        </dgm:presLayoutVars>
      </dgm:prSet>
      <dgm:spPr/>
      <dgm:t>
        <a:bodyPr/>
        <a:lstStyle/>
        <a:p>
          <a:endParaRPr lang="zh-CN" altLang="en-US"/>
        </a:p>
      </dgm:t>
    </dgm:pt>
  </dgm:ptLst>
  <dgm:cxnLst>
    <dgm:cxn modelId="{8ECEC30A-7947-4089-82B2-F4118177782E}" srcId="{A02CEBAA-E1A0-4A5E-892A-353144A3ECB1}" destId="{047B7240-9B3B-4945-ABFC-8AA577225995}" srcOrd="1" destOrd="0" parTransId="{30432C7E-5CB4-43B7-ABDA-FDD668F97924}" sibTransId="{2AD50ABE-3325-4DD9-8E1F-7ECDCF00ED92}"/>
    <dgm:cxn modelId="{972459DD-7803-4179-A553-DC73E2AA763F}" srcId="{A02CEBAA-E1A0-4A5E-892A-353144A3ECB1}" destId="{C03C3471-A4DA-417B-8393-2DA0F765F0DE}" srcOrd="2" destOrd="0" parTransId="{1933975E-8B86-46FF-B7C1-099FB70E688A}" sibTransId="{B2D04BCB-8D1E-44D6-B48A-12C7951CB416}"/>
    <dgm:cxn modelId="{67C03E8A-C312-4339-99A4-5BAECAE141EF}" type="presOf" srcId="{13106C34-DDA7-4704-AE3C-0B0E4328523F}" destId="{144B12B0-8ED7-423A-98C2-ACC6EE7F5834}" srcOrd="0" destOrd="0" presId="urn:microsoft.com/office/officeart/2005/8/layout/vList3#1"/>
    <dgm:cxn modelId="{9A2F2373-F305-43AA-BE25-6DB87CCAD751}" type="presOf" srcId="{047B7240-9B3B-4945-ABFC-8AA577225995}" destId="{8D22E1E6-691D-45DB-B730-1DC2060C8198}" srcOrd="0" destOrd="0" presId="urn:microsoft.com/office/officeart/2005/8/layout/vList3#1"/>
    <dgm:cxn modelId="{4A861F47-62A0-4809-9BD7-F47E5A535930}" type="presOf" srcId="{A02CEBAA-E1A0-4A5E-892A-353144A3ECB1}" destId="{01BA8000-F013-4439-BEFE-860C47094334}" srcOrd="0" destOrd="0" presId="urn:microsoft.com/office/officeart/2005/8/layout/vList3#1"/>
    <dgm:cxn modelId="{B52FF5C3-EC2D-46F0-995F-C8391E896751}" type="presOf" srcId="{C03C3471-A4DA-417B-8393-2DA0F765F0DE}" destId="{4C9106F8-718B-46E5-8FB7-F18DA0278976}" srcOrd="0" destOrd="0" presId="urn:microsoft.com/office/officeart/2005/8/layout/vList3#1"/>
    <dgm:cxn modelId="{02BAFB49-29A0-4418-8227-F8F120C95367}" srcId="{A02CEBAA-E1A0-4A5E-892A-353144A3ECB1}" destId="{13106C34-DDA7-4704-AE3C-0B0E4328523F}" srcOrd="0" destOrd="0" parTransId="{5B2484B4-0902-44AE-9451-619122864D26}" sibTransId="{09265D00-2571-440C-8A2D-A0D7C0ECA357}"/>
    <dgm:cxn modelId="{E9E118EC-A739-45C3-B361-DD16ADB4A70D}" type="presParOf" srcId="{01BA8000-F013-4439-BEFE-860C47094334}" destId="{28DE22D8-6D57-4E52-9246-B2B231773FAC}" srcOrd="0" destOrd="0" presId="urn:microsoft.com/office/officeart/2005/8/layout/vList3#1"/>
    <dgm:cxn modelId="{356F3A4A-4BD4-4B17-B5DC-C4AB2233BD1B}" type="presParOf" srcId="{28DE22D8-6D57-4E52-9246-B2B231773FAC}" destId="{BD893DEC-F94E-4CFD-8B1D-44EBE27F01D8}" srcOrd="0" destOrd="0" presId="urn:microsoft.com/office/officeart/2005/8/layout/vList3#1"/>
    <dgm:cxn modelId="{2D172193-06FB-4792-888B-52E96D36D992}" type="presParOf" srcId="{28DE22D8-6D57-4E52-9246-B2B231773FAC}" destId="{144B12B0-8ED7-423A-98C2-ACC6EE7F5834}" srcOrd="1" destOrd="0" presId="urn:microsoft.com/office/officeart/2005/8/layout/vList3#1"/>
    <dgm:cxn modelId="{9609912F-C0AD-409A-AB84-877E9A281E1A}" type="presParOf" srcId="{01BA8000-F013-4439-BEFE-860C47094334}" destId="{29BC0434-ED20-4C04-9137-BBCAA037438E}" srcOrd="1" destOrd="0" presId="urn:microsoft.com/office/officeart/2005/8/layout/vList3#1"/>
    <dgm:cxn modelId="{5439D3E5-F72F-419E-9284-C9D99F0023D7}" type="presParOf" srcId="{01BA8000-F013-4439-BEFE-860C47094334}" destId="{EC350B0D-0634-4595-A61D-EA92D440B58A}" srcOrd="2" destOrd="0" presId="urn:microsoft.com/office/officeart/2005/8/layout/vList3#1"/>
    <dgm:cxn modelId="{F1B55E09-EE45-4F4F-9883-51B148E73E94}" type="presParOf" srcId="{EC350B0D-0634-4595-A61D-EA92D440B58A}" destId="{536BAE9F-688B-43CA-8A61-824EE17C80DA}" srcOrd="0" destOrd="0" presId="urn:microsoft.com/office/officeart/2005/8/layout/vList3#1"/>
    <dgm:cxn modelId="{AA3F6116-BC73-4A04-BC25-DE5FE86DDAD4}" type="presParOf" srcId="{EC350B0D-0634-4595-A61D-EA92D440B58A}" destId="{8D22E1E6-691D-45DB-B730-1DC2060C8198}" srcOrd="1" destOrd="0" presId="urn:microsoft.com/office/officeart/2005/8/layout/vList3#1"/>
    <dgm:cxn modelId="{9F999B27-740D-482B-BF5C-4518D0EB6EEC}" type="presParOf" srcId="{01BA8000-F013-4439-BEFE-860C47094334}" destId="{1AFABC0B-51F3-4213-B6F4-56292C43F92A}" srcOrd="3" destOrd="0" presId="urn:microsoft.com/office/officeart/2005/8/layout/vList3#1"/>
    <dgm:cxn modelId="{3E50D71D-4565-4C9C-BF2D-768A43B727F1}" type="presParOf" srcId="{01BA8000-F013-4439-BEFE-860C47094334}" destId="{78AD4F32-45E7-4AAD-8574-22FDF390F682}" srcOrd="4" destOrd="0" presId="urn:microsoft.com/office/officeart/2005/8/layout/vList3#1"/>
    <dgm:cxn modelId="{AB212234-5530-4EB2-8278-F39549CE2162}" type="presParOf" srcId="{78AD4F32-45E7-4AAD-8574-22FDF390F682}" destId="{25EE83B5-9181-4312-AF69-76E7DB3C707E}" srcOrd="0" destOrd="0" presId="urn:microsoft.com/office/officeart/2005/8/layout/vList3#1"/>
    <dgm:cxn modelId="{ADB8F54A-17CF-46A9-A495-77F3D268A884}" type="presParOf" srcId="{78AD4F32-45E7-4AAD-8574-22FDF390F682}" destId="{4C9106F8-718B-46E5-8FB7-F18DA0278976}"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235117-6B41-4D47-BCD4-3C168D72C23A}" type="doc">
      <dgm:prSet loTypeId="urn:microsoft.com/office/officeart/2005/8/layout/cycle8" loCatId="cycle" qsTypeId="urn:microsoft.com/office/officeart/2005/8/quickstyle/simple1" qsCatId="simple" csTypeId="urn:microsoft.com/office/officeart/2005/8/colors/colorful4" csCatId="colorful" phldr="1"/>
      <dgm:spPr/>
      <dgm:t>
        <a:bodyPr/>
        <a:lstStyle/>
        <a:p>
          <a:endParaRPr lang="zh-CN" altLang="en-US"/>
        </a:p>
      </dgm:t>
    </dgm:pt>
    <dgm:pt modelId="{E859FAEA-7043-4A06-8E52-7B65D66A758B}">
      <dgm:prSet custT="1"/>
      <dgm:spPr/>
      <dgm:t>
        <a:bodyPr/>
        <a:lstStyle/>
        <a:p>
          <a:pPr rtl="0"/>
          <a:r>
            <a:rPr lang="zh-CN" sz="1600" b="1" dirty="0" smtClean="0"/>
            <a:t>波特率发生器</a:t>
          </a:r>
          <a:endParaRPr lang="zh-CN" altLang="en-US" sz="1600" b="1" dirty="0"/>
        </a:p>
      </dgm:t>
    </dgm:pt>
    <dgm:pt modelId="{F21A1CF1-34BA-4514-BFBC-BA9DCC41DCA4}" type="parTrans" cxnId="{3A5B4388-529E-4467-897B-D287A3342780}">
      <dgm:prSet/>
      <dgm:spPr/>
      <dgm:t>
        <a:bodyPr/>
        <a:lstStyle/>
        <a:p>
          <a:endParaRPr lang="zh-CN" altLang="en-US" sz="2800" b="1"/>
        </a:p>
      </dgm:t>
    </dgm:pt>
    <dgm:pt modelId="{78708C42-57AB-46A7-A781-7609E9F3DACE}" type="sibTrans" cxnId="{3A5B4388-529E-4467-897B-D287A3342780}">
      <dgm:prSet/>
      <dgm:spPr/>
      <dgm:t>
        <a:bodyPr/>
        <a:lstStyle/>
        <a:p>
          <a:endParaRPr lang="zh-CN" altLang="en-US" sz="2800" b="1"/>
        </a:p>
      </dgm:t>
    </dgm:pt>
    <dgm:pt modelId="{33A2CED8-9979-40AD-893D-305C6C758D1F}">
      <dgm:prSet custT="1"/>
      <dgm:spPr/>
      <dgm:t>
        <a:bodyPr/>
        <a:lstStyle/>
        <a:p>
          <a:pPr rtl="0"/>
          <a:r>
            <a:rPr lang="zh-CN" sz="1600" b="1" dirty="0" smtClean="0"/>
            <a:t>发送器</a:t>
          </a:r>
          <a:r>
            <a:rPr lang="en-US" sz="1600" b="1" dirty="0" smtClean="0"/>
            <a:t>/</a:t>
          </a:r>
          <a:r>
            <a:rPr lang="zh-CN" sz="1600" b="1" dirty="0" smtClean="0"/>
            <a:t>接收器控制单元</a:t>
          </a:r>
          <a:endParaRPr lang="zh-CN" altLang="en-US" sz="1600" b="1" dirty="0"/>
        </a:p>
      </dgm:t>
    </dgm:pt>
    <dgm:pt modelId="{DB7E7D39-00FB-4DAD-A833-2ECF08285DAF}" type="parTrans" cxnId="{EA1E8448-D4EC-4080-AB78-6E7B41E6C768}">
      <dgm:prSet/>
      <dgm:spPr/>
      <dgm:t>
        <a:bodyPr/>
        <a:lstStyle/>
        <a:p>
          <a:endParaRPr lang="zh-CN" altLang="en-US" sz="2800" b="1"/>
        </a:p>
      </dgm:t>
    </dgm:pt>
    <dgm:pt modelId="{8B656079-79D9-4CD2-A3BA-68AC063F2D3F}" type="sibTrans" cxnId="{EA1E8448-D4EC-4080-AB78-6E7B41E6C768}">
      <dgm:prSet/>
      <dgm:spPr/>
      <dgm:t>
        <a:bodyPr/>
        <a:lstStyle/>
        <a:p>
          <a:endParaRPr lang="zh-CN" altLang="en-US" sz="2800" b="1"/>
        </a:p>
      </dgm:t>
    </dgm:pt>
    <dgm:pt modelId="{7D7E8ED2-68E3-4369-BEC3-5DF617ED6510}">
      <dgm:prSet custT="1"/>
      <dgm:spPr/>
      <dgm:t>
        <a:bodyPr/>
        <a:lstStyle/>
        <a:p>
          <a:pPr rtl="0"/>
          <a:r>
            <a:rPr lang="zh-CN" sz="1600" b="1" dirty="0" smtClean="0"/>
            <a:t>数据收发寄存器单元</a:t>
          </a:r>
          <a:endParaRPr lang="zh-CN" altLang="en-US" sz="1600" b="1" dirty="0"/>
        </a:p>
      </dgm:t>
    </dgm:pt>
    <dgm:pt modelId="{23069F76-CCE6-478F-B65A-D75C66DC59DC}" type="parTrans" cxnId="{1686B9C5-36CC-41B2-8387-0A0B23F19037}">
      <dgm:prSet/>
      <dgm:spPr/>
      <dgm:t>
        <a:bodyPr/>
        <a:lstStyle/>
        <a:p>
          <a:endParaRPr lang="zh-CN" altLang="en-US" sz="2800" b="1"/>
        </a:p>
      </dgm:t>
    </dgm:pt>
    <dgm:pt modelId="{204FAF35-0E43-486F-9D64-7CBBF0B5E406}" type="sibTrans" cxnId="{1686B9C5-36CC-41B2-8387-0A0B23F19037}">
      <dgm:prSet/>
      <dgm:spPr/>
      <dgm:t>
        <a:bodyPr/>
        <a:lstStyle/>
        <a:p>
          <a:endParaRPr lang="zh-CN" altLang="en-US" sz="2800" b="1"/>
        </a:p>
      </dgm:t>
    </dgm:pt>
    <dgm:pt modelId="{C3442FA1-5511-4AC4-A0A6-327258C38C0B}" type="pres">
      <dgm:prSet presAssocID="{9E235117-6B41-4D47-BCD4-3C168D72C23A}" presName="compositeShape" presStyleCnt="0">
        <dgm:presLayoutVars>
          <dgm:chMax val="7"/>
          <dgm:dir/>
          <dgm:resizeHandles val="exact"/>
        </dgm:presLayoutVars>
      </dgm:prSet>
      <dgm:spPr/>
      <dgm:t>
        <a:bodyPr/>
        <a:lstStyle/>
        <a:p>
          <a:endParaRPr lang="zh-CN" altLang="en-US"/>
        </a:p>
      </dgm:t>
    </dgm:pt>
    <dgm:pt modelId="{D24122BD-BEBC-42A9-A2A4-98042DD9C2F4}" type="pres">
      <dgm:prSet presAssocID="{9E235117-6B41-4D47-BCD4-3C168D72C23A}" presName="wedge1" presStyleLbl="node1" presStyleIdx="0" presStyleCnt="3"/>
      <dgm:spPr/>
      <dgm:t>
        <a:bodyPr/>
        <a:lstStyle/>
        <a:p>
          <a:endParaRPr lang="zh-CN" altLang="en-US"/>
        </a:p>
      </dgm:t>
    </dgm:pt>
    <dgm:pt modelId="{58E8BFFA-5C97-4DD2-AB70-5023366EC4E6}" type="pres">
      <dgm:prSet presAssocID="{9E235117-6B41-4D47-BCD4-3C168D72C23A}" presName="dummy1a" presStyleCnt="0"/>
      <dgm:spPr/>
    </dgm:pt>
    <dgm:pt modelId="{1A6B9608-8BA6-4EA1-9238-990608A55F81}" type="pres">
      <dgm:prSet presAssocID="{9E235117-6B41-4D47-BCD4-3C168D72C23A}" presName="dummy1b" presStyleCnt="0"/>
      <dgm:spPr/>
    </dgm:pt>
    <dgm:pt modelId="{5D278802-D2AF-494C-B89D-5AA17A68EAF1}" type="pres">
      <dgm:prSet presAssocID="{9E235117-6B41-4D47-BCD4-3C168D72C23A}" presName="wedge1Tx" presStyleLbl="node1" presStyleIdx="0" presStyleCnt="3">
        <dgm:presLayoutVars>
          <dgm:chMax val="0"/>
          <dgm:chPref val="0"/>
          <dgm:bulletEnabled val="1"/>
        </dgm:presLayoutVars>
      </dgm:prSet>
      <dgm:spPr/>
      <dgm:t>
        <a:bodyPr/>
        <a:lstStyle/>
        <a:p>
          <a:endParaRPr lang="zh-CN" altLang="en-US"/>
        </a:p>
      </dgm:t>
    </dgm:pt>
    <dgm:pt modelId="{A1EF1277-E600-46B5-94A1-5B800E4928A6}" type="pres">
      <dgm:prSet presAssocID="{9E235117-6B41-4D47-BCD4-3C168D72C23A}" presName="wedge2" presStyleLbl="node1" presStyleIdx="1" presStyleCnt="3"/>
      <dgm:spPr/>
      <dgm:t>
        <a:bodyPr/>
        <a:lstStyle/>
        <a:p>
          <a:endParaRPr lang="zh-CN" altLang="en-US"/>
        </a:p>
      </dgm:t>
    </dgm:pt>
    <dgm:pt modelId="{9FF8C866-EA1A-4FB7-8E88-3D53EB1A48C6}" type="pres">
      <dgm:prSet presAssocID="{9E235117-6B41-4D47-BCD4-3C168D72C23A}" presName="dummy2a" presStyleCnt="0"/>
      <dgm:spPr/>
    </dgm:pt>
    <dgm:pt modelId="{E510ACDC-934B-4643-92BA-7CFCAC0F7AB1}" type="pres">
      <dgm:prSet presAssocID="{9E235117-6B41-4D47-BCD4-3C168D72C23A}" presName="dummy2b" presStyleCnt="0"/>
      <dgm:spPr/>
    </dgm:pt>
    <dgm:pt modelId="{00F5CED8-B198-42B4-A61B-CB87645D6974}" type="pres">
      <dgm:prSet presAssocID="{9E235117-6B41-4D47-BCD4-3C168D72C23A}" presName="wedge2Tx" presStyleLbl="node1" presStyleIdx="1" presStyleCnt="3">
        <dgm:presLayoutVars>
          <dgm:chMax val="0"/>
          <dgm:chPref val="0"/>
          <dgm:bulletEnabled val="1"/>
        </dgm:presLayoutVars>
      </dgm:prSet>
      <dgm:spPr/>
      <dgm:t>
        <a:bodyPr/>
        <a:lstStyle/>
        <a:p>
          <a:endParaRPr lang="zh-CN" altLang="en-US"/>
        </a:p>
      </dgm:t>
    </dgm:pt>
    <dgm:pt modelId="{2616E5BD-7A91-432A-9DFB-1051CD8FF312}" type="pres">
      <dgm:prSet presAssocID="{9E235117-6B41-4D47-BCD4-3C168D72C23A}" presName="wedge3" presStyleLbl="node1" presStyleIdx="2" presStyleCnt="3"/>
      <dgm:spPr/>
      <dgm:t>
        <a:bodyPr/>
        <a:lstStyle/>
        <a:p>
          <a:endParaRPr lang="zh-CN" altLang="en-US"/>
        </a:p>
      </dgm:t>
    </dgm:pt>
    <dgm:pt modelId="{D1F91675-BD6F-4E52-A5CE-D66143EE7AF1}" type="pres">
      <dgm:prSet presAssocID="{9E235117-6B41-4D47-BCD4-3C168D72C23A}" presName="dummy3a" presStyleCnt="0"/>
      <dgm:spPr/>
    </dgm:pt>
    <dgm:pt modelId="{4598A9B2-5AD7-4D2C-925A-183FE9C5AC6D}" type="pres">
      <dgm:prSet presAssocID="{9E235117-6B41-4D47-BCD4-3C168D72C23A}" presName="dummy3b" presStyleCnt="0"/>
      <dgm:spPr/>
    </dgm:pt>
    <dgm:pt modelId="{0B37C91B-5E19-4291-B4B6-7323C5B2E89E}" type="pres">
      <dgm:prSet presAssocID="{9E235117-6B41-4D47-BCD4-3C168D72C23A}" presName="wedge3Tx" presStyleLbl="node1" presStyleIdx="2" presStyleCnt="3">
        <dgm:presLayoutVars>
          <dgm:chMax val="0"/>
          <dgm:chPref val="0"/>
          <dgm:bulletEnabled val="1"/>
        </dgm:presLayoutVars>
      </dgm:prSet>
      <dgm:spPr/>
      <dgm:t>
        <a:bodyPr/>
        <a:lstStyle/>
        <a:p>
          <a:endParaRPr lang="zh-CN" altLang="en-US"/>
        </a:p>
      </dgm:t>
    </dgm:pt>
    <dgm:pt modelId="{CFFD374E-09D8-4FA4-8ED9-E9555F34D88A}" type="pres">
      <dgm:prSet presAssocID="{78708C42-57AB-46A7-A781-7609E9F3DACE}" presName="arrowWedge1" presStyleLbl="fgSibTrans2D1" presStyleIdx="0" presStyleCnt="3"/>
      <dgm:spPr/>
    </dgm:pt>
    <dgm:pt modelId="{B7AC0343-A5D8-40A2-9B53-254E3A56D048}" type="pres">
      <dgm:prSet presAssocID="{8B656079-79D9-4CD2-A3BA-68AC063F2D3F}" presName="arrowWedge2" presStyleLbl="fgSibTrans2D1" presStyleIdx="1" presStyleCnt="3"/>
      <dgm:spPr/>
    </dgm:pt>
    <dgm:pt modelId="{5DDF7786-2F0B-4F47-9E70-979AD7A18994}" type="pres">
      <dgm:prSet presAssocID="{204FAF35-0E43-486F-9D64-7CBBF0B5E406}" presName="arrowWedge3" presStyleLbl="fgSibTrans2D1" presStyleIdx="2" presStyleCnt="3"/>
      <dgm:spPr/>
    </dgm:pt>
  </dgm:ptLst>
  <dgm:cxnLst>
    <dgm:cxn modelId="{63D011D9-273D-409A-900D-F93EA31C710B}" type="presOf" srcId="{7D7E8ED2-68E3-4369-BEC3-5DF617ED6510}" destId="{0B37C91B-5E19-4291-B4B6-7323C5B2E89E}" srcOrd="1" destOrd="0" presId="urn:microsoft.com/office/officeart/2005/8/layout/cycle8"/>
    <dgm:cxn modelId="{99B189C6-19FD-4B02-8C06-13EA4649BE40}" type="presOf" srcId="{7D7E8ED2-68E3-4369-BEC3-5DF617ED6510}" destId="{2616E5BD-7A91-432A-9DFB-1051CD8FF312}" srcOrd="0" destOrd="0" presId="urn:microsoft.com/office/officeart/2005/8/layout/cycle8"/>
    <dgm:cxn modelId="{1686B9C5-36CC-41B2-8387-0A0B23F19037}" srcId="{9E235117-6B41-4D47-BCD4-3C168D72C23A}" destId="{7D7E8ED2-68E3-4369-BEC3-5DF617ED6510}" srcOrd="2" destOrd="0" parTransId="{23069F76-CCE6-478F-B65A-D75C66DC59DC}" sibTransId="{204FAF35-0E43-486F-9D64-7CBBF0B5E406}"/>
    <dgm:cxn modelId="{6A8123CF-AC5A-4DB5-BEBE-763D25C35920}" type="presOf" srcId="{33A2CED8-9979-40AD-893D-305C6C758D1F}" destId="{00F5CED8-B198-42B4-A61B-CB87645D6974}" srcOrd="1" destOrd="0" presId="urn:microsoft.com/office/officeart/2005/8/layout/cycle8"/>
    <dgm:cxn modelId="{34A0A350-CB75-44E0-A4F4-1D4A6FB67161}" type="presOf" srcId="{9E235117-6B41-4D47-BCD4-3C168D72C23A}" destId="{C3442FA1-5511-4AC4-A0A6-327258C38C0B}" srcOrd="0" destOrd="0" presId="urn:microsoft.com/office/officeart/2005/8/layout/cycle8"/>
    <dgm:cxn modelId="{3A5B4388-529E-4467-897B-D287A3342780}" srcId="{9E235117-6B41-4D47-BCD4-3C168D72C23A}" destId="{E859FAEA-7043-4A06-8E52-7B65D66A758B}" srcOrd="0" destOrd="0" parTransId="{F21A1CF1-34BA-4514-BFBC-BA9DCC41DCA4}" sibTransId="{78708C42-57AB-46A7-A781-7609E9F3DACE}"/>
    <dgm:cxn modelId="{3AEB83FA-D811-4387-816E-64E213B95963}" type="presOf" srcId="{E859FAEA-7043-4A06-8E52-7B65D66A758B}" destId="{5D278802-D2AF-494C-B89D-5AA17A68EAF1}" srcOrd="1" destOrd="0" presId="urn:microsoft.com/office/officeart/2005/8/layout/cycle8"/>
    <dgm:cxn modelId="{EA1E8448-D4EC-4080-AB78-6E7B41E6C768}" srcId="{9E235117-6B41-4D47-BCD4-3C168D72C23A}" destId="{33A2CED8-9979-40AD-893D-305C6C758D1F}" srcOrd="1" destOrd="0" parTransId="{DB7E7D39-00FB-4DAD-A833-2ECF08285DAF}" sibTransId="{8B656079-79D9-4CD2-A3BA-68AC063F2D3F}"/>
    <dgm:cxn modelId="{3AC23AE3-365B-43CC-8454-6F09238B74F8}" type="presOf" srcId="{33A2CED8-9979-40AD-893D-305C6C758D1F}" destId="{A1EF1277-E600-46B5-94A1-5B800E4928A6}" srcOrd="0" destOrd="0" presId="urn:microsoft.com/office/officeart/2005/8/layout/cycle8"/>
    <dgm:cxn modelId="{F21AFF10-A010-437C-8612-19A281644306}" type="presOf" srcId="{E859FAEA-7043-4A06-8E52-7B65D66A758B}" destId="{D24122BD-BEBC-42A9-A2A4-98042DD9C2F4}" srcOrd="0" destOrd="0" presId="urn:microsoft.com/office/officeart/2005/8/layout/cycle8"/>
    <dgm:cxn modelId="{9C1C246B-29E6-4B5C-95BD-706E8E2E53FD}" type="presParOf" srcId="{C3442FA1-5511-4AC4-A0A6-327258C38C0B}" destId="{D24122BD-BEBC-42A9-A2A4-98042DD9C2F4}" srcOrd="0" destOrd="0" presId="urn:microsoft.com/office/officeart/2005/8/layout/cycle8"/>
    <dgm:cxn modelId="{3893BE75-FB97-4569-A232-6EB70CBAE9D2}" type="presParOf" srcId="{C3442FA1-5511-4AC4-A0A6-327258C38C0B}" destId="{58E8BFFA-5C97-4DD2-AB70-5023366EC4E6}" srcOrd="1" destOrd="0" presId="urn:microsoft.com/office/officeart/2005/8/layout/cycle8"/>
    <dgm:cxn modelId="{9BEE67CF-1FA1-47AD-9FA4-5EB6145F4EF2}" type="presParOf" srcId="{C3442FA1-5511-4AC4-A0A6-327258C38C0B}" destId="{1A6B9608-8BA6-4EA1-9238-990608A55F81}" srcOrd="2" destOrd="0" presId="urn:microsoft.com/office/officeart/2005/8/layout/cycle8"/>
    <dgm:cxn modelId="{6F41BABA-4BA1-4D75-9F29-C3BAD14249FC}" type="presParOf" srcId="{C3442FA1-5511-4AC4-A0A6-327258C38C0B}" destId="{5D278802-D2AF-494C-B89D-5AA17A68EAF1}" srcOrd="3" destOrd="0" presId="urn:microsoft.com/office/officeart/2005/8/layout/cycle8"/>
    <dgm:cxn modelId="{0D54231A-8549-4748-8283-0AD11E12AED0}" type="presParOf" srcId="{C3442FA1-5511-4AC4-A0A6-327258C38C0B}" destId="{A1EF1277-E600-46B5-94A1-5B800E4928A6}" srcOrd="4" destOrd="0" presId="urn:microsoft.com/office/officeart/2005/8/layout/cycle8"/>
    <dgm:cxn modelId="{9B29E794-02E3-4761-9AFB-C47A10A7645C}" type="presParOf" srcId="{C3442FA1-5511-4AC4-A0A6-327258C38C0B}" destId="{9FF8C866-EA1A-4FB7-8E88-3D53EB1A48C6}" srcOrd="5" destOrd="0" presId="urn:microsoft.com/office/officeart/2005/8/layout/cycle8"/>
    <dgm:cxn modelId="{BD4DF701-50D9-44DD-BF4C-47696554CEB6}" type="presParOf" srcId="{C3442FA1-5511-4AC4-A0A6-327258C38C0B}" destId="{E510ACDC-934B-4643-92BA-7CFCAC0F7AB1}" srcOrd="6" destOrd="0" presId="urn:microsoft.com/office/officeart/2005/8/layout/cycle8"/>
    <dgm:cxn modelId="{63A28769-5287-4C34-96F1-B2315959A4A3}" type="presParOf" srcId="{C3442FA1-5511-4AC4-A0A6-327258C38C0B}" destId="{00F5CED8-B198-42B4-A61B-CB87645D6974}" srcOrd="7" destOrd="0" presId="urn:microsoft.com/office/officeart/2005/8/layout/cycle8"/>
    <dgm:cxn modelId="{D7585137-E4B7-459F-8D4F-3CC7A4688668}" type="presParOf" srcId="{C3442FA1-5511-4AC4-A0A6-327258C38C0B}" destId="{2616E5BD-7A91-432A-9DFB-1051CD8FF312}" srcOrd="8" destOrd="0" presId="urn:microsoft.com/office/officeart/2005/8/layout/cycle8"/>
    <dgm:cxn modelId="{E04E9117-CE8A-4DA5-B9FE-6BA59F3A9BA3}" type="presParOf" srcId="{C3442FA1-5511-4AC4-A0A6-327258C38C0B}" destId="{D1F91675-BD6F-4E52-A5CE-D66143EE7AF1}" srcOrd="9" destOrd="0" presId="urn:microsoft.com/office/officeart/2005/8/layout/cycle8"/>
    <dgm:cxn modelId="{C5CE9570-E492-48B5-BE53-3DE3A27B4452}" type="presParOf" srcId="{C3442FA1-5511-4AC4-A0A6-327258C38C0B}" destId="{4598A9B2-5AD7-4D2C-925A-183FE9C5AC6D}" srcOrd="10" destOrd="0" presId="urn:microsoft.com/office/officeart/2005/8/layout/cycle8"/>
    <dgm:cxn modelId="{63A8BCD6-D848-4936-AFD5-B9EBC4F7F90D}" type="presParOf" srcId="{C3442FA1-5511-4AC4-A0A6-327258C38C0B}" destId="{0B37C91B-5E19-4291-B4B6-7323C5B2E89E}" srcOrd="11" destOrd="0" presId="urn:microsoft.com/office/officeart/2005/8/layout/cycle8"/>
    <dgm:cxn modelId="{7AD73E63-BA33-4CB7-97EF-DA14C097E771}" type="presParOf" srcId="{C3442FA1-5511-4AC4-A0A6-327258C38C0B}" destId="{CFFD374E-09D8-4FA4-8ED9-E9555F34D88A}" srcOrd="12" destOrd="0" presId="urn:microsoft.com/office/officeart/2005/8/layout/cycle8"/>
    <dgm:cxn modelId="{730135F3-F916-4F12-B308-0CC9E41F6F6C}" type="presParOf" srcId="{C3442FA1-5511-4AC4-A0A6-327258C38C0B}" destId="{B7AC0343-A5D8-40A2-9B53-254E3A56D048}" srcOrd="13" destOrd="0" presId="urn:microsoft.com/office/officeart/2005/8/layout/cycle8"/>
    <dgm:cxn modelId="{D23BC25B-BB09-4970-8BD0-D5588539AE0C}" type="presParOf" srcId="{C3442FA1-5511-4AC4-A0A6-327258C38C0B}" destId="{5DDF7786-2F0B-4F47-9E70-979AD7A18994}"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22242E-C986-4A21-9DE3-CB4023CC7EF8}" type="doc">
      <dgm:prSet loTypeId="urn:microsoft.com/office/officeart/2005/8/layout/target3" loCatId="relationship" qsTypeId="urn:microsoft.com/office/officeart/2005/8/quickstyle/simple1" qsCatId="simple" csTypeId="urn:microsoft.com/office/officeart/2005/8/colors/colorful4" csCatId="colorful" phldr="1"/>
      <dgm:spPr/>
      <dgm:t>
        <a:bodyPr/>
        <a:lstStyle/>
        <a:p>
          <a:endParaRPr lang="zh-CN" altLang="en-US"/>
        </a:p>
      </dgm:t>
    </dgm:pt>
    <dgm:pt modelId="{4218DA62-B434-4F77-88CA-5534073329BE}">
      <dgm:prSet custT="1"/>
      <dgm:spPr/>
      <dgm:t>
        <a:bodyPr/>
        <a:lstStyle/>
        <a:p>
          <a:pPr algn="l" rtl="0"/>
          <a:r>
            <a:rPr lang="en-US" sz="1800" b="1" dirty="0" smtClean="0"/>
            <a:t>CR1</a:t>
          </a:r>
          <a:r>
            <a:rPr lang="zh-CN" sz="1800" b="1" dirty="0" smtClean="0"/>
            <a:t>主要用于配置</a:t>
          </a:r>
          <a:r>
            <a:rPr lang="en-US" sz="1800" b="1" dirty="0" smtClean="0"/>
            <a:t>USART</a:t>
          </a:r>
          <a:r>
            <a:rPr lang="zh-CN" sz="1800" b="1" dirty="0" smtClean="0"/>
            <a:t>的数据位、校验位及中断使能；</a:t>
          </a:r>
          <a:endParaRPr lang="zh-CN" sz="1800" dirty="0"/>
        </a:p>
      </dgm:t>
    </dgm:pt>
    <dgm:pt modelId="{57FCE4FB-2DCE-498C-92BB-DD848D9B0E94}" type="parTrans" cxnId="{305BF3B8-B82D-48B8-B1C0-B6B287680263}">
      <dgm:prSet/>
      <dgm:spPr/>
      <dgm:t>
        <a:bodyPr/>
        <a:lstStyle/>
        <a:p>
          <a:endParaRPr lang="zh-CN" altLang="en-US" sz="1800"/>
        </a:p>
      </dgm:t>
    </dgm:pt>
    <dgm:pt modelId="{660F055E-1550-44AC-B27D-32E887908AEE}" type="sibTrans" cxnId="{305BF3B8-B82D-48B8-B1C0-B6B287680263}">
      <dgm:prSet/>
      <dgm:spPr/>
      <dgm:t>
        <a:bodyPr/>
        <a:lstStyle/>
        <a:p>
          <a:endParaRPr lang="zh-CN" altLang="en-US" sz="1800"/>
        </a:p>
      </dgm:t>
    </dgm:pt>
    <dgm:pt modelId="{5EEF58E1-9269-4EF0-9452-06EAF828A4B1}">
      <dgm:prSet custT="1"/>
      <dgm:spPr/>
      <dgm:t>
        <a:bodyPr/>
        <a:lstStyle/>
        <a:p>
          <a:pPr algn="l" rtl="0"/>
          <a:r>
            <a:rPr lang="en-US" sz="1800" b="1" smtClean="0"/>
            <a:t>CR2</a:t>
          </a:r>
          <a:r>
            <a:rPr lang="zh-CN" sz="1800" b="1" smtClean="0"/>
            <a:t>用于配置</a:t>
          </a:r>
          <a:r>
            <a:rPr lang="en-US" sz="1800" b="1" smtClean="0"/>
            <a:t>USART</a:t>
          </a:r>
          <a:r>
            <a:rPr lang="zh-CN" sz="1800" b="1" smtClean="0"/>
            <a:t>停止位以及</a:t>
          </a:r>
          <a:r>
            <a:rPr lang="en-US" sz="1800" b="1" smtClean="0"/>
            <a:t>SCLK</a:t>
          </a:r>
          <a:r>
            <a:rPr lang="zh-CN" sz="1800" b="1" smtClean="0"/>
            <a:t>时钟控制；</a:t>
          </a:r>
          <a:endParaRPr lang="zh-CN" sz="1800"/>
        </a:p>
      </dgm:t>
    </dgm:pt>
    <dgm:pt modelId="{7A439330-8472-46BC-ABEF-98DC2A5B7A07}" type="parTrans" cxnId="{6AAFAE4C-3504-461A-BF20-6AE105E45BEE}">
      <dgm:prSet/>
      <dgm:spPr/>
      <dgm:t>
        <a:bodyPr/>
        <a:lstStyle/>
        <a:p>
          <a:endParaRPr lang="zh-CN" altLang="en-US" sz="1800"/>
        </a:p>
      </dgm:t>
    </dgm:pt>
    <dgm:pt modelId="{2F3ADC07-3E00-4B1A-B150-7B6C4C7C4079}" type="sibTrans" cxnId="{6AAFAE4C-3504-461A-BF20-6AE105E45BEE}">
      <dgm:prSet/>
      <dgm:spPr/>
      <dgm:t>
        <a:bodyPr/>
        <a:lstStyle/>
        <a:p>
          <a:endParaRPr lang="zh-CN" altLang="en-US" sz="1800"/>
        </a:p>
      </dgm:t>
    </dgm:pt>
    <dgm:pt modelId="{FDBBBF5B-4F06-40F8-9393-98AAC63AF0A1}">
      <dgm:prSet custT="1"/>
      <dgm:spPr/>
      <dgm:t>
        <a:bodyPr/>
        <a:lstStyle/>
        <a:p>
          <a:pPr rtl="0"/>
          <a:r>
            <a:rPr lang="en-US" sz="1800" b="1" dirty="0" smtClean="0"/>
            <a:t>CR3</a:t>
          </a:r>
          <a:r>
            <a:rPr lang="zh-CN" sz="1800" b="1" dirty="0" smtClean="0"/>
            <a:t>主要涉及</a:t>
          </a:r>
          <a:r>
            <a:rPr lang="en-US" sz="1800" b="1" dirty="0" smtClean="0"/>
            <a:t>CTS</a:t>
          </a:r>
          <a:r>
            <a:rPr lang="zh-CN" sz="1800" b="1" dirty="0" smtClean="0"/>
            <a:t>硬件流控制和单字节</a:t>
          </a:r>
          <a:r>
            <a:rPr lang="en-US" sz="1800" b="1" dirty="0" smtClean="0"/>
            <a:t>/DMA</a:t>
          </a:r>
          <a:r>
            <a:rPr lang="zh-CN" sz="1800" b="1" dirty="0" smtClean="0"/>
            <a:t>多缓冲传输控制的配置</a:t>
          </a:r>
          <a:r>
            <a:rPr lang="zh-CN" altLang="en-US" sz="1800" b="1" dirty="0" smtClean="0"/>
            <a:t>。</a:t>
          </a:r>
          <a:endParaRPr lang="zh-CN" sz="1800" dirty="0"/>
        </a:p>
      </dgm:t>
    </dgm:pt>
    <dgm:pt modelId="{65DC0B1B-FF2D-4DD6-8D19-2D6ED5297469}" type="parTrans" cxnId="{385C6F04-A760-4CA4-B263-45FDE9597AAA}">
      <dgm:prSet/>
      <dgm:spPr/>
      <dgm:t>
        <a:bodyPr/>
        <a:lstStyle/>
        <a:p>
          <a:endParaRPr lang="zh-CN" altLang="en-US" sz="1800"/>
        </a:p>
      </dgm:t>
    </dgm:pt>
    <dgm:pt modelId="{8CF17451-5524-4377-8287-9D0C0E66D106}" type="sibTrans" cxnId="{385C6F04-A760-4CA4-B263-45FDE9597AAA}">
      <dgm:prSet/>
      <dgm:spPr/>
      <dgm:t>
        <a:bodyPr/>
        <a:lstStyle/>
        <a:p>
          <a:endParaRPr lang="zh-CN" altLang="en-US" sz="1800"/>
        </a:p>
      </dgm:t>
    </dgm:pt>
    <dgm:pt modelId="{B29D0FB8-EBD2-49D1-87F5-3B5AD85DD3A4}" type="pres">
      <dgm:prSet presAssocID="{0822242E-C986-4A21-9DE3-CB4023CC7EF8}" presName="Name0" presStyleCnt="0">
        <dgm:presLayoutVars>
          <dgm:chMax val="7"/>
          <dgm:dir/>
          <dgm:animLvl val="lvl"/>
          <dgm:resizeHandles val="exact"/>
        </dgm:presLayoutVars>
      </dgm:prSet>
      <dgm:spPr/>
      <dgm:t>
        <a:bodyPr/>
        <a:lstStyle/>
        <a:p>
          <a:endParaRPr lang="zh-CN" altLang="en-US"/>
        </a:p>
      </dgm:t>
    </dgm:pt>
    <dgm:pt modelId="{420A8630-E063-4424-92ED-518AFE58C311}" type="pres">
      <dgm:prSet presAssocID="{4218DA62-B434-4F77-88CA-5534073329BE}" presName="circle1" presStyleLbl="node1" presStyleIdx="0" presStyleCnt="3"/>
      <dgm:spPr/>
    </dgm:pt>
    <dgm:pt modelId="{0B3E7C7B-1A42-4C96-846E-C5D13BED3F56}" type="pres">
      <dgm:prSet presAssocID="{4218DA62-B434-4F77-88CA-5534073329BE}" presName="space" presStyleCnt="0"/>
      <dgm:spPr/>
    </dgm:pt>
    <dgm:pt modelId="{D8784DB4-6FB3-43E3-85ED-A212FCCE78B1}" type="pres">
      <dgm:prSet presAssocID="{4218DA62-B434-4F77-88CA-5534073329BE}" presName="rect1" presStyleLbl="alignAcc1" presStyleIdx="0" presStyleCnt="3"/>
      <dgm:spPr/>
      <dgm:t>
        <a:bodyPr/>
        <a:lstStyle/>
        <a:p>
          <a:endParaRPr lang="zh-CN" altLang="en-US"/>
        </a:p>
      </dgm:t>
    </dgm:pt>
    <dgm:pt modelId="{B7EBAB37-2C93-4619-A5EB-14FBBB5B306D}" type="pres">
      <dgm:prSet presAssocID="{5EEF58E1-9269-4EF0-9452-06EAF828A4B1}" presName="vertSpace2" presStyleLbl="node1" presStyleIdx="0" presStyleCnt="3"/>
      <dgm:spPr/>
    </dgm:pt>
    <dgm:pt modelId="{2A27E093-013C-478D-851C-59E2E4DA2475}" type="pres">
      <dgm:prSet presAssocID="{5EEF58E1-9269-4EF0-9452-06EAF828A4B1}" presName="circle2" presStyleLbl="node1" presStyleIdx="1" presStyleCnt="3"/>
      <dgm:spPr/>
    </dgm:pt>
    <dgm:pt modelId="{4341419A-A317-4215-9416-1A4C39493874}" type="pres">
      <dgm:prSet presAssocID="{5EEF58E1-9269-4EF0-9452-06EAF828A4B1}" presName="rect2" presStyleLbl="alignAcc1" presStyleIdx="1" presStyleCnt="3"/>
      <dgm:spPr/>
      <dgm:t>
        <a:bodyPr/>
        <a:lstStyle/>
        <a:p>
          <a:endParaRPr lang="zh-CN" altLang="en-US"/>
        </a:p>
      </dgm:t>
    </dgm:pt>
    <dgm:pt modelId="{3B27595A-11F0-4EB7-AC5E-FA3F98D7DBA9}" type="pres">
      <dgm:prSet presAssocID="{FDBBBF5B-4F06-40F8-9393-98AAC63AF0A1}" presName="vertSpace3" presStyleLbl="node1" presStyleIdx="1" presStyleCnt="3"/>
      <dgm:spPr/>
    </dgm:pt>
    <dgm:pt modelId="{B98C122B-ED55-48EA-9C69-A2458AAB8546}" type="pres">
      <dgm:prSet presAssocID="{FDBBBF5B-4F06-40F8-9393-98AAC63AF0A1}" presName="circle3" presStyleLbl="node1" presStyleIdx="2" presStyleCnt="3"/>
      <dgm:spPr/>
    </dgm:pt>
    <dgm:pt modelId="{05F8AF00-3CF6-4496-B596-2A9FE4A0B527}" type="pres">
      <dgm:prSet presAssocID="{FDBBBF5B-4F06-40F8-9393-98AAC63AF0A1}" presName="rect3" presStyleLbl="alignAcc1" presStyleIdx="2" presStyleCnt="3"/>
      <dgm:spPr/>
      <dgm:t>
        <a:bodyPr/>
        <a:lstStyle/>
        <a:p>
          <a:endParaRPr lang="zh-CN" altLang="en-US"/>
        </a:p>
      </dgm:t>
    </dgm:pt>
    <dgm:pt modelId="{EFAEEAED-D00C-46C3-84D7-644711E91F41}" type="pres">
      <dgm:prSet presAssocID="{4218DA62-B434-4F77-88CA-5534073329BE}" presName="rect1ParTxNoCh" presStyleLbl="alignAcc1" presStyleIdx="2" presStyleCnt="3">
        <dgm:presLayoutVars>
          <dgm:chMax val="1"/>
          <dgm:bulletEnabled val="1"/>
        </dgm:presLayoutVars>
      </dgm:prSet>
      <dgm:spPr/>
      <dgm:t>
        <a:bodyPr/>
        <a:lstStyle/>
        <a:p>
          <a:endParaRPr lang="zh-CN" altLang="en-US"/>
        </a:p>
      </dgm:t>
    </dgm:pt>
    <dgm:pt modelId="{7940ED9B-DD60-4989-841E-D845F6256B58}" type="pres">
      <dgm:prSet presAssocID="{5EEF58E1-9269-4EF0-9452-06EAF828A4B1}" presName="rect2ParTxNoCh" presStyleLbl="alignAcc1" presStyleIdx="2" presStyleCnt="3">
        <dgm:presLayoutVars>
          <dgm:chMax val="1"/>
          <dgm:bulletEnabled val="1"/>
        </dgm:presLayoutVars>
      </dgm:prSet>
      <dgm:spPr/>
      <dgm:t>
        <a:bodyPr/>
        <a:lstStyle/>
        <a:p>
          <a:endParaRPr lang="zh-CN" altLang="en-US"/>
        </a:p>
      </dgm:t>
    </dgm:pt>
    <dgm:pt modelId="{BBB55410-2E08-476D-AE33-F7BDCD87D148}" type="pres">
      <dgm:prSet presAssocID="{FDBBBF5B-4F06-40F8-9393-98AAC63AF0A1}" presName="rect3ParTxNoCh" presStyleLbl="alignAcc1" presStyleIdx="2" presStyleCnt="3">
        <dgm:presLayoutVars>
          <dgm:chMax val="1"/>
          <dgm:bulletEnabled val="1"/>
        </dgm:presLayoutVars>
      </dgm:prSet>
      <dgm:spPr/>
      <dgm:t>
        <a:bodyPr/>
        <a:lstStyle/>
        <a:p>
          <a:endParaRPr lang="zh-CN" altLang="en-US"/>
        </a:p>
      </dgm:t>
    </dgm:pt>
  </dgm:ptLst>
  <dgm:cxnLst>
    <dgm:cxn modelId="{53A13325-682F-499E-9477-EBA85F1CD744}" type="presOf" srcId="{5EEF58E1-9269-4EF0-9452-06EAF828A4B1}" destId="{7940ED9B-DD60-4989-841E-D845F6256B58}" srcOrd="1" destOrd="0" presId="urn:microsoft.com/office/officeart/2005/8/layout/target3"/>
    <dgm:cxn modelId="{385C6F04-A760-4CA4-B263-45FDE9597AAA}" srcId="{0822242E-C986-4A21-9DE3-CB4023CC7EF8}" destId="{FDBBBF5B-4F06-40F8-9393-98AAC63AF0A1}" srcOrd="2" destOrd="0" parTransId="{65DC0B1B-FF2D-4DD6-8D19-2D6ED5297469}" sibTransId="{8CF17451-5524-4377-8287-9D0C0E66D106}"/>
    <dgm:cxn modelId="{19767D49-AC2C-4C8B-8CE6-28B6078A4AEC}" type="presOf" srcId="{4218DA62-B434-4F77-88CA-5534073329BE}" destId="{D8784DB4-6FB3-43E3-85ED-A212FCCE78B1}" srcOrd="0" destOrd="0" presId="urn:microsoft.com/office/officeart/2005/8/layout/target3"/>
    <dgm:cxn modelId="{DE5646CE-4A1D-4465-BF35-7ACF80DFAD84}" type="presOf" srcId="{0822242E-C986-4A21-9DE3-CB4023CC7EF8}" destId="{B29D0FB8-EBD2-49D1-87F5-3B5AD85DD3A4}" srcOrd="0" destOrd="0" presId="urn:microsoft.com/office/officeart/2005/8/layout/target3"/>
    <dgm:cxn modelId="{6AAFAE4C-3504-461A-BF20-6AE105E45BEE}" srcId="{0822242E-C986-4A21-9DE3-CB4023CC7EF8}" destId="{5EEF58E1-9269-4EF0-9452-06EAF828A4B1}" srcOrd="1" destOrd="0" parTransId="{7A439330-8472-46BC-ABEF-98DC2A5B7A07}" sibTransId="{2F3ADC07-3E00-4B1A-B150-7B6C4C7C4079}"/>
    <dgm:cxn modelId="{CAB099A4-437A-4186-AB86-52652EB92ED8}" type="presOf" srcId="{FDBBBF5B-4F06-40F8-9393-98AAC63AF0A1}" destId="{BBB55410-2E08-476D-AE33-F7BDCD87D148}" srcOrd="1" destOrd="0" presId="urn:microsoft.com/office/officeart/2005/8/layout/target3"/>
    <dgm:cxn modelId="{305BF3B8-B82D-48B8-B1C0-B6B287680263}" srcId="{0822242E-C986-4A21-9DE3-CB4023CC7EF8}" destId="{4218DA62-B434-4F77-88CA-5534073329BE}" srcOrd="0" destOrd="0" parTransId="{57FCE4FB-2DCE-498C-92BB-DD848D9B0E94}" sibTransId="{660F055E-1550-44AC-B27D-32E887908AEE}"/>
    <dgm:cxn modelId="{F85E5277-51E9-4CF0-817B-4B3FBC45F737}" type="presOf" srcId="{5EEF58E1-9269-4EF0-9452-06EAF828A4B1}" destId="{4341419A-A317-4215-9416-1A4C39493874}" srcOrd="0" destOrd="0" presId="urn:microsoft.com/office/officeart/2005/8/layout/target3"/>
    <dgm:cxn modelId="{36821A54-EBDE-47C2-9837-93C4FAE7785D}" type="presOf" srcId="{FDBBBF5B-4F06-40F8-9393-98AAC63AF0A1}" destId="{05F8AF00-3CF6-4496-B596-2A9FE4A0B527}" srcOrd="0" destOrd="0" presId="urn:microsoft.com/office/officeart/2005/8/layout/target3"/>
    <dgm:cxn modelId="{161ACDDD-0F52-451A-A054-4B90D53DB7CC}" type="presOf" srcId="{4218DA62-B434-4F77-88CA-5534073329BE}" destId="{EFAEEAED-D00C-46C3-84D7-644711E91F41}" srcOrd="1" destOrd="0" presId="urn:microsoft.com/office/officeart/2005/8/layout/target3"/>
    <dgm:cxn modelId="{20C53656-F5AA-4DEE-B26B-CB67F4D35143}" type="presParOf" srcId="{B29D0FB8-EBD2-49D1-87F5-3B5AD85DD3A4}" destId="{420A8630-E063-4424-92ED-518AFE58C311}" srcOrd="0" destOrd="0" presId="urn:microsoft.com/office/officeart/2005/8/layout/target3"/>
    <dgm:cxn modelId="{544C1E31-5558-48A1-9A3C-10198D916CD8}" type="presParOf" srcId="{B29D0FB8-EBD2-49D1-87F5-3B5AD85DD3A4}" destId="{0B3E7C7B-1A42-4C96-846E-C5D13BED3F56}" srcOrd="1" destOrd="0" presId="urn:microsoft.com/office/officeart/2005/8/layout/target3"/>
    <dgm:cxn modelId="{B43068E0-5AD9-4109-B020-6394F8C118CD}" type="presParOf" srcId="{B29D0FB8-EBD2-49D1-87F5-3B5AD85DD3A4}" destId="{D8784DB4-6FB3-43E3-85ED-A212FCCE78B1}" srcOrd="2" destOrd="0" presId="urn:microsoft.com/office/officeart/2005/8/layout/target3"/>
    <dgm:cxn modelId="{B98CBBC6-A663-47E7-BC21-5548AB518EE5}" type="presParOf" srcId="{B29D0FB8-EBD2-49D1-87F5-3B5AD85DD3A4}" destId="{B7EBAB37-2C93-4619-A5EB-14FBBB5B306D}" srcOrd="3" destOrd="0" presId="urn:microsoft.com/office/officeart/2005/8/layout/target3"/>
    <dgm:cxn modelId="{8508E9D4-6A73-44B9-85ED-8AA8B9CF4914}" type="presParOf" srcId="{B29D0FB8-EBD2-49D1-87F5-3B5AD85DD3A4}" destId="{2A27E093-013C-478D-851C-59E2E4DA2475}" srcOrd="4" destOrd="0" presId="urn:microsoft.com/office/officeart/2005/8/layout/target3"/>
    <dgm:cxn modelId="{BEBEC272-767F-4312-AFFD-B8BCFA8DC6BD}" type="presParOf" srcId="{B29D0FB8-EBD2-49D1-87F5-3B5AD85DD3A4}" destId="{4341419A-A317-4215-9416-1A4C39493874}" srcOrd="5" destOrd="0" presId="urn:microsoft.com/office/officeart/2005/8/layout/target3"/>
    <dgm:cxn modelId="{71D78A99-0399-4302-A4B9-909FA5DC889E}" type="presParOf" srcId="{B29D0FB8-EBD2-49D1-87F5-3B5AD85DD3A4}" destId="{3B27595A-11F0-4EB7-AC5E-FA3F98D7DBA9}" srcOrd="6" destOrd="0" presId="urn:microsoft.com/office/officeart/2005/8/layout/target3"/>
    <dgm:cxn modelId="{FA679A17-AEAF-486B-BEAC-B83EF9F73BB3}" type="presParOf" srcId="{B29D0FB8-EBD2-49D1-87F5-3B5AD85DD3A4}" destId="{B98C122B-ED55-48EA-9C69-A2458AAB8546}" srcOrd="7" destOrd="0" presId="urn:microsoft.com/office/officeart/2005/8/layout/target3"/>
    <dgm:cxn modelId="{430FAFB6-D9EC-4CBD-90E6-E3F3C597AD29}" type="presParOf" srcId="{B29D0FB8-EBD2-49D1-87F5-3B5AD85DD3A4}" destId="{05F8AF00-3CF6-4496-B596-2A9FE4A0B527}" srcOrd="8" destOrd="0" presId="urn:microsoft.com/office/officeart/2005/8/layout/target3"/>
    <dgm:cxn modelId="{04381592-F7F8-463D-9196-B54E9093081D}" type="presParOf" srcId="{B29D0FB8-EBD2-49D1-87F5-3B5AD85DD3A4}" destId="{EFAEEAED-D00C-46C3-84D7-644711E91F41}" srcOrd="9" destOrd="0" presId="urn:microsoft.com/office/officeart/2005/8/layout/target3"/>
    <dgm:cxn modelId="{9CDD8CD1-925D-41D3-AC2D-547220590451}" type="presParOf" srcId="{B29D0FB8-EBD2-49D1-87F5-3B5AD85DD3A4}" destId="{7940ED9B-DD60-4989-841E-D845F6256B58}" srcOrd="10" destOrd="0" presId="urn:microsoft.com/office/officeart/2005/8/layout/target3"/>
    <dgm:cxn modelId="{BB0A25BD-BB3B-4557-A99F-AE81FD9812BA}" type="presParOf" srcId="{B29D0FB8-EBD2-49D1-87F5-3B5AD85DD3A4}" destId="{BBB55410-2E08-476D-AE33-F7BDCD87D148}"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26CF03A-A09B-4020-8CA3-90228726561B}"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zh-CN" altLang="en-US"/>
        </a:p>
      </dgm:t>
    </dgm:pt>
    <dgm:pt modelId="{93D40E86-BB79-493F-A85C-A10B62372843}">
      <dgm:prSet custT="1"/>
      <dgm:spPr/>
      <dgm:t>
        <a:bodyPr/>
        <a:lstStyle/>
        <a:p>
          <a:pPr rtl="0"/>
          <a:r>
            <a:rPr lang="zh-CN" sz="1800" b="1" dirty="0" smtClean="0"/>
            <a:t>轮询模式</a:t>
          </a:r>
          <a:endParaRPr lang="zh-CN" altLang="en-US" sz="1800" b="1" dirty="0"/>
        </a:p>
      </dgm:t>
    </dgm:pt>
    <dgm:pt modelId="{2A07C2EA-0AC0-45C0-B374-696D79DF7128}" type="parTrans" cxnId="{0D112951-556A-4E68-B87D-29C804B45D84}">
      <dgm:prSet/>
      <dgm:spPr/>
      <dgm:t>
        <a:bodyPr/>
        <a:lstStyle/>
        <a:p>
          <a:endParaRPr lang="zh-CN" altLang="en-US" sz="4000" b="1"/>
        </a:p>
      </dgm:t>
    </dgm:pt>
    <dgm:pt modelId="{6927A1AB-184B-469F-8C53-046BFB38C4A8}" type="sibTrans" cxnId="{0D112951-556A-4E68-B87D-29C804B45D84}">
      <dgm:prSet/>
      <dgm:spPr/>
      <dgm:t>
        <a:bodyPr/>
        <a:lstStyle/>
        <a:p>
          <a:endParaRPr lang="zh-CN" altLang="en-US" sz="4000" b="1"/>
        </a:p>
      </dgm:t>
    </dgm:pt>
    <dgm:pt modelId="{C418A107-61C3-4714-A574-F7EDE76683B4}">
      <dgm:prSet custT="1"/>
      <dgm:spPr/>
      <dgm:t>
        <a:bodyPr/>
        <a:lstStyle/>
        <a:p>
          <a:pPr rtl="0"/>
          <a:r>
            <a:rPr lang="zh-CN" sz="1800" b="1" dirty="0" smtClean="0"/>
            <a:t>中断方式</a:t>
          </a:r>
          <a:endParaRPr lang="zh-CN" altLang="en-US" sz="1800" b="1" dirty="0"/>
        </a:p>
      </dgm:t>
    </dgm:pt>
    <dgm:pt modelId="{8A48FE8A-D0F3-4694-B81F-C5EE0A55D5B4}" type="parTrans" cxnId="{2671D2C9-99F3-44F0-A990-1680B4FE7213}">
      <dgm:prSet/>
      <dgm:spPr/>
      <dgm:t>
        <a:bodyPr/>
        <a:lstStyle/>
        <a:p>
          <a:endParaRPr lang="zh-CN" altLang="en-US" sz="4000" b="1"/>
        </a:p>
      </dgm:t>
    </dgm:pt>
    <dgm:pt modelId="{B095903A-B981-4B29-A0E9-C76728C8EF89}" type="sibTrans" cxnId="{2671D2C9-99F3-44F0-A990-1680B4FE7213}">
      <dgm:prSet/>
      <dgm:spPr/>
      <dgm:t>
        <a:bodyPr/>
        <a:lstStyle/>
        <a:p>
          <a:endParaRPr lang="zh-CN" altLang="en-US" sz="4000" b="1"/>
        </a:p>
      </dgm:t>
    </dgm:pt>
    <dgm:pt modelId="{DD44D6C3-A5D0-4248-AE0A-8EFEB3313A1C}">
      <dgm:prSet custT="1"/>
      <dgm:spPr/>
      <dgm:t>
        <a:bodyPr/>
        <a:lstStyle/>
        <a:p>
          <a:pPr rtl="0"/>
          <a:r>
            <a:rPr lang="en-US" sz="1800" b="1" dirty="0" smtClean="0"/>
            <a:t>CPU</a:t>
          </a:r>
          <a:r>
            <a:rPr lang="zh-CN" sz="1800" b="1" dirty="0" smtClean="0"/>
            <a:t>不断地查询</a:t>
          </a:r>
          <a:r>
            <a:rPr lang="en-US" sz="1800" b="1" dirty="0" smtClean="0"/>
            <a:t>I/O</a:t>
          </a:r>
          <a:r>
            <a:rPr lang="zh-CN" sz="1800" b="1" dirty="0" smtClean="0"/>
            <a:t>设备是否准备就绪，如果准备就绪就发送，否则提示超时错误</a:t>
          </a:r>
          <a:r>
            <a:rPr lang="zh-CN" altLang="en-US" sz="1800" b="1" dirty="0" smtClean="0"/>
            <a:t>；</a:t>
          </a:r>
          <a:endParaRPr lang="zh-CN" altLang="en-US" sz="1800" b="1" dirty="0"/>
        </a:p>
      </dgm:t>
    </dgm:pt>
    <dgm:pt modelId="{F66646ED-6DB3-4C88-9DEC-6CE0B28233B7}" type="parTrans" cxnId="{C9762F06-9D86-4760-A193-EB99B5865062}">
      <dgm:prSet/>
      <dgm:spPr/>
      <dgm:t>
        <a:bodyPr/>
        <a:lstStyle/>
        <a:p>
          <a:endParaRPr lang="zh-CN" altLang="en-US" b="1"/>
        </a:p>
      </dgm:t>
    </dgm:pt>
    <dgm:pt modelId="{73E23A39-FDA3-4462-B7DA-EC27E2B3241A}" type="sibTrans" cxnId="{C9762F06-9D86-4760-A193-EB99B5865062}">
      <dgm:prSet/>
      <dgm:spPr/>
      <dgm:t>
        <a:bodyPr/>
        <a:lstStyle/>
        <a:p>
          <a:endParaRPr lang="zh-CN" altLang="en-US" b="1"/>
        </a:p>
      </dgm:t>
    </dgm:pt>
    <dgm:pt modelId="{B390E0C7-57C9-4133-9509-593ACC28D800}">
      <dgm:prSet custT="1"/>
      <dgm:spPr/>
      <dgm:t>
        <a:bodyPr/>
        <a:lstStyle/>
        <a:p>
          <a:pPr rtl="0"/>
          <a:r>
            <a:rPr lang="zh-CN" sz="1800" b="1" dirty="0" smtClean="0"/>
            <a:t>会占用</a:t>
          </a:r>
          <a:r>
            <a:rPr lang="en-US" sz="1800" b="1" dirty="0" smtClean="0"/>
            <a:t>CPU</a:t>
          </a:r>
          <a:r>
            <a:rPr lang="zh-CN" sz="1800" b="1" dirty="0" smtClean="0"/>
            <a:t>的大量时间，效率低。</a:t>
          </a:r>
          <a:endParaRPr lang="zh-CN" altLang="en-US" sz="1800" b="1" dirty="0"/>
        </a:p>
      </dgm:t>
    </dgm:pt>
    <dgm:pt modelId="{FCD70A1E-E4CD-471E-9FCA-D4494FB79489}" type="parTrans" cxnId="{4E5C865A-510F-445A-9A77-074CFF806DF7}">
      <dgm:prSet/>
      <dgm:spPr/>
      <dgm:t>
        <a:bodyPr/>
        <a:lstStyle/>
        <a:p>
          <a:endParaRPr lang="zh-CN" altLang="en-US" b="1"/>
        </a:p>
      </dgm:t>
    </dgm:pt>
    <dgm:pt modelId="{20F6E222-8C2B-4D5C-A2D0-1C7A753AA1D5}" type="sibTrans" cxnId="{4E5C865A-510F-445A-9A77-074CFF806DF7}">
      <dgm:prSet/>
      <dgm:spPr/>
      <dgm:t>
        <a:bodyPr/>
        <a:lstStyle/>
        <a:p>
          <a:endParaRPr lang="zh-CN" altLang="en-US" b="1"/>
        </a:p>
      </dgm:t>
    </dgm:pt>
    <dgm:pt modelId="{31B078A4-A950-4A54-B074-F7081D969048}">
      <dgm:prSet custT="1"/>
      <dgm:spPr/>
      <dgm:t>
        <a:bodyPr/>
        <a:lstStyle/>
        <a:p>
          <a:r>
            <a:rPr lang="en-US" sz="1800" b="1" dirty="0" smtClean="0"/>
            <a:t>DMA</a:t>
          </a:r>
          <a:r>
            <a:rPr lang="zh-CN" sz="1800" b="1" dirty="0" smtClean="0"/>
            <a:t>方式</a:t>
          </a:r>
          <a:endParaRPr lang="zh-CN" altLang="en-US" sz="1800" b="1" dirty="0"/>
        </a:p>
      </dgm:t>
    </dgm:pt>
    <dgm:pt modelId="{ADF3C129-A7E3-4532-81E2-7B8288C6911B}" type="parTrans" cxnId="{7FED1FAB-0C57-4CA8-8EF9-1A23BA188F70}">
      <dgm:prSet/>
      <dgm:spPr/>
      <dgm:t>
        <a:bodyPr/>
        <a:lstStyle/>
        <a:p>
          <a:endParaRPr lang="zh-CN" altLang="en-US" b="1"/>
        </a:p>
      </dgm:t>
    </dgm:pt>
    <dgm:pt modelId="{529E937B-2434-49A2-808D-E4F28259D851}" type="sibTrans" cxnId="{7FED1FAB-0C57-4CA8-8EF9-1A23BA188F70}">
      <dgm:prSet/>
      <dgm:spPr/>
      <dgm:t>
        <a:bodyPr/>
        <a:lstStyle/>
        <a:p>
          <a:endParaRPr lang="zh-CN" altLang="en-US" b="1"/>
        </a:p>
      </dgm:t>
    </dgm:pt>
    <dgm:pt modelId="{8EC8248D-0056-4604-AD49-50A422A7FA9C}">
      <dgm:prSet custT="1"/>
      <dgm:spPr/>
      <dgm:t>
        <a:bodyPr/>
        <a:lstStyle/>
        <a:p>
          <a:pPr rtl="0"/>
          <a:r>
            <a:rPr lang="zh-CN" sz="1800" b="1" dirty="0" smtClean="0"/>
            <a:t>通过中断请求线，在</a:t>
          </a:r>
          <a:r>
            <a:rPr lang="en-US" sz="1800" b="1" dirty="0" smtClean="0"/>
            <a:t>I/O</a:t>
          </a:r>
          <a:r>
            <a:rPr lang="zh-CN" sz="1800" b="1" dirty="0" smtClean="0"/>
            <a:t>设备准备就绪时向</a:t>
          </a:r>
          <a:r>
            <a:rPr lang="en-US" sz="1800" b="1" dirty="0" smtClean="0"/>
            <a:t>CPU</a:t>
          </a:r>
          <a:r>
            <a:rPr lang="zh-CN" sz="1800" b="1" dirty="0" smtClean="0"/>
            <a:t>发出中断请求，</a:t>
          </a:r>
          <a:r>
            <a:rPr lang="en-US" sz="1800" b="1" dirty="0" smtClean="0"/>
            <a:t>CPU</a:t>
          </a:r>
          <a:r>
            <a:rPr lang="zh-CN" sz="1800" b="1" dirty="0" smtClean="0"/>
            <a:t>中止正在进行的工作转向处理</a:t>
          </a:r>
          <a:r>
            <a:rPr lang="en-US" sz="1800" b="1" dirty="0" smtClean="0"/>
            <a:t>I/O</a:t>
          </a:r>
          <a:r>
            <a:rPr lang="zh-CN" sz="1800" b="1" dirty="0" smtClean="0"/>
            <a:t>设备的中断事件</a:t>
          </a:r>
          <a:endParaRPr lang="zh-CN" altLang="en-US" sz="1800" b="1" dirty="0"/>
        </a:p>
      </dgm:t>
    </dgm:pt>
    <dgm:pt modelId="{ED0B6E96-0C92-4A9B-A70B-0B80971FBBB0}" type="parTrans" cxnId="{A081900D-CE63-4C87-9FAA-0209CAC366E4}">
      <dgm:prSet/>
      <dgm:spPr/>
      <dgm:t>
        <a:bodyPr/>
        <a:lstStyle/>
        <a:p>
          <a:endParaRPr lang="zh-CN" altLang="en-US" b="1"/>
        </a:p>
      </dgm:t>
    </dgm:pt>
    <dgm:pt modelId="{8EB9A0EF-E91D-4E30-8564-6EB4BA94E2DD}" type="sibTrans" cxnId="{A081900D-CE63-4C87-9FAA-0209CAC366E4}">
      <dgm:prSet/>
      <dgm:spPr/>
      <dgm:t>
        <a:bodyPr/>
        <a:lstStyle/>
        <a:p>
          <a:endParaRPr lang="zh-CN" altLang="en-US" b="1"/>
        </a:p>
      </dgm:t>
    </dgm:pt>
    <dgm:pt modelId="{1D78DC77-47DB-47E8-B1DB-AA60A6C54950}">
      <dgm:prSet custT="1"/>
      <dgm:spPr/>
      <dgm:t>
        <a:bodyPr/>
        <a:lstStyle/>
        <a:p>
          <a:pPr rtl="0"/>
          <a:r>
            <a:rPr lang="zh-CN" sz="1800" b="1" dirty="0" smtClean="0"/>
            <a:t>中断方式相比轮询方式效率较高。</a:t>
          </a:r>
          <a:endParaRPr lang="zh-CN" altLang="en-US" sz="1800" b="1" dirty="0"/>
        </a:p>
      </dgm:t>
    </dgm:pt>
    <dgm:pt modelId="{439F4681-621D-447A-8CB1-38B9D8039680}" type="parTrans" cxnId="{05AC9B5C-A342-4399-906E-5328C7DBC354}">
      <dgm:prSet/>
      <dgm:spPr/>
      <dgm:t>
        <a:bodyPr/>
        <a:lstStyle/>
        <a:p>
          <a:endParaRPr lang="zh-CN" altLang="en-US" b="1"/>
        </a:p>
      </dgm:t>
    </dgm:pt>
    <dgm:pt modelId="{A1EC8E4A-82E3-419C-B215-88043790B732}" type="sibTrans" cxnId="{05AC9B5C-A342-4399-906E-5328C7DBC354}">
      <dgm:prSet/>
      <dgm:spPr/>
      <dgm:t>
        <a:bodyPr/>
        <a:lstStyle/>
        <a:p>
          <a:endParaRPr lang="zh-CN" altLang="en-US" b="1"/>
        </a:p>
      </dgm:t>
    </dgm:pt>
    <dgm:pt modelId="{3D808B2E-9289-48FD-AB10-63F1833EDEAF}">
      <dgm:prSet custT="1"/>
      <dgm:spPr/>
      <dgm:t>
        <a:bodyPr/>
        <a:lstStyle/>
        <a:p>
          <a:r>
            <a:rPr lang="zh-CN" sz="1800" b="1" dirty="0" smtClean="0"/>
            <a:t>直接存储器传送，不经过</a:t>
          </a:r>
          <a:r>
            <a:rPr lang="en-US" sz="1800" b="1" dirty="0" smtClean="0"/>
            <a:t>CPU</a:t>
          </a:r>
          <a:r>
            <a:rPr lang="zh-CN" sz="1800" b="1" dirty="0" smtClean="0"/>
            <a:t>直接在内存和外设之间进行批量数据交换</a:t>
          </a:r>
          <a:r>
            <a:rPr lang="zh-CN" altLang="en-US" sz="1800" b="1" dirty="0" smtClean="0"/>
            <a:t>，</a:t>
          </a:r>
          <a:r>
            <a:rPr lang="zh-CN" sz="1800" b="1" dirty="0" smtClean="0"/>
            <a:t>适用于高速大批量成组数据的传输</a:t>
          </a:r>
          <a:r>
            <a:rPr lang="zh-CN" altLang="en-US" sz="1800" b="1" dirty="0" smtClean="0"/>
            <a:t>；</a:t>
          </a:r>
          <a:endParaRPr lang="zh-CN" altLang="en-US" sz="1800" b="1" dirty="0"/>
        </a:p>
      </dgm:t>
    </dgm:pt>
    <dgm:pt modelId="{376D9A62-C6A4-43F3-8E73-D78FF4E20F4F}" type="parTrans" cxnId="{12D772BB-F5B5-48EB-8D8B-FBA0ABB2E17B}">
      <dgm:prSet/>
      <dgm:spPr/>
      <dgm:t>
        <a:bodyPr/>
        <a:lstStyle/>
        <a:p>
          <a:endParaRPr lang="zh-CN" altLang="en-US" b="1"/>
        </a:p>
      </dgm:t>
    </dgm:pt>
    <dgm:pt modelId="{2C76B713-34EA-4B56-B1E5-3F75B84FD93E}" type="sibTrans" cxnId="{12D772BB-F5B5-48EB-8D8B-FBA0ABB2E17B}">
      <dgm:prSet/>
      <dgm:spPr/>
      <dgm:t>
        <a:bodyPr/>
        <a:lstStyle/>
        <a:p>
          <a:endParaRPr lang="zh-CN" altLang="en-US" b="1"/>
        </a:p>
      </dgm:t>
    </dgm:pt>
    <dgm:pt modelId="{C2B11AEC-E837-4A3F-8776-52A0111EB946}">
      <dgm:prSet custT="1"/>
      <dgm:spPr/>
      <dgm:t>
        <a:bodyPr/>
        <a:lstStyle/>
        <a:p>
          <a:r>
            <a:rPr lang="zh-CN" sz="1800" b="1" dirty="0" smtClean="0"/>
            <a:t>满足高速</a:t>
          </a:r>
          <a:r>
            <a:rPr lang="en-US" sz="1800" b="1" dirty="0" smtClean="0"/>
            <a:t>I/O</a:t>
          </a:r>
          <a:r>
            <a:rPr lang="zh-CN" sz="1800" b="1" dirty="0" smtClean="0"/>
            <a:t>设备的传输要求，有利于提高</a:t>
          </a:r>
          <a:r>
            <a:rPr lang="en-US" sz="1800" b="1" dirty="0" smtClean="0"/>
            <a:t>CPU</a:t>
          </a:r>
          <a:r>
            <a:rPr lang="zh-CN" sz="1800" b="1" dirty="0" smtClean="0"/>
            <a:t>的利用率。</a:t>
          </a:r>
          <a:endParaRPr lang="zh-CN" altLang="en-US" sz="1800" b="1" dirty="0"/>
        </a:p>
      </dgm:t>
    </dgm:pt>
    <dgm:pt modelId="{DB42D1FA-47FA-4EAC-88BA-456650C1B7D4}" type="parTrans" cxnId="{96E7D302-4A64-43D4-B8B6-56E13A573783}">
      <dgm:prSet/>
      <dgm:spPr/>
      <dgm:t>
        <a:bodyPr/>
        <a:lstStyle/>
        <a:p>
          <a:endParaRPr lang="zh-CN" altLang="en-US" b="1"/>
        </a:p>
      </dgm:t>
    </dgm:pt>
    <dgm:pt modelId="{D317C432-45CB-461A-8705-4E6B1FDED2AB}" type="sibTrans" cxnId="{96E7D302-4A64-43D4-B8B6-56E13A573783}">
      <dgm:prSet/>
      <dgm:spPr/>
      <dgm:t>
        <a:bodyPr/>
        <a:lstStyle/>
        <a:p>
          <a:endParaRPr lang="zh-CN" altLang="en-US" b="1"/>
        </a:p>
      </dgm:t>
    </dgm:pt>
    <dgm:pt modelId="{62FE5A5C-CFCA-4371-AE4A-4986F6EFA248}" type="pres">
      <dgm:prSet presAssocID="{E26CF03A-A09B-4020-8CA3-90228726561B}" presName="Name0" presStyleCnt="0">
        <dgm:presLayoutVars>
          <dgm:dir/>
          <dgm:animLvl val="lvl"/>
          <dgm:resizeHandles val="exact"/>
        </dgm:presLayoutVars>
      </dgm:prSet>
      <dgm:spPr/>
      <dgm:t>
        <a:bodyPr/>
        <a:lstStyle/>
        <a:p>
          <a:endParaRPr lang="zh-CN" altLang="en-US"/>
        </a:p>
      </dgm:t>
    </dgm:pt>
    <dgm:pt modelId="{DA167635-CEB5-4A5C-9D4F-351498CD19D6}" type="pres">
      <dgm:prSet presAssocID="{93D40E86-BB79-493F-A85C-A10B62372843}" presName="composite" presStyleCnt="0"/>
      <dgm:spPr/>
    </dgm:pt>
    <dgm:pt modelId="{EE5B50D9-E114-45D6-9988-9CB81F146828}" type="pres">
      <dgm:prSet presAssocID="{93D40E86-BB79-493F-A85C-A10B62372843}" presName="parTx" presStyleLbl="alignNode1" presStyleIdx="0" presStyleCnt="3" custScaleY="100000">
        <dgm:presLayoutVars>
          <dgm:chMax val="0"/>
          <dgm:chPref val="0"/>
          <dgm:bulletEnabled val="1"/>
        </dgm:presLayoutVars>
      </dgm:prSet>
      <dgm:spPr/>
      <dgm:t>
        <a:bodyPr/>
        <a:lstStyle/>
        <a:p>
          <a:endParaRPr lang="zh-CN" altLang="en-US"/>
        </a:p>
      </dgm:t>
    </dgm:pt>
    <dgm:pt modelId="{584C0314-499A-4296-830D-1A2EE3245853}" type="pres">
      <dgm:prSet presAssocID="{93D40E86-BB79-493F-A85C-A10B62372843}" presName="desTx" presStyleLbl="alignAccFollowNode1" presStyleIdx="0" presStyleCnt="3" custScaleY="100000">
        <dgm:presLayoutVars>
          <dgm:bulletEnabled val="1"/>
        </dgm:presLayoutVars>
      </dgm:prSet>
      <dgm:spPr/>
      <dgm:t>
        <a:bodyPr/>
        <a:lstStyle/>
        <a:p>
          <a:endParaRPr lang="zh-CN" altLang="en-US"/>
        </a:p>
      </dgm:t>
    </dgm:pt>
    <dgm:pt modelId="{1CFFBAEB-9852-45E7-BD44-1066E2C56CEC}" type="pres">
      <dgm:prSet presAssocID="{6927A1AB-184B-469F-8C53-046BFB38C4A8}" presName="space" presStyleCnt="0"/>
      <dgm:spPr/>
    </dgm:pt>
    <dgm:pt modelId="{A36B080D-485A-47EB-BC7A-ACFFD0EF3D37}" type="pres">
      <dgm:prSet presAssocID="{C418A107-61C3-4714-A574-F7EDE76683B4}" presName="composite" presStyleCnt="0"/>
      <dgm:spPr/>
    </dgm:pt>
    <dgm:pt modelId="{6A63927C-7A0D-431A-9CEB-77A44942A3B2}" type="pres">
      <dgm:prSet presAssocID="{C418A107-61C3-4714-A574-F7EDE76683B4}" presName="parTx" presStyleLbl="alignNode1" presStyleIdx="1" presStyleCnt="3" custScaleY="100000">
        <dgm:presLayoutVars>
          <dgm:chMax val="0"/>
          <dgm:chPref val="0"/>
          <dgm:bulletEnabled val="1"/>
        </dgm:presLayoutVars>
      </dgm:prSet>
      <dgm:spPr/>
      <dgm:t>
        <a:bodyPr/>
        <a:lstStyle/>
        <a:p>
          <a:endParaRPr lang="zh-CN" altLang="en-US"/>
        </a:p>
      </dgm:t>
    </dgm:pt>
    <dgm:pt modelId="{C68270D5-ACA5-4E8E-A306-07D0E3D33A81}" type="pres">
      <dgm:prSet presAssocID="{C418A107-61C3-4714-A574-F7EDE76683B4}" presName="desTx" presStyleLbl="alignAccFollowNode1" presStyleIdx="1" presStyleCnt="3" custScaleY="100000">
        <dgm:presLayoutVars>
          <dgm:bulletEnabled val="1"/>
        </dgm:presLayoutVars>
      </dgm:prSet>
      <dgm:spPr/>
      <dgm:t>
        <a:bodyPr/>
        <a:lstStyle/>
        <a:p>
          <a:endParaRPr lang="zh-CN" altLang="en-US"/>
        </a:p>
      </dgm:t>
    </dgm:pt>
    <dgm:pt modelId="{328E3E18-F603-468E-A1FF-51B4A6E928E9}" type="pres">
      <dgm:prSet presAssocID="{B095903A-B981-4B29-A0E9-C76728C8EF89}" presName="space" presStyleCnt="0"/>
      <dgm:spPr/>
    </dgm:pt>
    <dgm:pt modelId="{0149F5ED-7501-4817-94E7-5779A806A216}" type="pres">
      <dgm:prSet presAssocID="{31B078A4-A950-4A54-B074-F7081D969048}" presName="composite" presStyleCnt="0"/>
      <dgm:spPr/>
    </dgm:pt>
    <dgm:pt modelId="{EA47BFEB-E5EB-4633-B6E4-DB7ED510CF7D}" type="pres">
      <dgm:prSet presAssocID="{31B078A4-A950-4A54-B074-F7081D969048}" presName="parTx" presStyleLbl="alignNode1" presStyleIdx="2" presStyleCnt="3" custScaleY="100000">
        <dgm:presLayoutVars>
          <dgm:chMax val="0"/>
          <dgm:chPref val="0"/>
          <dgm:bulletEnabled val="1"/>
        </dgm:presLayoutVars>
      </dgm:prSet>
      <dgm:spPr/>
      <dgm:t>
        <a:bodyPr/>
        <a:lstStyle/>
        <a:p>
          <a:endParaRPr lang="zh-CN" altLang="en-US"/>
        </a:p>
      </dgm:t>
    </dgm:pt>
    <dgm:pt modelId="{C1220425-93E8-45C0-930B-51124F073B9F}" type="pres">
      <dgm:prSet presAssocID="{31B078A4-A950-4A54-B074-F7081D969048}" presName="desTx" presStyleLbl="alignAccFollowNode1" presStyleIdx="2" presStyleCnt="3">
        <dgm:presLayoutVars>
          <dgm:bulletEnabled val="1"/>
        </dgm:presLayoutVars>
      </dgm:prSet>
      <dgm:spPr/>
      <dgm:t>
        <a:bodyPr/>
        <a:lstStyle/>
        <a:p>
          <a:endParaRPr lang="zh-CN" altLang="en-US"/>
        </a:p>
      </dgm:t>
    </dgm:pt>
  </dgm:ptLst>
  <dgm:cxnLst>
    <dgm:cxn modelId="{96E7D302-4A64-43D4-B8B6-56E13A573783}" srcId="{31B078A4-A950-4A54-B074-F7081D969048}" destId="{C2B11AEC-E837-4A3F-8776-52A0111EB946}" srcOrd="1" destOrd="0" parTransId="{DB42D1FA-47FA-4EAC-88BA-456650C1B7D4}" sibTransId="{D317C432-45CB-461A-8705-4E6B1FDED2AB}"/>
    <dgm:cxn modelId="{2671D2C9-99F3-44F0-A990-1680B4FE7213}" srcId="{E26CF03A-A09B-4020-8CA3-90228726561B}" destId="{C418A107-61C3-4714-A574-F7EDE76683B4}" srcOrd="1" destOrd="0" parTransId="{8A48FE8A-D0F3-4694-B81F-C5EE0A55D5B4}" sibTransId="{B095903A-B981-4B29-A0E9-C76728C8EF89}"/>
    <dgm:cxn modelId="{12D772BB-F5B5-48EB-8D8B-FBA0ABB2E17B}" srcId="{31B078A4-A950-4A54-B074-F7081D969048}" destId="{3D808B2E-9289-48FD-AB10-63F1833EDEAF}" srcOrd="0" destOrd="0" parTransId="{376D9A62-C6A4-43F3-8E73-D78FF4E20F4F}" sibTransId="{2C76B713-34EA-4B56-B1E5-3F75B84FD93E}"/>
    <dgm:cxn modelId="{A081900D-CE63-4C87-9FAA-0209CAC366E4}" srcId="{C418A107-61C3-4714-A574-F7EDE76683B4}" destId="{8EC8248D-0056-4604-AD49-50A422A7FA9C}" srcOrd="0" destOrd="0" parTransId="{ED0B6E96-0C92-4A9B-A70B-0B80971FBBB0}" sibTransId="{8EB9A0EF-E91D-4E30-8564-6EB4BA94E2DD}"/>
    <dgm:cxn modelId="{2D8B4655-F885-41B1-86A6-8206479BF2C7}" type="presOf" srcId="{8EC8248D-0056-4604-AD49-50A422A7FA9C}" destId="{C68270D5-ACA5-4E8E-A306-07D0E3D33A81}" srcOrd="0" destOrd="0" presId="urn:microsoft.com/office/officeart/2005/8/layout/hList1"/>
    <dgm:cxn modelId="{5325C55C-00B2-44C0-B97E-179B82022DED}" type="presOf" srcId="{DD44D6C3-A5D0-4248-AE0A-8EFEB3313A1C}" destId="{584C0314-499A-4296-830D-1A2EE3245853}" srcOrd="0" destOrd="0" presId="urn:microsoft.com/office/officeart/2005/8/layout/hList1"/>
    <dgm:cxn modelId="{20DCCB5A-39B2-459D-8DF7-55E5F6917313}" type="presOf" srcId="{3D808B2E-9289-48FD-AB10-63F1833EDEAF}" destId="{C1220425-93E8-45C0-930B-51124F073B9F}" srcOrd="0" destOrd="0" presId="urn:microsoft.com/office/officeart/2005/8/layout/hList1"/>
    <dgm:cxn modelId="{7FED1FAB-0C57-4CA8-8EF9-1A23BA188F70}" srcId="{E26CF03A-A09B-4020-8CA3-90228726561B}" destId="{31B078A4-A950-4A54-B074-F7081D969048}" srcOrd="2" destOrd="0" parTransId="{ADF3C129-A7E3-4532-81E2-7B8288C6911B}" sibTransId="{529E937B-2434-49A2-808D-E4F28259D851}"/>
    <dgm:cxn modelId="{DF44B940-8449-42E7-A7EC-EEBF7911812E}" type="presOf" srcId="{C2B11AEC-E837-4A3F-8776-52A0111EB946}" destId="{C1220425-93E8-45C0-930B-51124F073B9F}" srcOrd="0" destOrd="1" presId="urn:microsoft.com/office/officeart/2005/8/layout/hList1"/>
    <dgm:cxn modelId="{CF76449B-AC3F-4121-9F15-3889E6128A82}" type="presOf" srcId="{C418A107-61C3-4714-A574-F7EDE76683B4}" destId="{6A63927C-7A0D-431A-9CEB-77A44942A3B2}" srcOrd="0" destOrd="0" presId="urn:microsoft.com/office/officeart/2005/8/layout/hList1"/>
    <dgm:cxn modelId="{05AC9B5C-A342-4399-906E-5328C7DBC354}" srcId="{C418A107-61C3-4714-A574-F7EDE76683B4}" destId="{1D78DC77-47DB-47E8-B1DB-AA60A6C54950}" srcOrd="1" destOrd="0" parTransId="{439F4681-621D-447A-8CB1-38B9D8039680}" sibTransId="{A1EC8E4A-82E3-419C-B215-88043790B732}"/>
    <dgm:cxn modelId="{52D1DFCD-2878-4707-92C2-0B2C9E2B25A7}" type="presOf" srcId="{93D40E86-BB79-493F-A85C-A10B62372843}" destId="{EE5B50D9-E114-45D6-9988-9CB81F146828}" srcOrd="0" destOrd="0" presId="urn:microsoft.com/office/officeart/2005/8/layout/hList1"/>
    <dgm:cxn modelId="{4E5C865A-510F-445A-9A77-074CFF806DF7}" srcId="{93D40E86-BB79-493F-A85C-A10B62372843}" destId="{B390E0C7-57C9-4133-9509-593ACC28D800}" srcOrd="1" destOrd="0" parTransId="{FCD70A1E-E4CD-471E-9FCA-D4494FB79489}" sibTransId="{20F6E222-8C2B-4D5C-A2D0-1C7A753AA1D5}"/>
    <dgm:cxn modelId="{3AD19E2F-46D4-4B56-8B5A-48599C770B2B}" type="presOf" srcId="{31B078A4-A950-4A54-B074-F7081D969048}" destId="{EA47BFEB-E5EB-4633-B6E4-DB7ED510CF7D}" srcOrd="0" destOrd="0" presId="urn:microsoft.com/office/officeart/2005/8/layout/hList1"/>
    <dgm:cxn modelId="{5115DD7A-FF28-49B1-A85B-5C01A1593051}" type="presOf" srcId="{B390E0C7-57C9-4133-9509-593ACC28D800}" destId="{584C0314-499A-4296-830D-1A2EE3245853}" srcOrd="0" destOrd="1" presId="urn:microsoft.com/office/officeart/2005/8/layout/hList1"/>
    <dgm:cxn modelId="{0D112951-556A-4E68-B87D-29C804B45D84}" srcId="{E26CF03A-A09B-4020-8CA3-90228726561B}" destId="{93D40E86-BB79-493F-A85C-A10B62372843}" srcOrd="0" destOrd="0" parTransId="{2A07C2EA-0AC0-45C0-B374-696D79DF7128}" sibTransId="{6927A1AB-184B-469F-8C53-046BFB38C4A8}"/>
    <dgm:cxn modelId="{C9762F06-9D86-4760-A193-EB99B5865062}" srcId="{93D40E86-BB79-493F-A85C-A10B62372843}" destId="{DD44D6C3-A5D0-4248-AE0A-8EFEB3313A1C}" srcOrd="0" destOrd="0" parTransId="{F66646ED-6DB3-4C88-9DEC-6CE0B28233B7}" sibTransId="{73E23A39-FDA3-4462-B7DA-EC27E2B3241A}"/>
    <dgm:cxn modelId="{C8EAA5E3-1322-435F-9B34-1E224DDF600F}" type="presOf" srcId="{1D78DC77-47DB-47E8-B1DB-AA60A6C54950}" destId="{C68270D5-ACA5-4E8E-A306-07D0E3D33A81}" srcOrd="0" destOrd="1" presId="urn:microsoft.com/office/officeart/2005/8/layout/hList1"/>
    <dgm:cxn modelId="{F1043A1E-348A-44F8-B51E-985489A34B38}" type="presOf" srcId="{E26CF03A-A09B-4020-8CA3-90228726561B}" destId="{62FE5A5C-CFCA-4371-AE4A-4986F6EFA248}" srcOrd="0" destOrd="0" presId="urn:microsoft.com/office/officeart/2005/8/layout/hList1"/>
    <dgm:cxn modelId="{6184479E-2DB6-49F5-AD97-2C0C1B568BD7}" type="presParOf" srcId="{62FE5A5C-CFCA-4371-AE4A-4986F6EFA248}" destId="{DA167635-CEB5-4A5C-9D4F-351498CD19D6}" srcOrd="0" destOrd="0" presId="urn:microsoft.com/office/officeart/2005/8/layout/hList1"/>
    <dgm:cxn modelId="{DB442CF9-BAF2-4257-A7B9-C873FB65D077}" type="presParOf" srcId="{DA167635-CEB5-4A5C-9D4F-351498CD19D6}" destId="{EE5B50D9-E114-45D6-9988-9CB81F146828}" srcOrd="0" destOrd="0" presId="urn:microsoft.com/office/officeart/2005/8/layout/hList1"/>
    <dgm:cxn modelId="{B8F65852-B3B5-402F-A188-93AF5B4B06B7}" type="presParOf" srcId="{DA167635-CEB5-4A5C-9D4F-351498CD19D6}" destId="{584C0314-499A-4296-830D-1A2EE3245853}" srcOrd="1" destOrd="0" presId="urn:microsoft.com/office/officeart/2005/8/layout/hList1"/>
    <dgm:cxn modelId="{F57686C1-4A4F-4C9A-BAE1-AB26953E51DE}" type="presParOf" srcId="{62FE5A5C-CFCA-4371-AE4A-4986F6EFA248}" destId="{1CFFBAEB-9852-45E7-BD44-1066E2C56CEC}" srcOrd="1" destOrd="0" presId="urn:microsoft.com/office/officeart/2005/8/layout/hList1"/>
    <dgm:cxn modelId="{08881865-8E35-408F-A72C-ABF99696844A}" type="presParOf" srcId="{62FE5A5C-CFCA-4371-AE4A-4986F6EFA248}" destId="{A36B080D-485A-47EB-BC7A-ACFFD0EF3D37}" srcOrd="2" destOrd="0" presId="urn:microsoft.com/office/officeart/2005/8/layout/hList1"/>
    <dgm:cxn modelId="{BCA037E9-30F9-4ABA-AA9E-B8A5551352DB}" type="presParOf" srcId="{A36B080D-485A-47EB-BC7A-ACFFD0EF3D37}" destId="{6A63927C-7A0D-431A-9CEB-77A44942A3B2}" srcOrd="0" destOrd="0" presId="urn:microsoft.com/office/officeart/2005/8/layout/hList1"/>
    <dgm:cxn modelId="{30CA9D60-7FE4-44EC-8C31-1F03F6DC3B81}" type="presParOf" srcId="{A36B080D-485A-47EB-BC7A-ACFFD0EF3D37}" destId="{C68270D5-ACA5-4E8E-A306-07D0E3D33A81}" srcOrd="1" destOrd="0" presId="urn:microsoft.com/office/officeart/2005/8/layout/hList1"/>
    <dgm:cxn modelId="{39DC2848-D7FA-4826-B345-5A10BB3E2027}" type="presParOf" srcId="{62FE5A5C-CFCA-4371-AE4A-4986F6EFA248}" destId="{328E3E18-F603-468E-A1FF-51B4A6E928E9}" srcOrd="3" destOrd="0" presId="urn:microsoft.com/office/officeart/2005/8/layout/hList1"/>
    <dgm:cxn modelId="{5E73B29A-3904-47DE-94AF-BC9470627170}" type="presParOf" srcId="{62FE5A5C-CFCA-4371-AE4A-4986F6EFA248}" destId="{0149F5ED-7501-4817-94E7-5779A806A216}" srcOrd="4" destOrd="0" presId="urn:microsoft.com/office/officeart/2005/8/layout/hList1"/>
    <dgm:cxn modelId="{35DB68F4-6BC5-4B78-B073-9172A5590268}" type="presParOf" srcId="{0149F5ED-7501-4817-94E7-5779A806A216}" destId="{EA47BFEB-E5EB-4633-B6E4-DB7ED510CF7D}" srcOrd="0" destOrd="0" presId="urn:microsoft.com/office/officeart/2005/8/layout/hList1"/>
    <dgm:cxn modelId="{1E03E278-CC46-4A26-A316-931F2B3BE69A}" type="presParOf" srcId="{0149F5ED-7501-4817-94E7-5779A806A216}" destId="{C1220425-93E8-45C0-930B-51124F073B9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C7D2FD5-A036-474A-8A01-03452F4BC4B0}" type="doc">
      <dgm:prSet loTypeId="urn:microsoft.com/office/officeart/2005/8/layout/hList9" loCatId="list" qsTypeId="urn:microsoft.com/office/officeart/2005/8/quickstyle/simple1" qsCatId="simple" csTypeId="urn:microsoft.com/office/officeart/2005/8/colors/accent4_2" csCatId="accent4" phldr="1"/>
      <dgm:spPr/>
      <dgm:t>
        <a:bodyPr/>
        <a:lstStyle/>
        <a:p>
          <a:endParaRPr lang="zh-CN" altLang="en-US"/>
        </a:p>
      </dgm:t>
    </dgm:pt>
    <dgm:pt modelId="{4B172BAC-FC26-4974-AE69-B4FBFF602CD4}">
      <dgm:prSet custT="1"/>
      <dgm:spPr/>
      <dgm:t>
        <a:bodyPr/>
        <a:lstStyle/>
        <a:p>
          <a:pPr rtl="0"/>
          <a:r>
            <a:rPr lang="zh-CN" altLang="en-US" sz="1800" b="1" dirty="0" smtClean="0"/>
            <a:t>寄存器开发方式</a:t>
          </a:r>
          <a:endParaRPr lang="zh-CN" altLang="en-US" sz="1800" b="1" dirty="0"/>
        </a:p>
      </dgm:t>
    </dgm:pt>
    <dgm:pt modelId="{698285EA-4539-47DE-ACBC-E54C0755620E}" type="parTrans" cxnId="{FCEA1968-B4BC-4DD6-8EED-4D98F24827DA}">
      <dgm:prSet/>
      <dgm:spPr/>
      <dgm:t>
        <a:bodyPr/>
        <a:lstStyle/>
        <a:p>
          <a:endParaRPr lang="zh-CN" altLang="en-US" sz="1800" b="1"/>
        </a:p>
      </dgm:t>
    </dgm:pt>
    <dgm:pt modelId="{118D0D16-252D-4CBE-A510-BEB5EAADD576}" type="sibTrans" cxnId="{FCEA1968-B4BC-4DD6-8EED-4D98F24827DA}">
      <dgm:prSet/>
      <dgm:spPr/>
      <dgm:t>
        <a:bodyPr/>
        <a:lstStyle/>
        <a:p>
          <a:endParaRPr lang="zh-CN" altLang="en-US" sz="1800" b="1"/>
        </a:p>
      </dgm:t>
    </dgm:pt>
    <dgm:pt modelId="{52534975-BC2A-4F56-B76E-1737A21CB75A}">
      <dgm:prSet custT="1"/>
      <dgm:spPr/>
      <dgm:t>
        <a:bodyPr/>
        <a:lstStyle/>
        <a:p>
          <a:pPr rtl="0"/>
          <a:r>
            <a:rPr lang="zh-CN" altLang="en-US" sz="1800" b="1" dirty="0" smtClean="0"/>
            <a:t>基于库的开发方式</a:t>
          </a:r>
          <a:endParaRPr lang="zh-CN" sz="1800" b="1" dirty="0"/>
        </a:p>
      </dgm:t>
    </dgm:pt>
    <dgm:pt modelId="{4231DD52-E265-4302-818C-E1D00CDAB122}" type="parTrans" cxnId="{605D7F4A-E2A3-4C68-AD4D-7563C6A9C91E}">
      <dgm:prSet/>
      <dgm:spPr/>
      <dgm:t>
        <a:bodyPr/>
        <a:lstStyle/>
        <a:p>
          <a:endParaRPr lang="zh-CN" altLang="en-US" sz="1800" b="1"/>
        </a:p>
      </dgm:t>
    </dgm:pt>
    <dgm:pt modelId="{EB435C7A-E8EE-4CD9-B210-2C5A22FCCE9A}" type="sibTrans" cxnId="{605D7F4A-E2A3-4C68-AD4D-7563C6A9C91E}">
      <dgm:prSet/>
      <dgm:spPr/>
      <dgm:t>
        <a:bodyPr/>
        <a:lstStyle/>
        <a:p>
          <a:endParaRPr lang="zh-CN" altLang="en-US" sz="1800" b="1"/>
        </a:p>
      </dgm:t>
    </dgm:pt>
    <dgm:pt modelId="{2D58ACE3-D145-4EC8-9511-CC709220C803}">
      <dgm:prSet custT="1"/>
      <dgm:spPr/>
      <dgm:t>
        <a:bodyPr/>
        <a:lstStyle/>
        <a:p>
          <a:pPr rtl="0"/>
          <a:r>
            <a:rPr lang="zh-CN" altLang="en-US" sz="1800" b="1" dirty="0" smtClean="0"/>
            <a:t>    在编程代码中直接配置这些功能寄存器</a:t>
          </a:r>
          <a:endParaRPr lang="zh-CN" altLang="en-US" sz="1800" b="1" dirty="0"/>
        </a:p>
      </dgm:t>
    </dgm:pt>
    <dgm:pt modelId="{B2EDFE4E-2CC4-4BC1-8E88-6F8CBDF9A101}" type="parTrans" cxnId="{2BFD9816-8076-47F0-8729-A3DA675637F0}">
      <dgm:prSet/>
      <dgm:spPr/>
      <dgm:t>
        <a:bodyPr/>
        <a:lstStyle/>
        <a:p>
          <a:endParaRPr lang="zh-CN" altLang="en-US" sz="1800" b="1"/>
        </a:p>
      </dgm:t>
    </dgm:pt>
    <dgm:pt modelId="{7E537036-3BDA-4ED4-A0AE-B8AAB6768907}" type="sibTrans" cxnId="{2BFD9816-8076-47F0-8729-A3DA675637F0}">
      <dgm:prSet/>
      <dgm:spPr/>
      <dgm:t>
        <a:bodyPr/>
        <a:lstStyle/>
        <a:p>
          <a:endParaRPr lang="zh-CN" altLang="en-US" sz="1800" b="1"/>
        </a:p>
      </dgm:t>
    </dgm:pt>
    <dgm:pt modelId="{6711A8B7-232C-4433-B5B3-926B58482A63}">
      <dgm:prSet custT="1"/>
      <dgm:spPr/>
      <dgm:t>
        <a:bodyPr/>
        <a:lstStyle/>
        <a:p>
          <a:pPr rtl="0"/>
          <a:r>
            <a:rPr lang="en-US" altLang="zh-CN" sz="1800" b="1" dirty="0" smtClean="0"/>
            <a:t>     </a:t>
          </a:r>
          <a:r>
            <a:rPr lang="zh-CN" sz="1800" b="1" dirty="0" smtClean="0"/>
            <a:t>间接对寄存器操作实现相应的</a:t>
          </a:r>
          <a:r>
            <a:rPr lang="en-US" sz="1800" b="1" dirty="0" smtClean="0"/>
            <a:t>USART</a:t>
          </a:r>
          <a:r>
            <a:rPr lang="zh-CN" sz="1800" b="1" dirty="0" smtClean="0"/>
            <a:t>通信功能</a:t>
          </a:r>
          <a:endParaRPr lang="zh-CN" sz="1800" b="1" dirty="0"/>
        </a:p>
      </dgm:t>
    </dgm:pt>
    <dgm:pt modelId="{0CD143FC-BF29-4D77-B7B8-73EDABBD69A2}" type="parTrans" cxnId="{79BB594F-DE58-4BE1-8248-4691DB39EE44}">
      <dgm:prSet/>
      <dgm:spPr/>
      <dgm:t>
        <a:bodyPr/>
        <a:lstStyle/>
        <a:p>
          <a:endParaRPr lang="zh-CN" altLang="en-US" sz="1800" b="1"/>
        </a:p>
      </dgm:t>
    </dgm:pt>
    <dgm:pt modelId="{CD620605-5B1C-4A82-A2EA-C61C10A35C11}" type="sibTrans" cxnId="{79BB594F-DE58-4BE1-8248-4691DB39EE44}">
      <dgm:prSet/>
      <dgm:spPr/>
      <dgm:t>
        <a:bodyPr/>
        <a:lstStyle/>
        <a:p>
          <a:endParaRPr lang="zh-CN" altLang="en-US" sz="1800" b="1"/>
        </a:p>
      </dgm:t>
    </dgm:pt>
    <dgm:pt modelId="{6188BD98-C517-4812-A8E5-B55A8F2FF12D}" type="pres">
      <dgm:prSet presAssocID="{4C7D2FD5-A036-474A-8A01-03452F4BC4B0}" presName="list" presStyleCnt="0">
        <dgm:presLayoutVars>
          <dgm:dir/>
          <dgm:animLvl val="lvl"/>
        </dgm:presLayoutVars>
      </dgm:prSet>
      <dgm:spPr/>
      <dgm:t>
        <a:bodyPr/>
        <a:lstStyle/>
        <a:p>
          <a:endParaRPr lang="zh-CN" altLang="en-US"/>
        </a:p>
      </dgm:t>
    </dgm:pt>
    <dgm:pt modelId="{02E0E3F9-B0D5-4F72-936B-252A077D4A14}" type="pres">
      <dgm:prSet presAssocID="{4B172BAC-FC26-4974-AE69-B4FBFF602CD4}" presName="posSpace" presStyleCnt="0"/>
      <dgm:spPr/>
    </dgm:pt>
    <dgm:pt modelId="{3E1CB783-8EDC-42AA-BD89-42C93C87D3F4}" type="pres">
      <dgm:prSet presAssocID="{4B172BAC-FC26-4974-AE69-B4FBFF602CD4}" presName="vertFlow" presStyleCnt="0"/>
      <dgm:spPr/>
    </dgm:pt>
    <dgm:pt modelId="{E9312BCF-84B2-45DE-8DA9-EA94BC3CCF72}" type="pres">
      <dgm:prSet presAssocID="{4B172BAC-FC26-4974-AE69-B4FBFF602CD4}" presName="topSpace" presStyleCnt="0"/>
      <dgm:spPr/>
    </dgm:pt>
    <dgm:pt modelId="{DDCE376A-F05A-4EBC-B2AB-B1E02F22E4E9}" type="pres">
      <dgm:prSet presAssocID="{4B172BAC-FC26-4974-AE69-B4FBFF602CD4}" presName="firstComp" presStyleCnt="0"/>
      <dgm:spPr/>
    </dgm:pt>
    <dgm:pt modelId="{681F1E45-36EF-4835-AC54-5164CA41BFF4}" type="pres">
      <dgm:prSet presAssocID="{4B172BAC-FC26-4974-AE69-B4FBFF602CD4}" presName="firstChild" presStyleLbl="bgAccFollowNode1" presStyleIdx="0" presStyleCnt="2" custLinFactNeighborX="-16706" custLinFactNeighborY="-7270"/>
      <dgm:spPr/>
      <dgm:t>
        <a:bodyPr/>
        <a:lstStyle/>
        <a:p>
          <a:endParaRPr lang="zh-CN" altLang="en-US"/>
        </a:p>
      </dgm:t>
    </dgm:pt>
    <dgm:pt modelId="{63B6BB3A-2E5F-4A9A-96BA-A78ED9218C57}" type="pres">
      <dgm:prSet presAssocID="{4B172BAC-FC26-4974-AE69-B4FBFF602CD4}" presName="firstChildTx" presStyleLbl="bgAccFollowNode1" presStyleIdx="0" presStyleCnt="2">
        <dgm:presLayoutVars>
          <dgm:bulletEnabled val="1"/>
        </dgm:presLayoutVars>
      </dgm:prSet>
      <dgm:spPr/>
      <dgm:t>
        <a:bodyPr/>
        <a:lstStyle/>
        <a:p>
          <a:endParaRPr lang="zh-CN" altLang="en-US"/>
        </a:p>
      </dgm:t>
    </dgm:pt>
    <dgm:pt modelId="{8ACB5D1A-A7C2-4918-8697-72752787FD70}" type="pres">
      <dgm:prSet presAssocID="{4B172BAC-FC26-4974-AE69-B4FBFF602CD4}" presName="negSpace" presStyleCnt="0"/>
      <dgm:spPr/>
    </dgm:pt>
    <dgm:pt modelId="{179D6A7E-62EA-4AAA-8B33-94AE932ADE5A}" type="pres">
      <dgm:prSet presAssocID="{4B172BAC-FC26-4974-AE69-B4FBFF602CD4}" presName="circle" presStyleLbl="node1" presStyleIdx="0" presStyleCnt="2" custScaleX="83679" custScaleY="82191"/>
      <dgm:spPr/>
      <dgm:t>
        <a:bodyPr/>
        <a:lstStyle/>
        <a:p>
          <a:endParaRPr lang="zh-CN" altLang="en-US"/>
        </a:p>
      </dgm:t>
    </dgm:pt>
    <dgm:pt modelId="{37571676-1D1D-47EE-9B40-EC467C9F5FC3}" type="pres">
      <dgm:prSet presAssocID="{118D0D16-252D-4CBE-A510-BEB5EAADD576}" presName="transSpace" presStyleCnt="0"/>
      <dgm:spPr/>
    </dgm:pt>
    <dgm:pt modelId="{62C0A54E-7D3E-487A-9342-58540D5A6FBA}" type="pres">
      <dgm:prSet presAssocID="{52534975-BC2A-4F56-B76E-1737A21CB75A}" presName="posSpace" presStyleCnt="0"/>
      <dgm:spPr/>
    </dgm:pt>
    <dgm:pt modelId="{442FFDE5-BA0B-41C6-852D-DB1F1E2DEE3C}" type="pres">
      <dgm:prSet presAssocID="{52534975-BC2A-4F56-B76E-1737A21CB75A}" presName="vertFlow" presStyleCnt="0"/>
      <dgm:spPr/>
    </dgm:pt>
    <dgm:pt modelId="{DCDC5A28-8FEA-4AC5-BD35-4B0638D60F04}" type="pres">
      <dgm:prSet presAssocID="{52534975-BC2A-4F56-B76E-1737A21CB75A}" presName="topSpace" presStyleCnt="0"/>
      <dgm:spPr/>
    </dgm:pt>
    <dgm:pt modelId="{BB94013D-3CF7-434C-AE46-46FB79C546E2}" type="pres">
      <dgm:prSet presAssocID="{52534975-BC2A-4F56-B76E-1737A21CB75A}" presName="firstComp" presStyleCnt="0"/>
      <dgm:spPr/>
    </dgm:pt>
    <dgm:pt modelId="{60D12F6B-114E-4079-A1EA-A34CD3E57ADE}" type="pres">
      <dgm:prSet presAssocID="{52534975-BC2A-4F56-B76E-1737A21CB75A}" presName="firstChild" presStyleLbl="bgAccFollowNode1" presStyleIdx="1" presStyleCnt="2" custScaleY="97134" custLinFactNeighborX="-10244" custLinFactNeighborY="-8383"/>
      <dgm:spPr/>
      <dgm:t>
        <a:bodyPr/>
        <a:lstStyle/>
        <a:p>
          <a:endParaRPr lang="zh-CN" altLang="en-US"/>
        </a:p>
      </dgm:t>
    </dgm:pt>
    <dgm:pt modelId="{7FADED9C-2DCC-4E75-90CD-770720D2A5EB}" type="pres">
      <dgm:prSet presAssocID="{52534975-BC2A-4F56-B76E-1737A21CB75A}" presName="firstChildTx" presStyleLbl="bgAccFollowNode1" presStyleIdx="1" presStyleCnt="2">
        <dgm:presLayoutVars>
          <dgm:bulletEnabled val="1"/>
        </dgm:presLayoutVars>
      </dgm:prSet>
      <dgm:spPr/>
      <dgm:t>
        <a:bodyPr/>
        <a:lstStyle/>
        <a:p>
          <a:endParaRPr lang="zh-CN" altLang="en-US"/>
        </a:p>
      </dgm:t>
    </dgm:pt>
    <dgm:pt modelId="{A120C407-7A44-4D24-9B93-F43E38CDF504}" type="pres">
      <dgm:prSet presAssocID="{52534975-BC2A-4F56-B76E-1737A21CB75A}" presName="negSpace" presStyleCnt="0"/>
      <dgm:spPr/>
    </dgm:pt>
    <dgm:pt modelId="{03521A23-DD8D-4F9A-A512-5C014EEB07CB}" type="pres">
      <dgm:prSet presAssocID="{52534975-BC2A-4F56-B76E-1737A21CB75A}" presName="circle" presStyleLbl="node1" presStyleIdx="1" presStyleCnt="2" custScaleX="83679" custScaleY="82191"/>
      <dgm:spPr/>
      <dgm:t>
        <a:bodyPr/>
        <a:lstStyle/>
        <a:p>
          <a:endParaRPr lang="zh-CN" altLang="en-US"/>
        </a:p>
      </dgm:t>
    </dgm:pt>
  </dgm:ptLst>
  <dgm:cxnLst>
    <dgm:cxn modelId="{FCEA1968-B4BC-4DD6-8EED-4D98F24827DA}" srcId="{4C7D2FD5-A036-474A-8A01-03452F4BC4B0}" destId="{4B172BAC-FC26-4974-AE69-B4FBFF602CD4}" srcOrd="0" destOrd="0" parTransId="{698285EA-4539-47DE-ACBC-E54C0755620E}" sibTransId="{118D0D16-252D-4CBE-A510-BEB5EAADD576}"/>
    <dgm:cxn modelId="{FF369268-D8BB-4FA0-9B1D-7FB382BC36DA}" type="presOf" srcId="{4C7D2FD5-A036-474A-8A01-03452F4BC4B0}" destId="{6188BD98-C517-4812-A8E5-B55A8F2FF12D}" srcOrd="0" destOrd="0" presId="urn:microsoft.com/office/officeart/2005/8/layout/hList9"/>
    <dgm:cxn modelId="{3431BF0D-3529-4B86-AC99-B6D8CE4E9646}" type="presOf" srcId="{2D58ACE3-D145-4EC8-9511-CC709220C803}" destId="{63B6BB3A-2E5F-4A9A-96BA-A78ED9218C57}" srcOrd="1" destOrd="0" presId="urn:microsoft.com/office/officeart/2005/8/layout/hList9"/>
    <dgm:cxn modelId="{431715A0-DD8D-4D8B-849A-2E8BE1C5C8EB}" type="presOf" srcId="{52534975-BC2A-4F56-B76E-1737A21CB75A}" destId="{03521A23-DD8D-4F9A-A512-5C014EEB07CB}" srcOrd="0" destOrd="0" presId="urn:microsoft.com/office/officeart/2005/8/layout/hList9"/>
    <dgm:cxn modelId="{0E0BC50B-AB70-45AB-B653-58AC93651100}" type="presOf" srcId="{6711A8B7-232C-4433-B5B3-926B58482A63}" destId="{60D12F6B-114E-4079-A1EA-A34CD3E57ADE}" srcOrd="0" destOrd="0" presId="urn:microsoft.com/office/officeart/2005/8/layout/hList9"/>
    <dgm:cxn modelId="{79BB594F-DE58-4BE1-8248-4691DB39EE44}" srcId="{52534975-BC2A-4F56-B76E-1737A21CB75A}" destId="{6711A8B7-232C-4433-B5B3-926B58482A63}" srcOrd="0" destOrd="0" parTransId="{0CD143FC-BF29-4D77-B7B8-73EDABBD69A2}" sibTransId="{CD620605-5B1C-4A82-A2EA-C61C10A35C11}"/>
    <dgm:cxn modelId="{605D7F4A-E2A3-4C68-AD4D-7563C6A9C91E}" srcId="{4C7D2FD5-A036-474A-8A01-03452F4BC4B0}" destId="{52534975-BC2A-4F56-B76E-1737A21CB75A}" srcOrd="1" destOrd="0" parTransId="{4231DD52-E265-4302-818C-E1D00CDAB122}" sibTransId="{EB435C7A-E8EE-4CD9-B210-2C5A22FCCE9A}"/>
    <dgm:cxn modelId="{42E16AFF-9AD5-4996-9B8A-DB7B9CFE7483}" type="presOf" srcId="{2D58ACE3-D145-4EC8-9511-CC709220C803}" destId="{681F1E45-36EF-4835-AC54-5164CA41BFF4}" srcOrd="0" destOrd="0" presId="urn:microsoft.com/office/officeart/2005/8/layout/hList9"/>
    <dgm:cxn modelId="{B0383A53-9232-43D9-8A60-355173F5E54D}" type="presOf" srcId="{4B172BAC-FC26-4974-AE69-B4FBFF602CD4}" destId="{179D6A7E-62EA-4AAA-8B33-94AE932ADE5A}" srcOrd="0" destOrd="0" presId="urn:microsoft.com/office/officeart/2005/8/layout/hList9"/>
    <dgm:cxn modelId="{6A4FF69F-E04B-46BC-88AC-DD9FF6010A8A}" type="presOf" srcId="{6711A8B7-232C-4433-B5B3-926B58482A63}" destId="{7FADED9C-2DCC-4E75-90CD-770720D2A5EB}" srcOrd="1" destOrd="0" presId="urn:microsoft.com/office/officeart/2005/8/layout/hList9"/>
    <dgm:cxn modelId="{2BFD9816-8076-47F0-8729-A3DA675637F0}" srcId="{4B172BAC-FC26-4974-AE69-B4FBFF602CD4}" destId="{2D58ACE3-D145-4EC8-9511-CC709220C803}" srcOrd="0" destOrd="0" parTransId="{B2EDFE4E-2CC4-4BC1-8E88-6F8CBDF9A101}" sibTransId="{7E537036-3BDA-4ED4-A0AE-B8AAB6768907}"/>
    <dgm:cxn modelId="{562F8896-061D-4907-BA99-B265EBE273B7}" type="presParOf" srcId="{6188BD98-C517-4812-A8E5-B55A8F2FF12D}" destId="{02E0E3F9-B0D5-4F72-936B-252A077D4A14}" srcOrd="0" destOrd="0" presId="urn:microsoft.com/office/officeart/2005/8/layout/hList9"/>
    <dgm:cxn modelId="{FB44DCB0-7FD7-41F5-85C9-77224D8FC4DF}" type="presParOf" srcId="{6188BD98-C517-4812-A8E5-B55A8F2FF12D}" destId="{3E1CB783-8EDC-42AA-BD89-42C93C87D3F4}" srcOrd="1" destOrd="0" presId="urn:microsoft.com/office/officeart/2005/8/layout/hList9"/>
    <dgm:cxn modelId="{45C7D80D-456B-4003-9537-EECDD3D39CEA}" type="presParOf" srcId="{3E1CB783-8EDC-42AA-BD89-42C93C87D3F4}" destId="{E9312BCF-84B2-45DE-8DA9-EA94BC3CCF72}" srcOrd="0" destOrd="0" presId="urn:microsoft.com/office/officeart/2005/8/layout/hList9"/>
    <dgm:cxn modelId="{7B2F1CB9-2484-4B2F-9A98-113BCCCF4394}" type="presParOf" srcId="{3E1CB783-8EDC-42AA-BD89-42C93C87D3F4}" destId="{DDCE376A-F05A-4EBC-B2AB-B1E02F22E4E9}" srcOrd="1" destOrd="0" presId="urn:microsoft.com/office/officeart/2005/8/layout/hList9"/>
    <dgm:cxn modelId="{55AAB7C3-2B19-4834-B5E8-89E3A6560045}" type="presParOf" srcId="{DDCE376A-F05A-4EBC-B2AB-B1E02F22E4E9}" destId="{681F1E45-36EF-4835-AC54-5164CA41BFF4}" srcOrd="0" destOrd="0" presId="urn:microsoft.com/office/officeart/2005/8/layout/hList9"/>
    <dgm:cxn modelId="{A1156A2F-4DDB-415A-BCC8-A11B0A6073D5}" type="presParOf" srcId="{DDCE376A-F05A-4EBC-B2AB-B1E02F22E4E9}" destId="{63B6BB3A-2E5F-4A9A-96BA-A78ED9218C57}" srcOrd="1" destOrd="0" presId="urn:microsoft.com/office/officeart/2005/8/layout/hList9"/>
    <dgm:cxn modelId="{6C085218-31D1-4A5C-AD9F-27C80AE00663}" type="presParOf" srcId="{6188BD98-C517-4812-A8E5-B55A8F2FF12D}" destId="{8ACB5D1A-A7C2-4918-8697-72752787FD70}" srcOrd="2" destOrd="0" presId="urn:microsoft.com/office/officeart/2005/8/layout/hList9"/>
    <dgm:cxn modelId="{4E3E806E-36A9-49AF-9F73-67B4AFEF8E8C}" type="presParOf" srcId="{6188BD98-C517-4812-A8E5-B55A8F2FF12D}" destId="{179D6A7E-62EA-4AAA-8B33-94AE932ADE5A}" srcOrd="3" destOrd="0" presId="urn:microsoft.com/office/officeart/2005/8/layout/hList9"/>
    <dgm:cxn modelId="{17A8ADA0-3BE0-48F5-846B-808C2CB7B8C1}" type="presParOf" srcId="{6188BD98-C517-4812-A8E5-B55A8F2FF12D}" destId="{37571676-1D1D-47EE-9B40-EC467C9F5FC3}" srcOrd="4" destOrd="0" presId="urn:microsoft.com/office/officeart/2005/8/layout/hList9"/>
    <dgm:cxn modelId="{5A30CEC3-40F5-48EC-A48D-1B4EA94AC090}" type="presParOf" srcId="{6188BD98-C517-4812-A8E5-B55A8F2FF12D}" destId="{62C0A54E-7D3E-487A-9342-58540D5A6FBA}" srcOrd="5" destOrd="0" presId="urn:microsoft.com/office/officeart/2005/8/layout/hList9"/>
    <dgm:cxn modelId="{5012FE76-AA64-4408-8121-C55C03965906}" type="presParOf" srcId="{6188BD98-C517-4812-A8E5-B55A8F2FF12D}" destId="{442FFDE5-BA0B-41C6-852D-DB1F1E2DEE3C}" srcOrd="6" destOrd="0" presId="urn:microsoft.com/office/officeart/2005/8/layout/hList9"/>
    <dgm:cxn modelId="{11101202-18FF-47F4-99D5-46951F353577}" type="presParOf" srcId="{442FFDE5-BA0B-41C6-852D-DB1F1E2DEE3C}" destId="{DCDC5A28-8FEA-4AC5-BD35-4B0638D60F04}" srcOrd="0" destOrd="0" presId="urn:microsoft.com/office/officeart/2005/8/layout/hList9"/>
    <dgm:cxn modelId="{F406537A-40BC-4C56-8113-FEA44A2E5302}" type="presParOf" srcId="{442FFDE5-BA0B-41C6-852D-DB1F1E2DEE3C}" destId="{BB94013D-3CF7-434C-AE46-46FB79C546E2}" srcOrd="1" destOrd="0" presId="urn:microsoft.com/office/officeart/2005/8/layout/hList9"/>
    <dgm:cxn modelId="{2B559511-ECAE-4AEF-BA81-A0B78838DC3A}" type="presParOf" srcId="{BB94013D-3CF7-434C-AE46-46FB79C546E2}" destId="{60D12F6B-114E-4079-A1EA-A34CD3E57ADE}" srcOrd="0" destOrd="0" presId="urn:microsoft.com/office/officeart/2005/8/layout/hList9"/>
    <dgm:cxn modelId="{42490BF3-4F6D-4F0B-B9B2-A72D493CF302}" type="presParOf" srcId="{BB94013D-3CF7-434C-AE46-46FB79C546E2}" destId="{7FADED9C-2DCC-4E75-90CD-770720D2A5EB}" srcOrd="1" destOrd="0" presId="urn:microsoft.com/office/officeart/2005/8/layout/hList9"/>
    <dgm:cxn modelId="{251E3284-F369-45DB-A5A4-677214EE43AE}" type="presParOf" srcId="{6188BD98-C517-4812-A8E5-B55A8F2FF12D}" destId="{A120C407-7A44-4D24-9B93-F43E38CDF504}" srcOrd="7" destOrd="0" presId="urn:microsoft.com/office/officeart/2005/8/layout/hList9"/>
    <dgm:cxn modelId="{2B70BB49-073C-467F-B383-5A29F1C9D894}" type="presParOf" srcId="{6188BD98-C517-4812-A8E5-B55A8F2FF12D}" destId="{03521A23-DD8D-4F9A-A512-5C014EEB07CB}" srcOrd="8" destOrd="0" presId="urn:microsoft.com/office/officeart/2005/8/layout/hList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209C9DB-9A17-41D4-A92B-E548EC0ECCFA}"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87B76136-616F-4D50-8BBC-7E1B6D73974B}">
      <dgm:prSet phldrT="[文本]" custT="1"/>
      <dgm:spPr/>
      <dgm:t>
        <a:bodyPr/>
        <a:lstStyle/>
        <a:p>
          <a:r>
            <a:rPr lang="en-US" altLang="zh-CN" sz="2000" b="1" dirty="0" smtClean="0"/>
            <a:t>7.4.1 USART</a:t>
          </a:r>
          <a:r>
            <a:rPr lang="zh-CN" altLang="en-US" sz="2000" b="1" dirty="0" smtClean="0"/>
            <a:t>标准外设库接口函数</a:t>
          </a:r>
          <a:endParaRPr lang="zh-CN" altLang="en-US" sz="2000" dirty="0"/>
        </a:p>
      </dgm:t>
    </dgm:pt>
    <dgm:pt modelId="{E4418B15-C2CB-4107-A52B-CF02BF3871D4}" type="parTrans" cxnId="{6399AB73-53E2-44B2-9544-C3109661060A}">
      <dgm:prSet/>
      <dgm:spPr/>
      <dgm:t>
        <a:bodyPr/>
        <a:lstStyle/>
        <a:p>
          <a:endParaRPr lang="zh-CN" altLang="en-US" sz="2800"/>
        </a:p>
      </dgm:t>
    </dgm:pt>
    <dgm:pt modelId="{5A4C8E11-E095-4641-991A-A2AD6DA95A17}" type="sibTrans" cxnId="{6399AB73-53E2-44B2-9544-C3109661060A}">
      <dgm:prSet/>
      <dgm:spPr/>
      <dgm:t>
        <a:bodyPr/>
        <a:lstStyle/>
        <a:p>
          <a:endParaRPr lang="zh-CN" altLang="en-US" sz="2800"/>
        </a:p>
      </dgm:t>
    </dgm:pt>
    <dgm:pt modelId="{75BC66B1-AA69-44F6-86BD-839140C0A5C7}">
      <dgm:prSet phldrT="[文本]" custT="1"/>
      <dgm:spPr/>
      <dgm:t>
        <a:bodyPr/>
        <a:lstStyle/>
        <a:p>
          <a:r>
            <a:rPr lang="en-US" altLang="zh-CN" sz="2000" b="1" dirty="0" smtClean="0"/>
            <a:t>7.4.2 USART</a:t>
          </a:r>
          <a:r>
            <a:rPr lang="zh-CN" altLang="en-US" sz="2000" b="1" dirty="0" smtClean="0"/>
            <a:t>串口应用编程步骤</a:t>
          </a:r>
          <a:endParaRPr lang="zh-CN" altLang="en-US" sz="2000" dirty="0"/>
        </a:p>
      </dgm:t>
    </dgm:pt>
    <dgm:pt modelId="{198A53E4-EA26-4592-93BC-1E97941E47C8}" type="parTrans" cxnId="{7007B13D-5A19-4CC3-B6EC-21CE71198D5C}">
      <dgm:prSet/>
      <dgm:spPr/>
      <dgm:t>
        <a:bodyPr/>
        <a:lstStyle/>
        <a:p>
          <a:endParaRPr lang="zh-CN" altLang="en-US" sz="2800"/>
        </a:p>
      </dgm:t>
    </dgm:pt>
    <dgm:pt modelId="{BAB80736-B2F2-45ED-8660-0307DB2EF099}" type="sibTrans" cxnId="{7007B13D-5A19-4CC3-B6EC-21CE71198D5C}">
      <dgm:prSet/>
      <dgm:spPr/>
      <dgm:t>
        <a:bodyPr/>
        <a:lstStyle/>
        <a:p>
          <a:endParaRPr lang="zh-CN" altLang="en-US" sz="2800"/>
        </a:p>
      </dgm:t>
    </dgm:pt>
    <dgm:pt modelId="{6834912F-CCC8-4591-8BCA-988D4C8B2E6B}">
      <dgm:prSet phldrT="[文本]" custT="1"/>
      <dgm:spPr/>
      <dgm:t>
        <a:bodyPr/>
        <a:lstStyle/>
        <a:p>
          <a:r>
            <a:rPr lang="en-US" altLang="zh-CN" sz="2000" b="1" dirty="0" smtClean="0"/>
            <a:t>7.4.3 USART</a:t>
          </a:r>
          <a:r>
            <a:rPr lang="zh-CN" altLang="en-US" sz="2000" b="1" dirty="0" smtClean="0"/>
            <a:t>标准外设库应用实例</a:t>
          </a:r>
          <a:endParaRPr lang="zh-CN" altLang="en-US" sz="2000" dirty="0"/>
        </a:p>
      </dgm:t>
    </dgm:pt>
    <dgm:pt modelId="{F597E4CC-0594-4094-A510-F9C83D44BB8B}" type="parTrans" cxnId="{E647F334-2ED2-4F11-B1D4-6AF51295420E}">
      <dgm:prSet/>
      <dgm:spPr/>
      <dgm:t>
        <a:bodyPr/>
        <a:lstStyle/>
        <a:p>
          <a:endParaRPr lang="zh-CN" altLang="en-US" sz="2800"/>
        </a:p>
      </dgm:t>
    </dgm:pt>
    <dgm:pt modelId="{153A9CA3-61A3-44BE-8864-4409D1DF540E}" type="sibTrans" cxnId="{E647F334-2ED2-4F11-B1D4-6AF51295420E}">
      <dgm:prSet/>
      <dgm:spPr/>
      <dgm:t>
        <a:bodyPr/>
        <a:lstStyle/>
        <a:p>
          <a:endParaRPr lang="zh-CN" altLang="en-US" sz="2800"/>
        </a:p>
      </dgm:t>
    </dgm:pt>
    <dgm:pt modelId="{739910FF-92F9-4C48-9A1D-DBEBEA9C0B75}" type="pres">
      <dgm:prSet presAssocID="{1209C9DB-9A17-41D4-A92B-E548EC0ECCFA}" presName="linear" presStyleCnt="0">
        <dgm:presLayoutVars>
          <dgm:dir/>
          <dgm:animLvl val="lvl"/>
          <dgm:resizeHandles val="exact"/>
        </dgm:presLayoutVars>
      </dgm:prSet>
      <dgm:spPr/>
      <dgm:t>
        <a:bodyPr/>
        <a:lstStyle/>
        <a:p>
          <a:endParaRPr lang="zh-CN" altLang="en-US"/>
        </a:p>
      </dgm:t>
    </dgm:pt>
    <dgm:pt modelId="{0816D2E9-100B-4B27-AD4A-464712042C79}" type="pres">
      <dgm:prSet presAssocID="{87B76136-616F-4D50-8BBC-7E1B6D73974B}" presName="parentLin" presStyleCnt="0"/>
      <dgm:spPr/>
    </dgm:pt>
    <dgm:pt modelId="{3A0DD94B-612B-4975-B10E-41DD53A10E27}" type="pres">
      <dgm:prSet presAssocID="{87B76136-616F-4D50-8BBC-7E1B6D73974B}" presName="parentLeftMargin" presStyleLbl="node1" presStyleIdx="0" presStyleCnt="3"/>
      <dgm:spPr/>
      <dgm:t>
        <a:bodyPr/>
        <a:lstStyle/>
        <a:p>
          <a:endParaRPr lang="zh-CN" altLang="en-US"/>
        </a:p>
      </dgm:t>
    </dgm:pt>
    <dgm:pt modelId="{CE9D40E1-B36A-40B2-87FA-45006C4AEF6F}" type="pres">
      <dgm:prSet presAssocID="{87B76136-616F-4D50-8BBC-7E1B6D73974B}" presName="parentText" presStyleLbl="node1" presStyleIdx="0" presStyleCnt="3" custScaleX="132086">
        <dgm:presLayoutVars>
          <dgm:chMax val="0"/>
          <dgm:bulletEnabled val="1"/>
        </dgm:presLayoutVars>
      </dgm:prSet>
      <dgm:spPr/>
      <dgm:t>
        <a:bodyPr/>
        <a:lstStyle/>
        <a:p>
          <a:endParaRPr lang="zh-CN" altLang="en-US"/>
        </a:p>
      </dgm:t>
    </dgm:pt>
    <dgm:pt modelId="{5B9A588E-1C95-49A2-829D-D7220CA075E3}" type="pres">
      <dgm:prSet presAssocID="{87B76136-616F-4D50-8BBC-7E1B6D73974B}" presName="negativeSpace" presStyleCnt="0"/>
      <dgm:spPr/>
    </dgm:pt>
    <dgm:pt modelId="{A9D2C38F-8429-4C93-85F4-E4C53B202BC8}" type="pres">
      <dgm:prSet presAssocID="{87B76136-616F-4D50-8BBC-7E1B6D73974B}" presName="childText" presStyleLbl="conFgAcc1" presStyleIdx="0" presStyleCnt="3">
        <dgm:presLayoutVars>
          <dgm:bulletEnabled val="1"/>
        </dgm:presLayoutVars>
      </dgm:prSet>
      <dgm:spPr/>
    </dgm:pt>
    <dgm:pt modelId="{B019A88E-2C80-4537-82AC-8E5F682DB70B}" type="pres">
      <dgm:prSet presAssocID="{5A4C8E11-E095-4641-991A-A2AD6DA95A17}" presName="spaceBetweenRectangles" presStyleCnt="0"/>
      <dgm:spPr/>
    </dgm:pt>
    <dgm:pt modelId="{998CB7D9-882A-4993-B690-17E8F91F4AD9}" type="pres">
      <dgm:prSet presAssocID="{75BC66B1-AA69-44F6-86BD-839140C0A5C7}" presName="parentLin" presStyleCnt="0"/>
      <dgm:spPr/>
    </dgm:pt>
    <dgm:pt modelId="{D1139C7B-298C-4782-BABD-CE6BCA9FB98E}" type="pres">
      <dgm:prSet presAssocID="{75BC66B1-AA69-44F6-86BD-839140C0A5C7}" presName="parentLeftMargin" presStyleLbl="node1" presStyleIdx="0" presStyleCnt="3"/>
      <dgm:spPr/>
      <dgm:t>
        <a:bodyPr/>
        <a:lstStyle/>
        <a:p>
          <a:endParaRPr lang="zh-CN" altLang="en-US"/>
        </a:p>
      </dgm:t>
    </dgm:pt>
    <dgm:pt modelId="{02F4D55A-7A94-40A8-96CD-105212BE9DAF}" type="pres">
      <dgm:prSet presAssocID="{75BC66B1-AA69-44F6-86BD-839140C0A5C7}" presName="parentText" presStyleLbl="node1" presStyleIdx="1" presStyleCnt="3" custScaleX="132086">
        <dgm:presLayoutVars>
          <dgm:chMax val="0"/>
          <dgm:bulletEnabled val="1"/>
        </dgm:presLayoutVars>
      </dgm:prSet>
      <dgm:spPr/>
      <dgm:t>
        <a:bodyPr/>
        <a:lstStyle/>
        <a:p>
          <a:endParaRPr lang="zh-CN" altLang="en-US"/>
        </a:p>
      </dgm:t>
    </dgm:pt>
    <dgm:pt modelId="{F09B9385-7885-4EF7-AD62-0DCEFC786C0D}" type="pres">
      <dgm:prSet presAssocID="{75BC66B1-AA69-44F6-86BD-839140C0A5C7}" presName="negativeSpace" presStyleCnt="0"/>
      <dgm:spPr/>
    </dgm:pt>
    <dgm:pt modelId="{69952E9B-7483-4002-9018-817B3C00F752}" type="pres">
      <dgm:prSet presAssocID="{75BC66B1-AA69-44F6-86BD-839140C0A5C7}" presName="childText" presStyleLbl="conFgAcc1" presStyleIdx="1" presStyleCnt="3">
        <dgm:presLayoutVars>
          <dgm:bulletEnabled val="1"/>
        </dgm:presLayoutVars>
      </dgm:prSet>
      <dgm:spPr/>
    </dgm:pt>
    <dgm:pt modelId="{14042B03-0621-48EE-BE72-7BD2849D6DBB}" type="pres">
      <dgm:prSet presAssocID="{BAB80736-B2F2-45ED-8660-0307DB2EF099}" presName="spaceBetweenRectangles" presStyleCnt="0"/>
      <dgm:spPr/>
    </dgm:pt>
    <dgm:pt modelId="{4892C8F1-8E34-4166-BB9B-4650E76B7E9B}" type="pres">
      <dgm:prSet presAssocID="{6834912F-CCC8-4591-8BCA-988D4C8B2E6B}" presName="parentLin" presStyleCnt="0"/>
      <dgm:spPr/>
    </dgm:pt>
    <dgm:pt modelId="{075742B9-D7A1-476F-9626-517C17FFB00F}" type="pres">
      <dgm:prSet presAssocID="{6834912F-CCC8-4591-8BCA-988D4C8B2E6B}" presName="parentLeftMargin" presStyleLbl="node1" presStyleIdx="1" presStyleCnt="3"/>
      <dgm:spPr/>
      <dgm:t>
        <a:bodyPr/>
        <a:lstStyle/>
        <a:p>
          <a:endParaRPr lang="zh-CN" altLang="en-US"/>
        </a:p>
      </dgm:t>
    </dgm:pt>
    <dgm:pt modelId="{0F8CE923-C658-489F-BEDF-E8946C8333FF}" type="pres">
      <dgm:prSet presAssocID="{6834912F-CCC8-4591-8BCA-988D4C8B2E6B}" presName="parentText" presStyleLbl="node1" presStyleIdx="2" presStyleCnt="3" custScaleX="132086">
        <dgm:presLayoutVars>
          <dgm:chMax val="0"/>
          <dgm:bulletEnabled val="1"/>
        </dgm:presLayoutVars>
      </dgm:prSet>
      <dgm:spPr/>
      <dgm:t>
        <a:bodyPr/>
        <a:lstStyle/>
        <a:p>
          <a:endParaRPr lang="zh-CN" altLang="en-US"/>
        </a:p>
      </dgm:t>
    </dgm:pt>
    <dgm:pt modelId="{E63AD422-48B7-46B5-9102-B759A02476FF}" type="pres">
      <dgm:prSet presAssocID="{6834912F-CCC8-4591-8BCA-988D4C8B2E6B}" presName="negativeSpace" presStyleCnt="0"/>
      <dgm:spPr/>
    </dgm:pt>
    <dgm:pt modelId="{92EB6063-ABF7-4783-B60E-4F37681AC211}" type="pres">
      <dgm:prSet presAssocID="{6834912F-CCC8-4591-8BCA-988D4C8B2E6B}" presName="childText" presStyleLbl="conFgAcc1" presStyleIdx="2" presStyleCnt="3">
        <dgm:presLayoutVars>
          <dgm:bulletEnabled val="1"/>
        </dgm:presLayoutVars>
      </dgm:prSet>
      <dgm:spPr/>
    </dgm:pt>
  </dgm:ptLst>
  <dgm:cxnLst>
    <dgm:cxn modelId="{7007B13D-5A19-4CC3-B6EC-21CE71198D5C}" srcId="{1209C9DB-9A17-41D4-A92B-E548EC0ECCFA}" destId="{75BC66B1-AA69-44F6-86BD-839140C0A5C7}" srcOrd="1" destOrd="0" parTransId="{198A53E4-EA26-4592-93BC-1E97941E47C8}" sibTransId="{BAB80736-B2F2-45ED-8660-0307DB2EF099}"/>
    <dgm:cxn modelId="{793001B3-32A2-43F4-B52F-D1B2B5B16A9B}" type="presOf" srcId="{1209C9DB-9A17-41D4-A92B-E548EC0ECCFA}" destId="{739910FF-92F9-4C48-9A1D-DBEBEA9C0B75}" srcOrd="0" destOrd="0" presId="urn:microsoft.com/office/officeart/2005/8/layout/list1"/>
    <dgm:cxn modelId="{5872B2E4-B6A0-4C02-B1D6-36B210DF3B03}" type="presOf" srcId="{75BC66B1-AA69-44F6-86BD-839140C0A5C7}" destId="{D1139C7B-298C-4782-BABD-CE6BCA9FB98E}" srcOrd="0" destOrd="0" presId="urn:microsoft.com/office/officeart/2005/8/layout/list1"/>
    <dgm:cxn modelId="{7C38D9B5-07D4-4A91-B601-D7A181E01196}" type="presOf" srcId="{87B76136-616F-4D50-8BBC-7E1B6D73974B}" destId="{3A0DD94B-612B-4975-B10E-41DD53A10E27}" srcOrd="0" destOrd="0" presId="urn:microsoft.com/office/officeart/2005/8/layout/list1"/>
    <dgm:cxn modelId="{FEAE0E60-9891-4F83-A38A-8AE0996736E3}" type="presOf" srcId="{6834912F-CCC8-4591-8BCA-988D4C8B2E6B}" destId="{075742B9-D7A1-476F-9626-517C17FFB00F}" srcOrd="0" destOrd="0" presId="urn:microsoft.com/office/officeart/2005/8/layout/list1"/>
    <dgm:cxn modelId="{6399AB73-53E2-44B2-9544-C3109661060A}" srcId="{1209C9DB-9A17-41D4-A92B-E548EC0ECCFA}" destId="{87B76136-616F-4D50-8BBC-7E1B6D73974B}" srcOrd="0" destOrd="0" parTransId="{E4418B15-C2CB-4107-A52B-CF02BF3871D4}" sibTransId="{5A4C8E11-E095-4641-991A-A2AD6DA95A17}"/>
    <dgm:cxn modelId="{49B31B22-42E9-4D17-8FCC-C5FF7A6ED781}" type="presOf" srcId="{87B76136-616F-4D50-8BBC-7E1B6D73974B}" destId="{CE9D40E1-B36A-40B2-87FA-45006C4AEF6F}" srcOrd="1" destOrd="0" presId="urn:microsoft.com/office/officeart/2005/8/layout/list1"/>
    <dgm:cxn modelId="{E647F334-2ED2-4F11-B1D4-6AF51295420E}" srcId="{1209C9DB-9A17-41D4-A92B-E548EC0ECCFA}" destId="{6834912F-CCC8-4591-8BCA-988D4C8B2E6B}" srcOrd="2" destOrd="0" parTransId="{F597E4CC-0594-4094-A510-F9C83D44BB8B}" sibTransId="{153A9CA3-61A3-44BE-8864-4409D1DF540E}"/>
    <dgm:cxn modelId="{987E8646-5689-4066-8396-C662752D8919}" type="presOf" srcId="{75BC66B1-AA69-44F6-86BD-839140C0A5C7}" destId="{02F4D55A-7A94-40A8-96CD-105212BE9DAF}" srcOrd="1" destOrd="0" presId="urn:microsoft.com/office/officeart/2005/8/layout/list1"/>
    <dgm:cxn modelId="{2436F327-DFE8-4727-82B6-8FF71384687D}" type="presOf" srcId="{6834912F-CCC8-4591-8BCA-988D4C8B2E6B}" destId="{0F8CE923-C658-489F-BEDF-E8946C8333FF}" srcOrd="1" destOrd="0" presId="urn:microsoft.com/office/officeart/2005/8/layout/list1"/>
    <dgm:cxn modelId="{C4FAC0FE-50A3-47C3-A80A-8F78FED05629}" type="presParOf" srcId="{739910FF-92F9-4C48-9A1D-DBEBEA9C0B75}" destId="{0816D2E9-100B-4B27-AD4A-464712042C79}" srcOrd="0" destOrd="0" presId="urn:microsoft.com/office/officeart/2005/8/layout/list1"/>
    <dgm:cxn modelId="{DC988DA4-34C7-4206-9452-47049B7F6091}" type="presParOf" srcId="{0816D2E9-100B-4B27-AD4A-464712042C79}" destId="{3A0DD94B-612B-4975-B10E-41DD53A10E27}" srcOrd="0" destOrd="0" presId="urn:microsoft.com/office/officeart/2005/8/layout/list1"/>
    <dgm:cxn modelId="{60761AB4-5C4D-48F3-BB55-C1B47B2584AB}" type="presParOf" srcId="{0816D2E9-100B-4B27-AD4A-464712042C79}" destId="{CE9D40E1-B36A-40B2-87FA-45006C4AEF6F}" srcOrd="1" destOrd="0" presId="urn:microsoft.com/office/officeart/2005/8/layout/list1"/>
    <dgm:cxn modelId="{34425BF8-5A36-4505-A29F-4AF640EFC18E}" type="presParOf" srcId="{739910FF-92F9-4C48-9A1D-DBEBEA9C0B75}" destId="{5B9A588E-1C95-49A2-829D-D7220CA075E3}" srcOrd="1" destOrd="0" presId="urn:microsoft.com/office/officeart/2005/8/layout/list1"/>
    <dgm:cxn modelId="{684E2A6F-29DA-4AA3-82BC-08C1024215E0}" type="presParOf" srcId="{739910FF-92F9-4C48-9A1D-DBEBEA9C0B75}" destId="{A9D2C38F-8429-4C93-85F4-E4C53B202BC8}" srcOrd="2" destOrd="0" presId="urn:microsoft.com/office/officeart/2005/8/layout/list1"/>
    <dgm:cxn modelId="{9E34113C-5246-4362-B82D-BFFD957B987D}" type="presParOf" srcId="{739910FF-92F9-4C48-9A1D-DBEBEA9C0B75}" destId="{B019A88E-2C80-4537-82AC-8E5F682DB70B}" srcOrd="3" destOrd="0" presId="urn:microsoft.com/office/officeart/2005/8/layout/list1"/>
    <dgm:cxn modelId="{54329BFB-C93E-4B16-AD21-8123C7FAF5C8}" type="presParOf" srcId="{739910FF-92F9-4C48-9A1D-DBEBEA9C0B75}" destId="{998CB7D9-882A-4993-B690-17E8F91F4AD9}" srcOrd="4" destOrd="0" presId="urn:microsoft.com/office/officeart/2005/8/layout/list1"/>
    <dgm:cxn modelId="{23F88DA2-51E5-45DC-B6D1-A9FA9DEF0161}" type="presParOf" srcId="{998CB7D9-882A-4993-B690-17E8F91F4AD9}" destId="{D1139C7B-298C-4782-BABD-CE6BCA9FB98E}" srcOrd="0" destOrd="0" presId="urn:microsoft.com/office/officeart/2005/8/layout/list1"/>
    <dgm:cxn modelId="{54185F46-9E28-482A-9FDF-202750502D75}" type="presParOf" srcId="{998CB7D9-882A-4993-B690-17E8F91F4AD9}" destId="{02F4D55A-7A94-40A8-96CD-105212BE9DAF}" srcOrd="1" destOrd="0" presId="urn:microsoft.com/office/officeart/2005/8/layout/list1"/>
    <dgm:cxn modelId="{2EF59496-ABDE-4E13-BADA-27A377BAAF66}" type="presParOf" srcId="{739910FF-92F9-4C48-9A1D-DBEBEA9C0B75}" destId="{F09B9385-7885-4EF7-AD62-0DCEFC786C0D}" srcOrd="5" destOrd="0" presId="urn:microsoft.com/office/officeart/2005/8/layout/list1"/>
    <dgm:cxn modelId="{49BEA88B-AA7D-4A31-A74F-1A0EC6941A19}" type="presParOf" srcId="{739910FF-92F9-4C48-9A1D-DBEBEA9C0B75}" destId="{69952E9B-7483-4002-9018-817B3C00F752}" srcOrd="6" destOrd="0" presId="urn:microsoft.com/office/officeart/2005/8/layout/list1"/>
    <dgm:cxn modelId="{459E2A36-478B-493D-9995-F1D684479976}" type="presParOf" srcId="{739910FF-92F9-4C48-9A1D-DBEBEA9C0B75}" destId="{14042B03-0621-48EE-BE72-7BD2849D6DBB}" srcOrd="7" destOrd="0" presId="urn:microsoft.com/office/officeart/2005/8/layout/list1"/>
    <dgm:cxn modelId="{D48E1648-4218-40F1-8F03-B5BFC15B4BF7}" type="presParOf" srcId="{739910FF-92F9-4C48-9A1D-DBEBEA9C0B75}" destId="{4892C8F1-8E34-4166-BB9B-4650E76B7E9B}" srcOrd="8" destOrd="0" presId="urn:microsoft.com/office/officeart/2005/8/layout/list1"/>
    <dgm:cxn modelId="{31BC9B0D-5B90-42E3-9480-576F0C498A1E}" type="presParOf" srcId="{4892C8F1-8E34-4166-BB9B-4650E76B7E9B}" destId="{075742B9-D7A1-476F-9626-517C17FFB00F}" srcOrd="0" destOrd="0" presId="urn:microsoft.com/office/officeart/2005/8/layout/list1"/>
    <dgm:cxn modelId="{E7529A3F-EDE9-419C-AFAE-E8DB74B1B83A}" type="presParOf" srcId="{4892C8F1-8E34-4166-BB9B-4650E76B7E9B}" destId="{0F8CE923-C658-489F-BEDF-E8946C8333FF}" srcOrd="1" destOrd="0" presId="urn:microsoft.com/office/officeart/2005/8/layout/list1"/>
    <dgm:cxn modelId="{F7EF007E-1D30-4FC0-9A7A-44279C788515}" type="presParOf" srcId="{739910FF-92F9-4C48-9A1D-DBEBEA9C0B75}" destId="{E63AD422-48B7-46B5-9102-B759A02476FF}" srcOrd="9" destOrd="0" presId="urn:microsoft.com/office/officeart/2005/8/layout/list1"/>
    <dgm:cxn modelId="{298C8121-7D99-4345-BCAC-219AF17A0F4E}" type="presParOf" srcId="{739910FF-92F9-4C48-9A1D-DBEBEA9C0B75}" destId="{92EB6063-ABF7-4783-B60E-4F37681AC21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6103D46-8351-49F4-A00E-84E0D53069E2}" type="doc">
      <dgm:prSet loTypeId="urn:microsoft.com/office/officeart/2009/3/layout/StepUpProcess" loCatId="process" qsTypeId="urn:microsoft.com/office/officeart/2005/8/quickstyle/simple1" qsCatId="simple" csTypeId="urn:microsoft.com/office/officeart/2005/8/colors/colorful4" csCatId="colorful" phldr="1"/>
      <dgm:spPr/>
      <dgm:t>
        <a:bodyPr/>
        <a:lstStyle/>
        <a:p>
          <a:endParaRPr lang="zh-CN" altLang="en-US"/>
        </a:p>
      </dgm:t>
    </dgm:pt>
    <dgm:pt modelId="{4B07B968-2C30-4942-A18D-EC8D561FCEF6}">
      <dgm:prSet phldrT="[文本]" custT="1"/>
      <dgm:spPr/>
      <dgm:t>
        <a:bodyPr/>
        <a:lstStyle/>
        <a:p>
          <a:r>
            <a:rPr lang="zh-CN" sz="2000" b="1" dirty="0" smtClean="0"/>
            <a:t>声明</a:t>
          </a:r>
          <a:r>
            <a:rPr lang="en-US" sz="2000" b="1" dirty="0" smtClean="0"/>
            <a:t>GPIO</a:t>
          </a:r>
          <a:r>
            <a:rPr lang="zh-CN" sz="2000" b="1" dirty="0" smtClean="0"/>
            <a:t>和</a:t>
          </a:r>
          <a:r>
            <a:rPr lang="en-US" sz="2000" b="1" dirty="0" smtClean="0"/>
            <a:t>USART</a:t>
          </a:r>
          <a:r>
            <a:rPr lang="zh-CN" sz="2000" b="1" dirty="0" smtClean="0"/>
            <a:t>初始化结构体</a:t>
          </a:r>
          <a:endParaRPr lang="zh-CN" altLang="en-US" sz="2000" b="1" dirty="0"/>
        </a:p>
      </dgm:t>
    </dgm:pt>
    <dgm:pt modelId="{280F6AC1-C0C4-438B-B3D4-B18EE9B05E38}" type="parTrans" cxnId="{231830FF-602B-4D82-8F7E-A8E199DD0CB8}">
      <dgm:prSet/>
      <dgm:spPr/>
      <dgm:t>
        <a:bodyPr/>
        <a:lstStyle/>
        <a:p>
          <a:endParaRPr lang="zh-CN" altLang="en-US" sz="2000" b="1"/>
        </a:p>
      </dgm:t>
    </dgm:pt>
    <dgm:pt modelId="{AB558B99-BE41-49FA-A9A0-692B93FAFF6A}" type="sibTrans" cxnId="{231830FF-602B-4D82-8F7E-A8E199DD0CB8}">
      <dgm:prSet/>
      <dgm:spPr/>
      <dgm:t>
        <a:bodyPr/>
        <a:lstStyle/>
        <a:p>
          <a:endParaRPr lang="zh-CN" altLang="en-US" sz="2000" b="1"/>
        </a:p>
      </dgm:t>
    </dgm:pt>
    <dgm:pt modelId="{E828AE3D-7151-4A92-B1D1-F3158216B4C2}">
      <dgm:prSet phldrT="[文本]" custT="1"/>
      <dgm:spPr/>
      <dgm:t>
        <a:bodyPr/>
        <a:lstStyle/>
        <a:p>
          <a:r>
            <a:rPr lang="zh-CN" sz="2000" b="1" smtClean="0"/>
            <a:t>设置</a:t>
          </a:r>
          <a:r>
            <a:rPr lang="en-US" sz="2000" b="1" smtClean="0"/>
            <a:t>I/O</a:t>
          </a:r>
          <a:r>
            <a:rPr lang="zh-CN" sz="2000" b="1" smtClean="0"/>
            <a:t>引脚功能为复用推挽输出、浮空输入</a:t>
          </a:r>
          <a:endParaRPr lang="zh-CN" altLang="en-US" sz="2000" b="1" dirty="0"/>
        </a:p>
      </dgm:t>
    </dgm:pt>
    <dgm:pt modelId="{4933F163-0309-41A3-8953-F719E3B0B4DD}" type="parTrans" cxnId="{027DCF98-AF83-4D1B-BE2B-28CD14F1403D}">
      <dgm:prSet/>
      <dgm:spPr/>
      <dgm:t>
        <a:bodyPr/>
        <a:lstStyle/>
        <a:p>
          <a:endParaRPr lang="zh-CN" altLang="en-US" sz="2000" b="1"/>
        </a:p>
      </dgm:t>
    </dgm:pt>
    <dgm:pt modelId="{E7011EB4-D44A-4BB0-A8A2-E9B09AA3EBD4}" type="sibTrans" cxnId="{027DCF98-AF83-4D1B-BE2B-28CD14F1403D}">
      <dgm:prSet/>
      <dgm:spPr/>
      <dgm:t>
        <a:bodyPr/>
        <a:lstStyle/>
        <a:p>
          <a:endParaRPr lang="zh-CN" altLang="en-US" sz="2000" b="1"/>
        </a:p>
      </dgm:t>
    </dgm:pt>
    <dgm:pt modelId="{15848EB6-07E8-424D-B75D-50D6DA401F1D}">
      <dgm:prSet phldrT="[文本]" custT="1"/>
      <dgm:spPr/>
      <dgm:t>
        <a:bodyPr/>
        <a:lstStyle/>
        <a:p>
          <a:r>
            <a:rPr lang="zh-CN" sz="2000" b="1" smtClean="0"/>
            <a:t>串口所用的</a:t>
          </a:r>
          <a:r>
            <a:rPr lang="en-US" sz="2000" b="1" smtClean="0"/>
            <a:t>GPIO</a:t>
          </a:r>
          <a:r>
            <a:rPr lang="zh-CN" sz="2000" b="1" smtClean="0"/>
            <a:t>时钟使能，串口时钟使能</a:t>
          </a:r>
          <a:endParaRPr lang="zh-CN" altLang="en-US" sz="2000" b="1" dirty="0"/>
        </a:p>
      </dgm:t>
    </dgm:pt>
    <dgm:pt modelId="{8AF5C19D-A5B2-456F-8316-A2FE9AE73403}" type="parTrans" cxnId="{2F1A037C-7640-45A5-A9B0-96D173D7233B}">
      <dgm:prSet/>
      <dgm:spPr/>
      <dgm:t>
        <a:bodyPr/>
        <a:lstStyle/>
        <a:p>
          <a:endParaRPr lang="zh-CN" altLang="en-US" sz="2000" b="1"/>
        </a:p>
      </dgm:t>
    </dgm:pt>
    <dgm:pt modelId="{2CE55218-A48F-4DF9-9DDF-151BB46F46F2}" type="sibTrans" cxnId="{2F1A037C-7640-45A5-A9B0-96D173D7233B}">
      <dgm:prSet/>
      <dgm:spPr/>
      <dgm:t>
        <a:bodyPr/>
        <a:lstStyle/>
        <a:p>
          <a:endParaRPr lang="zh-CN" altLang="en-US" sz="2000" b="1"/>
        </a:p>
      </dgm:t>
    </dgm:pt>
    <dgm:pt modelId="{B146B176-A854-4D00-9D5E-75DA41F4CFAB}">
      <dgm:prSet custT="1"/>
      <dgm:spPr/>
      <dgm:t>
        <a:bodyPr/>
        <a:lstStyle/>
        <a:p>
          <a:r>
            <a:rPr lang="zh-CN" sz="2000" b="1" dirty="0" smtClean="0"/>
            <a:t>使用串口初始化函数</a:t>
          </a:r>
          <a:r>
            <a:rPr lang="en-US" sz="2000" b="1" dirty="0" err="1" smtClean="0"/>
            <a:t>USART_Init</a:t>
          </a:r>
          <a:r>
            <a:rPr lang="en-US" sz="2000" b="1" dirty="0" smtClean="0"/>
            <a:t>()</a:t>
          </a:r>
          <a:r>
            <a:rPr lang="zh-CN" sz="2000" b="1" dirty="0" smtClean="0"/>
            <a:t>初始化相应串口</a:t>
          </a:r>
          <a:endParaRPr lang="zh-CN" altLang="en-US" sz="2000" b="1" dirty="0"/>
        </a:p>
      </dgm:t>
    </dgm:pt>
    <dgm:pt modelId="{6484A040-5F99-43F3-879D-E190B5FA8DE3}" type="parTrans" cxnId="{0A2C6F14-CB9B-44A7-A4AB-6824383E5F67}">
      <dgm:prSet/>
      <dgm:spPr/>
      <dgm:t>
        <a:bodyPr/>
        <a:lstStyle/>
        <a:p>
          <a:endParaRPr lang="zh-CN" altLang="en-US" sz="2000" b="1"/>
        </a:p>
      </dgm:t>
    </dgm:pt>
    <dgm:pt modelId="{6B8BD219-9054-4F69-AF77-D907F53AE855}" type="sibTrans" cxnId="{0A2C6F14-CB9B-44A7-A4AB-6824383E5F67}">
      <dgm:prSet/>
      <dgm:spPr/>
      <dgm:t>
        <a:bodyPr/>
        <a:lstStyle/>
        <a:p>
          <a:endParaRPr lang="zh-CN" altLang="en-US" sz="2000" b="1"/>
        </a:p>
      </dgm:t>
    </dgm:pt>
    <dgm:pt modelId="{C54C1E54-A467-4FC5-93D8-840E856710A4}">
      <dgm:prSet phldrT="[文本]" custT="1"/>
      <dgm:spPr/>
      <dgm:t>
        <a:bodyPr/>
        <a:lstStyle/>
        <a:p>
          <a:r>
            <a:rPr lang="zh-CN" sz="2000" b="1" dirty="0" smtClean="0"/>
            <a:t>设置波特率，设置数据格式：数据位、停止位、校验位</a:t>
          </a:r>
          <a:endParaRPr lang="zh-CN" altLang="en-US" sz="2000" b="1" dirty="0"/>
        </a:p>
      </dgm:t>
    </dgm:pt>
    <dgm:pt modelId="{09C0D8B2-91AD-4B8B-89E0-D61753FA5B16}" type="parTrans" cxnId="{9BFC789E-CAB4-480A-921F-C0F7E760A092}">
      <dgm:prSet/>
      <dgm:spPr/>
      <dgm:t>
        <a:bodyPr/>
        <a:lstStyle/>
        <a:p>
          <a:endParaRPr lang="zh-CN" altLang="en-US" sz="2000"/>
        </a:p>
      </dgm:t>
    </dgm:pt>
    <dgm:pt modelId="{92E1CB41-A960-4C00-B425-E48B7DEF3274}" type="sibTrans" cxnId="{9BFC789E-CAB4-480A-921F-C0F7E760A092}">
      <dgm:prSet/>
      <dgm:spPr/>
      <dgm:t>
        <a:bodyPr/>
        <a:lstStyle/>
        <a:p>
          <a:endParaRPr lang="zh-CN" altLang="en-US" sz="2000"/>
        </a:p>
      </dgm:t>
    </dgm:pt>
    <dgm:pt modelId="{19BAD0A4-C427-4570-8DD3-8816158C35B1}">
      <dgm:prSet custT="1"/>
      <dgm:spPr/>
      <dgm:t>
        <a:bodyPr/>
        <a:lstStyle/>
        <a:p>
          <a:r>
            <a:rPr lang="zh-CN" sz="2000" b="1" smtClean="0"/>
            <a:t>利用串口使能函数</a:t>
          </a:r>
          <a:r>
            <a:rPr lang="en-US" sz="2000" b="1" smtClean="0"/>
            <a:t>USART_Cmd()</a:t>
          </a:r>
          <a:r>
            <a:rPr lang="zh-CN" sz="2000" b="1" smtClean="0"/>
            <a:t>使能相应串口</a:t>
          </a:r>
          <a:endParaRPr lang="zh-CN" altLang="en-US" sz="2000" b="1" dirty="0"/>
        </a:p>
      </dgm:t>
    </dgm:pt>
    <dgm:pt modelId="{9263B78D-E1AA-465F-A29F-CD8DB4C5DC20}" type="parTrans" cxnId="{9332DAF2-D741-4999-8965-3B2D16EB8CB6}">
      <dgm:prSet/>
      <dgm:spPr/>
      <dgm:t>
        <a:bodyPr/>
        <a:lstStyle/>
        <a:p>
          <a:endParaRPr lang="zh-CN" altLang="en-US" sz="2000"/>
        </a:p>
      </dgm:t>
    </dgm:pt>
    <dgm:pt modelId="{36EB370A-DF23-4B75-BC57-67E7966E3F06}" type="sibTrans" cxnId="{9332DAF2-D741-4999-8965-3B2D16EB8CB6}">
      <dgm:prSet/>
      <dgm:spPr/>
      <dgm:t>
        <a:bodyPr/>
        <a:lstStyle/>
        <a:p>
          <a:endParaRPr lang="zh-CN" altLang="en-US" sz="2000"/>
        </a:p>
      </dgm:t>
    </dgm:pt>
    <dgm:pt modelId="{191D36DF-D92D-4155-9922-0FD8F52AFD58}">
      <dgm:prSet custT="1"/>
      <dgm:spPr/>
      <dgm:t>
        <a:bodyPr/>
        <a:lstStyle/>
        <a:p>
          <a:r>
            <a:rPr lang="zh-CN" sz="2000" b="1" dirty="0" smtClean="0"/>
            <a:t>应用程序编写</a:t>
          </a:r>
          <a:endParaRPr lang="zh-CN" altLang="en-US" sz="2000" b="1" dirty="0"/>
        </a:p>
      </dgm:t>
    </dgm:pt>
    <dgm:pt modelId="{D63BD698-9296-4C4A-88DF-CDB19F096A00}" type="parTrans" cxnId="{55DA573C-AE44-48E0-B76B-AA7B01B3AC37}">
      <dgm:prSet/>
      <dgm:spPr/>
      <dgm:t>
        <a:bodyPr/>
        <a:lstStyle/>
        <a:p>
          <a:endParaRPr lang="zh-CN" altLang="en-US" sz="2000"/>
        </a:p>
      </dgm:t>
    </dgm:pt>
    <dgm:pt modelId="{73D29BBB-F660-4C0F-BE87-3B38B724B5BE}" type="sibTrans" cxnId="{55DA573C-AE44-48E0-B76B-AA7B01B3AC37}">
      <dgm:prSet/>
      <dgm:spPr/>
      <dgm:t>
        <a:bodyPr/>
        <a:lstStyle/>
        <a:p>
          <a:endParaRPr lang="zh-CN" altLang="en-US" sz="2000"/>
        </a:p>
      </dgm:t>
    </dgm:pt>
    <dgm:pt modelId="{2276B8DF-1FDF-4E82-9085-C5EDB64FD0FA}" type="pres">
      <dgm:prSet presAssocID="{A6103D46-8351-49F4-A00E-84E0D53069E2}" presName="rootnode" presStyleCnt="0">
        <dgm:presLayoutVars>
          <dgm:chMax/>
          <dgm:chPref/>
          <dgm:dir/>
          <dgm:animLvl val="lvl"/>
        </dgm:presLayoutVars>
      </dgm:prSet>
      <dgm:spPr/>
      <dgm:t>
        <a:bodyPr/>
        <a:lstStyle/>
        <a:p>
          <a:endParaRPr lang="zh-CN" altLang="en-US"/>
        </a:p>
      </dgm:t>
    </dgm:pt>
    <dgm:pt modelId="{B87638DD-3DBD-4C32-AC1F-6261D85E3F96}" type="pres">
      <dgm:prSet presAssocID="{4B07B968-2C30-4942-A18D-EC8D561FCEF6}" presName="composite" presStyleCnt="0"/>
      <dgm:spPr/>
      <dgm:t>
        <a:bodyPr/>
        <a:lstStyle/>
        <a:p>
          <a:endParaRPr lang="zh-CN" altLang="en-US"/>
        </a:p>
      </dgm:t>
    </dgm:pt>
    <dgm:pt modelId="{5A52ABA1-1052-45DE-B61E-B63A50CDFA8B}" type="pres">
      <dgm:prSet presAssocID="{4B07B968-2C30-4942-A18D-EC8D561FCEF6}" presName="LShape" presStyleLbl="alignNode1" presStyleIdx="0" presStyleCnt="13"/>
      <dgm:spPr/>
      <dgm:t>
        <a:bodyPr/>
        <a:lstStyle/>
        <a:p>
          <a:endParaRPr lang="zh-CN" altLang="en-US"/>
        </a:p>
      </dgm:t>
    </dgm:pt>
    <dgm:pt modelId="{D1B139FA-1864-410C-958D-75FD09152066}" type="pres">
      <dgm:prSet presAssocID="{4B07B968-2C30-4942-A18D-EC8D561FCEF6}" presName="ParentText" presStyleLbl="revTx" presStyleIdx="0" presStyleCnt="7">
        <dgm:presLayoutVars>
          <dgm:chMax val="0"/>
          <dgm:chPref val="0"/>
          <dgm:bulletEnabled val="1"/>
        </dgm:presLayoutVars>
      </dgm:prSet>
      <dgm:spPr/>
      <dgm:t>
        <a:bodyPr/>
        <a:lstStyle/>
        <a:p>
          <a:endParaRPr lang="zh-CN" altLang="en-US"/>
        </a:p>
      </dgm:t>
    </dgm:pt>
    <dgm:pt modelId="{4BF3D3D3-7FD1-4C50-9010-1ADAB0B7C81E}" type="pres">
      <dgm:prSet presAssocID="{4B07B968-2C30-4942-A18D-EC8D561FCEF6}" presName="Triangle" presStyleLbl="alignNode1" presStyleIdx="1" presStyleCnt="13"/>
      <dgm:spPr/>
      <dgm:t>
        <a:bodyPr/>
        <a:lstStyle/>
        <a:p>
          <a:endParaRPr lang="zh-CN" altLang="en-US"/>
        </a:p>
      </dgm:t>
    </dgm:pt>
    <dgm:pt modelId="{B5C19650-7C81-417D-9A19-E179B2A56130}" type="pres">
      <dgm:prSet presAssocID="{AB558B99-BE41-49FA-A9A0-692B93FAFF6A}" presName="sibTrans" presStyleCnt="0"/>
      <dgm:spPr/>
      <dgm:t>
        <a:bodyPr/>
        <a:lstStyle/>
        <a:p>
          <a:endParaRPr lang="zh-CN" altLang="en-US"/>
        </a:p>
      </dgm:t>
    </dgm:pt>
    <dgm:pt modelId="{D2360791-12DD-44F1-94BB-7F446A554D94}" type="pres">
      <dgm:prSet presAssocID="{AB558B99-BE41-49FA-A9A0-692B93FAFF6A}" presName="space" presStyleCnt="0"/>
      <dgm:spPr/>
      <dgm:t>
        <a:bodyPr/>
        <a:lstStyle/>
        <a:p>
          <a:endParaRPr lang="zh-CN" altLang="en-US"/>
        </a:p>
      </dgm:t>
    </dgm:pt>
    <dgm:pt modelId="{FC6D90B3-0CD1-4332-8BC0-043F5A47F346}" type="pres">
      <dgm:prSet presAssocID="{15848EB6-07E8-424D-B75D-50D6DA401F1D}" presName="composite" presStyleCnt="0"/>
      <dgm:spPr/>
      <dgm:t>
        <a:bodyPr/>
        <a:lstStyle/>
        <a:p>
          <a:endParaRPr lang="zh-CN" altLang="en-US"/>
        </a:p>
      </dgm:t>
    </dgm:pt>
    <dgm:pt modelId="{04311935-9351-4E79-AF80-DE2DFE9D94EC}" type="pres">
      <dgm:prSet presAssocID="{15848EB6-07E8-424D-B75D-50D6DA401F1D}" presName="LShape" presStyleLbl="alignNode1" presStyleIdx="2" presStyleCnt="13"/>
      <dgm:spPr/>
      <dgm:t>
        <a:bodyPr/>
        <a:lstStyle/>
        <a:p>
          <a:endParaRPr lang="zh-CN" altLang="en-US"/>
        </a:p>
      </dgm:t>
    </dgm:pt>
    <dgm:pt modelId="{4FE79B23-C3D5-44F0-AF0C-70B449FEA93E}" type="pres">
      <dgm:prSet presAssocID="{15848EB6-07E8-424D-B75D-50D6DA401F1D}" presName="ParentText" presStyleLbl="revTx" presStyleIdx="1" presStyleCnt="7">
        <dgm:presLayoutVars>
          <dgm:chMax val="0"/>
          <dgm:chPref val="0"/>
          <dgm:bulletEnabled val="1"/>
        </dgm:presLayoutVars>
      </dgm:prSet>
      <dgm:spPr/>
      <dgm:t>
        <a:bodyPr/>
        <a:lstStyle/>
        <a:p>
          <a:endParaRPr lang="zh-CN" altLang="en-US"/>
        </a:p>
      </dgm:t>
    </dgm:pt>
    <dgm:pt modelId="{603873BE-3E4C-42B4-B416-EADC383C1CFB}" type="pres">
      <dgm:prSet presAssocID="{15848EB6-07E8-424D-B75D-50D6DA401F1D}" presName="Triangle" presStyleLbl="alignNode1" presStyleIdx="3" presStyleCnt="13"/>
      <dgm:spPr/>
      <dgm:t>
        <a:bodyPr/>
        <a:lstStyle/>
        <a:p>
          <a:endParaRPr lang="zh-CN" altLang="en-US"/>
        </a:p>
      </dgm:t>
    </dgm:pt>
    <dgm:pt modelId="{F6268CF6-F02F-4A21-AA43-60FD69CCF532}" type="pres">
      <dgm:prSet presAssocID="{2CE55218-A48F-4DF9-9DDF-151BB46F46F2}" presName="sibTrans" presStyleCnt="0"/>
      <dgm:spPr/>
      <dgm:t>
        <a:bodyPr/>
        <a:lstStyle/>
        <a:p>
          <a:endParaRPr lang="zh-CN" altLang="en-US"/>
        </a:p>
      </dgm:t>
    </dgm:pt>
    <dgm:pt modelId="{57AF8F13-D74F-4B53-B325-0B645EFD6BF6}" type="pres">
      <dgm:prSet presAssocID="{2CE55218-A48F-4DF9-9DDF-151BB46F46F2}" presName="space" presStyleCnt="0"/>
      <dgm:spPr/>
      <dgm:t>
        <a:bodyPr/>
        <a:lstStyle/>
        <a:p>
          <a:endParaRPr lang="zh-CN" altLang="en-US"/>
        </a:p>
      </dgm:t>
    </dgm:pt>
    <dgm:pt modelId="{DD0BF040-C180-4D90-832A-ABE0A7DDD91B}" type="pres">
      <dgm:prSet presAssocID="{E828AE3D-7151-4A92-B1D1-F3158216B4C2}" presName="composite" presStyleCnt="0"/>
      <dgm:spPr/>
      <dgm:t>
        <a:bodyPr/>
        <a:lstStyle/>
        <a:p>
          <a:endParaRPr lang="zh-CN" altLang="en-US"/>
        </a:p>
      </dgm:t>
    </dgm:pt>
    <dgm:pt modelId="{56A14A92-79F0-4119-A060-BAE817325DB6}" type="pres">
      <dgm:prSet presAssocID="{E828AE3D-7151-4A92-B1D1-F3158216B4C2}" presName="LShape" presStyleLbl="alignNode1" presStyleIdx="4" presStyleCnt="13"/>
      <dgm:spPr/>
      <dgm:t>
        <a:bodyPr/>
        <a:lstStyle/>
        <a:p>
          <a:endParaRPr lang="zh-CN" altLang="en-US"/>
        </a:p>
      </dgm:t>
    </dgm:pt>
    <dgm:pt modelId="{24716EA2-16A8-45B2-AD4A-87B7A3A5BE9A}" type="pres">
      <dgm:prSet presAssocID="{E828AE3D-7151-4A92-B1D1-F3158216B4C2}" presName="ParentText" presStyleLbl="revTx" presStyleIdx="2" presStyleCnt="7">
        <dgm:presLayoutVars>
          <dgm:chMax val="0"/>
          <dgm:chPref val="0"/>
          <dgm:bulletEnabled val="1"/>
        </dgm:presLayoutVars>
      </dgm:prSet>
      <dgm:spPr/>
      <dgm:t>
        <a:bodyPr/>
        <a:lstStyle/>
        <a:p>
          <a:endParaRPr lang="zh-CN" altLang="en-US"/>
        </a:p>
      </dgm:t>
    </dgm:pt>
    <dgm:pt modelId="{8F79BFE2-3F3F-4BEE-8107-CDE9B3FE0B6E}" type="pres">
      <dgm:prSet presAssocID="{E828AE3D-7151-4A92-B1D1-F3158216B4C2}" presName="Triangle" presStyleLbl="alignNode1" presStyleIdx="5" presStyleCnt="13"/>
      <dgm:spPr/>
      <dgm:t>
        <a:bodyPr/>
        <a:lstStyle/>
        <a:p>
          <a:endParaRPr lang="zh-CN" altLang="en-US"/>
        </a:p>
      </dgm:t>
    </dgm:pt>
    <dgm:pt modelId="{F08357F7-D0A7-4575-B86A-82CA53E241C5}" type="pres">
      <dgm:prSet presAssocID="{E7011EB4-D44A-4BB0-A8A2-E9B09AA3EBD4}" presName="sibTrans" presStyleCnt="0"/>
      <dgm:spPr/>
      <dgm:t>
        <a:bodyPr/>
        <a:lstStyle/>
        <a:p>
          <a:endParaRPr lang="zh-CN" altLang="en-US"/>
        </a:p>
      </dgm:t>
    </dgm:pt>
    <dgm:pt modelId="{9B6B2BA1-2E37-4DC5-87F9-9B4CB9983D05}" type="pres">
      <dgm:prSet presAssocID="{E7011EB4-D44A-4BB0-A8A2-E9B09AA3EBD4}" presName="space" presStyleCnt="0"/>
      <dgm:spPr/>
      <dgm:t>
        <a:bodyPr/>
        <a:lstStyle/>
        <a:p>
          <a:endParaRPr lang="zh-CN" altLang="en-US"/>
        </a:p>
      </dgm:t>
    </dgm:pt>
    <dgm:pt modelId="{74B80E23-757F-4E5A-BB9F-D21BDF9B830D}" type="pres">
      <dgm:prSet presAssocID="{C54C1E54-A467-4FC5-93D8-840E856710A4}" presName="composite" presStyleCnt="0"/>
      <dgm:spPr/>
      <dgm:t>
        <a:bodyPr/>
        <a:lstStyle/>
        <a:p>
          <a:endParaRPr lang="zh-CN" altLang="en-US"/>
        </a:p>
      </dgm:t>
    </dgm:pt>
    <dgm:pt modelId="{81212526-00D5-40A7-B30A-E22019E520D3}" type="pres">
      <dgm:prSet presAssocID="{C54C1E54-A467-4FC5-93D8-840E856710A4}" presName="LShape" presStyleLbl="alignNode1" presStyleIdx="6" presStyleCnt="13"/>
      <dgm:spPr/>
      <dgm:t>
        <a:bodyPr/>
        <a:lstStyle/>
        <a:p>
          <a:endParaRPr lang="zh-CN" altLang="en-US"/>
        </a:p>
      </dgm:t>
    </dgm:pt>
    <dgm:pt modelId="{C61A6097-2266-49E0-8FE9-EE1DE78A7510}" type="pres">
      <dgm:prSet presAssocID="{C54C1E54-A467-4FC5-93D8-840E856710A4}" presName="ParentText" presStyleLbl="revTx" presStyleIdx="3" presStyleCnt="7">
        <dgm:presLayoutVars>
          <dgm:chMax val="0"/>
          <dgm:chPref val="0"/>
          <dgm:bulletEnabled val="1"/>
        </dgm:presLayoutVars>
      </dgm:prSet>
      <dgm:spPr/>
      <dgm:t>
        <a:bodyPr/>
        <a:lstStyle/>
        <a:p>
          <a:endParaRPr lang="zh-CN" altLang="en-US"/>
        </a:p>
      </dgm:t>
    </dgm:pt>
    <dgm:pt modelId="{6154AC45-3F8A-4924-937C-D4F2FDA45AF1}" type="pres">
      <dgm:prSet presAssocID="{C54C1E54-A467-4FC5-93D8-840E856710A4}" presName="Triangle" presStyleLbl="alignNode1" presStyleIdx="7" presStyleCnt="13"/>
      <dgm:spPr/>
      <dgm:t>
        <a:bodyPr/>
        <a:lstStyle/>
        <a:p>
          <a:endParaRPr lang="zh-CN" altLang="en-US"/>
        </a:p>
      </dgm:t>
    </dgm:pt>
    <dgm:pt modelId="{621283CB-2235-400A-8C71-1460C3228E20}" type="pres">
      <dgm:prSet presAssocID="{92E1CB41-A960-4C00-B425-E48B7DEF3274}" presName="sibTrans" presStyleCnt="0"/>
      <dgm:spPr/>
      <dgm:t>
        <a:bodyPr/>
        <a:lstStyle/>
        <a:p>
          <a:endParaRPr lang="zh-CN" altLang="en-US"/>
        </a:p>
      </dgm:t>
    </dgm:pt>
    <dgm:pt modelId="{B8AE188F-065D-482A-86F0-3D82A8018A8C}" type="pres">
      <dgm:prSet presAssocID="{92E1CB41-A960-4C00-B425-E48B7DEF3274}" presName="space" presStyleCnt="0"/>
      <dgm:spPr/>
      <dgm:t>
        <a:bodyPr/>
        <a:lstStyle/>
        <a:p>
          <a:endParaRPr lang="zh-CN" altLang="en-US"/>
        </a:p>
      </dgm:t>
    </dgm:pt>
    <dgm:pt modelId="{4863BCE4-52A8-42F6-9BCA-B819033B37AB}" type="pres">
      <dgm:prSet presAssocID="{B146B176-A854-4D00-9D5E-75DA41F4CFAB}" presName="composite" presStyleCnt="0"/>
      <dgm:spPr/>
      <dgm:t>
        <a:bodyPr/>
        <a:lstStyle/>
        <a:p>
          <a:endParaRPr lang="zh-CN" altLang="en-US"/>
        </a:p>
      </dgm:t>
    </dgm:pt>
    <dgm:pt modelId="{E8FBFD39-5DF0-46BE-B96A-7E7586B700FA}" type="pres">
      <dgm:prSet presAssocID="{B146B176-A854-4D00-9D5E-75DA41F4CFAB}" presName="LShape" presStyleLbl="alignNode1" presStyleIdx="8" presStyleCnt="13"/>
      <dgm:spPr/>
      <dgm:t>
        <a:bodyPr/>
        <a:lstStyle/>
        <a:p>
          <a:endParaRPr lang="zh-CN" altLang="en-US"/>
        </a:p>
      </dgm:t>
    </dgm:pt>
    <dgm:pt modelId="{E8066295-A8C5-4EA0-8B79-1FFA737EA880}" type="pres">
      <dgm:prSet presAssocID="{B146B176-A854-4D00-9D5E-75DA41F4CFAB}" presName="ParentText" presStyleLbl="revTx" presStyleIdx="4" presStyleCnt="7">
        <dgm:presLayoutVars>
          <dgm:chMax val="0"/>
          <dgm:chPref val="0"/>
          <dgm:bulletEnabled val="1"/>
        </dgm:presLayoutVars>
      </dgm:prSet>
      <dgm:spPr/>
      <dgm:t>
        <a:bodyPr/>
        <a:lstStyle/>
        <a:p>
          <a:endParaRPr lang="zh-CN" altLang="en-US"/>
        </a:p>
      </dgm:t>
    </dgm:pt>
    <dgm:pt modelId="{6E2646D2-9613-48E2-ADC8-01FD1071322E}" type="pres">
      <dgm:prSet presAssocID="{B146B176-A854-4D00-9D5E-75DA41F4CFAB}" presName="Triangle" presStyleLbl="alignNode1" presStyleIdx="9" presStyleCnt="13"/>
      <dgm:spPr/>
      <dgm:t>
        <a:bodyPr/>
        <a:lstStyle/>
        <a:p>
          <a:endParaRPr lang="zh-CN" altLang="en-US"/>
        </a:p>
      </dgm:t>
    </dgm:pt>
    <dgm:pt modelId="{3E0578DD-29A5-4D1B-918B-A84BF508775C}" type="pres">
      <dgm:prSet presAssocID="{6B8BD219-9054-4F69-AF77-D907F53AE855}" presName="sibTrans" presStyleCnt="0"/>
      <dgm:spPr/>
      <dgm:t>
        <a:bodyPr/>
        <a:lstStyle/>
        <a:p>
          <a:endParaRPr lang="zh-CN" altLang="en-US"/>
        </a:p>
      </dgm:t>
    </dgm:pt>
    <dgm:pt modelId="{C31590C7-58DC-45DF-B785-CB01EE917CEB}" type="pres">
      <dgm:prSet presAssocID="{6B8BD219-9054-4F69-AF77-D907F53AE855}" presName="space" presStyleCnt="0"/>
      <dgm:spPr/>
      <dgm:t>
        <a:bodyPr/>
        <a:lstStyle/>
        <a:p>
          <a:endParaRPr lang="zh-CN" altLang="en-US"/>
        </a:p>
      </dgm:t>
    </dgm:pt>
    <dgm:pt modelId="{9AE259EF-27A5-41D1-ACA8-F72E0B0147DC}" type="pres">
      <dgm:prSet presAssocID="{19BAD0A4-C427-4570-8DD3-8816158C35B1}" presName="composite" presStyleCnt="0"/>
      <dgm:spPr/>
      <dgm:t>
        <a:bodyPr/>
        <a:lstStyle/>
        <a:p>
          <a:endParaRPr lang="zh-CN" altLang="en-US"/>
        </a:p>
      </dgm:t>
    </dgm:pt>
    <dgm:pt modelId="{AF09F3A8-2814-4D50-8C69-E10E823F1B5B}" type="pres">
      <dgm:prSet presAssocID="{19BAD0A4-C427-4570-8DD3-8816158C35B1}" presName="LShape" presStyleLbl="alignNode1" presStyleIdx="10" presStyleCnt="13"/>
      <dgm:spPr/>
      <dgm:t>
        <a:bodyPr/>
        <a:lstStyle/>
        <a:p>
          <a:endParaRPr lang="zh-CN" altLang="en-US"/>
        </a:p>
      </dgm:t>
    </dgm:pt>
    <dgm:pt modelId="{5F975645-828A-4B57-AC93-108CD921243E}" type="pres">
      <dgm:prSet presAssocID="{19BAD0A4-C427-4570-8DD3-8816158C35B1}" presName="ParentText" presStyleLbl="revTx" presStyleIdx="5" presStyleCnt="7">
        <dgm:presLayoutVars>
          <dgm:chMax val="0"/>
          <dgm:chPref val="0"/>
          <dgm:bulletEnabled val="1"/>
        </dgm:presLayoutVars>
      </dgm:prSet>
      <dgm:spPr/>
      <dgm:t>
        <a:bodyPr/>
        <a:lstStyle/>
        <a:p>
          <a:endParaRPr lang="zh-CN" altLang="en-US"/>
        </a:p>
      </dgm:t>
    </dgm:pt>
    <dgm:pt modelId="{EBB7E4C4-03F5-4586-8A6D-5D6923B2C2FD}" type="pres">
      <dgm:prSet presAssocID="{19BAD0A4-C427-4570-8DD3-8816158C35B1}" presName="Triangle" presStyleLbl="alignNode1" presStyleIdx="11" presStyleCnt="13"/>
      <dgm:spPr/>
      <dgm:t>
        <a:bodyPr/>
        <a:lstStyle/>
        <a:p>
          <a:endParaRPr lang="zh-CN" altLang="en-US"/>
        </a:p>
      </dgm:t>
    </dgm:pt>
    <dgm:pt modelId="{173408B1-AAC7-40E3-A6E6-04FBCE6E00A6}" type="pres">
      <dgm:prSet presAssocID="{36EB370A-DF23-4B75-BC57-67E7966E3F06}" presName="sibTrans" presStyleCnt="0"/>
      <dgm:spPr/>
      <dgm:t>
        <a:bodyPr/>
        <a:lstStyle/>
        <a:p>
          <a:endParaRPr lang="zh-CN" altLang="en-US"/>
        </a:p>
      </dgm:t>
    </dgm:pt>
    <dgm:pt modelId="{7F331F12-B466-4E81-9A2D-DBC1043172F6}" type="pres">
      <dgm:prSet presAssocID="{36EB370A-DF23-4B75-BC57-67E7966E3F06}" presName="space" presStyleCnt="0"/>
      <dgm:spPr/>
      <dgm:t>
        <a:bodyPr/>
        <a:lstStyle/>
        <a:p>
          <a:endParaRPr lang="zh-CN" altLang="en-US"/>
        </a:p>
      </dgm:t>
    </dgm:pt>
    <dgm:pt modelId="{B41D20B8-3B09-476E-86A4-31085384EB68}" type="pres">
      <dgm:prSet presAssocID="{191D36DF-D92D-4155-9922-0FD8F52AFD58}" presName="composite" presStyleCnt="0"/>
      <dgm:spPr/>
      <dgm:t>
        <a:bodyPr/>
        <a:lstStyle/>
        <a:p>
          <a:endParaRPr lang="zh-CN" altLang="en-US"/>
        </a:p>
      </dgm:t>
    </dgm:pt>
    <dgm:pt modelId="{744F5C78-B5A0-44C5-97B4-214DAA11BC61}" type="pres">
      <dgm:prSet presAssocID="{191D36DF-D92D-4155-9922-0FD8F52AFD58}" presName="LShape" presStyleLbl="alignNode1" presStyleIdx="12" presStyleCnt="13"/>
      <dgm:spPr/>
      <dgm:t>
        <a:bodyPr/>
        <a:lstStyle/>
        <a:p>
          <a:endParaRPr lang="zh-CN" altLang="en-US"/>
        </a:p>
      </dgm:t>
    </dgm:pt>
    <dgm:pt modelId="{57ACF8BD-C5A9-4212-AED4-73B3290BC92D}" type="pres">
      <dgm:prSet presAssocID="{191D36DF-D92D-4155-9922-0FD8F52AFD58}" presName="ParentText" presStyleLbl="revTx" presStyleIdx="6" presStyleCnt="7">
        <dgm:presLayoutVars>
          <dgm:chMax val="0"/>
          <dgm:chPref val="0"/>
          <dgm:bulletEnabled val="1"/>
        </dgm:presLayoutVars>
      </dgm:prSet>
      <dgm:spPr/>
      <dgm:t>
        <a:bodyPr/>
        <a:lstStyle/>
        <a:p>
          <a:endParaRPr lang="zh-CN" altLang="en-US"/>
        </a:p>
      </dgm:t>
    </dgm:pt>
  </dgm:ptLst>
  <dgm:cxnLst>
    <dgm:cxn modelId="{408A1480-8BA1-4462-A855-171123A7B4BA}" type="presOf" srcId="{E828AE3D-7151-4A92-B1D1-F3158216B4C2}" destId="{24716EA2-16A8-45B2-AD4A-87B7A3A5BE9A}" srcOrd="0" destOrd="0" presId="urn:microsoft.com/office/officeart/2009/3/layout/StepUpProcess"/>
    <dgm:cxn modelId="{2F1A037C-7640-45A5-A9B0-96D173D7233B}" srcId="{A6103D46-8351-49F4-A00E-84E0D53069E2}" destId="{15848EB6-07E8-424D-B75D-50D6DA401F1D}" srcOrd="1" destOrd="0" parTransId="{8AF5C19D-A5B2-456F-8316-A2FE9AE73403}" sibTransId="{2CE55218-A48F-4DF9-9DDF-151BB46F46F2}"/>
    <dgm:cxn modelId="{9BFC789E-CAB4-480A-921F-C0F7E760A092}" srcId="{A6103D46-8351-49F4-A00E-84E0D53069E2}" destId="{C54C1E54-A467-4FC5-93D8-840E856710A4}" srcOrd="3" destOrd="0" parTransId="{09C0D8B2-91AD-4B8B-89E0-D61753FA5B16}" sibTransId="{92E1CB41-A960-4C00-B425-E48B7DEF3274}"/>
    <dgm:cxn modelId="{55DA573C-AE44-48E0-B76B-AA7B01B3AC37}" srcId="{A6103D46-8351-49F4-A00E-84E0D53069E2}" destId="{191D36DF-D92D-4155-9922-0FD8F52AFD58}" srcOrd="6" destOrd="0" parTransId="{D63BD698-9296-4C4A-88DF-CDB19F096A00}" sibTransId="{73D29BBB-F660-4C0F-BE87-3B38B724B5BE}"/>
    <dgm:cxn modelId="{32FC267B-3813-4D82-8E2B-E266A1309846}" type="presOf" srcId="{B146B176-A854-4D00-9D5E-75DA41F4CFAB}" destId="{E8066295-A8C5-4EA0-8B79-1FFA737EA880}" srcOrd="0" destOrd="0" presId="urn:microsoft.com/office/officeart/2009/3/layout/StepUpProcess"/>
    <dgm:cxn modelId="{C4829211-F7B8-48EE-B060-4F69A88ABE1B}" type="presOf" srcId="{C54C1E54-A467-4FC5-93D8-840E856710A4}" destId="{C61A6097-2266-49E0-8FE9-EE1DE78A7510}" srcOrd="0" destOrd="0" presId="urn:microsoft.com/office/officeart/2009/3/layout/StepUpProcess"/>
    <dgm:cxn modelId="{231830FF-602B-4D82-8F7E-A8E199DD0CB8}" srcId="{A6103D46-8351-49F4-A00E-84E0D53069E2}" destId="{4B07B968-2C30-4942-A18D-EC8D561FCEF6}" srcOrd="0" destOrd="0" parTransId="{280F6AC1-C0C4-438B-B3D4-B18EE9B05E38}" sibTransId="{AB558B99-BE41-49FA-A9A0-692B93FAFF6A}"/>
    <dgm:cxn modelId="{8D7B29E0-1E59-4FF0-A467-9DB720BB5B46}" type="presOf" srcId="{A6103D46-8351-49F4-A00E-84E0D53069E2}" destId="{2276B8DF-1FDF-4E82-9085-C5EDB64FD0FA}" srcOrd="0" destOrd="0" presId="urn:microsoft.com/office/officeart/2009/3/layout/StepUpProcess"/>
    <dgm:cxn modelId="{027DCF98-AF83-4D1B-BE2B-28CD14F1403D}" srcId="{A6103D46-8351-49F4-A00E-84E0D53069E2}" destId="{E828AE3D-7151-4A92-B1D1-F3158216B4C2}" srcOrd="2" destOrd="0" parTransId="{4933F163-0309-41A3-8953-F719E3B0B4DD}" sibTransId="{E7011EB4-D44A-4BB0-A8A2-E9B09AA3EBD4}"/>
    <dgm:cxn modelId="{0A2C6F14-CB9B-44A7-A4AB-6824383E5F67}" srcId="{A6103D46-8351-49F4-A00E-84E0D53069E2}" destId="{B146B176-A854-4D00-9D5E-75DA41F4CFAB}" srcOrd="4" destOrd="0" parTransId="{6484A040-5F99-43F3-879D-E190B5FA8DE3}" sibTransId="{6B8BD219-9054-4F69-AF77-D907F53AE855}"/>
    <dgm:cxn modelId="{F87B076F-B28A-473F-995E-CB2084BB2A2B}" type="presOf" srcId="{19BAD0A4-C427-4570-8DD3-8816158C35B1}" destId="{5F975645-828A-4B57-AC93-108CD921243E}" srcOrd="0" destOrd="0" presId="urn:microsoft.com/office/officeart/2009/3/layout/StepUpProcess"/>
    <dgm:cxn modelId="{55EBE2F1-7EFD-4CBE-966B-DC38E58BC9C1}" type="presOf" srcId="{4B07B968-2C30-4942-A18D-EC8D561FCEF6}" destId="{D1B139FA-1864-410C-958D-75FD09152066}" srcOrd="0" destOrd="0" presId="urn:microsoft.com/office/officeart/2009/3/layout/StepUpProcess"/>
    <dgm:cxn modelId="{9332DAF2-D741-4999-8965-3B2D16EB8CB6}" srcId="{A6103D46-8351-49F4-A00E-84E0D53069E2}" destId="{19BAD0A4-C427-4570-8DD3-8816158C35B1}" srcOrd="5" destOrd="0" parTransId="{9263B78D-E1AA-465F-A29F-CD8DB4C5DC20}" sibTransId="{36EB370A-DF23-4B75-BC57-67E7966E3F06}"/>
    <dgm:cxn modelId="{91E82C7B-71EA-4AB4-886A-3C52F0E4E2D2}" type="presOf" srcId="{15848EB6-07E8-424D-B75D-50D6DA401F1D}" destId="{4FE79B23-C3D5-44F0-AF0C-70B449FEA93E}" srcOrd="0" destOrd="0" presId="urn:microsoft.com/office/officeart/2009/3/layout/StepUpProcess"/>
    <dgm:cxn modelId="{F9A9ABCC-A12F-48AE-9468-DD8A96020E16}" type="presOf" srcId="{191D36DF-D92D-4155-9922-0FD8F52AFD58}" destId="{57ACF8BD-C5A9-4212-AED4-73B3290BC92D}" srcOrd="0" destOrd="0" presId="urn:microsoft.com/office/officeart/2009/3/layout/StepUpProcess"/>
    <dgm:cxn modelId="{2965C695-B38E-43D8-93C2-AC76ADA818D4}" type="presParOf" srcId="{2276B8DF-1FDF-4E82-9085-C5EDB64FD0FA}" destId="{B87638DD-3DBD-4C32-AC1F-6261D85E3F96}" srcOrd="0" destOrd="0" presId="urn:microsoft.com/office/officeart/2009/3/layout/StepUpProcess"/>
    <dgm:cxn modelId="{C4C0FE5B-E10F-4987-BB28-95C80E28084F}" type="presParOf" srcId="{B87638DD-3DBD-4C32-AC1F-6261D85E3F96}" destId="{5A52ABA1-1052-45DE-B61E-B63A50CDFA8B}" srcOrd="0" destOrd="0" presId="urn:microsoft.com/office/officeart/2009/3/layout/StepUpProcess"/>
    <dgm:cxn modelId="{C57FA1D6-5029-4856-9149-DA33CF48E859}" type="presParOf" srcId="{B87638DD-3DBD-4C32-AC1F-6261D85E3F96}" destId="{D1B139FA-1864-410C-958D-75FD09152066}" srcOrd="1" destOrd="0" presId="urn:microsoft.com/office/officeart/2009/3/layout/StepUpProcess"/>
    <dgm:cxn modelId="{BA5ECB41-A0F7-47C6-BFD2-9AC0222EAB47}" type="presParOf" srcId="{B87638DD-3DBD-4C32-AC1F-6261D85E3F96}" destId="{4BF3D3D3-7FD1-4C50-9010-1ADAB0B7C81E}" srcOrd="2" destOrd="0" presId="urn:microsoft.com/office/officeart/2009/3/layout/StepUpProcess"/>
    <dgm:cxn modelId="{08812E60-59C1-4C1E-B53F-E4A31363F134}" type="presParOf" srcId="{2276B8DF-1FDF-4E82-9085-C5EDB64FD0FA}" destId="{B5C19650-7C81-417D-9A19-E179B2A56130}" srcOrd="1" destOrd="0" presId="urn:microsoft.com/office/officeart/2009/3/layout/StepUpProcess"/>
    <dgm:cxn modelId="{D9B7CAD7-06A6-4A4E-9C3C-D63C57E20A87}" type="presParOf" srcId="{B5C19650-7C81-417D-9A19-E179B2A56130}" destId="{D2360791-12DD-44F1-94BB-7F446A554D94}" srcOrd="0" destOrd="0" presId="urn:microsoft.com/office/officeart/2009/3/layout/StepUpProcess"/>
    <dgm:cxn modelId="{B6E10D4D-A2DA-4093-8FE2-E7AC7261751E}" type="presParOf" srcId="{2276B8DF-1FDF-4E82-9085-C5EDB64FD0FA}" destId="{FC6D90B3-0CD1-4332-8BC0-043F5A47F346}" srcOrd="2" destOrd="0" presId="urn:microsoft.com/office/officeart/2009/3/layout/StepUpProcess"/>
    <dgm:cxn modelId="{E30BAE28-4637-4B5A-BC8B-45713C5CF20C}" type="presParOf" srcId="{FC6D90B3-0CD1-4332-8BC0-043F5A47F346}" destId="{04311935-9351-4E79-AF80-DE2DFE9D94EC}" srcOrd="0" destOrd="0" presId="urn:microsoft.com/office/officeart/2009/3/layout/StepUpProcess"/>
    <dgm:cxn modelId="{10E3A1E6-30C7-43C8-83DC-062282395884}" type="presParOf" srcId="{FC6D90B3-0CD1-4332-8BC0-043F5A47F346}" destId="{4FE79B23-C3D5-44F0-AF0C-70B449FEA93E}" srcOrd="1" destOrd="0" presId="urn:microsoft.com/office/officeart/2009/3/layout/StepUpProcess"/>
    <dgm:cxn modelId="{3BCE7489-1468-4C26-BD2E-EF23D499A08A}" type="presParOf" srcId="{FC6D90B3-0CD1-4332-8BC0-043F5A47F346}" destId="{603873BE-3E4C-42B4-B416-EADC383C1CFB}" srcOrd="2" destOrd="0" presId="urn:microsoft.com/office/officeart/2009/3/layout/StepUpProcess"/>
    <dgm:cxn modelId="{EB0135C1-6FDD-4165-8C44-7B0D54F0F432}" type="presParOf" srcId="{2276B8DF-1FDF-4E82-9085-C5EDB64FD0FA}" destId="{F6268CF6-F02F-4A21-AA43-60FD69CCF532}" srcOrd="3" destOrd="0" presId="urn:microsoft.com/office/officeart/2009/3/layout/StepUpProcess"/>
    <dgm:cxn modelId="{8DC4FF85-711C-46A1-B715-82BE03C656C5}" type="presParOf" srcId="{F6268CF6-F02F-4A21-AA43-60FD69CCF532}" destId="{57AF8F13-D74F-4B53-B325-0B645EFD6BF6}" srcOrd="0" destOrd="0" presId="urn:microsoft.com/office/officeart/2009/3/layout/StepUpProcess"/>
    <dgm:cxn modelId="{2C11EDD8-9434-4568-B46D-A044E1AE4BCE}" type="presParOf" srcId="{2276B8DF-1FDF-4E82-9085-C5EDB64FD0FA}" destId="{DD0BF040-C180-4D90-832A-ABE0A7DDD91B}" srcOrd="4" destOrd="0" presId="urn:microsoft.com/office/officeart/2009/3/layout/StepUpProcess"/>
    <dgm:cxn modelId="{B5F13F83-2007-45A4-95E5-B52A28CAEEB2}" type="presParOf" srcId="{DD0BF040-C180-4D90-832A-ABE0A7DDD91B}" destId="{56A14A92-79F0-4119-A060-BAE817325DB6}" srcOrd="0" destOrd="0" presId="urn:microsoft.com/office/officeart/2009/3/layout/StepUpProcess"/>
    <dgm:cxn modelId="{CDC0A61A-1368-4865-8204-1C11DC44B73E}" type="presParOf" srcId="{DD0BF040-C180-4D90-832A-ABE0A7DDD91B}" destId="{24716EA2-16A8-45B2-AD4A-87B7A3A5BE9A}" srcOrd="1" destOrd="0" presId="urn:microsoft.com/office/officeart/2009/3/layout/StepUpProcess"/>
    <dgm:cxn modelId="{5953DE32-7075-492D-9EBE-62701421F1BE}" type="presParOf" srcId="{DD0BF040-C180-4D90-832A-ABE0A7DDD91B}" destId="{8F79BFE2-3F3F-4BEE-8107-CDE9B3FE0B6E}" srcOrd="2" destOrd="0" presId="urn:microsoft.com/office/officeart/2009/3/layout/StepUpProcess"/>
    <dgm:cxn modelId="{AA8AC9B7-3A7F-4F2E-AFE9-19FD162EFF82}" type="presParOf" srcId="{2276B8DF-1FDF-4E82-9085-C5EDB64FD0FA}" destId="{F08357F7-D0A7-4575-B86A-82CA53E241C5}" srcOrd="5" destOrd="0" presId="urn:microsoft.com/office/officeart/2009/3/layout/StepUpProcess"/>
    <dgm:cxn modelId="{D90E42F9-B643-45C7-B966-AF3827633563}" type="presParOf" srcId="{F08357F7-D0A7-4575-B86A-82CA53E241C5}" destId="{9B6B2BA1-2E37-4DC5-87F9-9B4CB9983D05}" srcOrd="0" destOrd="0" presId="urn:microsoft.com/office/officeart/2009/3/layout/StepUpProcess"/>
    <dgm:cxn modelId="{9F8440C9-B7BF-4BE5-ADF4-E094D6C073F8}" type="presParOf" srcId="{2276B8DF-1FDF-4E82-9085-C5EDB64FD0FA}" destId="{74B80E23-757F-4E5A-BB9F-D21BDF9B830D}" srcOrd="6" destOrd="0" presId="urn:microsoft.com/office/officeart/2009/3/layout/StepUpProcess"/>
    <dgm:cxn modelId="{AED92593-2786-4315-89F1-82337EA6FD53}" type="presParOf" srcId="{74B80E23-757F-4E5A-BB9F-D21BDF9B830D}" destId="{81212526-00D5-40A7-B30A-E22019E520D3}" srcOrd="0" destOrd="0" presId="urn:microsoft.com/office/officeart/2009/3/layout/StepUpProcess"/>
    <dgm:cxn modelId="{CF3D8B25-EFA5-4069-91F4-050D7D57D23C}" type="presParOf" srcId="{74B80E23-757F-4E5A-BB9F-D21BDF9B830D}" destId="{C61A6097-2266-49E0-8FE9-EE1DE78A7510}" srcOrd="1" destOrd="0" presId="urn:microsoft.com/office/officeart/2009/3/layout/StepUpProcess"/>
    <dgm:cxn modelId="{EFE60062-E4D6-4329-8247-819856D92112}" type="presParOf" srcId="{74B80E23-757F-4E5A-BB9F-D21BDF9B830D}" destId="{6154AC45-3F8A-4924-937C-D4F2FDA45AF1}" srcOrd="2" destOrd="0" presId="urn:microsoft.com/office/officeart/2009/3/layout/StepUpProcess"/>
    <dgm:cxn modelId="{46A093A7-950A-48F9-AB9C-447B40ADE822}" type="presParOf" srcId="{2276B8DF-1FDF-4E82-9085-C5EDB64FD0FA}" destId="{621283CB-2235-400A-8C71-1460C3228E20}" srcOrd="7" destOrd="0" presId="urn:microsoft.com/office/officeart/2009/3/layout/StepUpProcess"/>
    <dgm:cxn modelId="{81719AF6-A65C-4459-A826-E1D5DD3D23C1}" type="presParOf" srcId="{621283CB-2235-400A-8C71-1460C3228E20}" destId="{B8AE188F-065D-482A-86F0-3D82A8018A8C}" srcOrd="0" destOrd="0" presId="urn:microsoft.com/office/officeart/2009/3/layout/StepUpProcess"/>
    <dgm:cxn modelId="{2DF99DFD-4B86-4EF0-B8EE-5A1FFF552DDE}" type="presParOf" srcId="{2276B8DF-1FDF-4E82-9085-C5EDB64FD0FA}" destId="{4863BCE4-52A8-42F6-9BCA-B819033B37AB}" srcOrd="8" destOrd="0" presId="urn:microsoft.com/office/officeart/2009/3/layout/StepUpProcess"/>
    <dgm:cxn modelId="{80627011-A645-4E28-9D59-6023BAA85402}" type="presParOf" srcId="{4863BCE4-52A8-42F6-9BCA-B819033B37AB}" destId="{E8FBFD39-5DF0-46BE-B96A-7E7586B700FA}" srcOrd="0" destOrd="0" presId="urn:microsoft.com/office/officeart/2009/3/layout/StepUpProcess"/>
    <dgm:cxn modelId="{0CF068D3-46A3-43D7-8589-0592BEADF4D9}" type="presParOf" srcId="{4863BCE4-52A8-42F6-9BCA-B819033B37AB}" destId="{E8066295-A8C5-4EA0-8B79-1FFA737EA880}" srcOrd="1" destOrd="0" presId="urn:microsoft.com/office/officeart/2009/3/layout/StepUpProcess"/>
    <dgm:cxn modelId="{536FD4C7-34E5-46A6-A7F5-DD53192DC408}" type="presParOf" srcId="{4863BCE4-52A8-42F6-9BCA-B819033B37AB}" destId="{6E2646D2-9613-48E2-ADC8-01FD1071322E}" srcOrd="2" destOrd="0" presId="urn:microsoft.com/office/officeart/2009/3/layout/StepUpProcess"/>
    <dgm:cxn modelId="{C0169337-806A-4FBF-B78C-141868100412}" type="presParOf" srcId="{2276B8DF-1FDF-4E82-9085-C5EDB64FD0FA}" destId="{3E0578DD-29A5-4D1B-918B-A84BF508775C}" srcOrd="9" destOrd="0" presId="urn:microsoft.com/office/officeart/2009/3/layout/StepUpProcess"/>
    <dgm:cxn modelId="{70C288DD-2AE0-485A-A50C-6D1463BE0EC6}" type="presParOf" srcId="{3E0578DD-29A5-4D1B-918B-A84BF508775C}" destId="{C31590C7-58DC-45DF-B785-CB01EE917CEB}" srcOrd="0" destOrd="0" presId="urn:microsoft.com/office/officeart/2009/3/layout/StepUpProcess"/>
    <dgm:cxn modelId="{10E51CAB-D7D0-40C7-9781-697C22A72455}" type="presParOf" srcId="{2276B8DF-1FDF-4E82-9085-C5EDB64FD0FA}" destId="{9AE259EF-27A5-41D1-ACA8-F72E0B0147DC}" srcOrd="10" destOrd="0" presId="urn:microsoft.com/office/officeart/2009/3/layout/StepUpProcess"/>
    <dgm:cxn modelId="{77D03ACE-0E06-464B-A47E-C73E7D7FDF45}" type="presParOf" srcId="{9AE259EF-27A5-41D1-ACA8-F72E0B0147DC}" destId="{AF09F3A8-2814-4D50-8C69-E10E823F1B5B}" srcOrd="0" destOrd="0" presId="urn:microsoft.com/office/officeart/2009/3/layout/StepUpProcess"/>
    <dgm:cxn modelId="{0889A597-8613-469F-99CE-F60BE3BDD26B}" type="presParOf" srcId="{9AE259EF-27A5-41D1-ACA8-F72E0B0147DC}" destId="{5F975645-828A-4B57-AC93-108CD921243E}" srcOrd="1" destOrd="0" presId="urn:microsoft.com/office/officeart/2009/3/layout/StepUpProcess"/>
    <dgm:cxn modelId="{163BB941-B025-46AC-908C-34086C49D8E0}" type="presParOf" srcId="{9AE259EF-27A5-41D1-ACA8-F72E0B0147DC}" destId="{EBB7E4C4-03F5-4586-8A6D-5D6923B2C2FD}" srcOrd="2" destOrd="0" presId="urn:microsoft.com/office/officeart/2009/3/layout/StepUpProcess"/>
    <dgm:cxn modelId="{5C08E314-A6DB-4C2E-BFF2-923A4F2EAE72}" type="presParOf" srcId="{2276B8DF-1FDF-4E82-9085-C5EDB64FD0FA}" destId="{173408B1-AAC7-40E3-A6E6-04FBCE6E00A6}" srcOrd="11" destOrd="0" presId="urn:microsoft.com/office/officeart/2009/3/layout/StepUpProcess"/>
    <dgm:cxn modelId="{3681BCA9-108B-4670-8A4A-46BB17B3162F}" type="presParOf" srcId="{173408B1-AAC7-40E3-A6E6-04FBCE6E00A6}" destId="{7F331F12-B466-4E81-9A2D-DBC1043172F6}" srcOrd="0" destOrd="0" presId="urn:microsoft.com/office/officeart/2009/3/layout/StepUpProcess"/>
    <dgm:cxn modelId="{59CD5827-5667-45FE-8FA3-CC8E550B76D8}" type="presParOf" srcId="{2276B8DF-1FDF-4E82-9085-C5EDB64FD0FA}" destId="{B41D20B8-3B09-476E-86A4-31085384EB68}" srcOrd="12" destOrd="0" presId="urn:microsoft.com/office/officeart/2009/3/layout/StepUpProcess"/>
    <dgm:cxn modelId="{8E023476-9A71-411E-A0E9-EB4832172AFE}" type="presParOf" srcId="{B41D20B8-3B09-476E-86A4-31085384EB68}" destId="{744F5C78-B5A0-44C5-97B4-214DAA11BC61}" srcOrd="0" destOrd="0" presId="urn:microsoft.com/office/officeart/2009/3/layout/StepUpProcess"/>
    <dgm:cxn modelId="{CE34AEA2-AE11-4037-833E-B03446A75BE6}" type="presParOf" srcId="{B41D20B8-3B09-476E-86A4-31085384EB68}" destId="{57ACF8BD-C5A9-4212-AED4-73B3290BC92D}"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85BCE0D-B3F1-4ED9-86B4-9B828EA57EEE}" type="doc">
      <dgm:prSet loTypeId="urn:microsoft.com/office/officeart/2005/8/layout/hierarchy2" loCatId="hierarchy" qsTypeId="urn:microsoft.com/office/officeart/2005/8/quickstyle/simple2" qsCatId="simple" csTypeId="urn:microsoft.com/office/officeart/2005/8/colors/accent5_4" csCatId="accent5" phldr="1"/>
      <dgm:spPr/>
      <dgm:t>
        <a:bodyPr/>
        <a:lstStyle/>
        <a:p>
          <a:endParaRPr lang="zh-CN" altLang="en-US"/>
        </a:p>
      </dgm:t>
    </dgm:pt>
    <dgm:pt modelId="{EF6D0FC2-DCCA-4E90-B9BE-D4D2595A1BE9}">
      <dgm:prSet phldrT="[文本]" custT="1"/>
      <dgm:spPr/>
      <dgm:t>
        <a:bodyPr/>
        <a:lstStyle/>
        <a:p>
          <a:r>
            <a:rPr lang="zh-CN" altLang="en-US" sz="1800" b="1" smtClean="0">
              <a:latin typeface="Times New Roman" pitchFamily="18" charset="0"/>
              <a:ea typeface="+mn-ea"/>
              <a:cs typeface="Times New Roman" pitchFamily="18" charset="0"/>
            </a:rPr>
            <a:t>应用实例</a:t>
          </a:r>
          <a:endParaRPr lang="zh-CN" altLang="en-US" sz="1800" b="1" dirty="0">
            <a:latin typeface="Times New Roman" pitchFamily="18" charset="0"/>
            <a:ea typeface="+mn-ea"/>
            <a:cs typeface="Times New Roman" pitchFamily="18" charset="0"/>
          </a:endParaRPr>
        </a:p>
      </dgm:t>
    </dgm:pt>
    <dgm:pt modelId="{7F0E9585-A592-48FC-841A-48DAEC0162A9}" type="parTrans" cxnId="{EAC59446-2496-40BE-9417-BE92D67F77F9}">
      <dgm:prSet/>
      <dgm:spPr/>
      <dgm:t>
        <a:bodyPr/>
        <a:lstStyle/>
        <a:p>
          <a:endParaRPr lang="zh-CN" altLang="en-US" sz="1800" b="1">
            <a:solidFill>
              <a:schemeClr val="bg1"/>
            </a:solidFill>
            <a:latin typeface="Times New Roman" pitchFamily="18" charset="0"/>
            <a:ea typeface="+mn-ea"/>
            <a:cs typeface="Times New Roman" pitchFamily="18" charset="0"/>
          </a:endParaRPr>
        </a:p>
      </dgm:t>
    </dgm:pt>
    <dgm:pt modelId="{76AC1D55-4957-4C6E-A1E8-720F34055DE0}" type="sibTrans" cxnId="{EAC59446-2496-40BE-9417-BE92D67F77F9}">
      <dgm:prSet/>
      <dgm:spPr/>
      <dgm:t>
        <a:bodyPr/>
        <a:lstStyle/>
        <a:p>
          <a:endParaRPr lang="zh-CN" altLang="en-US" sz="1800" b="1">
            <a:solidFill>
              <a:schemeClr val="bg1"/>
            </a:solidFill>
            <a:latin typeface="Times New Roman" pitchFamily="18" charset="0"/>
            <a:ea typeface="+mn-ea"/>
            <a:cs typeface="Times New Roman" pitchFamily="18" charset="0"/>
          </a:endParaRPr>
        </a:p>
      </dgm:t>
    </dgm:pt>
    <dgm:pt modelId="{90C3B4F1-2288-4047-8A96-91AA04A2E9FF}">
      <dgm:prSet phldrT="[文本]" custT="1"/>
      <dgm:spPr/>
      <dgm:t>
        <a:bodyPr/>
        <a:lstStyle/>
        <a:p>
          <a:r>
            <a:rPr lang="zh-CN" sz="1800" b="1" smtClean="0"/>
            <a:t>应用实例二</a:t>
          </a:r>
          <a:endParaRPr lang="zh-CN" altLang="en-US" sz="1800" b="1" dirty="0">
            <a:latin typeface="Times New Roman" pitchFamily="18" charset="0"/>
            <a:ea typeface="+mn-ea"/>
            <a:cs typeface="Times New Roman" pitchFamily="18" charset="0"/>
          </a:endParaRPr>
        </a:p>
      </dgm:t>
    </dgm:pt>
    <dgm:pt modelId="{984A18FC-DB23-4CA9-82E4-5E6AF2228040}" type="parTrans" cxnId="{9F6A8129-E258-4D2B-B5EF-0607DDE2C8ED}">
      <dgm:prSet custT="1"/>
      <dgm:spPr/>
      <dgm:t>
        <a:bodyPr/>
        <a:lstStyle/>
        <a:p>
          <a:endParaRPr lang="zh-CN" altLang="en-US" sz="1800" b="1">
            <a:solidFill>
              <a:schemeClr val="bg1"/>
            </a:solidFill>
            <a:latin typeface="Times New Roman" pitchFamily="18" charset="0"/>
            <a:ea typeface="+mn-ea"/>
            <a:cs typeface="Times New Roman" pitchFamily="18" charset="0"/>
          </a:endParaRPr>
        </a:p>
      </dgm:t>
    </dgm:pt>
    <dgm:pt modelId="{2F320638-8F23-49C0-A2B3-13A1C8E85DF4}" type="sibTrans" cxnId="{9F6A8129-E258-4D2B-B5EF-0607DDE2C8ED}">
      <dgm:prSet/>
      <dgm:spPr/>
      <dgm:t>
        <a:bodyPr/>
        <a:lstStyle/>
        <a:p>
          <a:endParaRPr lang="zh-CN" altLang="en-US" sz="1800" b="1">
            <a:solidFill>
              <a:schemeClr val="bg1"/>
            </a:solidFill>
            <a:latin typeface="Times New Roman" pitchFamily="18" charset="0"/>
            <a:ea typeface="+mn-ea"/>
            <a:cs typeface="Times New Roman" pitchFamily="18" charset="0"/>
          </a:endParaRPr>
        </a:p>
      </dgm:t>
    </dgm:pt>
    <dgm:pt modelId="{04EA0133-B423-40B5-8B06-8280F90E0BCE}">
      <dgm:prSet phldrT="[文本]" custT="1"/>
      <dgm:spPr/>
      <dgm:t>
        <a:bodyPr/>
        <a:lstStyle/>
        <a:p>
          <a:r>
            <a:rPr lang="zh-CN" sz="1800" b="1" dirty="0" smtClean="0"/>
            <a:t>应用实例一</a:t>
          </a:r>
          <a:endParaRPr lang="zh-CN" altLang="en-US" sz="1800" b="1" dirty="0">
            <a:latin typeface="Times New Roman" pitchFamily="18" charset="0"/>
            <a:ea typeface="+mn-ea"/>
            <a:cs typeface="Times New Roman" pitchFamily="18" charset="0"/>
          </a:endParaRPr>
        </a:p>
      </dgm:t>
    </dgm:pt>
    <dgm:pt modelId="{9A095E81-15C2-42A6-B9C9-57AB48F31A00}" type="parTrans" cxnId="{D229D405-0232-408B-9D4A-C3493EB3F4FA}">
      <dgm:prSet custT="1"/>
      <dgm:spPr/>
      <dgm:t>
        <a:bodyPr/>
        <a:lstStyle/>
        <a:p>
          <a:endParaRPr lang="zh-CN" altLang="en-US" sz="1800" b="1">
            <a:solidFill>
              <a:schemeClr val="bg1"/>
            </a:solidFill>
            <a:latin typeface="Times New Roman" pitchFamily="18" charset="0"/>
            <a:ea typeface="+mn-ea"/>
            <a:cs typeface="Times New Roman" pitchFamily="18" charset="0"/>
          </a:endParaRPr>
        </a:p>
      </dgm:t>
    </dgm:pt>
    <dgm:pt modelId="{99E1223A-2205-4F82-8C1A-687793848E8B}" type="sibTrans" cxnId="{D229D405-0232-408B-9D4A-C3493EB3F4FA}">
      <dgm:prSet/>
      <dgm:spPr/>
      <dgm:t>
        <a:bodyPr/>
        <a:lstStyle/>
        <a:p>
          <a:endParaRPr lang="zh-CN" altLang="en-US" sz="1800" b="1">
            <a:solidFill>
              <a:schemeClr val="bg1"/>
            </a:solidFill>
            <a:latin typeface="Times New Roman" pitchFamily="18" charset="0"/>
            <a:ea typeface="+mn-ea"/>
            <a:cs typeface="Times New Roman" pitchFamily="18" charset="0"/>
          </a:endParaRPr>
        </a:p>
      </dgm:t>
    </dgm:pt>
    <dgm:pt modelId="{61A25221-0399-4292-96FE-81763C9F361D}">
      <dgm:prSet phldrT="[文本]" custT="1"/>
      <dgm:spPr/>
      <dgm:t>
        <a:bodyPr/>
        <a:lstStyle/>
        <a:p>
          <a:r>
            <a:rPr lang="zh-CN" sz="1800" b="1" dirty="0" smtClean="0"/>
            <a:t>简单实现串口通信</a:t>
          </a:r>
          <a:endParaRPr lang="zh-CN" altLang="en-US" sz="1800" b="1" dirty="0">
            <a:latin typeface="Times New Roman" pitchFamily="18" charset="0"/>
            <a:ea typeface="+mn-ea"/>
            <a:cs typeface="Times New Roman" pitchFamily="18" charset="0"/>
          </a:endParaRPr>
        </a:p>
      </dgm:t>
    </dgm:pt>
    <dgm:pt modelId="{514F9310-0A9D-45F1-BF92-C314CCB6E64E}" type="parTrans" cxnId="{4665356C-5736-4B14-95A6-68FF09BD9765}">
      <dgm:prSet custT="1"/>
      <dgm:spPr/>
      <dgm:t>
        <a:bodyPr/>
        <a:lstStyle/>
        <a:p>
          <a:endParaRPr lang="zh-CN" altLang="en-US" sz="1800" b="1">
            <a:solidFill>
              <a:schemeClr val="bg1"/>
            </a:solidFill>
          </a:endParaRPr>
        </a:p>
      </dgm:t>
    </dgm:pt>
    <dgm:pt modelId="{83B45A67-A5C8-4E2A-B200-90314A036DA3}" type="sibTrans" cxnId="{4665356C-5736-4B14-95A6-68FF09BD9765}">
      <dgm:prSet/>
      <dgm:spPr/>
      <dgm:t>
        <a:bodyPr/>
        <a:lstStyle/>
        <a:p>
          <a:endParaRPr lang="zh-CN" altLang="en-US" sz="1800" b="1">
            <a:solidFill>
              <a:schemeClr val="bg1"/>
            </a:solidFill>
          </a:endParaRPr>
        </a:p>
      </dgm:t>
    </dgm:pt>
    <dgm:pt modelId="{5C8464F2-DB3E-4677-9DA7-2E5132B38216}">
      <dgm:prSet phldrT="[文本]" custT="1"/>
      <dgm:spPr/>
      <dgm:t>
        <a:bodyPr/>
        <a:lstStyle/>
        <a:p>
          <a:r>
            <a:rPr lang="zh-CN" sz="1800" b="1" dirty="0" smtClean="0"/>
            <a:t>重定向</a:t>
          </a:r>
          <a:r>
            <a:rPr lang="en-US" sz="1800" b="1" dirty="0" err="1" smtClean="0"/>
            <a:t>printf</a:t>
          </a:r>
          <a:r>
            <a:rPr lang="en-US" sz="1800" b="1" dirty="0" smtClean="0"/>
            <a:t>()</a:t>
          </a:r>
          <a:r>
            <a:rPr lang="zh-CN" sz="1800" b="1" dirty="0" smtClean="0"/>
            <a:t>函数和</a:t>
          </a:r>
          <a:r>
            <a:rPr lang="en-US" sz="1800" b="1" dirty="0" err="1" smtClean="0"/>
            <a:t>scanf</a:t>
          </a:r>
          <a:r>
            <a:rPr lang="en-US" sz="1800" b="1" dirty="0" smtClean="0"/>
            <a:t>()</a:t>
          </a:r>
          <a:r>
            <a:rPr lang="zh-CN" sz="1800" b="1" dirty="0" smtClean="0"/>
            <a:t>函数</a:t>
          </a:r>
          <a:endParaRPr lang="zh-CN" altLang="en-US" sz="1800" b="1" dirty="0">
            <a:latin typeface="Times New Roman" pitchFamily="18" charset="0"/>
            <a:ea typeface="+mn-ea"/>
            <a:cs typeface="Times New Roman" pitchFamily="18" charset="0"/>
          </a:endParaRPr>
        </a:p>
      </dgm:t>
    </dgm:pt>
    <dgm:pt modelId="{75846146-A450-46C3-BAA7-FB5A43405301}" type="parTrans" cxnId="{A23AD664-DC8F-4884-A50A-998407D182A3}">
      <dgm:prSet custT="1"/>
      <dgm:spPr/>
      <dgm:t>
        <a:bodyPr/>
        <a:lstStyle/>
        <a:p>
          <a:endParaRPr lang="zh-CN" altLang="en-US" sz="1800" b="1">
            <a:solidFill>
              <a:schemeClr val="bg1"/>
            </a:solidFill>
          </a:endParaRPr>
        </a:p>
      </dgm:t>
    </dgm:pt>
    <dgm:pt modelId="{3AE31981-E032-4538-B35C-6466401B97B7}" type="sibTrans" cxnId="{A23AD664-DC8F-4884-A50A-998407D182A3}">
      <dgm:prSet/>
      <dgm:spPr/>
      <dgm:t>
        <a:bodyPr/>
        <a:lstStyle/>
        <a:p>
          <a:endParaRPr lang="zh-CN" altLang="en-US" sz="1800" b="1">
            <a:solidFill>
              <a:schemeClr val="bg1"/>
            </a:solidFill>
          </a:endParaRPr>
        </a:p>
      </dgm:t>
    </dgm:pt>
    <dgm:pt modelId="{0A4101D2-674B-43D3-8975-67B06657FF8B}">
      <dgm:prSet phldrT="[文本]" custT="1"/>
      <dgm:spPr/>
      <dgm:t>
        <a:bodyPr/>
        <a:lstStyle/>
        <a:p>
          <a:r>
            <a:rPr lang="zh-CN" sz="1800" b="1" dirty="0" smtClean="0"/>
            <a:t>应用实例三</a:t>
          </a:r>
          <a:endParaRPr lang="zh-CN" altLang="en-US" sz="1800" b="1" dirty="0">
            <a:latin typeface="Times New Roman" pitchFamily="18" charset="0"/>
            <a:ea typeface="+mn-ea"/>
            <a:cs typeface="Times New Roman" pitchFamily="18" charset="0"/>
          </a:endParaRPr>
        </a:p>
      </dgm:t>
    </dgm:pt>
    <dgm:pt modelId="{BB34A001-F090-4D99-86CF-BDBBB0EB6BFB}" type="parTrans" cxnId="{F3DA2E9D-4129-449A-B7F6-AD878E0FF9C2}">
      <dgm:prSet custT="1"/>
      <dgm:spPr/>
      <dgm:t>
        <a:bodyPr/>
        <a:lstStyle/>
        <a:p>
          <a:endParaRPr lang="zh-CN" altLang="en-US" sz="1800" b="1">
            <a:solidFill>
              <a:schemeClr val="bg1"/>
            </a:solidFill>
          </a:endParaRPr>
        </a:p>
      </dgm:t>
    </dgm:pt>
    <dgm:pt modelId="{0566028F-A3A4-4D92-A655-460513152878}" type="sibTrans" cxnId="{F3DA2E9D-4129-449A-B7F6-AD878E0FF9C2}">
      <dgm:prSet/>
      <dgm:spPr/>
      <dgm:t>
        <a:bodyPr/>
        <a:lstStyle/>
        <a:p>
          <a:endParaRPr lang="zh-CN" altLang="en-US" sz="1800" b="1">
            <a:solidFill>
              <a:schemeClr val="bg1"/>
            </a:solidFill>
          </a:endParaRPr>
        </a:p>
      </dgm:t>
    </dgm:pt>
    <dgm:pt modelId="{6B1AC985-93F2-4881-99F9-841E047E2485}">
      <dgm:prSet phldrT="[文本]" custT="1"/>
      <dgm:spPr/>
      <dgm:t>
        <a:bodyPr/>
        <a:lstStyle/>
        <a:p>
          <a:r>
            <a:rPr lang="en-US" sz="1800" b="1" dirty="0" smtClean="0"/>
            <a:t>USART</a:t>
          </a:r>
          <a:r>
            <a:rPr lang="zh-CN" sz="1800" b="1" dirty="0" smtClean="0"/>
            <a:t>查询方式</a:t>
          </a:r>
          <a:endParaRPr lang="zh-CN" altLang="en-US" sz="1800" b="1" dirty="0">
            <a:latin typeface="Times New Roman" pitchFamily="18" charset="0"/>
            <a:ea typeface="+mn-ea"/>
            <a:cs typeface="Times New Roman" pitchFamily="18" charset="0"/>
          </a:endParaRPr>
        </a:p>
      </dgm:t>
    </dgm:pt>
    <dgm:pt modelId="{BAD357FE-B278-4792-AE34-67AFCF3EDB1B}" type="parTrans" cxnId="{AC9205B1-D2E2-4AD7-905D-7FFC8E0E2BFC}">
      <dgm:prSet custT="1"/>
      <dgm:spPr/>
      <dgm:t>
        <a:bodyPr/>
        <a:lstStyle/>
        <a:p>
          <a:endParaRPr lang="zh-CN" altLang="en-US" sz="1800" b="1">
            <a:solidFill>
              <a:schemeClr val="bg1"/>
            </a:solidFill>
          </a:endParaRPr>
        </a:p>
      </dgm:t>
    </dgm:pt>
    <dgm:pt modelId="{6E149D2C-A65E-4540-B673-261650AE0D6E}" type="sibTrans" cxnId="{AC9205B1-D2E2-4AD7-905D-7FFC8E0E2BFC}">
      <dgm:prSet/>
      <dgm:spPr/>
      <dgm:t>
        <a:bodyPr/>
        <a:lstStyle/>
        <a:p>
          <a:endParaRPr lang="zh-CN" altLang="en-US" sz="1800" b="1">
            <a:solidFill>
              <a:schemeClr val="bg1"/>
            </a:solidFill>
          </a:endParaRPr>
        </a:p>
      </dgm:t>
    </dgm:pt>
    <dgm:pt modelId="{888D5EA9-4CC0-4ADF-89F9-850DE9182F34}" type="pres">
      <dgm:prSet presAssocID="{785BCE0D-B3F1-4ED9-86B4-9B828EA57EEE}" presName="diagram" presStyleCnt="0">
        <dgm:presLayoutVars>
          <dgm:chPref val="1"/>
          <dgm:dir/>
          <dgm:animOne val="branch"/>
          <dgm:animLvl val="lvl"/>
          <dgm:resizeHandles val="exact"/>
        </dgm:presLayoutVars>
      </dgm:prSet>
      <dgm:spPr/>
      <dgm:t>
        <a:bodyPr/>
        <a:lstStyle/>
        <a:p>
          <a:endParaRPr lang="zh-CN" altLang="en-US"/>
        </a:p>
      </dgm:t>
    </dgm:pt>
    <dgm:pt modelId="{E72B30E4-B7A8-4E81-BFF0-F191CF76B11B}" type="pres">
      <dgm:prSet presAssocID="{EF6D0FC2-DCCA-4E90-B9BE-D4D2595A1BE9}" presName="root1" presStyleCnt="0"/>
      <dgm:spPr/>
      <dgm:t>
        <a:bodyPr/>
        <a:lstStyle/>
        <a:p>
          <a:endParaRPr lang="zh-CN" altLang="en-US"/>
        </a:p>
      </dgm:t>
    </dgm:pt>
    <dgm:pt modelId="{349801AA-D9C1-4B82-8B31-1DD2B68FE93D}" type="pres">
      <dgm:prSet presAssocID="{EF6D0FC2-DCCA-4E90-B9BE-D4D2595A1BE9}" presName="LevelOneTextNode" presStyleLbl="node0" presStyleIdx="0" presStyleCnt="1" custScaleX="88283">
        <dgm:presLayoutVars>
          <dgm:chPref val="3"/>
        </dgm:presLayoutVars>
      </dgm:prSet>
      <dgm:spPr/>
      <dgm:t>
        <a:bodyPr/>
        <a:lstStyle/>
        <a:p>
          <a:endParaRPr lang="zh-CN" altLang="en-US"/>
        </a:p>
      </dgm:t>
    </dgm:pt>
    <dgm:pt modelId="{BDB23304-05C1-438D-A7B0-D3E1CAD2617C}" type="pres">
      <dgm:prSet presAssocID="{EF6D0FC2-DCCA-4E90-B9BE-D4D2595A1BE9}" presName="level2hierChild" presStyleCnt="0"/>
      <dgm:spPr/>
      <dgm:t>
        <a:bodyPr/>
        <a:lstStyle/>
        <a:p>
          <a:endParaRPr lang="zh-CN" altLang="en-US"/>
        </a:p>
      </dgm:t>
    </dgm:pt>
    <dgm:pt modelId="{4AA70A89-A3A6-4345-832B-CB65B1785775}" type="pres">
      <dgm:prSet presAssocID="{9A095E81-15C2-42A6-B9C9-57AB48F31A00}" presName="conn2-1" presStyleLbl="parChTrans1D2" presStyleIdx="0" presStyleCnt="3"/>
      <dgm:spPr/>
      <dgm:t>
        <a:bodyPr/>
        <a:lstStyle/>
        <a:p>
          <a:endParaRPr lang="zh-CN" altLang="en-US"/>
        </a:p>
      </dgm:t>
    </dgm:pt>
    <dgm:pt modelId="{B9A72D90-1C55-40DE-8BD9-9245980850DA}" type="pres">
      <dgm:prSet presAssocID="{9A095E81-15C2-42A6-B9C9-57AB48F31A00}" presName="connTx" presStyleLbl="parChTrans1D2" presStyleIdx="0" presStyleCnt="3"/>
      <dgm:spPr/>
      <dgm:t>
        <a:bodyPr/>
        <a:lstStyle/>
        <a:p>
          <a:endParaRPr lang="zh-CN" altLang="en-US"/>
        </a:p>
      </dgm:t>
    </dgm:pt>
    <dgm:pt modelId="{85CE4DE5-16A7-41EA-B029-11219054CBC5}" type="pres">
      <dgm:prSet presAssocID="{04EA0133-B423-40B5-8B06-8280F90E0BCE}" presName="root2" presStyleCnt="0"/>
      <dgm:spPr/>
      <dgm:t>
        <a:bodyPr/>
        <a:lstStyle/>
        <a:p>
          <a:endParaRPr lang="zh-CN" altLang="en-US"/>
        </a:p>
      </dgm:t>
    </dgm:pt>
    <dgm:pt modelId="{0EA4A5F4-DCC8-40D1-9160-D41E725559D7}" type="pres">
      <dgm:prSet presAssocID="{04EA0133-B423-40B5-8B06-8280F90E0BCE}" presName="LevelTwoTextNode" presStyleLbl="node2" presStyleIdx="0" presStyleCnt="3" custScaleX="116526">
        <dgm:presLayoutVars>
          <dgm:chPref val="3"/>
        </dgm:presLayoutVars>
      </dgm:prSet>
      <dgm:spPr/>
      <dgm:t>
        <a:bodyPr/>
        <a:lstStyle/>
        <a:p>
          <a:endParaRPr lang="zh-CN" altLang="en-US"/>
        </a:p>
      </dgm:t>
    </dgm:pt>
    <dgm:pt modelId="{C94EFCAA-250E-427A-8986-AFC13285C51A}" type="pres">
      <dgm:prSet presAssocID="{04EA0133-B423-40B5-8B06-8280F90E0BCE}" presName="level3hierChild" presStyleCnt="0"/>
      <dgm:spPr/>
      <dgm:t>
        <a:bodyPr/>
        <a:lstStyle/>
        <a:p>
          <a:endParaRPr lang="zh-CN" altLang="en-US"/>
        </a:p>
      </dgm:t>
    </dgm:pt>
    <dgm:pt modelId="{1922B3A8-0B6E-480E-AA45-0A602B5DF87A}" type="pres">
      <dgm:prSet presAssocID="{514F9310-0A9D-45F1-BF92-C314CCB6E64E}" presName="conn2-1" presStyleLbl="parChTrans1D3" presStyleIdx="0" presStyleCnt="3"/>
      <dgm:spPr/>
      <dgm:t>
        <a:bodyPr/>
        <a:lstStyle/>
        <a:p>
          <a:endParaRPr lang="zh-CN" altLang="en-US"/>
        </a:p>
      </dgm:t>
    </dgm:pt>
    <dgm:pt modelId="{72F583FC-5DC4-4813-84A4-BA291B8D795E}" type="pres">
      <dgm:prSet presAssocID="{514F9310-0A9D-45F1-BF92-C314CCB6E64E}" presName="connTx" presStyleLbl="parChTrans1D3" presStyleIdx="0" presStyleCnt="3"/>
      <dgm:spPr/>
      <dgm:t>
        <a:bodyPr/>
        <a:lstStyle/>
        <a:p>
          <a:endParaRPr lang="zh-CN" altLang="en-US"/>
        </a:p>
      </dgm:t>
    </dgm:pt>
    <dgm:pt modelId="{B9C2922D-FF57-4794-832A-D337DEEECB47}" type="pres">
      <dgm:prSet presAssocID="{61A25221-0399-4292-96FE-81763C9F361D}" presName="root2" presStyleCnt="0"/>
      <dgm:spPr/>
      <dgm:t>
        <a:bodyPr/>
        <a:lstStyle/>
        <a:p>
          <a:endParaRPr lang="zh-CN" altLang="en-US"/>
        </a:p>
      </dgm:t>
    </dgm:pt>
    <dgm:pt modelId="{0B8D6976-698F-4915-BC60-03D58D9030EF}" type="pres">
      <dgm:prSet presAssocID="{61A25221-0399-4292-96FE-81763C9F361D}" presName="LevelTwoTextNode" presStyleLbl="node3" presStyleIdx="0" presStyleCnt="3" custScaleX="284905">
        <dgm:presLayoutVars>
          <dgm:chPref val="3"/>
        </dgm:presLayoutVars>
      </dgm:prSet>
      <dgm:spPr/>
      <dgm:t>
        <a:bodyPr/>
        <a:lstStyle/>
        <a:p>
          <a:endParaRPr lang="zh-CN" altLang="en-US"/>
        </a:p>
      </dgm:t>
    </dgm:pt>
    <dgm:pt modelId="{1FE99F0F-1832-4E94-A80E-CAFA193F5CC1}" type="pres">
      <dgm:prSet presAssocID="{61A25221-0399-4292-96FE-81763C9F361D}" presName="level3hierChild" presStyleCnt="0"/>
      <dgm:spPr/>
      <dgm:t>
        <a:bodyPr/>
        <a:lstStyle/>
        <a:p>
          <a:endParaRPr lang="zh-CN" altLang="en-US"/>
        </a:p>
      </dgm:t>
    </dgm:pt>
    <dgm:pt modelId="{ADD60F7E-F129-4FAA-9717-6BBCD5214DDA}" type="pres">
      <dgm:prSet presAssocID="{984A18FC-DB23-4CA9-82E4-5E6AF2228040}" presName="conn2-1" presStyleLbl="parChTrans1D2" presStyleIdx="1" presStyleCnt="3"/>
      <dgm:spPr/>
      <dgm:t>
        <a:bodyPr/>
        <a:lstStyle/>
        <a:p>
          <a:endParaRPr lang="zh-CN" altLang="en-US"/>
        </a:p>
      </dgm:t>
    </dgm:pt>
    <dgm:pt modelId="{449D759B-5FA0-4863-85FB-23528C315F39}" type="pres">
      <dgm:prSet presAssocID="{984A18FC-DB23-4CA9-82E4-5E6AF2228040}" presName="connTx" presStyleLbl="parChTrans1D2" presStyleIdx="1" presStyleCnt="3"/>
      <dgm:spPr/>
      <dgm:t>
        <a:bodyPr/>
        <a:lstStyle/>
        <a:p>
          <a:endParaRPr lang="zh-CN" altLang="en-US"/>
        </a:p>
      </dgm:t>
    </dgm:pt>
    <dgm:pt modelId="{9404CF60-5CFB-42DC-B559-4DEB8536120B}" type="pres">
      <dgm:prSet presAssocID="{90C3B4F1-2288-4047-8A96-91AA04A2E9FF}" presName="root2" presStyleCnt="0"/>
      <dgm:spPr/>
      <dgm:t>
        <a:bodyPr/>
        <a:lstStyle/>
        <a:p>
          <a:endParaRPr lang="zh-CN" altLang="en-US"/>
        </a:p>
      </dgm:t>
    </dgm:pt>
    <dgm:pt modelId="{0F98E39D-9477-4FD6-913C-B6D96817538C}" type="pres">
      <dgm:prSet presAssocID="{90C3B4F1-2288-4047-8A96-91AA04A2E9FF}" presName="LevelTwoTextNode" presStyleLbl="node2" presStyleIdx="1" presStyleCnt="3" custScaleX="116526">
        <dgm:presLayoutVars>
          <dgm:chPref val="3"/>
        </dgm:presLayoutVars>
      </dgm:prSet>
      <dgm:spPr/>
      <dgm:t>
        <a:bodyPr/>
        <a:lstStyle/>
        <a:p>
          <a:endParaRPr lang="zh-CN" altLang="en-US"/>
        </a:p>
      </dgm:t>
    </dgm:pt>
    <dgm:pt modelId="{9F9B2178-2060-4F9A-8136-6DFD3E30323E}" type="pres">
      <dgm:prSet presAssocID="{90C3B4F1-2288-4047-8A96-91AA04A2E9FF}" presName="level3hierChild" presStyleCnt="0"/>
      <dgm:spPr/>
      <dgm:t>
        <a:bodyPr/>
        <a:lstStyle/>
        <a:p>
          <a:endParaRPr lang="zh-CN" altLang="en-US"/>
        </a:p>
      </dgm:t>
    </dgm:pt>
    <dgm:pt modelId="{197D60DE-A4E1-4F4B-8601-CE1570FEC5EA}" type="pres">
      <dgm:prSet presAssocID="{75846146-A450-46C3-BAA7-FB5A43405301}" presName="conn2-1" presStyleLbl="parChTrans1D3" presStyleIdx="1" presStyleCnt="3"/>
      <dgm:spPr/>
      <dgm:t>
        <a:bodyPr/>
        <a:lstStyle/>
        <a:p>
          <a:endParaRPr lang="zh-CN" altLang="en-US"/>
        </a:p>
      </dgm:t>
    </dgm:pt>
    <dgm:pt modelId="{C5A7492D-B7A6-4219-B19A-CA18BDB68083}" type="pres">
      <dgm:prSet presAssocID="{75846146-A450-46C3-BAA7-FB5A43405301}" presName="connTx" presStyleLbl="parChTrans1D3" presStyleIdx="1" presStyleCnt="3"/>
      <dgm:spPr/>
      <dgm:t>
        <a:bodyPr/>
        <a:lstStyle/>
        <a:p>
          <a:endParaRPr lang="zh-CN" altLang="en-US"/>
        </a:p>
      </dgm:t>
    </dgm:pt>
    <dgm:pt modelId="{28967C6E-6422-4290-9A89-89777D3E836A}" type="pres">
      <dgm:prSet presAssocID="{5C8464F2-DB3E-4677-9DA7-2E5132B38216}" presName="root2" presStyleCnt="0"/>
      <dgm:spPr/>
      <dgm:t>
        <a:bodyPr/>
        <a:lstStyle/>
        <a:p>
          <a:endParaRPr lang="zh-CN" altLang="en-US"/>
        </a:p>
      </dgm:t>
    </dgm:pt>
    <dgm:pt modelId="{6B4845DC-86E5-414D-9A3C-7AF4ECF63269}" type="pres">
      <dgm:prSet presAssocID="{5C8464F2-DB3E-4677-9DA7-2E5132B38216}" presName="LevelTwoTextNode" presStyleLbl="node3" presStyleIdx="1" presStyleCnt="3" custScaleX="284905">
        <dgm:presLayoutVars>
          <dgm:chPref val="3"/>
        </dgm:presLayoutVars>
      </dgm:prSet>
      <dgm:spPr/>
      <dgm:t>
        <a:bodyPr/>
        <a:lstStyle/>
        <a:p>
          <a:endParaRPr lang="zh-CN" altLang="en-US"/>
        </a:p>
      </dgm:t>
    </dgm:pt>
    <dgm:pt modelId="{40996E06-D37D-4E43-8B75-7710939C0928}" type="pres">
      <dgm:prSet presAssocID="{5C8464F2-DB3E-4677-9DA7-2E5132B38216}" presName="level3hierChild" presStyleCnt="0"/>
      <dgm:spPr/>
      <dgm:t>
        <a:bodyPr/>
        <a:lstStyle/>
        <a:p>
          <a:endParaRPr lang="zh-CN" altLang="en-US"/>
        </a:p>
      </dgm:t>
    </dgm:pt>
    <dgm:pt modelId="{B8CFF66D-8272-4931-8891-25D027206AA9}" type="pres">
      <dgm:prSet presAssocID="{BB34A001-F090-4D99-86CF-BDBBB0EB6BFB}" presName="conn2-1" presStyleLbl="parChTrans1D2" presStyleIdx="2" presStyleCnt="3"/>
      <dgm:spPr/>
      <dgm:t>
        <a:bodyPr/>
        <a:lstStyle/>
        <a:p>
          <a:endParaRPr lang="zh-CN" altLang="en-US"/>
        </a:p>
      </dgm:t>
    </dgm:pt>
    <dgm:pt modelId="{CAC0B8DC-C0B5-4A7E-83CA-995B4032D7EC}" type="pres">
      <dgm:prSet presAssocID="{BB34A001-F090-4D99-86CF-BDBBB0EB6BFB}" presName="connTx" presStyleLbl="parChTrans1D2" presStyleIdx="2" presStyleCnt="3"/>
      <dgm:spPr/>
      <dgm:t>
        <a:bodyPr/>
        <a:lstStyle/>
        <a:p>
          <a:endParaRPr lang="zh-CN" altLang="en-US"/>
        </a:p>
      </dgm:t>
    </dgm:pt>
    <dgm:pt modelId="{639044FA-FF05-4363-930E-E7ED5BC7A36A}" type="pres">
      <dgm:prSet presAssocID="{0A4101D2-674B-43D3-8975-67B06657FF8B}" presName="root2" presStyleCnt="0"/>
      <dgm:spPr/>
      <dgm:t>
        <a:bodyPr/>
        <a:lstStyle/>
        <a:p>
          <a:endParaRPr lang="zh-CN" altLang="en-US"/>
        </a:p>
      </dgm:t>
    </dgm:pt>
    <dgm:pt modelId="{44D5020E-1FDB-4CE3-990D-AFD35D46F240}" type="pres">
      <dgm:prSet presAssocID="{0A4101D2-674B-43D3-8975-67B06657FF8B}" presName="LevelTwoTextNode" presStyleLbl="node2" presStyleIdx="2" presStyleCnt="3" custScaleX="115311">
        <dgm:presLayoutVars>
          <dgm:chPref val="3"/>
        </dgm:presLayoutVars>
      </dgm:prSet>
      <dgm:spPr/>
      <dgm:t>
        <a:bodyPr/>
        <a:lstStyle/>
        <a:p>
          <a:endParaRPr lang="zh-CN" altLang="en-US"/>
        </a:p>
      </dgm:t>
    </dgm:pt>
    <dgm:pt modelId="{7CD7570A-E750-43A2-9220-7B0FBA91EE63}" type="pres">
      <dgm:prSet presAssocID="{0A4101D2-674B-43D3-8975-67B06657FF8B}" presName="level3hierChild" presStyleCnt="0"/>
      <dgm:spPr/>
      <dgm:t>
        <a:bodyPr/>
        <a:lstStyle/>
        <a:p>
          <a:endParaRPr lang="zh-CN" altLang="en-US"/>
        </a:p>
      </dgm:t>
    </dgm:pt>
    <dgm:pt modelId="{3504E788-7145-436D-8ED2-5F0A7F751F5E}" type="pres">
      <dgm:prSet presAssocID="{BAD357FE-B278-4792-AE34-67AFCF3EDB1B}" presName="conn2-1" presStyleLbl="parChTrans1D3" presStyleIdx="2" presStyleCnt="3"/>
      <dgm:spPr/>
      <dgm:t>
        <a:bodyPr/>
        <a:lstStyle/>
        <a:p>
          <a:endParaRPr lang="zh-CN" altLang="en-US"/>
        </a:p>
      </dgm:t>
    </dgm:pt>
    <dgm:pt modelId="{AADA7508-1C0C-4DBA-A79A-9BD06354E426}" type="pres">
      <dgm:prSet presAssocID="{BAD357FE-B278-4792-AE34-67AFCF3EDB1B}" presName="connTx" presStyleLbl="parChTrans1D3" presStyleIdx="2" presStyleCnt="3"/>
      <dgm:spPr/>
      <dgm:t>
        <a:bodyPr/>
        <a:lstStyle/>
        <a:p>
          <a:endParaRPr lang="zh-CN" altLang="en-US"/>
        </a:p>
      </dgm:t>
    </dgm:pt>
    <dgm:pt modelId="{CA28BDE9-C1FD-4531-A727-8C2ADF1ED5A2}" type="pres">
      <dgm:prSet presAssocID="{6B1AC985-93F2-4881-99F9-841E047E2485}" presName="root2" presStyleCnt="0"/>
      <dgm:spPr/>
      <dgm:t>
        <a:bodyPr/>
        <a:lstStyle/>
        <a:p>
          <a:endParaRPr lang="zh-CN" altLang="en-US"/>
        </a:p>
      </dgm:t>
    </dgm:pt>
    <dgm:pt modelId="{73EB5796-903E-4167-B572-E6F1DB24C831}" type="pres">
      <dgm:prSet presAssocID="{6B1AC985-93F2-4881-99F9-841E047E2485}" presName="LevelTwoTextNode" presStyleLbl="node3" presStyleIdx="2" presStyleCnt="3" custScaleX="284905">
        <dgm:presLayoutVars>
          <dgm:chPref val="3"/>
        </dgm:presLayoutVars>
      </dgm:prSet>
      <dgm:spPr/>
      <dgm:t>
        <a:bodyPr/>
        <a:lstStyle/>
        <a:p>
          <a:endParaRPr lang="zh-CN" altLang="en-US"/>
        </a:p>
      </dgm:t>
    </dgm:pt>
    <dgm:pt modelId="{BD8A9E97-6153-49E4-BFA3-C4B500193179}" type="pres">
      <dgm:prSet presAssocID="{6B1AC985-93F2-4881-99F9-841E047E2485}" presName="level3hierChild" presStyleCnt="0"/>
      <dgm:spPr/>
      <dgm:t>
        <a:bodyPr/>
        <a:lstStyle/>
        <a:p>
          <a:endParaRPr lang="zh-CN" altLang="en-US"/>
        </a:p>
      </dgm:t>
    </dgm:pt>
  </dgm:ptLst>
  <dgm:cxnLst>
    <dgm:cxn modelId="{3634FB70-83FF-47C1-A5BD-ABCF3348B1C5}" type="presOf" srcId="{984A18FC-DB23-4CA9-82E4-5E6AF2228040}" destId="{ADD60F7E-F129-4FAA-9717-6BBCD5214DDA}" srcOrd="0" destOrd="0" presId="urn:microsoft.com/office/officeart/2005/8/layout/hierarchy2"/>
    <dgm:cxn modelId="{435360A2-1973-4D44-A4E3-5557DB52D454}" type="presOf" srcId="{EF6D0FC2-DCCA-4E90-B9BE-D4D2595A1BE9}" destId="{349801AA-D9C1-4B82-8B31-1DD2B68FE93D}" srcOrd="0" destOrd="0" presId="urn:microsoft.com/office/officeart/2005/8/layout/hierarchy2"/>
    <dgm:cxn modelId="{908AEB3F-0BE0-41B6-AF1F-7B9C6F11AD6B}" type="presOf" srcId="{6B1AC985-93F2-4881-99F9-841E047E2485}" destId="{73EB5796-903E-4167-B572-E6F1DB24C831}" srcOrd="0" destOrd="0" presId="urn:microsoft.com/office/officeart/2005/8/layout/hierarchy2"/>
    <dgm:cxn modelId="{16968494-6127-493F-AF53-D21CA4F3D39D}" type="presOf" srcId="{9A095E81-15C2-42A6-B9C9-57AB48F31A00}" destId="{B9A72D90-1C55-40DE-8BD9-9245980850DA}" srcOrd="1" destOrd="0" presId="urn:microsoft.com/office/officeart/2005/8/layout/hierarchy2"/>
    <dgm:cxn modelId="{21B00579-BABA-4EA3-95A6-17D22DB5531D}" type="presOf" srcId="{BB34A001-F090-4D99-86CF-BDBBB0EB6BFB}" destId="{B8CFF66D-8272-4931-8891-25D027206AA9}" srcOrd="0" destOrd="0" presId="urn:microsoft.com/office/officeart/2005/8/layout/hierarchy2"/>
    <dgm:cxn modelId="{AC9205B1-D2E2-4AD7-905D-7FFC8E0E2BFC}" srcId="{0A4101D2-674B-43D3-8975-67B06657FF8B}" destId="{6B1AC985-93F2-4881-99F9-841E047E2485}" srcOrd="0" destOrd="0" parTransId="{BAD357FE-B278-4792-AE34-67AFCF3EDB1B}" sibTransId="{6E149D2C-A65E-4540-B673-261650AE0D6E}"/>
    <dgm:cxn modelId="{3E62E58C-A136-493F-84E3-2AB3E910A351}" type="presOf" srcId="{514F9310-0A9D-45F1-BF92-C314CCB6E64E}" destId="{72F583FC-5DC4-4813-84A4-BA291B8D795E}" srcOrd="1" destOrd="0" presId="urn:microsoft.com/office/officeart/2005/8/layout/hierarchy2"/>
    <dgm:cxn modelId="{7E17226A-5D34-442A-ADD8-1275FCBD17FD}" type="presOf" srcId="{0A4101D2-674B-43D3-8975-67B06657FF8B}" destId="{44D5020E-1FDB-4CE3-990D-AFD35D46F240}" srcOrd="0" destOrd="0" presId="urn:microsoft.com/office/officeart/2005/8/layout/hierarchy2"/>
    <dgm:cxn modelId="{F3DA2E9D-4129-449A-B7F6-AD878E0FF9C2}" srcId="{EF6D0FC2-DCCA-4E90-B9BE-D4D2595A1BE9}" destId="{0A4101D2-674B-43D3-8975-67B06657FF8B}" srcOrd="2" destOrd="0" parTransId="{BB34A001-F090-4D99-86CF-BDBBB0EB6BFB}" sibTransId="{0566028F-A3A4-4D92-A655-460513152878}"/>
    <dgm:cxn modelId="{EB4DFD73-DEFE-4781-8338-9558362D0962}" type="presOf" srcId="{514F9310-0A9D-45F1-BF92-C314CCB6E64E}" destId="{1922B3A8-0B6E-480E-AA45-0A602B5DF87A}" srcOrd="0" destOrd="0" presId="urn:microsoft.com/office/officeart/2005/8/layout/hierarchy2"/>
    <dgm:cxn modelId="{5C4D5E8A-7175-4565-9A82-85A96EBCE40C}" type="presOf" srcId="{BAD357FE-B278-4792-AE34-67AFCF3EDB1B}" destId="{AADA7508-1C0C-4DBA-A79A-9BD06354E426}" srcOrd="1" destOrd="0" presId="urn:microsoft.com/office/officeart/2005/8/layout/hierarchy2"/>
    <dgm:cxn modelId="{CA9EF4C2-E383-4F1C-9C6D-2C04BE781F9A}" type="presOf" srcId="{785BCE0D-B3F1-4ED9-86B4-9B828EA57EEE}" destId="{888D5EA9-4CC0-4ADF-89F9-850DE9182F34}" srcOrd="0" destOrd="0" presId="urn:microsoft.com/office/officeart/2005/8/layout/hierarchy2"/>
    <dgm:cxn modelId="{ACD9094E-8183-499C-96C2-1BF5210D71B6}" type="presOf" srcId="{9A095E81-15C2-42A6-B9C9-57AB48F31A00}" destId="{4AA70A89-A3A6-4345-832B-CB65B1785775}" srcOrd="0" destOrd="0" presId="urn:microsoft.com/office/officeart/2005/8/layout/hierarchy2"/>
    <dgm:cxn modelId="{D229D405-0232-408B-9D4A-C3493EB3F4FA}" srcId="{EF6D0FC2-DCCA-4E90-B9BE-D4D2595A1BE9}" destId="{04EA0133-B423-40B5-8B06-8280F90E0BCE}" srcOrd="0" destOrd="0" parTransId="{9A095E81-15C2-42A6-B9C9-57AB48F31A00}" sibTransId="{99E1223A-2205-4F82-8C1A-687793848E8B}"/>
    <dgm:cxn modelId="{B88FF950-41BA-4AF2-82D9-1492BABA1159}" type="presOf" srcId="{90C3B4F1-2288-4047-8A96-91AA04A2E9FF}" destId="{0F98E39D-9477-4FD6-913C-B6D96817538C}" srcOrd="0" destOrd="0" presId="urn:microsoft.com/office/officeart/2005/8/layout/hierarchy2"/>
    <dgm:cxn modelId="{84FAB8B0-4E39-4634-B4E2-D10423413968}" type="presOf" srcId="{75846146-A450-46C3-BAA7-FB5A43405301}" destId="{C5A7492D-B7A6-4219-B19A-CA18BDB68083}" srcOrd="1" destOrd="0" presId="urn:microsoft.com/office/officeart/2005/8/layout/hierarchy2"/>
    <dgm:cxn modelId="{4665356C-5736-4B14-95A6-68FF09BD9765}" srcId="{04EA0133-B423-40B5-8B06-8280F90E0BCE}" destId="{61A25221-0399-4292-96FE-81763C9F361D}" srcOrd="0" destOrd="0" parTransId="{514F9310-0A9D-45F1-BF92-C314CCB6E64E}" sibTransId="{83B45A67-A5C8-4E2A-B200-90314A036DA3}"/>
    <dgm:cxn modelId="{EAC59446-2496-40BE-9417-BE92D67F77F9}" srcId="{785BCE0D-B3F1-4ED9-86B4-9B828EA57EEE}" destId="{EF6D0FC2-DCCA-4E90-B9BE-D4D2595A1BE9}" srcOrd="0" destOrd="0" parTransId="{7F0E9585-A592-48FC-841A-48DAEC0162A9}" sibTransId="{76AC1D55-4957-4C6E-A1E8-720F34055DE0}"/>
    <dgm:cxn modelId="{B8334D70-6D3A-4EA9-939A-5219021D176A}" type="presOf" srcId="{984A18FC-DB23-4CA9-82E4-5E6AF2228040}" destId="{449D759B-5FA0-4863-85FB-23528C315F39}" srcOrd="1" destOrd="0" presId="urn:microsoft.com/office/officeart/2005/8/layout/hierarchy2"/>
    <dgm:cxn modelId="{A23AD664-DC8F-4884-A50A-998407D182A3}" srcId="{90C3B4F1-2288-4047-8A96-91AA04A2E9FF}" destId="{5C8464F2-DB3E-4677-9DA7-2E5132B38216}" srcOrd="0" destOrd="0" parTransId="{75846146-A450-46C3-BAA7-FB5A43405301}" sibTransId="{3AE31981-E032-4538-B35C-6466401B97B7}"/>
    <dgm:cxn modelId="{10D4925A-1B5C-44CB-8C29-F2BCB4863EF8}" type="presOf" srcId="{04EA0133-B423-40B5-8B06-8280F90E0BCE}" destId="{0EA4A5F4-DCC8-40D1-9160-D41E725559D7}" srcOrd="0" destOrd="0" presId="urn:microsoft.com/office/officeart/2005/8/layout/hierarchy2"/>
    <dgm:cxn modelId="{DFF87625-D113-4652-969E-40422C903C48}" type="presOf" srcId="{75846146-A450-46C3-BAA7-FB5A43405301}" destId="{197D60DE-A4E1-4F4B-8601-CE1570FEC5EA}" srcOrd="0" destOrd="0" presId="urn:microsoft.com/office/officeart/2005/8/layout/hierarchy2"/>
    <dgm:cxn modelId="{DE9B106B-544D-4C27-917F-A4D01C2707E3}" type="presOf" srcId="{BB34A001-F090-4D99-86CF-BDBBB0EB6BFB}" destId="{CAC0B8DC-C0B5-4A7E-83CA-995B4032D7EC}" srcOrd="1" destOrd="0" presId="urn:microsoft.com/office/officeart/2005/8/layout/hierarchy2"/>
    <dgm:cxn modelId="{E622D1BD-824B-4B73-9C5C-D77DE3281B52}" type="presOf" srcId="{5C8464F2-DB3E-4677-9DA7-2E5132B38216}" destId="{6B4845DC-86E5-414D-9A3C-7AF4ECF63269}" srcOrd="0" destOrd="0" presId="urn:microsoft.com/office/officeart/2005/8/layout/hierarchy2"/>
    <dgm:cxn modelId="{9F6A8129-E258-4D2B-B5EF-0607DDE2C8ED}" srcId="{EF6D0FC2-DCCA-4E90-B9BE-D4D2595A1BE9}" destId="{90C3B4F1-2288-4047-8A96-91AA04A2E9FF}" srcOrd="1" destOrd="0" parTransId="{984A18FC-DB23-4CA9-82E4-5E6AF2228040}" sibTransId="{2F320638-8F23-49C0-A2B3-13A1C8E85DF4}"/>
    <dgm:cxn modelId="{7A4A6E43-E796-4EC0-82A1-26F75B2568E7}" type="presOf" srcId="{BAD357FE-B278-4792-AE34-67AFCF3EDB1B}" destId="{3504E788-7145-436D-8ED2-5F0A7F751F5E}" srcOrd="0" destOrd="0" presId="urn:microsoft.com/office/officeart/2005/8/layout/hierarchy2"/>
    <dgm:cxn modelId="{0ACBA4C1-7E74-4242-800F-D6C988B7934D}" type="presOf" srcId="{61A25221-0399-4292-96FE-81763C9F361D}" destId="{0B8D6976-698F-4915-BC60-03D58D9030EF}" srcOrd="0" destOrd="0" presId="urn:microsoft.com/office/officeart/2005/8/layout/hierarchy2"/>
    <dgm:cxn modelId="{51497205-CE9B-4E58-8285-EEE6BC30F5C0}" type="presParOf" srcId="{888D5EA9-4CC0-4ADF-89F9-850DE9182F34}" destId="{E72B30E4-B7A8-4E81-BFF0-F191CF76B11B}" srcOrd="0" destOrd="0" presId="urn:microsoft.com/office/officeart/2005/8/layout/hierarchy2"/>
    <dgm:cxn modelId="{2BAC8751-BF43-45C2-92C0-CAFE5001A4C3}" type="presParOf" srcId="{E72B30E4-B7A8-4E81-BFF0-F191CF76B11B}" destId="{349801AA-D9C1-4B82-8B31-1DD2B68FE93D}" srcOrd="0" destOrd="0" presId="urn:microsoft.com/office/officeart/2005/8/layout/hierarchy2"/>
    <dgm:cxn modelId="{88B8FF17-BDFF-43E5-A259-A3658E999725}" type="presParOf" srcId="{E72B30E4-B7A8-4E81-BFF0-F191CF76B11B}" destId="{BDB23304-05C1-438D-A7B0-D3E1CAD2617C}" srcOrd="1" destOrd="0" presId="urn:microsoft.com/office/officeart/2005/8/layout/hierarchy2"/>
    <dgm:cxn modelId="{7196382B-BF41-416E-8B31-FB0DD17D44CF}" type="presParOf" srcId="{BDB23304-05C1-438D-A7B0-D3E1CAD2617C}" destId="{4AA70A89-A3A6-4345-832B-CB65B1785775}" srcOrd="0" destOrd="0" presId="urn:microsoft.com/office/officeart/2005/8/layout/hierarchy2"/>
    <dgm:cxn modelId="{E25AA8CE-C917-4C46-8DD2-6D4B40107E0E}" type="presParOf" srcId="{4AA70A89-A3A6-4345-832B-CB65B1785775}" destId="{B9A72D90-1C55-40DE-8BD9-9245980850DA}" srcOrd="0" destOrd="0" presId="urn:microsoft.com/office/officeart/2005/8/layout/hierarchy2"/>
    <dgm:cxn modelId="{E1F43FF7-CF53-4B18-8FA1-3F3DCCB1D9DD}" type="presParOf" srcId="{BDB23304-05C1-438D-A7B0-D3E1CAD2617C}" destId="{85CE4DE5-16A7-41EA-B029-11219054CBC5}" srcOrd="1" destOrd="0" presId="urn:microsoft.com/office/officeart/2005/8/layout/hierarchy2"/>
    <dgm:cxn modelId="{CBAF3E14-6A5A-477E-BECD-26C87F73A84C}" type="presParOf" srcId="{85CE4DE5-16A7-41EA-B029-11219054CBC5}" destId="{0EA4A5F4-DCC8-40D1-9160-D41E725559D7}" srcOrd="0" destOrd="0" presId="urn:microsoft.com/office/officeart/2005/8/layout/hierarchy2"/>
    <dgm:cxn modelId="{D7E9575F-2D67-4C81-AC97-48BCA56A319A}" type="presParOf" srcId="{85CE4DE5-16A7-41EA-B029-11219054CBC5}" destId="{C94EFCAA-250E-427A-8986-AFC13285C51A}" srcOrd="1" destOrd="0" presId="urn:microsoft.com/office/officeart/2005/8/layout/hierarchy2"/>
    <dgm:cxn modelId="{50A2F17C-B717-4CB1-B506-69E30D65C6E3}" type="presParOf" srcId="{C94EFCAA-250E-427A-8986-AFC13285C51A}" destId="{1922B3A8-0B6E-480E-AA45-0A602B5DF87A}" srcOrd="0" destOrd="0" presId="urn:microsoft.com/office/officeart/2005/8/layout/hierarchy2"/>
    <dgm:cxn modelId="{09060EC1-7D54-4973-A7FC-525668BA9A91}" type="presParOf" srcId="{1922B3A8-0B6E-480E-AA45-0A602B5DF87A}" destId="{72F583FC-5DC4-4813-84A4-BA291B8D795E}" srcOrd="0" destOrd="0" presId="urn:microsoft.com/office/officeart/2005/8/layout/hierarchy2"/>
    <dgm:cxn modelId="{196FB399-E7B1-458D-B478-7FC3AF628252}" type="presParOf" srcId="{C94EFCAA-250E-427A-8986-AFC13285C51A}" destId="{B9C2922D-FF57-4794-832A-D337DEEECB47}" srcOrd="1" destOrd="0" presId="urn:microsoft.com/office/officeart/2005/8/layout/hierarchy2"/>
    <dgm:cxn modelId="{EDDE1C86-3D45-465E-9DB0-1069EB1D8154}" type="presParOf" srcId="{B9C2922D-FF57-4794-832A-D337DEEECB47}" destId="{0B8D6976-698F-4915-BC60-03D58D9030EF}" srcOrd="0" destOrd="0" presId="urn:microsoft.com/office/officeart/2005/8/layout/hierarchy2"/>
    <dgm:cxn modelId="{87783837-991D-46C0-AB76-A9ED52F10EB1}" type="presParOf" srcId="{B9C2922D-FF57-4794-832A-D337DEEECB47}" destId="{1FE99F0F-1832-4E94-A80E-CAFA193F5CC1}" srcOrd="1" destOrd="0" presId="urn:microsoft.com/office/officeart/2005/8/layout/hierarchy2"/>
    <dgm:cxn modelId="{B1067F88-27E3-482F-AB29-21FD5A366B2F}" type="presParOf" srcId="{BDB23304-05C1-438D-A7B0-D3E1CAD2617C}" destId="{ADD60F7E-F129-4FAA-9717-6BBCD5214DDA}" srcOrd="2" destOrd="0" presId="urn:microsoft.com/office/officeart/2005/8/layout/hierarchy2"/>
    <dgm:cxn modelId="{89E7272A-2BDF-4468-AA58-18FD2CFB37F8}" type="presParOf" srcId="{ADD60F7E-F129-4FAA-9717-6BBCD5214DDA}" destId="{449D759B-5FA0-4863-85FB-23528C315F39}" srcOrd="0" destOrd="0" presId="urn:microsoft.com/office/officeart/2005/8/layout/hierarchy2"/>
    <dgm:cxn modelId="{D5597A84-0DD0-4D83-80C9-F334E31EA8A2}" type="presParOf" srcId="{BDB23304-05C1-438D-A7B0-D3E1CAD2617C}" destId="{9404CF60-5CFB-42DC-B559-4DEB8536120B}" srcOrd="3" destOrd="0" presId="urn:microsoft.com/office/officeart/2005/8/layout/hierarchy2"/>
    <dgm:cxn modelId="{818743BE-1167-4CE0-8032-F871B593BA27}" type="presParOf" srcId="{9404CF60-5CFB-42DC-B559-4DEB8536120B}" destId="{0F98E39D-9477-4FD6-913C-B6D96817538C}" srcOrd="0" destOrd="0" presId="urn:microsoft.com/office/officeart/2005/8/layout/hierarchy2"/>
    <dgm:cxn modelId="{880C88DF-5026-4DE3-94B2-361869F39480}" type="presParOf" srcId="{9404CF60-5CFB-42DC-B559-4DEB8536120B}" destId="{9F9B2178-2060-4F9A-8136-6DFD3E30323E}" srcOrd="1" destOrd="0" presId="urn:microsoft.com/office/officeart/2005/8/layout/hierarchy2"/>
    <dgm:cxn modelId="{ACB31BF5-CFA0-4867-B62D-0D4139AD9BA3}" type="presParOf" srcId="{9F9B2178-2060-4F9A-8136-6DFD3E30323E}" destId="{197D60DE-A4E1-4F4B-8601-CE1570FEC5EA}" srcOrd="0" destOrd="0" presId="urn:microsoft.com/office/officeart/2005/8/layout/hierarchy2"/>
    <dgm:cxn modelId="{EB2BCBA7-C73D-4A14-9C7E-B042536038F5}" type="presParOf" srcId="{197D60DE-A4E1-4F4B-8601-CE1570FEC5EA}" destId="{C5A7492D-B7A6-4219-B19A-CA18BDB68083}" srcOrd="0" destOrd="0" presId="urn:microsoft.com/office/officeart/2005/8/layout/hierarchy2"/>
    <dgm:cxn modelId="{6E809C9B-4689-4F14-B476-2B42EFC158CC}" type="presParOf" srcId="{9F9B2178-2060-4F9A-8136-6DFD3E30323E}" destId="{28967C6E-6422-4290-9A89-89777D3E836A}" srcOrd="1" destOrd="0" presId="urn:microsoft.com/office/officeart/2005/8/layout/hierarchy2"/>
    <dgm:cxn modelId="{8220BC5A-E7C0-4970-B9FD-BA45912A894B}" type="presParOf" srcId="{28967C6E-6422-4290-9A89-89777D3E836A}" destId="{6B4845DC-86E5-414D-9A3C-7AF4ECF63269}" srcOrd="0" destOrd="0" presId="urn:microsoft.com/office/officeart/2005/8/layout/hierarchy2"/>
    <dgm:cxn modelId="{AC18C469-C369-413A-A993-44A28A143F93}" type="presParOf" srcId="{28967C6E-6422-4290-9A89-89777D3E836A}" destId="{40996E06-D37D-4E43-8B75-7710939C0928}" srcOrd="1" destOrd="0" presId="urn:microsoft.com/office/officeart/2005/8/layout/hierarchy2"/>
    <dgm:cxn modelId="{8CDBE123-6B28-438F-92AE-32A075016D1E}" type="presParOf" srcId="{BDB23304-05C1-438D-A7B0-D3E1CAD2617C}" destId="{B8CFF66D-8272-4931-8891-25D027206AA9}" srcOrd="4" destOrd="0" presId="urn:microsoft.com/office/officeart/2005/8/layout/hierarchy2"/>
    <dgm:cxn modelId="{944AF353-1BBB-46E9-B25E-59FFD2146E89}" type="presParOf" srcId="{B8CFF66D-8272-4931-8891-25D027206AA9}" destId="{CAC0B8DC-C0B5-4A7E-83CA-995B4032D7EC}" srcOrd="0" destOrd="0" presId="urn:microsoft.com/office/officeart/2005/8/layout/hierarchy2"/>
    <dgm:cxn modelId="{A82BFF94-4CB5-480A-A97C-BAC2ABAC29C4}" type="presParOf" srcId="{BDB23304-05C1-438D-A7B0-D3E1CAD2617C}" destId="{639044FA-FF05-4363-930E-E7ED5BC7A36A}" srcOrd="5" destOrd="0" presId="urn:microsoft.com/office/officeart/2005/8/layout/hierarchy2"/>
    <dgm:cxn modelId="{DE0F4D50-09B4-4D99-A9E6-8D4237867F47}" type="presParOf" srcId="{639044FA-FF05-4363-930E-E7ED5BC7A36A}" destId="{44D5020E-1FDB-4CE3-990D-AFD35D46F240}" srcOrd="0" destOrd="0" presId="urn:microsoft.com/office/officeart/2005/8/layout/hierarchy2"/>
    <dgm:cxn modelId="{7CA5032C-8215-4CDF-A7A2-079712DDBACC}" type="presParOf" srcId="{639044FA-FF05-4363-930E-E7ED5BC7A36A}" destId="{7CD7570A-E750-43A2-9220-7B0FBA91EE63}" srcOrd="1" destOrd="0" presId="urn:microsoft.com/office/officeart/2005/8/layout/hierarchy2"/>
    <dgm:cxn modelId="{FD2059BD-6B04-48F0-AD6D-F6175F3FBD29}" type="presParOf" srcId="{7CD7570A-E750-43A2-9220-7B0FBA91EE63}" destId="{3504E788-7145-436D-8ED2-5F0A7F751F5E}" srcOrd="0" destOrd="0" presId="urn:microsoft.com/office/officeart/2005/8/layout/hierarchy2"/>
    <dgm:cxn modelId="{45893FAC-BA62-4377-A720-15794B52C16F}" type="presParOf" srcId="{3504E788-7145-436D-8ED2-5F0A7F751F5E}" destId="{AADA7508-1C0C-4DBA-A79A-9BD06354E426}" srcOrd="0" destOrd="0" presId="urn:microsoft.com/office/officeart/2005/8/layout/hierarchy2"/>
    <dgm:cxn modelId="{E60BC384-D91F-4ED3-A4D6-1CB8CC6737F9}" type="presParOf" srcId="{7CD7570A-E750-43A2-9220-7B0FBA91EE63}" destId="{CA28BDE9-C1FD-4531-A727-8C2ADF1ED5A2}" srcOrd="1" destOrd="0" presId="urn:microsoft.com/office/officeart/2005/8/layout/hierarchy2"/>
    <dgm:cxn modelId="{FF6DFFD5-F703-4BEB-965F-75BCA35AC159}" type="presParOf" srcId="{CA28BDE9-C1FD-4531-A727-8C2ADF1ED5A2}" destId="{73EB5796-903E-4167-B572-E6F1DB24C831}" srcOrd="0" destOrd="0" presId="urn:microsoft.com/office/officeart/2005/8/layout/hierarchy2"/>
    <dgm:cxn modelId="{3B070A81-0925-43BB-9162-880D7626A7C7}" type="presParOf" srcId="{CA28BDE9-C1FD-4531-A727-8C2ADF1ED5A2}" destId="{BD8A9E97-6153-49E4-BFA3-C4B500193179}"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45372D3-4358-4522-BB0E-ED39EC0203FC}" type="doc">
      <dgm:prSet loTypeId="urn:microsoft.com/office/officeart/2005/8/layout/hierarchy4" loCatId="hierarchy" qsTypeId="urn:microsoft.com/office/officeart/2005/8/quickstyle/simple1" qsCatId="simple" csTypeId="urn:microsoft.com/office/officeart/2005/8/colors/accent5_4" csCatId="accent5" phldr="1"/>
      <dgm:spPr/>
      <dgm:t>
        <a:bodyPr/>
        <a:lstStyle/>
        <a:p>
          <a:endParaRPr lang="zh-CN" altLang="en-US"/>
        </a:p>
      </dgm:t>
    </dgm:pt>
    <dgm:pt modelId="{EA93B153-F658-4D34-8505-06BA7DB817C5}">
      <dgm:prSet custT="1"/>
      <dgm:spPr/>
      <dgm:t>
        <a:bodyPr/>
        <a:lstStyle/>
        <a:p>
          <a:pPr rtl="0"/>
          <a:r>
            <a:rPr lang="en-GB" sz="1800" b="1" dirty="0" smtClean="0"/>
            <a:t>USART</a:t>
          </a:r>
          <a:r>
            <a:rPr lang="zh-CN" sz="1800" b="1" dirty="0" smtClean="0"/>
            <a:t>初始化头文件</a:t>
          </a:r>
          <a:r>
            <a:rPr lang="en-GB" sz="1800" b="1" dirty="0" err="1" smtClean="0"/>
            <a:t>USART_Init_Config.h</a:t>
          </a:r>
          <a:endParaRPr lang="zh-CN" sz="1800" b="1" dirty="0"/>
        </a:p>
      </dgm:t>
    </dgm:pt>
    <dgm:pt modelId="{333F229C-E76F-447B-BD9C-999EABE4874C}" type="parTrans" cxnId="{DF195255-1483-4B3D-9319-A7B0024E0731}">
      <dgm:prSet custT="1"/>
      <dgm:spPr/>
      <dgm:t>
        <a:bodyPr/>
        <a:lstStyle/>
        <a:p>
          <a:endParaRPr lang="zh-CN" altLang="en-US" sz="1800" b="1"/>
        </a:p>
      </dgm:t>
    </dgm:pt>
    <dgm:pt modelId="{50E1F9CE-CCE8-48E1-9743-5D54EC2F978D}" type="sibTrans" cxnId="{DF195255-1483-4B3D-9319-A7B0024E0731}">
      <dgm:prSet/>
      <dgm:spPr/>
      <dgm:t>
        <a:bodyPr/>
        <a:lstStyle/>
        <a:p>
          <a:endParaRPr lang="zh-CN" altLang="en-US" sz="1800" b="1"/>
        </a:p>
      </dgm:t>
    </dgm:pt>
    <dgm:pt modelId="{34BA0B15-1766-4F51-B64D-08BAEF682FF4}">
      <dgm:prSet custT="1"/>
      <dgm:spPr/>
      <dgm:t>
        <a:bodyPr/>
        <a:lstStyle/>
        <a:p>
          <a:pPr rtl="0"/>
          <a:r>
            <a:rPr lang="en-GB" sz="1800" b="1" dirty="0" smtClean="0"/>
            <a:t>USART</a:t>
          </a:r>
          <a:r>
            <a:rPr lang="zh-CN" sz="1800" b="1" dirty="0" smtClean="0"/>
            <a:t>初始化程序</a:t>
          </a:r>
          <a:r>
            <a:rPr lang="en-GB" sz="1800" b="1" dirty="0" err="1" smtClean="0"/>
            <a:t>USART_Init_Config.c</a:t>
          </a:r>
          <a:r>
            <a:rPr lang="zh-CN" sz="1800" b="1" dirty="0" smtClean="0"/>
            <a:t>文件</a:t>
          </a:r>
          <a:endParaRPr lang="zh-CN" sz="1800" b="1" dirty="0"/>
        </a:p>
      </dgm:t>
    </dgm:pt>
    <dgm:pt modelId="{BC772DCE-3D23-4541-83B3-EA796328EDCB}" type="parTrans" cxnId="{860F4F91-0CE1-4287-B4C4-2ACA9279FEEE}">
      <dgm:prSet custT="1"/>
      <dgm:spPr/>
      <dgm:t>
        <a:bodyPr/>
        <a:lstStyle/>
        <a:p>
          <a:endParaRPr lang="zh-CN" altLang="en-US" sz="1800" b="1"/>
        </a:p>
      </dgm:t>
    </dgm:pt>
    <dgm:pt modelId="{BE14AE04-135E-41A5-956B-85ABD3FD7789}" type="sibTrans" cxnId="{860F4F91-0CE1-4287-B4C4-2ACA9279FEEE}">
      <dgm:prSet/>
      <dgm:spPr/>
      <dgm:t>
        <a:bodyPr/>
        <a:lstStyle/>
        <a:p>
          <a:endParaRPr lang="zh-CN" altLang="en-US" sz="1800" b="1"/>
        </a:p>
      </dgm:t>
    </dgm:pt>
    <dgm:pt modelId="{DA06DEC9-1447-49D4-9342-2CDECF16A772}">
      <dgm:prSet custT="1"/>
      <dgm:spPr/>
      <dgm:t>
        <a:bodyPr/>
        <a:lstStyle/>
        <a:p>
          <a:pPr rtl="0"/>
          <a:r>
            <a:rPr lang="zh-CN" sz="1800" b="1" dirty="0" smtClean="0"/>
            <a:t>主程序</a:t>
          </a:r>
          <a:r>
            <a:rPr lang="en-US" sz="1800" b="1" dirty="0" err="1" smtClean="0"/>
            <a:t>main.c</a:t>
          </a:r>
          <a:r>
            <a:rPr lang="zh-CN" sz="1800" b="1" dirty="0" smtClean="0"/>
            <a:t>文件</a:t>
          </a:r>
          <a:endParaRPr lang="zh-CN" sz="1800" b="1" dirty="0"/>
        </a:p>
      </dgm:t>
    </dgm:pt>
    <dgm:pt modelId="{D32319D4-7FEC-457C-A420-F5D1D1A5267E}" type="parTrans" cxnId="{E66361AB-845E-4AB8-AA28-4FC7BEFD9317}">
      <dgm:prSet custT="1"/>
      <dgm:spPr/>
      <dgm:t>
        <a:bodyPr/>
        <a:lstStyle/>
        <a:p>
          <a:endParaRPr lang="zh-CN" altLang="en-US" sz="1800" b="1"/>
        </a:p>
      </dgm:t>
    </dgm:pt>
    <dgm:pt modelId="{59BEEA05-7835-461C-87D2-95172AA629E6}" type="sibTrans" cxnId="{E66361AB-845E-4AB8-AA28-4FC7BEFD9317}">
      <dgm:prSet/>
      <dgm:spPr/>
      <dgm:t>
        <a:bodyPr/>
        <a:lstStyle/>
        <a:p>
          <a:endParaRPr lang="zh-CN" altLang="en-US" sz="1800" b="1"/>
        </a:p>
      </dgm:t>
    </dgm:pt>
    <dgm:pt modelId="{94F5B1DF-CCB6-4CCC-9D74-ED4070A978DE}">
      <dgm:prSet custT="1"/>
      <dgm:spPr/>
      <dgm:t>
        <a:bodyPr/>
        <a:lstStyle/>
        <a:p>
          <a:pPr rtl="0"/>
          <a:r>
            <a:rPr lang="zh-CN" altLang="en-US" sz="1800" b="1" dirty="0" smtClean="0"/>
            <a:t>编程代码</a:t>
          </a:r>
          <a:endParaRPr lang="zh-CN" altLang="en-US" sz="1800" b="1" dirty="0"/>
        </a:p>
      </dgm:t>
    </dgm:pt>
    <dgm:pt modelId="{BF196883-163C-44E4-8501-56FBEB9E4F25}" type="parTrans" cxnId="{53A4D59C-790C-4C7A-980D-E03BF2520C50}">
      <dgm:prSet/>
      <dgm:spPr/>
      <dgm:t>
        <a:bodyPr/>
        <a:lstStyle/>
        <a:p>
          <a:endParaRPr lang="zh-CN" altLang="en-US" sz="1800" b="1"/>
        </a:p>
      </dgm:t>
    </dgm:pt>
    <dgm:pt modelId="{1843C884-7C5A-4376-92E4-51D25757D6AF}" type="sibTrans" cxnId="{53A4D59C-790C-4C7A-980D-E03BF2520C50}">
      <dgm:prSet/>
      <dgm:spPr/>
      <dgm:t>
        <a:bodyPr/>
        <a:lstStyle/>
        <a:p>
          <a:endParaRPr lang="zh-CN" altLang="en-US" sz="1800" b="1"/>
        </a:p>
      </dgm:t>
    </dgm:pt>
    <dgm:pt modelId="{5DAA865D-141A-48E9-A857-791D8035AA38}" type="pres">
      <dgm:prSet presAssocID="{445372D3-4358-4522-BB0E-ED39EC0203FC}" presName="Name0" presStyleCnt="0">
        <dgm:presLayoutVars>
          <dgm:chPref val="1"/>
          <dgm:dir/>
          <dgm:animOne val="branch"/>
          <dgm:animLvl val="lvl"/>
          <dgm:resizeHandles/>
        </dgm:presLayoutVars>
      </dgm:prSet>
      <dgm:spPr/>
      <dgm:t>
        <a:bodyPr/>
        <a:lstStyle/>
        <a:p>
          <a:endParaRPr lang="zh-CN" altLang="en-US"/>
        </a:p>
      </dgm:t>
    </dgm:pt>
    <dgm:pt modelId="{EE1D75E3-BA35-4C48-9068-7B16F864BA45}" type="pres">
      <dgm:prSet presAssocID="{94F5B1DF-CCB6-4CCC-9D74-ED4070A978DE}" presName="vertOne" presStyleCnt="0"/>
      <dgm:spPr/>
    </dgm:pt>
    <dgm:pt modelId="{786F6EE3-555B-49EF-A837-96E07E6D89C9}" type="pres">
      <dgm:prSet presAssocID="{94F5B1DF-CCB6-4CCC-9D74-ED4070A978DE}" presName="txOne" presStyleLbl="node0" presStyleIdx="0" presStyleCnt="1" custScaleY="29972">
        <dgm:presLayoutVars>
          <dgm:chPref val="3"/>
        </dgm:presLayoutVars>
      </dgm:prSet>
      <dgm:spPr/>
      <dgm:t>
        <a:bodyPr/>
        <a:lstStyle/>
        <a:p>
          <a:endParaRPr lang="zh-CN" altLang="en-US"/>
        </a:p>
      </dgm:t>
    </dgm:pt>
    <dgm:pt modelId="{300DB921-7524-449E-A3B8-D6126800F73E}" type="pres">
      <dgm:prSet presAssocID="{94F5B1DF-CCB6-4CCC-9D74-ED4070A978DE}" presName="parTransOne" presStyleCnt="0"/>
      <dgm:spPr/>
    </dgm:pt>
    <dgm:pt modelId="{C1A764B2-802D-41AD-8395-8219812569F1}" type="pres">
      <dgm:prSet presAssocID="{94F5B1DF-CCB6-4CCC-9D74-ED4070A978DE}" presName="horzOne" presStyleCnt="0"/>
      <dgm:spPr/>
    </dgm:pt>
    <dgm:pt modelId="{A14F1AF1-AB2B-42DD-BF4E-E32956DCA7AA}" type="pres">
      <dgm:prSet presAssocID="{EA93B153-F658-4D34-8505-06BA7DB817C5}" presName="vertTwo" presStyleCnt="0"/>
      <dgm:spPr/>
    </dgm:pt>
    <dgm:pt modelId="{2BB5D062-EE69-4205-818D-3DD5ED80D19F}" type="pres">
      <dgm:prSet presAssocID="{EA93B153-F658-4D34-8505-06BA7DB817C5}" presName="txTwo" presStyleLbl="node2" presStyleIdx="0" presStyleCnt="3">
        <dgm:presLayoutVars>
          <dgm:chPref val="3"/>
        </dgm:presLayoutVars>
      </dgm:prSet>
      <dgm:spPr/>
      <dgm:t>
        <a:bodyPr/>
        <a:lstStyle/>
        <a:p>
          <a:endParaRPr lang="zh-CN" altLang="en-US"/>
        </a:p>
      </dgm:t>
    </dgm:pt>
    <dgm:pt modelId="{50BEE2AD-DE7C-476A-8432-8A12B10087AA}" type="pres">
      <dgm:prSet presAssocID="{EA93B153-F658-4D34-8505-06BA7DB817C5}" presName="horzTwo" presStyleCnt="0"/>
      <dgm:spPr/>
    </dgm:pt>
    <dgm:pt modelId="{3B22C55D-8B72-41D3-8384-0F92218419C2}" type="pres">
      <dgm:prSet presAssocID="{50E1F9CE-CCE8-48E1-9743-5D54EC2F978D}" presName="sibSpaceTwo" presStyleCnt="0"/>
      <dgm:spPr/>
    </dgm:pt>
    <dgm:pt modelId="{4150550F-F4AB-481D-B4BF-9280932E146C}" type="pres">
      <dgm:prSet presAssocID="{34BA0B15-1766-4F51-B64D-08BAEF682FF4}" presName="vertTwo" presStyleCnt="0"/>
      <dgm:spPr/>
    </dgm:pt>
    <dgm:pt modelId="{64514A20-6F4A-4CA5-B859-87E031B308EF}" type="pres">
      <dgm:prSet presAssocID="{34BA0B15-1766-4F51-B64D-08BAEF682FF4}" presName="txTwo" presStyleLbl="node2" presStyleIdx="1" presStyleCnt="3">
        <dgm:presLayoutVars>
          <dgm:chPref val="3"/>
        </dgm:presLayoutVars>
      </dgm:prSet>
      <dgm:spPr/>
      <dgm:t>
        <a:bodyPr/>
        <a:lstStyle/>
        <a:p>
          <a:endParaRPr lang="zh-CN" altLang="en-US"/>
        </a:p>
      </dgm:t>
    </dgm:pt>
    <dgm:pt modelId="{E4ABB035-274D-46EE-BAED-030C60CDD40C}" type="pres">
      <dgm:prSet presAssocID="{34BA0B15-1766-4F51-B64D-08BAEF682FF4}" presName="horzTwo" presStyleCnt="0"/>
      <dgm:spPr/>
    </dgm:pt>
    <dgm:pt modelId="{180F8944-FA41-43F6-9ED2-7FACB2DC994A}" type="pres">
      <dgm:prSet presAssocID="{BE14AE04-135E-41A5-956B-85ABD3FD7789}" presName="sibSpaceTwo" presStyleCnt="0"/>
      <dgm:spPr/>
    </dgm:pt>
    <dgm:pt modelId="{6A2B8900-1000-4E74-8633-A3ACFAC2D16F}" type="pres">
      <dgm:prSet presAssocID="{DA06DEC9-1447-49D4-9342-2CDECF16A772}" presName="vertTwo" presStyleCnt="0"/>
      <dgm:spPr/>
    </dgm:pt>
    <dgm:pt modelId="{39CE582F-2F6F-43BA-B51C-A82B0B72CCCF}" type="pres">
      <dgm:prSet presAssocID="{DA06DEC9-1447-49D4-9342-2CDECF16A772}" presName="txTwo" presStyleLbl="node2" presStyleIdx="2" presStyleCnt="3">
        <dgm:presLayoutVars>
          <dgm:chPref val="3"/>
        </dgm:presLayoutVars>
      </dgm:prSet>
      <dgm:spPr/>
      <dgm:t>
        <a:bodyPr/>
        <a:lstStyle/>
        <a:p>
          <a:endParaRPr lang="zh-CN" altLang="en-US"/>
        </a:p>
      </dgm:t>
    </dgm:pt>
    <dgm:pt modelId="{57DA78F6-5FF7-41E9-9443-588FE4A827BC}" type="pres">
      <dgm:prSet presAssocID="{DA06DEC9-1447-49D4-9342-2CDECF16A772}" presName="horzTwo" presStyleCnt="0"/>
      <dgm:spPr/>
    </dgm:pt>
  </dgm:ptLst>
  <dgm:cxnLst>
    <dgm:cxn modelId="{AF3F70F1-E180-4E52-8821-6CEA9700B378}" type="presOf" srcId="{DA06DEC9-1447-49D4-9342-2CDECF16A772}" destId="{39CE582F-2F6F-43BA-B51C-A82B0B72CCCF}" srcOrd="0" destOrd="0" presId="urn:microsoft.com/office/officeart/2005/8/layout/hierarchy4"/>
    <dgm:cxn modelId="{B312C48D-B164-46AE-B2E9-7DA954E162C1}" type="presOf" srcId="{445372D3-4358-4522-BB0E-ED39EC0203FC}" destId="{5DAA865D-141A-48E9-A857-791D8035AA38}" srcOrd="0" destOrd="0" presId="urn:microsoft.com/office/officeart/2005/8/layout/hierarchy4"/>
    <dgm:cxn modelId="{DF195255-1483-4B3D-9319-A7B0024E0731}" srcId="{94F5B1DF-CCB6-4CCC-9D74-ED4070A978DE}" destId="{EA93B153-F658-4D34-8505-06BA7DB817C5}" srcOrd="0" destOrd="0" parTransId="{333F229C-E76F-447B-BD9C-999EABE4874C}" sibTransId="{50E1F9CE-CCE8-48E1-9743-5D54EC2F978D}"/>
    <dgm:cxn modelId="{E66361AB-845E-4AB8-AA28-4FC7BEFD9317}" srcId="{94F5B1DF-CCB6-4CCC-9D74-ED4070A978DE}" destId="{DA06DEC9-1447-49D4-9342-2CDECF16A772}" srcOrd="2" destOrd="0" parTransId="{D32319D4-7FEC-457C-A420-F5D1D1A5267E}" sibTransId="{59BEEA05-7835-461C-87D2-95172AA629E6}"/>
    <dgm:cxn modelId="{E54872AC-8006-49B9-BA31-87425B07719F}" type="presOf" srcId="{34BA0B15-1766-4F51-B64D-08BAEF682FF4}" destId="{64514A20-6F4A-4CA5-B859-87E031B308EF}" srcOrd="0" destOrd="0" presId="urn:microsoft.com/office/officeart/2005/8/layout/hierarchy4"/>
    <dgm:cxn modelId="{53A4D59C-790C-4C7A-980D-E03BF2520C50}" srcId="{445372D3-4358-4522-BB0E-ED39EC0203FC}" destId="{94F5B1DF-CCB6-4CCC-9D74-ED4070A978DE}" srcOrd="0" destOrd="0" parTransId="{BF196883-163C-44E4-8501-56FBEB9E4F25}" sibTransId="{1843C884-7C5A-4376-92E4-51D25757D6AF}"/>
    <dgm:cxn modelId="{FD9CAB3E-E239-4DE7-9B1C-BD077E65C2CF}" type="presOf" srcId="{94F5B1DF-CCB6-4CCC-9D74-ED4070A978DE}" destId="{786F6EE3-555B-49EF-A837-96E07E6D89C9}" srcOrd="0" destOrd="0" presId="urn:microsoft.com/office/officeart/2005/8/layout/hierarchy4"/>
    <dgm:cxn modelId="{860F4F91-0CE1-4287-B4C4-2ACA9279FEEE}" srcId="{94F5B1DF-CCB6-4CCC-9D74-ED4070A978DE}" destId="{34BA0B15-1766-4F51-B64D-08BAEF682FF4}" srcOrd="1" destOrd="0" parTransId="{BC772DCE-3D23-4541-83B3-EA796328EDCB}" sibTransId="{BE14AE04-135E-41A5-956B-85ABD3FD7789}"/>
    <dgm:cxn modelId="{CC6D37A1-EB84-4E27-BEA2-084BA400679B}" type="presOf" srcId="{EA93B153-F658-4D34-8505-06BA7DB817C5}" destId="{2BB5D062-EE69-4205-818D-3DD5ED80D19F}" srcOrd="0" destOrd="0" presId="urn:microsoft.com/office/officeart/2005/8/layout/hierarchy4"/>
    <dgm:cxn modelId="{14929538-548B-4F4E-AEEE-054FA18A9FB1}" type="presParOf" srcId="{5DAA865D-141A-48E9-A857-791D8035AA38}" destId="{EE1D75E3-BA35-4C48-9068-7B16F864BA45}" srcOrd="0" destOrd="0" presId="urn:microsoft.com/office/officeart/2005/8/layout/hierarchy4"/>
    <dgm:cxn modelId="{FFB0564F-9155-4F8A-B566-A4FD2911EBF9}" type="presParOf" srcId="{EE1D75E3-BA35-4C48-9068-7B16F864BA45}" destId="{786F6EE3-555B-49EF-A837-96E07E6D89C9}" srcOrd="0" destOrd="0" presId="urn:microsoft.com/office/officeart/2005/8/layout/hierarchy4"/>
    <dgm:cxn modelId="{87F2AA30-DB3C-440A-BABA-C4F4F892EB6A}" type="presParOf" srcId="{EE1D75E3-BA35-4C48-9068-7B16F864BA45}" destId="{300DB921-7524-449E-A3B8-D6126800F73E}" srcOrd="1" destOrd="0" presId="urn:microsoft.com/office/officeart/2005/8/layout/hierarchy4"/>
    <dgm:cxn modelId="{065F6F3E-9925-4761-BD5B-4FD9573092F2}" type="presParOf" srcId="{EE1D75E3-BA35-4C48-9068-7B16F864BA45}" destId="{C1A764B2-802D-41AD-8395-8219812569F1}" srcOrd="2" destOrd="0" presId="urn:microsoft.com/office/officeart/2005/8/layout/hierarchy4"/>
    <dgm:cxn modelId="{885B5D94-B823-49E3-B3D0-1C5A986ED353}" type="presParOf" srcId="{C1A764B2-802D-41AD-8395-8219812569F1}" destId="{A14F1AF1-AB2B-42DD-BF4E-E32956DCA7AA}" srcOrd="0" destOrd="0" presId="urn:microsoft.com/office/officeart/2005/8/layout/hierarchy4"/>
    <dgm:cxn modelId="{40AA5306-DD54-419F-B6C7-D5B2DD2BC2A7}" type="presParOf" srcId="{A14F1AF1-AB2B-42DD-BF4E-E32956DCA7AA}" destId="{2BB5D062-EE69-4205-818D-3DD5ED80D19F}" srcOrd="0" destOrd="0" presId="urn:microsoft.com/office/officeart/2005/8/layout/hierarchy4"/>
    <dgm:cxn modelId="{07568D94-1FBB-468D-A608-82EA8F0EEB2C}" type="presParOf" srcId="{A14F1AF1-AB2B-42DD-BF4E-E32956DCA7AA}" destId="{50BEE2AD-DE7C-476A-8432-8A12B10087AA}" srcOrd="1" destOrd="0" presId="urn:microsoft.com/office/officeart/2005/8/layout/hierarchy4"/>
    <dgm:cxn modelId="{D96BEF3D-6472-4DE1-8425-AE846F75BC32}" type="presParOf" srcId="{C1A764B2-802D-41AD-8395-8219812569F1}" destId="{3B22C55D-8B72-41D3-8384-0F92218419C2}" srcOrd="1" destOrd="0" presId="urn:microsoft.com/office/officeart/2005/8/layout/hierarchy4"/>
    <dgm:cxn modelId="{38473F3F-D517-44D5-88AA-BF2B50611A63}" type="presParOf" srcId="{C1A764B2-802D-41AD-8395-8219812569F1}" destId="{4150550F-F4AB-481D-B4BF-9280932E146C}" srcOrd="2" destOrd="0" presId="urn:microsoft.com/office/officeart/2005/8/layout/hierarchy4"/>
    <dgm:cxn modelId="{B330ACF0-1513-43A1-AA92-00AD41648C0C}" type="presParOf" srcId="{4150550F-F4AB-481D-B4BF-9280932E146C}" destId="{64514A20-6F4A-4CA5-B859-87E031B308EF}" srcOrd="0" destOrd="0" presId="urn:microsoft.com/office/officeart/2005/8/layout/hierarchy4"/>
    <dgm:cxn modelId="{8C86F017-85E7-42AF-9E70-8B96CEEF256C}" type="presParOf" srcId="{4150550F-F4AB-481D-B4BF-9280932E146C}" destId="{E4ABB035-274D-46EE-BAED-030C60CDD40C}" srcOrd="1" destOrd="0" presId="urn:microsoft.com/office/officeart/2005/8/layout/hierarchy4"/>
    <dgm:cxn modelId="{A283AE05-7823-4B5D-A37E-434A8B8CBA17}" type="presParOf" srcId="{C1A764B2-802D-41AD-8395-8219812569F1}" destId="{180F8944-FA41-43F6-9ED2-7FACB2DC994A}" srcOrd="3" destOrd="0" presId="urn:microsoft.com/office/officeart/2005/8/layout/hierarchy4"/>
    <dgm:cxn modelId="{4CFF97CC-096D-4220-9A63-FCDBE09C8FD3}" type="presParOf" srcId="{C1A764B2-802D-41AD-8395-8219812569F1}" destId="{6A2B8900-1000-4E74-8633-A3ACFAC2D16F}" srcOrd="4" destOrd="0" presId="urn:microsoft.com/office/officeart/2005/8/layout/hierarchy4"/>
    <dgm:cxn modelId="{2464BAA1-571C-4F13-92EC-2CE07F78F1CC}" type="presParOf" srcId="{6A2B8900-1000-4E74-8633-A3ACFAC2D16F}" destId="{39CE582F-2F6F-43BA-B51C-A82B0B72CCCF}" srcOrd="0" destOrd="0" presId="urn:microsoft.com/office/officeart/2005/8/layout/hierarchy4"/>
    <dgm:cxn modelId="{3D619A1A-1866-45F5-BA39-FC5FB8E38569}" type="presParOf" srcId="{6A2B8900-1000-4E74-8633-A3ACFAC2D16F}" destId="{57DA78F6-5FF7-41E9-9443-588FE4A827BC}"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45372D3-4358-4522-BB0E-ED39EC0203FC}" type="doc">
      <dgm:prSet loTypeId="urn:microsoft.com/office/officeart/2005/8/layout/target3" loCatId="list" qsTypeId="urn:microsoft.com/office/officeart/2005/8/quickstyle/simple1" qsCatId="simple" csTypeId="urn:microsoft.com/office/officeart/2005/8/colors/accent5_4" csCatId="accent5" phldr="1"/>
      <dgm:spPr/>
      <dgm:t>
        <a:bodyPr/>
        <a:lstStyle/>
        <a:p>
          <a:endParaRPr lang="zh-CN" altLang="en-US"/>
        </a:p>
      </dgm:t>
    </dgm:pt>
    <dgm:pt modelId="{EA93B153-F658-4D34-8505-06BA7DB817C5}">
      <dgm:prSet custT="1"/>
      <dgm:spPr/>
      <dgm:t>
        <a:bodyPr/>
        <a:lstStyle/>
        <a:p>
          <a:pPr algn="l" rtl="0"/>
          <a:r>
            <a:rPr lang="en-US" sz="1800" b="1" dirty="0" err="1" smtClean="0"/>
            <a:t>USART_Init_Config.h</a:t>
          </a:r>
          <a:endParaRPr lang="zh-CN" sz="1800" b="1" dirty="0"/>
        </a:p>
      </dgm:t>
    </dgm:pt>
    <dgm:pt modelId="{333F229C-E76F-447B-BD9C-999EABE4874C}" type="parTrans" cxnId="{DF195255-1483-4B3D-9319-A7B0024E0731}">
      <dgm:prSet custT="1"/>
      <dgm:spPr/>
      <dgm:t>
        <a:bodyPr/>
        <a:lstStyle/>
        <a:p>
          <a:pPr algn="l"/>
          <a:endParaRPr lang="zh-CN" altLang="en-US" sz="1800" b="1"/>
        </a:p>
      </dgm:t>
    </dgm:pt>
    <dgm:pt modelId="{50E1F9CE-CCE8-48E1-9743-5D54EC2F978D}" type="sibTrans" cxnId="{DF195255-1483-4B3D-9319-A7B0024E0731}">
      <dgm:prSet/>
      <dgm:spPr/>
      <dgm:t>
        <a:bodyPr/>
        <a:lstStyle/>
        <a:p>
          <a:pPr algn="l"/>
          <a:endParaRPr lang="zh-CN" altLang="en-US" sz="1800" b="1"/>
        </a:p>
      </dgm:t>
    </dgm:pt>
    <dgm:pt modelId="{34BA0B15-1766-4F51-B64D-08BAEF682FF4}">
      <dgm:prSet custT="1"/>
      <dgm:spPr/>
      <dgm:t>
        <a:bodyPr/>
        <a:lstStyle/>
        <a:p>
          <a:pPr algn="l" rtl="0"/>
          <a:r>
            <a:rPr lang="en-US" sz="1800" b="1" dirty="0" err="1" smtClean="0"/>
            <a:t>USART_Init_Config.c</a:t>
          </a:r>
          <a:r>
            <a:rPr lang="zh-CN" sz="1800" b="1" dirty="0" smtClean="0"/>
            <a:t>文件</a:t>
          </a:r>
          <a:endParaRPr lang="zh-CN" sz="1800" b="1" dirty="0"/>
        </a:p>
      </dgm:t>
    </dgm:pt>
    <dgm:pt modelId="{BC772DCE-3D23-4541-83B3-EA796328EDCB}" type="parTrans" cxnId="{860F4F91-0CE1-4287-B4C4-2ACA9279FEEE}">
      <dgm:prSet custT="1"/>
      <dgm:spPr/>
      <dgm:t>
        <a:bodyPr/>
        <a:lstStyle/>
        <a:p>
          <a:pPr algn="l"/>
          <a:endParaRPr lang="zh-CN" altLang="en-US" sz="1800" b="1"/>
        </a:p>
      </dgm:t>
    </dgm:pt>
    <dgm:pt modelId="{BE14AE04-135E-41A5-956B-85ABD3FD7789}" type="sibTrans" cxnId="{860F4F91-0CE1-4287-B4C4-2ACA9279FEEE}">
      <dgm:prSet/>
      <dgm:spPr/>
      <dgm:t>
        <a:bodyPr/>
        <a:lstStyle/>
        <a:p>
          <a:pPr algn="l"/>
          <a:endParaRPr lang="zh-CN" altLang="en-US" sz="1800" b="1"/>
        </a:p>
      </dgm:t>
    </dgm:pt>
    <dgm:pt modelId="{DA06DEC9-1447-49D4-9342-2CDECF16A772}">
      <dgm:prSet custT="1"/>
      <dgm:spPr/>
      <dgm:t>
        <a:bodyPr/>
        <a:lstStyle/>
        <a:p>
          <a:pPr algn="l" rtl="0"/>
          <a:r>
            <a:rPr lang="en-US" sz="1800" b="1" dirty="0" err="1" smtClean="0"/>
            <a:t>main.c</a:t>
          </a:r>
          <a:r>
            <a:rPr lang="zh-CN" sz="1800" b="1" dirty="0" smtClean="0"/>
            <a:t>程序</a:t>
          </a:r>
          <a:endParaRPr lang="zh-CN" sz="1800" b="1" dirty="0"/>
        </a:p>
      </dgm:t>
    </dgm:pt>
    <dgm:pt modelId="{D32319D4-7FEC-457C-A420-F5D1D1A5267E}" type="parTrans" cxnId="{E66361AB-845E-4AB8-AA28-4FC7BEFD9317}">
      <dgm:prSet custT="1"/>
      <dgm:spPr/>
      <dgm:t>
        <a:bodyPr/>
        <a:lstStyle/>
        <a:p>
          <a:pPr algn="l"/>
          <a:endParaRPr lang="zh-CN" altLang="en-US" sz="1800" b="1"/>
        </a:p>
      </dgm:t>
    </dgm:pt>
    <dgm:pt modelId="{59BEEA05-7835-461C-87D2-95172AA629E6}" type="sibTrans" cxnId="{E66361AB-845E-4AB8-AA28-4FC7BEFD9317}">
      <dgm:prSet/>
      <dgm:spPr/>
      <dgm:t>
        <a:bodyPr/>
        <a:lstStyle/>
        <a:p>
          <a:pPr algn="l"/>
          <a:endParaRPr lang="zh-CN" altLang="en-US" sz="1800" b="1"/>
        </a:p>
      </dgm:t>
    </dgm:pt>
    <dgm:pt modelId="{BA1A15AA-4316-4868-8157-A23ED94EF50C}" type="pres">
      <dgm:prSet presAssocID="{445372D3-4358-4522-BB0E-ED39EC0203FC}" presName="Name0" presStyleCnt="0">
        <dgm:presLayoutVars>
          <dgm:chMax val="7"/>
          <dgm:dir/>
          <dgm:animLvl val="lvl"/>
          <dgm:resizeHandles val="exact"/>
        </dgm:presLayoutVars>
      </dgm:prSet>
      <dgm:spPr/>
      <dgm:t>
        <a:bodyPr/>
        <a:lstStyle/>
        <a:p>
          <a:endParaRPr lang="zh-CN" altLang="en-US"/>
        </a:p>
      </dgm:t>
    </dgm:pt>
    <dgm:pt modelId="{4246540C-3CD5-4EC0-9400-7A15E8EDAFC1}" type="pres">
      <dgm:prSet presAssocID="{EA93B153-F658-4D34-8505-06BA7DB817C5}" presName="circle1" presStyleLbl="node1" presStyleIdx="0" presStyleCnt="3"/>
      <dgm:spPr/>
    </dgm:pt>
    <dgm:pt modelId="{E24BC921-4D0F-43C1-AA3B-1F33F3509E12}" type="pres">
      <dgm:prSet presAssocID="{EA93B153-F658-4D34-8505-06BA7DB817C5}" presName="space" presStyleCnt="0"/>
      <dgm:spPr/>
    </dgm:pt>
    <dgm:pt modelId="{A7CD8C43-4517-4DC9-A403-BEDDC0C0EEA6}" type="pres">
      <dgm:prSet presAssocID="{EA93B153-F658-4D34-8505-06BA7DB817C5}" presName="rect1" presStyleLbl="alignAcc1" presStyleIdx="0" presStyleCnt="3" custLinFactNeighborY="2371"/>
      <dgm:spPr/>
      <dgm:t>
        <a:bodyPr/>
        <a:lstStyle/>
        <a:p>
          <a:endParaRPr lang="zh-CN" altLang="en-US"/>
        </a:p>
      </dgm:t>
    </dgm:pt>
    <dgm:pt modelId="{35EA3EA3-B679-4EE0-AFAE-CBE3F65751A3}" type="pres">
      <dgm:prSet presAssocID="{34BA0B15-1766-4F51-B64D-08BAEF682FF4}" presName="vertSpace2" presStyleLbl="node1" presStyleIdx="0" presStyleCnt="3"/>
      <dgm:spPr/>
    </dgm:pt>
    <dgm:pt modelId="{334FB90D-6325-4914-883A-72C30772AE71}" type="pres">
      <dgm:prSet presAssocID="{34BA0B15-1766-4F51-B64D-08BAEF682FF4}" presName="circle2" presStyleLbl="node1" presStyleIdx="1" presStyleCnt="3"/>
      <dgm:spPr/>
    </dgm:pt>
    <dgm:pt modelId="{08E44A0A-E511-4F53-B591-46F61A94769E}" type="pres">
      <dgm:prSet presAssocID="{34BA0B15-1766-4F51-B64D-08BAEF682FF4}" presName="rect2" presStyleLbl="alignAcc1" presStyleIdx="1" presStyleCnt="3"/>
      <dgm:spPr/>
      <dgm:t>
        <a:bodyPr/>
        <a:lstStyle/>
        <a:p>
          <a:endParaRPr lang="zh-CN" altLang="en-US"/>
        </a:p>
      </dgm:t>
    </dgm:pt>
    <dgm:pt modelId="{A7E60EF3-15B1-4B4A-BA46-1755C1139903}" type="pres">
      <dgm:prSet presAssocID="{DA06DEC9-1447-49D4-9342-2CDECF16A772}" presName="vertSpace3" presStyleLbl="node1" presStyleIdx="1" presStyleCnt="3"/>
      <dgm:spPr/>
    </dgm:pt>
    <dgm:pt modelId="{20AF8BE1-B008-4240-8E8F-03FC5B22EAB2}" type="pres">
      <dgm:prSet presAssocID="{DA06DEC9-1447-49D4-9342-2CDECF16A772}" presName="circle3" presStyleLbl="node1" presStyleIdx="2" presStyleCnt="3"/>
      <dgm:spPr/>
    </dgm:pt>
    <dgm:pt modelId="{721DB2C5-125A-4D8B-A342-44F3CF30F322}" type="pres">
      <dgm:prSet presAssocID="{DA06DEC9-1447-49D4-9342-2CDECF16A772}" presName="rect3" presStyleLbl="alignAcc1" presStyleIdx="2" presStyleCnt="3"/>
      <dgm:spPr/>
      <dgm:t>
        <a:bodyPr/>
        <a:lstStyle/>
        <a:p>
          <a:endParaRPr lang="zh-CN" altLang="en-US"/>
        </a:p>
      </dgm:t>
    </dgm:pt>
    <dgm:pt modelId="{A1BEFCAA-C365-4A57-A1A2-FB405BE495AC}" type="pres">
      <dgm:prSet presAssocID="{EA93B153-F658-4D34-8505-06BA7DB817C5}" presName="rect1ParTxNoCh" presStyleLbl="alignAcc1" presStyleIdx="2" presStyleCnt="3">
        <dgm:presLayoutVars>
          <dgm:chMax val="1"/>
          <dgm:bulletEnabled val="1"/>
        </dgm:presLayoutVars>
      </dgm:prSet>
      <dgm:spPr/>
      <dgm:t>
        <a:bodyPr/>
        <a:lstStyle/>
        <a:p>
          <a:endParaRPr lang="zh-CN" altLang="en-US"/>
        </a:p>
      </dgm:t>
    </dgm:pt>
    <dgm:pt modelId="{CECBA410-96FA-4A50-9AFD-FA37064DB3A5}" type="pres">
      <dgm:prSet presAssocID="{34BA0B15-1766-4F51-B64D-08BAEF682FF4}" presName="rect2ParTxNoCh" presStyleLbl="alignAcc1" presStyleIdx="2" presStyleCnt="3">
        <dgm:presLayoutVars>
          <dgm:chMax val="1"/>
          <dgm:bulletEnabled val="1"/>
        </dgm:presLayoutVars>
      </dgm:prSet>
      <dgm:spPr/>
      <dgm:t>
        <a:bodyPr/>
        <a:lstStyle/>
        <a:p>
          <a:endParaRPr lang="zh-CN" altLang="en-US"/>
        </a:p>
      </dgm:t>
    </dgm:pt>
    <dgm:pt modelId="{4A41240B-1CDA-4EB4-A52F-121E4E1A7E20}" type="pres">
      <dgm:prSet presAssocID="{DA06DEC9-1447-49D4-9342-2CDECF16A772}" presName="rect3ParTxNoCh" presStyleLbl="alignAcc1" presStyleIdx="2" presStyleCnt="3">
        <dgm:presLayoutVars>
          <dgm:chMax val="1"/>
          <dgm:bulletEnabled val="1"/>
        </dgm:presLayoutVars>
      </dgm:prSet>
      <dgm:spPr/>
      <dgm:t>
        <a:bodyPr/>
        <a:lstStyle/>
        <a:p>
          <a:endParaRPr lang="zh-CN" altLang="en-US"/>
        </a:p>
      </dgm:t>
    </dgm:pt>
  </dgm:ptLst>
  <dgm:cxnLst>
    <dgm:cxn modelId="{DF195255-1483-4B3D-9319-A7B0024E0731}" srcId="{445372D3-4358-4522-BB0E-ED39EC0203FC}" destId="{EA93B153-F658-4D34-8505-06BA7DB817C5}" srcOrd="0" destOrd="0" parTransId="{333F229C-E76F-447B-BD9C-999EABE4874C}" sibTransId="{50E1F9CE-CCE8-48E1-9743-5D54EC2F978D}"/>
    <dgm:cxn modelId="{37F1E039-9685-446E-814B-A39F6E449C26}" type="presOf" srcId="{DA06DEC9-1447-49D4-9342-2CDECF16A772}" destId="{721DB2C5-125A-4D8B-A342-44F3CF30F322}" srcOrd="0" destOrd="0" presId="urn:microsoft.com/office/officeart/2005/8/layout/target3"/>
    <dgm:cxn modelId="{2A400C41-0A45-4009-AD8F-6C31F8A97305}" type="presOf" srcId="{34BA0B15-1766-4F51-B64D-08BAEF682FF4}" destId="{CECBA410-96FA-4A50-9AFD-FA37064DB3A5}" srcOrd="1" destOrd="0" presId="urn:microsoft.com/office/officeart/2005/8/layout/target3"/>
    <dgm:cxn modelId="{860F4F91-0CE1-4287-B4C4-2ACA9279FEEE}" srcId="{445372D3-4358-4522-BB0E-ED39EC0203FC}" destId="{34BA0B15-1766-4F51-B64D-08BAEF682FF4}" srcOrd="1" destOrd="0" parTransId="{BC772DCE-3D23-4541-83B3-EA796328EDCB}" sibTransId="{BE14AE04-135E-41A5-956B-85ABD3FD7789}"/>
    <dgm:cxn modelId="{B1E315BF-47C7-44A9-A0FA-352A8BA7D3B2}" type="presOf" srcId="{EA93B153-F658-4D34-8505-06BA7DB817C5}" destId="{A7CD8C43-4517-4DC9-A403-BEDDC0C0EEA6}" srcOrd="0" destOrd="0" presId="urn:microsoft.com/office/officeart/2005/8/layout/target3"/>
    <dgm:cxn modelId="{7FABC471-A06F-459A-8EF8-F3B502B498CF}" type="presOf" srcId="{445372D3-4358-4522-BB0E-ED39EC0203FC}" destId="{BA1A15AA-4316-4868-8157-A23ED94EF50C}" srcOrd="0" destOrd="0" presId="urn:microsoft.com/office/officeart/2005/8/layout/target3"/>
    <dgm:cxn modelId="{9F21C9F5-5031-46B5-94D7-B6FAF7DBCB17}" type="presOf" srcId="{34BA0B15-1766-4F51-B64D-08BAEF682FF4}" destId="{08E44A0A-E511-4F53-B591-46F61A94769E}" srcOrd="0" destOrd="0" presId="urn:microsoft.com/office/officeart/2005/8/layout/target3"/>
    <dgm:cxn modelId="{E66361AB-845E-4AB8-AA28-4FC7BEFD9317}" srcId="{445372D3-4358-4522-BB0E-ED39EC0203FC}" destId="{DA06DEC9-1447-49D4-9342-2CDECF16A772}" srcOrd="2" destOrd="0" parTransId="{D32319D4-7FEC-457C-A420-F5D1D1A5267E}" sibTransId="{59BEEA05-7835-461C-87D2-95172AA629E6}"/>
    <dgm:cxn modelId="{A1E6BDE1-57B8-4EAD-91B5-3F3CDEFC1B87}" type="presOf" srcId="{EA93B153-F658-4D34-8505-06BA7DB817C5}" destId="{A1BEFCAA-C365-4A57-A1A2-FB405BE495AC}" srcOrd="1" destOrd="0" presId="urn:microsoft.com/office/officeart/2005/8/layout/target3"/>
    <dgm:cxn modelId="{18134903-201D-4C95-BCF8-C4AF47F6A610}" type="presOf" srcId="{DA06DEC9-1447-49D4-9342-2CDECF16A772}" destId="{4A41240B-1CDA-4EB4-A52F-121E4E1A7E20}" srcOrd="1" destOrd="0" presId="urn:microsoft.com/office/officeart/2005/8/layout/target3"/>
    <dgm:cxn modelId="{8C5512D0-2589-4644-A686-65F391D4F372}" type="presParOf" srcId="{BA1A15AA-4316-4868-8157-A23ED94EF50C}" destId="{4246540C-3CD5-4EC0-9400-7A15E8EDAFC1}" srcOrd="0" destOrd="0" presId="urn:microsoft.com/office/officeart/2005/8/layout/target3"/>
    <dgm:cxn modelId="{76CF90A2-491B-4463-A120-EA75A841AC9C}" type="presParOf" srcId="{BA1A15AA-4316-4868-8157-A23ED94EF50C}" destId="{E24BC921-4D0F-43C1-AA3B-1F33F3509E12}" srcOrd="1" destOrd="0" presId="urn:microsoft.com/office/officeart/2005/8/layout/target3"/>
    <dgm:cxn modelId="{54038519-B13A-4371-84A8-5E31A2710D8D}" type="presParOf" srcId="{BA1A15AA-4316-4868-8157-A23ED94EF50C}" destId="{A7CD8C43-4517-4DC9-A403-BEDDC0C0EEA6}" srcOrd="2" destOrd="0" presId="urn:microsoft.com/office/officeart/2005/8/layout/target3"/>
    <dgm:cxn modelId="{F6AF219D-0635-42D9-800D-9D3E52D6942F}" type="presParOf" srcId="{BA1A15AA-4316-4868-8157-A23ED94EF50C}" destId="{35EA3EA3-B679-4EE0-AFAE-CBE3F65751A3}" srcOrd="3" destOrd="0" presId="urn:microsoft.com/office/officeart/2005/8/layout/target3"/>
    <dgm:cxn modelId="{12AD9C22-D18D-4489-809E-64077EC129A8}" type="presParOf" srcId="{BA1A15AA-4316-4868-8157-A23ED94EF50C}" destId="{334FB90D-6325-4914-883A-72C30772AE71}" srcOrd="4" destOrd="0" presId="urn:microsoft.com/office/officeart/2005/8/layout/target3"/>
    <dgm:cxn modelId="{DA57C246-1AAB-43A6-9414-B269D201E19A}" type="presParOf" srcId="{BA1A15AA-4316-4868-8157-A23ED94EF50C}" destId="{08E44A0A-E511-4F53-B591-46F61A94769E}" srcOrd="5" destOrd="0" presId="urn:microsoft.com/office/officeart/2005/8/layout/target3"/>
    <dgm:cxn modelId="{05A24BD5-FBEB-44BE-AD9F-5D67F937A592}" type="presParOf" srcId="{BA1A15AA-4316-4868-8157-A23ED94EF50C}" destId="{A7E60EF3-15B1-4B4A-BA46-1755C1139903}" srcOrd="6" destOrd="0" presId="urn:microsoft.com/office/officeart/2005/8/layout/target3"/>
    <dgm:cxn modelId="{5B3A2C41-E0BA-45E5-89A5-71306C3E1782}" type="presParOf" srcId="{BA1A15AA-4316-4868-8157-A23ED94EF50C}" destId="{20AF8BE1-B008-4240-8E8F-03FC5B22EAB2}" srcOrd="7" destOrd="0" presId="urn:microsoft.com/office/officeart/2005/8/layout/target3"/>
    <dgm:cxn modelId="{F71E37E4-8988-4039-BD75-93C8A0A65395}" type="presParOf" srcId="{BA1A15AA-4316-4868-8157-A23ED94EF50C}" destId="{721DB2C5-125A-4D8B-A342-44F3CF30F322}" srcOrd="8" destOrd="0" presId="urn:microsoft.com/office/officeart/2005/8/layout/target3"/>
    <dgm:cxn modelId="{F8F5DBB5-7135-4F2B-8209-63B2D6142ACE}" type="presParOf" srcId="{BA1A15AA-4316-4868-8157-A23ED94EF50C}" destId="{A1BEFCAA-C365-4A57-A1A2-FB405BE495AC}" srcOrd="9" destOrd="0" presId="urn:microsoft.com/office/officeart/2005/8/layout/target3"/>
    <dgm:cxn modelId="{A831EEDE-A0C1-44E4-AA6C-47E637438151}" type="presParOf" srcId="{BA1A15AA-4316-4868-8157-A23ED94EF50C}" destId="{CECBA410-96FA-4A50-9AFD-FA37064DB3A5}" srcOrd="10" destOrd="0" presId="urn:microsoft.com/office/officeart/2005/8/layout/target3"/>
    <dgm:cxn modelId="{E5C028D6-6AF3-4B94-9E61-9916AD7DC1D2}" type="presParOf" srcId="{BA1A15AA-4316-4868-8157-A23ED94EF50C}" destId="{4A41240B-1CDA-4EB4-A52F-121E4E1A7E20}" srcOrd="11"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9B72EFE-46D2-4FA8-9422-175185F44767}"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zh-CN" altLang="en-US"/>
        </a:p>
      </dgm:t>
    </dgm:pt>
    <dgm:pt modelId="{C5160E41-8EF0-4CE7-A253-021AAB592D4F}">
      <dgm:prSet phldrT="[文本]"/>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en-US" b="1" dirty="0" smtClean="0"/>
            <a:t>7.5.1 UART</a:t>
          </a:r>
          <a:r>
            <a:rPr lang="zh-CN" altLang="en-US" b="1" dirty="0" smtClean="0"/>
            <a:t>的</a:t>
          </a:r>
          <a:r>
            <a:rPr lang="en-US" altLang="en-US" b="1" dirty="0" smtClean="0"/>
            <a:t>HAL</a:t>
          </a:r>
          <a:r>
            <a:rPr lang="zh-CN" altLang="en-US" b="1" dirty="0" smtClean="0"/>
            <a:t>库接口函数</a:t>
          </a:r>
          <a:endParaRPr lang="zh-CN" altLang="en-US" b="1" dirty="0"/>
        </a:p>
      </dgm:t>
    </dgm:pt>
    <dgm:pt modelId="{448AD6E8-4753-41EC-954F-10B4D171E739}" type="parTrans" cxnId="{E4B35051-CE85-4683-A0E1-2BEBCEDFDB6B}">
      <dgm:prSet/>
      <dgm:spPr/>
      <dgm:t>
        <a:bodyPr/>
        <a:lstStyle/>
        <a:p>
          <a:endParaRPr lang="zh-CN" altLang="en-US" b="1"/>
        </a:p>
      </dgm:t>
    </dgm:pt>
    <dgm:pt modelId="{6C8115C4-1D4E-4DCD-86F4-4F10A2F886E7}" type="sibTrans" cxnId="{E4B35051-CE85-4683-A0E1-2BEBCEDFDB6B}">
      <dgm:prSet/>
      <dgm:spPr/>
      <dgm:t>
        <a:bodyPr/>
        <a:lstStyle/>
        <a:p>
          <a:endParaRPr lang="zh-CN" altLang="en-US" b="1"/>
        </a:p>
      </dgm:t>
    </dgm:pt>
    <dgm:pt modelId="{731301EA-1181-4481-95BE-71BE756F3687}">
      <dgm:prSet phldrT="[文本]"/>
      <dgm:spPr/>
      <dgm:t>
        <a:bodyPr/>
        <a:lstStyle/>
        <a:p>
          <a:r>
            <a:rPr lang="en-US" altLang="en-US" b="1" dirty="0" smtClean="0"/>
            <a:t>7.5.3 USART</a:t>
          </a:r>
          <a:r>
            <a:rPr lang="zh-CN" altLang="en-US" b="1" dirty="0" smtClean="0"/>
            <a:t>模块应用实例拓展</a:t>
          </a:r>
          <a:endParaRPr lang="zh-CN" altLang="en-US" b="1" dirty="0"/>
        </a:p>
      </dgm:t>
    </dgm:pt>
    <dgm:pt modelId="{209C4A59-D52C-42CE-8364-E213274DD82F}" type="parTrans" cxnId="{5A96F77D-A140-4764-B8E4-1C3F39D427BD}">
      <dgm:prSet/>
      <dgm:spPr/>
      <dgm:t>
        <a:bodyPr/>
        <a:lstStyle/>
        <a:p>
          <a:endParaRPr lang="zh-CN" altLang="en-US" b="1"/>
        </a:p>
      </dgm:t>
    </dgm:pt>
    <dgm:pt modelId="{5587EDD9-E711-4E7F-92EB-DE3B1BAA062C}" type="sibTrans" cxnId="{5A96F77D-A140-4764-B8E4-1C3F39D427BD}">
      <dgm:prSet/>
      <dgm:spPr/>
      <dgm:t>
        <a:bodyPr/>
        <a:lstStyle/>
        <a:p>
          <a:endParaRPr lang="zh-CN" altLang="en-US" b="1"/>
        </a:p>
      </dgm:t>
    </dgm:pt>
    <dgm:pt modelId="{1B351A89-8F8C-4EDA-BB41-864A34BD73CD}">
      <dgm:prSet/>
      <dgm:spPr/>
      <dgm:t>
        <a:bodyPr/>
        <a:lstStyle/>
        <a:p>
          <a:r>
            <a:rPr lang="en-US" altLang="en-US" b="1" dirty="0" smtClean="0"/>
            <a:t>7.5.2 </a:t>
          </a:r>
          <a:r>
            <a:rPr lang="en-US" altLang="en-US" b="1" dirty="0" smtClean="0"/>
            <a:t>USART</a:t>
          </a:r>
          <a:r>
            <a:rPr lang="zh-CN" altLang="en-US" b="1" dirty="0" smtClean="0"/>
            <a:t>的</a:t>
          </a:r>
          <a:r>
            <a:rPr lang="en-US" altLang="en-US" b="1" dirty="0" smtClean="0"/>
            <a:t>HAL</a:t>
          </a:r>
          <a:r>
            <a:rPr lang="zh-CN" altLang="en-US" b="1" dirty="0" smtClean="0"/>
            <a:t>库应用</a:t>
          </a:r>
          <a:r>
            <a:rPr lang="zh-CN" altLang="en-US" b="1" dirty="0" smtClean="0"/>
            <a:t>实例</a:t>
          </a:r>
          <a:endParaRPr lang="zh-CN" altLang="en-US" b="1" dirty="0"/>
        </a:p>
      </dgm:t>
    </dgm:pt>
    <dgm:pt modelId="{A6D6154A-2045-4023-AEAF-922AD79B2F1C}" type="parTrans" cxnId="{ED8A73D2-AF24-4BC6-8449-DF1E1C799AD8}">
      <dgm:prSet/>
      <dgm:spPr/>
      <dgm:t>
        <a:bodyPr/>
        <a:lstStyle/>
        <a:p>
          <a:endParaRPr lang="zh-CN" altLang="en-US" b="1"/>
        </a:p>
      </dgm:t>
    </dgm:pt>
    <dgm:pt modelId="{EA6BF353-83E9-4579-BE84-A5596BCA8F53}" type="sibTrans" cxnId="{ED8A73D2-AF24-4BC6-8449-DF1E1C799AD8}">
      <dgm:prSet/>
      <dgm:spPr/>
      <dgm:t>
        <a:bodyPr/>
        <a:lstStyle/>
        <a:p>
          <a:endParaRPr lang="zh-CN" altLang="en-US" b="1"/>
        </a:p>
      </dgm:t>
    </dgm:pt>
    <dgm:pt modelId="{628593CC-F25A-463E-9E54-7FB766FB76F9}" type="pres">
      <dgm:prSet presAssocID="{C9B72EFE-46D2-4FA8-9422-175185F44767}" presName="Name0" presStyleCnt="0">
        <dgm:presLayoutVars>
          <dgm:chMax val="7"/>
          <dgm:chPref val="7"/>
          <dgm:dir/>
        </dgm:presLayoutVars>
      </dgm:prSet>
      <dgm:spPr/>
      <dgm:t>
        <a:bodyPr/>
        <a:lstStyle/>
        <a:p>
          <a:endParaRPr lang="zh-CN" altLang="en-US"/>
        </a:p>
      </dgm:t>
    </dgm:pt>
    <dgm:pt modelId="{060A18FB-08E1-4034-80CD-F49A606197F9}" type="pres">
      <dgm:prSet presAssocID="{C9B72EFE-46D2-4FA8-9422-175185F44767}" presName="Name1" presStyleCnt="0"/>
      <dgm:spPr/>
      <dgm:t>
        <a:bodyPr/>
        <a:lstStyle/>
        <a:p>
          <a:endParaRPr lang="zh-CN" altLang="en-US"/>
        </a:p>
      </dgm:t>
    </dgm:pt>
    <dgm:pt modelId="{5B8E4ED0-17F3-41CD-B1B9-983387D7C1F7}" type="pres">
      <dgm:prSet presAssocID="{C9B72EFE-46D2-4FA8-9422-175185F44767}" presName="cycle" presStyleCnt="0"/>
      <dgm:spPr/>
      <dgm:t>
        <a:bodyPr/>
        <a:lstStyle/>
        <a:p>
          <a:endParaRPr lang="zh-CN" altLang="en-US"/>
        </a:p>
      </dgm:t>
    </dgm:pt>
    <dgm:pt modelId="{0F7AE104-0B3F-42A2-A3D6-960A3B788033}" type="pres">
      <dgm:prSet presAssocID="{C9B72EFE-46D2-4FA8-9422-175185F44767}" presName="srcNode" presStyleLbl="node1" presStyleIdx="0" presStyleCnt="3"/>
      <dgm:spPr/>
      <dgm:t>
        <a:bodyPr/>
        <a:lstStyle/>
        <a:p>
          <a:endParaRPr lang="zh-CN" altLang="en-US"/>
        </a:p>
      </dgm:t>
    </dgm:pt>
    <dgm:pt modelId="{F9D1B936-C86F-4A9E-9E98-C7DA2D773C88}" type="pres">
      <dgm:prSet presAssocID="{C9B72EFE-46D2-4FA8-9422-175185F44767}" presName="conn" presStyleLbl="parChTrans1D2" presStyleIdx="0" presStyleCnt="1"/>
      <dgm:spPr/>
      <dgm:t>
        <a:bodyPr/>
        <a:lstStyle/>
        <a:p>
          <a:endParaRPr lang="zh-CN" altLang="en-US"/>
        </a:p>
      </dgm:t>
    </dgm:pt>
    <dgm:pt modelId="{DE5B50B9-3E94-4EEF-ABFD-28CE51D39B6B}" type="pres">
      <dgm:prSet presAssocID="{C9B72EFE-46D2-4FA8-9422-175185F44767}" presName="extraNode" presStyleLbl="node1" presStyleIdx="0" presStyleCnt="3"/>
      <dgm:spPr/>
      <dgm:t>
        <a:bodyPr/>
        <a:lstStyle/>
        <a:p>
          <a:endParaRPr lang="zh-CN" altLang="en-US"/>
        </a:p>
      </dgm:t>
    </dgm:pt>
    <dgm:pt modelId="{D140E85B-7001-4B2A-8737-72FEF3F84E29}" type="pres">
      <dgm:prSet presAssocID="{C9B72EFE-46D2-4FA8-9422-175185F44767}" presName="dstNode" presStyleLbl="node1" presStyleIdx="0" presStyleCnt="3"/>
      <dgm:spPr/>
      <dgm:t>
        <a:bodyPr/>
        <a:lstStyle/>
        <a:p>
          <a:endParaRPr lang="zh-CN" altLang="en-US"/>
        </a:p>
      </dgm:t>
    </dgm:pt>
    <dgm:pt modelId="{7E9D395B-2F60-474D-9233-55D7823662B8}" type="pres">
      <dgm:prSet presAssocID="{C5160E41-8EF0-4CE7-A253-021AAB592D4F}" presName="text_1" presStyleLbl="node1" presStyleIdx="0" presStyleCnt="3">
        <dgm:presLayoutVars>
          <dgm:bulletEnabled val="1"/>
        </dgm:presLayoutVars>
      </dgm:prSet>
      <dgm:spPr/>
      <dgm:t>
        <a:bodyPr/>
        <a:lstStyle/>
        <a:p>
          <a:endParaRPr lang="zh-CN" altLang="en-US"/>
        </a:p>
      </dgm:t>
    </dgm:pt>
    <dgm:pt modelId="{D12B58DE-537A-4DB3-81D3-9B9004C6860F}" type="pres">
      <dgm:prSet presAssocID="{C5160E41-8EF0-4CE7-A253-021AAB592D4F}" presName="accent_1" presStyleCnt="0"/>
      <dgm:spPr/>
      <dgm:t>
        <a:bodyPr/>
        <a:lstStyle/>
        <a:p>
          <a:endParaRPr lang="zh-CN" altLang="en-US"/>
        </a:p>
      </dgm:t>
    </dgm:pt>
    <dgm:pt modelId="{412CF2C1-26C7-4DBC-84C3-53690705A93A}" type="pres">
      <dgm:prSet presAssocID="{C5160E41-8EF0-4CE7-A253-021AAB592D4F}" presName="accentRepeatNode" presStyleLbl="solidFgAcc1" presStyleIdx="0" presStyleCnt="3"/>
      <dgm:spPr/>
      <dgm:t>
        <a:bodyPr/>
        <a:lstStyle/>
        <a:p>
          <a:endParaRPr lang="zh-CN" altLang="en-US"/>
        </a:p>
      </dgm:t>
    </dgm:pt>
    <dgm:pt modelId="{B01A1551-7AC6-4BD2-8D31-66B84F40F9B8}" type="pres">
      <dgm:prSet presAssocID="{1B351A89-8F8C-4EDA-BB41-864A34BD73CD}" presName="text_2" presStyleLbl="node1" presStyleIdx="1" presStyleCnt="3">
        <dgm:presLayoutVars>
          <dgm:bulletEnabled val="1"/>
        </dgm:presLayoutVars>
      </dgm:prSet>
      <dgm:spPr/>
      <dgm:t>
        <a:bodyPr/>
        <a:lstStyle/>
        <a:p>
          <a:endParaRPr lang="zh-CN" altLang="en-US"/>
        </a:p>
      </dgm:t>
    </dgm:pt>
    <dgm:pt modelId="{5C82B08F-7E68-4EC6-83A1-FECBF4F897A6}" type="pres">
      <dgm:prSet presAssocID="{1B351A89-8F8C-4EDA-BB41-864A34BD73CD}" presName="accent_2" presStyleCnt="0"/>
      <dgm:spPr/>
      <dgm:t>
        <a:bodyPr/>
        <a:lstStyle/>
        <a:p>
          <a:endParaRPr lang="zh-CN" altLang="en-US"/>
        </a:p>
      </dgm:t>
    </dgm:pt>
    <dgm:pt modelId="{9C8392CB-7BE2-483A-BA60-BC07E6CFAD4E}" type="pres">
      <dgm:prSet presAssocID="{1B351A89-8F8C-4EDA-BB41-864A34BD73CD}" presName="accentRepeatNode" presStyleLbl="solidFgAcc1" presStyleIdx="1" presStyleCnt="3"/>
      <dgm:spPr/>
      <dgm:t>
        <a:bodyPr/>
        <a:lstStyle/>
        <a:p>
          <a:endParaRPr lang="zh-CN" altLang="en-US"/>
        </a:p>
      </dgm:t>
    </dgm:pt>
    <dgm:pt modelId="{60C45125-CC70-4946-AE06-4EA1A94BE4BB}" type="pres">
      <dgm:prSet presAssocID="{731301EA-1181-4481-95BE-71BE756F3687}" presName="text_3" presStyleLbl="node1" presStyleIdx="2" presStyleCnt="3">
        <dgm:presLayoutVars>
          <dgm:bulletEnabled val="1"/>
        </dgm:presLayoutVars>
      </dgm:prSet>
      <dgm:spPr/>
      <dgm:t>
        <a:bodyPr/>
        <a:lstStyle/>
        <a:p>
          <a:endParaRPr lang="zh-CN" altLang="en-US"/>
        </a:p>
      </dgm:t>
    </dgm:pt>
    <dgm:pt modelId="{3E46AA85-9A44-4BD7-9C12-56D030CB26B4}" type="pres">
      <dgm:prSet presAssocID="{731301EA-1181-4481-95BE-71BE756F3687}" presName="accent_3" presStyleCnt="0"/>
      <dgm:spPr/>
      <dgm:t>
        <a:bodyPr/>
        <a:lstStyle/>
        <a:p>
          <a:endParaRPr lang="zh-CN" altLang="en-US"/>
        </a:p>
      </dgm:t>
    </dgm:pt>
    <dgm:pt modelId="{FEFF1738-67B2-4C97-951C-3977475049E7}" type="pres">
      <dgm:prSet presAssocID="{731301EA-1181-4481-95BE-71BE756F3687}" presName="accentRepeatNode" presStyleLbl="solidFgAcc1" presStyleIdx="2" presStyleCnt="3"/>
      <dgm:spPr/>
      <dgm:t>
        <a:bodyPr/>
        <a:lstStyle/>
        <a:p>
          <a:endParaRPr lang="zh-CN" altLang="en-US"/>
        </a:p>
      </dgm:t>
    </dgm:pt>
  </dgm:ptLst>
  <dgm:cxnLst>
    <dgm:cxn modelId="{ED8A73D2-AF24-4BC6-8449-DF1E1C799AD8}" srcId="{C9B72EFE-46D2-4FA8-9422-175185F44767}" destId="{1B351A89-8F8C-4EDA-BB41-864A34BD73CD}" srcOrd="1" destOrd="0" parTransId="{A6D6154A-2045-4023-AEAF-922AD79B2F1C}" sibTransId="{EA6BF353-83E9-4579-BE84-A5596BCA8F53}"/>
    <dgm:cxn modelId="{C20F86B6-474D-451C-AA13-288229422C46}" type="presOf" srcId="{C9B72EFE-46D2-4FA8-9422-175185F44767}" destId="{628593CC-F25A-463E-9E54-7FB766FB76F9}" srcOrd="0" destOrd="0" presId="urn:microsoft.com/office/officeart/2008/layout/VerticalCurvedList"/>
    <dgm:cxn modelId="{F7D8C28A-407E-4214-9F5E-AB136E72D1B5}" type="presOf" srcId="{731301EA-1181-4481-95BE-71BE756F3687}" destId="{60C45125-CC70-4946-AE06-4EA1A94BE4BB}" srcOrd="0" destOrd="0" presId="urn:microsoft.com/office/officeart/2008/layout/VerticalCurvedList"/>
    <dgm:cxn modelId="{E4B35051-CE85-4683-A0E1-2BEBCEDFDB6B}" srcId="{C9B72EFE-46D2-4FA8-9422-175185F44767}" destId="{C5160E41-8EF0-4CE7-A253-021AAB592D4F}" srcOrd="0" destOrd="0" parTransId="{448AD6E8-4753-41EC-954F-10B4D171E739}" sibTransId="{6C8115C4-1D4E-4DCD-86F4-4F10A2F886E7}"/>
    <dgm:cxn modelId="{EEFBD919-4632-48F3-B419-A63E2F9A51F3}" type="presOf" srcId="{6C8115C4-1D4E-4DCD-86F4-4F10A2F886E7}" destId="{F9D1B936-C86F-4A9E-9E98-C7DA2D773C88}" srcOrd="0" destOrd="0" presId="urn:microsoft.com/office/officeart/2008/layout/VerticalCurvedList"/>
    <dgm:cxn modelId="{6CC64AF5-0259-4340-8113-85533B03AEFA}" type="presOf" srcId="{C5160E41-8EF0-4CE7-A253-021AAB592D4F}" destId="{7E9D395B-2F60-474D-9233-55D7823662B8}" srcOrd="0" destOrd="0" presId="urn:microsoft.com/office/officeart/2008/layout/VerticalCurvedList"/>
    <dgm:cxn modelId="{5A96F77D-A140-4764-B8E4-1C3F39D427BD}" srcId="{C9B72EFE-46D2-4FA8-9422-175185F44767}" destId="{731301EA-1181-4481-95BE-71BE756F3687}" srcOrd="2" destOrd="0" parTransId="{209C4A59-D52C-42CE-8364-E213274DD82F}" sibTransId="{5587EDD9-E711-4E7F-92EB-DE3B1BAA062C}"/>
    <dgm:cxn modelId="{DB1D13FC-FB2B-4D12-AA7B-4302D1955B0A}" type="presOf" srcId="{1B351A89-8F8C-4EDA-BB41-864A34BD73CD}" destId="{B01A1551-7AC6-4BD2-8D31-66B84F40F9B8}" srcOrd="0" destOrd="0" presId="urn:microsoft.com/office/officeart/2008/layout/VerticalCurvedList"/>
    <dgm:cxn modelId="{7AF796DF-73D9-49EF-83B7-E51D5546E6C8}" type="presParOf" srcId="{628593CC-F25A-463E-9E54-7FB766FB76F9}" destId="{060A18FB-08E1-4034-80CD-F49A606197F9}" srcOrd="0" destOrd="0" presId="urn:microsoft.com/office/officeart/2008/layout/VerticalCurvedList"/>
    <dgm:cxn modelId="{E32FBE5C-C5EF-4A14-A76C-45E89C34E0AC}" type="presParOf" srcId="{060A18FB-08E1-4034-80CD-F49A606197F9}" destId="{5B8E4ED0-17F3-41CD-B1B9-983387D7C1F7}" srcOrd="0" destOrd="0" presId="urn:microsoft.com/office/officeart/2008/layout/VerticalCurvedList"/>
    <dgm:cxn modelId="{F72741BF-229E-4FBC-AE06-34AD7666EED0}" type="presParOf" srcId="{5B8E4ED0-17F3-41CD-B1B9-983387D7C1F7}" destId="{0F7AE104-0B3F-42A2-A3D6-960A3B788033}" srcOrd="0" destOrd="0" presId="urn:microsoft.com/office/officeart/2008/layout/VerticalCurvedList"/>
    <dgm:cxn modelId="{D2D9FC28-3DD1-45A3-993B-841DB1DC08F0}" type="presParOf" srcId="{5B8E4ED0-17F3-41CD-B1B9-983387D7C1F7}" destId="{F9D1B936-C86F-4A9E-9E98-C7DA2D773C88}" srcOrd="1" destOrd="0" presId="urn:microsoft.com/office/officeart/2008/layout/VerticalCurvedList"/>
    <dgm:cxn modelId="{3FA8152B-1B45-43F1-AB58-45CD91D7CADB}" type="presParOf" srcId="{5B8E4ED0-17F3-41CD-B1B9-983387D7C1F7}" destId="{DE5B50B9-3E94-4EEF-ABFD-28CE51D39B6B}" srcOrd="2" destOrd="0" presId="urn:microsoft.com/office/officeart/2008/layout/VerticalCurvedList"/>
    <dgm:cxn modelId="{74ACF7C9-F993-4BBB-AD33-C7DE201E8430}" type="presParOf" srcId="{5B8E4ED0-17F3-41CD-B1B9-983387D7C1F7}" destId="{D140E85B-7001-4B2A-8737-72FEF3F84E29}" srcOrd="3" destOrd="0" presId="urn:microsoft.com/office/officeart/2008/layout/VerticalCurvedList"/>
    <dgm:cxn modelId="{CAEA29FF-BC45-4D28-BF05-4B499F5EEE19}" type="presParOf" srcId="{060A18FB-08E1-4034-80CD-F49A606197F9}" destId="{7E9D395B-2F60-474D-9233-55D7823662B8}" srcOrd="1" destOrd="0" presId="urn:microsoft.com/office/officeart/2008/layout/VerticalCurvedList"/>
    <dgm:cxn modelId="{1515D97A-A75A-4CFB-9F8C-F504BBCEAAB6}" type="presParOf" srcId="{060A18FB-08E1-4034-80CD-F49A606197F9}" destId="{D12B58DE-537A-4DB3-81D3-9B9004C6860F}" srcOrd="2" destOrd="0" presId="urn:microsoft.com/office/officeart/2008/layout/VerticalCurvedList"/>
    <dgm:cxn modelId="{CCADA445-F3BD-410C-BA6E-30E5B377D420}" type="presParOf" srcId="{D12B58DE-537A-4DB3-81D3-9B9004C6860F}" destId="{412CF2C1-26C7-4DBC-84C3-53690705A93A}" srcOrd="0" destOrd="0" presId="urn:microsoft.com/office/officeart/2008/layout/VerticalCurvedList"/>
    <dgm:cxn modelId="{1B3E8FE9-9AFF-4E40-BD34-0DB8537F464E}" type="presParOf" srcId="{060A18FB-08E1-4034-80CD-F49A606197F9}" destId="{B01A1551-7AC6-4BD2-8D31-66B84F40F9B8}" srcOrd="3" destOrd="0" presId="urn:microsoft.com/office/officeart/2008/layout/VerticalCurvedList"/>
    <dgm:cxn modelId="{2EB97D0F-0574-4D17-911E-BD0FE508B1B1}" type="presParOf" srcId="{060A18FB-08E1-4034-80CD-F49A606197F9}" destId="{5C82B08F-7E68-4EC6-83A1-FECBF4F897A6}" srcOrd="4" destOrd="0" presId="urn:microsoft.com/office/officeart/2008/layout/VerticalCurvedList"/>
    <dgm:cxn modelId="{34AFB840-2283-4D26-B6FA-9CBEE9A751C4}" type="presParOf" srcId="{5C82B08F-7E68-4EC6-83A1-FECBF4F897A6}" destId="{9C8392CB-7BE2-483A-BA60-BC07E6CFAD4E}" srcOrd="0" destOrd="0" presId="urn:microsoft.com/office/officeart/2008/layout/VerticalCurvedList"/>
    <dgm:cxn modelId="{87D07951-74EA-4A01-B0D3-E8E10019219C}" type="presParOf" srcId="{060A18FB-08E1-4034-80CD-F49A606197F9}" destId="{60C45125-CC70-4946-AE06-4EA1A94BE4BB}" srcOrd="5" destOrd="0" presId="urn:microsoft.com/office/officeart/2008/layout/VerticalCurvedList"/>
    <dgm:cxn modelId="{8467A754-81A7-4FE4-9F84-8C2A17030021}" type="presParOf" srcId="{060A18FB-08E1-4034-80CD-F49A606197F9}" destId="{3E46AA85-9A44-4BD7-9C12-56D030CB26B4}" srcOrd="6" destOrd="0" presId="urn:microsoft.com/office/officeart/2008/layout/VerticalCurvedList"/>
    <dgm:cxn modelId="{8BDDFC4C-8C0B-40D6-AB3A-56CADFDA0545}" type="presParOf" srcId="{3E46AA85-9A44-4BD7-9C12-56D030CB26B4}" destId="{FEFF1738-67B2-4C97-951C-3977475049E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7FD59C3-2377-4EE5-A4EB-150A5E986134}" type="doc">
      <dgm:prSet loTypeId="urn:microsoft.com/office/officeart/2005/8/layout/process1" loCatId="process" qsTypeId="urn:microsoft.com/office/officeart/2005/8/quickstyle/simple2" qsCatId="simple" csTypeId="urn:microsoft.com/office/officeart/2005/8/colors/accent1_1" csCatId="accent1" phldr="1"/>
      <dgm:spPr/>
    </dgm:pt>
    <dgm:pt modelId="{4BC4E87E-BCB2-48FF-8293-12E75F1AD588}">
      <dgm:prSet phldrT="[文本]" custT="1"/>
      <dgm:spPr/>
      <dgm:t>
        <a:bodyPr/>
        <a:lstStyle/>
        <a:p>
          <a:r>
            <a:rPr lang="zh-CN" sz="1800" b="1" dirty="0" smtClean="0"/>
            <a:t>新建</a:t>
          </a:r>
          <a:r>
            <a:rPr lang="en-US" sz="1800" b="1" dirty="0" smtClean="0"/>
            <a:t>STM32CubeMX</a:t>
          </a:r>
          <a:r>
            <a:rPr lang="zh-CN" sz="1800" b="1" dirty="0" smtClean="0"/>
            <a:t>工程，选择</a:t>
          </a:r>
          <a:r>
            <a:rPr lang="en-US" sz="1800" b="1" dirty="0" smtClean="0"/>
            <a:t>MCU</a:t>
          </a:r>
          <a:endParaRPr lang="zh-CN" altLang="en-US" sz="1800" dirty="0"/>
        </a:p>
      </dgm:t>
    </dgm:pt>
    <dgm:pt modelId="{145D3E99-07BA-4D1D-A694-3B11C0FB41D2}" type="parTrans" cxnId="{31CB78DA-6B54-400F-8E1D-A7D787F124D7}">
      <dgm:prSet/>
      <dgm:spPr/>
      <dgm:t>
        <a:bodyPr/>
        <a:lstStyle/>
        <a:p>
          <a:endParaRPr lang="zh-CN" altLang="en-US" sz="3200"/>
        </a:p>
      </dgm:t>
    </dgm:pt>
    <dgm:pt modelId="{A1E7FF71-0E6C-437B-951E-DC759DE1EF30}" type="sibTrans" cxnId="{31CB78DA-6B54-400F-8E1D-A7D787F124D7}">
      <dgm:prSet/>
      <dgm:spPr/>
      <dgm:t>
        <a:bodyPr/>
        <a:lstStyle/>
        <a:p>
          <a:endParaRPr lang="zh-CN" altLang="en-US" sz="3200"/>
        </a:p>
      </dgm:t>
    </dgm:pt>
    <dgm:pt modelId="{9FF358D5-CEAA-4F44-984A-806EB8502955}">
      <dgm:prSet phldrT="[文本]" custT="1"/>
      <dgm:spPr>
        <a:solidFill>
          <a:schemeClr val="accent5">
            <a:lumMod val="40000"/>
            <a:lumOff val="60000"/>
          </a:schemeClr>
        </a:solidFill>
      </dgm:spPr>
      <dgm:t>
        <a:bodyPr/>
        <a:lstStyle/>
        <a:p>
          <a:r>
            <a:rPr lang="en-US" sz="1800" b="1" dirty="0" smtClean="0"/>
            <a:t>STM32CubeMX</a:t>
          </a:r>
          <a:r>
            <a:rPr lang="zh-CN" sz="1800" b="1" dirty="0" smtClean="0"/>
            <a:t>功能参数配置</a:t>
          </a:r>
          <a:endParaRPr lang="zh-CN" altLang="en-US" sz="1800" dirty="0"/>
        </a:p>
      </dgm:t>
    </dgm:pt>
    <dgm:pt modelId="{692A2ADD-4162-451E-9945-78B829236339}" type="parTrans" cxnId="{869A7BF2-E8AC-4F94-B4E4-E3AF50505D7F}">
      <dgm:prSet/>
      <dgm:spPr/>
      <dgm:t>
        <a:bodyPr/>
        <a:lstStyle/>
        <a:p>
          <a:endParaRPr lang="zh-CN" altLang="en-US" sz="3200"/>
        </a:p>
      </dgm:t>
    </dgm:pt>
    <dgm:pt modelId="{F04ADFBB-68E3-442D-8060-23D4CF78358D}" type="sibTrans" cxnId="{869A7BF2-E8AC-4F94-B4E4-E3AF50505D7F}">
      <dgm:prSet/>
      <dgm:spPr/>
      <dgm:t>
        <a:bodyPr/>
        <a:lstStyle/>
        <a:p>
          <a:endParaRPr lang="zh-CN" altLang="en-US" sz="3200"/>
        </a:p>
      </dgm:t>
    </dgm:pt>
    <dgm:pt modelId="{AF94DE5F-EC5C-43CF-A8C9-73E06BB0D41B}">
      <dgm:prSet phldrT="[文本]" custT="1"/>
      <dgm:spPr/>
      <dgm:t>
        <a:bodyPr/>
        <a:lstStyle/>
        <a:p>
          <a:r>
            <a:rPr lang="zh-CN" altLang="en-US" sz="1800" b="1" dirty="0" smtClean="0"/>
            <a:t>生成工程代码</a:t>
          </a:r>
          <a:endParaRPr lang="zh-CN" altLang="en-US" sz="1800" dirty="0"/>
        </a:p>
      </dgm:t>
    </dgm:pt>
    <dgm:pt modelId="{5055C4F0-1F25-44FB-A6A1-8220906DBEA0}" type="parTrans" cxnId="{B2D575FC-4CFF-4413-BDF7-3BE9D62B304C}">
      <dgm:prSet/>
      <dgm:spPr/>
      <dgm:t>
        <a:bodyPr/>
        <a:lstStyle/>
        <a:p>
          <a:endParaRPr lang="zh-CN" altLang="en-US" sz="3200"/>
        </a:p>
      </dgm:t>
    </dgm:pt>
    <dgm:pt modelId="{C445B0C2-7A85-41F6-B4F9-FCBDBAAEDBFB}" type="sibTrans" cxnId="{B2D575FC-4CFF-4413-BDF7-3BE9D62B304C}">
      <dgm:prSet/>
      <dgm:spPr/>
      <dgm:t>
        <a:bodyPr/>
        <a:lstStyle/>
        <a:p>
          <a:endParaRPr lang="zh-CN" altLang="en-US" sz="3200"/>
        </a:p>
      </dgm:t>
    </dgm:pt>
    <dgm:pt modelId="{3E336CA0-661C-4A3B-8D64-17BD820118C6}">
      <dgm:prSet phldrT="[文本]" custT="1"/>
      <dgm:spPr/>
      <dgm:t>
        <a:bodyPr/>
        <a:lstStyle/>
        <a:p>
          <a:r>
            <a:rPr lang="zh-CN" altLang="en-US" sz="1800" b="1" dirty="0" smtClean="0"/>
            <a:t>编写应用程序</a:t>
          </a:r>
          <a:endParaRPr lang="zh-CN" altLang="en-US" sz="1800" dirty="0"/>
        </a:p>
      </dgm:t>
    </dgm:pt>
    <dgm:pt modelId="{4C686F72-57D2-4DC7-ADAF-E99FDB739E4C}" type="parTrans" cxnId="{DA4EFA11-7C01-459D-903E-9571E70A3CA8}">
      <dgm:prSet/>
      <dgm:spPr/>
      <dgm:t>
        <a:bodyPr/>
        <a:lstStyle/>
        <a:p>
          <a:endParaRPr lang="zh-CN" altLang="en-US" sz="3200"/>
        </a:p>
      </dgm:t>
    </dgm:pt>
    <dgm:pt modelId="{3BFFCFFD-E6BA-45BD-BB24-B0C3E944D3CC}" type="sibTrans" cxnId="{DA4EFA11-7C01-459D-903E-9571E70A3CA8}">
      <dgm:prSet/>
      <dgm:spPr/>
      <dgm:t>
        <a:bodyPr/>
        <a:lstStyle/>
        <a:p>
          <a:endParaRPr lang="zh-CN" altLang="en-US" sz="3200"/>
        </a:p>
      </dgm:t>
    </dgm:pt>
    <dgm:pt modelId="{0A7AAE6D-DF8C-41C3-BD28-1A5DE184833C}">
      <dgm:prSet phldrT="[文本]" custT="1"/>
      <dgm:spPr/>
      <dgm:t>
        <a:bodyPr/>
        <a:lstStyle/>
        <a:p>
          <a:r>
            <a:rPr lang="zh-CN" altLang="en-US" sz="1800" b="1" smtClean="0"/>
            <a:t>下载调试验证</a:t>
          </a:r>
          <a:endParaRPr lang="zh-CN" altLang="en-US" sz="1800" dirty="0"/>
        </a:p>
      </dgm:t>
    </dgm:pt>
    <dgm:pt modelId="{B60C203B-DFCC-4DE2-8551-1AA4E265A9C8}" type="parTrans" cxnId="{1385F6F3-5059-4471-8E3B-EF1A29B0D8E2}">
      <dgm:prSet/>
      <dgm:spPr/>
      <dgm:t>
        <a:bodyPr/>
        <a:lstStyle/>
        <a:p>
          <a:endParaRPr lang="zh-CN" altLang="en-US" sz="3200"/>
        </a:p>
      </dgm:t>
    </dgm:pt>
    <dgm:pt modelId="{C6AEA220-0F15-4BC1-A92C-987A33E36B18}" type="sibTrans" cxnId="{1385F6F3-5059-4471-8E3B-EF1A29B0D8E2}">
      <dgm:prSet/>
      <dgm:spPr/>
      <dgm:t>
        <a:bodyPr/>
        <a:lstStyle/>
        <a:p>
          <a:endParaRPr lang="zh-CN" altLang="en-US" sz="3200"/>
        </a:p>
      </dgm:t>
    </dgm:pt>
    <dgm:pt modelId="{A293DF9F-1C46-4A35-97C0-A07CAB6817BE}" type="pres">
      <dgm:prSet presAssocID="{B7FD59C3-2377-4EE5-A4EB-150A5E986134}" presName="Name0" presStyleCnt="0">
        <dgm:presLayoutVars>
          <dgm:dir/>
          <dgm:resizeHandles val="exact"/>
        </dgm:presLayoutVars>
      </dgm:prSet>
      <dgm:spPr/>
    </dgm:pt>
    <dgm:pt modelId="{0180920E-E6B7-473B-A9D3-1F85DFE2575E}" type="pres">
      <dgm:prSet presAssocID="{4BC4E87E-BCB2-48FF-8293-12E75F1AD588}" presName="node" presStyleLbl="node1" presStyleIdx="0" presStyleCnt="5">
        <dgm:presLayoutVars>
          <dgm:bulletEnabled val="1"/>
        </dgm:presLayoutVars>
      </dgm:prSet>
      <dgm:spPr/>
      <dgm:t>
        <a:bodyPr/>
        <a:lstStyle/>
        <a:p>
          <a:endParaRPr lang="zh-CN" altLang="en-US"/>
        </a:p>
      </dgm:t>
    </dgm:pt>
    <dgm:pt modelId="{644FCBCF-D797-4034-99BA-7079D9A4F600}" type="pres">
      <dgm:prSet presAssocID="{A1E7FF71-0E6C-437B-951E-DC759DE1EF30}" presName="sibTrans" presStyleLbl="sibTrans2D1" presStyleIdx="0" presStyleCnt="4"/>
      <dgm:spPr/>
      <dgm:t>
        <a:bodyPr/>
        <a:lstStyle/>
        <a:p>
          <a:endParaRPr lang="zh-CN" altLang="en-US"/>
        </a:p>
      </dgm:t>
    </dgm:pt>
    <dgm:pt modelId="{880D96D4-C1F7-49CF-95C6-E1FC0CA3615D}" type="pres">
      <dgm:prSet presAssocID="{A1E7FF71-0E6C-437B-951E-DC759DE1EF30}" presName="connectorText" presStyleLbl="sibTrans2D1" presStyleIdx="0" presStyleCnt="4"/>
      <dgm:spPr/>
      <dgm:t>
        <a:bodyPr/>
        <a:lstStyle/>
        <a:p>
          <a:endParaRPr lang="zh-CN" altLang="en-US"/>
        </a:p>
      </dgm:t>
    </dgm:pt>
    <dgm:pt modelId="{FF74BA51-0237-4304-9437-506E313DFC66}" type="pres">
      <dgm:prSet presAssocID="{9FF358D5-CEAA-4F44-984A-806EB8502955}" presName="node" presStyleLbl="node1" presStyleIdx="1" presStyleCnt="5">
        <dgm:presLayoutVars>
          <dgm:bulletEnabled val="1"/>
        </dgm:presLayoutVars>
      </dgm:prSet>
      <dgm:spPr/>
      <dgm:t>
        <a:bodyPr/>
        <a:lstStyle/>
        <a:p>
          <a:endParaRPr lang="zh-CN" altLang="en-US"/>
        </a:p>
      </dgm:t>
    </dgm:pt>
    <dgm:pt modelId="{557D2FF1-EA0D-4FEF-BA65-DB5E70590D33}" type="pres">
      <dgm:prSet presAssocID="{F04ADFBB-68E3-442D-8060-23D4CF78358D}" presName="sibTrans" presStyleLbl="sibTrans2D1" presStyleIdx="1" presStyleCnt="4"/>
      <dgm:spPr/>
      <dgm:t>
        <a:bodyPr/>
        <a:lstStyle/>
        <a:p>
          <a:endParaRPr lang="zh-CN" altLang="en-US"/>
        </a:p>
      </dgm:t>
    </dgm:pt>
    <dgm:pt modelId="{08A07E1F-9008-4743-B6DA-29F230E39257}" type="pres">
      <dgm:prSet presAssocID="{F04ADFBB-68E3-442D-8060-23D4CF78358D}" presName="connectorText" presStyleLbl="sibTrans2D1" presStyleIdx="1" presStyleCnt="4"/>
      <dgm:spPr/>
      <dgm:t>
        <a:bodyPr/>
        <a:lstStyle/>
        <a:p>
          <a:endParaRPr lang="zh-CN" altLang="en-US"/>
        </a:p>
      </dgm:t>
    </dgm:pt>
    <dgm:pt modelId="{80F22BB9-697F-4175-97CE-CA041987EE96}" type="pres">
      <dgm:prSet presAssocID="{AF94DE5F-EC5C-43CF-A8C9-73E06BB0D41B}" presName="node" presStyleLbl="node1" presStyleIdx="2" presStyleCnt="5">
        <dgm:presLayoutVars>
          <dgm:bulletEnabled val="1"/>
        </dgm:presLayoutVars>
      </dgm:prSet>
      <dgm:spPr/>
      <dgm:t>
        <a:bodyPr/>
        <a:lstStyle/>
        <a:p>
          <a:endParaRPr lang="zh-CN" altLang="en-US"/>
        </a:p>
      </dgm:t>
    </dgm:pt>
    <dgm:pt modelId="{932325F8-5569-4843-B296-D85EDEB86313}" type="pres">
      <dgm:prSet presAssocID="{C445B0C2-7A85-41F6-B4F9-FCBDBAAEDBFB}" presName="sibTrans" presStyleLbl="sibTrans2D1" presStyleIdx="2" presStyleCnt="4"/>
      <dgm:spPr/>
      <dgm:t>
        <a:bodyPr/>
        <a:lstStyle/>
        <a:p>
          <a:endParaRPr lang="zh-CN" altLang="en-US"/>
        </a:p>
      </dgm:t>
    </dgm:pt>
    <dgm:pt modelId="{9C7E07FD-BA4B-4B05-9C87-D5E5503554A7}" type="pres">
      <dgm:prSet presAssocID="{C445B0C2-7A85-41F6-B4F9-FCBDBAAEDBFB}" presName="connectorText" presStyleLbl="sibTrans2D1" presStyleIdx="2" presStyleCnt="4"/>
      <dgm:spPr/>
      <dgm:t>
        <a:bodyPr/>
        <a:lstStyle/>
        <a:p>
          <a:endParaRPr lang="zh-CN" altLang="en-US"/>
        </a:p>
      </dgm:t>
    </dgm:pt>
    <dgm:pt modelId="{BD3942B7-8CD9-472B-8C67-B963E826446C}" type="pres">
      <dgm:prSet presAssocID="{3E336CA0-661C-4A3B-8D64-17BD820118C6}" presName="node" presStyleLbl="node1" presStyleIdx="3" presStyleCnt="5">
        <dgm:presLayoutVars>
          <dgm:bulletEnabled val="1"/>
        </dgm:presLayoutVars>
      </dgm:prSet>
      <dgm:spPr/>
      <dgm:t>
        <a:bodyPr/>
        <a:lstStyle/>
        <a:p>
          <a:endParaRPr lang="zh-CN" altLang="en-US"/>
        </a:p>
      </dgm:t>
    </dgm:pt>
    <dgm:pt modelId="{35703991-0EBF-4858-851D-C6FF46BE9EC3}" type="pres">
      <dgm:prSet presAssocID="{3BFFCFFD-E6BA-45BD-BB24-B0C3E944D3CC}" presName="sibTrans" presStyleLbl="sibTrans2D1" presStyleIdx="3" presStyleCnt="4"/>
      <dgm:spPr/>
      <dgm:t>
        <a:bodyPr/>
        <a:lstStyle/>
        <a:p>
          <a:endParaRPr lang="zh-CN" altLang="en-US"/>
        </a:p>
      </dgm:t>
    </dgm:pt>
    <dgm:pt modelId="{2A2D76C2-89A7-4418-833A-1700C877F512}" type="pres">
      <dgm:prSet presAssocID="{3BFFCFFD-E6BA-45BD-BB24-B0C3E944D3CC}" presName="connectorText" presStyleLbl="sibTrans2D1" presStyleIdx="3" presStyleCnt="4"/>
      <dgm:spPr/>
      <dgm:t>
        <a:bodyPr/>
        <a:lstStyle/>
        <a:p>
          <a:endParaRPr lang="zh-CN" altLang="en-US"/>
        </a:p>
      </dgm:t>
    </dgm:pt>
    <dgm:pt modelId="{C6F262EF-0BB1-42D6-ADB9-4E9E982D5345}" type="pres">
      <dgm:prSet presAssocID="{0A7AAE6D-DF8C-41C3-BD28-1A5DE184833C}" presName="node" presStyleLbl="node1" presStyleIdx="4" presStyleCnt="5">
        <dgm:presLayoutVars>
          <dgm:bulletEnabled val="1"/>
        </dgm:presLayoutVars>
      </dgm:prSet>
      <dgm:spPr/>
      <dgm:t>
        <a:bodyPr/>
        <a:lstStyle/>
        <a:p>
          <a:endParaRPr lang="zh-CN" altLang="en-US"/>
        </a:p>
      </dgm:t>
    </dgm:pt>
  </dgm:ptLst>
  <dgm:cxnLst>
    <dgm:cxn modelId="{1385F6F3-5059-4471-8E3B-EF1A29B0D8E2}" srcId="{B7FD59C3-2377-4EE5-A4EB-150A5E986134}" destId="{0A7AAE6D-DF8C-41C3-BD28-1A5DE184833C}" srcOrd="4" destOrd="0" parTransId="{B60C203B-DFCC-4DE2-8551-1AA4E265A9C8}" sibTransId="{C6AEA220-0F15-4BC1-A92C-987A33E36B18}"/>
    <dgm:cxn modelId="{AC6880E7-51C7-443F-844B-D71F0C88A884}" type="presOf" srcId="{C445B0C2-7A85-41F6-B4F9-FCBDBAAEDBFB}" destId="{932325F8-5569-4843-B296-D85EDEB86313}" srcOrd="0" destOrd="0" presId="urn:microsoft.com/office/officeart/2005/8/layout/process1"/>
    <dgm:cxn modelId="{B2D575FC-4CFF-4413-BDF7-3BE9D62B304C}" srcId="{B7FD59C3-2377-4EE5-A4EB-150A5E986134}" destId="{AF94DE5F-EC5C-43CF-A8C9-73E06BB0D41B}" srcOrd="2" destOrd="0" parTransId="{5055C4F0-1F25-44FB-A6A1-8220906DBEA0}" sibTransId="{C445B0C2-7A85-41F6-B4F9-FCBDBAAEDBFB}"/>
    <dgm:cxn modelId="{80A3E43C-6B19-463D-895E-F0841A579617}" type="presOf" srcId="{9FF358D5-CEAA-4F44-984A-806EB8502955}" destId="{FF74BA51-0237-4304-9437-506E313DFC66}" srcOrd="0" destOrd="0" presId="urn:microsoft.com/office/officeart/2005/8/layout/process1"/>
    <dgm:cxn modelId="{31CB78DA-6B54-400F-8E1D-A7D787F124D7}" srcId="{B7FD59C3-2377-4EE5-A4EB-150A5E986134}" destId="{4BC4E87E-BCB2-48FF-8293-12E75F1AD588}" srcOrd="0" destOrd="0" parTransId="{145D3E99-07BA-4D1D-A694-3B11C0FB41D2}" sibTransId="{A1E7FF71-0E6C-437B-951E-DC759DE1EF30}"/>
    <dgm:cxn modelId="{869A7BF2-E8AC-4F94-B4E4-E3AF50505D7F}" srcId="{B7FD59C3-2377-4EE5-A4EB-150A5E986134}" destId="{9FF358D5-CEAA-4F44-984A-806EB8502955}" srcOrd="1" destOrd="0" parTransId="{692A2ADD-4162-451E-9945-78B829236339}" sibTransId="{F04ADFBB-68E3-442D-8060-23D4CF78358D}"/>
    <dgm:cxn modelId="{3D47924F-CFDF-42DF-B37E-53D4F3A7A716}" type="presOf" srcId="{F04ADFBB-68E3-442D-8060-23D4CF78358D}" destId="{08A07E1F-9008-4743-B6DA-29F230E39257}" srcOrd="1" destOrd="0" presId="urn:microsoft.com/office/officeart/2005/8/layout/process1"/>
    <dgm:cxn modelId="{28F3D252-AB1E-42B8-8364-46B152554B3C}" type="presOf" srcId="{A1E7FF71-0E6C-437B-951E-DC759DE1EF30}" destId="{644FCBCF-D797-4034-99BA-7079D9A4F600}" srcOrd="0" destOrd="0" presId="urn:microsoft.com/office/officeart/2005/8/layout/process1"/>
    <dgm:cxn modelId="{B0C387B5-CB6E-4409-9D8F-453B4251D89E}" type="presOf" srcId="{0A7AAE6D-DF8C-41C3-BD28-1A5DE184833C}" destId="{C6F262EF-0BB1-42D6-ADB9-4E9E982D5345}" srcOrd="0" destOrd="0" presId="urn:microsoft.com/office/officeart/2005/8/layout/process1"/>
    <dgm:cxn modelId="{252BE0C9-5297-43DE-B918-798029F5AD4A}" type="presOf" srcId="{B7FD59C3-2377-4EE5-A4EB-150A5E986134}" destId="{A293DF9F-1C46-4A35-97C0-A07CAB6817BE}" srcOrd="0" destOrd="0" presId="urn:microsoft.com/office/officeart/2005/8/layout/process1"/>
    <dgm:cxn modelId="{DA4EFA11-7C01-459D-903E-9571E70A3CA8}" srcId="{B7FD59C3-2377-4EE5-A4EB-150A5E986134}" destId="{3E336CA0-661C-4A3B-8D64-17BD820118C6}" srcOrd="3" destOrd="0" parTransId="{4C686F72-57D2-4DC7-ADAF-E99FDB739E4C}" sibTransId="{3BFFCFFD-E6BA-45BD-BB24-B0C3E944D3CC}"/>
    <dgm:cxn modelId="{6CD1B267-CB00-444A-85B9-2D22E5055482}" type="presOf" srcId="{F04ADFBB-68E3-442D-8060-23D4CF78358D}" destId="{557D2FF1-EA0D-4FEF-BA65-DB5E70590D33}" srcOrd="0" destOrd="0" presId="urn:microsoft.com/office/officeart/2005/8/layout/process1"/>
    <dgm:cxn modelId="{CD2BFF97-1E96-404C-A5FA-52CAA7F2EDA6}" type="presOf" srcId="{3BFFCFFD-E6BA-45BD-BB24-B0C3E944D3CC}" destId="{35703991-0EBF-4858-851D-C6FF46BE9EC3}" srcOrd="0" destOrd="0" presId="urn:microsoft.com/office/officeart/2005/8/layout/process1"/>
    <dgm:cxn modelId="{B3BF07BF-CD96-48D4-83E7-9E1740A17BA7}" type="presOf" srcId="{A1E7FF71-0E6C-437B-951E-DC759DE1EF30}" destId="{880D96D4-C1F7-49CF-95C6-E1FC0CA3615D}" srcOrd="1" destOrd="0" presId="urn:microsoft.com/office/officeart/2005/8/layout/process1"/>
    <dgm:cxn modelId="{E84836C6-3C66-4A72-B403-7DE91A99B007}" type="presOf" srcId="{AF94DE5F-EC5C-43CF-A8C9-73E06BB0D41B}" destId="{80F22BB9-697F-4175-97CE-CA041987EE96}" srcOrd="0" destOrd="0" presId="urn:microsoft.com/office/officeart/2005/8/layout/process1"/>
    <dgm:cxn modelId="{BEBF36F7-A2E0-480C-9087-C815B1B223E5}" type="presOf" srcId="{4BC4E87E-BCB2-48FF-8293-12E75F1AD588}" destId="{0180920E-E6B7-473B-A9D3-1F85DFE2575E}" srcOrd="0" destOrd="0" presId="urn:microsoft.com/office/officeart/2005/8/layout/process1"/>
    <dgm:cxn modelId="{F7EFDA17-A9B0-4A74-B686-607DDD960112}" type="presOf" srcId="{3E336CA0-661C-4A3B-8D64-17BD820118C6}" destId="{BD3942B7-8CD9-472B-8C67-B963E826446C}" srcOrd="0" destOrd="0" presId="urn:microsoft.com/office/officeart/2005/8/layout/process1"/>
    <dgm:cxn modelId="{7CFB6258-72E8-4419-95D8-50032247B66C}" type="presOf" srcId="{3BFFCFFD-E6BA-45BD-BB24-B0C3E944D3CC}" destId="{2A2D76C2-89A7-4418-833A-1700C877F512}" srcOrd="1" destOrd="0" presId="urn:microsoft.com/office/officeart/2005/8/layout/process1"/>
    <dgm:cxn modelId="{7977420E-0EFF-421F-9178-FB03137AA91E}" type="presOf" srcId="{C445B0C2-7A85-41F6-B4F9-FCBDBAAEDBFB}" destId="{9C7E07FD-BA4B-4B05-9C87-D5E5503554A7}" srcOrd="1" destOrd="0" presId="urn:microsoft.com/office/officeart/2005/8/layout/process1"/>
    <dgm:cxn modelId="{38C25BE2-49C5-4617-BE18-211131924700}" type="presParOf" srcId="{A293DF9F-1C46-4A35-97C0-A07CAB6817BE}" destId="{0180920E-E6B7-473B-A9D3-1F85DFE2575E}" srcOrd="0" destOrd="0" presId="urn:microsoft.com/office/officeart/2005/8/layout/process1"/>
    <dgm:cxn modelId="{647D8732-DE81-406C-A554-217FF03D4039}" type="presParOf" srcId="{A293DF9F-1C46-4A35-97C0-A07CAB6817BE}" destId="{644FCBCF-D797-4034-99BA-7079D9A4F600}" srcOrd="1" destOrd="0" presId="urn:microsoft.com/office/officeart/2005/8/layout/process1"/>
    <dgm:cxn modelId="{4F806954-87EC-4917-8CD7-D169EDB4224A}" type="presParOf" srcId="{644FCBCF-D797-4034-99BA-7079D9A4F600}" destId="{880D96D4-C1F7-49CF-95C6-E1FC0CA3615D}" srcOrd="0" destOrd="0" presId="urn:microsoft.com/office/officeart/2005/8/layout/process1"/>
    <dgm:cxn modelId="{4198D6E4-33C6-4431-84DE-A659BA2DB3D2}" type="presParOf" srcId="{A293DF9F-1C46-4A35-97C0-A07CAB6817BE}" destId="{FF74BA51-0237-4304-9437-506E313DFC66}" srcOrd="2" destOrd="0" presId="urn:microsoft.com/office/officeart/2005/8/layout/process1"/>
    <dgm:cxn modelId="{8C878ACF-A0F3-4874-A3A7-6FC6FD265D09}" type="presParOf" srcId="{A293DF9F-1C46-4A35-97C0-A07CAB6817BE}" destId="{557D2FF1-EA0D-4FEF-BA65-DB5E70590D33}" srcOrd="3" destOrd="0" presId="urn:microsoft.com/office/officeart/2005/8/layout/process1"/>
    <dgm:cxn modelId="{4B068C7A-C40B-4087-9FC0-45D24D5ADF6D}" type="presParOf" srcId="{557D2FF1-EA0D-4FEF-BA65-DB5E70590D33}" destId="{08A07E1F-9008-4743-B6DA-29F230E39257}" srcOrd="0" destOrd="0" presId="urn:microsoft.com/office/officeart/2005/8/layout/process1"/>
    <dgm:cxn modelId="{12292068-5120-4402-83E6-E8EA133AD684}" type="presParOf" srcId="{A293DF9F-1C46-4A35-97C0-A07CAB6817BE}" destId="{80F22BB9-697F-4175-97CE-CA041987EE96}" srcOrd="4" destOrd="0" presId="urn:microsoft.com/office/officeart/2005/8/layout/process1"/>
    <dgm:cxn modelId="{50C62B5A-435B-42E4-84D2-83E00E75701D}" type="presParOf" srcId="{A293DF9F-1C46-4A35-97C0-A07CAB6817BE}" destId="{932325F8-5569-4843-B296-D85EDEB86313}" srcOrd="5" destOrd="0" presId="urn:microsoft.com/office/officeart/2005/8/layout/process1"/>
    <dgm:cxn modelId="{4C5E81CB-DE4C-42C1-B330-ACE7C0F18CCF}" type="presParOf" srcId="{932325F8-5569-4843-B296-D85EDEB86313}" destId="{9C7E07FD-BA4B-4B05-9C87-D5E5503554A7}" srcOrd="0" destOrd="0" presId="urn:microsoft.com/office/officeart/2005/8/layout/process1"/>
    <dgm:cxn modelId="{C54D1324-D8F2-490D-85CE-75E75FAC3597}" type="presParOf" srcId="{A293DF9F-1C46-4A35-97C0-A07CAB6817BE}" destId="{BD3942B7-8CD9-472B-8C67-B963E826446C}" srcOrd="6" destOrd="0" presId="urn:microsoft.com/office/officeart/2005/8/layout/process1"/>
    <dgm:cxn modelId="{9BCDA831-04B6-410E-8B11-D81D340A7973}" type="presParOf" srcId="{A293DF9F-1C46-4A35-97C0-A07CAB6817BE}" destId="{35703991-0EBF-4858-851D-C6FF46BE9EC3}" srcOrd="7" destOrd="0" presId="urn:microsoft.com/office/officeart/2005/8/layout/process1"/>
    <dgm:cxn modelId="{6216E5FB-2F46-4954-A978-F3DE96F2D60A}" type="presParOf" srcId="{35703991-0EBF-4858-851D-C6FF46BE9EC3}" destId="{2A2D76C2-89A7-4418-833A-1700C877F512}" srcOrd="0" destOrd="0" presId="urn:microsoft.com/office/officeart/2005/8/layout/process1"/>
    <dgm:cxn modelId="{C22F4E4D-8CDA-4E8C-A7E1-297F41DC7480}" type="presParOf" srcId="{A293DF9F-1C46-4A35-97C0-A07CAB6817BE}" destId="{C6F262EF-0BB1-42D6-ADB9-4E9E982D5345}"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67B27A0-53A1-45B0-8B73-510A4308C2A7}"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zh-CN" altLang="en-US"/>
        </a:p>
      </dgm:t>
    </dgm:pt>
    <dgm:pt modelId="{F2867BE0-BF66-403D-A2C0-54B5F13CB84D}">
      <dgm:prSet custT="1"/>
      <dgm:spPr/>
      <dgm:t>
        <a:bodyPr/>
        <a:lstStyle/>
        <a:p>
          <a:pPr rtl="0"/>
          <a:r>
            <a:rPr lang="zh-CN" altLang="en-US" sz="1600" b="1" smtClean="0"/>
            <a:t>起始位：也就是帧头，表示一帧数据的开始，必须要有，长度不限，但不建议太长。</a:t>
          </a:r>
          <a:endParaRPr lang="zh-CN" altLang="en-US" sz="1600" b="1"/>
        </a:p>
      </dgm:t>
    </dgm:pt>
    <dgm:pt modelId="{2C716C68-8177-4C15-888B-B11DA4FAB8FE}" type="parTrans" cxnId="{39BEFEE6-6C08-43CD-8587-FBF2E0B2BF64}">
      <dgm:prSet/>
      <dgm:spPr/>
      <dgm:t>
        <a:bodyPr/>
        <a:lstStyle/>
        <a:p>
          <a:endParaRPr lang="zh-CN" altLang="en-US" sz="2400" b="1"/>
        </a:p>
      </dgm:t>
    </dgm:pt>
    <dgm:pt modelId="{3F1E23A1-48BD-4362-8A13-23797B15067F}" type="sibTrans" cxnId="{39BEFEE6-6C08-43CD-8587-FBF2E0B2BF64}">
      <dgm:prSet/>
      <dgm:spPr/>
      <dgm:t>
        <a:bodyPr/>
        <a:lstStyle/>
        <a:p>
          <a:endParaRPr lang="zh-CN" altLang="en-US" sz="2400" b="1"/>
        </a:p>
      </dgm:t>
    </dgm:pt>
    <dgm:pt modelId="{69DFE195-D21E-4CCE-B5BD-40615992087B}">
      <dgm:prSet custT="1"/>
      <dgm:spPr/>
      <dgm:t>
        <a:bodyPr/>
        <a:lstStyle/>
        <a:p>
          <a:pPr rtl="0"/>
          <a:r>
            <a:rPr lang="zh-CN" sz="1600" b="1" smtClean="0"/>
            <a:t>数据</a:t>
          </a:r>
          <a:r>
            <a:rPr lang="en-US" sz="1600" b="1" smtClean="0"/>
            <a:t>1</a:t>
          </a:r>
          <a:r>
            <a:rPr lang="zh-CN" sz="1600" b="1" smtClean="0"/>
            <a:t>：用于表示设备，长度不限，用户根据需要自定义。</a:t>
          </a:r>
          <a:endParaRPr lang="zh-CN" sz="1600" b="1"/>
        </a:p>
      </dgm:t>
    </dgm:pt>
    <dgm:pt modelId="{1185F7E9-8E67-44E3-BB66-A2A5C2DDACD7}" type="parTrans" cxnId="{DD497124-7D95-435E-AB8A-88DC2DB44809}">
      <dgm:prSet/>
      <dgm:spPr/>
      <dgm:t>
        <a:bodyPr/>
        <a:lstStyle/>
        <a:p>
          <a:endParaRPr lang="zh-CN" altLang="en-US" sz="2400" b="1"/>
        </a:p>
      </dgm:t>
    </dgm:pt>
    <dgm:pt modelId="{F139E3C8-3DB1-40A0-A7B9-1709292A8A72}" type="sibTrans" cxnId="{DD497124-7D95-435E-AB8A-88DC2DB44809}">
      <dgm:prSet/>
      <dgm:spPr/>
      <dgm:t>
        <a:bodyPr/>
        <a:lstStyle/>
        <a:p>
          <a:endParaRPr lang="zh-CN" altLang="en-US" sz="2400" b="1"/>
        </a:p>
      </dgm:t>
    </dgm:pt>
    <dgm:pt modelId="{949EF26E-A63C-415F-A779-3764522AA476}">
      <dgm:prSet custT="1"/>
      <dgm:spPr/>
      <dgm:t>
        <a:bodyPr/>
        <a:lstStyle/>
        <a:p>
          <a:pPr rtl="0"/>
          <a:r>
            <a:rPr lang="zh-CN" sz="1600" b="1" smtClean="0"/>
            <a:t>数据</a:t>
          </a:r>
          <a:r>
            <a:rPr lang="en-US" sz="1600" b="1" smtClean="0"/>
            <a:t>2</a:t>
          </a:r>
          <a:r>
            <a:rPr lang="zh-CN" sz="1600" b="1" smtClean="0"/>
            <a:t>：用于功能选择，长度不限，用户根据需要自定义。</a:t>
          </a:r>
          <a:endParaRPr lang="zh-CN" sz="1600" b="1"/>
        </a:p>
      </dgm:t>
    </dgm:pt>
    <dgm:pt modelId="{44C9E1A2-E9DE-40BD-9930-F4339E947032}" type="parTrans" cxnId="{E069D413-7DA6-497C-A6A1-220B14387CAE}">
      <dgm:prSet/>
      <dgm:spPr/>
      <dgm:t>
        <a:bodyPr/>
        <a:lstStyle/>
        <a:p>
          <a:endParaRPr lang="zh-CN" altLang="en-US" sz="2400" b="1"/>
        </a:p>
      </dgm:t>
    </dgm:pt>
    <dgm:pt modelId="{989681C3-CA92-4F72-9ABD-C78B2CD049B8}" type="sibTrans" cxnId="{E069D413-7DA6-497C-A6A1-220B14387CAE}">
      <dgm:prSet/>
      <dgm:spPr/>
      <dgm:t>
        <a:bodyPr/>
        <a:lstStyle/>
        <a:p>
          <a:endParaRPr lang="zh-CN" altLang="en-US" sz="2400" b="1"/>
        </a:p>
      </dgm:t>
    </dgm:pt>
    <dgm:pt modelId="{0F98CE95-6A09-4611-81EE-36B4DAF32CD7}">
      <dgm:prSet custT="1"/>
      <dgm:spPr/>
      <dgm:t>
        <a:bodyPr/>
        <a:lstStyle/>
        <a:p>
          <a:pPr rtl="0"/>
          <a:r>
            <a:rPr lang="zh-CN" sz="1600" b="1" dirty="0" smtClean="0"/>
            <a:t>校验位：复杂的通信协议中需要用到，一些简单的自定义串口通信协议此项可有可无，长度一般为</a:t>
          </a:r>
          <a:r>
            <a:rPr lang="en-US" sz="1600" b="1" dirty="0" smtClean="0"/>
            <a:t>1</a:t>
          </a:r>
          <a:r>
            <a:rPr lang="zh-CN" sz="1600" b="1" dirty="0" smtClean="0"/>
            <a:t>～</a:t>
          </a:r>
          <a:r>
            <a:rPr lang="en-US" sz="1600" b="1" dirty="0" smtClean="0"/>
            <a:t>2</a:t>
          </a:r>
          <a:r>
            <a:rPr lang="zh-CN" sz="1600" b="1" dirty="0" smtClean="0"/>
            <a:t>个字节。</a:t>
          </a:r>
          <a:endParaRPr lang="zh-CN" sz="1600" b="1" dirty="0"/>
        </a:p>
      </dgm:t>
    </dgm:pt>
    <dgm:pt modelId="{DC28E86D-287B-43FB-8CD7-94C88A739817}" type="parTrans" cxnId="{FB913A5D-81FD-46C7-BDF1-777C8CEDF57B}">
      <dgm:prSet/>
      <dgm:spPr/>
      <dgm:t>
        <a:bodyPr/>
        <a:lstStyle/>
        <a:p>
          <a:endParaRPr lang="zh-CN" altLang="en-US" sz="2400" b="1"/>
        </a:p>
      </dgm:t>
    </dgm:pt>
    <dgm:pt modelId="{519FC9C0-1CCC-4FE5-99D6-BB181FD51236}" type="sibTrans" cxnId="{FB913A5D-81FD-46C7-BDF1-777C8CEDF57B}">
      <dgm:prSet/>
      <dgm:spPr/>
      <dgm:t>
        <a:bodyPr/>
        <a:lstStyle/>
        <a:p>
          <a:endParaRPr lang="zh-CN" altLang="en-US" sz="2400" b="1"/>
        </a:p>
      </dgm:t>
    </dgm:pt>
    <dgm:pt modelId="{0A5E088B-8920-4CA6-B26D-D9F8DA389D5B}">
      <dgm:prSet custT="1"/>
      <dgm:spPr/>
      <dgm:t>
        <a:bodyPr/>
        <a:lstStyle/>
        <a:p>
          <a:pPr rtl="0"/>
          <a:r>
            <a:rPr lang="zh-CN" altLang="en-US" sz="1600" b="1" smtClean="0"/>
            <a:t>结束位：也即帧尾，表示一帧数据的结束，长度不限。</a:t>
          </a:r>
          <a:endParaRPr lang="zh-CN" altLang="en-US" sz="1600" b="1"/>
        </a:p>
      </dgm:t>
    </dgm:pt>
    <dgm:pt modelId="{59945970-3870-4376-9E7D-6B3152542E1E}" type="parTrans" cxnId="{CEB686DB-D552-4543-B2F2-645C35A71C70}">
      <dgm:prSet/>
      <dgm:spPr/>
      <dgm:t>
        <a:bodyPr/>
        <a:lstStyle/>
        <a:p>
          <a:endParaRPr lang="zh-CN" altLang="en-US" sz="2400" b="1"/>
        </a:p>
      </dgm:t>
    </dgm:pt>
    <dgm:pt modelId="{855859C4-BD2D-43DD-818A-8717477E7BFB}" type="sibTrans" cxnId="{CEB686DB-D552-4543-B2F2-645C35A71C70}">
      <dgm:prSet/>
      <dgm:spPr/>
      <dgm:t>
        <a:bodyPr/>
        <a:lstStyle/>
        <a:p>
          <a:endParaRPr lang="zh-CN" altLang="en-US" sz="2400" b="1"/>
        </a:p>
      </dgm:t>
    </dgm:pt>
    <dgm:pt modelId="{C33F01CF-82B3-4F48-938A-67452480683B}" type="pres">
      <dgm:prSet presAssocID="{C67B27A0-53A1-45B0-8B73-510A4308C2A7}" presName="linear" presStyleCnt="0">
        <dgm:presLayoutVars>
          <dgm:animLvl val="lvl"/>
          <dgm:resizeHandles val="exact"/>
        </dgm:presLayoutVars>
      </dgm:prSet>
      <dgm:spPr/>
    </dgm:pt>
    <dgm:pt modelId="{F70B74DA-99EA-4E63-AFD9-D1D15327A445}" type="pres">
      <dgm:prSet presAssocID="{F2867BE0-BF66-403D-A2C0-54B5F13CB84D}" presName="parentText" presStyleLbl="node1" presStyleIdx="0" presStyleCnt="5">
        <dgm:presLayoutVars>
          <dgm:chMax val="0"/>
          <dgm:bulletEnabled val="1"/>
        </dgm:presLayoutVars>
      </dgm:prSet>
      <dgm:spPr/>
    </dgm:pt>
    <dgm:pt modelId="{E2059891-EE5B-4BBC-952C-C457A9AFB618}" type="pres">
      <dgm:prSet presAssocID="{3F1E23A1-48BD-4362-8A13-23797B15067F}" presName="spacer" presStyleCnt="0"/>
      <dgm:spPr/>
    </dgm:pt>
    <dgm:pt modelId="{D4CA753A-CFE1-403F-B6D4-4874FA9123DE}" type="pres">
      <dgm:prSet presAssocID="{69DFE195-D21E-4CCE-B5BD-40615992087B}" presName="parentText" presStyleLbl="node1" presStyleIdx="1" presStyleCnt="5">
        <dgm:presLayoutVars>
          <dgm:chMax val="0"/>
          <dgm:bulletEnabled val="1"/>
        </dgm:presLayoutVars>
      </dgm:prSet>
      <dgm:spPr/>
    </dgm:pt>
    <dgm:pt modelId="{6E5753D0-DC1B-4E69-9C79-1B09A683EAA8}" type="pres">
      <dgm:prSet presAssocID="{F139E3C8-3DB1-40A0-A7B9-1709292A8A72}" presName="spacer" presStyleCnt="0"/>
      <dgm:spPr/>
    </dgm:pt>
    <dgm:pt modelId="{69FB5780-D361-4D50-9068-58DDF1D84024}" type="pres">
      <dgm:prSet presAssocID="{949EF26E-A63C-415F-A779-3764522AA476}" presName="parentText" presStyleLbl="node1" presStyleIdx="2" presStyleCnt="5">
        <dgm:presLayoutVars>
          <dgm:chMax val="0"/>
          <dgm:bulletEnabled val="1"/>
        </dgm:presLayoutVars>
      </dgm:prSet>
      <dgm:spPr/>
    </dgm:pt>
    <dgm:pt modelId="{196E7E79-D63F-4291-AE1B-9BFA91D9099A}" type="pres">
      <dgm:prSet presAssocID="{989681C3-CA92-4F72-9ABD-C78B2CD049B8}" presName="spacer" presStyleCnt="0"/>
      <dgm:spPr/>
    </dgm:pt>
    <dgm:pt modelId="{DCC55FBE-E678-4EBD-B781-362C6D3B8716}" type="pres">
      <dgm:prSet presAssocID="{0F98CE95-6A09-4611-81EE-36B4DAF32CD7}" presName="parentText" presStyleLbl="node1" presStyleIdx="3" presStyleCnt="5">
        <dgm:presLayoutVars>
          <dgm:chMax val="0"/>
          <dgm:bulletEnabled val="1"/>
        </dgm:presLayoutVars>
      </dgm:prSet>
      <dgm:spPr/>
    </dgm:pt>
    <dgm:pt modelId="{8B3A2081-C798-4BCA-AA14-8B92A2639028}" type="pres">
      <dgm:prSet presAssocID="{519FC9C0-1CCC-4FE5-99D6-BB181FD51236}" presName="spacer" presStyleCnt="0"/>
      <dgm:spPr/>
    </dgm:pt>
    <dgm:pt modelId="{241973AB-3FAA-44CB-8116-EF505A76341F}" type="pres">
      <dgm:prSet presAssocID="{0A5E088B-8920-4CA6-B26D-D9F8DA389D5B}" presName="parentText" presStyleLbl="node1" presStyleIdx="4" presStyleCnt="5">
        <dgm:presLayoutVars>
          <dgm:chMax val="0"/>
          <dgm:bulletEnabled val="1"/>
        </dgm:presLayoutVars>
      </dgm:prSet>
      <dgm:spPr/>
    </dgm:pt>
  </dgm:ptLst>
  <dgm:cxnLst>
    <dgm:cxn modelId="{DD497124-7D95-435E-AB8A-88DC2DB44809}" srcId="{C67B27A0-53A1-45B0-8B73-510A4308C2A7}" destId="{69DFE195-D21E-4CCE-B5BD-40615992087B}" srcOrd="1" destOrd="0" parTransId="{1185F7E9-8E67-44E3-BB66-A2A5C2DDACD7}" sibTransId="{F139E3C8-3DB1-40A0-A7B9-1709292A8A72}"/>
    <dgm:cxn modelId="{E069D413-7DA6-497C-A6A1-220B14387CAE}" srcId="{C67B27A0-53A1-45B0-8B73-510A4308C2A7}" destId="{949EF26E-A63C-415F-A779-3764522AA476}" srcOrd="2" destOrd="0" parTransId="{44C9E1A2-E9DE-40BD-9930-F4339E947032}" sibTransId="{989681C3-CA92-4F72-9ABD-C78B2CD049B8}"/>
    <dgm:cxn modelId="{5548D0F3-F721-44E8-A6E0-837F0BBFB0D4}" type="presOf" srcId="{C67B27A0-53A1-45B0-8B73-510A4308C2A7}" destId="{C33F01CF-82B3-4F48-938A-67452480683B}" srcOrd="0" destOrd="0" presId="urn:microsoft.com/office/officeart/2005/8/layout/vList2"/>
    <dgm:cxn modelId="{39BEFEE6-6C08-43CD-8587-FBF2E0B2BF64}" srcId="{C67B27A0-53A1-45B0-8B73-510A4308C2A7}" destId="{F2867BE0-BF66-403D-A2C0-54B5F13CB84D}" srcOrd="0" destOrd="0" parTransId="{2C716C68-8177-4C15-888B-B11DA4FAB8FE}" sibTransId="{3F1E23A1-48BD-4362-8A13-23797B15067F}"/>
    <dgm:cxn modelId="{FB913A5D-81FD-46C7-BDF1-777C8CEDF57B}" srcId="{C67B27A0-53A1-45B0-8B73-510A4308C2A7}" destId="{0F98CE95-6A09-4611-81EE-36B4DAF32CD7}" srcOrd="3" destOrd="0" parTransId="{DC28E86D-287B-43FB-8CD7-94C88A739817}" sibTransId="{519FC9C0-1CCC-4FE5-99D6-BB181FD51236}"/>
    <dgm:cxn modelId="{CEB686DB-D552-4543-B2F2-645C35A71C70}" srcId="{C67B27A0-53A1-45B0-8B73-510A4308C2A7}" destId="{0A5E088B-8920-4CA6-B26D-D9F8DA389D5B}" srcOrd="4" destOrd="0" parTransId="{59945970-3870-4376-9E7D-6B3152542E1E}" sibTransId="{855859C4-BD2D-43DD-818A-8717477E7BFB}"/>
    <dgm:cxn modelId="{EF00A8C3-D1F3-4921-9837-D8A2822DB5D4}" type="presOf" srcId="{0F98CE95-6A09-4611-81EE-36B4DAF32CD7}" destId="{DCC55FBE-E678-4EBD-B781-362C6D3B8716}" srcOrd="0" destOrd="0" presId="urn:microsoft.com/office/officeart/2005/8/layout/vList2"/>
    <dgm:cxn modelId="{4EC91627-98A2-43CF-AE35-27BF69097910}" type="presOf" srcId="{0A5E088B-8920-4CA6-B26D-D9F8DA389D5B}" destId="{241973AB-3FAA-44CB-8116-EF505A76341F}" srcOrd="0" destOrd="0" presId="urn:microsoft.com/office/officeart/2005/8/layout/vList2"/>
    <dgm:cxn modelId="{C5A371C4-EEBA-4F2B-9600-76FA47212AB7}" type="presOf" srcId="{949EF26E-A63C-415F-A779-3764522AA476}" destId="{69FB5780-D361-4D50-9068-58DDF1D84024}" srcOrd="0" destOrd="0" presId="urn:microsoft.com/office/officeart/2005/8/layout/vList2"/>
    <dgm:cxn modelId="{E7DFAABE-22E8-4858-B044-96E500878287}" type="presOf" srcId="{F2867BE0-BF66-403D-A2C0-54B5F13CB84D}" destId="{F70B74DA-99EA-4E63-AFD9-D1D15327A445}" srcOrd="0" destOrd="0" presId="urn:microsoft.com/office/officeart/2005/8/layout/vList2"/>
    <dgm:cxn modelId="{D9FD8CD0-6EA6-423A-A2D7-50A755FB503A}" type="presOf" srcId="{69DFE195-D21E-4CCE-B5BD-40615992087B}" destId="{D4CA753A-CFE1-403F-B6D4-4874FA9123DE}" srcOrd="0" destOrd="0" presId="urn:microsoft.com/office/officeart/2005/8/layout/vList2"/>
    <dgm:cxn modelId="{FCF2A71D-3188-471E-BCC9-38A9897A3AEA}" type="presParOf" srcId="{C33F01CF-82B3-4F48-938A-67452480683B}" destId="{F70B74DA-99EA-4E63-AFD9-D1D15327A445}" srcOrd="0" destOrd="0" presId="urn:microsoft.com/office/officeart/2005/8/layout/vList2"/>
    <dgm:cxn modelId="{D9B388D5-3263-4FA8-829B-B0D0EFBD2E49}" type="presParOf" srcId="{C33F01CF-82B3-4F48-938A-67452480683B}" destId="{E2059891-EE5B-4BBC-952C-C457A9AFB618}" srcOrd="1" destOrd="0" presId="urn:microsoft.com/office/officeart/2005/8/layout/vList2"/>
    <dgm:cxn modelId="{11D1D179-828C-4248-B6AE-5C74104A1685}" type="presParOf" srcId="{C33F01CF-82B3-4F48-938A-67452480683B}" destId="{D4CA753A-CFE1-403F-B6D4-4874FA9123DE}" srcOrd="2" destOrd="0" presId="urn:microsoft.com/office/officeart/2005/8/layout/vList2"/>
    <dgm:cxn modelId="{EBC16E2F-533D-4DFE-99F9-4061523FF737}" type="presParOf" srcId="{C33F01CF-82B3-4F48-938A-67452480683B}" destId="{6E5753D0-DC1B-4E69-9C79-1B09A683EAA8}" srcOrd="3" destOrd="0" presId="urn:microsoft.com/office/officeart/2005/8/layout/vList2"/>
    <dgm:cxn modelId="{B7810D89-FB3C-4B31-88FB-6BC02B13F686}" type="presParOf" srcId="{C33F01CF-82B3-4F48-938A-67452480683B}" destId="{69FB5780-D361-4D50-9068-58DDF1D84024}" srcOrd="4" destOrd="0" presId="urn:microsoft.com/office/officeart/2005/8/layout/vList2"/>
    <dgm:cxn modelId="{CC93AD26-207A-46AA-B304-E90B6818B0DB}" type="presParOf" srcId="{C33F01CF-82B3-4F48-938A-67452480683B}" destId="{196E7E79-D63F-4291-AE1B-9BFA91D9099A}" srcOrd="5" destOrd="0" presId="urn:microsoft.com/office/officeart/2005/8/layout/vList2"/>
    <dgm:cxn modelId="{A1CC98BA-25F6-4B08-8788-269C47B576D0}" type="presParOf" srcId="{C33F01CF-82B3-4F48-938A-67452480683B}" destId="{DCC55FBE-E678-4EBD-B781-362C6D3B8716}" srcOrd="6" destOrd="0" presId="urn:microsoft.com/office/officeart/2005/8/layout/vList2"/>
    <dgm:cxn modelId="{CFC5EAE3-92BB-4E9B-BEC8-FBDAB183DC9E}" type="presParOf" srcId="{C33F01CF-82B3-4F48-938A-67452480683B}" destId="{8B3A2081-C798-4BCA-AA14-8B92A2639028}" srcOrd="7" destOrd="0" presId="urn:microsoft.com/office/officeart/2005/8/layout/vList2"/>
    <dgm:cxn modelId="{A6822254-C947-4044-86CD-2AB1805E6EAA}" type="presParOf" srcId="{C33F01CF-82B3-4F48-938A-67452480683B}" destId="{241973AB-3FAA-44CB-8116-EF505A76341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26CF03A-A09B-4020-8CA3-90228726561B}" type="doc">
      <dgm:prSet loTypeId="urn:microsoft.com/office/officeart/2005/8/layout/hierarchy3" loCatId="hierarchy" qsTypeId="urn:microsoft.com/office/officeart/2005/8/quickstyle/simple1" qsCatId="simple" csTypeId="urn:microsoft.com/office/officeart/2005/8/colors/colorful4" csCatId="colorful" phldr="1"/>
      <dgm:spPr/>
      <dgm:t>
        <a:bodyPr/>
        <a:lstStyle/>
        <a:p>
          <a:endParaRPr lang="zh-CN" altLang="en-US"/>
        </a:p>
      </dgm:t>
    </dgm:pt>
    <dgm:pt modelId="{93D40E86-BB79-493F-A85C-A10B62372843}">
      <dgm:prSet custT="1"/>
      <dgm:spPr/>
      <dgm:t>
        <a:bodyPr/>
        <a:lstStyle/>
        <a:p>
          <a:pPr rtl="0"/>
          <a:r>
            <a:rPr lang="en-US" sz="1400" b="1" dirty="0" smtClean="0"/>
            <a:t>7.1 </a:t>
          </a:r>
          <a:r>
            <a:rPr lang="zh-CN" sz="1400" b="1" dirty="0" smtClean="0"/>
            <a:t>通信概述</a:t>
          </a:r>
          <a:endParaRPr lang="zh-CN" altLang="en-US" sz="1400" b="1" dirty="0"/>
        </a:p>
      </dgm:t>
    </dgm:pt>
    <dgm:pt modelId="{2A07C2EA-0AC0-45C0-B374-696D79DF7128}" type="parTrans" cxnId="{0D112951-556A-4E68-B87D-29C804B45D84}">
      <dgm:prSet/>
      <dgm:spPr/>
      <dgm:t>
        <a:bodyPr/>
        <a:lstStyle/>
        <a:p>
          <a:endParaRPr lang="zh-CN" altLang="en-US" sz="4000" b="1"/>
        </a:p>
      </dgm:t>
    </dgm:pt>
    <dgm:pt modelId="{6927A1AB-184B-469F-8C53-046BFB38C4A8}" type="sibTrans" cxnId="{0D112951-556A-4E68-B87D-29C804B45D84}">
      <dgm:prSet/>
      <dgm:spPr/>
      <dgm:t>
        <a:bodyPr/>
        <a:lstStyle/>
        <a:p>
          <a:endParaRPr lang="zh-CN" altLang="en-US" sz="4000" b="1"/>
        </a:p>
      </dgm:t>
    </dgm:pt>
    <dgm:pt modelId="{8EA85C5E-A8D6-470F-A913-6974BDCDCF47}">
      <dgm:prSet custT="1"/>
      <dgm:spPr/>
      <dgm:t>
        <a:bodyPr/>
        <a:lstStyle/>
        <a:p>
          <a:pPr rtl="0"/>
          <a:r>
            <a:rPr lang="zh-CN" sz="1400" b="1" dirty="0" smtClean="0"/>
            <a:t>串行</a:t>
          </a:r>
          <a:r>
            <a:rPr lang="zh-CN" altLang="en-US" sz="1400" b="1" dirty="0" smtClean="0"/>
            <a:t>、</a:t>
          </a:r>
          <a:r>
            <a:rPr lang="zh-CN" sz="1400" b="1" dirty="0" smtClean="0"/>
            <a:t>并行通信</a:t>
          </a:r>
          <a:endParaRPr lang="zh-CN" sz="1400" b="1" dirty="0"/>
        </a:p>
      </dgm:t>
    </dgm:pt>
    <dgm:pt modelId="{A1691CB7-F69D-4C85-B80D-1A560036D724}" type="parTrans" cxnId="{C59F855A-5AF8-47A2-9C91-23DE8B7F73A6}">
      <dgm:prSet/>
      <dgm:spPr/>
      <dgm:t>
        <a:bodyPr/>
        <a:lstStyle/>
        <a:p>
          <a:endParaRPr lang="zh-CN" altLang="en-US" sz="4000" b="1"/>
        </a:p>
      </dgm:t>
    </dgm:pt>
    <dgm:pt modelId="{1EB755AF-FA2B-4617-9C0A-EDC2EAECA558}" type="sibTrans" cxnId="{C59F855A-5AF8-47A2-9C91-23DE8B7F73A6}">
      <dgm:prSet/>
      <dgm:spPr/>
      <dgm:t>
        <a:bodyPr/>
        <a:lstStyle/>
        <a:p>
          <a:endParaRPr lang="zh-CN" altLang="en-US" sz="4000" b="1"/>
        </a:p>
      </dgm:t>
    </dgm:pt>
    <dgm:pt modelId="{C418A107-61C3-4714-A574-F7EDE76683B4}">
      <dgm:prSet custT="1"/>
      <dgm:spPr/>
      <dgm:t>
        <a:bodyPr/>
        <a:lstStyle/>
        <a:p>
          <a:pPr rtl="0"/>
          <a:r>
            <a:rPr lang="en-US" sz="1400" b="1" dirty="0" smtClean="0"/>
            <a:t>7.2 </a:t>
          </a:r>
          <a:r>
            <a:rPr lang="zh-CN" sz="1400" b="1" dirty="0" smtClean="0"/>
            <a:t>串行通信接口</a:t>
          </a:r>
          <a:endParaRPr lang="zh-CN" altLang="en-US" sz="1400" b="1" dirty="0"/>
        </a:p>
      </dgm:t>
    </dgm:pt>
    <dgm:pt modelId="{8A48FE8A-D0F3-4694-B81F-C5EE0A55D5B4}" type="parTrans" cxnId="{2671D2C9-99F3-44F0-A990-1680B4FE7213}">
      <dgm:prSet/>
      <dgm:spPr/>
      <dgm:t>
        <a:bodyPr/>
        <a:lstStyle/>
        <a:p>
          <a:endParaRPr lang="zh-CN" altLang="en-US" sz="4000" b="1"/>
        </a:p>
      </dgm:t>
    </dgm:pt>
    <dgm:pt modelId="{B095903A-B981-4B29-A0E9-C76728C8EF89}" type="sibTrans" cxnId="{2671D2C9-99F3-44F0-A990-1680B4FE7213}">
      <dgm:prSet/>
      <dgm:spPr/>
      <dgm:t>
        <a:bodyPr/>
        <a:lstStyle/>
        <a:p>
          <a:endParaRPr lang="zh-CN" altLang="en-US" sz="4000" b="1"/>
        </a:p>
      </dgm:t>
    </dgm:pt>
    <dgm:pt modelId="{0572802A-3215-433D-8EA8-DA9A32963592}">
      <dgm:prSet custT="1"/>
      <dgm:spPr/>
      <dgm:t>
        <a:bodyPr/>
        <a:lstStyle/>
        <a:p>
          <a:pPr rtl="0"/>
          <a:r>
            <a:rPr lang="zh-CN" altLang="en-US" sz="1400" b="1" dirty="0" smtClean="0"/>
            <a:t>硬件接口</a:t>
          </a:r>
          <a:endParaRPr lang="zh-CN" sz="1400" b="1" dirty="0"/>
        </a:p>
      </dgm:t>
    </dgm:pt>
    <dgm:pt modelId="{C6199BD1-990A-4B5C-AF89-45FDC9EC89BF}" type="parTrans" cxnId="{47DDB047-B8C9-46C0-A6F6-BDBE44485D4F}">
      <dgm:prSet/>
      <dgm:spPr/>
      <dgm:t>
        <a:bodyPr/>
        <a:lstStyle/>
        <a:p>
          <a:endParaRPr lang="zh-CN" altLang="en-US" sz="4000" b="1"/>
        </a:p>
      </dgm:t>
    </dgm:pt>
    <dgm:pt modelId="{2587B59D-8E3D-4B52-9EE8-505100F1A966}" type="sibTrans" cxnId="{47DDB047-B8C9-46C0-A6F6-BDBE44485D4F}">
      <dgm:prSet/>
      <dgm:spPr/>
      <dgm:t>
        <a:bodyPr/>
        <a:lstStyle/>
        <a:p>
          <a:endParaRPr lang="zh-CN" altLang="en-US" sz="4000" b="1"/>
        </a:p>
      </dgm:t>
    </dgm:pt>
    <dgm:pt modelId="{3054D8F1-E38D-41B9-A7BB-56BE139151CC}">
      <dgm:prSet custT="1"/>
      <dgm:spPr/>
      <dgm:t>
        <a:bodyPr/>
        <a:lstStyle/>
        <a:p>
          <a:pPr rtl="0"/>
          <a:r>
            <a:rPr lang="zh-CN" altLang="en-US" sz="1400" b="1" dirty="0" smtClean="0"/>
            <a:t>内部结构</a:t>
          </a:r>
          <a:endParaRPr lang="zh-CN" sz="1400" b="1" dirty="0"/>
        </a:p>
      </dgm:t>
    </dgm:pt>
    <dgm:pt modelId="{48C94C59-51AA-48FE-968D-D508336C3729}" type="parTrans" cxnId="{707B521D-9287-4DC9-AA7A-7909B87E8857}">
      <dgm:prSet/>
      <dgm:spPr/>
      <dgm:t>
        <a:bodyPr/>
        <a:lstStyle/>
        <a:p>
          <a:endParaRPr lang="zh-CN" altLang="en-US" sz="4000" b="1"/>
        </a:p>
      </dgm:t>
    </dgm:pt>
    <dgm:pt modelId="{0EB95326-0561-4A67-BBCA-84E7E97A0189}" type="sibTrans" cxnId="{707B521D-9287-4DC9-AA7A-7909B87E8857}">
      <dgm:prSet/>
      <dgm:spPr/>
      <dgm:t>
        <a:bodyPr/>
        <a:lstStyle/>
        <a:p>
          <a:endParaRPr lang="zh-CN" altLang="en-US" sz="4000" b="1"/>
        </a:p>
      </dgm:t>
    </dgm:pt>
    <dgm:pt modelId="{1D2FB012-59CE-4187-80BD-D4330EE27485}">
      <dgm:prSet custT="1"/>
      <dgm:spPr/>
      <dgm:t>
        <a:bodyPr/>
        <a:lstStyle/>
        <a:p>
          <a:pPr rtl="0"/>
          <a:r>
            <a:rPr lang="zh-CN" altLang="en-US" sz="1400" b="1" dirty="0" smtClean="0"/>
            <a:t>接口函数</a:t>
          </a:r>
          <a:endParaRPr lang="zh-CN" sz="1400" b="1" dirty="0"/>
        </a:p>
      </dgm:t>
    </dgm:pt>
    <dgm:pt modelId="{2E57092E-3F9E-4148-BDA9-4708C14E311C}" type="parTrans" cxnId="{7B9100EF-2696-44E2-BBF3-4B82DE9E99CB}">
      <dgm:prSet/>
      <dgm:spPr/>
      <dgm:t>
        <a:bodyPr/>
        <a:lstStyle/>
        <a:p>
          <a:endParaRPr lang="zh-CN" altLang="en-US" sz="4000" b="1"/>
        </a:p>
      </dgm:t>
    </dgm:pt>
    <dgm:pt modelId="{46F7C0DC-6187-486E-999B-B500B3E8ADD5}" type="sibTrans" cxnId="{7B9100EF-2696-44E2-BBF3-4B82DE9E99CB}">
      <dgm:prSet/>
      <dgm:spPr/>
      <dgm:t>
        <a:bodyPr/>
        <a:lstStyle/>
        <a:p>
          <a:endParaRPr lang="zh-CN" altLang="en-US" sz="4000" b="1"/>
        </a:p>
      </dgm:t>
    </dgm:pt>
    <dgm:pt modelId="{6016F531-BE6D-4FF1-BBC6-2E315533750D}">
      <dgm:prSet custT="1"/>
      <dgm:spPr/>
      <dgm:t>
        <a:bodyPr/>
        <a:lstStyle/>
        <a:p>
          <a:pPr rtl="0"/>
          <a:r>
            <a:rPr lang="en-US" sz="1400" b="1" dirty="0" smtClean="0"/>
            <a:t>7.3 STM32</a:t>
          </a:r>
          <a:r>
            <a:rPr lang="zh-CN" sz="1400" b="1" dirty="0" smtClean="0"/>
            <a:t>的</a:t>
          </a:r>
          <a:r>
            <a:rPr lang="en-US" sz="1400" b="1" dirty="0" smtClean="0"/>
            <a:t>USART</a:t>
          </a:r>
          <a:r>
            <a:rPr lang="zh-CN" sz="1400" b="1" dirty="0" smtClean="0"/>
            <a:t>模块</a:t>
          </a:r>
          <a:endParaRPr lang="zh-CN" altLang="en-US" sz="1400" b="1" dirty="0"/>
        </a:p>
      </dgm:t>
    </dgm:pt>
    <dgm:pt modelId="{70241CF3-B70F-41D9-81D7-8FAD94D8D0A2}" type="parTrans" cxnId="{3695D9DD-39C7-427F-8440-454A9E31023C}">
      <dgm:prSet/>
      <dgm:spPr/>
      <dgm:t>
        <a:bodyPr/>
        <a:lstStyle/>
        <a:p>
          <a:endParaRPr lang="zh-CN" altLang="en-US" sz="4000" b="1"/>
        </a:p>
      </dgm:t>
    </dgm:pt>
    <dgm:pt modelId="{C7D00921-9D73-413B-8734-EE0FBB804A9C}" type="sibTrans" cxnId="{3695D9DD-39C7-427F-8440-454A9E31023C}">
      <dgm:prSet/>
      <dgm:spPr/>
      <dgm:t>
        <a:bodyPr/>
        <a:lstStyle/>
        <a:p>
          <a:endParaRPr lang="zh-CN" altLang="en-US" sz="4000" b="1"/>
        </a:p>
      </dgm:t>
    </dgm:pt>
    <dgm:pt modelId="{F2D9B4C0-8D8D-46F1-8847-F20D26049C01}">
      <dgm:prSet custT="1"/>
      <dgm:spPr/>
      <dgm:t>
        <a:bodyPr/>
        <a:lstStyle/>
        <a:p>
          <a:pPr rtl="0"/>
          <a:r>
            <a:rPr lang="en-US" sz="1400" b="1" dirty="0" smtClean="0"/>
            <a:t>7.4 USART</a:t>
          </a:r>
          <a:r>
            <a:rPr lang="zh-CN" sz="1400" b="1" dirty="0" smtClean="0"/>
            <a:t>模块的标准外设库接口函数及应用</a:t>
          </a:r>
          <a:endParaRPr lang="zh-CN" altLang="en-US" sz="1400" b="1" dirty="0"/>
        </a:p>
      </dgm:t>
    </dgm:pt>
    <dgm:pt modelId="{399097E4-4539-4E67-B0A2-74E04E73F5A2}" type="parTrans" cxnId="{E07CBE25-9468-4734-BBAC-8F53C56E1890}">
      <dgm:prSet/>
      <dgm:spPr/>
      <dgm:t>
        <a:bodyPr/>
        <a:lstStyle/>
        <a:p>
          <a:endParaRPr lang="zh-CN" altLang="en-US" sz="1600"/>
        </a:p>
      </dgm:t>
    </dgm:pt>
    <dgm:pt modelId="{2D345CAF-E9A0-4C89-9C7A-4C6F74E4C136}" type="sibTrans" cxnId="{E07CBE25-9468-4734-BBAC-8F53C56E1890}">
      <dgm:prSet/>
      <dgm:spPr/>
      <dgm:t>
        <a:bodyPr/>
        <a:lstStyle/>
        <a:p>
          <a:endParaRPr lang="zh-CN" altLang="en-US" sz="1600"/>
        </a:p>
      </dgm:t>
    </dgm:pt>
    <dgm:pt modelId="{67D70F98-ABCE-4A45-8676-1816858360BB}">
      <dgm:prSet custT="1"/>
      <dgm:spPr/>
      <dgm:t>
        <a:bodyPr/>
        <a:lstStyle/>
        <a:p>
          <a:pPr rtl="0"/>
          <a:r>
            <a:rPr lang="en-US" sz="1400" b="1" dirty="0" smtClean="0"/>
            <a:t>7.5 USART</a:t>
          </a:r>
          <a:r>
            <a:rPr lang="zh-CN" sz="1400" b="1" dirty="0" smtClean="0"/>
            <a:t>模块的</a:t>
          </a:r>
          <a:r>
            <a:rPr lang="en-US" sz="1400" b="1" dirty="0" smtClean="0"/>
            <a:t>HAL</a:t>
          </a:r>
          <a:r>
            <a:rPr lang="zh-CN" sz="1400" b="1" dirty="0" smtClean="0"/>
            <a:t>库接口函数及应用</a:t>
          </a:r>
          <a:endParaRPr lang="zh-CN" altLang="en-US" sz="1400" b="1" dirty="0"/>
        </a:p>
      </dgm:t>
    </dgm:pt>
    <dgm:pt modelId="{06CE9415-8DDA-4A70-AAFC-8B21BEE9038B}" type="sibTrans" cxnId="{301DFF4E-6D7F-496C-88FE-4D07FEFFAF05}">
      <dgm:prSet/>
      <dgm:spPr/>
      <dgm:t>
        <a:bodyPr/>
        <a:lstStyle/>
        <a:p>
          <a:endParaRPr lang="zh-CN" altLang="en-US" sz="4000" b="1"/>
        </a:p>
      </dgm:t>
    </dgm:pt>
    <dgm:pt modelId="{82FABF20-B1C1-4C32-9043-BB4E7B47E094}" type="parTrans" cxnId="{301DFF4E-6D7F-496C-88FE-4D07FEFFAF05}">
      <dgm:prSet/>
      <dgm:spPr/>
      <dgm:t>
        <a:bodyPr/>
        <a:lstStyle/>
        <a:p>
          <a:endParaRPr lang="zh-CN" altLang="en-US" sz="4000" b="1"/>
        </a:p>
      </dgm:t>
    </dgm:pt>
    <dgm:pt modelId="{8ABFFB0D-DC8C-4EB9-9697-9D389C2E9AE0}">
      <dgm:prSet custT="1"/>
      <dgm:spPr/>
      <dgm:t>
        <a:bodyPr/>
        <a:lstStyle/>
        <a:p>
          <a:pPr rtl="0"/>
          <a:r>
            <a:rPr lang="zh-CN" altLang="en-US" sz="1400" b="1" dirty="0" smtClean="0"/>
            <a:t>接口函数</a:t>
          </a:r>
          <a:endParaRPr lang="zh-CN" altLang="en-US" sz="1400" b="1" dirty="0"/>
        </a:p>
      </dgm:t>
    </dgm:pt>
    <dgm:pt modelId="{A54D0727-90B2-425D-810C-308E03CBF6F2}" type="sibTrans" cxnId="{C745BC66-F28E-47AA-9C49-8A374FA8F8DB}">
      <dgm:prSet/>
      <dgm:spPr/>
      <dgm:t>
        <a:bodyPr/>
        <a:lstStyle/>
        <a:p>
          <a:endParaRPr lang="zh-CN" altLang="en-US" sz="1600"/>
        </a:p>
      </dgm:t>
    </dgm:pt>
    <dgm:pt modelId="{4E7FA631-914C-472C-A462-3E8331F5A4E8}" type="parTrans" cxnId="{C745BC66-F28E-47AA-9C49-8A374FA8F8DB}">
      <dgm:prSet/>
      <dgm:spPr/>
      <dgm:t>
        <a:bodyPr/>
        <a:lstStyle/>
        <a:p>
          <a:endParaRPr lang="zh-CN" altLang="en-US" sz="1600"/>
        </a:p>
      </dgm:t>
    </dgm:pt>
    <dgm:pt modelId="{45E3AE93-0D38-440F-AA3F-CC41011AF590}">
      <dgm:prSet custT="1"/>
      <dgm:spPr/>
      <dgm:t>
        <a:bodyPr/>
        <a:lstStyle/>
        <a:p>
          <a:pPr rtl="0"/>
          <a:r>
            <a:rPr lang="zh-CN" sz="1400" b="1" dirty="0" smtClean="0"/>
            <a:t>同步</a:t>
          </a:r>
          <a:r>
            <a:rPr lang="zh-CN" altLang="en-US" sz="1400" b="1" dirty="0" smtClean="0"/>
            <a:t>、</a:t>
          </a:r>
          <a:r>
            <a:rPr lang="zh-CN" sz="1400" b="1" dirty="0" smtClean="0"/>
            <a:t>异步通信</a:t>
          </a:r>
          <a:endParaRPr lang="zh-CN" sz="1400" b="1" dirty="0"/>
        </a:p>
      </dgm:t>
    </dgm:pt>
    <dgm:pt modelId="{BB752FF3-38C4-4480-ADCC-32A34C05CCC2}" type="parTrans" cxnId="{8DF62570-A15B-4000-B4B1-7368EB1B7131}">
      <dgm:prSet/>
      <dgm:spPr/>
      <dgm:t>
        <a:bodyPr/>
        <a:lstStyle/>
        <a:p>
          <a:endParaRPr lang="zh-CN" altLang="en-US"/>
        </a:p>
      </dgm:t>
    </dgm:pt>
    <dgm:pt modelId="{88D047BC-A1D2-4A50-B720-BBE09BFBEFE4}" type="sibTrans" cxnId="{8DF62570-A15B-4000-B4B1-7368EB1B7131}">
      <dgm:prSet/>
      <dgm:spPr/>
      <dgm:t>
        <a:bodyPr/>
        <a:lstStyle/>
        <a:p>
          <a:endParaRPr lang="zh-CN" altLang="en-US"/>
        </a:p>
      </dgm:t>
    </dgm:pt>
    <dgm:pt modelId="{50436FEA-2599-4FE2-8A7D-A37510B67FFC}">
      <dgm:prSet custT="1"/>
      <dgm:spPr/>
      <dgm:t>
        <a:bodyPr/>
        <a:lstStyle/>
        <a:p>
          <a:pPr rtl="0"/>
          <a:r>
            <a:rPr lang="zh-CN" sz="1400" b="1" dirty="0" smtClean="0"/>
            <a:t>单工、半双工、全双工通信</a:t>
          </a:r>
          <a:endParaRPr lang="zh-CN" sz="1400" b="1" dirty="0"/>
        </a:p>
      </dgm:t>
    </dgm:pt>
    <dgm:pt modelId="{A0E35978-2939-4290-92EC-19CB9F4BBEE6}" type="parTrans" cxnId="{E190E8BE-E703-48AC-A42F-5071D8CBAF13}">
      <dgm:prSet/>
      <dgm:spPr/>
      <dgm:t>
        <a:bodyPr/>
        <a:lstStyle/>
        <a:p>
          <a:endParaRPr lang="zh-CN" altLang="en-US"/>
        </a:p>
      </dgm:t>
    </dgm:pt>
    <dgm:pt modelId="{135B619E-BC78-4D16-AC1F-6EB58796FE9F}" type="sibTrans" cxnId="{E190E8BE-E703-48AC-A42F-5071D8CBAF13}">
      <dgm:prSet/>
      <dgm:spPr/>
      <dgm:t>
        <a:bodyPr/>
        <a:lstStyle/>
        <a:p>
          <a:endParaRPr lang="zh-CN" altLang="en-US"/>
        </a:p>
      </dgm:t>
    </dgm:pt>
    <dgm:pt modelId="{FAFD6620-1E84-407B-93EA-28D393C0126E}">
      <dgm:prSet custT="1"/>
      <dgm:spPr/>
      <dgm:t>
        <a:bodyPr/>
        <a:lstStyle/>
        <a:p>
          <a:pPr rtl="0"/>
          <a:r>
            <a:rPr lang="zh-CN" altLang="en-US" sz="1400" b="1" dirty="0" smtClean="0"/>
            <a:t>通信协议</a:t>
          </a:r>
          <a:endParaRPr lang="zh-CN" sz="1400" b="1" dirty="0"/>
        </a:p>
      </dgm:t>
    </dgm:pt>
    <dgm:pt modelId="{0DBE0107-6FFE-4AC3-B3E5-FA97443DA87E}" type="parTrans" cxnId="{A38EAB52-EF7A-4AEB-AE39-448C82FF1998}">
      <dgm:prSet/>
      <dgm:spPr/>
      <dgm:t>
        <a:bodyPr/>
        <a:lstStyle/>
        <a:p>
          <a:endParaRPr lang="zh-CN" altLang="en-US"/>
        </a:p>
      </dgm:t>
    </dgm:pt>
    <dgm:pt modelId="{5E54C502-53E2-4741-B894-3538BD86582A}" type="sibTrans" cxnId="{A38EAB52-EF7A-4AEB-AE39-448C82FF1998}">
      <dgm:prSet/>
      <dgm:spPr/>
      <dgm:t>
        <a:bodyPr/>
        <a:lstStyle/>
        <a:p>
          <a:endParaRPr lang="zh-CN" altLang="en-US"/>
        </a:p>
      </dgm:t>
    </dgm:pt>
    <dgm:pt modelId="{7B061ED2-84E7-4E64-A7E6-D7BB8A5DA67C}">
      <dgm:prSet custT="1"/>
      <dgm:spPr/>
      <dgm:t>
        <a:bodyPr/>
        <a:lstStyle/>
        <a:p>
          <a:pPr rtl="0"/>
          <a:r>
            <a:rPr lang="zh-CN" altLang="en-US" sz="1400" b="1" dirty="0" smtClean="0"/>
            <a:t>接口</a:t>
          </a:r>
          <a:endParaRPr lang="zh-CN" sz="1400" b="1" dirty="0"/>
        </a:p>
      </dgm:t>
    </dgm:pt>
    <dgm:pt modelId="{04BA07BF-4925-4D3E-97BF-F73B8A7D3843}" type="parTrans" cxnId="{B58BBBEE-7BFE-4A1C-818B-C859B063BA5F}">
      <dgm:prSet/>
      <dgm:spPr/>
      <dgm:t>
        <a:bodyPr/>
        <a:lstStyle/>
        <a:p>
          <a:endParaRPr lang="zh-CN" altLang="en-US"/>
        </a:p>
      </dgm:t>
    </dgm:pt>
    <dgm:pt modelId="{1185090D-6308-4074-82BA-7FCFB72088D7}" type="sibTrans" cxnId="{B58BBBEE-7BFE-4A1C-818B-C859B063BA5F}">
      <dgm:prSet/>
      <dgm:spPr/>
      <dgm:t>
        <a:bodyPr/>
        <a:lstStyle/>
        <a:p>
          <a:endParaRPr lang="zh-CN" altLang="en-US"/>
        </a:p>
      </dgm:t>
    </dgm:pt>
    <dgm:pt modelId="{C846BB53-CBED-430D-B958-ACAD25BFC566}">
      <dgm:prSet custT="1"/>
      <dgm:spPr/>
      <dgm:t>
        <a:bodyPr/>
        <a:lstStyle/>
        <a:p>
          <a:pPr rtl="0"/>
          <a:r>
            <a:rPr lang="zh-CN" altLang="en-US" sz="1400" b="1" dirty="0" smtClean="0"/>
            <a:t>编程模式</a:t>
          </a:r>
          <a:endParaRPr lang="zh-CN" sz="1400" b="1" dirty="0"/>
        </a:p>
      </dgm:t>
    </dgm:pt>
    <dgm:pt modelId="{8E2E325A-2AE5-4B80-A787-49F0C9660436}" type="parTrans" cxnId="{9828C27E-9C89-4E50-9920-6F7C049E2CAC}">
      <dgm:prSet/>
      <dgm:spPr/>
      <dgm:t>
        <a:bodyPr/>
        <a:lstStyle/>
        <a:p>
          <a:endParaRPr lang="zh-CN" altLang="en-US"/>
        </a:p>
      </dgm:t>
    </dgm:pt>
    <dgm:pt modelId="{4088C440-FF8D-42F2-A4F2-BB769BE0C5B4}" type="sibTrans" cxnId="{9828C27E-9C89-4E50-9920-6F7C049E2CAC}">
      <dgm:prSet/>
      <dgm:spPr/>
      <dgm:t>
        <a:bodyPr/>
        <a:lstStyle/>
        <a:p>
          <a:endParaRPr lang="zh-CN" altLang="en-US"/>
        </a:p>
      </dgm:t>
    </dgm:pt>
    <dgm:pt modelId="{10ABD5BE-D9E2-49ED-833E-4F7DFE40EA3F}">
      <dgm:prSet custT="1"/>
      <dgm:spPr/>
      <dgm:t>
        <a:bodyPr/>
        <a:lstStyle/>
        <a:p>
          <a:pPr rtl="0"/>
          <a:r>
            <a:rPr lang="zh-CN" altLang="en-US" sz="1400" b="1" dirty="0" smtClean="0"/>
            <a:t>编程步骤</a:t>
          </a:r>
          <a:endParaRPr lang="zh-CN" altLang="en-US" sz="1400" b="1" dirty="0"/>
        </a:p>
      </dgm:t>
    </dgm:pt>
    <dgm:pt modelId="{2A2DBBBF-881A-4B86-887E-B36BAF2DDEB8}" type="parTrans" cxnId="{6F428D78-23B0-48CF-8202-0C86B4D828E7}">
      <dgm:prSet/>
      <dgm:spPr/>
      <dgm:t>
        <a:bodyPr/>
        <a:lstStyle/>
        <a:p>
          <a:endParaRPr lang="zh-CN" altLang="en-US"/>
        </a:p>
      </dgm:t>
    </dgm:pt>
    <dgm:pt modelId="{7F5B4287-C60E-4A0E-9B34-D0791916E7BE}" type="sibTrans" cxnId="{6F428D78-23B0-48CF-8202-0C86B4D828E7}">
      <dgm:prSet/>
      <dgm:spPr/>
      <dgm:t>
        <a:bodyPr/>
        <a:lstStyle/>
        <a:p>
          <a:endParaRPr lang="zh-CN" altLang="en-US"/>
        </a:p>
      </dgm:t>
    </dgm:pt>
    <dgm:pt modelId="{A3E82104-01DB-46F5-9E84-B620BFC83846}">
      <dgm:prSet custT="1"/>
      <dgm:spPr/>
      <dgm:t>
        <a:bodyPr/>
        <a:lstStyle/>
        <a:p>
          <a:pPr rtl="0"/>
          <a:r>
            <a:rPr lang="zh-CN" altLang="en-US" sz="1400" b="1" dirty="0" smtClean="0"/>
            <a:t>应用实例</a:t>
          </a:r>
          <a:endParaRPr lang="zh-CN" altLang="en-US" sz="1400" b="1" dirty="0"/>
        </a:p>
      </dgm:t>
    </dgm:pt>
    <dgm:pt modelId="{D1DAAF1A-2308-401E-8F35-6B31D7603BE3}" type="parTrans" cxnId="{EEE5D3CD-D351-4C99-AD63-3255BB63CD78}">
      <dgm:prSet/>
      <dgm:spPr/>
      <dgm:t>
        <a:bodyPr/>
        <a:lstStyle/>
        <a:p>
          <a:endParaRPr lang="zh-CN" altLang="en-US"/>
        </a:p>
      </dgm:t>
    </dgm:pt>
    <dgm:pt modelId="{0B759B38-36BD-45AB-8899-FACD4B2B6C9A}" type="sibTrans" cxnId="{EEE5D3CD-D351-4C99-AD63-3255BB63CD78}">
      <dgm:prSet/>
      <dgm:spPr/>
      <dgm:t>
        <a:bodyPr/>
        <a:lstStyle/>
        <a:p>
          <a:endParaRPr lang="zh-CN" altLang="en-US"/>
        </a:p>
      </dgm:t>
    </dgm:pt>
    <dgm:pt modelId="{91EC8625-F9F6-41DE-8F6F-196FD51CB158}">
      <dgm:prSet custT="1"/>
      <dgm:spPr/>
      <dgm:t>
        <a:bodyPr/>
        <a:lstStyle/>
        <a:p>
          <a:pPr rtl="0"/>
          <a:r>
            <a:rPr lang="zh-CN" altLang="en-US" sz="1400" b="1" dirty="0" smtClean="0"/>
            <a:t>应用实例</a:t>
          </a:r>
          <a:endParaRPr lang="zh-CN" sz="1400" b="1" dirty="0"/>
        </a:p>
      </dgm:t>
    </dgm:pt>
    <dgm:pt modelId="{79262261-2700-41FE-BA58-F83F61F5B806}" type="parTrans" cxnId="{45F01C7A-E7CF-4084-9D2C-F47B61FEBD62}">
      <dgm:prSet/>
      <dgm:spPr/>
      <dgm:t>
        <a:bodyPr/>
        <a:lstStyle/>
        <a:p>
          <a:endParaRPr lang="zh-CN" altLang="en-US"/>
        </a:p>
      </dgm:t>
    </dgm:pt>
    <dgm:pt modelId="{B4A33F65-3BA5-4AF9-9DF6-1A178DFCA292}" type="sibTrans" cxnId="{45F01C7A-E7CF-4084-9D2C-F47B61FEBD62}">
      <dgm:prSet/>
      <dgm:spPr/>
      <dgm:t>
        <a:bodyPr/>
        <a:lstStyle/>
        <a:p>
          <a:endParaRPr lang="zh-CN" altLang="en-US"/>
        </a:p>
      </dgm:t>
    </dgm:pt>
    <dgm:pt modelId="{408F92F4-E2E5-4E21-8482-CC747F9B2561}">
      <dgm:prSet custT="1"/>
      <dgm:spPr/>
      <dgm:t>
        <a:bodyPr/>
        <a:lstStyle/>
        <a:p>
          <a:pPr rtl="0"/>
          <a:r>
            <a:rPr lang="zh-CN" altLang="en-US" sz="1400" b="1" dirty="0" smtClean="0"/>
            <a:t>实例</a:t>
          </a:r>
          <a:endParaRPr lang="zh-CN" sz="1400" b="1" dirty="0"/>
        </a:p>
      </dgm:t>
    </dgm:pt>
    <dgm:pt modelId="{8A6FCF62-7D9A-488A-816C-CEAE6653327C}" type="parTrans" cxnId="{B259AD58-1BF2-4116-859C-63F9F0B0092E}">
      <dgm:prSet/>
      <dgm:spPr/>
      <dgm:t>
        <a:bodyPr/>
        <a:lstStyle/>
        <a:p>
          <a:endParaRPr lang="zh-CN" altLang="en-US"/>
        </a:p>
      </dgm:t>
    </dgm:pt>
    <dgm:pt modelId="{1042DDEE-41FC-4D47-A605-8059BCF00530}" type="sibTrans" cxnId="{B259AD58-1BF2-4116-859C-63F9F0B0092E}">
      <dgm:prSet/>
      <dgm:spPr/>
      <dgm:t>
        <a:bodyPr/>
        <a:lstStyle/>
        <a:p>
          <a:endParaRPr lang="zh-CN" altLang="en-US"/>
        </a:p>
      </dgm:t>
    </dgm:pt>
    <dgm:pt modelId="{DC9BF661-1106-4A3E-95D3-4C0C23A887A5}">
      <dgm:prSet custT="1"/>
      <dgm:spPr/>
      <dgm:t>
        <a:bodyPr/>
        <a:lstStyle/>
        <a:p>
          <a:pPr rtl="0"/>
          <a:r>
            <a:rPr lang="en-US" sz="1400" b="1" dirty="0" smtClean="0"/>
            <a:t>7.6  </a:t>
          </a:r>
          <a:r>
            <a:rPr lang="zh-CN" sz="1400" b="1" dirty="0" smtClean="0"/>
            <a:t>编程思想之自定义串口通信协议</a:t>
          </a:r>
          <a:endParaRPr lang="zh-CN" sz="1400" b="1" dirty="0"/>
        </a:p>
      </dgm:t>
    </dgm:pt>
    <dgm:pt modelId="{E7AB315E-7334-4C23-B3F3-53465E5D6360}" type="parTrans" cxnId="{0C65BB32-6DC7-42F7-A76C-A00D51BECD49}">
      <dgm:prSet/>
      <dgm:spPr/>
      <dgm:t>
        <a:bodyPr/>
        <a:lstStyle/>
        <a:p>
          <a:endParaRPr lang="zh-CN" altLang="en-US"/>
        </a:p>
      </dgm:t>
    </dgm:pt>
    <dgm:pt modelId="{65DF3F61-C53E-4A3E-A038-85E8F6351F96}" type="sibTrans" cxnId="{0C65BB32-6DC7-42F7-A76C-A00D51BECD49}">
      <dgm:prSet/>
      <dgm:spPr/>
      <dgm:t>
        <a:bodyPr/>
        <a:lstStyle/>
        <a:p>
          <a:endParaRPr lang="zh-CN" altLang="en-US"/>
        </a:p>
      </dgm:t>
    </dgm:pt>
    <dgm:pt modelId="{FAC7822A-FED0-4462-9D7F-CAD4F1F688ED}" type="pres">
      <dgm:prSet presAssocID="{E26CF03A-A09B-4020-8CA3-90228726561B}" presName="diagram" presStyleCnt="0">
        <dgm:presLayoutVars>
          <dgm:chPref val="1"/>
          <dgm:dir/>
          <dgm:animOne val="branch"/>
          <dgm:animLvl val="lvl"/>
          <dgm:resizeHandles/>
        </dgm:presLayoutVars>
      </dgm:prSet>
      <dgm:spPr/>
      <dgm:t>
        <a:bodyPr/>
        <a:lstStyle/>
        <a:p>
          <a:endParaRPr lang="zh-CN" altLang="en-US"/>
        </a:p>
      </dgm:t>
    </dgm:pt>
    <dgm:pt modelId="{726D2AAE-BB5C-4B7D-A000-78C4F6187FE2}" type="pres">
      <dgm:prSet presAssocID="{93D40E86-BB79-493F-A85C-A10B62372843}" presName="root" presStyleCnt="0"/>
      <dgm:spPr/>
    </dgm:pt>
    <dgm:pt modelId="{375DBB54-2EDD-4A9F-8383-F350107E5649}" type="pres">
      <dgm:prSet presAssocID="{93D40E86-BB79-493F-A85C-A10B62372843}" presName="rootComposite" presStyleCnt="0"/>
      <dgm:spPr/>
    </dgm:pt>
    <dgm:pt modelId="{089E3F46-EE13-4CCF-8889-A7A8410A732B}" type="pres">
      <dgm:prSet presAssocID="{93D40E86-BB79-493F-A85C-A10B62372843}" presName="rootText" presStyleLbl="node1" presStyleIdx="0" presStyleCnt="6" custScaleY="174396"/>
      <dgm:spPr/>
      <dgm:t>
        <a:bodyPr/>
        <a:lstStyle/>
        <a:p>
          <a:endParaRPr lang="zh-CN" altLang="en-US"/>
        </a:p>
      </dgm:t>
    </dgm:pt>
    <dgm:pt modelId="{7FCFAB73-F007-413F-A89B-965728DF36B7}" type="pres">
      <dgm:prSet presAssocID="{93D40E86-BB79-493F-A85C-A10B62372843}" presName="rootConnector" presStyleLbl="node1" presStyleIdx="0" presStyleCnt="6"/>
      <dgm:spPr/>
      <dgm:t>
        <a:bodyPr/>
        <a:lstStyle/>
        <a:p>
          <a:endParaRPr lang="zh-CN" altLang="en-US"/>
        </a:p>
      </dgm:t>
    </dgm:pt>
    <dgm:pt modelId="{C06B68C2-1EEE-4A9A-8863-D2694233ECAA}" type="pres">
      <dgm:prSet presAssocID="{93D40E86-BB79-493F-A85C-A10B62372843}" presName="childShape" presStyleCnt="0"/>
      <dgm:spPr/>
    </dgm:pt>
    <dgm:pt modelId="{54A380F9-09D2-46F3-ABE0-1CC4BB1E39DA}" type="pres">
      <dgm:prSet presAssocID="{A1691CB7-F69D-4C85-B80D-1A560036D724}" presName="Name13" presStyleLbl="parChTrans1D2" presStyleIdx="0" presStyleCnt="14"/>
      <dgm:spPr/>
      <dgm:t>
        <a:bodyPr/>
        <a:lstStyle/>
        <a:p>
          <a:endParaRPr lang="zh-CN" altLang="en-US"/>
        </a:p>
      </dgm:t>
    </dgm:pt>
    <dgm:pt modelId="{69810742-A36C-4A3E-AED9-0D3B8E7514D7}" type="pres">
      <dgm:prSet presAssocID="{8EA85C5E-A8D6-470F-A913-6974BDCDCF47}" presName="childText" presStyleLbl="bgAcc1" presStyleIdx="0" presStyleCnt="14">
        <dgm:presLayoutVars>
          <dgm:bulletEnabled val="1"/>
        </dgm:presLayoutVars>
      </dgm:prSet>
      <dgm:spPr/>
      <dgm:t>
        <a:bodyPr/>
        <a:lstStyle/>
        <a:p>
          <a:endParaRPr lang="zh-CN" altLang="en-US"/>
        </a:p>
      </dgm:t>
    </dgm:pt>
    <dgm:pt modelId="{A9A364CD-8810-4B04-9D2F-AE5D457ED00B}" type="pres">
      <dgm:prSet presAssocID="{BB752FF3-38C4-4480-ADCC-32A34C05CCC2}" presName="Name13" presStyleLbl="parChTrans1D2" presStyleIdx="1" presStyleCnt="14"/>
      <dgm:spPr/>
      <dgm:t>
        <a:bodyPr/>
        <a:lstStyle/>
        <a:p>
          <a:endParaRPr lang="zh-CN" altLang="en-US"/>
        </a:p>
      </dgm:t>
    </dgm:pt>
    <dgm:pt modelId="{9FB2F64B-3C50-42CB-8146-DD4ACF4DD9D2}" type="pres">
      <dgm:prSet presAssocID="{45E3AE93-0D38-440F-AA3F-CC41011AF590}" presName="childText" presStyleLbl="bgAcc1" presStyleIdx="1" presStyleCnt="14">
        <dgm:presLayoutVars>
          <dgm:bulletEnabled val="1"/>
        </dgm:presLayoutVars>
      </dgm:prSet>
      <dgm:spPr/>
      <dgm:t>
        <a:bodyPr/>
        <a:lstStyle/>
        <a:p>
          <a:endParaRPr lang="zh-CN" altLang="en-US"/>
        </a:p>
      </dgm:t>
    </dgm:pt>
    <dgm:pt modelId="{8B413A02-BC02-4AAE-AB9B-ADA8653C86C3}" type="pres">
      <dgm:prSet presAssocID="{A0E35978-2939-4290-92EC-19CB9F4BBEE6}" presName="Name13" presStyleLbl="parChTrans1D2" presStyleIdx="2" presStyleCnt="14"/>
      <dgm:spPr/>
      <dgm:t>
        <a:bodyPr/>
        <a:lstStyle/>
        <a:p>
          <a:endParaRPr lang="zh-CN" altLang="en-US"/>
        </a:p>
      </dgm:t>
    </dgm:pt>
    <dgm:pt modelId="{148F49F7-0BF0-40A5-BD1E-0D52BDC462B4}" type="pres">
      <dgm:prSet presAssocID="{50436FEA-2599-4FE2-8A7D-A37510B67FFC}" presName="childText" presStyleLbl="bgAcc1" presStyleIdx="2" presStyleCnt="14" custScaleX="134680">
        <dgm:presLayoutVars>
          <dgm:bulletEnabled val="1"/>
        </dgm:presLayoutVars>
      </dgm:prSet>
      <dgm:spPr/>
      <dgm:t>
        <a:bodyPr/>
        <a:lstStyle/>
        <a:p>
          <a:endParaRPr lang="zh-CN" altLang="en-US"/>
        </a:p>
      </dgm:t>
    </dgm:pt>
    <dgm:pt modelId="{BA1248CC-7D4A-44E8-AA8E-00339E87595C}" type="pres">
      <dgm:prSet presAssocID="{C418A107-61C3-4714-A574-F7EDE76683B4}" presName="root" presStyleCnt="0"/>
      <dgm:spPr/>
    </dgm:pt>
    <dgm:pt modelId="{5899E465-6A86-4C5A-AF58-6D58989681A2}" type="pres">
      <dgm:prSet presAssocID="{C418A107-61C3-4714-A574-F7EDE76683B4}" presName="rootComposite" presStyleCnt="0"/>
      <dgm:spPr/>
    </dgm:pt>
    <dgm:pt modelId="{5C830A7D-E219-43BA-98D2-6C035FB1B08E}" type="pres">
      <dgm:prSet presAssocID="{C418A107-61C3-4714-A574-F7EDE76683B4}" presName="rootText" presStyleLbl="node1" presStyleIdx="1" presStyleCnt="6" custScaleY="174396"/>
      <dgm:spPr/>
      <dgm:t>
        <a:bodyPr/>
        <a:lstStyle/>
        <a:p>
          <a:endParaRPr lang="zh-CN" altLang="en-US"/>
        </a:p>
      </dgm:t>
    </dgm:pt>
    <dgm:pt modelId="{7D1D0892-5648-4EF2-8F1E-37FF3FBB3045}" type="pres">
      <dgm:prSet presAssocID="{C418A107-61C3-4714-A574-F7EDE76683B4}" presName="rootConnector" presStyleLbl="node1" presStyleIdx="1" presStyleCnt="6"/>
      <dgm:spPr/>
      <dgm:t>
        <a:bodyPr/>
        <a:lstStyle/>
        <a:p>
          <a:endParaRPr lang="zh-CN" altLang="en-US"/>
        </a:p>
      </dgm:t>
    </dgm:pt>
    <dgm:pt modelId="{73209756-F1DC-40C1-8ED6-B958F5755E28}" type="pres">
      <dgm:prSet presAssocID="{C418A107-61C3-4714-A574-F7EDE76683B4}" presName="childShape" presStyleCnt="0"/>
      <dgm:spPr/>
    </dgm:pt>
    <dgm:pt modelId="{AA312F33-658E-4720-9B52-0115BBE48C66}" type="pres">
      <dgm:prSet presAssocID="{C6199BD1-990A-4B5C-AF89-45FDC9EC89BF}" presName="Name13" presStyleLbl="parChTrans1D2" presStyleIdx="3" presStyleCnt="14"/>
      <dgm:spPr/>
      <dgm:t>
        <a:bodyPr/>
        <a:lstStyle/>
        <a:p>
          <a:endParaRPr lang="zh-CN" altLang="en-US"/>
        </a:p>
      </dgm:t>
    </dgm:pt>
    <dgm:pt modelId="{7E5547CD-AFB0-4AD1-A79E-DE2B074C2540}" type="pres">
      <dgm:prSet presAssocID="{0572802A-3215-433D-8EA8-DA9A32963592}" presName="childText" presStyleLbl="bgAcc1" presStyleIdx="3" presStyleCnt="14">
        <dgm:presLayoutVars>
          <dgm:bulletEnabled val="1"/>
        </dgm:presLayoutVars>
      </dgm:prSet>
      <dgm:spPr/>
      <dgm:t>
        <a:bodyPr/>
        <a:lstStyle/>
        <a:p>
          <a:endParaRPr lang="zh-CN" altLang="en-US"/>
        </a:p>
      </dgm:t>
    </dgm:pt>
    <dgm:pt modelId="{BDE51EFD-529E-4520-A861-59589D4079AF}" type="pres">
      <dgm:prSet presAssocID="{0DBE0107-6FFE-4AC3-B3E5-FA97443DA87E}" presName="Name13" presStyleLbl="parChTrans1D2" presStyleIdx="4" presStyleCnt="14"/>
      <dgm:spPr/>
      <dgm:t>
        <a:bodyPr/>
        <a:lstStyle/>
        <a:p>
          <a:endParaRPr lang="zh-CN" altLang="en-US"/>
        </a:p>
      </dgm:t>
    </dgm:pt>
    <dgm:pt modelId="{9A965E3F-D14E-4C36-B47F-13C16418FB7A}" type="pres">
      <dgm:prSet presAssocID="{FAFD6620-1E84-407B-93EA-28D393C0126E}" presName="childText" presStyleLbl="bgAcc1" presStyleIdx="4" presStyleCnt="14">
        <dgm:presLayoutVars>
          <dgm:bulletEnabled val="1"/>
        </dgm:presLayoutVars>
      </dgm:prSet>
      <dgm:spPr/>
      <dgm:t>
        <a:bodyPr/>
        <a:lstStyle/>
        <a:p>
          <a:endParaRPr lang="zh-CN" altLang="en-US"/>
        </a:p>
      </dgm:t>
    </dgm:pt>
    <dgm:pt modelId="{A7E4854C-A0DD-4D80-8888-86A467C1E49A}" type="pres">
      <dgm:prSet presAssocID="{6016F531-BE6D-4FF1-BBC6-2E315533750D}" presName="root" presStyleCnt="0"/>
      <dgm:spPr/>
    </dgm:pt>
    <dgm:pt modelId="{98F13E7F-EAFD-4DE9-BDD6-EC144535B41E}" type="pres">
      <dgm:prSet presAssocID="{6016F531-BE6D-4FF1-BBC6-2E315533750D}" presName="rootComposite" presStyleCnt="0"/>
      <dgm:spPr/>
    </dgm:pt>
    <dgm:pt modelId="{7833D484-9DDE-4560-9386-927CA7797FE4}" type="pres">
      <dgm:prSet presAssocID="{6016F531-BE6D-4FF1-BBC6-2E315533750D}" presName="rootText" presStyleLbl="node1" presStyleIdx="2" presStyleCnt="6" custScaleY="174396"/>
      <dgm:spPr/>
      <dgm:t>
        <a:bodyPr/>
        <a:lstStyle/>
        <a:p>
          <a:endParaRPr lang="zh-CN" altLang="en-US"/>
        </a:p>
      </dgm:t>
    </dgm:pt>
    <dgm:pt modelId="{7BB7EE96-D683-40E0-912C-B50926187CDC}" type="pres">
      <dgm:prSet presAssocID="{6016F531-BE6D-4FF1-BBC6-2E315533750D}" presName="rootConnector" presStyleLbl="node1" presStyleIdx="2" presStyleCnt="6"/>
      <dgm:spPr/>
      <dgm:t>
        <a:bodyPr/>
        <a:lstStyle/>
        <a:p>
          <a:endParaRPr lang="zh-CN" altLang="en-US"/>
        </a:p>
      </dgm:t>
    </dgm:pt>
    <dgm:pt modelId="{583D4193-BB15-408A-AB54-A8EDD3E95119}" type="pres">
      <dgm:prSet presAssocID="{6016F531-BE6D-4FF1-BBC6-2E315533750D}" presName="childShape" presStyleCnt="0"/>
      <dgm:spPr/>
    </dgm:pt>
    <dgm:pt modelId="{A17D3CE1-B52B-476C-B83D-877EA8086EAA}" type="pres">
      <dgm:prSet presAssocID="{48C94C59-51AA-48FE-968D-D508336C3729}" presName="Name13" presStyleLbl="parChTrans1D2" presStyleIdx="5" presStyleCnt="14"/>
      <dgm:spPr/>
      <dgm:t>
        <a:bodyPr/>
        <a:lstStyle/>
        <a:p>
          <a:endParaRPr lang="zh-CN" altLang="en-US"/>
        </a:p>
      </dgm:t>
    </dgm:pt>
    <dgm:pt modelId="{F29E7DCA-5389-4647-9E6C-6A66DC5BA596}" type="pres">
      <dgm:prSet presAssocID="{3054D8F1-E38D-41B9-A7BB-56BE139151CC}" presName="childText" presStyleLbl="bgAcc1" presStyleIdx="5" presStyleCnt="14">
        <dgm:presLayoutVars>
          <dgm:bulletEnabled val="1"/>
        </dgm:presLayoutVars>
      </dgm:prSet>
      <dgm:spPr/>
      <dgm:t>
        <a:bodyPr/>
        <a:lstStyle/>
        <a:p>
          <a:endParaRPr lang="zh-CN" altLang="en-US"/>
        </a:p>
      </dgm:t>
    </dgm:pt>
    <dgm:pt modelId="{6CA19649-DB32-4646-AD7C-A587FBE76AD4}" type="pres">
      <dgm:prSet presAssocID="{04BA07BF-4925-4D3E-97BF-F73B8A7D3843}" presName="Name13" presStyleLbl="parChTrans1D2" presStyleIdx="6" presStyleCnt="14"/>
      <dgm:spPr/>
      <dgm:t>
        <a:bodyPr/>
        <a:lstStyle/>
        <a:p>
          <a:endParaRPr lang="zh-CN" altLang="en-US"/>
        </a:p>
      </dgm:t>
    </dgm:pt>
    <dgm:pt modelId="{ACEFF0D7-694D-4EF0-B5F4-A017D37F4692}" type="pres">
      <dgm:prSet presAssocID="{7B061ED2-84E7-4E64-A7E6-D7BB8A5DA67C}" presName="childText" presStyleLbl="bgAcc1" presStyleIdx="6" presStyleCnt="14">
        <dgm:presLayoutVars>
          <dgm:bulletEnabled val="1"/>
        </dgm:presLayoutVars>
      </dgm:prSet>
      <dgm:spPr/>
      <dgm:t>
        <a:bodyPr/>
        <a:lstStyle/>
        <a:p>
          <a:endParaRPr lang="zh-CN" altLang="en-US"/>
        </a:p>
      </dgm:t>
    </dgm:pt>
    <dgm:pt modelId="{970ADE3B-BE81-4C4F-B06D-0014B3F8B11C}" type="pres">
      <dgm:prSet presAssocID="{8E2E325A-2AE5-4B80-A787-49F0C9660436}" presName="Name13" presStyleLbl="parChTrans1D2" presStyleIdx="7" presStyleCnt="14"/>
      <dgm:spPr/>
      <dgm:t>
        <a:bodyPr/>
        <a:lstStyle/>
        <a:p>
          <a:endParaRPr lang="zh-CN" altLang="en-US"/>
        </a:p>
      </dgm:t>
    </dgm:pt>
    <dgm:pt modelId="{51499E4E-48E3-49F7-807A-F892C0225CFC}" type="pres">
      <dgm:prSet presAssocID="{C846BB53-CBED-430D-B958-ACAD25BFC566}" presName="childText" presStyleLbl="bgAcc1" presStyleIdx="7" presStyleCnt="14">
        <dgm:presLayoutVars>
          <dgm:bulletEnabled val="1"/>
        </dgm:presLayoutVars>
      </dgm:prSet>
      <dgm:spPr/>
      <dgm:t>
        <a:bodyPr/>
        <a:lstStyle/>
        <a:p>
          <a:endParaRPr lang="zh-CN" altLang="en-US"/>
        </a:p>
      </dgm:t>
    </dgm:pt>
    <dgm:pt modelId="{3DFD455F-9D08-4F9A-B7D2-4BEB08F10D1B}" type="pres">
      <dgm:prSet presAssocID="{F2D9B4C0-8D8D-46F1-8847-F20D26049C01}" presName="root" presStyleCnt="0"/>
      <dgm:spPr/>
    </dgm:pt>
    <dgm:pt modelId="{180B92DF-877B-4DFF-BC0F-B2F398789A10}" type="pres">
      <dgm:prSet presAssocID="{F2D9B4C0-8D8D-46F1-8847-F20D26049C01}" presName="rootComposite" presStyleCnt="0"/>
      <dgm:spPr/>
    </dgm:pt>
    <dgm:pt modelId="{0B46CC76-2FCA-4104-9963-C451BDA98114}" type="pres">
      <dgm:prSet presAssocID="{F2D9B4C0-8D8D-46F1-8847-F20D26049C01}" presName="rootText" presStyleLbl="node1" presStyleIdx="3" presStyleCnt="6" custScaleY="174396"/>
      <dgm:spPr/>
      <dgm:t>
        <a:bodyPr/>
        <a:lstStyle/>
        <a:p>
          <a:endParaRPr lang="zh-CN" altLang="en-US"/>
        </a:p>
      </dgm:t>
    </dgm:pt>
    <dgm:pt modelId="{16DCF61F-2D6F-41F6-BC5A-EA013957F30B}" type="pres">
      <dgm:prSet presAssocID="{F2D9B4C0-8D8D-46F1-8847-F20D26049C01}" presName="rootConnector" presStyleLbl="node1" presStyleIdx="3" presStyleCnt="6"/>
      <dgm:spPr/>
      <dgm:t>
        <a:bodyPr/>
        <a:lstStyle/>
        <a:p>
          <a:endParaRPr lang="zh-CN" altLang="en-US"/>
        </a:p>
      </dgm:t>
    </dgm:pt>
    <dgm:pt modelId="{E87E9140-C4A2-41CE-BB60-515EC09F17C3}" type="pres">
      <dgm:prSet presAssocID="{F2D9B4C0-8D8D-46F1-8847-F20D26049C01}" presName="childShape" presStyleCnt="0"/>
      <dgm:spPr/>
    </dgm:pt>
    <dgm:pt modelId="{9F6C4958-3BE9-4FB5-8EE3-6F6262732151}" type="pres">
      <dgm:prSet presAssocID="{4E7FA631-914C-472C-A462-3E8331F5A4E8}" presName="Name13" presStyleLbl="parChTrans1D2" presStyleIdx="8" presStyleCnt="14"/>
      <dgm:spPr/>
      <dgm:t>
        <a:bodyPr/>
        <a:lstStyle/>
        <a:p>
          <a:endParaRPr lang="zh-CN" altLang="en-US"/>
        </a:p>
      </dgm:t>
    </dgm:pt>
    <dgm:pt modelId="{DB5AA0D8-ACDA-40BE-9D04-C0F32EF55FC5}" type="pres">
      <dgm:prSet presAssocID="{8ABFFB0D-DC8C-4EB9-9697-9D389C2E9AE0}" presName="childText" presStyleLbl="bgAcc1" presStyleIdx="8" presStyleCnt="14">
        <dgm:presLayoutVars>
          <dgm:bulletEnabled val="1"/>
        </dgm:presLayoutVars>
      </dgm:prSet>
      <dgm:spPr/>
      <dgm:t>
        <a:bodyPr/>
        <a:lstStyle/>
        <a:p>
          <a:endParaRPr lang="zh-CN" altLang="en-US"/>
        </a:p>
      </dgm:t>
    </dgm:pt>
    <dgm:pt modelId="{CDD6BD0D-4F99-43CD-A746-0C96FE13386F}" type="pres">
      <dgm:prSet presAssocID="{2A2DBBBF-881A-4B86-887E-B36BAF2DDEB8}" presName="Name13" presStyleLbl="parChTrans1D2" presStyleIdx="9" presStyleCnt="14"/>
      <dgm:spPr/>
      <dgm:t>
        <a:bodyPr/>
        <a:lstStyle/>
        <a:p>
          <a:endParaRPr lang="zh-CN" altLang="en-US"/>
        </a:p>
      </dgm:t>
    </dgm:pt>
    <dgm:pt modelId="{DDAFB971-E788-4BAD-9A42-EB72A9D766B5}" type="pres">
      <dgm:prSet presAssocID="{10ABD5BE-D9E2-49ED-833E-4F7DFE40EA3F}" presName="childText" presStyleLbl="bgAcc1" presStyleIdx="9" presStyleCnt="14">
        <dgm:presLayoutVars>
          <dgm:bulletEnabled val="1"/>
        </dgm:presLayoutVars>
      </dgm:prSet>
      <dgm:spPr/>
      <dgm:t>
        <a:bodyPr/>
        <a:lstStyle/>
        <a:p>
          <a:endParaRPr lang="zh-CN" altLang="en-US"/>
        </a:p>
      </dgm:t>
    </dgm:pt>
    <dgm:pt modelId="{C59A6E34-A31C-4CD7-A301-4538749968D7}" type="pres">
      <dgm:prSet presAssocID="{D1DAAF1A-2308-401E-8F35-6B31D7603BE3}" presName="Name13" presStyleLbl="parChTrans1D2" presStyleIdx="10" presStyleCnt="14"/>
      <dgm:spPr/>
      <dgm:t>
        <a:bodyPr/>
        <a:lstStyle/>
        <a:p>
          <a:endParaRPr lang="zh-CN" altLang="en-US"/>
        </a:p>
      </dgm:t>
    </dgm:pt>
    <dgm:pt modelId="{BB25C580-B3D2-4F6D-A26D-21570EA1CA2E}" type="pres">
      <dgm:prSet presAssocID="{A3E82104-01DB-46F5-9E84-B620BFC83846}" presName="childText" presStyleLbl="bgAcc1" presStyleIdx="10" presStyleCnt="14">
        <dgm:presLayoutVars>
          <dgm:bulletEnabled val="1"/>
        </dgm:presLayoutVars>
      </dgm:prSet>
      <dgm:spPr/>
      <dgm:t>
        <a:bodyPr/>
        <a:lstStyle/>
        <a:p>
          <a:endParaRPr lang="zh-CN" altLang="en-US"/>
        </a:p>
      </dgm:t>
    </dgm:pt>
    <dgm:pt modelId="{BA88EA84-0299-453E-99CF-B22199482872}" type="pres">
      <dgm:prSet presAssocID="{67D70F98-ABCE-4A45-8676-1816858360BB}" presName="root" presStyleCnt="0"/>
      <dgm:spPr/>
    </dgm:pt>
    <dgm:pt modelId="{F2FF5E28-9AD4-41EF-A30D-1AB42DBF1509}" type="pres">
      <dgm:prSet presAssocID="{67D70F98-ABCE-4A45-8676-1816858360BB}" presName="rootComposite" presStyleCnt="0"/>
      <dgm:spPr/>
    </dgm:pt>
    <dgm:pt modelId="{6EC94824-667A-4215-A993-344486EB8270}" type="pres">
      <dgm:prSet presAssocID="{67D70F98-ABCE-4A45-8676-1816858360BB}" presName="rootText" presStyleLbl="node1" presStyleIdx="4" presStyleCnt="6" custScaleY="174396"/>
      <dgm:spPr/>
      <dgm:t>
        <a:bodyPr/>
        <a:lstStyle/>
        <a:p>
          <a:endParaRPr lang="zh-CN" altLang="en-US"/>
        </a:p>
      </dgm:t>
    </dgm:pt>
    <dgm:pt modelId="{8EB9A6C4-0290-4539-B171-08525270296D}" type="pres">
      <dgm:prSet presAssocID="{67D70F98-ABCE-4A45-8676-1816858360BB}" presName="rootConnector" presStyleLbl="node1" presStyleIdx="4" presStyleCnt="6"/>
      <dgm:spPr/>
      <dgm:t>
        <a:bodyPr/>
        <a:lstStyle/>
        <a:p>
          <a:endParaRPr lang="zh-CN" altLang="en-US"/>
        </a:p>
      </dgm:t>
    </dgm:pt>
    <dgm:pt modelId="{662061E2-D8E6-43D8-A5F4-440E9B18D61B}" type="pres">
      <dgm:prSet presAssocID="{67D70F98-ABCE-4A45-8676-1816858360BB}" presName="childShape" presStyleCnt="0"/>
      <dgm:spPr/>
    </dgm:pt>
    <dgm:pt modelId="{B8C8181F-8601-48B8-B33B-BA599706890F}" type="pres">
      <dgm:prSet presAssocID="{2E57092E-3F9E-4148-BDA9-4708C14E311C}" presName="Name13" presStyleLbl="parChTrans1D2" presStyleIdx="11" presStyleCnt="14"/>
      <dgm:spPr/>
      <dgm:t>
        <a:bodyPr/>
        <a:lstStyle/>
        <a:p>
          <a:endParaRPr lang="zh-CN" altLang="en-US"/>
        </a:p>
      </dgm:t>
    </dgm:pt>
    <dgm:pt modelId="{F198CC0B-2233-4086-A1F9-257E8BE4A199}" type="pres">
      <dgm:prSet presAssocID="{1D2FB012-59CE-4187-80BD-D4330EE27485}" presName="childText" presStyleLbl="bgAcc1" presStyleIdx="11" presStyleCnt="14">
        <dgm:presLayoutVars>
          <dgm:bulletEnabled val="1"/>
        </dgm:presLayoutVars>
      </dgm:prSet>
      <dgm:spPr/>
      <dgm:t>
        <a:bodyPr/>
        <a:lstStyle/>
        <a:p>
          <a:endParaRPr lang="zh-CN" altLang="en-US"/>
        </a:p>
      </dgm:t>
    </dgm:pt>
    <dgm:pt modelId="{C5627959-FB63-4272-A51A-AAEE8E4BB882}" type="pres">
      <dgm:prSet presAssocID="{79262261-2700-41FE-BA58-F83F61F5B806}" presName="Name13" presStyleLbl="parChTrans1D2" presStyleIdx="12" presStyleCnt="14"/>
      <dgm:spPr/>
      <dgm:t>
        <a:bodyPr/>
        <a:lstStyle/>
        <a:p>
          <a:endParaRPr lang="zh-CN" altLang="en-US"/>
        </a:p>
      </dgm:t>
    </dgm:pt>
    <dgm:pt modelId="{E5B92882-4849-4C42-BA1C-88A15F23B793}" type="pres">
      <dgm:prSet presAssocID="{91EC8625-F9F6-41DE-8F6F-196FD51CB158}" presName="childText" presStyleLbl="bgAcc1" presStyleIdx="12" presStyleCnt="14">
        <dgm:presLayoutVars>
          <dgm:bulletEnabled val="1"/>
        </dgm:presLayoutVars>
      </dgm:prSet>
      <dgm:spPr/>
      <dgm:t>
        <a:bodyPr/>
        <a:lstStyle/>
        <a:p>
          <a:endParaRPr lang="zh-CN" altLang="en-US"/>
        </a:p>
      </dgm:t>
    </dgm:pt>
    <dgm:pt modelId="{56734159-4396-4280-857C-DB321483816B}" type="pres">
      <dgm:prSet presAssocID="{8A6FCF62-7D9A-488A-816C-CEAE6653327C}" presName="Name13" presStyleLbl="parChTrans1D2" presStyleIdx="13" presStyleCnt="14"/>
      <dgm:spPr/>
      <dgm:t>
        <a:bodyPr/>
        <a:lstStyle/>
        <a:p>
          <a:endParaRPr lang="zh-CN" altLang="en-US"/>
        </a:p>
      </dgm:t>
    </dgm:pt>
    <dgm:pt modelId="{1F8E650E-6EEB-42B2-ACA7-A56A690A8A19}" type="pres">
      <dgm:prSet presAssocID="{408F92F4-E2E5-4E21-8482-CC747F9B2561}" presName="childText" presStyleLbl="bgAcc1" presStyleIdx="13" presStyleCnt="14">
        <dgm:presLayoutVars>
          <dgm:bulletEnabled val="1"/>
        </dgm:presLayoutVars>
      </dgm:prSet>
      <dgm:spPr/>
      <dgm:t>
        <a:bodyPr/>
        <a:lstStyle/>
        <a:p>
          <a:endParaRPr lang="zh-CN" altLang="en-US"/>
        </a:p>
      </dgm:t>
    </dgm:pt>
    <dgm:pt modelId="{A4939696-F602-42C2-BF2D-6CCE84AA5640}" type="pres">
      <dgm:prSet presAssocID="{DC9BF661-1106-4A3E-95D3-4C0C23A887A5}" presName="root" presStyleCnt="0"/>
      <dgm:spPr/>
    </dgm:pt>
    <dgm:pt modelId="{BA250EA7-0329-4D7E-BDBD-A04A602ACA8F}" type="pres">
      <dgm:prSet presAssocID="{DC9BF661-1106-4A3E-95D3-4C0C23A887A5}" presName="rootComposite" presStyleCnt="0"/>
      <dgm:spPr/>
    </dgm:pt>
    <dgm:pt modelId="{5388EDDE-90C0-451A-88D0-987CA5F9AEB5}" type="pres">
      <dgm:prSet presAssocID="{DC9BF661-1106-4A3E-95D3-4C0C23A887A5}" presName="rootText" presStyleLbl="node1" presStyleIdx="5" presStyleCnt="6" custScaleY="168352"/>
      <dgm:spPr/>
      <dgm:t>
        <a:bodyPr/>
        <a:lstStyle/>
        <a:p>
          <a:endParaRPr lang="zh-CN" altLang="en-US"/>
        </a:p>
      </dgm:t>
    </dgm:pt>
    <dgm:pt modelId="{47F22FDD-8536-459B-A738-8353F7AFA4F8}" type="pres">
      <dgm:prSet presAssocID="{DC9BF661-1106-4A3E-95D3-4C0C23A887A5}" presName="rootConnector" presStyleLbl="node1" presStyleIdx="5" presStyleCnt="6"/>
      <dgm:spPr/>
      <dgm:t>
        <a:bodyPr/>
        <a:lstStyle/>
        <a:p>
          <a:endParaRPr lang="zh-CN" altLang="en-US"/>
        </a:p>
      </dgm:t>
    </dgm:pt>
    <dgm:pt modelId="{3DC660D9-1339-4F7E-BE09-4F468900BFBE}" type="pres">
      <dgm:prSet presAssocID="{DC9BF661-1106-4A3E-95D3-4C0C23A887A5}" presName="childShape" presStyleCnt="0"/>
      <dgm:spPr/>
    </dgm:pt>
  </dgm:ptLst>
  <dgm:cxnLst>
    <dgm:cxn modelId="{E389C41E-B28E-4DB3-B917-78DE3E9B75AD}" type="presOf" srcId="{8ABFFB0D-DC8C-4EB9-9697-9D389C2E9AE0}" destId="{DB5AA0D8-ACDA-40BE-9D04-C0F32EF55FC5}" srcOrd="0" destOrd="0" presId="urn:microsoft.com/office/officeart/2005/8/layout/hierarchy3"/>
    <dgm:cxn modelId="{A98360E0-8B98-45E6-91C1-00215FF0953D}" type="presOf" srcId="{93D40E86-BB79-493F-A85C-A10B62372843}" destId="{089E3F46-EE13-4CCF-8889-A7A8410A732B}" srcOrd="0" destOrd="0" presId="urn:microsoft.com/office/officeart/2005/8/layout/hierarchy3"/>
    <dgm:cxn modelId="{A38EAB52-EF7A-4AEB-AE39-448C82FF1998}" srcId="{C418A107-61C3-4714-A574-F7EDE76683B4}" destId="{FAFD6620-1E84-407B-93EA-28D393C0126E}" srcOrd="1" destOrd="0" parTransId="{0DBE0107-6FFE-4AC3-B3E5-FA97443DA87E}" sibTransId="{5E54C502-53E2-4741-B894-3538BD86582A}"/>
    <dgm:cxn modelId="{C34F5566-8DDD-4454-A048-5AB5D0E6F44C}" type="presOf" srcId="{67D70F98-ABCE-4A45-8676-1816858360BB}" destId="{8EB9A6C4-0290-4539-B171-08525270296D}" srcOrd="1" destOrd="0" presId="urn:microsoft.com/office/officeart/2005/8/layout/hierarchy3"/>
    <dgm:cxn modelId="{C745BC66-F28E-47AA-9C49-8A374FA8F8DB}" srcId="{F2D9B4C0-8D8D-46F1-8847-F20D26049C01}" destId="{8ABFFB0D-DC8C-4EB9-9697-9D389C2E9AE0}" srcOrd="0" destOrd="0" parTransId="{4E7FA631-914C-472C-A462-3E8331F5A4E8}" sibTransId="{A54D0727-90B2-425D-810C-308E03CBF6F2}"/>
    <dgm:cxn modelId="{6F428D78-23B0-48CF-8202-0C86B4D828E7}" srcId="{F2D9B4C0-8D8D-46F1-8847-F20D26049C01}" destId="{10ABD5BE-D9E2-49ED-833E-4F7DFE40EA3F}" srcOrd="1" destOrd="0" parTransId="{2A2DBBBF-881A-4B86-887E-B36BAF2DDEB8}" sibTransId="{7F5B4287-C60E-4A0E-9B34-D0791916E7BE}"/>
    <dgm:cxn modelId="{EEE5D3CD-D351-4C99-AD63-3255BB63CD78}" srcId="{F2D9B4C0-8D8D-46F1-8847-F20D26049C01}" destId="{A3E82104-01DB-46F5-9E84-B620BFC83846}" srcOrd="2" destOrd="0" parTransId="{D1DAAF1A-2308-401E-8F35-6B31D7603BE3}" sibTransId="{0B759B38-36BD-45AB-8899-FACD4B2B6C9A}"/>
    <dgm:cxn modelId="{CA658A87-C12C-4211-A0CF-582C17886DD4}" type="presOf" srcId="{A1691CB7-F69D-4C85-B80D-1A560036D724}" destId="{54A380F9-09D2-46F3-ABE0-1CC4BB1E39DA}" srcOrd="0" destOrd="0" presId="urn:microsoft.com/office/officeart/2005/8/layout/hierarchy3"/>
    <dgm:cxn modelId="{DD7D0E3A-0059-4DE7-A39D-ABA2CB840619}" type="presOf" srcId="{7B061ED2-84E7-4E64-A7E6-D7BB8A5DA67C}" destId="{ACEFF0D7-694D-4EF0-B5F4-A017D37F4692}" srcOrd="0" destOrd="0" presId="urn:microsoft.com/office/officeart/2005/8/layout/hierarchy3"/>
    <dgm:cxn modelId="{A0F15403-8F84-49C3-9081-D6699D2C89A8}" type="presOf" srcId="{6016F531-BE6D-4FF1-BBC6-2E315533750D}" destId="{7BB7EE96-D683-40E0-912C-B50926187CDC}" srcOrd="1" destOrd="0" presId="urn:microsoft.com/office/officeart/2005/8/layout/hierarchy3"/>
    <dgm:cxn modelId="{C59F855A-5AF8-47A2-9C91-23DE8B7F73A6}" srcId="{93D40E86-BB79-493F-A85C-A10B62372843}" destId="{8EA85C5E-A8D6-470F-A913-6974BDCDCF47}" srcOrd="0" destOrd="0" parTransId="{A1691CB7-F69D-4C85-B80D-1A560036D724}" sibTransId="{1EB755AF-FA2B-4617-9C0A-EDC2EAECA558}"/>
    <dgm:cxn modelId="{B58BBBEE-7BFE-4A1C-818B-C859B063BA5F}" srcId="{6016F531-BE6D-4FF1-BBC6-2E315533750D}" destId="{7B061ED2-84E7-4E64-A7E6-D7BB8A5DA67C}" srcOrd="1" destOrd="0" parTransId="{04BA07BF-4925-4D3E-97BF-F73B8A7D3843}" sibTransId="{1185090D-6308-4074-82BA-7FCFB72088D7}"/>
    <dgm:cxn modelId="{D1ACD18D-C830-41B5-8132-D67C28FCFEE2}" type="presOf" srcId="{04BA07BF-4925-4D3E-97BF-F73B8A7D3843}" destId="{6CA19649-DB32-4646-AD7C-A587FBE76AD4}" srcOrd="0" destOrd="0" presId="urn:microsoft.com/office/officeart/2005/8/layout/hierarchy3"/>
    <dgm:cxn modelId="{20BD2E23-5685-4C76-8AD5-06EE4983DC81}" type="presOf" srcId="{8A6FCF62-7D9A-488A-816C-CEAE6653327C}" destId="{56734159-4396-4280-857C-DB321483816B}" srcOrd="0" destOrd="0" presId="urn:microsoft.com/office/officeart/2005/8/layout/hierarchy3"/>
    <dgm:cxn modelId="{20694116-3491-4DE0-8085-D04484C4706A}" type="presOf" srcId="{2E57092E-3F9E-4148-BDA9-4708C14E311C}" destId="{B8C8181F-8601-48B8-B33B-BA599706890F}" srcOrd="0" destOrd="0" presId="urn:microsoft.com/office/officeart/2005/8/layout/hierarchy3"/>
    <dgm:cxn modelId="{10D9E168-30EC-4E2A-8737-0F9F7EEB2288}" type="presOf" srcId="{D1DAAF1A-2308-401E-8F35-6B31D7603BE3}" destId="{C59A6E34-A31C-4CD7-A301-4538749968D7}" srcOrd="0" destOrd="0" presId="urn:microsoft.com/office/officeart/2005/8/layout/hierarchy3"/>
    <dgm:cxn modelId="{B2ED9D43-12C7-4748-AF7A-5603044AD07F}" type="presOf" srcId="{F2D9B4C0-8D8D-46F1-8847-F20D26049C01}" destId="{0B46CC76-2FCA-4104-9963-C451BDA98114}" srcOrd="0" destOrd="0" presId="urn:microsoft.com/office/officeart/2005/8/layout/hierarchy3"/>
    <dgm:cxn modelId="{6E60C2B1-7730-4864-A4BE-653527405F79}" type="presOf" srcId="{6016F531-BE6D-4FF1-BBC6-2E315533750D}" destId="{7833D484-9DDE-4560-9386-927CA7797FE4}" srcOrd="0" destOrd="0" presId="urn:microsoft.com/office/officeart/2005/8/layout/hierarchy3"/>
    <dgm:cxn modelId="{4852A82C-C4E3-4155-8196-C335106CD0A6}" type="presOf" srcId="{8E2E325A-2AE5-4B80-A787-49F0C9660436}" destId="{970ADE3B-BE81-4C4F-B06D-0014B3F8B11C}" srcOrd="0" destOrd="0" presId="urn:microsoft.com/office/officeart/2005/8/layout/hierarchy3"/>
    <dgm:cxn modelId="{0D112951-556A-4E68-B87D-29C804B45D84}" srcId="{E26CF03A-A09B-4020-8CA3-90228726561B}" destId="{93D40E86-BB79-493F-A85C-A10B62372843}" srcOrd="0" destOrd="0" parTransId="{2A07C2EA-0AC0-45C0-B374-696D79DF7128}" sibTransId="{6927A1AB-184B-469F-8C53-046BFB38C4A8}"/>
    <dgm:cxn modelId="{0C65BB32-6DC7-42F7-A76C-A00D51BECD49}" srcId="{E26CF03A-A09B-4020-8CA3-90228726561B}" destId="{DC9BF661-1106-4A3E-95D3-4C0C23A887A5}" srcOrd="5" destOrd="0" parTransId="{E7AB315E-7334-4C23-B3F3-53465E5D6360}" sibTransId="{65DF3F61-C53E-4A3E-A038-85E8F6351F96}"/>
    <dgm:cxn modelId="{E190E8BE-E703-48AC-A42F-5071D8CBAF13}" srcId="{93D40E86-BB79-493F-A85C-A10B62372843}" destId="{50436FEA-2599-4FE2-8A7D-A37510B67FFC}" srcOrd="2" destOrd="0" parTransId="{A0E35978-2939-4290-92EC-19CB9F4BBEE6}" sibTransId="{135B619E-BC78-4D16-AC1F-6EB58796FE9F}"/>
    <dgm:cxn modelId="{39E9E86E-978F-4A10-AAA0-96E75AB0B168}" type="presOf" srcId="{A3E82104-01DB-46F5-9E84-B620BFC83846}" destId="{BB25C580-B3D2-4F6D-A26D-21570EA1CA2E}" srcOrd="0" destOrd="0" presId="urn:microsoft.com/office/officeart/2005/8/layout/hierarchy3"/>
    <dgm:cxn modelId="{45F01C7A-E7CF-4084-9D2C-F47B61FEBD62}" srcId="{67D70F98-ABCE-4A45-8676-1816858360BB}" destId="{91EC8625-F9F6-41DE-8F6F-196FD51CB158}" srcOrd="1" destOrd="0" parTransId="{79262261-2700-41FE-BA58-F83F61F5B806}" sibTransId="{B4A33F65-3BA5-4AF9-9DF6-1A178DFCA292}"/>
    <dgm:cxn modelId="{19C4A65E-D4B7-44EF-9AD9-AF63F41A862D}" type="presOf" srcId="{45E3AE93-0D38-440F-AA3F-CC41011AF590}" destId="{9FB2F64B-3C50-42CB-8146-DD4ACF4DD9D2}" srcOrd="0" destOrd="0" presId="urn:microsoft.com/office/officeart/2005/8/layout/hierarchy3"/>
    <dgm:cxn modelId="{3695D9DD-39C7-427F-8440-454A9E31023C}" srcId="{E26CF03A-A09B-4020-8CA3-90228726561B}" destId="{6016F531-BE6D-4FF1-BBC6-2E315533750D}" srcOrd="2" destOrd="0" parTransId="{70241CF3-B70F-41D9-81D7-8FAD94D8D0A2}" sibTransId="{C7D00921-9D73-413B-8734-EE0FBB804A9C}"/>
    <dgm:cxn modelId="{67CA8763-D313-4286-92B2-70AFF6ADB0A7}" type="presOf" srcId="{1D2FB012-59CE-4187-80BD-D4330EE27485}" destId="{F198CC0B-2233-4086-A1F9-257E8BE4A199}" srcOrd="0" destOrd="0" presId="urn:microsoft.com/office/officeart/2005/8/layout/hierarchy3"/>
    <dgm:cxn modelId="{A2030E3C-469E-4D17-A1CE-51D115A40446}" type="presOf" srcId="{FAFD6620-1E84-407B-93EA-28D393C0126E}" destId="{9A965E3F-D14E-4C36-B47F-13C16418FB7A}" srcOrd="0" destOrd="0" presId="urn:microsoft.com/office/officeart/2005/8/layout/hierarchy3"/>
    <dgm:cxn modelId="{A4695F92-F129-499A-B3B3-A1B10B8CF54E}" type="presOf" srcId="{C846BB53-CBED-430D-B958-ACAD25BFC566}" destId="{51499E4E-48E3-49F7-807A-F892C0225CFC}" srcOrd="0" destOrd="0" presId="urn:microsoft.com/office/officeart/2005/8/layout/hierarchy3"/>
    <dgm:cxn modelId="{47DDB047-B8C9-46C0-A6F6-BDBE44485D4F}" srcId="{C418A107-61C3-4714-A574-F7EDE76683B4}" destId="{0572802A-3215-433D-8EA8-DA9A32963592}" srcOrd="0" destOrd="0" parTransId="{C6199BD1-990A-4B5C-AF89-45FDC9EC89BF}" sibTransId="{2587B59D-8E3D-4B52-9EE8-505100F1A966}"/>
    <dgm:cxn modelId="{D0872734-289D-4A93-A754-FDEEBEBF02FF}" type="presOf" srcId="{8EA85C5E-A8D6-470F-A913-6974BDCDCF47}" destId="{69810742-A36C-4A3E-AED9-0D3B8E7514D7}" srcOrd="0" destOrd="0" presId="urn:microsoft.com/office/officeart/2005/8/layout/hierarchy3"/>
    <dgm:cxn modelId="{E07CBE25-9468-4734-BBAC-8F53C56E1890}" srcId="{E26CF03A-A09B-4020-8CA3-90228726561B}" destId="{F2D9B4C0-8D8D-46F1-8847-F20D26049C01}" srcOrd="3" destOrd="0" parTransId="{399097E4-4539-4E67-B0A2-74E04E73F5A2}" sibTransId="{2D345CAF-E9A0-4C89-9C7A-4C6F74E4C136}"/>
    <dgm:cxn modelId="{0245119A-A4CC-4370-A2E9-628F52D3CE3F}" type="presOf" srcId="{E26CF03A-A09B-4020-8CA3-90228726561B}" destId="{FAC7822A-FED0-4462-9D7F-CAD4F1F688ED}" srcOrd="0" destOrd="0" presId="urn:microsoft.com/office/officeart/2005/8/layout/hierarchy3"/>
    <dgm:cxn modelId="{47D733E1-78B3-4DB0-B571-B4AAE6F04577}" type="presOf" srcId="{0DBE0107-6FFE-4AC3-B3E5-FA97443DA87E}" destId="{BDE51EFD-529E-4520-A861-59589D4079AF}" srcOrd="0" destOrd="0" presId="urn:microsoft.com/office/officeart/2005/8/layout/hierarchy3"/>
    <dgm:cxn modelId="{FED8AEDC-0123-4FA3-8DD4-4119DEBC4930}" type="presOf" srcId="{408F92F4-E2E5-4E21-8482-CC747F9B2561}" destId="{1F8E650E-6EEB-42B2-ACA7-A56A690A8A19}" srcOrd="0" destOrd="0" presId="urn:microsoft.com/office/officeart/2005/8/layout/hierarchy3"/>
    <dgm:cxn modelId="{7B9100EF-2696-44E2-BBF3-4B82DE9E99CB}" srcId="{67D70F98-ABCE-4A45-8676-1816858360BB}" destId="{1D2FB012-59CE-4187-80BD-D4330EE27485}" srcOrd="0" destOrd="0" parTransId="{2E57092E-3F9E-4148-BDA9-4708C14E311C}" sibTransId="{46F7C0DC-6187-486E-999B-B500B3E8ADD5}"/>
    <dgm:cxn modelId="{3306385D-B784-472E-861C-36B7BA826650}" type="presOf" srcId="{C6199BD1-990A-4B5C-AF89-45FDC9EC89BF}" destId="{AA312F33-658E-4720-9B52-0115BBE48C66}" srcOrd="0" destOrd="0" presId="urn:microsoft.com/office/officeart/2005/8/layout/hierarchy3"/>
    <dgm:cxn modelId="{707B521D-9287-4DC9-AA7A-7909B87E8857}" srcId="{6016F531-BE6D-4FF1-BBC6-2E315533750D}" destId="{3054D8F1-E38D-41B9-A7BB-56BE139151CC}" srcOrd="0" destOrd="0" parTransId="{48C94C59-51AA-48FE-968D-D508336C3729}" sibTransId="{0EB95326-0561-4A67-BBCA-84E7E97A0189}"/>
    <dgm:cxn modelId="{B259AD58-1BF2-4116-859C-63F9F0B0092E}" srcId="{67D70F98-ABCE-4A45-8676-1816858360BB}" destId="{408F92F4-E2E5-4E21-8482-CC747F9B2561}" srcOrd="2" destOrd="0" parTransId="{8A6FCF62-7D9A-488A-816C-CEAE6653327C}" sibTransId="{1042DDEE-41FC-4D47-A605-8059BCF00530}"/>
    <dgm:cxn modelId="{AB3EEE49-07C4-4FBB-9BD6-6943A88946A0}" type="presOf" srcId="{C418A107-61C3-4714-A574-F7EDE76683B4}" destId="{7D1D0892-5648-4EF2-8F1E-37FF3FBB3045}" srcOrd="1" destOrd="0" presId="urn:microsoft.com/office/officeart/2005/8/layout/hierarchy3"/>
    <dgm:cxn modelId="{DE2EA8DB-E7E0-4F0F-AFDA-EBB42C38DFD3}" type="presOf" srcId="{2A2DBBBF-881A-4B86-887E-B36BAF2DDEB8}" destId="{CDD6BD0D-4F99-43CD-A746-0C96FE13386F}" srcOrd="0" destOrd="0" presId="urn:microsoft.com/office/officeart/2005/8/layout/hierarchy3"/>
    <dgm:cxn modelId="{9828C27E-9C89-4E50-9920-6F7C049E2CAC}" srcId="{6016F531-BE6D-4FF1-BBC6-2E315533750D}" destId="{C846BB53-CBED-430D-B958-ACAD25BFC566}" srcOrd="2" destOrd="0" parTransId="{8E2E325A-2AE5-4B80-A787-49F0C9660436}" sibTransId="{4088C440-FF8D-42F2-A4F2-BB769BE0C5B4}"/>
    <dgm:cxn modelId="{0B212811-8366-408E-BF50-C832A5E8B25F}" type="presOf" srcId="{A0E35978-2939-4290-92EC-19CB9F4BBEE6}" destId="{8B413A02-BC02-4AAE-AB9B-ADA8653C86C3}" srcOrd="0" destOrd="0" presId="urn:microsoft.com/office/officeart/2005/8/layout/hierarchy3"/>
    <dgm:cxn modelId="{7B960351-9851-4E1E-9683-420EBA143873}" type="presOf" srcId="{BB752FF3-38C4-4480-ADCC-32A34C05CCC2}" destId="{A9A364CD-8810-4B04-9D2F-AE5D457ED00B}" srcOrd="0" destOrd="0" presId="urn:microsoft.com/office/officeart/2005/8/layout/hierarchy3"/>
    <dgm:cxn modelId="{F03197BD-9DA9-465D-BAA5-570C0728AE72}" type="presOf" srcId="{4E7FA631-914C-472C-A462-3E8331F5A4E8}" destId="{9F6C4958-3BE9-4FB5-8EE3-6F6262732151}" srcOrd="0" destOrd="0" presId="urn:microsoft.com/office/officeart/2005/8/layout/hierarchy3"/>
    <dgm:cxn modelId="{091D1B97-A5BB-4350-B702-3CFA149B8346}" type="presOf" srcId="{79262261-2700-41FE-BA58-F83F61F5B806}" destId="{C5627959-FB63-4272-A51A-AAEE8E4BB882}" srcOrd="0" destOrd="0" presId="urn:microsoft.com/office/officeart/2005/8/layout/hierarchy3"/>
    <dgm:cxn modelId="{8EC34ECF-9C51-4671-8A30-5BAA0C57160F}" type="presOf" srcId="{91EC8625-F9F6-41DE-8F6F-196FD51CB158}" destId="{E5B92882-4849-4C42-BA1C-88A15F23B793}" srcOrd="0" destOrd="0" presId="urn:microsoft.com/office/officeart/2005/8/layout/hierarchy3"/>
    <dgm:cxn modelId="{D2D1362E-64B8-4762-9228-4C3DD7CA09A0}" type="presOf" srcId="{67D70F98-ABCE-4A45-8676-1816858360BB}" destId="{6EC94824-667A-4215-A993-344486EB8270}" srcOrd="0" destOrd="0" presId="urn:microsoft.com/office/officeart/2005/8/layout/hierarchy3"/>
    <dgm:cxn modelId="{2671D2C9-99F3-44F0-A990-1680B4FE7213}" srcId="{E26CF03A-A09B-4020-8CA3-90228726561B}" destId="{C418A107-61C3-4714-A574-F7EDE76683B4}" srcOrd="1" destOrd="0" parTransId="{8A48FE8A-D0F3-4694-B81F-C5EE0A55D5B4}" sibTransId="{B095903A-B981-4B29-A0E9-C76728C8EF89}"/>
    <dgm:cxn modelId="{EF9EE75D-CEF7-4128-984D-900B07AD1D76}" type="presOf" srcId="{DC9BF661-1106-4A3E-95D3-4C0C23A887A5}" destId="{5388EDDE-90C0-451A-88D0-987CA5F9AEB5}" srcOrd="0" destOrd="0" presId="urn:microsoft.com/office/officeart/2005/8/layout/hierarchy3"/>
    <dgm:cxn modelId="{759276A2-02D2-410E-844E-95188C5EEF46}" type="presOf" srcId="{DC9BF661-1106-4A3E-95D3-4C0C23A887A5}" destId="{47F22FDD-8536-459B-A738-8353F7AFA4F8}" srcOrd="1" destOrd="0" presId="urn:microsoft.com/office/officeart/2005/8/layout/hierarchy3"/>
    <dgm:cxn modelId="{0CCD960C-DFF3-4FE7-AFBA-A6F40F2AC7EE}" type="presOf" srcId="{F2D9B4C0-8D8D-46F1-8847-F20D26049C01}" destId="{16DCF61F-2D6F-41F6-BC5A-EA013957F30B}" srcOrd="1" destOrd="0" presId="urn:microsoft.com/office/officeart/2005/8/layout/hierarchy3"/>
    <dgm:cxn modelId="{6937ABAC-3FA0-48F4-90CD-3A077F20C036}" type="presOf" srcId="{93D40E86-BB79-493F-A85C-A10B62372843}" destId="{7FCFAB73-F007-413F-A89B-965728DF36B7}" srcOrd="1" destOrd="0" presId="urn:microsoft.com/office/officeart/2005/8/layout/hierarchy3"/>
    <dgm:cxn modelId="{8DF62570-A15B-4000-B4B1-7368EB1B7131}" srcId="{93D40E86-BB79-493F-A85C-A10B62372843}" destId="{45E3AE93-0D38-440F-AA3F-CC41011AF590}" srcOrd="1" destOrd="0" parTransId="{BB752FF3-38C4-4480-ADCC-32A34C05CCC2}" sibTransId="{88D047BC-A1D2-4A50-B720-BBE09BFBEFE4}"/>
    <dgm:cxn modelId="{E0B62226-2A0E-4216-A2BA-282DEBCA20B8}" type="presOf" srcId="{10ABD5BE-D9E2-49ED-833E-4F7DFE40EA3F}" destId="{DDAFB971-E788-4BAD-9A42-EB72A9D766B5}" srcOrd="0" destOrd="0" presId="urn:microsoft.com/office/officeart/2005/8/layout/hierarchy3"/>
    <dgm:cxn modelId="{AAAC87C3-3812-4FEC-BAA4-BE5AE2C4CFBF}" type="presOf" srcId="{0572802A-3215-433D-8EA8-DA9A32963592}" destId="{7E5547CD-AFB0-4AD1-A79E-DE2B074C2540}" srcOrd="0" destOrd="0" presId="urn:microsoft.com/office/officeart/2005/8/layout/hierarchy3"/>
    <dgm:cxn modelId="{AEE9E84B-9F0D-4C56-9EB6-6B50BDA03729}" type="presOf" srcId="{C418A107-61C3-4714-A574-F7EDE76683B4}" destId="{5C830A7D-E219-43BA-98D2-6C035FB1B08E}" srcOrd="0" destOrd="0" presId="urn:microsoft.com/office/officeart/2005/8/layout/hierarchy3"/>
    <dgm:cxn modelId="{666FCD0C-5AB8-4CB7-B25C-BE90AA56FC3E}" type="presOf" srcId="{50436FEA-2599-4FE2-8A7D-A37510B67FFC}" destId="{148F49F7-0BF0-40A5-BD1E-0D52BDC462B4}" srcOrd="0" destOrd="0" presId="urn:microsoft.com/office/officeart/2005/8/layout/hierarchy3"/>
    <dgm:cxn modelId="{301DFF4E-6D7F-496C-88FE-4D07FEFFAF05}" srcId="{E26CF03A-A09B-4020-8CA3-90228726561B}" destId="{67D70F98-ABCE-4A45-8676-1816858360BB}" srcOrd="4" destOrd="0" parTransId="{82FABF20-B1C1-4C32-9043-BB4E7B47E094}" sibTransId="{06CE9415-8DDA-4A70-AAFC-8B21BEE9038B}"/>
    <dgm:cxn modelId="{DCD01B4A-AAA7-4210-BED8-6AAFCA02A617}" type="presOf" srcId="{3054D8F1-E38D-41B9-A7BB-56BE139151CC}" destId="{F29E7DCA-5389-4647-9E6C-6A66DC5BA596}" srcOrd="0" destOrd="0" presId="urn:microsoft.com/office/officeart/2005/8/layout/hierarchy3"/>
    <dgm:cxn modelId="{0ABE369A-EF28-4C82-9AFD-26E32F1820B2}" type="presOf" srcId="{48C94C59-51AA-48FE-968D-D508336C3729}" destId="{A17D3CE1-B52B-476C-B83D-877EA8086EAA}" srcOrd="0" destOrd="0" presId="urn:microsoft.com/office/officeart/2005/8/layout/hierarchy3"/>
    <dgm:cxn modelId="{6CC662AA-F737-40C2-8E1A-F83736813EEE}" type="presParOf" srcId="{FAC7822A-FED0-4462-9D7F-CAD4F1F688ED}" destId="{726D2AAE-BB5C-4B7D-A000-78C4F6187FE2}" srcOrd="0" destOrd="0" presId="urn:microsoft.com/office/officeart/2005/8/layout/hierarchy3"/>
    <dgm:cxn modelId="{68A108D6-F83A-4BA0-A15A-671E61212029}" type="presParOf" srcId="{726D2AAE-BB5C-4B7D-A000-78C4F6187FE2}" destId="{375DBB54-2EDD-4A9F-8383-F350107E5649}" srcOrd="0" destOrd="0" presId="urn:microsoft.com/office/officeart/2005/8/layout/hierarchy3"/>
    <dgm:cxn modelId="{46DD3EC3-BD0D-41DD-A6E7-AF60D10FA4F9}" type="presParOf" srcId="{375DBB54-2EDD-4A9F-8383-F350107E5649}" destId="{089E3F46-EE13-4CCF-8889-A7A8410A732B}" srcOrd="0" destOrd="0" presId="urn:microsoft.com/office/officeart/2005/8/layout/hierarchy3"/>
    <dgm:cxn modelId="{09D0D9E9-A70E-449F-9433-FFBC3DA4AA5F}" type="presParOf" srcId="{375DBB54-2EDD-4A9F-8383-F350107E5649}" destId="{7FCFAB73-F007-413F-A89B-965728DF36B7}" srcOrd="1" destOrd="0" presId="urn:microsoft.com/office/officeart/2005/8/layout/hierarchy3"/>
    <dgm:cxn modelId="{33873A27-8563-463D-BB4F-906C33202627}" type="presParOf" srcId="{726D2AAE-BB5C-4B7D-A000-78C4F6187FE2}" destId="{C06B68C2-1EEE-4A9A-8863-D2694233ECAA}" srcOrd="1" destOrd="0" presId="urn:microsoft.com/office/officeart/2005/8/layout/hierarchy3"/>
    <dgm:cxn modelId="{BA586AE3-5D7F-49E3-9A48-91E20092C01E}" type="presParOf" srcId="{C06B68C2-1EEE-4A9A-8863-D2694233ECAA}" destId="{54A380F9-09D2-46F3-ABE0-1CC4BB1E39DA}" srcOrd="0" destOrd="0" presId="urn:microsoft.com/office/officeart/2005/8/layout/hierarchy3"/>
    <dgm:cxn modelId="{7636D455-7569-4303-B6D0-7CE89B8AD729}" type="presParOf" srcId="{C06B68C2-1EEE-4A9A-8863-D2694233ECAA}" destId="{69810742-A36C-4A3E-AED9-0D3B8E7514D7}" srcOrd="1" destOrd="0" presId="urn:microsoft.com/office/officeart/2005/8/layout/hierarchy3"/>
    <dgm:cxn modelId="{A25D2DAB-9205-4F3D-A77A-38A68C3131F9}" type="presParOf" srcId="{C06B68C2-1EEE-4A9A-8863-D2694233ECAA}" destId="{A9A364CD-8810-4B04-9D2F-AE5D457ED00B}" srcOrd="2" destOrd="0" presId="urn:microsoft.com/office/officeart/2005/8/layout/hierarchy3"/>
    <dgm:cxn modelId="{DDEBAA47-F813-415D-A965-1D903C7FCA15}" type="presParOf" srcId="{C06B68C2-1EEE-4A9A-8863-D2694233ECAA}" destId="{9FB2F64B-3C50-42CB-8146-DD4ACF4DD9D2}" srcOrd="3" destOrd="0" presId="urn:microsoft.com/office/officeart/2005/8/layout/hierarchy3"/>
    <dgm:cxn modelId="{874832F3-48AC-4E3D-9A50-3DFC4BF8A580}" type="presParOf" srcId="{C06B68C2-1EEE-4A9A-8863-D2694233ECAA}" destId="{8B413A02-BC02-4AAE-AB9B-ADA8653C86C3}" srcOrd="4" destOrd="0" presId="urn:microsoft.com/office/officeart/2005/8/layout/hierarchy3"/>
    <dgm:cxn modelId="{282E6AA7-36D2-4164-A60C-58D322DE4A75}" type="presParOf" srcId="{C06B68C2-1EEE-4A9A-8863-D2694233ECAA}" destId="{148F49F7-0BF0-40A5-BD1E-0D52BDC462B4}" srcOrd="5" destOrd="0" presId="urn:microsoft.com/office/officeart/2005/8/layout/hierarchy3"/>
    <dgm:cxn modelId="{81A2FE86-EF24-4823-A299-0DCAD536028B}" type="presParOf" srcId="{FAC7822A-FED0-4462-9D7F-CAD4F1F688ED}" destId="{BA1248CC-7D4A-44E8-AA8E-00339E87595C}" srcOrd="1" destOrd="0" presId="urn:microsoft.com/office/officeart/2005/8/layout/hierarchy3"/>
    <dgm:cxn modelId="{0B55FC04-E411-45A2-B670-314E23B79038}" type="presParOf" srcId="{BA1248CC-7D4A-44E8-AA8E-00339E87595C}" destId="{5899E465-6A86-4C5A-AF58-6D58989681A2}" srcOrd="0" destOrd="0" presId="urn:microsoft.com/office/officeart/2005/8/layout/hierarchy3"/>
    <dgm:cxn modelId="{EDDD9577-F36D-4FAB-AF93-606CEBE45B04}" type="presParOf" srcId="{5899E465-6A86-4C5A-AF58-6D58989681A2}" destId="{5C830A7D-E219-43BA-98D2-6C035FB1B08E}" srcOrd="0" destOrd="0" presId="urn:microsoft.com/office/officeart/2005/8/layout/hierarchy3"/>
    <dgm:cxn modelId="{863FC881-723B-42C2-BA02-31BB97339135}" type="presParOf" srcId="{5899E465-6A86-4C5A-AF58-6D58989681A2}" destId="{7D1D0892-5648-4EF2-8F1E-37FF3FBB3045}" srcOrd="1" destOrd="0" presId="urn:microsoft.com/office/officeart/2005/8/layout/hierarchy3"/>
    <dgm:cxn modelId="{CE86291B-BDE8-4AF0-8091-54E0B24FE9D4}" type="presParOf" srcId="{BA1248CC-7D4A-44E8-AA8E-00339E87595C}" destId="{73209756-F1DC-40C1-8ED6-B958F5755E28}" srcOrd="1" destOrd="0" presId="urn:microsoft.com/office/officeart/2005/8/layout/hierarchy3"/>
    <dgm:cxn modelId="{66D98F7A-9B9D-4858-8DF6-35E118BFC182}" type="presParOf" srcId="{73209756-F1DC-40C1-8ED6-B958F5755E28}" destId="{AA312F33-658E-4720-9B52-0115BBE48C66}" srcOrd="0" destOrd="0" presId="urn:microsoft.com/office/officeart/2005/8/layout/hierarchy3"/>
    <dgm:cxn modelId="{6C8F4006-9913-4810-8440-9327B7C0B2C2}" type="presParOf" srcId="{73209756-F1DC-40C1-8ED6-B958F5755E28}" destId="{7E5547CD-AFB0-4AD1-A79E-DE2B074C2540}" srcOrd="1" destOrd="0" presId="urn:microsoft.com/office/officeart/2005/8/layout/hierarchy3"/>
    <dgm:cxn modelId="{E8AF302D-C54D-4C66-9024-D6D713C50640}" type="presParOf" srcId="{73209756-F1DC-40C1-8ED6-B958F5755E28}" destId="{BDE51EFD-529E-4520-A861-59589D4079AF}" srcOrd="2" destOrd="0" presId="urn:microsoft.com/office/officeart/2005/8/layout/hierarchy3"/>
    <dgm:cxn modelId="{0533AC2D-CDB8-489E-9745-1480D6CBCC56}" type="presParOf" srcId="{73209756-F1DC-40C1-8ED6-B958F5755E28}" destId="{9A965E3F-D14E-4C36-B47F-13C16418FB7A}" srcOrd="3" destOrd="0" presId="urn:microsoft.com/office/officeart/2005/8/layout/hierarchy3"/>
    <dgm:cxn modelId="{F2BA1CFB-AB83-4318-AD9F-9770E51059B6}" type="presParOf" srcId="{FAC7822A-FED0-4462-9D7F-CAD4F1F688ED}" destId="{A7E4854C-A0DD-4D80-8888-86A467C1E49A}" srcOrd="2" destOrd="0" presId="urn:microsoft.com/office/officeart/2005/8/layout/hierarchy3"/>
    <dgm:cxn modelId="{8B989704-4D51-4E62-AAF0-9B45E6C128EC}" type="presParOf" srcId="{A7E4854C-A0DD-4D80-8888-86A467C1E49A}" destId="{98F13E7F-EAFD-4DE9-BDD6-EC144535B41E}" srcOrd="0" destOrd="0" presId="urn:microsoft.com/office/officeart/2005/8/layout/hierarchy3"/>
    <dgm:cxn modelId="{72747184-A4BE-43E0-AE44-6CBCDF8D2652}" type="presParOf" srcId="{98F13E7F-EAFD-4DE9-BDD6-EC144535B41E}" destId="{7833D484-9DDE-4560-9386-927CA7797FE4}" srcOrd="0" destOrd="0" presId="urn:microsoft.com/office/officeart/2005/8/layout/hierarchy3"/>
    <dgm:cxn modelId="{6F9B3DA3-816E-4CE6-AB2B-C02ED0697E71}" type="presParOf" srcId="{98F13E7F-EAFD-4DE9-BDD6-EC144535B41E}" destId="{7BB7EE96-D683-40E0-912C-B50926187CDC}" srcOrd="1" destOrd="0" presId="urn:microsoft.com/office/officeart/2005/8/layout/hierarchy3"/>
    <dgm:cxn modelId="{3DC22E35-456D-4D78-9ADE-FC5B858FF4B7}" type="presParOf" srcId="{A7E4854C-A0DD-4D80-8888-86A467C1E49A}" destId="{583D4193-BB15-408A-AB54-A8EDD3E95119}" srcOrd="1" destOrd="0" presId="urn:microsoft.com/office/officeart/2005/8/layout/hierarchy3"/>
    <dgm:cxn modelId="{A480B9A9-A260-4DD6-84A6-8922DE2DDC89}" type="presParOf" srcId="{583D4193-BB15-408A-AB54-A8EDD3E95119}" destId="{A17D3CE1-B52B-476C-B83D-877EA8086EAA}" srcOrd="0" destOrd="0" presId="urn:microsoft.com/office/officeart/2005/8/layout/hierarchy3"/>
    <dgm:cxn modelId="{2AFEE2E6-918B-4BF4-ADC7-BFFA4A1A413E}" type="presParOf" srcId="{583D4193-BB15-408A-AB54-A8EDD3E95119}" destId="{F29E7DCA-5389-4647-9E6C-6A66DC5BA596}" srcOrd="1" destOrd="0" presId="urn:microsoft.com/office/officeart/2005/8/layout/hierarchy3"/>
    <dgm:cxn modelId="{93D9D524-A6B1-414C-964E-581EF7422D6E}" type="presParOf" srcId="{583D4193-BB15-408A-AB54-A8EDD3E95119}" destId="{6CA19649-DB32-4646-AD7C-A587FBE76AD4}" srcOrd="2" destOrd="0" presId="urn:microsoft.com/office/officeart/2005/8/layout/hierarchy3"/>
    <dgm:cxn modelId="{5CDA90BA-360A-4367-AE8F-C1FFFFE427BA}" type="presParOf" srcId="{583D4193-BB15-408A-AB54-A8EDD3E95119}" destId="{ACEFF0D7-694D-4EF0-B5F4-A017D37F4692}" srcOrd="3" destOrd="0" presId="urn:microsoft.com/office/officeart/2005/8/layout/hierarchy3"/>
    <dgm:cxn modelId="{0BC31ADE-569D-46C7-BBBA-7155B1724C55}" type="presParOf" srcId="{583D4193-BB15-408A-AB54-A8EDD3E95119}" destId="{970ADE3B-BE81-4C4F-B06D-0014B3F8B11C}" srcOrd="4" destOrd="0" presId="urn:microsoft.com/office/officeart/2005/8/layout/hierarchy3"/>
    <dgm:cxn modelId="{DD03C812-16E0-4538-A2DD-DACCA40116AB}" type="presParOf" srcId="{583D4193-BB15-408A-AB54-A8EDD3E95119}" destId="{51499E4E-48E3-49F7-807A-F892C0225CFC}" srcOrd="5" destOrd="0" presId="urn:microsoft.com/office/officeart/2005/8/layout/hierarchy3"/>
    <dgm:cxn modelId="{C20880DF-7CE9-4A27-8173-0D73651BA40A}" type="presParOf" srcId="{FAC7822A-FED0-4462-9D7F-CAD4F1F688ED}" destId="{3DFD455F-9D08-4F9A-B7D2-4BEB08F10D1B}" srcOrd="3" destOrd="0" presId="urn:microsoft.com/office/officeart/2005/8/layout/hierarchy3"/>
    <dgm:cxn modelId="{B0A9FB48-DA7C-423A-8653-3193FE92D0A5}" type="presParOf" srcId="{3DFD455F-9D08-4F9A-B7D2-4BEB08F10D1B}" destId="{180B92DF-877B-4DFF-BC0F-B2F398789A10}" srcOrd="0" destOrd="0" presId="urn:microsoft.com/office/officeart/2005/8/layout/hierarchy3"/>
    <dgm:cxn modelId="{94201AED-6756-4FCD-A57D-5DD86EC0CC31}" type="presParOf" srcId="{180B92DF-877B-4DFF-BC0F-B2F398789A10}" destId="{0B46CC76-2FCA-4104-9963-C451BDA98114}" srcOrd="0" destOrd="0" presId="urn:microsoft.com/office/officeart/2005/8/layout/hierarchy3"/>
    <dgm:cxn modelId="{4F5EFB8A-5747-4A03-861B-048BC08CF9E1}" type="presParOf" srcId="{180B92DF-877B-4DFF-BC0F-B2F398789A10}" destId="{16DCF61F-2D6F-41F6-BC5A-EA013957F30B}" srcOrd="1" destOrd="0" presId="urn:microsoft.com/office/officeart/2005/8/layout/hierarchy3"/>
    <dgm:cxn modelId="{EA6EFB9F-5DD0-45BA-A897-FADDEF2ED21E}" type="presParOf" srcId="{3DFD455F-9D08-4F9A-B7D2-4BEB08F10D1B}" destId="{E87E9140-C4A2-41CE-BB60-515EC09F17C3}" srcOrd="1" destOrd="0" presId="urn:microsoft.com/office/officeart/2005/8/layout/hierarchy3"/>
    <dgm:cxn modelId="{3F7BD223-59E1-4985-90CB-CF2C78A0E093}" type="presParOf" srcId="{E87E9140-C4A2-41CE-BB60-515EC09F17C3}" destId="{9F6C4958-3BE9-4FB5-8EE3-6F6262732151}" srcOrd="0" destOrd="0" presId="urn:microsoft.com/office/officeart/2005/8/layout/hierarchy3"/>
    <dgm:cxn modelId="{1B7FB1D0-F111-4A01-9DFA-D597D8A5FA8B}" type="presParOf" srcId="{E87E9140-C4A2-41CE-BB60-515EC09F17C3}" destId="{DB5AA0D8-ACDA-40BE-9D04-C0F32EF55FC5}" srcOrd="1" destOrd="0" presId="urn:microsoft.com/office/officeart/2005/8/layout/hierarchy3"/>
    <dgm:cxn modelId="{976327C1-5CDF-40ED-BF2B-235C4A66A5D0}" type="presParOf" srcId="{E87E9140-C4A2-41CE-BB60-515EC09F17C3}" destId="{CDD6BD0D-4F99-43CD-A746-0C96FE13386F}" srcOrd="2" destOrd="0" presId="urn:microsoft.com/office/officeart/2005/8/layout/hierarchy3"/>
    <dgm:cxn modelId="{25F668A7-FCFE-4457-8F84-97EF142112D3}" type="presParOf" srcId="{E87E9140-C4A2-41CE-BB60-515EC09F17C3}" destId="{DDAFB971-E788-4BAD-9A42-EB72A9D766B5}" srcOrd="3" destOrd="0" presId="urn:microsoft.com/office/officeart/2005/8/layout/hierarchy3"/>
    <dgm:cxn modelId="{7A350FF8-6E7B-4BB8-A8C3-319C14549DF4}" type="presParOf" srcId="{E87E9140-C4A2-41CE-BB60-515EC09F17C3}" destId="{C59A6E34-A31C-4CD7-A301-4538749968D7}" srcOrd="4" destOrd="0" presId="urn:microsoft.com/office/officeart/2005/8/layout/hierarchy3"/>
    <dgm:cxn modelId="{A5E2F26A-A443-4AA4-86D7-763DE3CE83ED}" type="presParOf" srcId="{E87E9140-C4A2-41CE-BB60-515EC09F17C3}" destId="{BB25C580-B3D2-4F6D-A26D-21570EA1CA2E}" srcOrd="5" destOrd="0" presId="urn:microsoft.com/office/officeart/2005/8/layout/hierarchy3"/>
    <dgm:cxn modelId="{A0C8D548-04D9-4A6C-AF46-3242306907E1}" type="presParOf" srcId="{FAC7822A-FED0-4462-9D7F-CAD4F1F688ED}" destId="{BA88EA84-0299-453E-99CF-B22199482872}" srcOrd="4" destOrd="0" presId="urn:microsoft.com/office/officeart/2005/8/layout/hierarchy3"/>
    <dgm:cxn modelId="{16A98D1F-0EC3-49C5-B5E0-800D09B09A61}" type="presParOf" srcId="{BA88EA84-0299-453E-99CF-B22199482872}" destId="{F2FF5E28-9AD4-41EF-A30D-1AB42DBF1509}" srcOrd="0" destOrd="0" presId="urn:microsoft.com/office/officeart/2005/8/layout/hierarchy3"/>
    <dgm:cxn modelId="{EE09E93B-280A-4301-A39B-2B9178A11999}" type="presParOf" srcId="{F2FF5E28-9AD4-41EF-A30D-1AB42DBF1509}" destId="{6EC94824-667A-4215-A993-344486EB8270}" srcOrd="0" destOrd="0" presId="urn:microsoft.com/office/officeart/2005/8/layout/hierarchy3"/>
    <dgm:cxn modelId="{A969763D-4369-4D88-8647-6C62892A000D}" type="presParOf" srcId="{F2FF5E28-9AD4-41EF-A30D-1AB42DBF1509}" destId="{8EB9A6C4-0290-4539-B171-08525270296D}" srcOrd="1" destOrd="0" presId="urn:microsoft.com/office/officeart/2005/8/layout/hierarchy3"/>
    <dgm:cxn modelId="{BC3BF064-9CA1-4B99-8BCA-7EB86968F633}" type="presParOf" srcId="{BA88EA84-0299-453E-99CF-B22199482872}" destId="{662061E2-D8E6-43D8-A5F4-440E9B18D61B}" srcOrd="1" destOrd="0" presId="urn:microsoft.com/office/officeart/2005/8/layout/hierarchy3"/>
    <dgm:cxn modelId="{7C8501E1-A8A6-4144-BD83-E13F6C5BE16C}" type="presParOf" srcId="{662061E2-D8E6-43D8-A5F4-440E9B18D61B}" destId="{B8C8181F-8601-48B8-B33B-BA599706890F}" srcOrd="0" destOrd="0" presId="urn:microsoft.com/office/officeart/2005/8/layout/hierarchy3"/>
    <dgm:cxn modelId="{8E31F939-2778-490C-913D-FE59B382C9F1}" type="presParOf" srcId="{662061E2-D8E6-43D8-A5F4-440E9B18D61B}" destId="{F198CC0B-2233-4086-A1F9-257E8BE4A199}" srcOrd="1" destOrd="0" presId="urn:microsoft.com/office/officeart/2005/8/layout/hierarchy3"/>
    <dgm:cxn modelId="{6BE2FDD8-9482-400E-98A7-C0F48A9BD07E}" type="presParOf" srcId="{662061E2-D8E6-43D8-A5F4-440E9B18D61B}" destId="{C5627959-FB63-4272-A51A-AAEE8E4BB882}" srcOrd="2" destOrd="0" presId="urn:microsoft.com/office/officeart/2005/8/layout/hierarchy3"/>
    <dgm:cxn modelId="{B221DB3F-22C9-4629-A1D8-D1786A1D1060}" type="presParOf" srcId="{662061E2-D8E6-43D8-A5F4-440E9B18D61B}" destId="{E5B92882-4849-4C42-BA1C-88A15F23B793}" srcOrd="3" destOrd="0" presId="urn:microsoft.com/office/officeart/2005/8/layout/hierarchy3"/>
    <dgm:cxn modelId="{AD955AC5-D3D2-48EB-A016-721A6F3EE0D1}" type="presParOf" srcId="{662061E2-D8E6-43D8-A5F4-440E9B18D61B}" destId="{56734159-4396-4280-857C-DB321483816B}" srcOrd="4" destOrd="0" presId="urn:microsoft.com/office/officeart/2005/8/layout/hierarchy3"/>
    <dgm:cxn modelId="{48C021ED-69F9-4DF0-9101-4621FEAAAD83}" type="presParOf" srcId="{662061E2-D8E6-43D8-A5F4-440E9B18D61B}" destId="{1F8E650E-6EEB-42B2-ACA7-A56A690A8A19}" srcOrd="5" destOrd="0" presId="urn:microsoft.com/office/officeart/2005/8/layout/hierarchy3"/>
    <dgm:cxn modelId="{B9CC7FEC-2970-471D-9022-BB5059726527}" type="presParOf" srcId="{FAC7822A-FED0-4462-9D7F-CAD4F1F688ED}" destId="{A4939696-F602-42C2-BF2D-6CCE84AA5640}" srcOrd="5" destOrd="0" presId="urn:microsoft.com/office/officeart/2005/8/layout/hierarchy3"/>
    <dgm:cxn modelId="{91DD1CF3-811F-49F8-BD93-3AD35EA2F2BF}" type="presParOf" srcId="{A4939696-F602-42C2-BF2D-6CCE84AA5640}" destId="{BA250EA7-0329-4D7E-BDBD-A04A602ACA8F}" srcOrd="0" destOrd="0" presId="urn:microsoft.com/office/officeart/2005/8/layout/hierarchy3"/>
    <dgm:cxn modelId="{F4FC819C-DDAE-4F83-AF41-FAA755A39522}" type="presParOf" srcId="{BA250EA7-0329-4D7E-BDBD-A04A602ACA8F}" destId="{5388EDDE-90C0-451A-88D0-987CA5F9AEB5}" srcOrd="0" destOrd="0" presId="urn:microsoft.com/office/officeart/2005/8/layout/hierarchy3"/>
    <dgm:cxn modelId="{9A1F99E5-94CE-4336-864E-DF7CF157A045}" type="presParOf" srcId="{BA250EA7-0329-4D7E-BDBD-A04A602ACA8F}" destId="{47F22FDD-8536-459B-A738-8353F7AFA4F8}" srcOrd="1" destOrd="0" presId="urn:microsoft.com/office/officeart/2005/8/layout/hierarchy3"/>
    <dgm:cxn modelId="{430F84E9-7B8C-44DF-9BBD-508990E07CF3}" type="presParOf" srcId="{A4939696-F602-42C2-BF2D-6CCE84AA5640}" destId="{3DC660D9-1339-4F7E-BE09-4F468900BFBE}"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B12B0-8ED7-423A-98C2-ACC6EE7F5834}">
      <dsp:nvSpPr>
        <dsp:cNvPr id="0" name=""/>
        <dsp:cNvSpPr/>
      </dsp:nvSpPr>
      <dsp:spPr>
        <a:xfrm rot="10800000">
          <a:off x="360035" y="516"/>
          <a:ext cx="5616633" cy="37936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290" tIns="76200" rIns="142240" bIns="76200" numCol="1" spcCol="1270" anchor="ctr" anchorCtr="0">
          <a:noAutofit/>
        </a:bodyPr>
        <a:lstStyle/>
        <a:p>
          <a:pPr marL="0" lvl="0" indent="177800" algn="l" defTabSz="889000" rtl="0">
            <a:lnSpc>
              <a:spcPct val="90000"/>
            </a:lnSpc>
            <a:spcBef>
              <a:spcPct val="0"/>
            </a:spcBef>
            <a:spcAft>
              <a:spcPct val="35000"/>
            </a:spcAft>
          </a:pPr>
          <a:r>
            <a:rPr lang="en-US" sz="2000" b="1" kern="1200" dirty="0" smtClean="0"/>
            <a:t>7.1 </a:t>
          </a:r>
          <a:r>
            <a:rPr lang="zh-CN" sz="2000" b="1" kern="1200" dirty="0" smtClean="0"/>
            <a:t>通信概述</a:t>
          </a:r>
          <a:endParaRPr lang="zh-CN" sz="2000" b="1" kern="1200" dirty="0"/>
        </a:p>
      </dsp:txBody>
      <dsp:txXfrm rot="10800000">
        <a:off x="454876" y="516"/>
        <a:ext cx="5521792" cy="379366"/>
      </dsp:txXfrm>
    </dsp:sp>
    <dsp:sp modelId="{BD893DEC-F94E-4CFD-8B1D-44EBE27F01D8}">
      <dsp:nvSpPr>
        <dsp:cNvPr id="0" name=""/>
        <dsp:cNvSpPr/>
      </dsp:nvSpPr>
      <dsp:spPr>
        <a:xfrm>
          <a:off x="421732" y="516"/>
          <a:ext cx="379366" cy="37936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8D22E1E6-691D-45DB-B730-1DC2060C8198}">
      <dsp:nvSpPr>
        <dsp:cNvPr id="0" name=""/>
        <dsp:cNvSpPr/>
      </dsp:nvSpPr>
      <dsp:spPr>
        <a:xfrm rot="10800000">
          <a:off x="360035" y="493127"/>
          <a:ext cx="5616633" cy="37936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290" tIns="76200" rIns="142240" bIns="76200" numCol="1" spcCol="1270" anchor="ctr" anchorCtr="0">
          <a:noAutofit/>
        </a:bodyPr>
        <a:lstStyle/>
        <a:p>
          <a:pPr marL="0" lvl="0" indent="177800" algn="l" defTabSz="889000" rtl="0">
            <a:lnSpc>
              <a:spcPct val="90000"/>
            </a:lnSpc>
            <a:spcBef>
              <a:spcPct val="0"/>
            </a:spcBef>
            <a:spcAft>
              <a:spcPct val="35000"/>
            </a:spcAft>
          </a:pPr>
          <a:r>
            <a:rPr lang="en-US" sz="2000" b="1" kern="1200" dirty="0" smtClean="0"/>
            <a:t>7.2 </a:t>
          </a:r>
          <a:r>
            <a:rPr lang="zh-CN" altLang="en-US" sz="2000" b="1" kern="1200" dirty="0" smtClean="0"/>
            <a:t>异步</a:t>
          </a:r>
          <a:r>
            <a:rPr lang="zh-CN" sz="2000" b="1" kern="1200" dirty="0" smtClean="0"/>
            <a:t>串行通信</a:t>
          </a:r>
          <a:endParaRPr lang="zh-CN" sz="2000" b="1" kern="1200" dirty="0"/>
        </a:p>
      </dsp:txBody>
      <dsp:txXfrm rot="10800000">
        <a:off x="454876" y="493127"/>
        <a:ext cx="5521792" cy="379366"/>
      </dsp:txXfrm>
    </dsp:sp>
    <dsp:sp modelId="{536BAE9F-688B-43CA-8A61-824EE17C80DA}">
      <dsp:nvSpPr>
        <dsp:cNvPr id="0" name=""/>
        <dsp:cNvSpPr/>
      </dsp:nvSpPr>
      <dsp:spPr>
        <a:xfrm>
          <a:off x="421732" y="493127"/>
          <a:ext cx="379366" cy="37936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4C9106F8-718B-46E5-8FB7-F18DA0278976}">
      <dsp:nvSpPr>
        <dsp:cNvPr id="0" name=""/>
        <dsp:cNvSpPr/>
      </dsp:nvSpPr>
      <dsp:spPr>
        <a:xfrm rot="10800000">
          <a:off x="360035" y="985738"/>
          <a:ext cx="5616633" cy="37936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290" tIns="76200" rIns="142240" bIns="76200" numCol="1" spcCol="1270" anchor="ctr" anchorCtr="0">
          <a:noAutofit/>
        </a:bodyPr>
        <a:lstStyle/>
        <a:p>
          <a:pPr marL="0" lvl="0" indent="177800" algn="l" defTabSz="889000" rtl="0">
            <a:lnSpc>
              <a:spcPct val="90000"/>
            </a:lnSpc>
            <a:spcBef>
              <a:spcPct val="0"/>
            </a:spcBef>
            <a:spcAft>
              <a:spcPct val="35000"/>
            </a:spcAft>
          </a:pPr>
          <a:r>
            <a:rPr lang="en-US" sz="2000" b="1" kern="1200" dirty="0" smtClean="0"/>
            <a:t>7.3 STM32</a:t>
          </a:r>
          <a:r>
            <a:rPr lang="zh-CN" sz="2000" b="1" kern="1200" dirty="0" smtClean="0"/>
            <a:t>的</a:t>
          </a:r>
          <a:r>
            <a:rPr lang="en-US" sz="2000" b="1" kern="1200" dirty="0" smtClean="0"/>
            <a:t>USART</a:t>
          </a:r>
          <a:r>
            <a:rPr lang="zh-CN" sz="2000" b="1" kern="1200" dirty="0" smtClean="0"/>
            <a:t>模块</a:t>
          </a:r>
          <a:endParaRPr lang="zh-CN" sz="2000" b="1" kern="1200" dirty="0"/>
        </a:p>
      </dsp:txBody>
      <dsp:txXfrm rot="10800000">
        <a:off x="454876" y="985738"/>
        <a:ext cx="5521792" cy="379366"/>
      </dsp:txXfrm>
    </dsp:sp>
    <dsp:sp modelId="{25EE83B5-9181-4312-AF69-76E7DB3C707E}">
      <dsp:nvSpPr>
        <dsp:cNvPr id="0" name=""/>
        <dsp:cNvSpPr/>
      </dsp:nvSpPr>
      <dsp:spPr>
        <a:xfrm>
          <a:off x="421732" y="985738"/>
          <a:ext cx="379366" cy="37936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4C057C8A-0BEF-4994-BBEC-A922A9AF3377}">
      <dsp:nvSpPr>
        <dsp:cNvPr id="0" name=""/>
        <dsp:cNvSpPr/>
      </dsp:nvSpPr>
      <dsp:spPr>
        <a:xfrm rot="10800000">
          <a:off x="360035" y="1478348"/>
          <a:ext cx="5616633" cy="37936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290" tIns="76200" rIns="142240" bIns="76200" numCol="1" spcCol="1270" anchor="ctr" anchorCtr="0">
          <a:noAutofit/>
        </a:bodyPr>
        <a:lstStyle/>
        <a:p>
          <a:pPr marL="0" lvl="0" indent="177800" algn="l" defTabSz="889000" rtl="0">
            <a:lnSpc>
              <a:spcPct val="90000"/>
            </a:lnSpc>
            <a:spcBef>
              <a:spcPct val="0"/>
            </a:spcBef>
            <a:spcAft>
              <a:spcPct val="35000"/>
            </a:spcAft>
          </a:pPr>
          <a:r>
            <a:rPr lang="en-US" sz="2000" b="1" kern="1200" dirty="0" smtClean="0"/>
            <a:t>7.4 USART</a:t>
          </a:r>
          <a:r>
            <a:rPr lang="zh-CN" sz="2000" b="1" kern="1200" dirty="0" smtClean="0"/>
            <a:t>模块的标准外设库接口函数及应用</a:t>
          </a:r>
          <a:endParaRPr lang="zh-CN" sz="2000" b="1" kern="1200" dirty="0"/>
        </a:p>
      </dsp:txBody>
      <dsp:txXfrm rot="10800000">
        <a:off x="454876" y="1478348"/>
        <a:ext cx="5521792" cy="379366"/>
      </dsp:txXfrm>
    </dsp:sp>
    <dsp:sp modelId="{D7D810FA-E05D-46FA-A424-ECECDC4C0C9B}">
      <dsp:nvSpPr>
        <dsp:cNvPr id="0" name=""/>
        <dsp:cNvSpPr/>
      </dsp:nvSpPr>
      <dsp:spPr>
        <a:xfrm>
          <a:off x="421732" y="1478348"/>
          <a:ext cx="379366" cy="37936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5E1C2B79-8469-428D-8B35-4903B924984C}">
      <dsp:nvSpPr>
        <dsp:cNvPr id="0" name=""/>
        <dsp:cNvSpPr/>
      </dsp:nvSpPr>
      <dsp:spPr>
        <a:xfrm rot="10800000">
          <a:off x="360035" y="1970959"/>
          <a:ext cx="5616633" cy="37936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290" tIns="76200" rIns="142240" bIns="76200" numCol="1" spcCol="1270" anchor="ctr" anchorCtr="0">
          <a:noAutofit/>
        </a:bodyPr>
        <a:lstStyle/>
        <a:p>
          <a:pPr marL="0" lvl="0" indent="177800" algn="l" defTabSz="889000" rtl="0">
            <a:lnSpc>
              <a:spcPct val="90000"/>
            </a:lnSpc>
            <a:spcBef>
              <a:spcPct val="0"/>
            </a:spcBef>
            <a:spcAft>
              <a:spcPct val="35000"/>
            </a:spcAft>
          </a:pPr>
          <a:r>
            <a:rPr lang="en-US" sz="2000" b="1" kern="1200" dirty="0" smtClean="0"/>
            <a:t>7.5 USART</a:t>
          </a:r>
          <a:r>
            <a:rPr lang="zh-CN" sz="2000" b="1" kern="1200" dirty="0" smtClean="0"/>
            <a:t>模块的</a:t>
          </a:r>
          <a:r>
            <a:rPr lang="en-US" sz="2000" b="1" kern="1200" dirty="0" smtClean="0"/>
            <a:t>HAL</a:t>
          </a:r>
          <a:r>
            <a:rPr lang="zh-CN" sz="2000" b="1" kern="1200" dirty="0" smtClean="0"/>
            <a:t>库接口函数及</a:t>
          </a:r>
          <a:r>
            <a:rPr lang="zh-CN" sz="2000" b="1" kern="1200" dirty="0" smtClean="0"/>
            <a:t>应用</a:t>
          </a:r>
          <a:endParaRPr lang="zh-CN" sz="2000" b="1" kern="1200" dirty="0"/>
        </a:p>
      </dsp:txBody>
      <dsp:txXfrm rot="10800000">
        <a:off x="454876" y="1970959"/>
        <a:ext cx="5521792" cy="379366"/>
      </dsp:txXfrm>
    </dsp:sp>
    <dsp:sp modelId="{C42B3F48-E889-4F99-8655-2711FE20FA83}">
      <dsp:nvSpPr>
        <dsp:cNvPr id="0" name=""/>
        <dsp:cNvSpPr/>
      </dsp:nvSpPr>
      <dsp:spPr>
        <a:xfrm>
          <a:off x="421732" y="1970959"/>
          <a:ext cx="379366" cy="379366"/>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C5EE80AB-CE5C-4A79-96E1-DBAF76593731}">
      <dsp:nvSpPr>
        <dsp:cNvPr id="0" name=""/>
        <dsp:cNvSpPr/>
      </dsp:nvSpPr>
      <dsp:spPr>
        <a:xfrm rot="10800000">
          <a:off x="360035" y="2463570"/>
          <a:ext cx="5616633" cy="37936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290" tIns="76200" rIns="142240" bIns="76200" numCol="1" spcCol="1270" anchor="ctr" anchorCtr="0">
          <a:noAutofit/>
        </a:bodyPr>
        <a:lstStyle/>
        <a:p>
          <a:pPr marL="0" lvl="0" indent="177800" algn="l" defTabSz="889000" rtl="0">
            <a:lnSpc>
              <a:spcPct val="90000"/>
            </a:lnSpc>
            <a:spcBef>
              <a:spcPct val="0"/>
            </a:spcBef>
            <a:spcAft>
              <a:spcPct val="35000"/>
            </a:spcAft>
          </a:pPr>
          <a:r>
            <a:rPr lang="en-US" altLang="zh-CN" sz="2000" b="1" kern="1200" dirty="0" smtClean="0"/>
            <a:t>7.6 </a:t>
          </a:r>
          <a:r>
            <a:rPr lang="zh-CN" altLang="en-US" sz="2000" b="1" kern="1200" dirty="0" smtClean="0"/>
            <a:t>编程思想之自定义串口通信协议</a:t>
          </a:r>
          <a:endParaRPr lang="zh-CN" sz="2000" b="1" kern="1200" dirty="0"/>
        </a:p>
      </dsp:txBody>
      <dsp:txXfrm rot="10800000">
        <a:off x="454876" y="2463570"/>
        <a:ext cx="5521792" cy="379366"/>
      </dsp:txXfrm>
    </dsp:sp>
    <dsp:sp modelId="{E1151085-4F1B-4FFA-924C-A179B8AEADEB}">
      <dsp:nvSpPr>
        <dsp:cNvPr id="0" name=""/>
        <dsp:cNvSpPr/>
      </dsp:nvSpPr>
      <dsp:spPr>
        <a:xfrm>
          <a:off x="412722" y="2463570"/>
          <a:ext cx="379366" cy="379366"/>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3087C-1BFE-4F80-B3EB-F98943D6F426}">
      <dsp:nvSpPr>
        <dsp:cNvPr id="0" name=""/>
        <dsp:cNvSpPr/>
      </dsp:nvSpPr>
      <dsp:spPr>
        <a:xfrm>
          <a:off x="217721" y="1189449"/>
          <a:ext cx="1290873" cy="645436"/>
        </a:xfrm>
        <a:prstGeom prst="roundRect">
          <a:avLst>
            <a:gd name="adj" fmla="val 10000"/>
          </a:avLst>
        </a:prstGeom>
        <a:solidFill>
          <a:schemeClr val="accent3">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smtClean="0">
              <a:latin typeface="黑体" pitchFamily="49" charset="-122"/>
              <a:ea typeface="黑体" pitchFamily="49" charset="-122"/>
            </a:rPr>
            <a:t>并行传输的缺点</a:t>
          </a:r>
          <a:endParaRPr lang="zh-CN" altLang="en-US" sz="1800" b="1" kern="1200">
            <a:latin typeface="黑体" pitchFamily="49" charset="-122"/>
            <a:ea typeface="黑体" pitchFamily="49" charset="-122"/>
          </a:endParaRPr>
        </a:p>
      </dsp:txBody>
      <dsp:txXfrm>
        <a:off x="236625" y="1208353"/>
        <a:ext cx="1253065" cy="607628"/>
      </dsp:txXfrm>
    </dsp:sp>
    <dsp:sp modelId="{486FD6BB-A0B2-4725-9729-5A5759CC9C0E}">
      <dsp:nvSpPr>
        <dsp:cNvPr id="0" name=""/>
        <dsp:cNvSpPr/>
      </dsp:nvSpPr>
      <dsp:spPr>
        <a:xfrm rot="17785368">
          <a:off x="1186590" y="973390"/>
          <a:ext cx="1160357" cy="38414"/>
        </a:xfrm>
        <a:custGeom>
          <a:avLst/>
          <a:gdLst/>
          <a:ahLst/>
          <a:cxnLst/>
          <a:rect l="0" t="0" r="0" b="0"/>
          <a:pathLst>
            <a:path>
              <a:moveTo>
                <a:pt x="0" y="19207"/>
              </a:moveTo>
              <a:lnTo>
                <a:pt x="1160357" y="19207"/>
              </a:lnTo>
            </a:path>
          </a:pathLst>
        </a:custGeom>
        <a:noFill/>
        <a:ln w="25400" cap="flat" cmpd="sng" algn="ctr">
          <a:solidFill>
            <a:schemeClr val="accent5">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latin typeface="黑体" pitchFamily="49" charset="-122"/>
            <a:ea typeface="黑体" pitchFamily="49" charset="-122"/>
          </a:endParaRPr>
        </a:p>
      </dsp:txBody>
      <dsp:txXfrm>
        <a:off x="1737760" y="963588"/>
        <a:ext cx="58017" cy="58017"/>
      </dsp:txXfrm>
    </dsp:sp>
    <dsp:sp modelId="{944A8947-9F81-478F-9DCD-6EA37D003434}">
      <dsp:nvSpPr>
        <dsp:cNvPr id="0" name=""/>
        <dsp:cNvSpPr/>
      </dsp:nvSpPr>
      <dsp:spPr>
        <a:xfrm>
          <a:off x="2024944" y="1864"/>
          <a:ext cx="2327909" cy="942324"/>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latin typeface="黑体" pitchFamily="49" charset="-122"/>
              <a:ea typeface="黑体" pitchFamily="49" charset="-122"/>
            </a:rPr>
            <a:t>长距离传输成本较高；</a:t>
          </a:r>
          <a:endParaRPr lang="zh-CN" altLang="en-US" sz="1800" b="1" kern="1200" dirty="0">
            <a:latin typeface="黑体" pitchFamily="49" charset="-122"/>
            <a:ea typeface="黑体" pitchFamily="49" charset="-122"/>
          </a:endParaRPr>
        </a:p>
      </dsp:txBody>
      <dsp:txXfrm>
        <a:off x="2052544" y="29464"/>
        <a:ext cx="2272709" cy="887124"/>
      </dsp:txXfrm>
    </dsp:sp>
    <dsp:sp modelId="{921B2212-8C42-40E8-8EFF-F1E2EBAF9E26}">
      <dsp:nvSpPr>
        <dsp:cNvPr id="0" name=""/>
        <dsp:cNvSpPr/>
      </dsp:nvSpPr>
      <dsp:spPr>
        <a:xfrm>
          <a:off x="1508594" y="1492960"/>
          <a:ext cx="516349" cy="38414"/>
        </a:xfrm>
        <a:custGeom>
          <a:avLst/>
          <a:gdLst/>
          <a:ahLst/>
          <a:cxnLst/>
          <a:rect l="0" t="0" r="0" b="0"/>
          <a:pathLst>
            <a:path>
              <a:moveTo>
                <a:pt x="0" y="19207"/>
              </a:moveTo>
              <a:lnTo>
                <a:pt x="516349" y="19207"/>
              </a:lnTo>
            </a:path>
          </a:pathLst>
        </a:custGeom>
        <a:noFill/>
        <a:ln w="25400" cap="flat" cmpd="sng" algn="ctr">
          <a:solidFill>
            <a:schemeClr val="accent5">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latin typeface="黑体" pitchFamily="49" charset="-122"/>
            <a:ea typeface="黑体" pitchFamily="49" charset="-122"/>
          </a:endParaRPr>
        </a:p>
      </dsp:txBody>
      <dsp:txXfrm>
        <a:off x="1753860" y="1499258"/>
        <a:ext cx="25817" cy="25817"/>
      </dsp:txXfrm>
    </dsp:sp>
    <dsp:sp modelId="{39FDE088-4D6A-4A08-8979-6F5A75FB200D}">
      <dsp:nvSpPr>
        <dsp:cNvPr id="0" name=""/>
        <dsp:cNvSpPr/>
      </dsp:nvSpPr>
      <dsp:spPr>
        <a:xfrm>
          <a:off x="2024944" y="1041005"/>
          <a:ext cx="2327909" cy="942324"/>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latin typeface="黑体" pitchFamily="49" charset="-122"/>
              <a:ea typeface="黑体" pitchFamily="49" charset="-122"/>
            </a:rPr>
            <a:t>信号线之间的干扰大，传输速率很难达到很高；</a:t>
          </a:r>
          <a:endParaRPr lang="zh-CN" altLang="en-US" sz="1800" b="1" kern="1200" dirty="0">
            <a:latin typeface="黑体" pitchFamily="49" charset="-122"/>
            <a:ea typeface="黑体" pitchFamily="49" charset="-122"/>
          </a:endParaRPr>
        </a:p>
      </dsp:txBody>
      <dsp:txXfrm>
        <a:off x="2052544" y="1068605"/>
        <a:ext cx="2272709" cy="887124"/>
      </dsp:txXfrm>
    </dsp:sp>
    <dsp:sp modelId="{56A103CF-2452-4E89-8C65-9D8641FF1AB5}">
      <dsp:nvSpPr>
        <dsp:cNvPr id="0" name=""/>
        <dsp:cNvSpPr/>
      </dsp:nvSpPr>
      <dsp:spPr>
        <a:xfrm rot="3814632">
          <a:off x="1186590" y="2012530"/>
          <a:ext cx="1160357" cy="38414"/>
        </a:xfrm>
        <a:custGeom>
          <a:avLst/>
          <a:gdLst/>
          <a:ahLst/>
          <a:cxnLst/>
          <a:rect l="0" t="0" r="0" b="0"/>
          <a:pathLst>
            <a:path>
              <a:moveTo>
                <a:pt x="0" y="19207"/>
              </a:moveTo>
              <a:lnTo>
                <a:pt x="1160357" y="19207"/>
              </a:lnTo>
            </a:path>
          </a:pathLst>
        </a:custGeom>
        <a:noFill/>
        <a:ln w="25400" cap="flat" cmpd="sng" algn="ctr">
          <a:solidFill>
            <a:schemeClr val="accent5">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latin typeface="黑体" pitchFamily="49" charset="-122"/>
            <a:ea typeface="黑体" pitchFamily="49" charset="-122"/>
          </a:endParaRPr>
        </a:p>
      </dsp:txBody>
      <dsp:txXfrm>
        <a:off x="1737760" y="2002728"/>
        <a:ext cx="58017" cy="58017"/>
      </dsp:txXfrm>
    </dsp:sp>
    <dsp:sp modelId="{F4087009-3EA0-4CDA-9B25-2DB09224159F}">
      <dsp:nvSpPr>
        <dsp:cNvPr id="0" name=""/>
        <dsp:cNvSpPr/>
      </dsp:nvSpPr>
      <dsp:spPr>
        <a:xfrm>
          <a:off x="2024944" y="2080145"/>
          <a:ext cx="2327909" cy="942324"/>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latin typeface="黑体" pitchFamily="49" charset="-122"/>
              <a:ea typeface="黑体" pitchFamily="49" charset="-122"/>
            </a:rPr>
            <a:t>体积大，占用空间大，不利于设备的小型化、微型化。</a:t>
          </a:r>
          <a:endParaRPr lang="zh-CN" altLang="en-US" sz="1800" b="1" kern="1200" dirty="0">
            <a:latin typeface="黑体" pitchFamily="49" charset="-122"/>
            <a:ea typeface="黑体" pitchFamily="49" charset="-122"/>
          </a:endParaRPr>
        </a:p>
      </dsp:txBody>
      <dsp:txXfrm>
        <a:off x="2052544" y="2107745"/>
        <a:ext cx="2272709" cy="8871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B12B0-8ED7-423A-98C2-ACC6EE7F5834}">
      <dsp:nvSpPr>
        <dsp:cNvPr id="0" name=""/>
        <dsp:cNvSpPr/>
      </dsp:nvSpPr>
      <dsp:spPr>
        <a:xfrm rot="10800000">
          <a:off x="503579" y="681"/>
          <a:ext cx="3845849" cy="677566"/>
        </a:xfrm>
        <a:prstGeom prst="homePlate">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98788" tIns="83820" rIns="156464" bIns="83820" numCol="1" spcCol="1270" anchor="ctr" anchorCtr="0">
          <a:noAutofit/>
        </a:bodyPr>
        <a:lstStyle/>
        <a:p>
          <a:pPr marL="0" lvl="0" indent="177800" algn="l" defTabSz="977900" rtl="0">
            <a:lnSpc>
              <a:spcPct val="90000"/>
            </a:lnSpc>
            <a:spcBef>
              <a:spcPct val="0"/>
            </a:spcBef>
            <a:spcAft>
              <a:spcPct val="35000"/>
            </a:spcAft>
          </a:pPr>
          <a:r>
            <a:rPr lang="en-US" sz="2200" b="1" kern="1200" dirty="0" smtClean="0"/>
            <a:t>7.3.1 USART</a:t>
          </a:r>
          <a:r>
            <a:rPr lang="zh-CN" sz="2200" b="1" kern="1200" dirty="0" smtClean="0"/>
            <a:t>内部结构</a:t>
          </a:r>
          <a:endParaRPr lang="zh-CN" sz="2200" kern="1200" dirty="0"/>
        </a:p>
      </dsp:txBody>
      <dsp:txXfrm rot="10800000">
        <a:off x="672970" y="681"/>
        <a:ext cx="3676458" cy="677566"/>
      </dsp:txXfrm>
    </dsp:sp>
    <dsp:sp modelId="{BD893DEC-F94E-4CFD-8B1D-44EBE27F01D8}">
      <dsp:nvSpPr>
        <dsp:cNvPr id="0" name=""/>
        <dsp:cNvSpPr/>
      </dsp:nvSpPr>
      <dsp:spPr>
        <a:xfrm>
          <a:off x="197346" y="681"/>
          <a:ext cx="677566" cy="67756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8D22E1E6-691D-45DB-B730-1DC2060C8198}">
      <dsp:nvSpPr>
        <dsp:cNvPr id="0" name=""/>
        <dsp:cNvSpPr/>
      </dsp:nvSpPr>
      <dsp:spPr>
        <a:xfrm rot="10800000">
          <a:off x="503579" y="880507"/>
          <a:ext cx="3845849" cy="677566"/>
        </a:xfrm>
        <a:prstGeom prst="homePlate">
          <a:avLst/>
        </a:prstGeom>
        <a:solidFill>
          <a:schemeClr val="accent4">
            <a:hueOff val="-2232385"/>
            <a:satOff val="13449"/>
            <a:lumOff val="107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98788" tIns="83820" rIns="156464" bIns="83820" numCol="1" spcCol="1270" anchor="ctr" anchorCtr="0">
          <a:noAutofit/>
        </a:bodyPr>
        <a:lstStyle/>
        <a:p>
          <a:pPr marL="0" lvl="0" indent="177800" algn="l" defTabSz="977900" rtl="0">
            <a:lnSpc>
              <a:spcPct val="90000"/>
            </a:lnSpc>
            <a:spcBef>
              <a:spcPct val="0"/>
            </a:spcBef>
            <a:spcAft>
              <a:spcPct val="35000"/>
            </a:spcAft>
          </a:pPr>
          <a:r>
            <a:rPr lang="en-US" sz="2200" b="1" kern="1200" dirty="0" smtClean="0"/>
            <a:t>7.3.2 </a:t>
          </a:r>
          <a:r>
            <a:rPr lang="en-US" sz="2200" b="1" kern="1200" dirty="0" smtClean="0"/>
            <a:t>USART</a:t>
          </a:r>
          <a:r>
            <a:rPr lang="zh-CN" sz="2200" b="1" kern="1200" dirty="0" smtClean="0"/>
            <a:t>接口</a:t>
          </a:r>
          <a:endParaRPr lang="zh-CN" sz="2200" kern="1200" dirty="0"/>
        </a:p>
      </dsp:txBody>
      <dsp:txXfrm rot="10800000">
        <a:off x="672970" y="880507"/>
        <a:ext cx="3676458" cy="677566"/>
      </dsp:txXfrm>
    </dsp:sp>
    <dsp:sp modelId="{536BAE9F-688B-43CA-8A61-824EE17C80DA}">
      <dsp:nvSpPr>
        <dsp:cNvPr id="0" name=""/>
        <dsp:cNvSpPr/>
      </dsp:nvSpPr>
      <dsp:spPr>
        <a:xfrm>
          <a:off x="197346" y="880507"/>
          <a:ext cx="677566" cy="67756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4C9106F8-718B-46E5-8FB7-F18DA0278976}">
      <dsp:nvSpPr>
        <dsp:cNvPr id="0" name=""/>
        <dsp:cNvSpPr/>
      </dsp:nvSpPr>
      <dsp:spPr>
        <a:xfrm rot="10800000">
          <a:off x="503579" y="1760333"/>
          <a:ext cx="3845849" cy="677566"/>
        </a:xfrm>
        <a:prstGeom prst="homePlate">
          <a:avLst/>
        </a:prstGeom>
        <a:solidFill>
          <a:schemeClr val="accent4">
            <a:hueOff val="-4464770"/>
            <a:satOff val="26899"/>
            <a:lumOff val="215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98788" tIns="83820" rIns="156464" bIns="83820" numCol="1" spcCol="1270" anchor="ctr" anchorCtr="0">
          <a:noAutofit/>
        </a:bodyPr>
        <a:lstStyle/>
        <a:p>
          <a:pPr marL="0" lvl="0" indent="177800" algn="l" defTabSz="977900" rtl="0">
            <a:lnSpc>
              <a:spcPct val="90000"/>
            </a:lnSpc>
            <a:spcBef>
              <a:spcPct val="0"/>
            </a:spcBef>
            <a:spcAft>
              <a:spcPct val="35000"/>
            </a:spcAft>
          </a:pPr>
          <a:r>
            <a:rPr lang="en-US" sz="2200" b="1" kern="1200" dirty="0" smtClean="0"/>
            <a:t>7.3.3 </a:t>
          </a:r>
          <a:r>
            <a:rPr lang="en-US" sz="2200" b="1" kern="1200" dirty="0" smtClean="0"/>
            <a:t>USART</a:t>
          </a:r>
          <a:r>
            <a:rPr lang="zh-CN" sz="2200" b="1" kern="1200" dirty="0" smtClean="0"/>
            <a:t>编程模式</a:t>
          </a:r>
          <a:endParaRPr lang="zh-CN" sz="2200" kern="1200" dirty="0"/>
        </a:p>
      </dsp:txBody>
      <dsp:txXfrm rot="10800000">
        <a:off x="672970" y="1760333"/>
        <a:ext cx="3676458" cy="677566"/>
      </dsp:txXfrm>
    </dsp:sp>
    <dsp:sp modelId="{25EE83B5-9181-4312-AF69-76E7DB3C707E}">
      <dsp:nvSpPr>
        <dsp:cNvPr id="0" name=""/>
        <dsp:cNvSpPr/>
      </dsp:nvSpPr>
      <dsp:spPr>
        <a:xfrm>
          <a:off x="197346" y="1760333"/>
          <a:ext cx="677566" cy="67756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122BD-BEBC-42A9-A2A4-98042DD9C2F4}">
      <dsp:nvSpPr>
        <dsp:cNvPr id="0" name=""/>
        <dsp:cNvSpPr/>
      </dsp:nvSpPr>
      <dsp:spPr>
        <a:xfrm>
          <a:off x="727288" y="173179"/>
          <a:ext cx="2238008" cy="2238008"/>
        </a:xfrm>
        <a:prstGeom prst="pie">
          <a:avLst>
            <a:gd name="adj1" fmla="val 16200000"/>
            <a:gd name="adj2" fmla="val 180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zh-CN" sz="1600" b="1" kern="1200" dirty="0" smtClean="0"/>
            <a:t>波特率发生器</a:t>
          </a:r>
          <a:endParaRPr lang="zh-CN" altLang="en-US" sz="1600" b="1" kern="1200" dirty="0"/>
        </a:p>
      </dsp:txBody>
      <dsp:txXfrm>
        <a:off x="1906771" y="647423"/>
        <a:ext cx="799288" cy="666073"/>
      </dsp:txXfrm>
    </dsp:sp>
    <dsp:sp modelId="{A1EF1277-E600-46B5-94A1-5B800E4928A6}">
      <dsp:nvSpPr>
        <dsp:cNvPr id="0" name=""/>
        <dsp:cNvSpPr/>
      </dsp:nvSpPr>
      <dsp:spPr>
        <a:xfrm>
          <a:off x="681195" y="253108"/>
          <a:ext cx="2238008" cy="2238008"/>
        </a:xfrm>
        <a:prstGeom prst="pie">
          <a:avLst>
            <a:gd name="adj1" fmla="val 1800000"/>
            <a:gd name="adj2" fmla="val 900000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zh-CN" sz="1600" b="1" kern="1200" dirty="0" smtClean="0"/>
            <a:t>发送器</a:t>
          </a:r>
          <a:r>
            <a:rPr lang="en-US" sz="1600" b="1" kern="1200" dirty="0" smtClean="0"/>
            <a:t>/</a:t>
          </a:r>
          <a:r>
            <a:rPr lang="zh-CN" sz="1600" b="1" kern="1200" dirty="0" smtClean="0"/>
            <a:t>接收器控制单元</a:t>
          </a:r>
          <a:endParaRPr lang="zh-CN" altLang="en-US" sz="1600" b="1" kern="1200" dirty="0"/>
        </a:p>
      </dsp:txBody>
      <dsp:txXfrm>
        <a:off x="1214054" y="1705149"/>
        <a:ext cx="1198933" cy="586145"/>
      </dsp:txXfrm>
    </dsp:sp>
    <dsp:sp modelId="{2616E5BD-7A91-432A-9DFB-1051CD8FF312}">
      <dsp:nvSpPr>
        <dsp:cNvPr id="0" name=""/>
        <dsp:cNvSpPr/>
      </dsp:nvSpPr>
      <dsp:spPr>
        <a:xfrm>
          <a:off x="635103" y="173179"/>
          <a:ext cx="2238008" cy="2238008"/>
        </a:xfrm>
        <a:prstGeom prst="pie">
          <a:avLst>
            <a:gd name="adj1" fmla="val 9000000"/>
            <a:gd name="adj2" fmla="val 1620000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zh-CN" sz="1600" b="1" kern="1200" dirty="0" smtClean="0"/>
            <a:t>数据收发寄存器单元</a:t>
          </a:r>
          <a:endParaRPr lang="zh-CN" altLang="en-US" sz="1600" b="1" kern="1200" dirty="0"/>
        </a:p>
      </dsp:txBody>
      <dsp:txXfrm>
        <a:off x="894339" y="647423"/>
        <a:ext cx="799288" cy="666073"/>
      </dsp:txXfrm>
    </dsp:sp>
    <dsp:sp modelId="{CFFD374E-09D8-4FA4-8ED9-E9555F34D88A}">
      <dsp:nvSpPr>
        <dsp:cNvPr id="0" name=""/>
        <dsp:cNvSpPr/>
      </dsp:nvSpPr>
      <dsp:spPr>
        <a:xfrm>
          <a:off x="588929" y="34635"/>
          <a:ext cx="2515095" cy="2515095"/>
        </a:xfrm>
        <a:prstGeom prst="circularArrow">
          <a:avLst>
            <a:gd name="adj1" fmla="val 5085"/>
            <a:gd name="adj2" fmla="val 327528"/>
            <a:gd name="adj3" fmla="val 1472472"/>
            <a:gd name="adj4" fmla="val 16199432"/>
            <a:gd name="adj5" fmla="val 593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7AC0343-A5D8-40A2-9B53-254E3A56D048}">
      <dsp:nvSpPr>
        <dsp:cNvPr id="0" name=""/>
        <dsp:cNvSpPr/>
      </dsp:nvSpPr>
      <dsp:spPr>
        <a:xfrm>
          <a:off x="542652" y="114423"/>
          <a:ext cx="2515095" cy="2515095"/>
        </a:xfrm>
        <a:prstGeom prst="circularArrow">
          <a:avLst>
            <a:gd name="adj1" fmla="val 5085"/>
            <a:gd name="adj2" fmla="val 327528"/>
            <a:gd name="adj3" fmla="val 8671970"/>
            <a:gd name="adj4" fmla="val 1800502"/>
            <a:gd name="adj5" fmla="val 5932"/>
          </a:avLst>
        </a:prstGeom>
        <a:solidFill>
          <a:schemeClr val="accent4">
            <a:hueOff val="-2232385"/>
            <a:satOff val="13449"/>
            <a:lumOff val="107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DDF7786-2F0B-4F47-9E70-979AD7A18994}">
      <dsp:nvSpPr>
        <dsp:cNvPr id="0" name=""/>
        <dsp:cNvSpPr/>
      </dsp:nvSpPr>
      <dsp:spPr>
        <a:xfrm>
          <a:off x="496375" y="34635"/>
          <a:ext cx="2515095" cy="2515095"/>
        </a:xfrm>
        <a:prstGeom prst="circularArrow">
          <a:avLst>
            <a:gd name="adj1" fmla="val 5085"/>
            <a:gd name="adj2" fmla="val 327528"/>
            <a:gd name="adj3" fmla="val 15873039"/>
            <a:gd name="adj4" fmla="val 9000000"/>
            <a:gd name="adj5" fmla="val 5932"/>
          </a:avLst>
        </a:prstGeom>
        <a:solidFill>
          <a:schemeClr val="accent4">
            <a:hueOff val="-4464770"/>
            <a:satOff val="26899"/>
            <a:lumOff val="215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0A8630-E063-4424-92ED-518AFE58C311}">
      <dsp:nvSpPr>
        <dsp:cNvPr id="0" name=""/>
        <dsp:cNvSpPr/>
      </dsp:nvSpPr>
      <dsp:spPr>
        <a:xfrm>
          <a:off x="0" y="0"/>
          <a:ext cx="1347103" cy="1347103"/>
        </a:xfrm>
        <a:prstGeom prst="pie">
          <a:avLst>
            <a:gd name="adj1" fmla="val 5400000"/>
            <a:gd name="adj2" fmla="val 1620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784DB4-6FB3-43E3-85ED-A212FCCE78B1}">
      <dsp:nvSpPr>
        <dsp:cNvPr id="0" name=""/>
        <dsp:cNvSpPr/>
      </dsp:nvSpPr>
      <dsp:spPr>
        <a:xfrm>
          <a:off x="673551" y="0"/>
          <a:ext cx="6887288" cy="1347103"/>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t>CR1</a:t>
          </a:r>
          <a:r>
            <a:rPr lang="zh-CN" sz="1800" b="1" kern="1200" dirty="0" smtClean="0"/>
            <a:t>主要用于配置</a:t>
          </a:r>
          <a:r>
            <a:rPr lang="en-US" sz="1800" b="1" kern="1200" dirty="0" smtClean="0"/>
            <a:t>USART</a:t>
          </a:r>
          <a:r>
            <a:rPr lang="zh-CN" sz="1800" b="1" kern="1200" dirty="0" smtClean="0"/>
            <a:t>的数据位、校验位及中断使能；</a:t>
          </a:r>
          <a:endParaRPr lang="zh-CN" sz="1800" kern="1200" dirty="0"/>
        </a:p>
      </dsp:txBody>
      <dsp:txXfrm>
        <a:off x="673551" y="0"/>
        <a:ext cx="6887288" cy="404131"/>
      </dsp:txXfrm>
    </dsp:sp>
    <dsp:sp modelId="{2A27E093-013C-478D-851C-59E2E4DA2475}">
      <dsp:nvSpPr>
        <dsp:cNvPr id="0" name=""/>
        <dsp:cNvSpPr/>
      </dsp:nvSpPr>
      <dsp:spPr>
        <a:xfrm>
          <a:off x="235743" y="404131"/>
          <a:ext cx="875616" cy="875616"/>
        </a:xfrm>
        <a:prstGeom prst="pie">
          <a:avLst>
            <a:gd name="adj1" fmla="val 5400000"/>
            <a:gd name="adj2" fmla="val 1620000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41419A-A317-4215-9416-1A4C39493874}">
      <dsp:nvSpPr>
        <dsp:cNvPr id="0" name=""/>
        <dsp:cNvSpPr/>
      </dsp:nvSpPr>
      <dsp:spPr>
        <a:xfrm>
          <a:off x="673551" y="404131"/>
          <a:ext cx="6887288" cy="875616"/>
        </a:xfrm>
        <a:prstGeom prst="rect">
          <a:avLst/>
        </a:prstGeom>
        <a:solidFill>
          <a:schemeClr val="lt1">
            <a:alpha val="90000"/>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smtClean="0"/>
            <a:t>CR2</a:t>
          </a:r>
          <a:r>
            <a:rPr lang="zh-CN" sz="1800" b="1" kern="1200" smtClean="0"/>
            <a:t>用于配置</a:t>
          </a:r>
          <a:r>
            <a:rPr lang="en-US" sz="1800" b="1" kern="1200" smtClean="0"/>
            <a:t>USART</a:t>
          </a:r>
          <a:r>
            <a:rPr lang="zh-CN" sz="1800" b="1" kern="1200" smtClean="0"/>
            <a:t>停止位以及</a:t>
          </a:r>
          <a:r>
            <a:rPr lang="en-US" sz="1800" b="1" kern="1200" smtClean="0"/>
            <a:t>SCLK</a:t>
          </a:r>
          <a:r>
            <a:rPr lang="zh-CN" sz="1800" b="1" kern="1200" smtClean="0"/>
            <a:t>时钟控制；</a:t>
          </a:r>
          <a:endParaRPr lang="zh-CN" sz="1800" kern="1200"/>
        </a:p>
      </dsp:txBody>
      <dsp:txXfrm>
        <a:off x="673551" y="404131"/>
        <a:ext cx="6887288" cy="404130"/>
      </dsp:txXfrm>
    </dsp:sp>
    <dsp:sp modelId="{B98C122B-ED55-48EA-9C69-A2458AAB8546}">
      <dsp:nvSpPr>
        <dsp:cNvPr id="0" name=""/>
        <dsp:cNvSpPr/>
      </dsp:nvSpPr>
      <dsp:spPr>
        <a:xfrm>
          <a:off x="471486" y="808262"/>
          <a:ext cx="404130" cy="404130"/>
        </a:xfrm>
        <a:prstGeom prst="pie">
          <a:avLst>
            <a:gd name="adj1" fmla="val 5400000"/>
            <a:gd name="adj2" fmla="val 1620000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F8AF00-3CF6-4496-B596-2A9FE4A0B527}">
      <dsp:nvSpPr>
        <dsp:cNvPr id="0" name=""/>
        <dsp:cNvSpPr/>
      </dsp:nvSpPr>
      <dsp:spPr>
        <a:xfrm>
          <a:off x="673551" y="808262"/>
          <a:ext cx="6887288" cy="404130"/>
        </a:xfrm>
        <a:prstGeom prst="rect">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t>CR3</a:t>
          </a:r>
          <a:r>
            <a:rPr lang="zh-CN" sz="1800" b="1" kern="1200" dirty="0" smtClean="0"/>
            <a:t>主要涉及</a:t>
          </a:r>
          <a:r>
            <a:rPr lang="en-US" sz="1800" b="1" kern="1200" dirty="0" smtClean="0"/>
            <a:t>CTS</a:t>
          </a:r>
          <a:r>
            <a:rPr lang="zh-CN" sz="1800" b="1" kern="1200" dirty="0" smtClean="0"/>
            <a:t>硬件流控制和单字节</a:t>
          </a:r>
          <a:r>
            <a:rPr lang="en-US" sz="1800" b="1" kern="1200" dirty="0" smtClean="0"/>
            <a:t>/DMA</a:t>
          </a:r>
          <a:r>
            <a:rPr lang="zh-CN" sz="1800" b="1" kern="1200" dirty="0" smtClean="0"/>
            <a:t>多缓冲传输控制的配置</a:t>
          </a:r>
          <a:r>
            <a:rPr lang="zh-CN" altLang="en-US" sz="1800" b="1" kern="1200" dirty="0" smtClean="0"/>
            <a:t>。</a:t>
          </a:r>
          <a:endParaRPr lang="zh-CN" sz="1800" kern="1200" dirty="0"/>
        </a:p>
      </dsp:txBody>
      <dsp:txXfrm>
        <a:off x="673551" y="808262"/>
        <a:ext cx="6887288" cy="4041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5B50D9-E114-45D6-9988-9CB81F146828}">
      <dsp:nvSpPr>
        <dsp:cNvPr id="0" name=""/>
        <dsp:cNvSpPr/>
      </dsp:nvSpPr>
      <dsp:spPr>
        <a:xfrm>
          <a:off x="2407" y="5601"/>
          <a:ext cx="2347573" cy="6624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rtl="0">
            <a:lnSpc>
              <a:spcPct val="90000"/>
            </a:lnSpc>
            <a:spcBef>
              <a:spcPct val="0"/>
            </a:spcBef>
            <a:spcAft>
              <a:spcPct val="35000"/>
            </a:spcAft>
          </a:pPr>
          <a:r>
            <a:rPr lang="zh-CN" sz="1800" b="1" kern="1200" dirty="0" smtClean="0"/>
            <a:t>轮询模式</a:t>
          </a:r>
          <a:endParaRPr lang="zh-CN" altLang="en-US" sz="1800" b="1" kern="1200" dirty="0"/>
        </a:p>
      </dsp:txBody>
      <dsp:txXfrm>
        <a:off x="2407" y="5601"/>
        <a:ext cx="2347573" cy="662400"/>
      </dsp:txXfrm>
    </dsp:sp>
    <dsp:sp modelId="{584C0314-499A-4296-830D-1A2EE3245853}">
      <dsp:nvSpPr>
        <dsp:cNvPr id="0" name=""/>
        <dsp:cNvSpPr/>
      </dsp:nvSpPr>
      <dsp:spPr>
        <a:xfrm>
          <a:off x="2407" y="668001"/>
          <a:ext cx="2347573" cy="2693102"/>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rtl="0">
            <a:lnSpc>
              <a:spcPct val="90000"/>
            </a:lnSpc>
            <a:spcBef>
              <a:spcPct val="0"/>
            </a:spcBef>
            <a:spcAft>
              <a:spcPct val="15000"/>
            </a:spcAft>
            <a:buChar char="••"/>
          </a:pPr>
          <a:r>
            <a:rPr lang="en-US" sz="1800" b="1" kern="1200" dirty="0" smtClean="0"/>
            <a:t>CPU</a:t>
          </a:r>
          <a:r>
            <a:rPr lang="zh-CN" sz="1800" b="1" kern="1200" dirty="0" smtClean="0"/>
            <a:t>不断地查询</a:t>
          </a:r>
          <a:r>
            <a:rPr lang="en-US" sz="1800" b="1" kern="1200" dirty="0" smtClean="0"/>
            <a:t>I/O</a:t>
          </a:r>
          <a:r>
            <a:rPr lang="zh-CN" sz="1800" b="1" kern="1200" dirty="0" smtClean="0"/>
            <a:t>设备是否准备就绪，如果准备就绪就发送，否则提示超时错误</a:t>
          </a:r>
          <a:r>
            <a:rPr lang="zh-CN" altLang="en-US" sz="1800" b="1" kern="1200" dirty="0" smtClean="0"/>
            <a:t>；</a:t>
          </a:r>
          <a:endParaRPr lang="zh-CN" altLang="en-US" sz="1800" b="1" kern="1200" dirty="0"/>
        </a:p>
        <a:p>
          <a:pPr marL="171450" lvl="1" indent="-171450" algn="l" defTabSz="800100" rtl="0">
            <a:lnSpc>
              <a:spcPct val="90000"/>
            </a:lnSpc>
            <a:spcBef>
              <a:spcPct val="0"/>
            </a:spcBef>
            <a:spcAft>
              <a:spcPct val="15000"/>
            </a:spcAft>
            <a:buChar char="••"/>
          </a:pPr>
          <a:r>
            <a:rPr lang="zh-CN" sz="1800" b="1" kern="1200" dirty="0" smtClean="0"/>
            <a:t>会占用</a:t>
          </a:r>
          <a:r>
            <a:rPr lang="en-US" sz="1800" b="1" kern="1200" dirty="0" smtClean="0"/>
            <a:t>CPU</a:t>
          </a:r>
          <a:r>
            <a:rPr lang="zh-CN" sz="1800" b="1" kern="1200" dirty="0" smtClean="0"/>
            <a:t>的大量时间，效率低。</a:t>
          </a:r>
          <a:endParaRPr lang="zh-CN" altLang="en-US" sz="1800" b="1" kern="1200" dirty="0"/>
        </a:p>
      </dsp:txBody>
      <dsp:txXfrm>
        <a:off x="2407" y="668001"/>
        <a:ext cx="2347573" cy="2693102"/>
      </dsp:txXfrm>
    </dsp:sp>
    <dsp:sp modelId="{6A63927C-7A0D-431A-9CEB-77A44942A3B2}">
      <dsp:nvSpPr>
        <dsp:cNvPr id="0" name=""/>
        <dsp:cNvSpPr/>
      </dsp:nvSpPr>
      <dsp:spPr>
        <a:xfrm>
          <a:off x="2678641" y="5601"/>
          <a:ext cx="2347573" cy="662400"/>
        </a:xfrm>
        <a:prstGeom prst="rect">
          <a:avLst/>
        </a:prstGeom>
        <a:solidFill>
          <a:schemeClr val="accent4">
            <a:hueOff val="-2232385"/>
            <a:satOff val="13449"/>
            <a:lumOff val="1078"/>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rtl="0">
            <a:lnSpc>
              <a:spcPct val="90000"/>
            </a:lnSpc>
            <a:spcBef>
              <a:spcPct val="0"/>
            </a:spcBef>
            <a:spcAft>
              <a:spcPct val="35000"/>
            </a:spcAft>
          </a:pPr>
          <a:r>
            <a:rPr lang="zh-CN" sz="1800" b="1" kern="1200" dirty="0" smtClean="0"/>
            <a:t>中断方式</a:t>
          </a:r>
          <a:endParaRPr lang="zh-CN" altLang="en-US" sz="1800" b="1" kern="1200" dirty="0"/>
        </a:p>
      </dsp:txBody>
      <dsp:txXfrm>
        <a:off x="2678641" y="5601"/>
        <a:ext cx="2347573" cy="662400"/>
      </dsp:txXfrm>
    </dsp:sp>
    <dsp:sp modelId="{C68270D5-ACA5-4E8E-A306-07D0E3D33A81}">
      <dsp:nvSpPr>
        <dsp:cNvPr id="0" name=""/>
        <dsp:cNvSpPr/>
      </dsp:nvSpPr>
      <dsp:spPr>
        <a:xfrm>
          <a:off x="2678641" y="668001"/>
          <a:ext cx="2347573" cy="2693102"/>
        </a:xfrm>
        <a:prstGeom prst="rect">
          <a:avLst/>
        </a:prstGeom>
        <a:solidFill>
          <a:schemeClr val="accent4">
            <a:tint val="40000"/>
            <a:alpha val="90000"/>
            <a:hueOff val="-1972853"/>
            <a:satOff val="11079"/>
            <a:lumOff val="704"/>
            <a:alphaOff val="0"/>
          </a:schemeClr>
        </a:solidFill>
        <a:ln w="25400" cap="flat" cmpd="sng" algn="ctr">
          <a:solidFill>
            <a:schemeClr val="accent4">
              <a:tint val="40000"/>
              <a:alpha val="90000"/>
              <a:hueOff val="-1972853"/>
              <a:satOff val="11079"/>
              <a:lumOff val="7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rtl="0">
            <a:lnSpc>
              <a:spcPct val="90000"/>
            </a:lnSpc>
            <a:spcBef>
              <a:spcPct val="0"/>
            </a:spcBef>
            <a:spcAft>
              <a:spcPct val="15000"/>
            </a:spcAft>
            <a:buChar char="••"/>
          </a:pPr>
          <a:r>
            <a:rPr lang="zh-CN" sz="1800" b="1" kern="1200" dirty="0" smtClean="0"/>
            <a:t>通过中断请求线，在</a:t>
          </a:r>
          <a:r>
            <a:rPr lang="en-US" sz="1800" b="1" kern="1200" dirty="0" smtClean="0"/>
            <a:t>I/O</a:t>
          </a:r>
          <a:r>
            <a:rPr lang="zh-CN" sz="1800" b="1" kern="1200" dirty="0" smtClean="0"/>
            <a:t>设备准备就绪时向</a:t>
          </a:r>
          <a:r>
            <a:rPr lang="en-US" sz="1800" b="1" kern="1200" dirty="0" smtClean="0"/>
            <a:t>CPU</a:t>
          </a:r>
          <a:r>
            <a:rPr lang="zh-CN" sz="1800" b="1" kern="1200" dirty="0" smtClean="0"/>
            <a:t>发出中断请求，</a:t>
          </a:r>
          <a:r>
            <a:rPr lang="en-US" sz="1800" b="1" kern="1200" dirty="0" smtClean="0"/>
            <a:t>CPU</a:t>
          </a:r>
          <a:r>
            <a:rPr lang="zh-CN" sz="1800" b="1" kern="1200" dirty="0" smtClean="0"/>
            <a:t>中止正在进行的工作转向处理</a:t>
          </a:r>
          <a:r>
            <a:rPr lang="en-US" sz="1800" b="1" kern="1200" dirty="0" smtClean="0"/>
            <a:t>I/O</a:t>
          </a:r>
          <a:r>
            <a:rPr lang="zh-CN" sz="1800" b="1" kern="1200" dirty="0" smtClean="0"/>
            <a:t>设备的中断事件</a:t>
          </a:r>
          <a:endParaRPr lang="zh-CN" altLang="en-US" sz="1800" b="1" kern="1200" dirty="0"/>
        </a:p>
        <a:p>
          <a:pPr marL="171450" lvl="1" indent="-171450" algn="l" defTabSz="800100" rtl="0">
            <a:lnSpc>
              <a:spcPct val="90000"/>
            </a:lnSpc>
            <a:spcBef>
              <a:spcPct val="0"/>
            </a:spcBef>
            <a:spcAft>
              <a:spcPct val="15000"/>
            </a:spcAft>
            <a:buChar char="••"/>
          </a:pPr>
          <a:r>
            <a:rPr lang="zh-CN" sz="1800" b="1" kern="1200" dirty="0" smtClean="0"/>
            <a:t>中断方式相比轮询方式效率较高。</a:t>
          </a:r>
          <a:endParaRPr lang="zh-CN" altLang="en-US" sz="1800" b="1" kern="1200" dirty="0"/>
        </a:p>
      </dsp:txBody>
      <dsp:txXfrm>
        <a:off x="2678641" y="668001"/>
        <a:ext cx="2347573" cy="2693102"/>
      </dsp:txXfrm>
    </dsp:sp>
    <dsp:sp modelId="{EA47BFEB-E5EB-4633-B6E4-DB7ED510CF7D}">
      <dsp:nvSpPr>
        <dsp:cNvPr id="0" name=""/>
        <dsp:cNvSpPr/>
      </dsp:nvSpPr>
      <dsp:spPr>
        <a:xfrm>
          <a:off x="5354874" y="5601"/>
          <a:ext cx="2347573" cy="662400"/>
        </a:xfrm>
        <a:prstGeom prst="rect">
          <a:avLst/>
        </a:prstGeom>
        <a:solidFill>
          <a:schemeClr val="accent4">
            <a:hueOff val="-4464770"/>
            <a:satOff val="26899"/>
            <a:lumOff val="2156"/>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b="1" kern="1200" dirty="0" smtClean="0"/>
            <a:t>DMA</a:t>
          </a:r>
          <a:r>
            <a:rPr lang="zh-CN" sz="1800" b="1" kern="1200" dirty="0" smtClean="0"/>
            <a:t>方式</a:t>
          </a:r>
          <a:endParaRPr lang="zh-CN" altLang="en-US" sz="1800" b="1" kern="1200" dirty="0"/>
        </a:p>
      </dsp:txBody>
      <dsp:txXfrm>
        <a:off x="5354874" y="5601"/>
        <a:ext cx="2347573" cy="662400"/>
      </dsp:txXfrm>
    </dsp:sp>
    <dsp:sp modelId="{C1220425-93E8-45C0-930B-51124F073B9F}">
      <dsp:nvSpPr>
        <dsp:cNvPr id="0" name=""/>
        <dsp:cNvSpPr/>
      </dsp:nvSpPr>
      <dsp:spPr>
        <a:xfrm>
          <a:off x="5354874" y="668001"/>
          <a:ext cx="2347573" cy="2693102"/>
        </a:xfrm>
        <a:prstGeom prst="rect">
          <a:avLst/>
        </a:prstGeom>
        <a:solidFill>
          <a:schemeClr val="accent4">
            <a:tint val="40000"/>
            <a:alpha val="90000"/>
            <a:hueOff val="-3945706"/>
            <a:satOff val="22157"/>
            <a:lumOff val="1408"/>
            <a:alphaOff val="0"/>
          </a:schemeClr>
        </a:solidFill>
        <a:ln w="25400" cap="flat" cmpd="sng" algn="ctr">
          <a:solidFill>
            <a:schemeClr val="accent4">
              <a:tint val="40000"/>
              <a:alpha val="90000"/>
              <a:hueOff val="-3945706"/>
              <a:satOff val="22157"/>
              <a:lumOff val="14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sz="1800" b="1" kern="1200" dirty="0" smtClean="0"/>
            <a:t>直接存储器传送，不经过</a:t>
          </a:r>
          <a:r>
            <a:rPr lang="en-US" sz="1800" b="1" kern="1200" dirty="0" smtClean="0"/>
            <a:t>CPU</a:t>
          </a:r>
          <a:r>
            <a:rPr lang="zh-CN" sz="1800" b="1" kern="1200" dirty="0" smtClean="0"/>
            <a:t>直接在内存和外设之间进行批量数据交换</a:t>
          </a:r>
          <a:r>
            <a:rPr lang="zh-CN" altLang="en-US" sz="1800" b="1" kern="1200" dirty="0" smtClean="0"/>
            <a:t>，</a:t>
          </a:r>
          <a:r>
            <a:rPr lang="zh-CN" sz="1800" b="1" kern="1200" dirty="0" smtClean="0"/>
            <a:t>适用于高速大批量成组数据的传输</a:t>
          </a:r>
          <a:r>
            <a:rPr lang="zh-CN" altLang="en-US" sz="1800" b="1" kern="1200" dirty="0" smtClean="0"/>
            <a:t>；</a:t>
          </a:r>
          <a:endParaRPr lang="zh-CN" altLang="en-US" sz="1800" b="1" kern="1200" dirty="0"/>
        </a:p>
        <a:p>
          <a:pPr marL="171450" lvl="1" indent="-171450" algn="l" defTabSz="800100">
            <a:lnSpc>
              <a:spcPct val="90000"/>
            </a:lnSpc>
            <a:spcBef>
              <a:spcPct val="0"/>
            </a:spcBef>
            <a:spcAft>
              <a:spcPct val="15000"/>
            </a:spcAft>
            <a:buChar char="••"/>
          </a:pPr>
          <a:r>
            <a:rPr lang="zh-CN" sz="1800" b="1" kern="1200" dirty="0" smtClean="0"/>
            <a:t>满足高速</a:t>
          </a:r>
          <a:r>
            <a:rPr lang="en-US" sz="1800" b="1" kern="1200" dirty="0" smtClean="0"/>
            <a:t>I/O</a:t>
          </a:r>
          <a:r>
            <a:rPr lang="zh-CN" sz="1800" b="1" kern="1200" dirty="0" smtClean="0"/>
            <a:t>设备的传输要求，有利于提高</a:t>
          </a:r>
          <a:r>
            <a:rPr lang="en-US" sz="1800" b="1" kern="1200" dirty="0" smtClean="0"/>
            <a:t>CPU</a:t>
          </a:r>
          <a:r>
            <a:rPr lang="zh-CN" sz="1800" b="1" kern="1200" dirty="0" smtClean="0"/>
            <a:t>的利用率。</a:t>
          </a:r>
          <a:endParaRPr lang="zh-CN" altLang="en-US" sz="1800" b="1" kern="1200" dirty="0"/>
        </a:p>
      </dsp:txBody>
      <dsp:txXfrm>
        <a:off x="5354874" y="668001"/>
        <a:ext cx="2347573" cy="26931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1F1E45-36EF-4835-AC54-5164CA41BFF4}">
      <dsp:nvSpPr>
        <dsp:cNvPr id="0" name=""/>
        <dsp:cNvSpPr/>
      </dsp:nvSpPr>
      <dsp:spPr>
        <a:xfrm>
          <a:off x="837280" y="837852"/>
          <a:ext cx="2281911" cy="1522035"/>
        </a:xfrm>
        <a:prstGeom prst="rect">
          <a:avLst/>
        </a:prstGeom>
        <a:solidFill>
          <a:schemeClr val="accent4">
            <a:alpha val="90000"/>
            <a:tint val="40000"/>
            <a:hueOff val="0"/>
            <a:satOff val="0"/>
            <a:lumOff val="0"/>
            <a:alphaOff val="0"/>
          </a:schemeClr>
        </a:solidFill>
        <a:ln w="25400" cap="flat" cmpd="sng" algn="ctr">
          <a:solidFill>
            <a:schemeClr val="accent4">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28016" rIns="128016" bIns="128016" numCol="1" spcCol="1270" anchor="ctr" anchorCtr="0">
          <a:noAutofit/>
        </a:bodyPr>
        <a:lstStyle/>
        <a:p>
          <a:pPr lvl="0" algn="l" defTabSz="800100" rtl="0">
            <a:lnSpc>
              <a:spcPct val="90000"/>
            </a:lnSpc>
            <a:spcBef>
              <a:spcPct val="0"/>
            </a:spcBef>
            <a:spcAft>
              <a:spcPct val="35000"/>
            </a:spcAft>
          </a:pPr>
          <a:r>
            <a:rPr lang="zh-CN" altLang="en-US" sz="1800" b="1" kern="1200" dirty="0" smtClean="0"/>
            <a:t>    在编程代码中直接配置这些功能寄存器</a:t>
          </a:r>
          <a:endParaRPr lang="zh-CN" altLang="en-US" sz="1800" b="1" kern="1200" dirty="0"/>
        </a:p>
      </dsp:txBody>
      <dsp:txXfrm>
        <a:off x="1202386" y="837852"/>
        <a:ext cx="1916805" cy="1522035"/>
      </dsp:txXfrm>
    </dsp:sp>
    <dsp:sp modelId="{179D6A7E-62EA-4AAA-8B33-94AE932ADE5A}">
      <dsp:nvSpPr>
        <dsp:cNvPr id="0" name=""/>
        <dsp:cNvSpPr/>
      </dsp:nvSpPr>
      <dsp:spPr>
        <a:xfrm>
          <a:off x="1476" y="339994"/>
          <a:ext cx="1272987" cy="1250350"/>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rtl="0">
            <a:lnSpc>
              <a:spcPct val="90000"/>
            </a:lnSpc>
            <a:spcBef>
              <a:spcPct val="0"/>
            </a:spcBef>
            <a:spcAft>
              <a:spcPct val="35000"/>
            </a:spcAft>
          </a:pPr>
          <a:r>
            <a:rPr lang="zh-CN" altLang="en-US" sz="1800" b="1" kern="1200" dirty="0" smtClean="0"/>
            <a:t>寄存器开发方式</a:t>
          </a:r>
          <a:endParaRPr lang="zh-CN" altLang="en-US" sz="1800" b="1" kern="1200" dirty="0"/>
        </a:p>
      </dsp:txBody>
      <dsp:txXfrm>
        <a:off x="187901" y="523104"/>
        <a:ext cx="900137" cy="884130"/>
      </dsp:txXfrm>
    </dsp:sp>
    <dsp:sp modelId="{60D12F6B-114E-4079-A1EA-A34CD3E57ADE}">
      <dsp:nvSpPr>
        <dsp:cNvPr id="0" name=""/>
        <dsp:cNvSpPr/>
      </dsp:nvSpPr>
      <dsp:spPr>
        <a:xfrm>
          <a:off x="4539636" y="820912"/>
          <a:ext cx="2281911" cy="1478413"/>
        </a:xfrm>
        <a:prstGeom prst="rect">
          <a:avLst/>
        </a:prstGeom>
        <a:solidFill>
          <a:schemeClr val="accent4">
            <a:alpha val="90000"/>
            <a:tint val="40000"/>
            <a:hueOff val="0"/>
            <a:satOff val="0"/>
            <a:lumOff val="0"/>
            <a:alphaOff val="0"/>
          </a:schemeClr>
        </a:solidFill>
        <a:ln w="25400" cap="flat" cmpd="sng" algn="ctr">
          <a:solidFill>
            <a:schemeClr val="accent4">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28016" rIns="128016" bIns="128016" numCol="1" spcCol="1270" anchor="ctr" anchorCtr="0">
          <a:noAutofit/>
        </a:bodyPr>
        <a:lstStyle/>
        <a:p>
          <a:pPr lvl="0" algn="l" defTabSz="800100" rtl="0">
            <a:lnSpc>
              <a:spcPct val="90000"/>
            </a:lnSpc>
            <a:spcBef>
              <a:spcPct val="0"/>
            </a:spcBef>
            <a:spcAft>
              <a:spcPct val="35000"/>
            </a:spcAft>
          </a:pPr>
          <a:r>
            <a:rPr lang="en-US" altLang="zh-CN" sz="1800" b="1" kern="1200" dirty="0" smtClean="0"/>
            <a:t>     </a:t>
          </a:r>
          <a:r>
            <a:rPr lang="zh-CN" sz="1800" b="1" kern="1200" dirty="0" smtClean="0"/>
            <a:t>间接对寄存器操作实现相应的</a:t>
          </a:r>
          <a:r>
            <a:rPr lang="en-US" sz="1800" b="1" kern="1200" dirty="0" smtClean="0"/>
            <a:t>USART</a:t>
          </a:r>
          <a:r>
            <a:rPr lang="zh-CN" sz="1800" b="1" kern="1200" dirty="0" smtClean="0"/>
            <a:t>通信功能</a:t>
          </a:r>
          <a:endParaRPr lang="zh-CN" sz="1800" b="1" kern="1200" dirty="0"/>
        </a:p>
      </dsp:txBody>
      <dsp:txXfrm>
        <a:off x="4904742" y="820912"/>
        <a:ext cx="1916805" cy="1478413"/>
      </dsp:txXfrm>
    </dsp:sp>
    <dsp:sp modelId="{03521A23-DD8D-4F9A-A512-5C014EEB07CB}">
      <dsp:nvSpPr>
        <dsp:cNvPr id="0" name=""/>
        <dsp:cNvSpPr/>
      </dsp:nvSpPr>
      <dsp:spPr>
        <a:xfrm>
          <a:off x="3556375" y="339994"/>
          <a:ext cx="1272987" cy="1250350"/>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rtl="0">
            <a:lnSpc>
              <a:spcPct val="90000"/>
            </a:lnSpc>
            <a:spcBef>
              <a:spcPct val="0"/>
            </a:spcBef>
            <a:spcAft>
              <a:spcPct val="35000"/>
            </a:spcAft>
          </a:pPr>
          <a:r>
            <a:rPr lang="zh-CN" altLang="en-US" sz="1800" b="1" kern="1200" dirty="0" smtClean="0"/>
            <a:t>基于库的开发方式</a:t>
          </a:r>
          <a:endParaRPr lang="zh-CN" sz="1800" b="1" kern="1200" dirty="0"/>
        </a:p>
      </dsp:txBody>
      <dsp:txXfrm>
        <a:off x="3742800" y="523104"/>
        <a:ext cx="900137" cy="8841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C38F-8429-4C93-85F4-E4C53B202BC8}">
      <dsp:nvSpPr>
        <dsp:cNvPr id="0" name=""/>
        <dsp:cNvSpPr/>
      </dsp:nvSpPr>
      <dsp:spPr>
        <a:xfrm>
          <a:off x="0" y="386032"/>
          <a:ext cx="5328591" cy="6048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E9D40E1-B36A-40B2-87FA-45006C4AEF6F}">
      <dsp:nvSpPr>
        <dsp:cNvPr id="0" name=""/>
        <dsp:cNvSpPr/>
      </dsp:nvSpPr>
      <dsp:spPr>
        <a:xfrm>
          <a:off x="266429" y="31792"/>
          <a:ext cx="4926826" cy="70848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86" tIns="0" rIns="140986" bIns="0" numCol="1" spcCol="1270" anchor="ctr" anchorCtr="0">
          <a:noAutofit/>
        </a:bodyPr>
        <a:lstStyle/>
        <a:p>
          <a:pPr lvl="0" algn="l" defTabSz="889000">
            <a:lnSpc>
              <a:spcPct val="90000"/>
            </a:lnSpc>
            <a:spcBef>
              <a:spcPct val="0"/>
            </a:spcBef>
            <a:spcAft>
              <a:spcPct val="35000"/>
            </a:spcAft>
          </a:pPr>
          <a:r>
            <a:rPr lang="en-US" altLang="zh-CN" sz="2000" b="1" kern="1200" dirty="0" smtClean="0"/>
            <a:t>7.4.1 USART</a:t>
          </a:r>
          <a:r>
            <a:rPr lang="zh-CN" altLang="en-US" sz="2000" b="1" kern="1200" dirty="0" smtClean="0"/>
            <a:t>标准外设库接口函数</a:t>
          </a:r>
          <a:endParaRPr lang="zh-CN" altLang="en-US" sz="2000" kern="1200" dirty="0"/>
        </a:p>
      </dsp:txBody>
      <dsp:txXfrm>
        <a:off x="301014" y="66377"/>
        <a:ext cx="4857656" cy="639310"/>
      </dsp:txXfrm>
    </dsp:sp>
    <dsp:sp modelId="{69952E9B-7483-4002-9018-817B3C00F752}">
      <dsp:nvSpPr>
        <dsp:cNvPr id="0" name=""/>
        <dsp:cNvSpPr/>
      </dsp:nvSpPr>
      <dsp:spPr>
        <a:xfrm>
          <a:off x="0" y="1474672"/>
          <a:ext cx="5328591" cy="604800"/>
        </a:xfrm>
        <a:prstGeom prst="rect">
          <a:avLst/>
        </a:prstGeom>
        <a:solidFill>
          <a:schemeClr val="lt1">
            <a:alpha val="90000"/>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sp>
    <dsp:sp modelId="{02F4D55A-7A94-40A8-96CD-105212BE9DAF}">
      <dsp:nvSpPr>
        <dsp:cNvPr id="0" name=""/>
        <dsp:cNvSpPr/>
      </dsp:nvSpPr>
      <dsp:spPr>
        <a:xfrm>
          <a:off x="266429" y="1120432"/>
          <a:ext cx="4926826" cy="708480"/>
        </a:xfrm>
        <a:prstGeom prst="round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86" tIns="0" rIns="140986" bIns="0" numCol="1" spcCol="1270" anchor="ctr" anchorCtr="0">
          <a:noAutofit/>
        </a:bodyPr>
        <a:lstStyle/>
        <a:p>
          <a:pPr lvl="0" algn="l" defTabSz="889000">
            <a:lnSpc>
              <a:spcPct val="90000"/>
            </a:lnSpc>
            <a:spcBef>
              <a:spcPct val="0"/>
            </a:spcBef>
            <a:spcAft>
              <a:spcPct val="35000"/>
            </a:spcAft>
          </a:pPr>
          <a:r>
            <a:rPr lang="en-US" altLang="zh-CN" sz="2000" b="1" kern="1200" dirty="0" smtClean="0"/>
            <a:t>7.4.2 USART</a:t>
          </a:r>
          <a:r>
            <a:rPr lang="zh-CN" altLang="en-US" sz="2000" b="1" kern="1200" dirty="0" smtClean="0"/>
            <a:t>串口应用编程步骤</a:t>
          </a:r>
          <a:endParaRPr lang="zh-CN" altLang="en-US" sz="2000" kern="1200" dirty="0"/>
        </a:p>
      </dsp:txBody>
      <dsp:txXfrm>
        <a:off x="301014" y="1155017"/>
        <a:ext cx="4857656" cy="639310"/>
      </dsp:txXfrm>
    </dsp:sp>
    <dsp:sp modelId="{92EB6063-ABF7-4783-B60E-4F37681AC211}">
      <dsp:nvSpPr>
        <dsp:cNvPr id="0" name=""/>
        <dsp:cNvSpPr/>
      </dsp:nvSpPr>
      <dsp:spPr>
        <a:xfrm>
          <a:off x="0" y="2563311"/>
          <a:ext cx="5328591" cy="604800"/>
        </a:xfrm>
        <a:prstGeom prst="rect">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0F8CE923-C658-489F-BEDF-E8946C8333FF}">
      <dsp:nvSpPr>
        <dsp:cNvPr id="0" name=""/>
        <dsp:cNvSpPr/>
      </dsp:nvSpPr>
      <dsp:spPr>
        <a:xfrm>
          <a:off x="266429" y="2209072"/>
          <a:ext cx="4926826" cy="70848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86" tIns="0" rIns="140986" bIns="0" numCol="1" spcCol="1270" anchor="ctr" anchorCtr="0">
          <a:noAutofit/>
        </a:bodyPr>
        <a:lstStyle/>
        <a:p>
          <a:pPr lvl="0" algn="l" defTabSz="889000">
            <a:lnSpc>
              <a:spcPct val="90000"/>
            </a:lnSpc>
            <a:spcBef>
              <a:spcPct val="0"/>
            </a:spcBef>
            <a:spcAft>
              <a:spcPct val="35000"/>
            </a:spcAft>
          </a:pPr>
          <a:r>
            <a:rPr lang="en-US" altLang="zh-CN" sz="2000" b="1" kern="1200" dirty="0" smtClean="0"/>
            <a:t>7.4.3 USART</a:t>
          </a:r>
          <a:r>
            <a:rPr lang="zh-CN" altLang="en-US" sz="2000" b="1" kern="1200" dirty="0" smtClean="0"/>
            <a:t>标准外设库应用实例</a:t>
          </a:r>
          <a:endParaRPr lang="zh-CN" altLang="en-US" sz="2000" kern="1200" dirty="0"/>
        </a:p>
      </dsp:txBody>
      <dsp:txXfrm>
        <a:off x="301014" y="2243657"/>
        <a:ext cx="4857656" cy="6393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2ABA1-1052-45DE-B61E-B63A50CDFA8B}">
      <dsp:nvSpPr>
        <dsp:cNvPr id="0" name=""/>
        <dsp:cNvSpPr/>
      </dsp:nvSpPr>
      <dsp:spPr>
        <a:xfrm rot="5400000">
          <a:off x="438435" y="1475891"/>
          <a:ext cx="615076" cy="1023473"/>
        </a:xfrm>
        <a:prstGeom prst="corner">
          <a:avLst>
            <a:gd name="adj1" fmla="val 16120"/>
            <a:gd name="adj2" fmla="val 1611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B139FA-1864-410C-958D-75FD09152066}">
      <dsp:nvSpPr>
        <dsp:cNvPr id="0" name=""/>
        <dsp:cNvSpPr/>
      </dsp:nvSpPr>
      <dsp:spPr>
        <a:xfrm>
          <a:off x="335763" y="1781689"/>
          <a:ext cx="923997" cy="80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zh-CN" sz="2000" b="1" kern="1200" dirty="0" smtClean="0"/>
            <a:t>声明</a:t>
          </a:r>
          <a:r>
            <a:rPr lang="en-US" sz="2000" b="1" kern="1200" dirty="0" smtClean="0"/>
            <a:t>GPIO</a:t>
          </a:r>
          <a:r>
            <a:rPr lang="zh-CN" sz="2000" b="1" kern="1200" dirty="0" smtClean="0"/>
            <a:t>和</a:t>
          </a:r>
          <a:r>
            <a:rPr lang="en-US" sz="2000" b="1" kern="1200" dirty="0" smtClean="0"/>
            <a:t>USART</a:t>
          </a:r>
          <a:r>
            <a:rPr lang="zh-CN" sz="2000" b="1" kern="1200" dirty="0" smtClean="0"/>
            <a:t>初始化结构体</a:t>
          </a:r>
          <a:endParaRPr lang="zh-CN" altLang="en-US" sz="2000" b="1" kern="1200" dirty="0"/>
        </a:p>
      </dsp:txBody>
      <dsp:txXfrm>
        <a:off x="335763" y="1781689"/>
        <a:ext cx="923997" cy="809938"/>
      </dsp:txXfrm>
    </dsp:sp>
    <dsp:sp modelId="{4BF3D3D3-7FD1-4C50-9010-1ADAB0B7C81E}">
      <dsp:nvSpPr>
        <dsp:cNvPr id="0" name=""/>
        <dsp:cNvSpPr/>
      </dsp:nvSpPr>
      <dsp:spPr>
        <a:xfrm>
          <a:off x="1085422" y="1400542"/>
          <a:ext cx="174339" cy="174339"/>
        </a:xfrm>
        <a:prstGeom prst="triangle">
          <a:avLst>
            <a:gd name="adj" fmla="val 100000"/>
          </a:avLst>
        </a:prstGeom>
        <a:solidFill>
          <a:schemeClr val="accent4">
            <a:hueOff val="-372064"/>
            <a:satOff val="2242"/>
            <a:lumOff val="180"/>
            <a:alphaOff val="0"/>
          </a:schemeClr>
        </a:solidFill>
        <a:ln w="25400" cap="flat" cmpd="sng" algn="ctr">
          <a:solidFill>
            <a:schemeClr val="accent4">
              <a:hueOff val="-372064"/>
              <a:satOff val="2242"/>
              <a:lumOff val="18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311935-9351-4E79-AF80-DE2DFE9D94EC}">
      <dsp:nvSpPr>
        <dsp:cNvPr id="0" name=""/>
        <dsp:cNvSpPr/>
      </dsp:nvSpPr>
      <dsp:spPr>
        <a:xfrm rot="5400000">
          <a:off x="1569588" y="1195986"/>
          <a:ext cx="615076" cy="1023473"/>
        </a:xfrm>
        <a:prstGeom prst="corner">
          <a:avLst>
            <a:gd name="adj1" fmla="val 16120"/>
            <a:gd name="adj2" fmla="val 16110"/>
          </a:avLst>
        </a:prstGeom>
        <a:solidFill>
          <a:schemeClr val="accent4">
            <a:hueOff val="-744128"/>
            <a:satOff val="4483"/>
            <a:lumOff val="359"/>
            <a:alphaOff val="0"/>
          </a:schemeClr>
        </a:solidFill>
        <a:ln w="25400" cap="flat" cmpd="sng" algn="ctr">
          <a:solidFill>
            <a:schemeClr val="accent4">
              <a:hueOff val="-744128"/>
              <a:satOff val="4483"/>
              <a:lumOff val="35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E79B23-C3D5-44F0-AF0C-70B449FEA93E}">
      <dsp:nvSpPr>
        <dsp:cNvPr id="0" name=""/>
        <dsp:cNvSpPr/>
      </dsp:nvSpPr>
      <dsp:spPr>
        <a:xfrm>
          <a:off x="1466917" y="1501784"/>
          <a:ext cx="923997" cy="80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zh-CN" sz="2000" b="1" kern="1200" smtClean="0"/>
            <a:t>串口所用的</a:t>
          </a:r>
          <a:r>
            <a:rPr lang="en-US" sz="2000" b="1" kern="1200" smtClean="0"/>
            <a:t>GPIO</a:t>
          </a:r>
          <a:r>
            <a:rPr lang="zh-CN" sz="2000" b="1" kern="1200" smtClean="0"/>
            <a:t>时钟使能，串口时钟使能</a:t>
          </a:r>
          <a:endParaRPr lang="zh-CN" altLang="en-US" sz="2000" b="1" kern="1200" dirty="0"/>
        </a:p>
      </dsp:txBody>
      <dsp:txXfrm>
        <a:off x="1466917" y="1501784"/>
        <a:ext cx="923997" cy="809938"/>
      </dsp:txXfrm>
    </dsp:sp>
    <dsp:sp modelId="{603873BE-3E4C-42B4-B416-EADC383C1CFB}">
      <dsp:nvSpPr>
        <dsp:cNvPr id="0" name=""/>
        <dsp:cNvSpPr/>
      </dsp:nvSpPr>
      <dsp:spPr>
        <a:xfrm>
          <a:off x="2216575" y="1120637"/>
          <a:ext cx="174339" cy="174339"/>
        </a:xfrm>
        <a:prstGeom prst="triangle">
          <a:avLst>
            <a:gd name="adj" fmla="val 100000"/>
          </a:avLst>
        </a:prstGeom>
        <a:solidFill>
          <a:schemeClr val="accent4">
            <a:hueOff val="-1116192"/>
            <a:satOff val="6725"/>
            <a:lumOff val="539"/>
            <a:alphaOff val="0"/>
          </a:schemeClr>
        </a:solidFill>
        <a:ln w="25400" cap="flat" cmpd="sng" algn="ctr">
          <a:solidFill>
            <a:schemeClr val="accent4">
              <a:hueOff val="-1116192"/>
              <a:satOff val="6725"/>
              <a:lumOff val="53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A14A92-79F0-4119-A060-BAE817325DB6}">
      <dsp:nvSpPr>
        <dsp:cNvPr id="0" name=""/>
        <dsp:cNvSpPr/>
      </dsp:nvSpPr>
      <dsp:spPr>
        <a:xfrm rot="5400000">
          <a:off x="2700742" y="916081"/>
          <a:ext cx="615076" cy="1023473"/>
        </a:xfrm>
        <a:prstGeom prst="corner">
          <a:avLst>
            <a:gd name="adj1" fmla="val 16120"/>
            <a:gd name="adj2" fmla="val 16110"/>
          </a:avLst>
        </a:prstGeom>
        <a:solidFill>
          <a:schemeClr val="accent4">
            <a:hueOff val="-1488257"/>
            <a:satOff val="8966"/>
            <a:lumOff val="719"/>
            <a:alphaOff val="0"/>
          </a:schemeClr>
        </a:solidFill>
        <a:ln w="25400" cap="flat" cmpd="sng" algn="ctr">
          <a:solidFill>
            <a:schemeClr val="accent4">
              <a:hueOff val="-1488257"/>
              <a:satOff val="8966"/>
              <a:lumOff val="71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716EA2-16A8-45B2-AD4A-87B7A3A5BE9A}">
      <dsp:nvSpPr>
        <dsp:cNvPr id="0" name=""/>
        <dsp:cNvSpPr/>
      </dsp:nvSpPr>
      <dsp:spPr>
        <a:xfrm>
          <a:off x="2598071" y="1221879"/>
          <a:ext cx="923997" cy="80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zh-CN" sz="2000" b="1" kern="1200" smtClean="0"/>
            <a:t>设置</a:t>
          </a:r>
          <a:r>
            <a:rPr lang="en-US" sz="2000" b="1" kern="1200" smtClean="0"/>
            <a:t>I/O</a:t>
          </a:r>
          <a:r>
            <a:rPr lang="zh-CN" sz="2000" b="1" kern="1200" smtClean="0"/>
            <a:t>引脚功能为复用推挽输出、浮空输入</a:t>
          </a:r>
          <a:endParaRPr lang="zh-CN" altLang="en-US" sz="2000" b="1" kern="1200" dirty="0"/>
        </a:p>
      </dsp:txBody>
      <dsp:txXfrm>
        <a:off x="2598071" y="1221879"/>
        <a:ext cx="923997" cy="809938"/>
      </dsp:txXfrm>
    </dsp:sp>
    <dsp:sp modelId="{8F79BFE2-3F3F-4BEE-8107-CDE9B3FE0B6E}">
      <dsp:nvSpPr>
        <dsp:cNvPr id="0" name=""/>
        <dsp:cNvSpPr/>
      </dsp:nvSpPr>
      <dsp:spPr>
        <a:xfrm>
          <a:off x="3347729" y="840732"/>
          <a:ext cx="174339" cy="174339"/>
        </a:xfrm>
        <a:prstGeom prst="triangle">
          <a:avLst>
            <a:gd name="adj" fmla="val 100000"/>
          </a:avLst>
        </a:prstGeom>
        <a:solidFill>
          <a:schemeClr val="accent4">
            <a:hueOff val="-1860321"/>
            <a:satOff val="11208"/>
            <a:lumOff val="898"/>
            <a:alphaOff val="0"/>
          </a:schemeClr>
        </a:solidFill>
        <a:ln w="25400" cap="flat" cmpd="sng" algn="ctr">
          <a:solidFill>
            <a:schemeClr val="accent4">
              <a:hueOff val="-1860321"/>
              <a:satOff val="11208"/>
              <a:lumOff val="89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212526-00D5-40A7-B30A-E22019E520D3}">
      <dsp:nvSpPr>
        <dsp:cNvPr id="0" name=""/>
        <dsp:cNvSpPr/>
      </dsp:nvSpPr>
      <dsp:spPr>
        <a:xfrm rot="5400000">
          <a:off x="3831896" y="636176"/>
          <a:ext cx="615076" cy="1023473"/>
        </a:xfrm>
        <a:prstGeom prst="corner">
          <a:avLst>
            <a:gd name="adj1" fmla="val 16120"/>
            <a:gd name="adj2" fmla="val 16110"/>
          </a:avLst>
        </a:prstGeom>
        <a:solidFill>
          <a:schemeClr val="accent4">
            <a:hueOff val="-2232385"/>
            <a:satOff val="13449"/>
            <a:lumOff val="1078"/>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1A6097-2266-49E0-8FE9-EE1DE78A7510}">
      <dsp:nvSpPr>
        <dsp:cNvPr id="0" name=""/>
        <dsp:cNvSpPr/>
      </dsp:nvSpPr>
      <dsp:spPr>
        <a:xfrm>
          <a:off x="3729224" y="941974"/>
          <a:ext cx="923997" cy="80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zh-CN" sz="2000" b="1" kern="1200" dirty="0" smtClean="0"/>
            <a:t>设置波特率，设置数据格式：数据位、停止位、校验位</a:t>
          </a:r>
          <a:endParaRPr lang="zh-CN" altLang="en-US" sz="2000" b="1" kern="1200" dirty="0"/>
        </a:p>
      </dsp:txBody>
      <dsp:txXfrm>
        <a:off x="3729224" y="941974"/>
        <a:ext cx="923997" cy="809938"/>
      </dsp:txXfrm>
    </dsp:sp>
    <dsp:sp modelId="{6154AC45-3F8A-4924-937C-D4F2FDA45AF1}">
      <dsp:nvSpPr>
        <dsp:cNvPr id="0" name=""/>
        <dsp:cNvSpPr/>
      </dsp:nvSpPr>
      <dsp:spPr>
        <a:xfrm>
          <a:off x="4478883" y="560827"/>
          <a:ext cx="174339" cy="174339"/>
        </a:xfrm>
        <a:prstGeom prst="triangle">
          <a:avLst>
            <a:gd name="adj" fmla="val 100000"/>
          </a:avLst>
        </a:prstGeom>
        <a:solidFill>
          <a:schemeClr val="accent4">
            <a:hueOff val="-2604449"/>
            <a:satOff val="15691"/>
            <a:lumOff val="1258"/>
            <a:alphaOff val="0"/>
          </a:schemeClr>
        </a:solidFill>
        <a:ln w="25400" cap="flat" cmpd="sng" algn="ctr">
          <a:solidFill>
            <a:schemeClr val="accent4">
              <a:hueOff val="-2604449"/>
              <a:satOff val="15691"/>
              <a:lumOff val="125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FBFD39-5DF0-46BE-B96A-7E7586B700FA}">
      <dsp:nvSpPr>
        <dsp:cNvPr id="0" name=""/>
        <dsp:cNvSpPr/>
      </dsp:nvSpPr>
      <dsp:spPr>
        <a:xfrm rot="5400000">
          <a:off x="4963049" y="356271"/>
          <a:ext cx="615076" cy="1023473"/>
        </a:xfrm>
        <a:prstGeom prst="corner">
          <a:avLst>
            <a:gd name="adj1" fmla="val 16120"/>
            <a:gd name="adj2" fmla="val 16110"/>
          </a:avLst>
        </a:prstGeom>
        <a:solidFill>
          <a:schemeClr val="accent4">
            <a:hueOff val="-2976513"/>
            <a:satOff val="17933"/>
            <a:lumOff val="1437"/>
            <a:alphaOff val="0"/>
          </a:schemeClr>
        </a:solidFill>
        <a:ln w="25400" cap="flat" cmpd="sng" algn="ctr">
          <a:solidFill>
            <a:schemeClr val="accent4">
              <a:hueOff val="-2976513"/>
              <a:satOff val="17933"/>
              <a:lumOff val="143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066295-A8C5-4EA0-8B79-1FFA737EA880}">
      <dsp:nvSpPr>
        <dsp:cNvPr id="0" name=""/>
        <dsp:cNvSpPr/>
      </dsp:nvSpPr>
      <dsp:spPr>
        <a:xfrm>
          <a:off x="4860378" y="662069"/>
          <a:ext cx="923997" cy="80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zh-CN" sz="2000" b="1" kern="1200" dirty="0" smtClean="0"/>
            <a:t>使用串口初始化函数</a:t>
          </a:r>
          <a:r>
            <a:rPr lang="en-US" sz="2000" b="1" kern="1200" dirty="0" err="1" smtClean="0"/>
            <a:t>USART_Init</a:t>
          </a:r>
          <a:r>
            <a:rPr lang="en-US" sz="2000" b="1" kern="1200" dirty="0" smtClean="0"/>
            <a:t>()</a:t>
          </a:r>
          <a:r>
            <a:rPr lang="zh-CN" sz="2000" b="1" kern="1200" dirty="0" smtClean="0"/>
            <a:t>初始化相应串口</a:t>
          </a:r>
          <a:endParaRPr lang="zh-CN" altLang="en-US" sz="2000" b="1" kern="1200" dirty="0"/>
        </a:p>
      </dsp:txBody>
      <dsp:txXfrm>
        <a:off x="4860378" y="662069"/>
        <a:ext cx="923997" cy="809938"/>
      </dsp:txXfrm>
    </dsp:sp>
    <dsp:sp modelId="{6E2646D2-9613-48E2-ADC8-01FD1071322E}">
      <dsp:nvSpPr>
        <dsp:cNvPr id="0" name=""/>
        <dsp:cNvSpPr/>
      </dsp:nvSpPr>
      <dsp:spPr>
        <a:xfrm>
          <a:off x="5610036" y="280922"/>
          <a:ext cx="174339" cy="174339"/>
        </a:xfrm>
        <a:prstGeom prst="triangle">
          <a:avLst>
            <a:gd name="adj" fmla="val 100000"/>
          </a:avLst>
        </a:prstGeom>
        <a:solidFill>
          <a:schemeClr val="accent4">
            <a:hueOff val="-3348577"/>
            <a:satOff val="20174"/>
            <a:lumOff val="1617"/>
            <a:alphaOff val="0"/>
          </a:schemeClr>
        </a:solidFill>
        <a:ln w="25400" cap="flat" cmpd="sng" algn="ctr">
          <a:solidFill>
            <a:schemeClr val="accent4">
              <a:hueOff val="-3348577"/>
              <a:satOff val="20174"/>
              <a:lumOff val="161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09F3A8-2814-4D50-8C69-E10E823F1B5B}">
      <dsp:nvSpPr>
        <dsp:cNvPr id="0" name=""/>
        <dsp:cNvSpPr/>
      </dsp:nvSpPr>
      <dsp:spPr>
        <a:xfrm rot="5400000">
          <a:off x="6094203" y="76366"/>
          <a:ext cx="615076" cy="1023473"/>
        </a:xfrm>
        <a:prstGeom prst="corner">
          <a:avLst>
            <a:gd name="adj1" fmla="val 16120"/>
            <a:gd name="adj2" fmla="val 16110"/>
          </a:avLst>
        </a:prstGeom>
        <a:solidFill>
          <a:schemeClr val="accent4">
            <a:hueOff val="-3720641"/>
            <a:satOff val="22416"/>
            <a:lumOff val="1797"/>
            <a:alphaOff val="0"/>
          </a:schemeClr>
        </a:solidFill>
        <a:ln w="25400" cap="flat" cmpd="sng" algn="ctr">
          <a:solidFill>
            <a:schemeClr val="accent4">
              <a:hueOff val="-3720641"/>
              <a:satOff val="22416"/>
              <a:lumOff val="179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975645-828A-4B57-AC93-108CD921243E}">
      <dsp:nvSpPr>
        <dsp:cNvPr id="0" name=""/>
        <dsp:cNvSpPr/>
      </dsp:nvSpPr>
      <dsp:spPr>
        <a:xfrm>
          <a:off x="5991531" y="382164"/>
          <a:ext cx="923997" cy="80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zh-CN" sz="2000" b="1" kern="1200" smtClean="0"/>
            <a:t>利用串口使能函数</a:t>
          </a:r>
          <a:r>
            <a:rPr lang="en-US" sz="2000" b="1" kern="1200" smtClean="0"/>
            <a:t>USART_Cmd()</a:t>
          </a:r>
          <a:r>
            <a:rPr lang="zh-CN" sz="2000" b="1" kern="1200" smtClean="0"/>
            <a:t>使能相应串口</a:t>
          </a:r>
          <a:endParaRPr lang="zh-CN" altLang="en-US" sz="2000" b="1" kern="1200" dirty="0"/>
        </a:p>
      </dsp:txBody>
      <dsp:txXfrm>
        <a:off x="5991531" y="382164"/>
        <a:ext cx="923997" cy="809938"/>
      </dsp:txXfrm>
    </dsp:sp>
    <dsp:sp modelId="{EBB7E4C4-03F5-4586-8A6D-5D6923B2C2FD}">
      <dsp:nvSpPr>
        <dsp:cNvPr id="0" name=""/>
        <dsp:cNvSpPr/>
      </dsp:nvSpPr>
      <dsp:spPr>
        <a:xfrm>
          <a:off x="6741190" y="1017"/>
          <a:ext cx="174339" cy="174339"/>
        </a:xfrm>
        <a:prstGeom prst="triangle">
          <a:avLst>
            <a:gd name="adj" fmla="val 100000"/>
          </a:avLst>
        </a:prstGeom>
        <a:solidFill>
          <a:schemeClr val="accent4">
            <a:hueOff val="-4092706"/>
            <a:satOff val="24657"/>
            <a:lumOff val="1976"/>
            <a:alphaOff val="0"/>
          </a:schemeClr>
        </a:solidFill>
        <a:ln w="25400" cap="flat" cmpd="sng" algn="ctr">
          <a:solidFill>
            <a:schemeClr val="accent4">
              <a:hueOff val="-4092706"/>
              <a:satOff val="24657"/>
              <a:lumOff val="19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4F5C78-B5A0-44C5-97B4-214DAA11BC61}">
      <dsp:nvSpPr>
        <dsp:cNvPr id="0" name=""/>
        <dsp:cNvSpPr/>
      </dsp:nvSpPr>
      <dsp:spPr>
        <a:xfrm rot="5400000">
          <a:off x="7225357" y="-203538"/>
          <a:ext cx="615076" cy="1023473"/>
        </a:xfrm>
        <a:prstGeom prst="corner">
          <a:avLst>
            <a:gd name="adj1" fmla="val 16120"/>
            <a:gd name="adj2" fmla="val 16110"/>
          </a:avLst>
        </a:prstGeom>
        <a:solidFill>
          <a:schemeClr val="accent4">
            <a:hueOff val="-4464770"/>
            <a:satOff val="26899"/>
            <a:lumOff val="2156"/>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ACF8BD-C5A9-4212-AED4-73B3290BC92D}">
      <dsp:nvSpPr>
        <dsp:cNvPr id="0" name=""/>
        <dsp:cNvSpPr/>
      </dsp:nvSpPr>
      <dsp:spPr>
        <a:xfrm>
          <a:off x="7122685" y="102259"/>
          <a:ext cx="923997" cy="80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zh-CN" sz="2000" b="1" kern="1200" dirty="0" smtClean="0"/>
            <a:t>应用程序编写</a:t>
          </a:r>
          <a:endParaRPr lang="zh-CN" altLang="en-US" sz="2000" b="1" kern="1200" dirty="0"/>
        </a:p>
      </dsp:txBody>
      <dsp:txXfrm>
        <a:off x="7122685" y="102259"/>
        <a:ext cx="923997" cy="80993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801AA-D9C1-4B82-8B31-1DD2B68FE93D}">
      <dsp:nvSpPr>
        <dsp:cNvPr id="0" name=""/>
        <dsp:cNvSpPr/>
      </dsp:nvSpPr>
      <dsp:spPr>
        <a:xfrm>
          <a:off x="216026" y="714224"/>
          <a:ext cx="1093519" cy="619326"/>
        </a:xfrm>
        <a:prstGeom prst="roundRect">
          <a:avLst>
            <a:gd name="adj" fmla="val 10000"/>
          </a:avLst>
        </a:prstGeom>
        <a:solidFill>
          <a:schemeClr val="accent5">
            <a:shade val="6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b="1" kern="1200" smtClean="0">
              <a:latin typeface="Times New Roman" pitchFamily="18" charset="0"/>
              <a:ea typeface="+mn-ea"/>
              <a:cs typeface="Times New Roman" pitchFamily="18" charset="0"/>
            </a:rPr>
            <a:t>应用实例</a:t>
          </a:r>
          <a:endParaRPr lang="zh-CN" altLang="en-US" sz="1800" b="1" kern="1200" dirty="0">
            <a:latin typeface="Times New Roman" pitchFamily="18" charset="0"/>
            <a:ea typeface="+mn-ea"/>
            <a:cs typeface="Times New Roman" pitchFamily="18" charset="0"/>
          </a:endParaRPr>
        </a:p>
      </dsp:txBody>
      <dsp:txXfrm>
        <a:off x="234165" y="732363"/>
        <a:ext cx="1057241" cy="583048"/>
      </dsp:txXfrm>
    </dsp:sp>
    <dsp:sp modelId="{4AA70A89-A3A6-4345-832B-CB65B1785775}">
      <dsp:nvSpPr>
        <dsp:cNvPr id="0" name=""/>
        <dsp:cNvSpPr/>
      </dsp:nvSpPr>
      <dsp:spPr>
        <a:xfrm rot="18289469">
          <a:off x="1123471" y="640555"/>
          <a:ext cx="867609" cy="54438"/>
        </a:xfrm>
        <a:custGeom>
          <a:avLst/>
          <a:gdLst/>
          <a:ahLst/>
          <a:cxnLst/>
          <a:rect l="0" t="0" r="0" b="0"/>
          <a:pathLst>
            <a:path>
              <a:moveTo>
                <a:pt x="0" y="27219"/>
              </a:moveTo>
              <a:lnTo>
                <a:pt x="867609" y="27219"/>
              </a:lnTo>
            </a:path>
          </a:pathLst>
        </a:custGeom>
        <a:noFill/>
        <a:ln w="2540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solidFill>
              <a:schemeClr val="bg1"/>
            </a:solidFill>
            <a:latin typeface="Times New Roman" pitchFamily="18" charset="0"/>
            <a:ea typeface="+mn-ea"/>
            <a:cs typeface="Times New Roman" pitchFamily="18" charset="0"/>
          </a:endParaRPr>
        </a:p>
      </dsp:txBody>
      <dsp:txXfrm>
        <a:off x="1535586" y="646084"/>
        <a:ext cx="43380" cy="43380"/>
      </dsp:txXfrm>
    </dsp:sp>
    <dsp:sp modelId="{0EA4A5F4-DCC8-40D1-9160-D41E725559D7}">
      <dsp:nvSpPr>
        <dsp:cNvPr id="0" name=""/>
        <dsp:cNvSpPr/>
      </dsp:nvSpPr>
      <dsp:spPr>
        <a:xfrm>
          <a:off x="1805007" y="1998"/>
          <a:ext cx="1443352" cy="619326"/>
        </a:xfrm>
        <a:prstGeom prst="roundRect">
          <a:avLst>
            <a:gd name="adj" fmla="val 10000"/>
          </a:avLst>
        </a:prstGeom>
        <a:solidFill>
          <a:schemeClr val="accent5">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sz="1800" b="1" kern="1200" dirty="0" smtClean="0"/>
            <a:t>应用实例一</a:t>
          </a:r>
          <a:endParaRPr lang="zh-CN" altLang="en-US" sz="1800" b="1" kern="1200" dirty="0">
            <a:latin typeface="Times New Roman" pitchFamily="18" charset="0"/>
            <a:ea typeface="+mn-ea"/>
            <a:cs typeface="Times New Roman" pitchFamily="18" charset="0"/>
          </a:endParaRPr>
        </a:p>
      </dsp:txBody>
      <dsp:txXfrm>
        <a:off x="1823146" y="20137"/>
        <a:ext cx="1407074" cy="583048"/>
      </dsp:txXfrm>
    </dsp:sp>
    <dsp:sp modelId="{1922B3A8-0B6E-480E-AA45-0A602B5DF87A}">
      <dsp:nvSpPr>
        <dsp:cNvPr id="0" name=""/>
        <dsp:cNvSpPr/>
      </dsp:nvSpPr>
      <dsp:spPr>
        <a:xfrm>
          <a:off x="3248360" y="284442"/>
          <a:ext cx="495461" cy="54438"/>
        </a:xfrm>
        <a:custGeom>
          <a:avLst/>
          <a:gdLst/>
          <a:ahLst/>
          <a:cxnLst/>
          <a:rect l="0" t="0" r="0" b="0"/>
          <a:pathLst>
            <a:path>
              <a:moveTo>
                <a:pt x="0" y="27219"/>
              </a:moveTo>
              <a:lnTo>
                <a:pt x="495461" y="27219"/>
              </a:lnTo>
            </a:path>
          </a:pathLst>
        </a:custGeom>
        <a:noFill/>
        <a:ln w="25400" cap="flat" cmpd="sng" algn="ctr">
          <a:solidFill>
            <a:schemeClr val="accent5">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solidFill>
              <a:schemeClr val="bg1"/>
            </a:solidFill>
          </a:endParaRPr>
        </a:p>
      </dsp:txBody>
      <dsp:txXfrm>
        <a:off x="3483704" y="299275"/>
        <a:ext cx="24773" cy="24773"/>
      </dsp:txXfrm>
    </dsp:sp>
    <dsp:sp modelId="{0B8D6976-698F-4915-BC60-03D58D9030EF}">
      <dsp:nvSpPr>
        <dsp:cNvPr id="0" name=""/>
        <dsp:cNvSpPr/>
      </dsp:nvSpPr>
      <dsp:spPr>
        <a:xfrm>
          <a:off x="3743821" y="1998"/>
          <a:ext cx="3528984" cy="619326"/>
        </a:xfrm>
        <a:prstGeom prst="roundRect">
          <a:avLst>
            <a:gd name="adj" fmla="val 10000"/>
          </a:avLst>
        </a:prstGeom>
        <a:solidFill>
          <a:schemeClr val="accent5">
            <a:tint val="99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sz="1800" b="1" kern="1200" dirty="0" smtClean="0"/>
            <a:t>简单实现串口通信</a:t>
          </a:r>
          <a:endParaRPr lang="zh-CN" altLang="en-US" sz="1800" b="1" kern="1200" dirty="0">
            <a:latin typeface="Times New Roman" pitchFamily="18" charset="0"/>
            <a:ea typeface="+mn-ea"/>
            <a:cs typeface="Times New Roman" pitchFamily="18" charset="0"/>
          </a:endParaRPr>
        </a:p>
      </dsp:txBody>
      <dsp:txXfrm>
        <a:off x="3761960" y="20137"/>
        <a:ext cx="3492706" cy="583048"/>
      </dsp:txXfrm>
    </dsp:sp>
    <dsp:sp modelId="{ADD60F7E-F129-4FAA-9717-6BBCD5214DDA}">
      <dsp:nvSpPr>
        <dsp:cNvPr id="0" name=""/>
        <dsp:cNvSpPr/>
      </dsp:nvSpPr>
      <dsp:spPr>
        <a:xfrm>
          <a:off x="1309546" y="996668"/>
          <a:ext cx="495461" cy="54438"/>
        </a:xfrm>
        <a:custGeom>
          <a:avLst/>
          <a:gdLst/>
          <a:ahLst/>
          <a:cxnLst/>
          <a:rect l="0" t="0" r="0" b="0"/>
          <a:pathLst>
            <a:path>
              <a:moveTo>
                <a:pt x="0" y="27219"/>
              </a:moveTo>
              <a:lnTo>
                <a:pt x="495461" y="27219"/>
              </a:lnTo>
            </a:path>
          </a:pathLst>
        </a:custGeom>
        <a:noFill/>
        <a:ln w="2540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solidFill>
              <a:schemeClr val="bg1"/>
            </a:solidFill>
            <a:latin typeface="Times New Roman" pitchFamily="18" charset="0"/>
            <a:ea typeface="+mn-ea"/>
            <a:cs typeface="Times New Roman" pitchFamily="18" charset="0"/>
          </a:endParaRPr>
        </a:p>
      </dsp:txBody>
      <dsp:txXfrm>
        <a:off x="1544890" y="1011500"/>
        <a:ext cx="24773" cy="24773"/>
      </dsp:txXfrm>
    </dsp:sp>
    <dsp:sp modelId="{0F98E39D-9477-4FD6-913C-B6D96817538C}">
      <dsp:nvSpPr>
        <dsp:cNvPr id="0" name=""/>
        <dsp:cNvSpPr/>
      </dsp:nvSpPr>
      <dsp:spPr>
        <a:xfrm>
          <a:off x="1805007" y="714224"/>
          <a:ext cx="1443352" cy="619326"/>
        </a:xfrm>
        <a:prstGeom prst="roundRect">
          <a:avLst>
            <a:gd name="adj" fmla="val 10000"/>
          </a:avLst>
        </a:prstGeom>
        <a:solidFill>
          <a:schemeClr val="accent5">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sz="1800" b="1" kern="1200" smtClean="0"/>
            <a:t>应用实例二</a:t>
          </a:r>
          <a:endParaRPr lang="zh-CN" altLang="en-US" sz="1800" b="1" kern="1200" dirty="0">
            <a:latin typeface="Times New Roman" pitchFamily="18" charset="0"/>
            <a:ea typeface="+mn-ea"/>
            <a:cs typeface="Times New Roman" pitchFamily="18" charset="0"/>
          </a:endParaRPr>
        </a:p>
      </dsp:txBody>
      <dsp:txXfrm>
        <a:off x="1823146" y="732363"/>
        <a:ext cx="1407074" cy="583048"/>
      </dsp:txXfrm>
    </dsp:sp>
    <dsp:sp modelId="{197D60DE-A4E1-4F4B-8601-CE1570FEC5EA}">
      <dsp:nvSpPr>
        <dsp:cNvPr id="0" name=""/>
        <dsp:cNvSpPr/>
      </dsp:nvSpPr>
      <dsp:spPr>
        <a:xfrm>
          <a:off x="3248360" y="996668"/>
          <a:ext cx="495461" cy="54438"/>
        </a:xfrm>
        <a:custGeom>
          <a:avLst/>
          <a:gdLst/>
          <a:ahLst/>
          <a:cxnLst/>
          <a:rect l="0" t="0" r="0" b="0"/>
          <a:pathLst>
            <a:path>
              <a:moveTo>
                <a:pt x="0" y="27219"/>
              </a:moveTo>
              <a:lnTo>
                <a:pt x="495461" y="27219"/>
              </a:lnTo>
            </a:path>
          </a:pathLst>
        </a:custGeom>
        <a:noFill/>
        <a:ln w="25400" cap="flat" cmpd="sng" algn="ctr">
          <a:solidFill>
            <a:schemeClr val="accent5">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solidFill>
              <a:schemeClr val="bg1"/>
            </a:solidFill>
          </a:endParaRPr>
        </a:p>
      </dsp:txBody>
      <dsp:txXfrm>
        <a:off x="3483704" y="1011500"/>
        <a:ext cx="24773" cy="24773"/>
      </dsp:txXfrm>
    </dsp:sp>
    <dsp:sp modelId="{6B4845DC-86E5-414D-9A3C-7AF4ECF63269}">
      <dsp:nvSpPr>
        <dsp:cNvPr id="0" name=""/>
        <dsp:cNvSpPr/>
      </dsp:nvSpPr>
      <dsp:spPr>
        <a:xfrm>
          <a:off x="3743821" y="714224"/>
          <a:ext cx="3528984" cy="619326"/>
        </a:xfrm>
        <a:prstGeom prst="roundRect">
          <a:avLst>
            <a:gd name="adj" fmla="val 10000"/>
          </a:avLst>
        </a:prstGeom>
        <a:solidFill>
          <a:schemeClr val="accent5">
            <a:tint val="99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sz="1800" b="1" kern="1200" dirty="0" smtClean="0"/>
            <a:t>重定向</a:t>
          </a:r>
          <a:r>
            <a:rPr lang="en-US" sz="1800" b="1" kern="1200" dirty="0" err="1" smtClean="0"/>
            <a:t>printf</a:t>
          </a:r>
          <a:r>
            <a:rPr lang="en-US" sz="1800" b="1" kern="1200" dirty="0" smtClean="0"/>
            <a:t>()</a:t>
          </a:r>
          <a:r>
            <a:rPr lang="zh-CN" sz="1800" b="1" kern="1200" dirty="0" smtClean="0"/>
            <a:t>函数和</a:t>
          </a:r>
          <a:r>
            <a:rPr lang="en-US" sz="1800" b="1" kern="1200" dirty="0" err="1" smtClean="0"/>
            <a:t>scanf</a:t>
          </a:r>
          <a:r>
            <a:rPr lang="en-US" sz="1800" b="1" kern="1200" dirty="0" smtClean="0"/>
            <a:t>()</a:t>
          </a:r>
          <a:r>
            <a:rPr lang="zh-CN" sz="1800" b="1" kern="1200" dirty="0" smtClean="0"/>
            <a:t>函数</a:t>
          </a:r>
          <a:endParaRPr lang="zh-CN" altLang="en-US" sz="1800" b="1" kern="1200" dirty="0">
            <a:latin typeface="Times New Roman" pitchFamily="18" charset="0"/>
            <a:ea typeface="+mn-ea"/>
            <a:cs typeface="Times New Roman" pitchFamily="18" charset="0"/>
          </a:endParaRPr>
        </a:p>
      </dsp:txBody>
      <dsp:txXfrm>
        <a:off x="3761960" y="732363"/>
        <a:ext cx="3492706" cy="583048"/>
      </dsp:txXfrm>
    </dsp:sp>
    <dsp:sp modelId="{B8CFF66D-8272-4931-8891-25D027206AA9}">
      <dsp:nvSpPr>
        <dsp:cNvPr id="0" name=""/>
        <dsp:cNvSpPr/>
      </dsp:nvSpPr>
      <dsp:spPr>
        <a:xfrm rot="3310531">
          <a:off x="1123471" y="1352780"/>
          <a:ext cx="867609" cy="54438"/>
        </a:xfrm>
        <a:custGeom>
          <a:avLst/>
          <a:gdLst/>
          <a:ahLst/>
          <a:cxnLst/>
          <a:rect l="0" t="0" r="0" b="0"/>
          <a:pathLst>
            <a:path>
              <a:moveTo>
                <a:pt x="0" y="27219"/>
              </a:moveTo>
              <a:lnTo>
                <a:pt x="867609" y="27219"/>
              </a:lnTo>
            </a:path>
          </a:pathLst>
        </a:custGeom>
        <a:noFill/>
        <a:ln w="2540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solidFill>
              <a:schemeClr val="bg1"/>
            </a:solidFill>
          </a:endParaRPr>
        </a:p>
      </dsp:txBody>
      <dsp:txXfrm>
        <a:off x="1535586" y="1358309"/>
        <a:ext cx="43380" cy="43380"/>
      </dsp:txXfrm>
    </dsp:sp>
    <dsp:sp modelId="{44D5020E-1FDB-4CE3-990D-AFD35D46F240}">
      <dsp:nvSpPr>
        <dsp:cNvPr id="0" name=""/>
        <dsp:cNvSpPr/>
      </dsp:nvSpPr>
      <dsp:spPr>
        <a:xfrm>
          <a:off x="1805007" y="1426449"/>
          <a:ext cx="1428303" cy="619326"/>
        </a:xfrm>
        <a:prstGeom prst="roundRect">
          <a:avLst>
            <a:gd name="adj" fmla="val 10000"/>
          </a:avLst>
        </a:prstGeom>
        <a:solidFill>
          <a:schemeClr val="accent5">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sz="1800" b="1" kern="1200" dirty="0" smtClean="0"/>
            <a:t>应用实例三</a:t>
          </a:r>
          <a:endParaRPr lang="zh-CN" altLang="en-US" sz="1800" b="1" kern="1200" dirty="0">
            <a:latin typeface="Times New Roman" pitchFamily="18" charset="0"/>
            <a:ea typeface="+mn-ea"/>
            <a:cs typeface="Times New Roman" pitchFamily="18" charset="0"/>
          </a:endParaRPr>
        </a:p>
      </dsp:txBody>
      <dsp:txXfrm>
        <a:off x="1823146" y="1444588"/>
        <a:ext cx="1392025" cy="583048"/>
      </dsp:txXfrm>
    </dsp:sp>
    <dsp:sp modelId="{3504E788-7145-436D-8ED2-5F0A7F751F5E}">
      <dsp:nvSpPr>
        <dsp:cNvPr id="0" name=""/>
        <dsp:cNvSpPr/>
      </dsp:nvSpPr>
      <dsp:spPr>
        <a:xfrm>
          <a:off x="3233310" y="1708893"/>
          <a:ext cx="495461" cy="54438"/>
        </a:xfrm>
        <a:custGeom>
          <a:avLst/>
          <a:gdLst/>
          <a:ahLst/>
          <a:cxnLst/>
          <a:rect l="0" t="0" r="0" b="0"/>
          <a:pathLst>
            <a:path>
              <a:moveTo>
                <a:pt x="0" y="27219"/>
              </a:moveTo>
              <a:lnTo>
                <a:pt x="495461" y="27219"/>
              </a:lnTo>
            </a:path>
          </a:pathLst>
        </a:custGeom>
        <a:noFill/>
        <a:ln w="25400" cap="flat" cmpd="sng" algn="ctr">
          <a:solidFill>
            <a:schemeClr val="accent5">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b="1" kern="1200">
            <a:solidFill>
              <a:schemeClr val="bg1"/>
            </a:solidFill>
          </a:endParaRPr>
        </a:p>
      </dsp:txBody>
      <dsp:txXfrm>
        <a:off x="3468654" y="1723726"/>
        <a:ext cx="24773" cy="24773"/>
      </dsp:txXfrm>
    </dsp:sp>
    <dsp:sp modelId="{73EB5796-903E-4167-B572-E6F1DB24C831}">
      <dsp:nvSpPr>
        <dsp:cNvPr id="0" name=""/>
        <dsp:cNvSpPr/>
      </dsp:nvSpPr>
      <dsp:spPr>
        <a:xfrm>
          <a:off x="3728771" y="1426449"/>
          <a:ext cx="3528984" cy="619326"/>
        </a:xfrm>
        <a:prstGeom prst="roundRect">
          <a:avLst>
            <a:gd name="adj" fmla="val 10000"/>
          </a:avLst>
        </a:prstGeom>
        <a:solidFill>
          <a:schemeClr val="accent5">
            <a:tint val="99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USART</a:t>
          </a:r>
          <a:r>
            <a:rPr lang="zh-CN" sz="1800" b="1" kern="1200" dirty="0" smtClean="0"/>
            <a:t>查询方式</a:t>
          </a:r>
          <a:endParaRPr lang="zh-CN" altLang="en-US" sz="1800" b="1" kern="1200" dirty="0">
            <a:latin typeface="Times New Roman" pitchFamily="18" charset="0"/>
            <a:ea typeface="+mn-ea"/>
            <a:cs typeface="Times New Roman" pitchFamily="18" charset="0"/>
          </a:endParaRPr>
        </a:p>
      </dsp:txBody>
      <dsp:txXfrm>
        <a:off x="3746910" y="1444588"/>
        <a:ext cx="3492706" cy="5830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F6EE3-555B-49EF-A837-96E07E6D89C9}">
      <dsp:nvSpPr>
        <dsp:cNvPr id="0" name=""/>
        <dsp:cNvSpPr/>
      </dsp:nvSpPr>
      <dsp:spPr>
        <a:xfrm>
          <a:off x="1309" y="110"/>
          <a:ext cx="3640902" cy="552431"/>
        </a:xfrm>
        <a:prstGeom prst="roundRect">
          <a:avLst>
            <a:gd name="adj" fmla="val 10000"/>
          </a:avLst>
        </a:prstGeom>
        <a:solidFill>
          <a:schemeClr val="accent5">
            <a:shade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b="1" kern="1200" dirty="0" smtClean="0"/>
            <a:t>编程代码</a:t>
          </a:r>
          <a:endParaRPr lang="zh-CN" altLang="en-US" sz="1800" b="1" kern="1200" dirty="0"/>
        </a:p>
      </dsp:txBody>
      <dsp:txXfrm>
        <a:off x="17489" y="16290"/>
        <a:ext cx="3608542" cy="520071"/>
      </dsp:txXfrm>
    </dsp:sp>
    <dsp:sp modelId="{2BB5D062-EE69-4205-818D-3DD5ED80D19F}">
      <dsp:nvSpPr>
        <dsp:cNvPr id="0" name=""/>
        <dsp:cNvSpPr/>
      </dsp:nvSpPr>
      <dsp:spPr>
        <a:xfrm>
          <a:off x="1309" y="700388"/>
          <a:ext cx="1149274" cy="1843156"/>
        </a:xfrm>
        <a:prstGeom prst="roundRect">
          <a:avLst>
            <a:gd name="adj" fmla="val 10000"/>
          </a:avLst>
        </a:prstGeom>
        <a:solidFill>
          <a:schemeClr val="accent5">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GB" sz="1800" b="1" kern="1200" dirty="0" smtClean="0"/>
            <a:t>USART</a:t>
          </a:r>
          <a:r>
            <a:rPr lang="zh-CN" sz="1800" b="1" kern="1200" dirty="0" smtClean="0"/>
            <a:t>初始化头文件</a:t>
          </a:r>
          <a:r>
            <a:rPr lang="en-GB" sz="1800" b="1" kern="1200" dirty="0" err="1" smtClean="0"/>
            <a:t>USART_Init_Config.h</a:t>
          </a:r>
          <a:endParaRPr lang="zh-CN" sz="1800" b="1" kern="1200" dirty="0"/>
        </a:p>
      </dsp:txBody>
      <dsp:txXfrm>
        <a:off x="34970" y="734049"/>
        <a:ext cx="1081952" cy="1775834"/>
      </dsp:txXfrm>
    </dsp:sp>
    <dsp:sp modelId="{64514A20-6F4A-4CA5-B859-87E031B308EF}">
      <dsp:nvSpPr>
        <dsp:cNvPr id="0" name=""/>
        <dsp:cNvSpPr/>
      </dsp:nvSpPr>
      <dsp:spPr>
        <a:xfrm>
          <a:off x="1247123" y="700388"/>
          <a:ext cx="1149274" cy="1843156"/>
        </a:xfrm>
        <a:prstGeom prst="roundRect">
          <a:avLst>
            <a:gd name="adj" fmla="val 10000"/>
          </a:avLst>
        </a:prstGeom>
        <a:solidFill>
          <a:schemeClr val="accent5">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GB" sz="1800" b="1" kern="1200" dirty="0" smtClean="0"/>
            <a:t>USART</a:t>
          </a:r>
          <a:r>
            <a:rPr lang="zh-CN" sz="1800" b="1" kern="1200" dirty="0" smtClean="0"/>
            <a:t>初始化程序</a:t>
          </a:r>
          <a:r>
            <a:rPr lang="en-GB" sz="1800" b="1" kern="1200" dirty="0" err="1" smtClean="0"/>
            <a:t>USART_Init_Config.c</a:t>
          </a:r>
          <a:r>
            <a:rPr lang="zh-CN" sz="1800" b="1" kern="1200" dirty="0" smtClean="0"/>
            <a:t>文件</a:t>
          </a:r>
          <a:endParaRPr lang="zh-CN" sz="1800" b="1" kern="1200" dirty="0"/>
        </a:p>
      </dsp:txBody>
      <dsp:txXfrm>
        <a:off x="1280784" y="734049"/>
        <a:ext cx="1081952" cy="1775834"/>
      </dsp:txXfrm>
    </dsp:sp>
    <dsp:sp modelId="{39CE582F-2F6F-43BA-B51C-A82B0B72CCCF}">
      <dsp:nvSpPr>
        <dsp:cNvPr id="0" name=""/>
        <dsp:cNvSpPr/>
      </dsp:nvSpPr>
      <dsp:spPr>
        <a:xfrm>
          <a:off x="2492936" y="700388"/>
          <a:ext cx="1149274" cy="1843156"/>
        </a:xfrm>
        <a:prstGeom prst="roundRect">
          <a:avLst>
            <a:gd name="adj" fmla="val 10000"/>
          </a:avLst>
        </a:prstGeom>
        <a:solidFill>
          <a:schemeClr val="accent5">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sz="1800" b="1" kern="1200" dirty="0" smtClean="0"/>
            <a:t>主程序</a:t>
          </a:r>
          <a:r>
            <a:rPr lang="en-US" sz="1800" b="1" kern="1200" dirty="0" err="1" smtClean="0"/>
            <a:t>main.c</a:t>
          </a:r>
          <a:r>
            <a:rPr lang="zh-CN" sz="1800" b="1" kern="1200" dirty="0" smtClean="0"/>
            <a:t>文件</a:t>
          </a:r>
          <a:endParaRPr lang="zh-CN" sz="1800" b="1" kern="1200" dirty="0"/>
        </a:p>
      </dsp:txBody>
      <dsp:txXfrm>
        <a:off x="2526597" y="734049"/>
        <a:ext cx="1081952" cy="177583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6540C-3CD5-4EC0-9400-7A15E8EDAFC1}">
      <dsp:nvSpPr>
        <dsp:cNvPr id="0" name=""/>
        <dsp:cNvSpPr/>
      </dsp:nvSpPr>
      <dsp:spPr>
        <a:xfrm>
          <a:off x="0" y="0"/>
          <a:ext cx="1440147" cy="1440147"/>
        </a:xfrm>
        <a:prstGeom prst="pie">
          <a:avLst>
            <a:gd name="adj1" fmla="val 5400000"/>
            <a:gd name="adj2" fmla="val 16200000"/>
          </a:avLst>
        </a:prstGeom>
        <a:solidFill>
          <a:schemeClr val="accent5">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CD8C43-4517-4DC9-A403-BEDDC0C0EEA6}">
      <dsp:nvSpPr>
        <dsp:cNvPr id="0" name=""/>
        <dsp:cNvSpPr/>
      </dsp:nvSpPr>
      <dsp:spPr>
        <a:xfrm>
          <a:off x="720073" y="0"/>
          <a:ext cx="2592294" cy="1440147"/>
        </a:xfrm>
        <a:prstGeom prst="rect">
          <a:avLst/>
        </a:prstGeom>
        <a:solidFill>
          <a:schemeClr val="lt1">
            <a:alpha val="90000"/>
            <a:hueOff val="0"/>
            <a:satOff val="0"/>
            <a:lumOff val="0"/>
            <a:alphaOff val="0"/>
          </a:schemeClr>
        </a:solidFill>
        <a:ln w="25400" cap="flat" cmpd="sng" algn="ctr">
          <a:solidFill>
            <a:schemeClr val="accent5">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err="1" smtClean="0"/>
            <a:t>USART_Init_Config.h</a:t>
          </a:r>
          <a:endParaRPr lang="zh-CN" sz="1800" b="1" kern="1200" dirty="0"/>
        </a:p>
      </dsp:txBody>
      <dsp:txXfrm>
        <a:off x="720073" y="0"/>
        <a:ext cx="2592294" cy="432045"/>
      </dsp:txXfrm>
    </dsp:sp>
    <dsp:sp modelId="{334FB90D-6325-4914-883A-72C30772AE71}">
      <dsp:nvSpPr>
        <dsp:cNvPr id="0" name=""/>
        <dsp:cNvSpPr/>
      </dsp:nvSpPr>
      <dsp:spPr>
        <a:xfrm>
          <a:off x="252026" y="432045"/>
          <a:ext cx="936094" cy="936094"/>
        </a:xfrm>
        <a:prstGeom prst="pie">
          <a:avLst>
            <a:gd name="adj1" fmla="val 5400000"/>
            <a:gd name="adj2" fmla="val 16200000"/>
          </a:avLst>
        </a:prstGeom>
        <a:solidFill>
          <a:schemeClr val="accent5">
            <a:shade val="50000"/>
            <a:hueOff val="168648"/>
            <a:satOff val="-3730"/>
            <a:lumOff val="2799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E44A0A-E511-4F53-B591-46F61A94769E}">
      <dsp:nvSpPr>
        <dsp:cNvPr id="0" name=""/>
        <dsp:cNvSpPr/>
      </dsp:nvSpPr>
      <dsp:spPr>
        <a:xfrm>
          <a:off x="720073" y="432045"/>
          <a:ext cx="2592294" cy="936094"/>
        </a:xfrm>
        <a:prstGeom prst="rect">
          <a:avLst/>
        </a:prstGeom>
        <a:solidFill>
          <a:schemeClr val="lt1">
            <a:alpha val="90000"/>
            <a:hueOff val="0"/>
            <a:satOff val="0"/>
            <a:lumOff val="0"/>
            <a:alphaOff val="0"/>
          </a:schemeClr>
        </a:solidFill>
        <a:ln w="25400" cap="flat" cmpd="sng" algn="ctr">
          <a:solidFill>
            <a:schemeClr val="accent5">
              <a:shade val="50000"/>
              <a:hueOff val="168648"/>
              <a:satOff val="-3730"/>
              <a:lumOff val="2799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err="1" smtClean="0"/>
            <a:t>USART_Init_Config.c</a:t>
          </a:r>
          <a:r>
            <a:rPr lang="zh-CN" sz="1800" b="1" kern="1200" dirty="0" smtClean="0"/>
            <a:t>文件</a:t>
          </a:r>
          <a:endParaRPr lang="zh-CN" sz="1800" b="1" kern="1200" dirty="0"/>
        </a:p>
      </dsp:txBody>
      <dsp:txXfrm>
        <a:off x="720073" y="432045"/>
        <a:ext cx="2592294" cy="432043"/>
      </dsp:txXfrm>
    </dsp:sp>
    <dsp:sp modelId="{20AF8BE1-B008-4240-8E8F-03FC5B22EAB2}">
      <dsp:nvSpPr>
        <dsp:cNvPr id="0" name=""/>
        <dsp:cNvSpPr/>
      </dsp:nvSpPr>
      <dsp:spPr>
        <a:xfrm>
          <a:off x="504051" y="864088"/>
          <a:ext cx="432043" cy="432043"/>
        </a:xfrm>
        <a:prstGeom prst="pie">
          <a:avLst>
            <a:gd name="adj1" fmla="val 5400000"/>
            <a:gd name="adj2" fmla="val 16200000"/>
          </a:avLst>
        </a:prstGeom>
        <a:solidFill>
          <a:schemeClr val="accent5">
            <a:shade val="50000"/>
            <a:hueOff val="168648"/>
            <a:satOff val="-3730"/>
            <a:lumOff val="2799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1DB2C5-125A-4D8B-A342-44F3CF30F322}">
      <dsp:nvSpPr>
        <dsp:cNvPr id="0" name=""/>
        <dsp:cNvSpPr/>
      </dsp:nvSpPr>
      <dsp:spPr>
        <a:xfrm>
          <a:off x="720073" y="864088"/>
          <a:ext cx="2592294" cy="432043"/>
        </a:xfrm>
        <a:prstGeom prst="rect">
          <a:avLst/>
        </a:prstGeom>
        <a:solidFill>
          <a:schemeClr val="lt1">
            <a:alpha val="90000"/>
            <a:hueOff val="0"/>
            <a:satOff val="0"/>
            <a:lumOff val="0"/>
            <a:alphaOff val="0"/>
          </a:schemeClr>
        </a:solidFill>
        <a:ln w="25400" cap="flat" cmpd="sng" algn="ctr">
          <a:solidFill>
            <a:schemeClr val="accent5">
              <a:shade val="50000"/>
              <a:hueOff val="168648"/>
              <a:satOff val="-3730"/>
              <a:lumOff val="2799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err="1" smtClean="0"/>
            <a:t>main.c</a:t>
          </a:r>
          <a:r>
            <a:rPr lang="zh-CN" sz="1800" b="1" kern="1200" dirty="0" smtClean="0"/>
            <a:t>程序</a:t>
          </a:r>
          <a:endParaRPr lang="zh-CN" sz="1800" b="1" kern="1200" dirty="0"/>
        </a:p>
      </dsp:txBody>
      <dsp:txXfrm>
        <a:off x="720073" y="864088"/>
        <a:ext cx="2592294" cy="43204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1B936-C86F-4A9E-9E98-C7DA2D773C88}">
      <dsp:nvSpPr>
        <dsp:cNvPr id="0" name=""/>
        <dsp:cNvSpPr/>
      </dsp:nvSpPr>
      <dsp:spPr>
        <a:xfrm>
          <a:off x="-3118672" y="-480068"/>
          <a:ext cx="3719834" cy="3719834"/>
        </a:xfrm>
        <a:prstGeom prst="blockArc">
          <a:avLst>
            <a:gd name="adj1" fmla="val 18900000"/>
            <a:gd name="adj2" fmla="val 2700000"/>
            <a:gd name="adj3" fmla="val 581"/>
          </a:avLst>
        </a:pr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9D395B-2F60-474D-9233-55D7823662B8}">
      <dsp:nvSpPr>
        <dsp:cNvPr id="0" name=""/>
        <dsp:cNvSpPr/>
      </dsp:nvSpPr>
      <dsp:spPr>
        <a:xfrm>
          <a:off x="386543" y="275969"/>
          <a:ext cx="5674870" cy="551939"/>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02" tIns="63500" rIns="63500" bIns="6350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en-US" sz="2500" b="1" kern="1200" dirty="0" smtClean="0"/>
            <a:t>7.5.1 UART</a:t>
          </a:r>
          <a:r>
            <a:rPr lang="zh-CN" altLang="en-US" sz="2500" b="1" kern="1200" dirty="0" smtClean="0"/>
            <a:t>的</a:t>
          </a:r>
          <a:r>
            <a:rPr lang="en-US" altLang="en-US" sz="2500" b="1" kern="1200" dirty="0" smtClean="0"/>
            <a:t>HAL</a:t>
          </a:r>
          <a:r>
            <a:rPr lang="zh-CN" altLang="en-US" sz="2500" b="1" kern="1200" dirty="0" smtClean="0"/>
            <a:t>库接口函数</a:t>
          </a:r>
          <a:endParaRPr lang="zh-CN" altLang="en-US" sz="2500" b="1" kern="1200" dirty="0"/>
        </a:p>
      </dsp:txBody>
      <dsp:txXfrm>
        <a:off x="386543" y="275969"/>
        <a:ext cx="5674870" cy="551939"/>
      </dsp:txXfrm>
    </dsp:sp>
    <dsp:sp modelId="{412CF2C1-26C7-4DBC-84C3-53690705A93A}">
      <dsp:nvSpPr>
        <dsp:cNvPr id="0" name=""/>
        <dsp:cNvSpPr/>
      </dsp:nvSpPr>
      <dsp:spPr>
        <a:xfrm>
          <a:off x="41581" y="206977"/>
          <a:ext cx="689924" cy="689924"/>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01A1551-7AC6-4BD2-8D31-66B84F40F9B8}">
      <dsp:nvSpPr>
        <dsp:cNvPr id="0" name=""/>
        <dsp:cNvSpPr/>
      </dsp:nvSpPr>
      <dsp:spPr>
        <a:xfrm>
          <a:off x="587173" y="1103879"/>
          <a:ext cx="5474240" cy="551939"/>
        </a:xfrm>
        <a:prstGeom prst="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02" tIns="63500" rIns="63500" bIns="63500" numCol="1" spcCol="1270" anchor="ctr" anchorCtr="0">
          <a:noAutofit/>
        </a:bodyPr>
        <a:lstStyle/>
        <a:p>
          <a:pPr lvl="0" algn="l" defTabSz="1111250">
            <a:lnSpc>
              <a:spcPct val="90000"/>
            </a:lnSpc>
            <a:spcBef>
              <a:spcPct val="0"/>
            </a:spcBef>
            <a:spcAft>
              <a:spcPct val="35000"/>
            </a:spcAft>
          </a:pPr>
          <a:r>
            <a:rPr lang="en-US" altLang="en-US" sz="2500" b="1" kern="1200" dirty="0" smtClean="0"/>
            <a:t>7.5.2 </a:t>
          </a:r>
          <a:r>
            <a:rPr lang="en-US" altLang="en-US" sz="2500" b="1" kern="1200" dirty="0" smtClean="0"/>
            <a:t>USART</a:t>
          </a:r>
          <a:r>
            <a:rPr lang="zh-CN" altLang="en-US" sz="2500" b="1" kern="1200" dirty="0" smtClean="0"/>
            <a:t>的</a:t>
          </a:r>
          <a:r>
            <a:rPr lang="en-US" altLang="en-US" sz="2500" b="1" kern="1200" dirty="0" smtClean="0"/>
            <a:t>HAL</a:t>
          </a:r>
          <a:r>
            <a:rPr lang="zh-CN" altLang="en-US" sz="2500" b="1" kern="1200" dirty="0" smtClean="0"/>
            <a:t>库应用</a:t>
          </a:r>
          <a:r>
            <a:rPr lang="zh-CN" altLang="en-US" sz="2500" b="1" kern="1200" dirty="0" smtClean="0"/>
            <a:t>实例</a:t>
          </a:r>
          <a:endParaRPr lang="zh-CN" altLang="en-US" sz="2500" b="1" kern="1200" dirty="0"/>
        </a:p>
      </dsp:txBody>
      <dsp:txXfrm>
        <a:off x="587173" y="1103879"/>
        <a:ext cx="5474240" cy="551939"/>
      </dsp:txXfrm>
    </dsp:sp>
    <dsp:sp modelId="{9C8392CB-7BE2-483A-BA60-BC07E6CFAD4E}">
      <dsp:nvSpPr>
        <dsp:cNvPr id="0" name=""/>
        <dsp:cNvSpPr/>
      </dsp:nvSpPr>
      <dsp:spPr>
        <a:xfrm>
          <a:off x="242211" y="1034886"/>
          <a:ext cx="689924" cy="689924"/>
        </a:xfrm>
        <a:prstGeom prst="ellipse">
          <a:avLst/>
        </a:prstGeom>
        <a:solidFill>
          <a:schemeClr val="lt1">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sp>
    <dsp:sp modelId="{60C45125-CC70-4946-AE06-4EA1A94BE4BB}">
      <dsp:nvSpPr>
        <dsp:cNvPr id="0" name=""/>
        <dsp:cNvSpPr/>
      </dsp:nvSpPr>
      <dsp:spPr>
        <a:xfrm>
          <a:off x="386543" y="1931788"/>
          <a:ext cx="5674870" cy="551939"/>
        </a:xfrm>
        <a:prstGeom prst="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02" tIns="63500" rIns="63500" bIns="63500" numCol="1" spcCol="1270" anchor="ctr" anchorCtr="0">
          <a:noAutofit/>
        </a:bodyPr>
        <a:lstStyle/>
        <a:p>
          <a:pPr lvl="0" algn="l" defTabSz="1111250">
            <a:lnSpc>
              <a:spcPct val="90000"/>
            </a:lnSpc>
            <a:spcBef>
              <a:spcPct val="0"/>
            </a:spcBef>
            <a:spcAft>
              <a:spcPct val="35000"/>
            </a:spcAft>
          </a:pPr>
          <a:r>
            <a:rPr lang="en-US" altLang="en-US" sz="2500" b="1" kern="1200" dirty="0" smtClean="0"/>
            <a:t>7.5.3 USART</a:t>
          </a:r>
          <a:r>
            <a:rPr lang="zh-CN" altLang="en-US" sz="2500" b="1" kern="1200" dirty="0" smtClean="0"/>
            <a:t>模块应用实例拓展</a:t>
          </a:r>
          <a:endParaRPr lang="zh-CN" altLang="en-US" sz="2500" b="1" kern="1200" dirty="0"/>
        </a:p>
      </dsp:txBody>
      <dsp:txXfrm>
        <a:off x="386543" y="1931788"/>
        <a:ext cx="5674870" cy="551939"/>
      </dsp:txXfrm>
    </dsp:sp>
    <dsp:sp modelId="{FEFF1738-67B2-4C97-951C-3977475049E7}">
      <dsp:nvSpPr>
        <dsp:cNvPr id="0" name=""/>
        <dsp:cNvSpPr/>
      </dsp:nvSpPr>
      <dsp:spPr>
        <a:xfrm>
          <a:off x="41581" y="1862796"/>
          <a:ext cx="689924" cy="689924"/>
        </a:xfrm>
        <a:prstGeom prst="ellipse">
          <a:avLst/>
        </a:prstGeom>
        <a:solidFill>
          <a:schemeClr val="lt1">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80920E-E6B7-473B-A9D3-1F85DFE2575E}">
      <dsp:nvSpPr>
        <dsp:cNvPr id="0" name=""/>
        <dsp:cNvSpPr/>
      </dsp:nvSpPr>
      <dsp:spPr>
        <a:xfrm>
          <a:off x="7669" y="1016729"/>
          <a:ext cx="1188243" cy="151501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sz="1800" b="1" kern="1200" dirty="0" smtClean="0"/>
            <a:t>新建</a:t>
          </a:r>
          <a:r>
            <a:rPr lang="en-US" sz="1800" b="1" kern="1200" dirty="0" smtClean="0"/>
            <a:t>STM32CubeMX</a:t>
          </a:r>
          <a:r>
            <a:rPr lang="zh-CN" sz="1800" b="1" kern="1200" dirty="0" smtClean="0"/>
            <a:t>工程，选择</a:t>
          </a:r>
          <a:r>
            <a:rPr lang="en-US" sz="1800" b="1" kern="1200" dirty="0" smtClean="0"/>
            <a:t>MCU</a:t>
          </a:r>
          <a:endParaRPr lang="zh-CN" altLang="en-US" sz="1800" kern="1200" dirty="0"/>
        </a:p>
      </dsp:txBody>
      <dsp:txXfrm>
        <a:off x="42471" y="1051531"/>
        <a:ext cx="1118639" cy="1445406"/>
      </dsp:txXfrm>
    </dsp:sp>
    <dsp:sp modelId="{644FCBCF-D797-4034-99BA-7079D9A4F600}">
      <dsp:nvSpPr>
        <dsp:cNvPr id="0" name=""/>
        <dsp:cNvSpPr/>
      </dsp:nvSpPr>
      <dsp:spPr>
        <a:xfrm>
          <a:off x="1314737" y="1626892"/>
          <a:ext cx="251907" cy="294684"/>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314737" y="1685829"/>
        <a:ext cx="176335" cy="176810"/>
      </dsp:txXfrm>
    </dsp:sp>
    <dsp:sp modelId="{FF74BA51-0237-4304-9437-506E313DFC66}">
      <dsp:nvSpPr>
        <dsp:cNvPr id="0" name=""/>
        <dsp:cNvSpPr/>
      </dsp:nvSpPr>
      <dsp:spPr>
        <a:xfrm>
          <a:off x="1671210" y="1016729"/>
          <a:ext cx="1188243" cy="1515010"/>
        </a:xfrm>
        <a:prstGeom prst="roundRect">
          <a:avLst>
            <a:gd name="adj" fmla="val 10000"/>
          </a:avLst>
        </a:prstGeom>
        <a:solidFill>
          <a:schemeClr val="accent5">
            <a:lumMod val="40000"/>
            <a:lumOff val="6000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STM32CubeMX</a:t>
          </a:r>
          <a:r>
            <a:rPr lang="zh-CN" sz="1800" b="1" kern="1200" dirty="0" smtClean="0"/>
            <a:t>功能参数配置</a:t>
          </a:r>
          <a:endParaRPr lang="zh-CN" altLang="en-US" sz="1800" kern="1200" dirty="0"/>
        </a:p>
      </dsp:txBody>
      <dsp:txXfrm>
        <a:off x="1706012" y="1051531"/>
        <a:ext cx="1118639" cy="1445406"/>
      </dsp:txXfrm>
    </dsp:sp>
    <dsp:sp modelId="{557D2FF1-EA0D-4FEF-BA65-DB5E70590D33}">
      <dsp:nvSpPr>
        <dsp:cNvPr id="0" name=""/>
        <dsp:cNvSpPr/>
      </dsp:nvSpPr>
      <dsp:spPr>
        <a:xfrm>
          <a:off x="2978278" y="1626892"/>
          <a:ext cx="251907" cy="294684"/>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978278" y="1685829"/>
        <a:ext cx="176335" cy="176810"/>
      </dsp:txXfrm>
    </dsp:sp>
    <dsp:sp modelId="{80F22BB9-697F-4175-97CE-CA041987EE96}">
      <dsp:nvSpPr>
        <dsp:cNvPr id="0" name=""/>
        <dsp:cNvSpPr/>
      </dsp:nvSpPr>
      <dsp:spPr>
        <a:xfrm>
          <a:off x="3334751" y="1016729"/>
          <a:ext cx="1188243" cy="151501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t>生成工程代码</a:t>
          </a:r>
          <a:endParaRPr lang="zh-CN" altLang="en-US" sz="1800" kern="1200" dirty="0"/>
        </a:p>
      </dsp:txBody>
      <dsp:txXfrm>
        <a:off x="3369553" y="1051531"/>
        <a:ext cx="1118639" cy="1445406"/>
      </dsp:txXfrm>
    </dsp:sp>
    <dsp:sp modelId="{932325F8-5569-4843-B296-D85EDEB86313}">
      <dsp:nvSpPr>
        <dsp:cNvPr id="0" name=""/>
        <dsp:cNvSpPr/>
      </dsp:nvSpPr>
      <dsp:spPr>
        <a:xfrm>
          <a:off x="4641819" y="1626892"/>
          <a:ext cx="251907" cy="294684"/>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4641819" y="1685829"/>
        <a:ext cx="176335" cy="176810"/>
      </dsp:txXfrm>
    </dsp:sp>
    <dsp:sp modelId="{BD3942B7-8CD9-472B-8C67-B963E826446C}">
      <dsp:nvSpPr>
        <dsp:cNvPr id="0" name=""/>
        <dsp:cNvSpPr/>
      </dsp:nvSpPr>
      <dsp:spPr>
        <a:xfrm>
          <a:off x="4998292" y="1016729"/>
          <a:ext cx="1188243" cy="151501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t>编写应用程序</a:t>
          </a:r>
          <a:endParaRPr lang="zh-CN" altLang="en-US" sz="1800" kern="1200" dirty="0"/>
        </a:p>
      </dsp:txBody>
      <dsp:txXfrm>
        <a:off x="5033094" y="1051531"/>
        <a:ext cx="1118639" cy="1445406"/>
      </dsp:txXfrm>
    </dsp:sp>
    <dsp:sp modelId="{35703991-0EBF-4858-851D-C6FF46BE9EC3}">
      <dsp:nvSpPr>
        <dsp:cNvPr id="0" name=""/>
        <dsp:cNvSpPr/>
      </dsp:nvSpPr>
      <dsp:spPr>
        <a:xfrm>
          <a:off x="6305359" y="1626892"/>
          <a:ext cx="251907" cy="294684"/>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6305359" y="1685829"/>
        <a:ext cx="176335" cy="176810"/>
      </dsp:txXfrm>
    </dsp:sp>
    <dsp:sp modelId="{C6F262EF-0BB1-42D6-ADB9-4E9E982D5345}">
      <dsp:nvSpPr>
        <dsp:cNvPr id="0" name=""/>
        <dsp:cNvSpPr/>
      </dsp:nvSpPr>
      <dsp:spPr>
        <a:xfrm>
          <a:off x="6661832" y="1016729"/>
          <a:ext cx="1188243" cy="151501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smtClean="0"/>
            <a:t>下载调试验证</a:t>
          </a:r>
          <a:endParaRPr lang="zh-CN" altLang="en-US" sz="1800" kern="1200" dirty="0"/>
        </a:p>
      </dsp:txBody>
      <dsp:txXfrm>
        <a:off x="6696634" y="1051531"/>
        <a:ext cx="1118639" cy="14454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0B74DA-99EA-4E63-AFD9-D1D15327A445}">
      <dsp:nvSpPr>
        <dsp:cNvPr id="0" name=""/>
        <dsp:cNvSpPr/>
      </dsp:nvSpPr>
      <dsp:spPr>
        <a:xfrm>
          <a:off x="0" y="324694"/>
          <a:ext cx="3672408" cy="7371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altLang="en-US" sz="1600" b="1" kern="1200" smtClean="0"/>
            <a:t>起始位：也就是帧头，表示一帧数据的开始，必须要有，长度不限，但不建议太长。</a:t>
          </a:r>
          <a:endParaRPr lang="zh-CN" altLang="en-US" sz="1600" b="1" kern="1200"/>
        </a:p>
      </dsp:txBody>
      <dsp:txXfrm>
        <a:off x="35982" y="360676"/>
        <a:ext cx="3600444" cy="665136"/>
      </dsp:txXfrm>
    </dsp:sp>
    <dsp:sp modelId="{D4CA753A-CFE1-403F-B6D4-4874FA9123DE}">
      <dsp:nvSpPr>
        <dsp:cNvPr id="0" name=""/>
        <dsp:cNvSpPr/>
      </dsp:nvSpPr>
      <dsp:spPr>
        <a:xfrm>
          <a:off x="0" y="1076194"/>
          <a:ext cx="3672408" cy="737100"/>
        </a:xfrm>
        <a:prstGeom prst="roundRect">
          <a:avLst/>
        </a:prstGeom>
        <a:solidFill>
          <a:schemeClr val="accent4">
            <a:hueOff val="-1116192"/>
            <a:satOff val="6725"/>
            <a:lumOff val="5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sz="1600" b="1" kern="1200" smtClean="0"/>
            <a:t>数据</a:t>
          </a:r>
          <a:r>
            <a:rPr lang="en-US" sz="1600" b="1" kern="1200" smtClean="0"/>
            <a:t>1</a:t>
          </a:r>
          <a:r>
            <a:rPr lang="zh-CN" sz="1600" b="1" kern="1200" smtClean="0"/>
            <a:t>：用于表示设备，长度不限，用户根据需要自定义。</a:t>
          </a:r>
          <a:endParaRPr lang="zh-CN" sz="1600" b="1" kern="1200"/>
        </a:p>
      </dsp:txBody>
      <dsp:txXfrm>
        <a:off x="35982" y="1112176"/>
        <a:ext cx="3600444" cy="665136"/>
      </dsp:txXfrm>
    </dsp:sp>
    <dsp:sp modelId="{69FB5780-D361-4D50-9068-58DDF1D84024}">
      <dsp:nvSpPr>
        <dsp:cNvPr id="0" name=""/>
        <dsp:cNvSpPr/>
      </dsp:nvSpPr>
      <dsp:spPr>
        <a:xfrm>
          <a:off x="0" y="1827694"/>
          <a:ext cx="3672408" cy="737100"/>
        </a:xfrm>
        <a:prstGeom prst="round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sz="1600" b="1" kern="1200" smtClean="0"/>
            <a:t>数据</a:t>
          </a:r>
          <a:r>
            <a:rPr lang="en-US" sz="1600" b="1" kern="1200" smtClean="0"/>
            <a:t>2</a:t>
          </a:r>
          <a:r>
            <a:rPr lang="zh-CN" sz="1600" b="1" kern="1200" smtClean="0"/>
            <a:t>：用于功能选择，长度不限，用户根据需要自定义。</a:t>
          </a:r>
          <a:endParaRPr lang="zh-CN" sz="1600" b="1" kern="1200"/>
        </a:p>
      </dsp:txBody>
      <dsp:txXfrm>
        <a:off x="35982" y="1863676"/>
        <a:ext cx="3600444" cy="665136"/>
      </dsp:txXfrm>
    </dsp:sp>
    <dsp:sp modelId="{DCC55FBE-E678-4EBD-B781-362C6D3B8716}">
      <dsp:nvSpPr>
        <dsp:cNvPr id="0" name=""/>
        <dsp:cNvSpPr/>
      </dsp:nvSpPr>
      <dsp:spPr>
        <a:xfrm>
          <a:off x="0" y="2579193"/>
          <a:ext cx="3672408" cy="737100"/>
        </a:xfrm>
        <a:prstGeom prst="roundRect">
          <a:avLst/>
        </a:prstGeom>
        <a:solidFill>
          <a:schemeClr val="accent4">
            <a:hueOff val="-3348577"/>
            <a:satOff val="20174"/>
            <a:lumOff val="16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sz="1600" b="1" kern="1200" dirty="0" smtClean="0"/>
            <a:t>校验位：复杂的通信协议中需要用到，一些简单的自定义串口通信协议此项可有可无，长度一般为</a:t>
          </a:r>
          <a:r>
            <a:rPr lang="en-US" sz="1600" b="1" kern="1200" dirty="0" smtClean="0"/>
            <a:t>1</a:t>
          </a:r>
          <a:r>
            <a:rPr lang="zh-CN" sz="1600" b="1" kern="1200" dirty="0" smtClean="0"/>
            <a:t>～</a:t>
          </a:r>
          <a:r>
            <a:rPr lang="en-US" sz="1600" b="1" kern="1200" dirty="0" smtClean="0"/>
            <a:t>2</a:t>
          </a:r>
          <a:r>
            <a:rPr lang="zh-CN" sz="1600" b="1" kern="1200" dirty="0" smtClean="0"/>
            <a:t>个字节。</a:t>
          </a:r>
          <a:endParaRPr lang="zh-CN" sz="1600" b="1" kern="1200" dirty="0"/>
        </a:p>
      </dsp:txBody>
      <dsp:txXfrm>
        <a:off x="35982" y="2615175"/>
        <a:ext cx="3600444" cy="665136"/>
      </dsp:txXfrm>
    </dsp:sp>
    <dsp:sp modelId="{241973AB-3FAA-44CB-8116-EF505A76341F}">
      <dsp:nvSpPr>
        <dsp:cNvPr id="0" name=""/>
        <dsp:cNvSpPr/>
      </dsp:nvSpPr>
      <dsp:spPr>
        <a:xfrm>
          <a:off x="0" y="3330693"/>
          <a:ext cx="3672408" cy="73710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zh-CN" altLang="en-US" sz="1600" b="1" kern="1200" smtClean="0"/>
            <a:t>结束位：也即帧尾，表示一帧数据的结束，长度不限。</a:t>
          </a:r>
          <a:endParaRPr lang="zh-CN" altLang="en-US" sz="1600" b="1" kern="1200"/>
        </a:p>
      </dsp:txBody>
      <dsp:txXfrm>
        <a:off x="35982" y="3366675"/>
        <a:ext cx="3600444" cy="66513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9E3F46-EE13-4CCF-8889-A7A8410A732B}">
      <dsp:nvSpPr>
        <dsp:cNvPr id="0" name=""/>
        <dsp:cNvSpPr/>
      </dsp:nvSpPr>
      <dsp:spPr>
        <a:xfrm>
          <a:off x="497874" y="1393"/>
          <a:ext cx="1178593" cy="1027709"/>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b="1" kern="1200" dirty="0" smtClean="0"/>
            <a:t>7.1 </a:t>
          </a:r>
          <a:r>
            <a:rPr lang="zh-CN" sz="1400" b="1" kern="1200" dirty="0" smtClean="0"/>
            <a:t>通信概述</a:t>
          </a:r>
          <a:endParaRPr lang="zh-CN" altLang="en-US" sz="1400" b="1" kern="1200" dirty="0"/>
        </a:p>
      </dsp:txBody>
      <dsp:txXfrm>
        <a:off x="527975" y="31494"/>
        <a:ext cx="1118391" cy="967507"/>
      </dsp:txXfrm>
    </dsp:sp>
    <dsp:sp modelId="{54A380F9-09D2-46F3-ABE0-1CC4BB1E39DA}">
      <dsp:nvSpPr>
        <dsp:cNvPr id="0" name=""/>
        <dsp:cNvSpPr/>
      </dsp:nvSpPr>
      <dsp:spPr>
        <a:xfrm>
          <a:off x="615733" y="1029103"/>
          <a:ext cx="117859" cy="441972"/>
        </a:xfrm>
        <a:custGeom>
          <a:avLst/>
          <a:gdLst/>
          <a:ahLst/>
          <a:cxnLst/>
          <a:rect l="0" t="0" r="0" b="0"/>
          <a:pathLst>
            <a:path>
              <a:moveTo>
                <a:pt x="0" y="0"/>
              </a:moveTo>
              <a:lnTo>
                <a:pt x="0" y="441972"/>
              </a:lnTo>
              <a:lnTo>
                <a:pt x="117859" y="44197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810742-A36C-4A3E-AED9-0D3B8E7514D7}">
      <dsp:nvSpPr>
        <dsp:cNvPr id="0" name=""/>
        <dsp:cNvSpPr/>
      </dsp:nvSpPr>
      <dsp:spPr>
        <a:xfrm>
          <a:off x="733592" y="1176427"/>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sz="1400" b="1" kern="1200" dirty="0" smtClean="0"/>
            <a:t>串行</a:t>
          </a:r>
          <a:r>
            <a:rPr lang="zh-CN" altLang="en-US" sz="1400" b="1" kern="1200" dirty="0" smtClean="0"/>
            <a:t>、</a:t>
          </a:r>
          <a:r>
            <a:rPr lang="zh-CN" sz="1400" b="1" kern="1200" dirty="0" smtClean="0"/>
            <a:t>并行通信</a:t>
          </a:r>
          <a:endParaRPr lang="zh-CN" sz="1400" b="1" kern="1200" dirty="0"/>
        </a:p>
      </dsp:txBody>
      <dsp:txXfrm>
        <a:off x="750852" y="1193687"/>
        <a:ext cx="908354" cy="554776"/>
      </dsp:txXfrm>
    </dsp:sp>
    <dsp:sp modelId="{A9A364CD-8810-4B04-9D2F-AE5D457ED00B}">
      <dsp:nvSpPr>
        <dsp:cNvPr id="0" name=""/>
        <dsp:cNvSpPr/>
      </dsp:nvSpPr>
      <dsp:spPr>
        <a:xfrm>
          <a:off x="615733" y="1029103"/>
          <a:ext cx="117859" cy="1178593"/>
        </a:xfrm>
        <a:custGeom>
          <a:avLst/>
          <a:gdLst/>
          <a:ahLst/>
          <a:cxnLst/>
          <a:rect l="0" t="0" r="0" b="0"/>
          <a:pathLst>
            <a:path>
              <a:moveTo>
                <a:pt x="0" y="0"/>
              </a:moveTo>
              <a:lnTo>
                <a:pt x="0" y="1178593"/>
              </a:lnTo>
              <a:lnTo>
                <a:pt x="117859" y="117859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B2F64B-3C50-42CB-8146-DD4ACF4DD9D2}">
      <dsp:nvSpPr>
        <dsp:cNvPr id="0" name=""/>
        <dsp:cNvSpPr/>
      </dsp:nvSpPr>
      <dsp:spPr>
        <a:xfrm>
          <a:off x="733592" y="1913048"/>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343444"/>
              <a:satOff val="2069"/>
              <a:lumOff val="16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sz="1400" b="1" kern="1200" dirty="0" smtClean="0"/>
            <a:t>同步</a:t>
          </a:r>
          <a:r>
            <a:rPr lang="zh-CN" altLang="en-US" sz="1400" b="1" kern="1200" dirty="0" smtClean="0"/>
            <a:t>、</a:t>
          </a:r>
          <a:r>
            <a:rPr lang="zh-CN" sz="1400" b="1" kern="1200" dirty="0" smtClean="0"/>
            <a:t>异步通信</a:t>
          </a:r>
          <a:endParaRPr lang="zh-CN" sz="1400" b="1" kern="1200" dirty="0"/>
        </a:p>
      </dsp:txBody>
      <dsp:txXfrm>
        <a:off x="750852" y="1930308"/>
        <a:ext cx="908354" cy="554776"/>
      </dsp:txXfrm>
    </dsp:sp>
    <dsp:sp modelId="{8B413A02-BC02-4AAE-AB9B-ADA8653C86C3}">
      <dsp:nvSpPr>
        <dsp:cNvPr id="0" name=""/>
        <dsp:cNvSpPr/>
      </dsp:nvSpPr>
      <dsp:spPr>
        <a:xfrm>
          <a:off x="615733" y="1029103"/>
          <a:ext cx="117859" cy="1915214"/>
        </a:xfrm>
        <a:custGeom>
          <a:avLst/>
          <a:gdLst/>
          <a:ahLst/>
          <a:cxnLst/>
          <a:rect l="0" t="0" r="0" b="0"/>
          <a:pathLst>
            <a:path>
              <a:moveTo>
                <a:pt x="0" y="0"/>
              </a:moveTo>
              <a:lnTo>
                <a:pt x="0" y="1915214"/>
              </a:lnTo>
              <a:lnTo>
                <a:pt x="117859" y="191521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8F49F7-0BF0-40A5-BD1E-0D52BDC462B4}">
      <dsp:nvSpPr>
        <dsp:cNvPr id="0" name=""/>
        <dsp:cNvSpPr/>
      </dsp:nvSpPr>
      <dsp:spPr>
        <a:xfrm>
          <a:off x="733592" y="2649669"/>
          <a:ext cx="1269863"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686888"/>
              <a:satOff val="4138"/>
              <a:lumOff val="33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sz="1400" b="1" kern="1200" dirty="0" smtClean="0"/>
            <a:t>单工、半双工、全双工通信</a:t>
          </a:r>
          <a:endParaRPr lang="zh-CN" sz="1400" b="1" kern="1200" dirty="0"/>
        </a:p>
      </dsp:txBody>
      <dsp:txXfrm>
        <a:off x="750852" y="2666929"/>
        <a:ext cx="1235343" cy="554776"/>
      </dsp:txXfrm>
    </dsp:sp>
    <dsp:sp modelId="{5C830A7D-E219-43BA-98D2-6C035FB1B08E}">
      <dsp:nvSpPr>
        <dsp:cNvPr id="0" name=""/>
        <dsp:cNvSpPr/>
      </dsp:nvSpPr>
      <dsp:spPr>
        <a:xfrm>
          <a:off x="1971116" y="1393"/>
          <a:ext cx="1178593" cy="1027709"/>
        </a:xfrm>
        <a:prstGeom prst="roundRect">
          <a:avLst>
            <a:gd name="adj" fmla="val 10000"/>
          </a:avLst>
        </a:prstGeom>
        <a:solidFill>
          <a:schemeClr val="accent4">
            <a:hueOff val="-892954"/>
            <a:satOff val="5380"/>
            <a:lumOff val="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b="1" kern="1200" dirty="0" smtClean="0"/>
            <a:t>7.2 </a:t>
          </a:r>
          <a:r>
            <a:rPr lang="zh-CN" sz="1400" b="1" kern="1200" dirty="0" smtClean="0"/>
            <a:t>串行通信接口</a:t>
          </a:r>
          <a:endParaRPr lang="zh-CN" altLang="en-US" sz="1400" b="1" kern="1200" dirty="0"/>
        </a:p>
      </dsp:txBody>
      <dsp:txXfrm>
        <a:off x="2001217" y="31494"/>
        <a:ext cx="1118391" cy="967507"/>
      </dsp:txXfrm>
    </dsp:sp>
    <dsp:sp modelId="{AA312F33-658E-4720-9B52-0115BBE48C66}">
      <dsp:nvSpPr>
        <dsp:cNvPr id="0" name=""/>
        <dsp:cNvSpPr/>
      </dsp:nvSpPr>
      <dsp:spPr>
        <a:xfrm>
          <a:off x="2088975" y="1029103"/>
          <a:ext cx="117859" cy="441972"/>
        </a:xfrm>
        <a:custGeom>
          <a:avLst/>
          <a:gdLst/>
          <a:ahLst/>
          <a:cxnLst/>
          <a:rect l="0" t="0" r="0" b="0"/>
          <a:pathLst>
            <a:path>
              <a:moveTo>
                <a:pt x="0" y="0"/>
              </a:moveTo>
              <a:lnTo>
                <a:pt x="0" y="441972"/>
              </a:lnTo>
              <a:lnTo>
                <a:pt x="117859" y="44197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5547CD-AFB0-4AD1-A79E-DE2B074C2540}">
      <dsp:nvSpPr>
        <dsp:cNvPr id="0" name=""/>
        <dsp:cNvSpPr/>
      </dsp:nvSpPr>
      <dsp:spPr>
        <a:xfrm>
          <a:off x="2206834" y="1176427"/>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1030331"/>
              <a:satOff val="6207"/>
              <a:lumOff val="4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硬件接口</a:t>
          </a:r>
          <a:endParaRPr lang="zh-CN" sz="1400" b="1" kern="1200" dirty="0"/>
        </a:p>
      </dsp:txBody>
      <dsp:txXfrm>
        <a:off x="2224094" y="1193687"/>
        <a:ext cx="908354" cy="554776"/>
      </dsp:txXfrm>
    </dsp:sp>
    <dsp:sp modelId="{BDE51EFD-529E-4520-A861-59589D4079AF}">
      <dsp:nvSpPr>
        <dsp:cNvPr id="0" name=""/>
        <dsp:cNvSpPr/>
      </dsp:nvSpPr>
      <dsp:spPr>
        <a:xfrm>
          <a:off x="2088975" y="1029103"/>
          <a:ext cx="117859" cy="1178593"/>
        </a:xfrm>
        <a:custGeom>
          <a:avLst/>
          <a:gdLst/>
          <a:ahLst/>
          <a:cxnLst/>
          <a:rect l="0" t="0" r="0" b="0"/>
          <a:pathLst>
            <a:path>
              <a:moveTo>
                <a:pt x="0" y="0"/>
              </a:moveTo>
              <a:lnTo>
                <a:pt x="0" y="1178593"/>
              </a:lnTo>
              <a:lnTo>
                <a:pt x="117859" y="117859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965E3F-D14E-4C36-B47F-13C16418FB7A}">
      <dsp:nvSpPr>
        <dsp:cNvPr id="0" name=""/>
        <dsp:cNvSpPr/>
      </dsp:nvSpPr>
      <dsp:spPr>
        <a:xfrm>
          <a:off x="2206834" y="1913048"/>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1373775"/>
              <a:satOff val="8277"/>
              <a:lumOff val="66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通信协议</a:t>
          </a:r>
          <a:endParaRPr lang="zh-CN" sz="1400" b="1" kern="1200" dirty="0"/>
        </a:p>
      </dsp:txBody>
      <dsp:txXfrm>
        <a:off x="2224094" y="1930308"/>
        <a:ext cx="908354" cy="554776"/>
      </dsp:txXfrm>
    </dsp:sp>
    <dsp:sp modelId="{7833D484-9DDE-4560-9386-927CA7797FE4}">
      <dsp:nvSpPr>
        <dsp:cNvPr id="0" name=""/>
        <dsp:cNvSpPr/>
      </dsp:nvSpPr>
      <dsp:spPr>
        <a:xfrm>
          <a:off x="3444357" y="1393"/>
          <a:ext cx="1178593" cy="1027709"/>
        </a:xfrm>
        <a:prstGeom prst="roundRect">
          <a:avLst>
            <a:gd name="adj" fmla="val 10000"/>
          </a:avLst>
        </a:prstGeom>
        <a:solidFill>
          <a:schemeClr val="accent4">
            <a:hueOff val="-1785908"/>
            <a:satOff val="10760"/>
            <a:lumOff val="8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b="1" kern="1200" dirty="0" smtClean="0"/>
            <a:t>7.3 STM32</a:t>
          </a:r>
          <a:r>
            <a:rPr lang="zh-CN" sz="1400" b="1" kern="1200" dirty="0" smtClean="0"/>
            <a:t>的</a:t>
          </a:r>
          <a:r>
            <a:rPr lang="en-US" sz="1400" b="1" kern="1200" dirty="0" smtClean="0"/>
            <a:t>USART</a:t>
          </a:r>
          <a:r>
            <a:rPr lang="zh-CN" sz="1400" b="1" kern="1200" dirty="0" smtClean="0"/>
            <a:t>模块</a:t>
          </a:r>
          <a:endParaRPr lang="zh-CN" altLang="en-US" sz="1400" b="1" kern="1200" dirty="0"/>
        </a:p>
      </dsp:txBody>
      <dsp:txXfrm>
        <a:off x="3474458" y="31494"/>
        <a:ext cx="1118391" cy="967507"/>
      </dsp:txXfrm>
    </dsp:sp>
    <dsp:sp modelId="{A17D3CE1-B52B-476C-B83D-877EA8086EAA}">
      <dsp:nvSpPr>
        <dsp:cNvPr id="0" name=""/>
        <dsp:cNvSpPr/>
      </dsp:nvSpPr>
      <dsp:spPr>
        <a:xfrm>
          <a:off x="3562217" y="1029103"/>
          <a:ext cx="117859" cy="441972"/>
        </a:xfrm>
        <a:custGeom>
          <a:avLst/>
          <a:gdLst/>
          <a:ahLst/>
          <a:cxnLst/>
          <a:rect l="0" t="0" r="0" b="0"/>
          <a:pathLst>
            <a:path>
              <a:moveTo>
                <a:pt x="0" y="0"/>
              </a:moveTo>
              <a:lnTo>
                <a:pt x="0" y="441972"/>
              </a:lnTo>
              <a:lnTo>
                <a:pt x="117859" y="44197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9E7DCA-5389-4647-9E6C-6A66DC5BA596}">
      <dsp:nvSpPr>
        <dsp:cNvPr id="0" name=""/>
        <dsp:cNvSpPr/>
      </dsp:nvSpPr>
      <dsp:spPr>
        <a:xfrm>
          <a:off x="3680076" y="1176427"/>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1717219"/>
              <a:satOff val="10346"/>
              <a:lumOff val="82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内部结构</a:t>
          </a:r>
          <a:endParaRPr lang="zh-CN" sz="1400" b="1" kern="1200" dirty="0"/>
        </a:p>
      </dsp:txBody>
      <dsp:txXfrm>
        <a:off x="3697336" y="1193687"/>
        <a:ext cx="908354" cy="554776"/>
      </dsp:txXfrm>
    </dsp:sp>
    <dsp:sp modelId="{6CA19649-DB32-4646-AD7C-A587FBE76AD4}">
      <dsp:nvSpPr>
        <dsp:cNvPr id="0" name=""/>
        <dsp:cNvSpPr/>
      </dsp:nvSpPr>
      <dsp:spPr>
        <a:xfrm>
          <a:off x="3562217" y="1029103"/>
          <a:ext cx="117859" cy="1178593"/>
        </a:xfrm>
        <a:custGeom>
          <a:avLst/>
          <a:gdLst/>
          <a:ahLst/>
          <a:cxnLst/>
          <a:rect l="0" t="0" r="0" b="0"/>
          <a:pathLst>
            <a:path>
              <a:moveTo>
                <a:pt x="0" y="0"/>
              </a:moveTo>
              <a:lnTo>
                <a:pt x="0" y="1178593"/>
              </a:lnTo>
              <a:lnTo>
                <a:pt x="117859" y="117859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EFF0D7-694D-4EF0-B5F4-A017D37F4692}">
      <dsp:nvSpPr>
        <dsp:cNvPr id="0" name=""/>
        <dsp:cNvSpPr/>
      </dsp:nvSpPr>
      <dsp:spPr>
        <a:xfrm>
          <a:off x="3680076" y="1913048"/>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2060663"/>
              <a:satOff val="12415"/>
              <a:lumOff val="99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接口</a:t>
          </a:r>
          <a:endParaRPr lang="zh-CN" sz="1400" b="1" kern="1200" dirty="0"/>
        </a:p>
      </dsp:txBody>
      <dsp:txXfrm>
        <a:off x="3697336" y="1930308"/>
        <a:ext cx="908354" cy="554776"/>
      </dsp:txXfrm>
    </dsp:sp>
    <dsp:sp modelId="{970ADE3B-BE81-4C4F-B06D-0014B3F8B11C}">
      <dsp:nvSpPr>
        <dsp:cNvPr id="0" name=""/>
        <dsp:cNvSpPr/>
      </dsp:nvSpPr>
      <dsp:spPr>
        <a:xfrm>
          <a:off x="3562217" y="1029103"/>
          <a:ext cx="117859" cy="1915214"/>
        </a:xfrm>
        <a:custGeom>
          <a:avLst/>
          <a:gdLst/>
          <a:ahLst/>
          <a:cxnLst/>
          <a:rect l="0" t="0" r="0" b="0"/>
          <a:pathLst>
            <a:path>
              <a:moveTo>
                <a:pt x="0" y="0"/>
              </a:moveTo>
              <a:lnTo>
                <a:pt x="0" y="1915214"/>
              </a:lnTo>
              <a:lnTo>
                <a:pt x="117859" y="191521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499E4E-48E3-49F7-807A-F892C0225CFC}">
      <dsp:nvSpPr>
        <dsp:cNvPr id="0" name=""/>
        <dsp:cNvSpPr/>
      </dsp:nvSpPr>
      <dsp:spPr>
        <a:xfrm>
          <a:off x="3680076" y="2649669"/>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2404107"/>
              <a:satOff val="14484"/>
              <a:lumOff val="11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编程模式</a:t>
          </a:r>
          <a:endParaRPr lang="zh-CN" sz="1400" b="1" kern="1200" dirty="0"/>
        </a:p>
      </dsp:txBody>
      <dsp:txXfrm>
        <a:off x="3697336" y="2666929"/>
        <a:ext cx="908354" cy="554776"/>
      </dsp:txXfrm>
    </dsp:sp>
    <dsp:sp modelId="{0B46CC76-2FCA-4104-9963-C451BDA98114}">
      <dsp:nvSpPr>
        <dsp:cNvPr id="0" name=""/>
        <dsp:cNvSpPr/>
      </dsp:nvSpPr>
      <dsp:spPr>
        <a:xfrm>
          <a:off x="4917599" y="1393"/>
          <a:ext cx="1178593" cy="1027709"/>
        </a:xfrm>
        <a:prstGeom prst="roundRect">
          <a:avLst>
            <a:gd name="adj" fmla="val 10000"/>
          </a:avLst>
        </a:prstGeom>
        <a:solidFill>
          <a:schemeClr val="accent4">
            <a:hueOff val="-2678862"/>
            <a:satOff val="16139"/>
            <a:lumOff val="1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b="1" kern="1200" dirty="0" smtClean="0"/>
            <a:t>7.4 USART</a:t>
          </a:r>
          <a:r>
            <a:rPr lang="zh-CN" sz="1400" b="1" kern="1200" dirty="0" smtClean="0"/>
            <a:t>模块的标准外设库接口函数及应用</a:t>
          </a:r>
          <a:endParaRPr lang="zh-CN" altLang="en-US" sz="1400" b="1" kern="1200" dirty="0"/>
        </a:p>
      </dsp:txBody>
      <dsp:txXfrm>
        <a:off x="4947700" y="31494"/>
        <a:ext cx="1118391" cy="967507"/>
      </dsp:txXfrm>
    </dsp:sp>
    <dsp:sp modelId="{9F6C4958-3BE9-4FB5-8EE3-6F6262732151}">
      <dsp:nvSpPr>
        <dsp:cNvPr id="0" name=""/>
        <dsp:cNvSpPr/>
      </dsp:nvSpPr>
      <dsp:spPr>
        <a:xfrm>
          <a:off x="5035459" y="1029103"/>
          <a:ext cx="117859" cy="441972"/>
        </a:xfrm>
        <a:custGeom>
          <a:avLst/>
          <a:gdLst/>
          <a:ahLst/>
          <a:cxnLst/>
          <a:rect l="0" t="0" r="0" b="0"/>
          <a:pathLst>
            <a:path>
              <a:moveTo>
                <a:pt x="0" y="0"/>
              </a:moveTo>
              <a:lnTo>
                <a:pt x="0" y="441972"/>
              </a:lnTo>
              <a:lnTo>
                <a:pt x="117859" y="44197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5AA0D8-ACDA-40BE-9D04-C0F32EF55FC5}">
      <dsp:nvSpPr>
        <dsp:cNvPr id="0" name=""/>
        <dsp:cNvSpPr/>
      </dsp:nvSpPr>
      <dsp:spPr>
        <a:xfrm>
          <a:off x="5153318" y="1176427"/>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2747551"/>
              <a:satOff val="16553"/>
              <a:lumOff val="132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接口函数</a:t>
          </a:r>
          <a:endParaRPr lang="zh-CN" altLang="en-US" sz="1400" b="1" kern="1200" dirty="0"/>
        </a:p>
      </dsp:txBody>
      <dsp:txXfrm>
        <a:off x="5170578" y="1193687"/>
        <a:ext cx="908354" cy="554776"/>
      </dsp:txXfrm>
    </dsp:sp>
    <dsp:sp modelId="{CDD6BD0D-4F99-43CD-A746-0C96FE13386F}">
      <dsp:nvSpPr>
        <dsp:cNvPr id="0" name=""/>
        <dsp:cNvSpPr/>
      </dsp:nvSpPr>
      <dsp:spPr>
        <a:xfrm>
          <a:off x="5035459" y="1029103"/>
          <a:ext cx="117859" cy="1178593"/>
        </a:xfrm>
        <a:custGeom>
          <a:avLst/>
          <a:gdLst/>
          <a:ahLst/>
          <a:cxnLst/>
          <a:rect l="0" t="0" r="0" b="0"/>
          <a:pathLst>
            <a:path>
              <a:moveTo>
                <a:pt x="0" y="0"/>
              </a:moveTo>
              <a:lnTo>
                <a:pt x="0" y="1178593"/>
              </a:lnTo>
              <a:lnTo>
                <a:pt x="117859" y="117859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AFB971-E788-4BAD-9A42-EB72A9D766B5}">
      <dsp:nvSpPr>
        <dsp:cNvPr id="0" name=""/>
        <dsp:cNvSpPr/>
      </dsp:nvSpPr>
      <dsp:spPr>
        <a:xfrm>
          <a:off x="5153318" y="1913048"/>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3090994"/>
              <a:satOff val="18622"/>
              <a:lumOff val="14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编程步骤</a:t>
          </a:r>
          <a:endParaRPr lang="zh-CN" altLang="en-US" sz="1400" b="1" kern="1200" dirty="0"/>
        </a:p>
      </dsp:txBody>
      <dsp:txXfrm>
        <a:off x="5170578" y="1930308"/>
        <a:ext cx="908354" cy="554776"/>
      </dsp:txXfrm>
    </dsp:sp>
    <dsp:sp modelId="{C59A6E34-A31C-4CD7-A301-4538749968D7}">
      <dsp:nvSpPr>
        <dsp:cNvPr id="0" name=""/>
        <dsp:cNvSpPr/>
      </dsp:nvSpPr>
      <dsp:spPr>
        <a:xfrm>
          <a:off x="5035459" y="1029103"/>
          <a:ext cx="117859" cy="1915214"/>
        </a:xfrm>
        <a:custGeom>
          <a:avLst/>
          <a:gdLst/>
          <a:ahLst/>
          <a:cxnLst/>
          <a:rect l="0" t="0" r="0" b="0"/>
          <a:pathLst>
            <a:path>
              <a:moveTo>
                <a:pt x="0" y="0"/>
              </a:moveTo>
              <a:lnTo>
                <a:pt x="0" y="1915214"/>
              </a:lnTo>
              <a:lnTo>
                <a:pt x="117859" y="191521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25C580-B3D2-4F6D-A26D-21570EA1CA2E}">
      <dsp:nvSpPr>
        <dsp:cNvPr id="0" name=""/>
        <dsp:cNvSpPr/>
      </dsp:nvSpPr>
      <dsp:spPr>
        <a:xfrm>
          <a:off x="5153318" y="2649669"/>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3434438"/>
              <a:satOff val="20692"/>
              <a:lumOff val="16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应用实例</a:t>
          </a:r>
          <a:endParaRPr lang="zh-CN" altLang="en-US" sz="1400" b="1" kern="1200" dirty="0"/>
        </a:p>
      </dsp:txBody>
      <dsp:txXfrm>
        <a:off x="5170578" y="2666929"/>
        <a:ext cx="908354" cy="554776"/>
      </dsp:txXfrm>
    </dsp:sp>
    <dsp:sp modelId="{6EC94824-667A-4215-A993-344486EB8270}">
      <dsp:nvSpPr>
        <dsp:cNvPr id="0" name=""/>
        <dsp:cNvSpPr/>
      </dsp:nvSpPr>
      <dsp:spPr>
        <a:xfrm>
          <a:off x="6390841" y="1393"/>
          <a:ext cx="1178593" cy="1027709"/>
        </a:xfrm>
        <a:prstGeom prst="roundRect">
          <a:avLst>
            <a:gd name="adj" fmla="val 10000"/>
          </a:avLst>
        </a:prstGeom>
        <a:solidFill>
          <a:schemeClr val="accent4">
            <a:hueOff val="-3571816"/>
            <a:satOff val="21519"/>
            <a:lumOff val="17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b="1" kern="1200" dirty="0" smtClean="0"/>
            <a:t>7.5 USART</a:t>
          </a:r>
          <a:r>
            <a:rPr lang="zh-CN" sz="1400" b="1" kern="1200" dirty="0" smtClean="0"/>
            <a:t>模块的</a:t>
          </a:r>
          <a:r>
            <a:rPr lang="en-US" sz="1400" b="1" kern="1200" dirty="0" smtClean="0"/>
            <a:t>HAL</a:t>
          </a:r>
          <a:r>
            <a:rPr lang="zh-CN" sz="1400" b="1" kern="1200" dirty="0" smtClean="0"/>
            <a:t>库接口函数及应用</a:t>
          </a:r>
          <a:endParaRPr lang="zh-CN" altLang="en-US" sz="1400" b="1" kern="1200" dirty="0"/>
        </a:p>
      </dsp:txBody>
      <dsp:txXfrm>
        <a:off x="6420942" y="31494"/>
        <a:ext cx="1118391" cy="967507"/>
      </dsp:txXfrm>
    </dsp:sp>
    <dsp:sp modelId="{B8C8181F-8601-48B8-B33B-BA599706890F}">
      <dsp:nvSpPr>
        <dsp:cNvPr id="0" name=""/>
        <dsp:cNvSpPr/>
      </dsp:nvSpPr>
      <dsp:spPr>
        <a:xfrm>
          <a:off x="6508700" y="1029103"/>
          <a:ext cx="117859" cy="441972"/>
        </a:xfrm>
        <a:custGeom>
          <a:avLst/>
          <a:gdLst/>
          <a:ahLst/>
          <a:cxnLst/>
          <a:rect l="0" t="0" r="0" b="0"/>
          <a:pathLst>
            <a:path>
              <a:moveTo>
                <a:pt x="0" y="0"/>
              </a:moveTo>
              <a:lnTo>
                <a:pt x="0" y="441972"/>
              </a:lnTo>
              <a:lnTo>
                <a:pt x="117859" y="44197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98CC0B-2233-4086-A1F9-257E8BE4A199}">
      <dsp:nvSpPr>
        <dsp:cNvPr id="0" name=""/>
        <dsp:cNvSpPr/>
      </dsp:nvSpPr>
      <dsp:spPr>
        <a:xfrm>
          <a:off x="6626560" y="1176427"/>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3777882"/>
              <a:satOff val="22761"/>
              <a:lumOff val="182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接口函数</a:t>
          </a:r>
          <a:endParaRPr lang="zh-CN" sz="1400" b="1" kern="1200" dirty="0"/>
        </a:p>
      </dsp:txBody>
      <dsp:txXfrm>
        <a:off x="6643820" y="1193687"/>
        <a:ext cx="908354" cy="554776"/>
      </dsp:txXfrm>
    </dsp:sp>
    <dsp:sp modelId="{C5627959-FB63-4272-A51A-AAEE8E4BB882}">
      <dsp:nvSpPr>
        <dsp:cNvPr id="0" name=""/>
        <dsp:cNvSpPr/>
      </dsp:nvSpPr>
      <dsp:spPr>
        <a:xfrm>
          <a:off x="6508700" y="1029103"/>
          <a:ext cx="117859" cy="1178593"/>
        </a:xfrm>
        <a:custGeom>
          <a:avLst/>
          <a:gdLst/>
          <a:ahLst/>
          <a:cxnLst/>
          <a:rect l="0" t="0" r="0" b="0"/>
          <a:pathLst>
            <a:path>
              <a:moveTo>
                <a:pt x="0" y="0"/>
              </a:moveTo>
              <a:lnTo>
                <a:pt x="0" y="1178593"/>
              </a:lnTo>
              <a:lnTo>
                <a:pt x="117859" y="117859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B92882-4849-4C42-BA1C-88A15F23B793}">
      <dsp:nvSpPr>
        <dsp:cNvPr id="0" name=""/>
        <dsp:cNvSpPr/>
      </dsp:nvSpPr>
      <dsp:spPr>
        <a:xfrm>
          <a:off x="6626560" y="1913048"/>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4121326"/>
              <a:satOff val="24830"/>
              <a:lumOff val="199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应用实例</a:t>
          </a:r>
          <a:endParaRPr lang="zh-CN" sz="1400" b="1" kern="1200" dirty="0"/>
        </a:p>
      </dsp:txBody>
      <dsp:txXfrm>
        <a:off x="6643820" y="1930308"/>
        <a:ext cx="908354" cy="554776"/>
      </dsp:txXfrm>
    </dsp:sp>
    <dsp:sp modelId="{56734159-4396-4280-857C-DB321483816B}">
      <dsp:nvSpPr>
        <dsp:cNvPr id="0" name=""/>
        <dsp:cNvSpPr/>
      </dsp:nvSpPr>
      <dsp:spPr>
        <a:xfrm>
          <a:off x="6508700" y="1029103"/>
          <a:ext cx="117859" cy="1915214"/>
        </a:xfrm>
        <a:custGeom>
          <a:avLst/>
          <a:gdLst/>
          <a:ahLst/>
          <a:cxnLst/>
          <a:rect l="0" t="0" r="0" b="0"/>
          <a:pathLst>
            <a:path>
              <a:moveTo>
                <a:pt x="0" y="0"/>
              </a:moveTo>
              <a:lnTo>
                <a:pt x="0" y="1915214"/>
              </a:lnTo>
              <a:lnTo>
                <a:pt x="117859" y="191521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8E650E-6EEB-42B2-ACA7-A56A690A8A19}">
      <dsp:nvSpPr>
        <dsp:cNvPr id="0" name=""/>
        <dsp:cNvSpPr/>
      </dsp:nvSpPr>
      <dsp:spPr>
        <a:xfrm>
          <a:off x="6626560" y="2649669"/>
          <a:ext cx="942874" cy="5892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kern="1200" dirty="0" smtClean="0"/>
            <a:t>实例</a:t>
          </a:r>
          <a:endParaRPr lang="zh-CN" sz="1400" b="1" kern="1200" dirty="0"/>
        </a:p>
      </dsp:txBody>
      <dsp:txXfrm>
        <a:off x="6643820" y="2666929"/>
        <a:ext cx="908354" cy="554776"/>
      </dsp:txXfrm>
    </dsp:sp>
    <dsp:sp modelId="{5388EDDE-90C0-451A-88D0-987CA5F9AEB5}">
      <dsp:nvSpPr>
        <dsp:cNvPr id="0" name=""/>
        <dsp:cNvSpPr/>
      </dsp:nvSpPr>
      <dsp:spPr>
        <a:xfrm>
          <a:off x="7864083" y="1393"/>
          <a:ext cx="1178593" cy="992092"/>
        </a:xfrm>
        <a:prstGeom prst="roundRect">
          <a:avLst>
            <a:gd name="adj" fmla="val 1000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b="1" kern="1200" dirty="0" smtClean="0"/>
            <a:t>7.6  </a:t>
          </a:r>
          <a:r>
            <a:rPr lang="zh-CN" sz="1400" b="1" kern="1200" dirty="0" smtClean="0"/>
            <a:t>编程思想之自定义串口通信协议</a:t>
          </a:r>
          <a:endParaRPr lang="zh-CN" sz="1400" b="1" kern="1200" dirty="0"/>
        </a:p>
      </dsp:txBody>
      <dsp:txXfrm>
        <a:off x="7893140" y="30450"/>
        <a:ext cx="1120479" cy="933978"/>
      </dsp:txXfrm>
    </dsp:sp>
  </dsp:spTree>
</dsp:drawing>
</file>

<file path=ppt/diagrams/layout1.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B75F8-F665-47F5-9F1B-1750F29F1993}" type="datetimeFigureOut">
              <a:rPr lang="zh-CN" altLang="en-US" smtClean="0"/>
              <a:pPr/>
              <a:t>2020-06-16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C9018E-597F-42E6-A78B-4790A7F98695}" type="slidenum">
              <a:rPr lang="zh-CN" altLang="en-US" smtClean="0"/>
              <a:pPr/>
              <a:t>‹#›</a:t>
            </a:fld>
            <a:endParaRPr lang="zh-CN" altLang="en-US"/>
          </a:p>
        </p:txBody>
      </p:sp>
    </p:spTree>
    <p:extLst>
      <p:ext uri="{BB962C8B-B14F-4D97-AF65-F5344CB8AC3E}">
        <p14:creationId xmlns:p14="http://schemas.microsoft.com/office/powerpoint/2010/main" val="143815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a:t>
            </a:fld>
            <a:endParaRPr lang="zh-CN" altLang="en-US"/>
          </a:p>
        </p:txBody>
      </p:sp>
    </p:spTree>
    <p:extLst>
      <p:ext uri="{BB962C8B-B14F-4D97-AF65-F5344CB8AC3E}">
        <p14:creationId xmlns:p14="http://schemas.microsoft.com/office/powerpoint/2010/main" val="746893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19</a:t>
            </a:fld>
            <a:endParaRPr lang="zh-CN" altLang="en-US"/>
          </a:p>
        </p:txBody>
      </p:sp>
    </p:spTree>
    <p:extLst>
      <p:ext uri="{BB962C8B-B14F-4D97-AF65-F5344CB8AC3E}">
        <p14:creationId xmlns:p14="http://schemas.microsoft.com/office/powerpoint/2010/main" val="982724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20</a:t>
            </a:fld>
            <a:endParaRPr lang="zh-CN" altLang="en-US"/>
          </a:p>
        </p:txBody>
      </p:sp>
    </p:spTree>
    <p:extLst>
      <p:ext uri="{BB962C8B-B14F-4D97-AF65-F5344CB8AC3E}">
        <p14:creationId xmlns:p14="http://schemas.microsoft.com/office/powerpoint/2010/main" val="982724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21</a:t>
            </a:fld>
            <a:endParaRPr lang="zh-CN" altLang="en-US"/>
          </a:p>
        </p:txBody>
      </p:sp>
    </p:spTree>
    <p:extLst>
      <p:ext uri="{BB962C8B-B14F-4D97-AF65-F5344CB8AC3E}">
        <p14:creationId xmlns:p14="http://schemas.microsoft.com/office/powerpoint/2010/main" val="982724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22</a:t>
            </a:fld>
            <a:endParaRPr lang="zh-CN" altLang="en-US"/>
          </a:p>
        </p:txBody>
      </p:sp>
    </p:spTree>
    <p:extLst>
      <p:ext uri="{BB962C8B-B14F-4D97-AF65-F5344CB8AC3E}">
        <p14:creationId xmlns:p14="http://schemas.microsoft.com/office/powerpoint/2010/main" val="982724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24</a:t>
            </a:fld>
            <a:endParaRPr lang="zh-CN" altLang="en-US"/>
          </a:p>
        </p:txBody>
      </p:sp>
    </p:spTree>
    <p:extLst>
      <p:ext uri="{BB962C8B-B14F-4D97-AF65-F5344CB8AC3E}">
        <p14:creationId xmlns:p14="http://schemas.microsoft.com/office/powerpoint/2010/main" val="3892581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25</a:t>
            </a:fld>
            <a:endParaRPr lang="zh-CN" altLang="en-US"/>
          </a:p>
        </p:txBody>
      </p:sp>
    </p:spTree>
    <p:extLst>
      <p:ext uri="{BB962C8B-B14F-4D97-AF65-F5344CB8AC3E}">
        <p14:creationId xmlns:p14="http://schemas.microsoft.com/office/powerpoint/2010/main" val="3892581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26</a:t>
            </a:fld>
            <a:endParaRPr lang="zh-CN" altLang="en-US"/>
          </a:p>
        </p:txBody>
      </p:sp>
    </p:spTree>
    <p:extLst>
      <p:ext uri="{BB962C8B-B14F-4D97-AF65-F5344CB8AC3E}">
        <p14:creationId xmlns:p14="http://schemas.microsoft.com/office/powerpoint/2010/main" val="3892581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27</a:t>
            </a:fld>
            <a:endParaRPr lang="zh-CN" altLang="en-US"/>
          </a:p>
        </p:txBody>
      </p:sp>
    </p:spTree>
    <p:extLst>
      <p:ext uri="{BB962C8B-B14F-4D97-AF65-F5344CB8AC3E}">
        <p14:creationId xmlns:p14="http://schemas.microsoft.com/office/powerpoint/2010/main" val="3892581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28</a:t>
            </a:fld>
            <a:endParaRPr lang="zh-CN" altLang="en-US"/>
          </a:p>
        </p:txBody>
      </p:sp>
    </p:spTree>
    <p:extLst>
      <p:ext uri="{BB962C8B-B14F-4D97-AF65-F5344CB8AC3E}">
        <p14:creationId xmlns:p14="http://schemas.microsoft.com/office/powerpoint/2010/main" val="3892581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29</a:t>
            </a:fld>
            <a:endParaRPr lang="zh-CN" altLang="en-US"/>
          </a:p>
        </p:txBody>
      </p:sp>
    </p:spTree>
    <p:extLst>
      <p:ext uri="{BB962C8B-B14F-4D97-AF65-F5344CB8AC3E}">
        <p14:creationId xmlns:p14="http://schemas.microsoft.com/office/powerpoint/2010/main" val="3892581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42</a:t>
            </a:fld>
            <a:endParaRPr lang="zh-CN" altLang="en-US"/>
          </a:p>
        </p:txBody>
      </p:sp>
    </p:spTree>
    <p:extLst>
      <p:ext uri="{BB962C8B-B14F-4D97-AF65-F5344CB8AC3E}">
        <p14:creationId xmlns:p14="http://schemas.microsoft.com/office/powerpoint/2010/main" val="1595452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51</a:t>
            </a:fld>
            <a:endParaRPr lang="zh-CN" altLang="en-US"/>
          </a:p>
        </p:txBody>
      </p:sp>
    </p:spTree>
    <p:extLst>
      <p:ext uri="{BB962C8B-B14F-4D97-AF65-F5344CB8AC3E}">
        <p14:creationId xmlns:p14="http://schemas.microsoft.com/office/powerpoint/2010/main" val="2363745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70</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71</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72</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73</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74</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75</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76</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77</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78</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79</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80</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91</a:t>
            </a:fld>
            <a:endParaRPr lang="zh-CN" altLang="en-US"/>
          </a:p>
        </p:txBody>
      </p:sp>
    </p:spTree>
    <p:extLst>
      <p:ext uri="{BB962C8B-B14F-4D97-AF65-F5344CB8AC3E}">
        <p14:creationId xmlns:p14="http://schemas.microsoft.com/office/powerpoint/2010/main" val="4096188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5" name="页脚占位符 4"/>
          <p:cNvSpPr>
            <a:spLocks noGrp="1"/>
          </p:cNvSpPr>
          <p:nvPr>
            <p:ph type="ftr" sz="quarter" idx="11"/>
          </p:nvPr>
        </p:nvSpPr>
        <p:spPr>
          <a:xfrm>
            <a:off x="3131840" y="4731990"/>
            <a:ext cx="2895600" cy="273844"/>
          </a:xfrm>
          <a:prstGeom prst="rect">
            <a:avLst/>
          </a:prstGeom>
        </p:spPr>
        <p:txBody>
          <a:bodyPr/>
          <a:lstStyle/>
          <a:p>
            <a:endParaRPr lang="zh-CN" altLang="en-US" dirty="0"/>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6624648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99749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72970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4390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8" name="页脚占位符 7"/>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516454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422467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107907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9851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61373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9091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248154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5020022"/>
            <a:ext cx="9144000" cy="12347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2" name="矩形 11"/>
          <p:cNvSpPr/>
          <p:nvPr userDrawn="1"/>
        </p:nvSpPr>
        <p:spPr>
          <a:xfrm>
            <a:off x="9036496" y="1275606"/>
            <a:ext cx="107504" cy="259228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7502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gif"/><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7.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6.emf"/></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27.pn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9.emf"/></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9.emf"/></Relationships>
</file>

<file path=ppt/slides/_rels/slide8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202167" y="2211710"/>
            <a:ext cx="1425390" cy="646331"/>
          </a:xfrm>
          <a:prstGeom prst="rect">
            <a:avLst/>
          </a:prstGeom>
        </p:spPr>
        <p:txBody>
          <a:bodyPr wrap="none">
            <a:spAutoFit/>
          </a:bodyPr>
          <a:lstStyle/>
          <a:p>
            <a:r>
              <a:rPr lang="zh-CN" altLang="en-US" sz="3600" b="1" dirty="0" smtClean="0">
                <a:solidFill>
                  <a:schemeClr val="bg1"/>
                </a:solidFill>
                <a:latin typeface="华文隶书" pitchFamily="2" charset="-122"/>
                <a:ea typeface="华文隶书" pitchFamily="2" charset="-122"/>
              </a:rPr>
              <a:t>第</a:t>
            </a:r>
            <a:r>
              <a:rPr lang="en-US" altLang="zh-CN" sz="3600" b="1" dirty="0" smtClean="0">
                <a:solidFill>
                  <a:schemeClr val="bg1"/>
                </a:solidFill>
                <a:latin typeface="华文隶书" pitchFamily="2" charset="-122"/>
                <a:ea typeface="华文隶书" pitchFamily="2" charset="-122"/>
              </a:rPr>
              <a:t>7</a:t>
            </a:r>
            <a:r>
              <a:rPr lang="zh-CN" altLang="en-US" sz="3600" b="1" dirty="0" smtClean="0">
                <a:solidFill>
                  <a:schemeClr val="bg1"/>
                </a:solidFill>
                <a:latin typeface="华文隶书" pitchFamily="2" charset="-122"/>
                <a:ea typeface="华文隶书" pitchFamily="2" charset="-122"/>
              </a:rPr>
              <a:t>章 </a:t>
            </a:r>
            <a:endParaRPr lang="zh-CN" altLang="en-US" sz="3600" dirty="0">
              <a:solidFill>
                <a:schemeClr val="bg1"/>
              </a:solidFill>
            </a:endParaRPr>
          </a:p>
        </p:txBody>
      </p:sp>
      <p:sp>
        <p:nvSpPr>
          <p:cNvPr id="7" name="矩形 6"/>
          <p:cNvSpPr/>
          <p:nvPr/>
        </p:nvSpPr>
        <p:spPr>
          <a:xfrm>
            <a:off x="2843808" y="1779662"/>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43808" y="2210013"/>
            <a:ext cx="5148064" cy="646331"/>
          </a:xfrm>
          <a:prstGeom prst="rect">
            <a:avLst/>
          </a:prstGeom>
          <a:solidFill>
            <a:schemeClr val="bg1"/>
          </a:solidFill>
        </p:spPr>
        <p:txBody>
          <a:bodyPr wrap="square">
            <a:spAutoFit/>
          </a:bodyPr>
          <a:lstStyle/>
          <a:p>
            <a:pPr algn="ctr"/>
            <a:r>
              <a:rPr lang="zh-CN" altLang="en-US" sz="3600" b="1" dirty="0" smtClean="0">
                <a:solidFill>
                  <a:schemeClr val="accent1">
                    <a:lumMod val="75000"/>
                  </a:schemeClr>
                </a:solidFill>
                <a:latin typeface="华文隶书" pitchFamily="2" charset="-122"/>
                <a:ea typeface="华文隶书" pitchFamily="2" charset="-122"/>
              </a:rPr>
              <a:t>串 口 通 信</a:t>
            </a:r>
            <a:endParaRPr lang="zh-CN" altLang="zh-CN" sz="36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275856" y="1784578"/>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
        <p:nvSpPr>
          <p:cNvPr id="11" name="十字箭头标注 10"/>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
        <p:nvSpPr>
          <p:cNvPr id="18" name="矩形 17"/>
          <p:cNvSpPr/>
          <p:nvPr/>
        </p:nvSpPr>
        <p:spPr>
          <a:xfrm>
            <a:off x="5508104" y="3050071"/>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271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1582" y="381893"/>
            <a:ext cx="3336282" cy="461665"/>
          </a:xfrm>
          <a:prstGeom prst="rect">
            <a:avLst/>
          </a:prstGeom>
        </p:spPr>
        <p:txBody>
          <a:bodyPr wrap="square">
            <a:spAutoFit/>
          </a:bodyPr>
          <a:lstStyle/>
          <a:p>
            <a:r>
              <a:rPr lang="zh-CN" altLang="zh-CN" sz="2400" b="1" dirty="0">
                <a:solidFill>
                  <a:schemeClr val="bg1"/>
                </a:solidFill>
                <a:latin typeface="微软雅黑" pitchFamily="34" charset="-122"/>
                <a:ea typeface="微软雅黑" pitchFamily="34" charset="-122"/>
              </a:rPr>
              <a:t>本章知识与能力要求</a:t>
            </a:r>
          </a:p>
        </p:txBody>
      </p:sp>
      <p:sp>
        <p:nvSpPr>
          <p:cNvPr id="5" name="矩形 4"/>
          <p:cNvSpPr/>
          <p:nvPr/>
        </p:nvSpPr>
        <p:spPr>
          <a:xfrm>
            <a:off x="1428728" y="1071552"/>
            <a:ext cx="6500858" cy="3554819"/>
          </a:xfrm>
          <a:prstGeom prst="rect">
            <a:avLst/>
          </a:prstGeom>
        </p:spPr>
        <p:txBody>
          <a:bodyPr wrap="square">
            <a:spAutoFit/>
          </a:bodyPr>
          <a:lstStyle/>
          <a:p>
            <a:pPr marL="342900" lvl="0" indent="-342900" algn="just">
              <a:lnSpc>
                <a:spcPct val="125000"/>
              </a:lnSpc>
              <a:spcAft>
                <a:spcPts val="0"/>
              </a:spcAft>
              <a:buClr>
                <a:schemeClr val="accent5">
                  <a:lumMod val="60000"/>
                  <a:lumOff val="40000"/>
                </a:schemeClr>
              </a:buClr>
              <a:buFont typeface="Wingdings" pitchFamily="2" charset="2"/>
              <a:buChar char="u"/>
            </a:pPr>
            <a:r>
              <a:rPr lang="zh-CN" altLang="en-US" sz="2000" b="1" kern="100" dirty="0" smtClean="0">
                <a:ea typeface="楷体"/>
                <a:cs typeface="Times New Roman"/>
              </a:rPr>
              <a:t>理解和掌握通信的基本概念；</a:t>
            </a:r>
            <a:endParaRPr lang="zh-CN" altLang="en-US" sz="3200" b="1" kern="100" dirty="0" smtClean="0">
              <a:cs typeface="Times New Roman"/>
            </a:endParaRPr>
          </a:p>
          <a:p>
            <a:pPr marL="342900" lvl="0" indent="-342900" algn="just">
              <a:lnSpc>
                <a:spcPct val="125000"/>
              </a:lnSpc>
              <a:spcAft>
                <a:spcPts val="0"/>
              </a:spcAft>
              <a:buClr>
                <a:schemeClr val="accent5">
                  <a:lumMod val="60000"/>
                  <a:lumOff val="40000"/>
                </a:schemeClr>
              </a:buClr>
              <a:buFont typeface="Wingdings" pitchFamily="2" charset="2"/>
              <a:buChar char="u"/>
            </a:pPr>
            <a:r>
              <a:rPr lang="zh-CN" altLang="en-US" sz="2000" b="1" kern="100" dirty="0" smtClean="0">
                <a:ea typeface="楷体"/>
                <a:cs typeface="Times New Roman"/>
              </a:rPr>
              <a:t>了解常见的串行通信接口；</a:t>
            </a:r>
            <a:endParaRPr lang="zh-CN" altLang="en-US" sz="3200" b="1" kern="100" dirty="0" smtClean="0">
              <a:cs typeface="Times New Roman"/>
            </a:endParaRPr>
          </a:p>
          <a:p>
            <a:pPr marL="342900" lvl="0" indent="-342900" algn="just">
              <a:lnSpc>
                <a:spcPct val="125000"/>
              </a:lnSpc>
              <a:spcAft>
                <a:spcPts val="0"/>
              </a:spcAft>
              <a:buClr>
                <a:schemeClr val="accent5">
                  <a:lumMod val="60000"/>
                  <a:lumOff val="40000"/>
                </a:schemeClr>
              </a:buClr>
              <a:buFont typeface="Wingdings" pitchFamily="2" charset="2"/>
              <a:buChar char="u"/>
            </a:pPr>
            <a:r>
              <a:rPr lang="zh-CN" altLang="en-US" sz="2000" b="1" kern="100" dirty="0" smtClean="0">
                <a:ea typeface="楷体"/>
                <a:cs typeface="Times New Roman"/>
              </a:rPr>
              <a:t>熟悉标准外设库和</a:t>
            </a:r>
            <a:r>
              <a:rPr lang="en-US" sz="2000" b="1" kern="100" dirty="0" smtClean="0">
                <a:ea typeface="楷体"/>
                <a:cs typeface="Times New Roman"/>
              </a:rPr>
              <a:t>HAL</a:t>
            </a:r>
            <a:r>
              <a:rPr lang="zh-CN" altLang="en-US" sz="2000" b="1" kern="100" dirty="0" smtClean="0">
                <a:ea typeface="楷体"/>
                <a:cs typeface="Times New Roman"/>
              </a:rPr>
              <a:t>库中有关</a:t>
            </a:r>
            <a:r>
              <a:rPr lang="en-US" sz="2000" b="1" kern="100" dirty="0" smtClean="0">
                <a:ea typeface="楷体"/>
                <a:cs typeface="Times New Roman"/>
              </a:rPr>
              <a:t>USART</a:t>
            </a:r>
            <a:r>
              <a:rPr lang="zh-CN" altLang="en-US" sz="2000" b="1" kern="100" dirty="0" smtClean="0">
                <a:ea typeface="楷体"/>
                <a:cs typeface="Times New Roman"/>
              </a:rPr>
              <a:t>的库函数；</a:t>
            </a:r>
            <a:endParaRPr lang="zh-CN" altLang="en-US" sz="3200" b="1" kern="100" dirty="0" smtClean="0">
              <a:cs typeface="Times New Roman"/>
            </a:endParaRPr>
          </a:p>
          <a:p>
            <a:pPr marL="342900" lvl="0" indent="-342900" algn="just">
              <a:lnSpc>
                <a:spcPct val="125000"/>
              </a:lnSpc>
              <a:spcAft>
                <a:spcPts val="0"/>
              </a:spcAft>
              <a:buClr>
                <a:schemeClr val="accent5">
                  <a:lumMod val="60000"/>
                  <a:lumOff val="40000"/>
                </a:schemeClr>
              </a:buClr>
              <a:buFont typeface="Wingdings" pitchFamily="2" charset="2"/>
              <a:buChar char="u"/>
            </a:pPr>
            <a:r>
              <a:rPr lang="zh-CN" altLang="en-US" sz="2000" b="1" kern="100" dirty="0" smtClean="0">
                <a:ea typeface="楷体"/>
                <a:cs typeface="Times New Roman"/>
              </a:rPr>
              <a:t>掌握</a:t>
            </a:r>
            <a:r>
              <a:rPr lang="en-US" sz="2000" b="1" kern="100" dirty="0" smtClean="0">
                <a:ea typeface="楷体"/>
                <a:cs typeface="Times New Roman"/>
              </a:rPr>
              <a:t>STM32F103</a:t>
            </a:r>
            <a:r>
              <a:rPr lang="zh-CN" altLang="en-US" sz="2000" b="1" kern="100" dirty="0" smtClean="0">
                <a:ea typeface="楷体"/>
                <a:cs typeface="Times New Roman"/>
              </a:rPr>
              <a:t>微控制器</a:t>
            </a:r>
            <a:r>
              <a:rPr lang="en-US" sz="2000" b="1" kern="100" dirty="0" smtClean="0">
                <a:ea typeface="楷体"/>
                <a:cs typeface="Times New Roman"/>
              </a:rPr>
              <a:t>USART</a:t>
            </a:r>
            <a:r>
              <a:rPr lang="zh-CN" altLang="en-US" sz="2000" b="1" kern="100" dirty="0" smtClean="0">
                <a:ea typeface="楷体"/>
                <a:cs typeface="Times New Roman"/>
              </a:rPr>
              <a:t>标准外设库异步模式的配置方法；</a:t>
            </a:r>
            <a:endParaRPr lang="zh-CN" altLang="en-US" sz="3200" b="1" kern="100" dirty="0" smtClean="0">
              <a:cs typeface="Times New Roman"/>
            </a:endParaRPr>
          </a:p>
          <a:p>
            <a:pPr marL="342900" lvl="0" indent="-342900" algn="just">
              <a:lnSpc>
                <a:spcPct val="125000"/>
              </a:lnSpc>
              <a:spcAft>
                <a:spcPts val="0"/>
              </a:spcAft>
              <a:buClr>
                <a:schemeClr val="accent5">
                  <a:lumMod val="60000"/>
                  <a:lumOff val="40000"/>
                </a:schemeClr>
              </a:buClr>
              <a:buFont typeface="Wingdings" pitchFamily="2" charset="2"/>
              <a:buChar char="u"/>
            </a:pPr>
            <a:r>
              <a:rPr lang="zh-CN" altLang="en-US" sz="2000" b="1" kern="100" dirty="0" smtClean="0">
                <a:ea typeface="楷体"/>
                <a:cs typeface="Times New Roman"/>
              </a:rPr>
              <a:t>掌握</a:t>
            </a:r>
            <a:r>
              <a:rPr lang="en-US" sz="2000" b="1" kern="100" dirty="0" smtClean="0">
                <a:ea typeface="楷体"/>
                <a:cs typeface="Times New Roman"/>
              </a:rPr>
              <a:t>USART</a:t>
            </a:r>
            <a:r>
              <a:rPr lang="zh-CN" altLang="en-US" sz="2000" b="1" kern="100" dirty="0" smtClean="0">
                <a:ea typeface="楷体"/>
                <a:cs typeface="Times New Roman"/>
              </a:rPr>
              <a:t>查询方式、中断方式以及</a:t>
            </a:r>
            <a:r>
              <a:rPr lang="en-US" sz="2000" b="1" kern="100" dirty="0" smtClean="0">
                <a:ea typeface="楷体"/>
                <a:cs typeface="Times New Roman"/>
              </a:rPr>
              <a:t>DMA</a:t>
            </a:r>
            <a:r>
              <a:rPr lang="zh-CN" altLang="en-US" sz="2000" b="1" kern="100" dirty="0" smtClean="0">
                <a:ea typeface="楷体"/>
                <a:cs typeface="Times New Roman"/>
              </a:rPr>
              <a:t>方式三种方式的应用；</a:t>
            </a:r>
            <a:endParaRPr lang="zh-CN" altLang="en-US" sz="3200" b="1" kern="100" dirty="0" smtClean="0">
              <a:cs typeface="Times New Roman"/>
            </a:endParaRPr>
          </a:p>
          <a:p>
            <a:pPr marL="342900" lvl="0" indent="-342900" algn="just">
              <a:lnSpc>
                <a:spcPct val="125000"/>
              </a:lnSpc>
              <a:spcAft>
                <a:spcPts val="0"/>
              </a:spcAft>
              <a:buClr>
                <a:schemeClr val="accent5">
                  <a:lumMod val="60000"/>
                  <a:lumOff val="40000"/>
                </a:schemeClr>
              </a:buClr>
              <a:buFont typeface="Wingdings" pitchFamily="2" charset="2"/>
              <a:buChar char="u"/>
            </a:pPr>
            <a:r>
              <a:rPr lang="zh-CN" altLang="en-US" sz="2000" b="1" kern="100" dirty="0" smtClean="0">
                <a:ea typeface="楷体"/>
                <a:cs typeface="Times New Roman"/>
              </a:rPr>
              <a:t>掌握基于标准外设库开发</a:t>
            </a:r>
            <a:r>
              <a:rPr lang="en-US" sz="2000" b="1" kern="100" dirty="0" smtClean="0">
                <a:ea typeface="楷体"/>
                <a:cs typeface="Times New Roman"/>
              </a:rPr>
              <a:t>USART</a:t>
            </a:r>
            <a:r>
              <a:rPr lang="zh-CN" altLang="en-US" sz="2000" b="1" kern="100" dirty="0" smtClean="0">
                <a:ea typeface="楷体"/>
                <a:cs typeface="Times New Roman"/>
              </a:rPr>
              <a:t>应用的方法；</a:t>
            </a:r>
            <a:endParaRPr lang="zh-CN" altLang="en-US" sz="3200" b="1" kern="100" dirty="0" smtClean="0">
              <a:cs typeface="Times New Roman"/>
            </a:endParaRPr>
          </a:p>
          <a:p>
            <a:pPr marL="342900" lvl="0" indent="-342900" algn="just">
              <a:lnSpc>
                <a:spcPct val="125000"/>
              </a:lnSpc>
              <a:spcAft>
                <a:spcPts val="0"/>
              </a:spcAft>
              <a:buClr>
                <a:schemeClr val="accent5">
                  <a:lumMod val="60000"/>
                  <a:lumOff val="40000"/>
                </a:schemeClr>
              </a:buClr>
              <a:buFont typeface="Wingdings" pitchFamily="2" charset="2"/>
              <a:buChar char="u"/>
            </a:pPr>
            <a:r>
              <a:rPr lang="zh-CN" altLang="en-US" sz="2000" b="1" kern="100" dirty="0" smtClean="0">
                <a:ea typeface="楷体"/>
                <a:cs typeface="Times New Roman"/>
              </a:rPr>
              <a:t>掌握基于</a:t>
            </a:r>
            <a:r>
              <a:rPr lang="en-US" sz="2000" b="1" kern="100" dirty="0" smtClean="0">
                <a:ea typeface="楷体"/>
                <a:cs typeface="Times New Roman"/>
              </a:rPr>
              <a:t>HAL</a:t>
            </a:r>
            <a:r>
              <a:rPr lang="zh-CN" altLang="en-US" sz="2000" b="1" kern="100" dirty="0" smtClean="0">
                <a:ea typeface="楷体"/>
                <a:cs typeface="Times New Roman"/>
              </a:rPr>
              <a:t>库开发</a:t>
            </a:r>
            <a:r>
              <a:rPr lang="en-US" sz="2000" b="1" kern="100" dirty="0" smtClean="0">
                <a:ea typeface="楷体"/>
                <a:cs typeface="Times New Roman"/>
              </a:rPr>
              <a:t>USART</a:t>
            </a:r>
            <a:r>
              <a:rPr lang="zh-CN" altLang="en-US" sz="2000" b="1" kern="100" dirty="0" smtClean="0">
                <a:ea typeface="楷体"/>
                <a:cs typeface="Times New Roman"/>
              </a:rPr>
              <a:t>应用的方法。</a:t>
            </a:r>
            <a:endParaRPr lang="zh-CN" altLang="en-US" sz="3200" b="1" kern="100" dirty="0">
              <a:cs typeface="Times New Roman"/>
            </a:endParaRPr>
          </a:p>
        </p:txBody>
      </p:sp>
    </p:spTree>
    <p:extLst>
      <p:ext uri="{BB962C8B-B14F-4D97-AF65-F5344CB8AC3E}">
        <p14:creationId xmlns:p14="http://schemas.microsoft.com/office/powerpoint/2010/main" val="30362084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内容占位符 9"/>
          <p:cNvGraphicFramePr>
            <a:graphicFrameLocks noGrp="1"/>
          </p:cNvGraphicFramePr>
          <p:nvPr>
            <p:ph idx="1"/>
            <p:extLst>
              <p:ext uri="{D42A27DB-BD31-4B8C-83A1-F6EECF244321}">
                <p14:modId xmlns:p14="http://schemas.microsoft.com/office/powerpoint/2010/main" val="593510862"/>
              </p:ext>
            </p:extLst>
          </p:nvPr>
        </p:nvGraphicFramePr>
        <p:xfrm>
          <a:off x="1475656" y="1419622"/>
          <a:ext cx="6336704" cy="2843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a:off x="1" y="339503"/>
            <a:ext cx="255577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2430474"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第７章 串口通信</a:t>
            </a:r>
            <a:endParaRPr lang="zh-CN" altLang="zh-CN"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0100920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a:stCxn id="10" idx="2"/>
            <a:endCxn id="3" idx="0"/>
          </p:cNvCxnSpPr>
          <p:nvPr/>
        </p:nvCxnSpPr>
        <p:spPr>
          <a:xfrm flipH="1">
            <a:off x="1646559" y="1642180"/>
            <a:ext cx="2572948" cy="437548"/>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3" idx="0"/>
            <a:endCxn id="3" idx="2"/>
          </p:cNvCxnSpPr>
          <p:nvPr/>
        </p:nvCxnSpPr>
        <p:spPr>
          <a:xfrm flipH="1" flipV="1">
            <a:off x="1646559" y="2726059"/>
            <a:ext cx="628443" cy="268447"/>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4" idx="0"/>
            <a:endCxn id="10" idx="2"/>
          </p:cNvCxnSpPr>
          <p:nvPr/>
        </p:nvCxnSpPr>
        <p:spPr>
          <a:xfrm flipV="1">
            <a:off x="3889928" y="1642180"/>
            <a:ext cx="329579" cy="937647"/>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2" idx="0"/>
            <a:endCxn id="3" idx="2"/>
          </p:cNvCxnSpPr>
          <p:nvPr/>
        </p:nvCxnSpPr>
        <p:spPr>
          <a:xfrm flipV="1">
            <a:off x="1022990" y="2726059"/>
            <a:ext cx="623569" cy="268447"/>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0" idx="2"/>
            <a:endCxn id="17" idx="0"/>
          </p:cNvCxnSpPr>
          <p:nvPr/>
        </p:nvCxnSpPr>
        <p:spPr>
          <a:xfrm>
            <a:off x="4219507" y="1642180"/>
            <a:ext cx="2500353" cy="408671"/>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5" idx="0"/>
            <a:endCxn id="14" idx="2"/>
          </p:cNvCxnSpPr>
          <p:nvPr/>
        </p:nvCxnSpPr>
        <p:spPr>
          <a:xfrm flipH="1" flipV="1">
            <a:off x="3889928" y="3226158"/>
            <a:ext cx="660006" cy="407128"/>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6" idx="0"/>
            <a:endCxn id="14" idx="2"/>
          </p:cNvCxnSpPr>
          <p:nvPr/>
        </p:nvCxnSpPr>
        <p:spPr>
          <a:xfrm flipV="1">
            <a:off x="3325798" y="3226158"/>
            <a:ext cx="564130" cy="41642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19" idx="0"/>
            <a:endCxn id="17" idx="2"/>
          </p:cNvCxnSpPr>
          <p:nvPr/>
        </p:nvCxnSpPr>
        <p:spPr>
          <a:xfrm flipH="1" flipV="1">
            <a:off x="6719860" y="2697182"/>
            <a:ext cx="20362" cy="36004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0" idx="0"/>
            <a:endCxn id="17" idx="2"/>
          </p:cNvCxnSpPr>
          <p:nvPr/>
        </p:nvCxnSpPr>
        <p:spPr>
          <a:xfrm flipH="1" flipV="1">
            <a:off x="6719860" y="2697182"/>
            <a:ext cx="1431198" cy="369332"/>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18" idx="0"/>
            <a:endCxn id="17" idx="2"/>
          </p:cNvCxnSpPr>
          <p:nvPr/>
        </p:nvCxnSpPr>
        <p:spPr>
          <a:xfrm flipV="1">
            <a:off x="5443354" y="2697182"/>
            <a:ext cx="1276506" cy="36004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 y="339503"/>
            <a:ext cx="22251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p>
        </p:txBody>
      </p:sp>
      <p:sp>
        <p:nvSpPr>
          <p:cNvPr id="4" name="矩形 3"/>
          <p:cNvSpPr/>
          <p:nvPr/>
        </p:nvSpPr>
        <p:spPr>
          <a:xfrm>
            <a:off x="78103" y="381893"/>
            <a:ext cx="197361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7.1 </a:t>
            </a:r>
            <a:r>
              <a:rPr lang="zh-CN" altLang="en-US" sz="2400" b="1" dirty="0">
                <a:solidFill>
                  <a:schemeClr val="bg1"/>
                </a:solidFill>
                <a:latin typeface="微软雅黑" pitchFamily="34" charset="-122"/>
                <a:ea typeface="微软雅黑" pitchFamily="34" charset="-122"/>
              </a:rPr>
              <a:t>通信概述</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3362958" y="1203598"/>
            <a:ext cx="1713098" cy="438582"/>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ctr">
              <a:lnSpc>
                <a:spcPct val="125000"/>
              </a:lnSpc>
            </a:pPr>
            <a:r>
              <a:rPr lang="zh-CN" altLang="en-US" b="1" dirty="0" smtClean="0"/>
              <a:t>通信方式分类</a:t>
            </a:r>
            <a:endParaRPr lang="zh-CN" altLang="zh-CN" b="1" dirty="0"/>
          </a:p>
        </p:txBody>
      </p:sp>
      <p:sp>
        <p:nvSpPr>
          <p:cNvPr id="3" name="矩形 2"/>
          <p:cNvSpPr/>
          <p:nvPr/>
        </p:nvSpPr>
        <p:spPr>
          <a:xfrm>
            <a:off x="1002622" y="2079728"/>
            <a:ext cx="1287874" cy="646331"/>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b="1" dirty="0">
                <a:solidFill>
                  <a:schemeClr val="tx1"/>
                </a:solidFill>
              </a:rPr>
              <a:t>按</a:t>
            </a:r>
            <a:r>
              <a:rPr lang="zh-CN" altLang="en-US" b="1" dirty="0" smtClean="0">
                <a:solidFill>
                  <a:schemeClr val="tx1"/>
                </a:solidFill>
              </a:rPr>
              <a:t>数据</a:t>
            </a:r>
            <a:endParaRPr lang="en-US" altLang="zh-CN" b="1" dirty="0" smtClean="0">
              <a:solidFill>
                <a:schemeClr val="tx1"/>
              </a:solidFill>
            </a:endParaRPr>
          </a:p>
          <a:p>
            <a:pPr algn="ctr"/>
            <a:r>
              <a:rPr lang="zh-CN" altLang="en-US" b="1" dirty="0" smtClean="0">
                <a:solidFill>
                  <a:schemeClr val="tx1"/>
                </a:solidFill>
              </a:rPr>
              <a:t>传送</a:t>
            </a:r>
            <a:r>
              <a:rPr lang="zh-CN" altLang="en-US" b="1" dirty="0">
                <a:solidFill>
                  <a:schemeClr val="tx1"/>
                </a:solidFill>
              </a:rPr>
              <a:t>方式</a:t>
            </a:r>
          </a:p>
        </p:txBody>
      </p:sp>
      <p:sp>
        <p:nvSpPr>
          <p:cNvPr id="12" name="矩形 11"/>
          <p:cNvSpPr/>
          <p:nvPr/>
        </p:nvSpPr>
        <p:spPr>
          <a:xfrm>
            <a:off x="468992" y="2994506"/>
            <a:ext cx="1107996" cy="369332"/>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zh-CN" altLang="en-US" b="1" dirty="0">
                <a:solidFill>
                  <a:prstClr val="black"/>
                </a:solidFill>
              </a:rPr>
              <a:t>串行通信</a:t>
            </a:r>
            <a:endParaRPr lang="zh-CN" altLang="en-US" b="1" dirty="0"/>
          </a:p>
        </p:txBody>
      </p:sp>
      <p:sp>
        <p:nvSpPr>
          <p:cNvPr id="13" name="矩形 12"/>
          <p:cNvSpPr/>
          <p:nvPr/>
        </p:nvSpPr>
        <p:spPr>
          <a:xfrm>
            <a:off x="1721004" y="2994506"/>
            <a:ext cx="1107996" cy="369332"/>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zh-CN" altLang="en-US" b="1" dirty="0">
                <a:solidFill>
                  <a:prstClr val="black"/>
                </a:solidFill>
              </a:rPr>
              <a:t>并行通信</a:t>
            </a:r>
            <a:endParaRPr lang="zh-CN" altLang="en-US" b="1" dirty="0"/>
          </a:p>
        </p:txBody>
      </p:sp>
      <p:sp>
        <p:nvSpPr>
          <p:cNvPr id="14" name="矩形 13"/>
          <p:cNvSpPr/>
          <p:nvPr/>
        </p:nvSpPr>
        <p:spPr>
          <a:xfrm>
            <a:off x="3181654" y="2579827"/>
            <a:ext cx="1416547" cy="646331"/>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zh-CN" altLang="en-US" b="1" dirty="0">
                <a:solidFill>
                  <a:schemeClr val="tx1"/>
                </a:solidFill>
              </a:rPr>
              <a:t>按通信</a:t>
            </a:r>
            <a:r>
              <a:rPr lang="zh-CN" altLang="en-US" b="1" dirty="0" smtClean="0">
                <a:solidFill>
                  <a:schemeClr val="tx1"/>
                </a:solidFill>
              </a:rPr>
              <a:t>数据</a:t>
            </a:r>
            <a:endParaRPr lang="en-US" altLang="zh-CN" b="1" dirty="0" smtClean="0">
              <a:solidFill>
                <a:schemeClr val="tx1"/>
              </a:solidFill>
            </a:endParaRPr>
          </a:p>
          <a:p>
            <a:pPr algn="ctr"/>
            <a:r>
              <a:rPr lang="zh-CN" altLang="en-US" b="1" dirty="0" smtClean="0">
                <a:solidFill>
                  <a:schemeClr val="tx1"/>
                </a:solidFill>
              </a:rPr>
              <a:t>同步</a:t>
            </a:r>
            <a:r>
              <a:rPr lang="zh-CN" altLang="en-US" b="1" dirty="0">
                <a:solidFill>
                  <a:schemeClr val="tx1"/>
                </a:solidFill>
              </a:rPr>
              <a:t>方式</a:t>
            </a:r>
          </a:p>
        </p:txBody>
      </p:sp>
      <p:sp>
        <p:nvSpPr>
          <p:cNvPr id="15" name="矩形 14"/>
          <p:cNvSpPr/>
          <p:nvPr/>
        </p:nvSpPr>
        <p:spPr>
          <a:xfrm>
            <a:off x="3995936" y="3633286"/>
            <a:ext cx="1107996" cy="369332"/>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zh-CN" altLang="en-US" b="1" dirty="0">
                <a:solidFill>
                  <a:prstClr val="black"/>
                </a:solidFill>
              </a:rPr>
              <a:t>同步通信</a:t>
            </a:r>
            <a:endParaRPr lang="zh-CN" altLang="en-US" b="1" dirty="0"/>
          </a:p>
        </p:txBody>
      </p:sp>
      <p:sp>
        <p:nvSpPr>
          <p:cNvPr id="16" name="矩形 15"/>
          <p:cNvSpPr/>
          <p:nvPr/>
        </p:nvSpPr>
        <p:spPr>
          <a:xfrm>
            <a:off x="2771800" y="3642578"/>
            <a:ext cx="1107996" cy="369332"/>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zh-CN" altLang="en-US" b="1" dirty="0">
                <a:solidFill>
                  <a:prstClr val="black"/>
                </a:solidFill>
              </a:rPr>
              <a:t>异步通信</a:t>
            </a:r>
            <a:endParaRPr lang="zh-CN" altLang="en-US" b="1" dirty="0"/>
          </a:p>
        </p:txBody>
      </p:sp>
      <p:sp>
        <p:nvSpPr>
          <p:cNvPr id="17" name="矩形 16"/>
          <p:cNvSpPr/>
          <p:nvPr/>
        </p:nvSpPr>
        <p:spPr>
          <a:xfrm>
            <a:off x="5771376" y="2050851"/>
            <a:ext cx="1896968" cy="646331"/>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zh-CN" altLang="en-US" b="1" dirty="0">
                <a:solidFill>
                  <a:schemeClr val="tx1"/>
                </a:solidFill>
              </a:rPr>
              <a:t>按数据传输</a:t>
            </a:r>
            <a:r>
              <a:rPr lang="zh-CN" altLang="en-US" b="1" dirty="0" smtClean="0">
                <a:solidFill>
                  <a:schemeClr val="tx1"/>
                </a:solidFill>
              </a:rPr>
              <a:t>方向</a:t>
            </a:r>
            <a:endParaRPr lang="en-US" altLang="zh-CN" b="1" dirty="0" smtClean="0">
              <a:solidFill>
                <a:schemeClr val="tx1"/>
              </a:solidFill>
            </a:endParaRPr>
          </a:p>
          <a:p>
            <a:r>
              <a:rPr lang="zh-CN" altLang="en-US" b="1" dirty="0" smtClean="0">
                <a:solidFill>
                  <a:schemeClr val="tx1"/>
                </a:solidFill>
              </a:rPr>
              <a:t>及</a:t>
            </a:r>
            <a:r>
              <a:rPr lang="zh-CN" altLang="en-US" b="1" dirty="0">
                <a:solidFill>
                  <a:schemeClr val="tx1"/>
                </a:solidFill>
              </a:rPr>
              <a:t>与时间的关系</a:t>
            </a:r>
          </a:p>
        </p:txBody>
      </p:sp>
      <p:sp>
        <p:nvSpPr>
          <p:cNvPr id="18" name="矩形 17"/>
          <p:cNvSpPr/>
          <p:nvPr/>
        </p:nvSpPr>
        <p:spPr>
          <a:xfrm>
            <a:off x="4889356" y="3057222"/>
            <a:ext cx="1107996" cy="369332"/>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CN" altLang="en-US" b="1" dirty="0" smtClean="0">
                <a:solidFill>
                  <a:prstClr val="black"/>
                </a:solidFill>
              </a:rPr>
              <a:t>单工通信</a:t>
            </a:r>
            <a:endParaRPr lang="zh-CN" altLang="en-US" b="1" dirty="0"/>
          </a:p>
        </p:txBody>
      </p:sp>
      <p:sp>
        <p:nvSpPr>
          <p:cNvPr id="19" name="矩形 18"/>
          <p:cNvSpPr/>
          <p:nvPr/>
        </p:nvSpPr>
        <p:spPr>
          <a:xfrm>
            <a:off x="6070808" y="3057222"/>
            <a:ext cx="1338828" cy="369332"/>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CN" altLang="en-US" b="1" dirty="0" smtClean="0">
                <a:solidFill>
                  <a:prstClr val="black"/>
                </a:solidFill>
              </a:rPr>
              <a:t>半双工通信</a:t>
            </a:r>
            <a:endParaRPr lang="zh-CN" altLang="en-US" b="1" dirty="0"/>
          </a:p>
        </p:txBody>
      </p:sp>
      <p:sp>
        <p:nvSpPr>
          <p:cNvPr id="20" name="矩形 19"/>
          <p:cNvSpPr/>
          <p:nvPr/>
        </p:nvSpPr>
        <p:spPr>
          <a:xfrm>
            <a:off x="7481644" y="3066514"/>
            <a:ext cx="1338828" cy="369332"/>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CN" altLang="en-US" b="1" dirty="0">
                <a:solidFill>
                  <a:prstClr val="black"/>
                </a:solidFill>
              </a:rPr>
              <a:t>全双工通信</a:t>
            </a:r>
            <a:endParaRPr lang="zh-CN" altLang="en-US" b="1" dirty="0"/>
          </a:p>
        </p:txBody>
      </p:sp>
    </p:spTree>
    <p:extLst>
      <p:ext uri="{BB962C8B-B14F-4D97-AF65-F5344CB8AC3E}">
        <p14:creationId xmlns:p14="http://schemas.microsoft.com/office/powerpoint/2010/main" val="4578812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4716016" y="1131590"/>
            <a:ext cx="4032448" cy="3312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5" name="圆角矩形 14"/>
          <p:cNvSpPr/>
          <p:nvPr/>
        </p:nvSpPr>
        <p:spPr>
          <a:xfrm>
            <a:off x="467544" y="1131590"/>
            <a:ext cx="4032448" cy="3312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1" name="矩形 10"/>
          <p:cNvSpPr/>
          <p:nvPr/>
        </p:nvSpPr>
        <p:spPr>
          <a:xfrm>
            <a:off x="2" y="339503"/>
            <a:ext cx="22251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p>
        </p:txBody>
      </p:sp>
      <p:sp>
        <p:nvSpPr>
          <p:cNvPr id="4" name="矩形 3"/>
          <p:cNvSpPr/>
          <p:nvPr/>
        </p:nvSpPr>
        <p:spPr>
          <a:xfrm>
            <a:off x="78103" y="381893"/>
            <a:ext cx="197361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7.1 </a:t>
            </a:r>
            <a:r>
              <a:rPr lang="zh-CN" altLang="en-US" sz="2400" b="1" dirty="0">
                <a:solidFill>
                  <a:schemeClr val="bg1"/>
                </a:solidFill>
                <a:latin typeface="微软雅黑" pitchFamily="34" charset="-122"/>
                <a:ea typeface="微软雅黑" pitchFamily="34" charset="-122"/>
              </a:rPr>
              <a:t>通信概述</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1347614"/>
            <a:ext cx="3888432" cy="1477328"/>
          </a:xfrm>
          <a:prstGeom prst="rect">
            <a:avLst/>
          </a:prstGeom>
        </p:spPr>
        <p:txBody>
          <a:bodyPr wrap="square">
            <a:spAutoFit/>
          </a:bodyPr>
          <a:lstStyle/>
          <a:p>
            <a:pPr>
              <a:lnSpc>
                <a:spcPct val="125000"/>
              </a:lnSpc>
            </a:pPr>
            <a:r>
              <a:rPr lang="zh-CN" altLang="en-US" b="1" dirty="0" smtClean="0"/>
              <a:t>      </a:t>
            </a:r>
            <a:r>
              <a:rPr lang="zh-CN" altLang="en-US" b="1" dirty="0" smtClean="0">
                <a:solidFill>
                  <a:srgbClr val="C00000"/>
                </a:solidFill>
              </a:rPr>
              <a:t>串行</a:t>
            </a:r>
            <a:r>
              <a:rPr lang="zh-CN" altLang="en-US" b="1" dirty="0">
                <a:solidFill>
                  <a:srgbClr val="C00000"/>
                </a:solidFill>
              </a:rPr>
              <a:t>通信</a:t>
            </a:r>
            <a:r>
              <a:rPr lang="zh-CN" altLang="en-US" b="1" dirty="0"/>
              <a:t>（</a:t>
            </a:r>
            <a:r>
              <a:rPr lang="en-US" altLang="zh-CN" b="1" dirty="0"/>
              <a:t>Serial Transmission</a:t>
            </a:r>
            <a:r>
              <a:rPr lang="zh-CN" altLang="en-US" b="1" dirty="0"/>
              <a:t>），是指通过一根数据线或少量数据线（少于</a:t>
            </a:r>
            <a:r>
              <a:rPr lang="en-US" altLang="zh-CN" b="1" dirty="0"/>
              <a:t>8</a:t>
            </a:r>
            <a:r>
              <a:rPr lang="zh-CN" altLang="en-US" b="1" dirty="0"/>
              <a:t>根）将数据一位一位地按顺序依次</a:t>
            </a:r>
            <a:r>
              <a:rPr lang="zh-CN" altLang="en-US" b="1" dirty="0" smtClean="0"/>
              <a:t>传送。</a:t>
            </a:r>
            <a:endParaRPr lang="en-US" altLang="zh-CN" b="1" dirty="0" smtClean="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449563851"/>
              </p:ext>
            </p:extLst>
          </p:nvPr>
        </p:nvGraphicFramePr>
        <p:xfrm>
          <a:off x="626458" y="3147814"/>
          <a:ext cx="3513494" cy="1080120"/>
        </p:xfrm>
        <a:graphic>
          <a:graphicData uri="http://schemas.openxmlformats.org/presentationml/2006/ole">
            <mc:AlternateContent xmlns:mc="http://schemas.openxmlformats.org/markup-compatibility/2006">
              <mc:Choice xmlns:v="urn:schemas-microsoft-com:vml" Requires="v">
                <p:oleObj spid="_x0000_s48300" name="Visio" r:id="rId3" imgW="2685568" imgH="820711" progId="Visio.Drawing.11">
                  <p:embed/>
                </p:oleObj>
              </mc:Choice>
              <mc:Fallback>
                <p:oleObj name="Visio" r:id="rId3" imgW="2685568" imgH="820711"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458" y="3147814"/>
                        <a:ext cx="3513494" cy="1080120"/>
                      </a:xfrm>
                      <a:prstGeom prst="rect">
                        <a:avLst/>
                      </a:prstGeom>
                      <a:noFill/>
                    </p:spPr>
                  </p:pic>
                </p:oleObj>
              </mc:Fallback>
            </mc:AlternateContent>
          </a:graphicData>
        </a:graphic>
      </p:graphicFrame>
      <p:sp>
        <p:nvSpPr>
          <p:cNvPr id="12" name="矩形 11"/>
          <p:cNvSpPr/>
          <p:nvPr/>
        </p:nvSpPr>
        <p:spPr>
          <a:xfrm>
            <a:off x="5076056" y="2859782"/>
            <a:ext cx="3600400" cy="1477328"/>
          </a:xfrm>
          <a:prstGeom prst="rect">
            <a:avLst/>
          </a:prstGeom>
        </p:spPr>
        <p:txBody>
          <a:bodyPr wrap="square">
            <a:spAutoFit/>
          </a:bodyPr>
          <a:lstStyle/>
          <a:p>
            <a:pPr>
              <a:lnSpc>
                <a:spcPct val="125000"/>
              </a:lnSpc>
            </a:pPr>
            <a:r>
              <a:rPr lang="zh-CN" altLang="en-US" b="1" dirty="0" smtClean="0"/>
              <a:t>    </a:t>
            </a:r>
            <a:r>
              <a:rPr lang="zh-CN" altLang="en-US" b="1" dirty="0" smtClean="0">
                <a:solidFill>
                  <a:srgbClr val="C00000"/>
                </a:solidFill>
              </a:rPr>
              <a:t>并行</a:t>
            </a:r>
            <a:r>
              <a:rPr lang="zh-CN" altLang="en-US" b="1" dirty="0">
                <a:solidFill>
                  <a:srgbClr val="C00000"/>
                </a:solidFill>
              </a:rPr>
              <a:t>通信</a:t>
            </a:r>
            <a:r>
              <a:rPr lang="zh-CN" altLang="en-US" b="1" dirty="0"/>
              <a:t>（</a:t>
            </a:r>
            <a:r>
              <a:rPr lang="en-US" altLang="zh-CN" b="1" dirty="0"/>
              <a:t>Parallel Transmission</a:t>
            </a:r>
            <a:r>
              <a:rPr lang="zh-CN" altLang="en-US" b="1" dirty="0"/>
              <a:t>），是指用多条数据线同时传送多位数据，通常以</a:t>
            </a:r>
            <a:r>
              <a:rPr lang="en-US" altLang="zh-CN" b="1" dirty="0"/>
              <a:t>8</a:t>
            </a:r>
            <a:r>
              <a:rPr lang="zh-CN" altLang="en-US" b="1" dirty="0"/>
              <a:t>位、</a:t>
            </a:r>
            <a:r>
              <a:rPr lang="en-US" altLang="zh-CN" b="1" dirty="0"/>
              <a:t>16</a:t>
            </a:r>
            <a:r>
              <a:rPr lang="zh-CN" altLang="en-US" b="1" dirty="0"/>
              <a:t>位、</a:t>
            </a:r>
            <a:r>
              <a:rPr lang="en-US" altLang="zh-CN" b="1" dirty="0"/>
              <a:t>32</a:t>
            </a:r>
            <a:r>
              <a:rPr lang="zh-CN" altLang="en-US" b="1" dirty="0"/>
              <a:t>位等数据位</a:t>
            </a:r>
            <a:r>
              <a:rPr lang="zh-CN" altLang="en-US" b="1" dirty="0" smtClean="0"/>
              <a:t>传送。</a:t>
            </a:r>
            <a:endParaRPr lang="zh-CN" altLang="en-US" b="1" dirty="0"/>
          </a:p>
        </p:txBody>
      </p:sp>
      <p:sp>
        <p:nvSpPr>
          <p:cNvPr id="1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203344884"/>
              </p:ext>
            </p:extLst>
          </p:nvPr>
        </p:nvGraphicFramePr>
        <p:xfrm>
          <a:off x="4932040" y="1419622"/>
          <a:ext cx="3622802" cy="1152128"/>
        </p:xfrm>
        <a:graphic>
          <a:graphicData uri="http://schemas.openxmlformats.org/presentationml/2006/ole">
            <mc:AlternateContent xmlns:mc="http://schemas.openxmlformats.org/markup-compatibility/2006">
              <mc:Choice xmlns:v="urn:schemas-microsoft-com:vml" Requires="v">
                <p:oleObj spid="_x0000_s48301" name="Visio" r:id="rId5" imgW="2685770" imgH="851904" progId="Visio.Drawing.11">
                  <p:embed/>
                </p:oleObj>
              </mc:Choice>
              <mc:Fallback>
                <p:oleObj name="Visio" r:id="rId5" imgW="2685770" imgH="851904" progId="Visio.Drawing.11">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040" y="1419622"/>
                        <a:ext cx="3622802" cy="1152128"/>
                      </a:xfrm>
                      <a:prstGeom prst="rect">
                        <a:avLst/>
                      </a:prstGeom>
                      <a:noFill/>
                    </p:spPr>
                  </p:pic>
                </p:oleObj>
              </mc:Fallback>
            </mc:AlternateContent>
          </a:graphicData>
        </a:graphic>
      </p:graphicFrame>
      <p:sp>
        <p:nvSpPr>
          <p:cNvPr id="17" name="矩形 16"/>
          <p:cNvSpPr/>
          <p:nvPr/>
        </p:nvSpPr>
        <p:spPr>
          <a:xfrm>
            <a:off x="3779912" y="378449"/>
            <a:ext cx="2520280" cy="438582"/>
          </a:xfrm>
          <a:prstGeom prst="rect">
            <a:avLst/>
          </a:prstGeom>
        </p:spPr>
        <p:txBody>
          <a:bodyPr wrap="square">
            <a:spAutoFit/>
          </a:bodyPr>
          <a:lstStyle/>
          <a:p>
            <a:pPr>
              <a:lnSpc>
                <a:spcPct val="125000"/>
              </a:lnSpc>
            </a:pPr>
            <a:r>
              <a:rPr lang="zh-CN" altLang="en-US" b="1" dirty="0" smtClean="0">
                <a:solidFill>
                  <a:srgbClr val="C00000"/>
                </a:solidFill>
              </a:rPr>
              <a:t>    串行通信</a:t>
            </a:r>
            <a:r>
              <a:rPr lang="zh-CN" altLang="en-US" b="1" dirty="0" smtClean="0">
                <a:solidFill>
                  <a:schemeClr val="accent5">
                    <a:lumMod val="75000"/>
                  </a:schemeClr>
                </a:solidFill>
                <a:effectLst>
                  <a:outerShdw blurRad="38100" dist="38100" dir="2700000" algn="tl">
                    <a:srgbClr val="000000">
                      <a:alpha val="43137"/>
                    </a:srgbClr>
                  </a:outerShdw>
                </a:effectLst>
              </a:rPr>
              <a:t>与</a:t>
            </a:r>
            <a:r>
              <a:rPr lang="zh-CN" altLang="en-US" b="1" dirty="0">
                <a:solidFill>
                  <a:srgbClr val="C00000"/>
                </a:solidFill>
              </a:rPr>
              <a:t>并行</a:t>
            </a:r>
            <a:r>
              <a:rPr lang="zh-CN" altLang="en-US" b="1" dirty="0" smtClean="0">
                <a:solidFill>
                  <a:srgbClr val="C00000"/>
                </a:solidFill>
              </a:rPr>
              <a:t>通信</a:t>
            </a:r>
            <a:endParaRPr lang="en-US" altLang="zh-CN" b="1" dirty="0" smtClean="0"/>
          </a:p>
        </p:txBody>
      </p:sp>
    </p:spTree>
    <p:extLst>
      <p:ext uri="{BB962C8B-B14F-4D97-AF65-F5344CB8AC3E}">
        <p14:creationId xmlns:p14="http://schemas.microsoft.com/office/powerpoint/2010/main" val="30139625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 y="339503"/>
            <a:ext cx="22251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p>
        </p:txBody>
      </p:sp>
      <p:sp>
        <p:nvSpPr>
          <p:cNvPr id="4" name="矩形 3"/>
          <p:cNvSpPr/>
          <p:nvPr/>
        </p:nvSpPr>
        <p:spPr>
          <a:xfrm>
            <a:off x="78103" y="381893"/>
            <a:ext cx="197361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7.1 </a:t>
            </a:r>
            <a:r>
              <a:rPr lang="zh-CN" altLang="en-US" sz="2400" b="1" dirty="0">
                <a:solidFill>
                  <a:schemeClr val="bg1"/>
                </a:solidFill>
                <a:latin typeface="微软雅黑" pitchFamily="34" charset="-122"/>
                <a:ea typeface="微软雅黑" pitchFamily="34" charset="-122"/>
              </a:rPr>
              <a:t>通信概述</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755576" y="1059582"/>
            <a:ext cx="3168352" cy="2862322"/>
          </a:xfrm>
          <a:prstGeom prst="rect">
            <a:avLst/>
          </a:prstGeom>
        </p:spPr>
        <p:txBody>
          <a:bodyPr wrap="square">
            <a:spAutoFit/>
          </a:bodyPr>
          <a:lstStyle/>
          <a:p>
            <a:pPr>
              <a:lnSpc>
                <a:spcPct val="125000"/>
              </a:lnSpc>
            </a:pPr>
            <a:r>
              <a:rPr lang="zh-CN" altLang="en-US" b="1" dirty="0" smtClean="0"/>
              <a:t>     </a:t>
            </a:r>
            <a:r>
              <a:rPr lang="zh-CN" altLang="en-US" b="1" dirty="0" smtClean="0">
                <a:solidFill>
                  <a:srgbClr val="C00000"/>
                </a:solidFill>
              </a:rPr>
              <a:t>并行</a:t>
            </a:r>
            <a:r>
              <a:rPr lang="zh-CN" altLang="en-US" b="1" dirty="0">
                <a:solidFill>
                  <a:srgbClr val="C00000"/>
                </a:solidFill>
              </a:rPr>
              <a:t>通信</a:t>
            </a:r>
            <a:r>
              <a:rPr lang="zh-CN" altLang="en-US" b="1" dirty="0"/>
              <a:t>一次可传输多个数据位的数据</a:t>
            </a:r>
            <a:r>
              <a:rPr lang="zh-CN" altLang="en-US" b="1" dirty="0" smtClean="0"/>
              <a:t>，并行</a:t>
            </a:r>
            <a:r>
              <a:rPr lang="zh-CN" altLang="en-US" b="1" dirty="0"/>
              <a:t>通信传输数据量是串行传输的数倍</a:t>
            </a:r>
            <a:r>
              <a:rPr lang="zh-CN" altLang="en-US" b="1" dirty="0" smtClean="0"/>
              <a:t>，如早期的并行接口</a:t>
            </a:r>
            <a:r>
              <a:rPr lang="zh-CN" altLang="en-US" b="1" dirty="0"/>
              <a:t>的硬盘、打印机，采用</a:t>
            </a:r>
            <a:r>
              <a:rPr lang="en-US" altLang="zh-CN" b="1" dirty="0"/>
              <a:t>PCI</a:t>
            </a:r>
            <a:r>
              <a:rPr lang="zh-CN" altLang="en-US" b="1" dirty="0"/>
              <a:t>（</a:t>
            </a:r>
            <a:r>
              <a:rPr lang="en-US" altLang="zh-CN" b="1" dirty="0"/>
              <a:t>Peripheral Component Interconnect</a:t>
            </a:r>
            <a:r>
              <a:rPr lang="zh-CN" altLang="en-US" b="1" dirty="0"/>
              <a:t>，外设部件互连标准）并行接口的显卡等。</a:t>
            </a:r>
            <a:endParaRPr lang="en-US" altLang="zh-CN" b="1" dirty="0" smtClean="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图示 8"/>
          <p:cNvGraphicFramePr/>
          <p:nvPr>
            <p:extLst>
              <p:ext uri="{D42A27DB-BD31-4B8C-83A1-F6EECF244321}">
                <p14:modId xmlns:p14="http://schemas.microsoft.com/office/powerpoint/2010/main" val="2424362945"/>
              </p:ext>
            </p:extLst>
          </p:nvPr>
        </p:nvGraphicFramePr>
        <p:xfrm>
          <a:off x="3673833" y="987575"/>
          <a:ext cx="4570575" cy="3024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矩形 16"/>
          <p:cNvSpPr/>
          <p:nvPr/>
        </p:nvSpPr>
        <p:spPr>
          <a:xfrm>
            <a:off x="971600" y="4304331"/>
            <a:ext cx="7344816" cy="369332"/>
          </a:xfrm>
          <a:prstGeom prst="rect">
            <a:avLst/>
          </a:prstGeom>
          <a:solidFill>
            <a:schemeClr val="accent6">
              <a:lumMod val="40000"/>
              <a:lumOff val="60000"/>
            </a:schemeClr>
          </a:solidFill>
        </p:spPr>
        <p:txBody>
          <a:bodyPr wrap="square">
            <a:spAutoFit/>
          </a:bodyPr>
          <a:lstStyle/>
          <a:p>
            <a:r>
              <a:rPr lang="zh-CN" altLang="en-US" b="1" dirty="0"/>
              <a:t>计算机内部的总线结构，即</a:t>
            </a:r>
            <a:r>
              <a:rPr lang="en-US" altLang="zh-CN" b="1" dirty="0"/>
              <a:t>CPU</a:t>
            </a:r>
            <a:r>
              <a:rPr lang="zh-CN" altLang="en-US" b="1" dirty="0"/>
              <a:t>与内部寄存器及接口之间采用并行传输。</a:t>
            </a:r>
          </a:p>
        </p:txBody>
      </p:sp>
    </p:spTree>
    <p:extLst>
      <p:ext uri="{BB962C8B-B14F-4D97-AF65-F5344CB8AC3E}">
        <p14:creationId xmlns:p14="http://schemas.microsoft.com/office/powerpoint/2010/main" val="11902287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 y="339503"/>
            <a:ext cx="22251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p>
        </p:txBody>
      </p:sp>
      <p:sp>
        <p:nvSpPr>
          <p:cNvPr id="4" name="矩形 3"/>
          <p:cNvSpPr/>
          <p:nvPr/>
        </p:nvSpPr>
        <p:spPr>
          <a:xfrm>
            <a:off x="78103" y="381893"/>
            <a:ext cx="197361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7.1 </a:t>
            </a:r>
            <a:r>
              <a:rPr lang="zh-CN" altLang="en-US" sz="2400" b="1" dirty="0">
                <a:solidFill>
                  <a:schemeClr val="bg1"/>
                </a:solidFill>
                <a:latin typeface="微软雅黑" pitchFamily="34" charset="-122"/>
                <a:ea typeface="微软雅黑" pitchFamily="34" charset="-122"/>
              </a:rPr>
              <a:t>通信概述</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899592" y="843559"/>
            <a:ext cx="7488832" cy="784830"/>
          </a:xfrm>
          <a:prstGeom prst="rect">
            <a:avLst/>
          </a:prstGeom>
        </p:spPr>
        <p:txBody>
          <a:bodyPr wrap="square">
            <a:spAutoFit/>
          </a:bodyPr>
          <a:lstStyle/>
          <a:p>
            <a:pPr>
              <a:lnSpc>
                <a:spcPct val="125000"/>
              </a:lnSpc>
            </a:pPr>
            <a:r>
              <a:rPr lang="zh-CN" altLang="en-US" b="1" dirty="0" smtClean="0">
                <a:solidFill>
                  <a:srgbClr val="C00000"/>
                </a:solidFill>
              </a:rPr>
              <a:t>     串行</a:t>
            </a:r>
            <a:r>
              <a:rPr lang="zh-CN" altLang="en-US" b="1" dirty="0">
                <a:solidFill>
                  <a:srgbClr val="C00000"/>
                </a:solidFill>
              </a:rPr>
              <a:t>通信</a:t>
            </a:r>
            <a:r>
              <a:rPr lang="zh-CN" altLang="en-US" b="1" dirty="0"/>
              <a:t>是目前最为流行的一种通信方式，如</a:t>
            </a:r>
            <a:r>
              <a:rPr lang="en-US" altLang="zh-CN" b="1" dirty="0"/>
              <a:t>U</a:t>
            </a:r>
            <a:r>
              <a:rPr lang="zh-CN" altLang="en-US" b="1" dirty="0"/>
              <a:t>盘以及采用</a:t>
            </a:r>
            <a:r>
              <a:rPr lang="en-US" altLang="zh-CN" b="1" dirty="0"/>
              <a:t>USB</a:t>
            </a:r>
            <a:r>
              <a:rPr lang="zh-CN" altLang="en-US" b="1" dirty="0"/>
              <a:t>接口的设备、工业上常用的</a:t>
            </a:r>
            <a:r>
              <a:rPr lang="en-US" altLang="zh-CN" b="1" dirty="0"/>
              <a:t>RS-485</a:t>
            </a:r>
            <a:r>
              <a:rPr lang="zh-CN" altLang="en-US" b="1" dirty="0"/>
              <a:t>和</a:t>
            </a:r>
            <a:r>
              <a:rPr lang="en-US" altLang="zh-CN" b="1" dirty="0"/>
              <a:t>RS-232</a:t>
            </a:r>
            <a:r>
              <a:rPr lang="zh-CN" altLang="en-US" b="1" dirty="0"/>
              <a:t>等，都是串行通信设备。</a:t>
            </a:r>
            <a:endParaRPr lang="en-US" altLang="zh-CN" b="1" dirty="0" smtClean="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图片 9" descr="https://ss1.bdstatic.com/70cFuXSh_Q1YnxGkpoWK1HF6hhy/it/u=341722849,3176513824&amp;fm=27&amp;gp=0.jpg"/>
          <p:cNvPicPr/>
          <p:nvPr/>
        </p:nvPicPr>
        <p:blipFill>
          <a:blip r:embed="rId2" cstate="print">
            <a:extLst>
              <a:ext uri="{28A0092B-C50C-407E-A947-70E740481C1C}">
                <a14:useLocalDpi xmlns:a14="http://schemas.microsoft.com/office/drawing/2010/main" val="0"/>
              </a:ext>
            </a:extLst>
          </a:blip>
          <a:srcRect/>
          <a:stretch>
            <a:fillRect/>
          </a:stretch>
        </p:blipFill>
        <p:spPr>
          <a:xfrm>
            <a:off x="1190596" y="1861694"/>
            <a:ext cx="3237388" cy="1368152"/>
          </a:xfrm>
          <a:prstGeom prst="rect">
            <a:avLst/>
          </a:prstGeom>
          <a:noFill/>
          <a:ln>
            <a:noFill/>
          </a:ln>
        </p:spPr>
      </p:pic>
      <p:pic>
        <p:nvPicPr>
          <p:cNvPr id="12" name="图片 11" descr="https://timgsa.baidu.com/timg?image&amp;quality=80&amp;size=b9999_10000&amp;sec=1523960156434&amp;di=b50f40b80e2174c9dc8d3ab33ddbd7c1&amp;imgtype=0&amp;src=http%3A%2F%2Fa2.att.hudong.com%2F00%2F41%2F01100000000000144722415210915_s.jpg"/>
          <p:cNvPicPr/>
          <p:nvPr/>
        </p:nvPicPr>
        <p:blipFill>
          <a:blip r:embed="rId3">
            <a:extLst>
              <a:ext uri="{28A0092B-C50C-407E-A947-70E740481C1C}">
                <a14:useLocalDpi xmlns:a14="http://schemas.microsoft.com/office/drawing/2010/main" val="0"/>
              </a:ext>
            </a:extLst>
          </a:blip>
          <a:srcRect/>
          <a:stretch>
            <a:fillRect/>
          </a:stretch>
        </p:blipFill>
        <p:spPr>
          <a:xfrm>
            <a:off x="5355869" y="1635646"/>
            <a:ext cx="1656184" cy="1872208"/>
          </a:xfrm>
          <a:prstGeom prst="rect">
            <a:avLst/>
          </a:prstGeom>
          <a:noFill/>
          <a:ln>
            <a:noFill/>
          </a:ln>
        </p:spPr>
      </p:pic>
      <p:sp>
        <p:nvSpPr>
          <p:cNvPr id="3" name="矩形 2"/>
          <p:cNvSpPr/>
          <p:nvPr/>
        </p:nvSpPr>
        <p:spPr>
          <a:xfrm>
            <a:off x="1691680" y="3584250"/>
            <a:ext cx="2201244" cy="369332"/>
          </a:xfrm>
          <a:prstGeom prst="rect">
            <a:avLst/>
          </a:prstGeom>
        </p:spPr>
        <p:txBody>
          <a:bodyPr wrap="none">
            <a:spAutoFit/>
          </a:bodyPr>
          <a:lstStyle/>
          <a:p>
            <a:r>
              <a:rPr lang="en-US" altLang="zh-CN" b="1" dirty="0"/>
              <a:t>USB</a:t>
            </a:r>
            <a:r>
              <a:rPr lang="zh-CN" altLang="zh-CN" b="1" dirty="0"/>
              <a:t>的串行通信接口</a:t>
            </a:r>
            <a:endParaRPr lang="zh-CN" altLang="en-US" b="1" dirty="0"/>
          </a:p>
        </p:txBody>
      </p:sp>
      <p:sp>
        <p:nvSpPr>
          <p:cNvPr id="14" name="矩形 13"/>
          <p:cNvSpPr/>
          <p:nvPr/>
        </p:nvSpPr>
        <p:spPr>
          <a:xfrm>
            <a:off x="5197923" y="3646966"/>
            <a:ext cx="2178802" cy="369332"/>
          </a:xfrm>
          <a:prstGeom prst="rect">
            <a:avLst/>
          </a:prstGeom>
        </p:spPr>
        <p:txBody>
          <a:bodyPr wrap="none">
            <a:spAutoFit/>
          </a:bodyPr>
          <a:lstStyle/>
          <a:p>
            <a:r>
              <a:rPr lang="en-US" altLang="zh-CN" b="1" dirty="0"/>
              <a:t>U</a:t>
            </a:r>
            <a:r>
              <a:rPr lang="zh-CN" altLang="zh-CN" b="1" dirty="0"/>
              <a:t>盘的串行通信接口</a:t>
            </a:r>
            <a:endParaRPr lang="zh-CN" altLang="en-US" b="1" dirty="0"/>
          </a:p>
        </p:txBody>
      </p:sp>
      <p:sp>
        <p:nvSpPr>
          <p:cNvPr id="15" name="矩形 14"/>
          <p:cNvSpPr/>
          <p:nvPr/>
        </p:nvSpPr>
        <p:spPr>
          <a:xfrm>
            <a:off x="467544" y="4083918"/>
            <a:ext cx="8424936" cy="754694"/>
          </a:xfrm>
          <a:prstGeom prst="rect">
            <a:avLst/>
          </a:prstGeom>
          <a:solidFill>
            <a:schemeClr val="accent3">
              <a:lumMod val="40000"/>
              <a:lumOff val="60000"/>
            </a:schemeClr>
          </a:solidFill>
        </p:spPr>
        <p:txBody>
          <a:bodyPr wrap="square">
            <a:spAutoFit/>
          </a:bodyPr>
          <a:lstStyle/>
          <a:p>
            <a:pPr>
              <a:lnSpc>
                <a:spcPct val="125000"/>
              </a:lnSpc>
            </a:pPr>
            <a:r>
              <a:rPr lang="zh-CN" altLang="en-US" b="1" dirty="0" smtClean="0"/>
              <a:t>     计算机网络</a:t>
            </a:r>
            <a:r>
              <a:rPr lang="zh-CN" altLang="en-US" b="1" dirty="0"/>
              <a:t>中所使用的传输方式均是串行传输，单片机与外设之间也大多采用各类串行接口，比如</a:t>
            </a:r>
            <a:r>
              <a:rPr lang="en-US" altLang="zh-CN" b="1" dirty="0"/>
              <a:t>USART</a:t>
            </a:r>
            <a:r>
              <a:rPr lang="zh-CN" altLang="en-US" b="1" dirty="0"/>
              <a:t>、</a:t>
            </a:r>
            <a:r>
              <a:rPr lang="en-US" altLang="zh-CN" b="1" dirty="0"/>
              <a:t>USB</a:t>
            </a:r>
            <a:r>
              <a:rPr lang="zh-CN" altLang="en-US" b="1" dirty="0"/>
              <a:t>、</a:t>
            </a:r>
            <a:r>
              <a:rPr lang="en-US" altLang="zh-CN" b="1" dirty="0"/>
              <a:t>IIC</a:t>
            </a:r>
            <a:r>
              <a:rPr lang="zh-CN" altLang="en-US" b="1" dirty="0"/>
              <a:t>、</a:t>
            </a:r>
            <a:r>
              <a:rPr lang="en-US" altLang="zh-CN" b="1" dirty="0"/>
              <a:t>SPI</a:t>
            </a:r>
            <a:r>
              <a:rPr lang="zh-CN" altLang="en-US" b="1" dirty="0" smtClean="0"/>
              <a:t>等。</a:t>
            </a:r>
            <a:endParaRPr lang="zh-CN" altLang="en-US" b="1" dirty="0"/>
          </a:p>
        </p:txBody>
      </p:sp>
    </p:spTree>
    <p:extLst>
      <p:ext uri="{BB962C8B-B14F-4D97-AF65-F5344CB8AC3E}">
        <p14:creationId xmlns:p14="http://schemas.microsoft.com/office/powerpoint/2010/main" val="10971252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395536" y="987574"/>
            <a:ext cx="4752528" cy="374441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1" name="矩形 10"/>
          <p:cNvSpPr/>
          <p:nvPr/>
        </p:nvSpPr>
        <p:spPr>
          <a:xfrm>
            <a:off x="2" y="339503"/>
            <a:ext cx="22251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p>
        </p:txBody>
      </p:sp>
      <p:sp>
        <p:nvSpPr>
          <p:cNvPr id="4" name="矩形 3"/>
          <p:cNvSpPr/>
          <p:nvPr/>
        </p:nvSpPr>
        <p:spPr>
          <a:xfrm>
            <a:off x="78103" y="381893"/>
            <a:ext cx="197361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7.1 </a:t>
            </a:r>
            <a:r>
              <a:rPr lang="zh-CN" altLang="en-US" sz="2400" b="1" dirty="0">
                <a:solidFill>
                  <a:schemeClr val="bg1"/>
                </a:solidFill>
                <a:latin typeface="微软雅黑" pitchFamily="34" charset="-122"/>
                <a:ea typeface="微软雅黑" pitchFamily="34" charset="-122"/>
              </a:rPr>
              <a:t>通信概述</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3779912" y="378449"/>
            <a:ext cx="2520280" cy="438582"/>
          </a:xfrm>
          <a:prstGeom prst="rect">
            <a:avLst/>
          </a:prstGeom>
        </p:spPr>
        <p:txBody>
          <a:bodyPr wrap="square">
            <a:spAutoFit/>
          </a:bodyPr>
          <a:lstStyle/>
          <a:p>
            <a:pPr>
              <a:lnSpc>
                <a:spcPct val="125000"/>
              </a:lnSpc>
            </a:pPr>
            <a:r>
              <a:rPr lang="zh-CN" altLang="en-US" b="1" dirty="0" smtClean="0">
                <a:solidFill>
                  <a:srgbClr val="C00000"/>
                </a:solidFill>
              </a:rPr>
              <a:t>    同步通信</a:t>
            </a:r>
            <a:r>
              <a:rPr lang="zh-CN" altLang="en-US" b="1" dirty="0" smtClean="0">
                <a:solidFill>
                  <a:schemeClr val="accent5">
                    <a:lumMod val="75000"/>
                  </a:schemeClr>
                </a:solidFill>
                <a:effectLst>
                  <a:outerShdw blurRad="38100" dist="38100" dir="2700000" algn="tl">
                    <a:srgbClr val="000000">
                      <a:alpha val="43137"/>
                    </a:srgbClr>
                  </a:outerShdw>
                </a:effectLst>
              </a:rPr>
              <a:t>与</a:t>
            </a:r>
            <a:r>
              <a:rPr lang="zh-CN" altLang="en-US" b="1" dirty="0" smtClean="0">
                <a:solidFill>
                  <a:srgbClr val="C00000"/>
                </a:solidFill>
              </a:rPr>
              <a:t>异步通信</a:t>
            </a:r>
            <a:endParaRPr lang="en-US" altLang="zh-CN" b="1" dirty="0" smtClean="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矩形 14"/>
          <p:cNvSpPr/>
          <p:nvPr/>
        </p:nvSpPr>
        <p:spPr>
          <a:xfrm>
            <a:off x="827584" y="1084262"/>
            <a:ext cx="3744416" cy="1477328"/>
          </a:xfrm>
          <a:prstGeom prst="rect">
            <a:avLst/>
          </a:prstGeom>
        </p:spPr>
        <p:txBody>
          <a:bodyPr wrap="square">
            <a:spAutoFit/>
          </a:bodyPr>
          <a:lstStyle/>
          <a:p>
            <a:pPr>
              <a:lnSpc>
                <a:spcPct val="125000"/>
              </a:lnSpc>
            </a:pPr>
            <a:r>
              <a:rPr lang="zh-CN" altLang="en-US" b="1" dirty="0" smtClean="0"/>
              <a:t>    </a:t>
            </a:r>
            <a:r>
              <a:rPr lang="zh-CN" altLang="en-US" b="1" dirty="0" smtClean="0">
                <a:solidFill>
                  <a:srgbClr val="C00000"/>
                </a:solidFill>
              </a:rPr>
              <a:t>同步通信</a:t>
            </a:r>
            <a:r>
              <a:rPr lang="zh-CN" altLang="en-US" b="1" dirty="0" smtClean="0"/>
              <a:t>是连续</a:t>
            </a:r>
            <a:r>
              <a:rPr lang="zh-CN" altLang="en-US" b="1" dirty="0"/>
              <a:t>串行传送数据的通信方式，要求收发双方的时钟必须保持严格的同步</a:t>
            </a:r>
            <a:r>
              <a:rPr lang="zh-CN" altLang="en-US" b="1" dirty="0" smtClean="0"/>
              <a:t>。</a:t>
            </a:r>
            <a:endParaRPr lang="en-US" altLang="zh-CN" b="1" dirty="0" smtClean="0"/>
          </a:p>
          <a:p>
            <a:pPr>
              <a:lnSpc>
                <a:spcPct val="125000"/>
              </a:lnSpc>
            </a:pPr>
            <a:r>
              <a:rPr lang="en-US" altLang="zh-CN" b="1" dirty="0"/>
              <a:t> </a:t>
            </a:r>
            <a:r>
              <a:rPr lang="en-US" altLang="zh-CN" b="1" dirty="0" smtClean="0"/>
              <a:t>   </a:t>
            </a:r>
            <a:r>
              <a:rPr lang="zh-CN" altLang="en-US" b="1" dirty="0">
                <a:solidFill>
                  <a:srgbClr val="C00000"/>
                </a:solidFill>
              </a:rPr>
              <a:t>特点</a:t>
            </a:r>
            <a:r>
              <a:rPr lang="zh-CN" altLang="en-US" b="1" dirty="0" smtClean="0">
                <a:solidFill>
                  <a:srgbClr val="C00000"/>
                </a:solidFill>
              </a:rPr>
              <a:t>：</a:t>
            </a:r>
            <a:r>
              <a:rPr lang="zh-CN" altLang="en-US" b="1" dirty="0" smtClean="0"/>
              <a:t>输速率较高</a:t>
            </a:r>
            <a:endParaRPr lang="en-US" altLang="zh-CN" b="1" dirty="0" smtClean="0"/>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3429321227"/>
              </p:ext>
            </p:extLst>
          </p:nvPr>
        </p:nvGraphicFramePr>
        <p:xfrm>
          <a:off x="541170" y="2715766"/>
          <a:ext cx="4472309" cy="1664963"/>
        </p:xfrm>
        <a:graphic>
          <a:graphicData uri="http://schemas.openxmlformats.org/presentationml/2006/ole">
            <mc:AlternateContent xmlns:mc="http://schemas.openxmlformats.org/markup-compatibility/2006">
              <mc:Choice xmlns:v="urn:schemas-microsoft-com:vml" Requires="v">
                <p:oleObj spid="_x0000_s49231" name="Visio" r:id="rId3" imgW="3494783" imgH="1307258" progId="Visio.Drawing.11">
                  <p:embed/>
                </p:oleObj>
              </mc:Choice>
              <mc:Fallback>
                <p:oleObj name="Visio" r:id="rId3" imgW="3494783" imgH="1307258"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170" y="2715766"/>
                        <a:ext cx="4472309" cy="1664963"/>
                      </a:xfrm>
                      <a:prstGeom prst="rect">
                        <a:avLst/>
                      </a:prstGeom>
                      <a:noFill/>
                    </p:spPr>
                  </p:pic>
                </p:oleObj>
              </mc:Fallback>
            </mc:AlternateContent>
          </a:graphicData>
        </a:graphic>
      </p:graphicFrame>
      <p:sp>
        <p:nvSpPr>
          <p:cNvPr id="16" name="矩形 15"/>
          <p:cNvSpPr/>
          <p:nvPr/>
        </p:nvSpPr>
        <p:spPr>
          <a:xfrm>
            <a:off x="5652120" y="987574"/>
            <a:ext cx="2957634" cy="3554819"/>
          </a:xfrm>
          <a:prstGeom prst="rect">
            <a:avLst/>
          </a:prstGeom>
          <a:solidFill>
            <a:schemeClr val="accent3">
              <a:lumMod val="40000"/>
              <a:lumOff val="60000"/>
            </a:schemeClr>
          </a:solidFill>
        </p:spPr>
        <p:txBody>
          <a:bodyPr wrap="square">
            <a:spAutoFit/>
          </a:bodyPr>
          <a:lstStyle/>
          <a:p>
            <a:pPr>
              <a:lnSpc>
                <a:spcPct val="125000"/>
              </a:lnSpc>
            </a:pPr>
            <a:r>
              <a:rPr lang="zh-CN" altLang="en-US" b="1" dirty="0" smtClean="0"/>
              <a:t>     </a:t>
            </a:r>
            <a:r>
              <a:rPr lang="zh-CN" altLang="en-US" b="1" dirty="0" smtClean="0">
                <a:solidFill>
                  <a:srgbClr val="C00000"/>
                </a:solidFill>
              </a:rPr>
              <a:t>异步通信</a:t>
            </a:r>
            <a:r>
              <a:rPr lang="zh-CN" altLang="en-US" b="1" dirty="0" smtClean="0"/>
              <a:t>在发送的有效数据中增加</a:t>
            </a:r>
            <a:r>
              <a:rPr lang="zh-CN" altLang="en-US" b="1" dirty="0"/>
              <a:t>一些用于同步的控制位，比如开始位和停止位等，数据以字符为单位组成</a:t>
            </a:r>
            <a:r>
              <a:rPr lang="zh-CN" altLang="en-US" b="1" dirty="0" smtClean="0"/>
              <a:t>数据帧进行</a:t>
            </a:r>
            <a:r>
              <a:rPr lang="zh-CN" altLang="en-US" b="1" dirty="0"/>
              <a:t>传送</a:t>
            </a:r>
            <a:r>
              <a:rPr lang="zh-CN" altLang="en-US" b="1" dirty="0" smtClean="0"/>
              <a:t>，收发双方需约定</a:t>
            </a:r>
            <a:r>
              <a:rPr lang="zh-CN" altLang="en-US" b="1" dirty="0"/>
              <a:t>数据的</a:t>
            </a:r>
            <a:r>
              <a:rPr lang="zh-CN" altLang="en-US" b="1" dirty="0" smtClean="0"/>
              <a:t>传输速率。</a:t>
            </a:r>
            <a:endParaRPr lang="zh-CN" altLang="en-US" b="1" dirty="0"/>
          </a:p>
          <a:p>
            <a:pPr>
              <a:lnSpc>
                <a:spcPct val="125000"/>
              </a:lnSpc>
            </a:pPr>
            <a:r>
              <a:rPr lang="zh-CN" altLang="en-US" b="1" dirty="0" smtClean="0">
                <a:solidFill>
                  <a:srgbClr val="C00000"/>
                </a:solidFill>
              </a:rPr>
              <a:t>      特点：</a:t>
            </a:r>
            <a:endParaRPr lang="en-US" altLang="zh-CN" b="1" dirty="0" smtClean="0">
              <a:solidFill>
                <a:srgbClr val="C00000"/>
              </a:solidFill>
            </a:endParaRPr>
          </a:p>
          <a:p>
            <a:pPr marL="285750" indent="-285750">
              <a:lnSpc>
                <a:spcPct val="125000"/>
              </a:lnSpc>
              <a:buBlip>
                <a:blip r:embed="rId5"/>
              </a:buBlip>
            </a:pPr>
            <a:r>
              <a:rPr lang="en-US" altLang="zh-CN" b="1" dirty="0">
                <a:solidFill>
                  <a:srgbClr val="C00000"/>
                </a:solidFill>
              </a:rPr>
              <a:t> </a:t>
            </a:r>
            <a:r>
              <a:rPr lang="zh-CN" altLang="en-US" b="1" dirty="0" smtClean="0"/>
              <a:t>传输</a:t>
            </a:r>
            <a:r>
              <a:rPr lang="zh-CN" altLang="en-US" b="1" dirty="0"/>
              <a:t>效率</a:t>
            </a:r>
            <a:r>
              <a:rPr lang="zh-CN" altLang="en-US" b="1" dirty="0" smtClean="0"/>
              <a:t>较低；</a:t>
            </a:r>
            <a:endParaRPr lang="en-US" altLang="zh-CN" b="1" dirty="0" smtClean="0"/>
          </a:p>
          <a:p>
            <a:pPr marL="285750" indent="-285750">
              <a:lnSpc>
                <a:spcPct val="125000"/>
              </a:lnSpc>
              <a:buBlip>
                <a:blip r:embed="rId5"/>
              </a:buBlip>
            </a:pPr>
            <a:r>
              <a:rPr lang="zh-CN" altLang="en-US" b="1" dirty="0" smtClean="0"/>
              <a:t>通信</a:t>
            </a:r>
            <a:r>
              <a:rPr lang="zh-CN" altLang="en-US" b="1" dirty="0"/>
              <a:t>设备实现简单、成本</a:t>
            </a:r>
            <a:r>
              <a:rPr lang="zh-CN" altLang="en-US" b="1" dirty="0" smtClean="0"/>
              <a:t>低。</a:t>
            </a:r>
            <a:endParaRPr lang="zh-CN" altLang="en-US" b="1" dirty="0"/>
          </a:p>
        </p:txBody>
      </p:sp>
    </p:spTree>
    <p:extLst>
      <p:ext uri="{BB962C8B-B14F-4D97-AF65-F5344CB8AC3E}">
        <p14:creationId xmlns:p14="http://schemas.microsoft.com/office/powerpoint/2010/main" val="3791581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 y="339503"/>
            <a:ext cx="22251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p>
        </p:txBody>
      </p:sp>
      <p:sp>
        <p:nvSpPr>
          <p:cNvPr id="4" name="矩形 3"/>
          <p:cNvSpPr/>
          <p:nvPr/>
        </p:nvSpPr>
        <p:spPr>
          <a:xfrm>
            <a:off x="78103" y="381893"/>
            <a:ext cx="197361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7.1 </a:t>
            </a:r>
            <a:r>
              <a:rPr lang="zh-CN" altLang="en-US" sz="2400" b="1" dirty="0">
                <a:solidFill>
                  <a:schemeClr val="bg1"/>
                </a:solidFill>
                <a:latin typeface="微软雅黑" pitchFamily="34" charset="-122"/>
                <a:ea typeface="微软雅黑" pitchFamily="34" charset="-122"/>
              </a:rPr>
              <a:t>通信概述</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3779912" y="378449"/>
            <a:ext cx="3096344" cy="438582"/>
          </a:xfrm>
          <a:prstGeom prst="rect">
            <a:avLst/>
          </a:prstGeom>
        </p:spPr>
        <p:txBody>
          <a:bodyPr wrap="square">
            <a:spAutoFit/>
          </a:bodyPr>
          <a:lstStyle/>
          <a:p>
            <a:pPr>
              <a:lnSpc>
                <a:spcPct val="125000"/>
              </a:lnSpc>
            </a:pPr>
            <a:r>
              <a:rPr lang="zh-CN" altLang="en-US" b="1" dirty="0">
                <a:solidFill>
                  <a:srgbClr val="C00000"/>
                </a:solidFill>
              </a:rPr>
              <a:t>单工、半双工、全双工通信</a:t>
            </a:r>
            <a:endParaRPr lang="en-US" altLang="zh-CN" b="1" dirty="0" smtClean="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矩形 14"/>
          <p:cNvSpPr/>
          <p:nvPr/>
        </p:nvSpPr>
        <p:spPr>
          <a:xfrm>
            <a:off x="1064911" y="1084003"/>
            <a:ext cx="6624736" cy="784830"/>
          </a:xfrm>
          <a:prstGeom prst="rect">
            <a:avLst/>
          </a:prstGeom>
        </p:spPr>
        <p:txBody>
          <a:bodyPr wrap="square">
            <a:spAutoFit/>
          </a:bodyPr>
          <a:lstStyle/>
          <a:p>
            <a:pPr>
              <a:lnSpc>
                <a:spcPct val="125000"/>
              </a:lnSpc>
            </a:pPr>
            <a:r>
              <a:rPr lang="zh-CN" altLang="en-US" b="1" dirty="0" smtClean="0"/>
              <a:t>    根据</a:t>
            </a:r>
            <a:r>
              <a:rPr lang="zh-CN" altLang="en-US" b="1" dirty="0"/>
              <a:t>数据传输方向以及与时间的关系，串行通信可以分为单工、半双工和全双工三种通信</a:t>
            </a:r>
            <a:r>
              <a:rPr lang="zh-CN" altLang="en-US" b="1" dirty="0" smtClean="0"/>
              <a:t>方式。</a:t>
            </a:r>
            <a:endParaRPr lang="en-US" altLang="zh-CN" b="1" dirty="0" smtClean="0"/>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p:cNvGraphicFramePr>
            <a:graphicFrameLocks noGrp="1"/>
          </p:cNvGraphicFramePr>
          <p:nvPr>
            <p:extLst>
              <p:ext uri="{D42A27DB-BD31-4B8C-83A1-F6EECF244321}">
                <p14:modId xmlns:p14="http://schemas.microsoft.com/office/powerpoint/2010/main" val="1227621211"/>
              </p:ext>
            </p:extLst>
          </p:nvPr>
        </p:nvGraphicFramePr>
        <p:xfrm>
          <a:off x="1352943" y="1995686"/>
          <a:ext cx="6048672" cy="2383404"/>
        </p:xfrm>
        <a:graphic>
          <a:graphicData uri="http://schemas.openxmlformats.org/drawingml/2006/table">
            <a:tbl>
              <a:tblPr firstRow="1" firstCol="1" bandRow="1">
                <a:tableStyleId>{5C22544A-7EE6-4342-B048-85BDC9FD1C3A}</a:tableStyleId>
              </a:tblPr>
              <a:tblGrid>
                <a:gridCol w="1152128"/>
                <a:gridCol w="3496312"/>
                <a:gridCol w="1400232"/>
              </a:tblGrid>
              <a:tr h="491920">
                <a:tc>
                  <a:txBody>
                    <a:bodyPr/>
                    <a:lstStyle/>
                    <a:p>
                      <a:pPr algn="ctr">
                        <a:spcAft>
                          <a:spcPts val="0"/>
                        </a:spcAft>
                      </a:pPr>
                      <a:r>
                        <a:rPr lang="zh-CN" sz="1800" b="1" kern="0" dirty="0">
                          <a:effectLst/>
                        </a:rPr>
                        <a:t>通信方式</a:t>
                      </a:r>
                      <a:endParaRPr lang="zh-CN" sz="3600" b="1" kern="100" dirty="0">
                        <a:effectLst/>
                        <a:latin typeface="Calibri"/>
                        <a:ea typeface="宋体"/>
                        <a:cs typeface="Times New Roman"/>
                      </a:endParaRPr>
                    </a:p>
                  </a:txBody>
                  <a:tcPr marL="68580" marR="68580" marT="0" marB="0" anchor="ctr"/>
                </a:tc>
                <a:tc>
                  <a:txBody>
                    <a:bodyPr/>
                    <a:lstStyle/>
                    <a:p>
                      <a:pPr algn="ctr">
                        <a:spcAft>
                          <a:spcPts val="0"/>
                        </a:spcAft>
                      </a:pPr>
                      <a:r>
                        <a:rPr lang="zh-CN" sz="1800" b="1" kern="0">
                          <a:effectLst/>
                        </a:rPr>
                        <a:t>描述</a:t>
                      </a:r>
                      <a:endParaRPr lang="zh-CN" sz="3600" b="1" kern="100">
                        <a:effectLst/>
                        <a:latin typeface="Calibri"/>
                        <a:ea typeface="宋体"/>
                        <a:cs typeface="Times New Roman"/>
                      </a:endParaRPr>
                    </a:p>
                  </a:txBody>
                  <a:tcPr marL="68580" marR="68580" marT="0" marB="0" anchor="ctr"/>
                </a:tc>
                <a:tc>
                  <a:txBody>
                    <a:bodyPr/>
                    <a:lstStyle/>
                    <a:p>
                      <a:pPr algn="ctr">
                        <a:spcAft>
                          <a:spcPts val="0"/>
                        </a:spcAft>
                      </a:pPr>
                      <a:r>
                        <a:rPr lang="zh-CN" sz="1800" b="1" kern="0" dirty="0">
                          <a:effectLst/>
                        </a:rPr>
                        <a:t>举例</a:t>
                      </a:r>
                      <a:endParaRPr lang="zh-CN" sz="3600" b="1" kern="100" dirty="0">
                        <a:effectLst/>
                        <a:latin typeface="Calibri"/>
                        <a:ea typeface="宋体"/>
                        <a:cs typeface="Times New Roman"/>
                      </a:endParaRPr>
                    </a:p>
                  </a:txBody>
                  <a:tcPr marL="68580" marR="68580" marT="0" marB="0" anchor="ctr"/>
                </a:tc>
              </a:tr>
              <a:tr h="937003">
                <a:tc>
                  <a:txBody>
                    <a:bodyPr/>
                    <a:lstStyle/>
                    <a:p>
                      <a:pPr algn="ctr">
                        <a:spcAft>
                          <a:spcPts val="0"/>
                        </a:spcAft>
                      </a:pPr>
                      <a:r>
                        <a:rPr lang="zh-CN" sz="1800" b="1" kern="0">
                          <a:effectLst/>
                        </a:rPr>
                        <a:t>单工</a:t>
                      </a:r>
                      <a:endParaRPr lang="zh-CN" sz="3600" b="1" kern="100">
                        <a:effectLst/>
                        <a:latin typeface="Calibri"/>
                        <a:ea typeface="宋体"/>
                        <a:cs typeface="Times New Roman"/>
                      </a:endParaRPr>
                    </a:p>
                  </a:txBody>
                  <a:tcPr marL="68580" marR="68580" marT="0" marB="0" anchor="ctr"/>
                </a:tc>
                <a:tc>
                  <a:txBody>
                    <a:bodyPr/>
                    <a:lstStyle/>
                    <a:p>
                      <a:pPr algn="just">
                        <a:spcAft>
                          <a:spcPts val="0"/>
                        </a:spcAft>
                      </a:pPr>
                      <a:r>
                        <a:rPr lang="zh-CN" sz="1800" b="1" kern="0" dirty="0">
                          <a:effectLst/>
                        </a:rPr>
                        <a:t>任何时刻都只能单方向通信的工作方式，即一端固定为发送端，另一端固定为接收端</a:t>
                      </a:r>
                      <a:endParaRPr lang="zh-CN" sz="3600" b="1" kern="100" dirty="0">
                        <a:effectLst/>
                        <a:latin typeface="Calibri"/>
                        <a:ea typeface="宋体"/>
                        <a:cs typeface="Times New Roman"/>
                      </a:endParaRPr>
                    </a:p>
                  </a:txBody>
                  <a:tcPr marL="68580" marR="68580" marT="0" marB="0"/>
                </a:tc>
                <a:tc>
                  <a:txBody>
                    <a:bodyPr/>
                    <a:lstStyle/>
                    <a:p>
                      <a:pPr algn="just">
                        <a:spcAft>
                          <a:spcPts val="0"/>
                        </a:spcAft>
                      </a:pPr>
                      <a:r>
                        <a:rPr lang="zh-CN" sz="1800" b="1" kern="0" dirty="0">
                          <a:effectLst/>
                        </a:rPr>
                        <a:t>灯塔、广播和电视</a:t>
                      </a:r>
                      <a:endParaRPr lang="zh-CN" sz="3600" b="1" kern="100" dirty="0">
                        <a:effectLst/>
                        <a:latin typeface="Calibri"/>
                        <a:ea typeface="宋体"/>
                        <a:cs typeface="Times New Roman"/>
                      </a:endParaRPr>
                    </a:p>
                  </a:txBody>
                  <a:tcPr marL="68580" marR="68580" marT="0" marB="0" anchor="ctr"/>
                </a:tc>
              </a:tr>
              <a:tr h="642147">
                <a:tc>
                  <a:txBody>
                    <a:bodyPr/>
                    <a:lstStyle/>
                    <a:p>
                      <a:pPr algn="ctr">
                        <a:spcAft>
                          <a:spcPts val="0"/>
                        </a:spcAft>
                      </a:pPr>
                      <a:r>
                        <a:rPr lang="zh-CN" sz="1800" b="1" kern="0">
                          <a:effectLst/>
                        </a:rPr>
                        <a:t>半双工</a:t>
                      </a:r>
                      <a:endParaRPr lang="zh-CN" sz="3600" b="1" kern="100">
                        <a:effectLst/>
                        <a:latin typeface="Calibri"/>
                        <a:ea typeface="宋体"/>
                        <a:cs typeface="Times New Roman"/>
                      </a:endParaRPr>
                    </a:p>
                  </a:txBody>
                  <a:tcPr marL="68580" marR="68580" marT="0" marB="0" anchor="ctr"/>
                </a:tc>
                <a:tc>
                  <a:txBody>
                    <a:bodyPr/>
                    <a:lstStyle/>
                    <a:p>
                      <a:pPr algn="just">
                        <a:spcAft>
                          <a:spcPts val="0"/>
                        </a:spcAft>
                      </a:pPr>
                      <a:r>
                        <a:rPr lang="zh-CN" sz="1800" b="1" kern="0">
                          <a:effectLst/>
                        </a:rPr>
                        <a:t>两个设备均可以收发数据，但不能在同一时刻进行</a:t>
                      </a:r>
                      <a:endParaRPr lang="zh-CN" sz="3600" b="1" kern="100">
                        <a:effectLst/>
                        <a:latin typeface="Calibri"/>
                        <a:ea typeface="宋体"/>
                        <a:cs typeface="Times New Roman"/>
                      </a:endParaRPr>
                    </a:p>
                  </a:txBody>
                  <a:tcPr marL="68580" marR="68580" marT="0" marB="0" anchor="ctr"/>
                </a:tc>
                <a:tc>
                  <a:txBody>
                    <a:bodyPr/>
                    <a:lstStyle/>
                    <a:p>
                      <a:pPr algn="just">
                        <a:spcAft>
                          <a:spcPts val="0"/>
                        </a:spcAft>
                      </a:pPr>
                      <a:r>
                        <a:rPr lang="zh-CN" sz="1800" b="1" kern="0">
                          <a:effectLst/>
                        </a:rPr>
                        <a:t>对讲机</a:t>
                      </a:r>
                      <a:endParaRPr lang="zh-CN" sz="3600" b="1" kern="100">
                        <a:effectLst/>
                        <a:latin typeface="Calibri"/>
                        <a:ea typeface="宋体"/>
                        <a:cs typeface="Times New Roman"/>
                      </a:endParaRPr>
                    </a:p>
                  </a:txBody>
                  <a:tcPr marL="68580" marR="68580" marT="0" marB="0" anchor="ctr"/>
                </a:tc>
              </a:tr>
              <a:tr h="312334">
                <a:tc>
                  <a:txBody>
                    <a:bodyPr/>
                    <a:lstStyle/>
                    <a:p>
                      <a:pPr algn="ctr">
                        <a:spcAft>
                          <a:spcPts val="0"/>
                        </a:spcAft>
                      </a:pPr>
                      <a:r>
                        <a:rPr lang="zh-CN" sz="1800" b="1" kern="0">
                          <a:effectLst/>
                        </a:rPr>
                        <a:t>全双工</a:t>
                      </a:r>
                      <a:endParaRPr lang="zh-CN" sz="3600" b="1" kern="100">
                        <a:effectLst/>
                        <a:latin typeface="Calibri"/>
                        <a:ea typeface="宋体"/>
                        <a:cs typeface="Times New Roman"/>
                      </a:endParaRPr>
                    </a:p>
                  </a:txBody>
                  <a:tcPr marL="68580" marR="68580" marT="0" marB="0"/>
                </a:tc>
                <a:tc>
                  <a:txBody>
                    <a:bodyPr/>
                    <a:lstStyle/>
                    <a:p>
                      <a:pPr algn="just">
                        <a:spcAft>
                          <a:spcPts val="0"/>
                        </a:spcAft>
                      </a:pPr>
                      <a:r>
                        <a:rPr lang="zh-CN" sz="1800" b="1" kern="0">
                          <a:effectLst/>
                        </a:rPr>
                        <a:t>两个设备可以同时收发数据</a:t>
                      </a:r>
                      <a:endParaRPr lang="zh-CN" sz="3600" b="1" kern="100">
                        <a:effectLst/>
                        <a:latin typeface="Calibri"/>
                        <a:ea typeface="宋体"/>
                        <a:cs typeface="Times New Roman"/>
                      </a:endParaRPr>
                    </a:p>
                  </a:txBody>
                  <a:tcPr marL="68580" marR="68580" marT="0" marB="0"/>
                </a:tc>
                <a:tc>
                  <a:txBody>
                    <a:bodyPr/>
                    <a:lstStyle/>
                    <a:p>
                      <a:pPr algn="just">
                        <a:spcAft>
                          <a:spcPts val="0"/>
                        </a:spcAft>
                      </a:pPr>
                      <a:r>
                        <a:rPr lang="zh-CN" sz="1800" b="1" kern="0" dirty="0">
                          <a:effectLst/>
                        </a:rPr>
                        <a:t>手机</a:t>
                      </a:r>
                      <a:endParaRPr lang="zh-CN" sz="3600" b="1" kern="100" dirty="0">
                        <a:effectLst/>
                        <a:latin typeface="Calibri"/>
                        <a:ea typeface="宋体"/>
                        <a:cs typeface="Times New Roman"/>
                      </a:endParaRPr>
                    </a:p>
                  </a:txBody>
                  <a:tcPr marL="68580" marR="68580" marT="0" marB="0"/>
                </a:tc>
              </a:tr>
            </a:tbl>
          </a:graphicData>
        </a:graphic>
      </p:graphicFrame>
    </p:spTree>
    <p:extLst>
      <p:ext uri="{BB962C8B-B14F-4D97-AF65-F5344CB8AC3E}">
        <p14:creationId xmlns:p14="http://schemas.microsoft.com/office/powerpoint/2010/main" val="16279474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 y="339503"/>
            <a:ext cx="222513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p>
        </p:txBody>
      </p:sp>
      <p:sp>
        <p:nvSpPr>
          <p:cNvPr id="4" name="矩形 3"/>
          <p:cNvSpPr/>
          <p:nvPr/>
        </p:nvSpPr>
        <p:spPr>
          <a:xfrm>
            <a:off x="78103" y="381893"/>
            <a:ext cx="197361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7.1 </a:t>
            </a:r>
            <a:r>
              <a:rPr lang="zh-CN" altLang="en-US" sz="2400" b="1" dirty="0">
                <a:solidFill>
                  <a:schemeClr val="bg1"/>
                </a:solidFill>
                <a:latin typeface="微软雅黑" pitchFamily="34" charset="-122"/>
                <a:ea typeface="微软雅黑" pitchFamily="34" charset="-122"/>
              </a:rPr>
              <a:t>通信概述</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3779912" y="378449"/>
            <a:ext cx="1656184" cy="438582"/>
          </a:xfrm>
          <a:prstGeom prst="rect">
            <a:avLst/>
          </a:prstGeom>
        </p:spPr>
        <p:txBody>
          <a:bodyPr wrap="square">
            <a:spAutoFit/>
          </a:bodyPr>
          <a:lstStyle/>
          <a:p>
            <a:pPr>
              <a:lnSpc>
                <a:spcPct val="125000"/>
              </a:lnSpc>
            </a:pPr>
            <a:r>
              <a:rPr lang="zh-CN" altLang="en-US" b="1" dirty="0">
                <a:solidFill>
                  <a:srgbClr val="C00000"/>
                </a:solidFill>
              </a:rPr>
              <a:t>通信传输速率</a:t>
            </a:r>
            <a:endParaRPr lang="en-US" altLang="zh-CN" b="1" dirty="0" smtClean="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矩形 14"/>
          <p:cNvSpPr/>
          <p:nvPr/>
        </p:nvSpPr>
        <p:spPr>
          <a:xfrm>
            <a:off x="544127" y="1396246"/>
            <a:ext cx="3744416" cy="1131079"/>
          </a:xfrm>
          <a:prstGeom prst="rect">
            <a:avLst/>
          </a:prstGeom>
          <a:solidFill>
            <a:schemeClr val="accent6">
              <a:lumMod val="40000"/>
              <a:lumOff val="60000"/>
            </a:schemeClr>
          </a:solidFill>
        </p:spPr>
        <p:txBody>
          <a:bodyPr wrap="square">
            <a:spAutoFit/>
          </a:bodyPr>
          <a:lstStyle/>
          <a:p>
            <a:pPr>
              <a:lnSpc>
                <a:spcPct val="125000"/>
              </a:lnSpc>
            </a:pPr>
            <a:r>
              <a:rPr lang="zh-CN" altLang="en-US" b="1" dirty="0" smtClean="0"/>
              <a:t>     每秒</a:t>
            </a:r>
            <a:r>
              <a:rPr lang="zh-CN" altLang="en-US" b="1" dirty="0"/>
              <a:t>传输的二进制位数，单位为比特每秒（</a:t>
            </a:r>
            <a:r>
              <a:rPr lang="en-US" altLang="zh-CN" b="1" dirty="0"/>
              <a:t>bit/s</a:t>
            </a:r>
            <a:r>
              <a:rPr lang="zh-CN" altLang="en-US" b="1" dirty="0"/>
              <a:t>，</a:t>
            </a:r>
            <a:r>
              <a:rPr lang="en-US" altLang="zh-CN" b="1" dirty="0"/>
              <a:t>bps</a:t>
            </a:r>
            <a:r>
              <a:rPr lang="zh-CN" altLang="en-US" b="1" dirty="0"/>
              <a:t>），是衡量串行数据传输速度快慢的指标</a:t>
            </a:r>
            <a:r>
              <a:rPr lang="zh-CN" altLang="en-US" b="1" dirty="0" smtClean="0"/>
              <a:t>。</a:t>
            </a:r>
            <a:endParaRPr lang="zh-CN" altLang="en-US" b="1" dirty="0"/>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矩形 8"/>
          <p:cNvSpPr/>
          <p:nvPr/>
        </p:nvSpPr>
        <p:spPr>
          <a:xfrm>
            <a:off x="1975348" y="1020763"/>
            <a:ext cx="881973" cy="369332"/>
          </a:xfrm>
          <a:prstGeom prst="rect">
            <a:avLst/>
          </a:prstGeom>
        </p:spPr>
        <p:txBody>
          <a:bodyPr wrap="none">
            <a:spAutoFit/>
          </a:bodyPr>
          <a:lstStyle/>
          <a:p>
            <a:r>
              <a:rPr lang="zh-CN" altLang="en-US" b="1" dirty="0">
                <a:solidFill>
                  <a:schemeClr val="accent6">
                    <a:lumMod val="75000"/>
                  </a:schemeClr>
                </a:solidFill>
              </a:rPr>
              <a:t>波特率</a:t>
            </a:r>
            <a:endParaRPr lang="zh-CN" altLang="en-US" dirty="0">
              <a:solidFill>
                <a:schemeClr val="accent6">
                  <a:lumMod val="75000"/>
                </a:schemeClr>
              </a:solidFill>
            </a:endParaRPr>
          </a:p>
        </p:txBody>
      </p:sp>
      <p:sp>
        <p:nvSpPr>
          <p:cNvPr id="14" name="矩形 13"/>
          <p:cNvSpPr/>
          <p:nvPr/>
        </p:nvSpPr>
        <p:spPr>
          <a:xfrm>
            <a:off x="4618225" y="1396246"/>
            <a:ext cx="4248472" cy="784830"/>
          </a:xfrm>
          <a:prstGeom prst="rect">
            <a:avLst/>
          </a:prstGeom>
          <a:solidFill>
            <a:schemeClr val="accent3">
              <a:lumMod val="40000"/>
              <a:lumOff val="60000"/>
            </a:schemeClr>
          </a:solidFill>
        </p:spPr>
        <p:txBody>
          <a:bodyPr wrap="square">
            <a:spAutoFit/>
          </a:bodyPr>
          <a:lstStyle/>
          <a:p>
            <a:pPr>
              <a:lnSpc>
                <a:spcPct val="125000"/>
              </a:lnSpc>
            </a:pPr>
            <a:r>
              <a:rPr lang="zh-CN" altLang="en-US" b="1" dirty="0" smtClean="0"/>
              <a:t>每秒</a:t>
            </a:r>
            <a:r>
              <a:rPr lang="zh-CN" altLang="en-US" b="1" dirty="0"/>
              <a:t>所传输的字符</a:t>
            </a:r>
            <a:r>
              <a:rPr lang="zh-CN" altLang="en-US" b="1" dirty="0" smtClean="0"/>
              <a:t>数</a:t>
            </a:r>
            <a:r>
              <a:rPr lang="zh-CN" altLang="en-US" b="1" dirty="0"/>
              <a:t>：</a:t>
            </a:r>
            <a:endParaRPr lang="en-GB" altLang="zh-CN" b="1" dirty="0" smtClean="0"/>
          </a:p>
          <a:p>
            <a:pPr>
              <a:lnSpc>
                <a:spcPct val="125000"/>
              </a:lnSpc>
            </a:pPr>
            <a:r>
              <a:rPr lang="zh-CN" altLang="en-US" b="1" dirty="0" smtClean="0"/>
              <a:t>波特率</a:t>
            </a:r>
            <a:r>
              <a:rPr lang="en-US" altLang="zh-CN" b="1" dirty="0"/>
              <a:t>=</a:t>
            </a:r>
            <a:r>
              <a:rPr lang="zh-CN" altLang="en-US" b="1" dirty="0"/>
              <a:t>字符速率</a:t>
            </a:r>
            <a:r>
              <a:rPr lang="en-US" altLang="zh-CN" b="1" dirty="0"/>
              <a:t>×</a:t>
            </a:r>
            <a:r>
              <a:rPr lang="zh-CN" altLang="en-US" b="1" dirty="0"/>
              <a:t>每个字符包含的</a:t>
            </a:r>
            <a:r>
              <a:rPr lang="zh-CN" altLang="en-US" b="1" dirty="0" smtClean="0"/>
              <a:t>位数</a:t>
            </a:r>
            <a:endParaRPr lang="zh-CN" altLang="en-US" b="1" dirty="0"/>
          </a:p>
        </p:txBody>
      </p:sp>
      <p:sp>
        <p:nvSpPr>
          <p:cNvPr id="16" name="矩形 15"/>
          <p:cNvSpPr/>
          <p:nvPr/>
        </p:nvSpPr>
        <p:spPr>
          <a:xfrm>
            <a:off x="1115616" y="2924532"/>
            <a:ext cx="5259630" cy="1477328"/>
          </a:xfrm>
          <a:prstGeom prst="rect">
            <a:avLst/>
          </a:prstGeom>
          <a:solidFill>
            <a:schemeClr val="accent5">
              <a:lumMod val="40000"/>
              <a:lumOff val="60000"/>
            </a:schemeClr>
          </a:solidFill>
        </p:spPr>
        <p:txBody>
          <a:bodyPr wrap="square">
            <a:spAutoFit/>
          </a:bodyPr>
          <a:lstStyle/>
          <a:p>
            <a:pPr>
              <a:lnSpc>
                <a:spcPct val="125000"/>
              </a:lnSpc>
            </a:pPr>
            <a:r>
              <a:rPr lang="zh-CN" altLang="en-US" b="1" dirty="0" smtClean="0"/>
              <a:t>   字符</a:t>
            </a:r>
            <a:r>
              <a:rPr lang="zh-CN" altLang="en-US" b="1" dirty="0"/>
              <a:t>速率为</a:t>
            </a:r>
            <a:r>
              <a:rPr lang="en-US" altLang="zh-CN" b="1" dirty="0"/>
              <a:t>120</a:t>
            </a:r>
            <a:r>
              <a:rPr lang="zh-CN" altLang="en-US" b="1" dirty="0"/>
              <a:t>字符</a:t>
            </a:r>
            <a:r>
              <a:rPr lang="en-US" altLang="zh-CN" b="1" dirty="0"/>
              <a:t>/</a:t>
            </a:r>
            <a:r>
              <a:rPr lang="zh-CN" altLang="en-US" b="1" dirty="0"/>
              <a:t>秒，若每个字符包含</a:t>
            </a:r>
            <a:r>
              <a:rPr lang="en-US" altLang="zh-CN" b="1" dirty="0"/>
              <a:t>10</a:t>
            </a:r>
            <a:r>
              <a:rPr lang="zh-CN" altLang="en-US" b="1" dirty="0"/>
              <a:t>位（</a:t>
            </a:r>
            <a:r>
              <a:rPr lang="en-US" altLang="zh-CN" b="1" dirty="0"/>
              <a:t>1</a:t>
            </a:r>
            <a:r>
              <a:rPr lang="zh-CN" altLang="en-US" b="1" dirty="0"/>
              <a:t>个起始位，</a:t>
            </a:r>
            <a:r>
              <a:rPr lang="en-US" altLang="zh-CN" b="1" dirty="0"/>
              <a:t>7</a:t>
            </a:r>
            <a:r>
              <a:rPr lang="zh-CN" altLang="en-US" b="1" dirty="0"/>
              <a:t>个数据位，</a:t>
            </a:r>
            <a:r>
              <a:rPr lang="en-US" altLang="zh-CN" b="1" dirty="0"/>
              <a:t>1</a:t>
            </a:r>
            <a:r>
              <a:rPr lang="zh-CN" altLang="en-US" b="1" dirty="0"/>
              <a:t>个校验位，</a:t>
            </a:r>
            <a:r>
              <a:rPr lang="en-US" altLang="zh-CN" b="1" dirty="0"/>
              <a:t>1</a:t>
            </a:r>
            <a:r>
              <a:rPr lang="zh-CN" altLang="en-US" b="1" dirty="0"/>
              <a:t>个结束位），则波特率为</a:t>
            </a:r>
          </a:p>
          <a:p>
            <a:pPr>
              <a:lnSpc>
                <a:spcPct val="125000"/>
              </a:lnSpc>
            </a:pPr>
            <a:r>
              <a:rPr lang="en-US" altLang="zh-CN" b="1" dirty="0"/>
              <a:t>10</a:t>
            </a:r>
            <a:r>
              <a:rPr lang="zh-CN" altLang="en-US" b="1" dirty="0"/>
              <a:t>位</a:t>
            </a:r>
            <a:r>
              <a:rPr lang="en-US" altLang="zh-CN" b="1" dirty="0"/>
              <a:t>/</a:t>
            </a:r>
            <a:r>
              <a:rPr lang="zh-CN" altLang="en-US" b="1" dirty="0"/>
              <a:t>字符</a:t>
            </a:r>
            <a:r>
              <a:rPr lang="en-US" altLang="zh-CN" b="1" dirty="0"/>
              <a:t>×120</a:t>
            </a:r>
            <a:r>
              <a:rPr lang="zh-CN" altLang="en-US" b="1" dirty="0"/>
              <a:t>字符</a:t>
            </a:r>
            <a:r>
              <a:rPr lang="en-US" altLang="zh-CN" b="1" dirty="0"/>
              <a:t>/</a:t>
            </a:r>
            <a:r>
              <a:rPr lang="zh-CN" altLang="en-US" b="1" dirty="0"/>
              <a:t>秒＝</a:t>
            </a:r>
            <a:r>
              <a:rPr lang="en-US" altLang="zh-CN" b="1" dirty="0"/>
              <a:t>1200bps</a:t>
            </a:r>
            <a:r>
              <a:rPr lang="zh-CN" altLang="en-US" b="1" dirty="0"/>
              <a:t>。</a:t>
            </a:r>
          </a:p>
        </p:txBody>
      </p:sp>
      <p:sp>
        <p:nvSpPr>
          <p:cNvPr id="10" name="矩形 9"/>
          <p:cNvSpPr/>
          <p:nvPr/>
        </p:nvSpPr>
        <p:spPr>
          <a:xfrm>
            <a:off x="6084168" y="1020763"/>
            <a:ext cx="1114408" cy="369332"/>
          </a:xfrm>
          <a:prstGeom prst="rect">
            <a:avLst/>
          </a:prstGeom>
        </p:spPr>
        <p:txBody>
          <a:bodyPr wrap="none">
            <a:spAutoFit/>
          </a:bodyPr>
          <a:lstStyle/>
          <a:p>
            <a:r>
              <a:rPr lang="zh-CN" altLang="en-US" b="1" dirty="0">
                <a:solidFill>
                  <a:schemeClr val="accent3">
                    <a:lumMod val="75000"/>
                  </a:schemeClr>
                </a:solidFill>
              </a:rPr>
              <a:t>字符速率</a:t>
            </a:r>
            <a:endParaRPr lang="zh-CN" altLang="en-US" dirty="0">
              <a:solidFill>
                <a:schemeClr val="accent3">
                  <a:lumMod val="75000"/>
                </a:schemeClr>
              </a:solidFill>
            </a:endParaRPr>
          </a:p>
        </p:txBody>
      </p:sp>
      <p:sp>
        <p:nvSpPr>
          <p:cNvPr id="12" name="矩形 11"/>
          <p:cNvSpPr/>
          <p:nvPr/>
        </p:nvSpPr>
        <p:spPr>
          <a:xfrm>
            <a:off x="6580697" y="2924435"/>
            <a:ext cx="2286000" cy="1477328"/>
          </a:xfrm>
          <a:prstGeom prst="rect">
            <a:avLst/>
          </a:prstGeom>
          <a:solidFill>
            <a:schemeClr val="accent2">
              <a:lumMod val="40000"/>
              <a:lumOff val="60000"/>
            </a:schemeClr>
          </a:solidFill>
        </p:spPr>
        <p:txBody>
          <a:bodyPr>
            <a:spAutoFit/>
          </a:bodyPr>
          <a:lstStyle/>
          <a:p>
            <a:pPr lvl="0">
              <a:lnSpc>
                <a:spcPct val="125000"/>
              </a:lnSpc>
            </a:pPr>
            <a:r>
              <a:rPr lang="zh-CN" altLang="en-US" b="1" dirty="0" smtClean="0">
                <a:solidFill>
                  <a:prstClr val="black"/>
                </a:solidFill>
              </a:rPr>
              <a:t>    常用</a:t>
            </a:r>
            <a:r>
              <a:rPr lang="zh-CN" altLang="en-US" b="1" dirty="0">
                <a:solidFill>
                  <a:prstClr val="black"/>
                </a:solidFill>
              </a:rPr>
              <a:t>的串口</a:t>
            </a:r>
            <a:r>
              <a:rPr lang="zh-CN" altLang="en-US" b="1" dirty="0" smtClean="0">
                <a:solidFill>
                  <a:prstClr val="black"/>
                </a:solidFill>
              </a:rPr>
              <a:t>传输速率（波特率）有</a:t>
            </a:r>
            <a:r>
              <a:rPr lang="en-US" altLang="zh-CN" b="1" dirty="0">
                <a:solidFill>
                  <a:prstClr val="black"/>
                </a:solidFill>
              </a:rPr>
              <a:t>1200</a:t>
            </a:r>
            <a:r>
              <a:rPr lang="zh-CN" altLang="en-US" b="1" dirty="0">
                <a:solidFill>
                  <a:prstClr val="black"/>
                </a:solidFill>
              </a:rPr>
              <a:t>、</a:t>
            </a:r>
            <a:r>
              <a:rPr lang="en-US" altLang="zh-CN" b="1" dirty="0">
                <a:solidFill>
                  <a:prstClr val="black"/>
                </a:solidFill>
              </a:rPr>
              <a:t>2400</a:t>
            </a:r>
            <a:r>
              <a:rPr lang="zh-CN" altLang="en-US" b="1" dirty="0">
                <a:solidFill>
                  <a:prstClr val="black"/>
                </a:solidFill>
              </a:rPr>
              <a:t>、</a:t>
            </a:r>
            <a:r>
              <a:rPr lang="en-US" altLang="zh-CN" b="1" dirty="0">
                <a:solidFill>
                  <a:prstClr val="black"/>
                </a:solidFill>
              </a:rPr>
              <a:t>4800</a:t>
            </a:r>
            <a:r>
              <a:rPr lang="zh-CN" altLang="en-US" b="1" dirty="0">
                <a:solidFill>
                  <a:prstClr val="black"/>
                </a:solidFill>
              </a:rPr>
              <a:t>、</a:t>
            </a:r>
            <a:r>
              <a:rPr lang="en-US" altLang="zh-CN" b="1" dirty="0">
                <a:solidFill>
                  <a:prstClr val="black"/>
                </a:solidFill>
              </a:rPr>
              <a:t>9600</a:t>
            </a:r>
            <a:r>
              <a:rPr lang="zh-CN" altLang="en-US" b="1" dirty="0">
                <a:solidFill>
                  <a:prstClr val="black"/>
                </a:solidFill>
              </a:rPr>
              <a:t>、</a:t>
            </a:r>
            <a:r>
              <a:rPr lang="en-US" altLang="zh-CN" b="1" dirty="0">
                <a:solidFill>
                  <a:prstClr val="black"/>
                </a:solidFill>
              </a:rPr>
              <a:t>19200</a:t>
            </a:r>
            <a:r>
              <a:rPr lang="zh-CN" altLang="en-US" b="1" dirty="0">
                <a:solidFill>
                  <a:prstClr val="black"/>
                </a:solidFill>
              </a:rPr>
              <a:t>和</a:t>
            </a:r>
            <a:r>
              <a:rPr lang="en-US" altLang="zh-CN" b="1" dirty="0">
                <a:solidFill>
                  <a:prstClr val="black"/>
                </a:solidFill>
              </a:rPr>
              <a:t>115200</a:t>
            </a:r>
            <a:r>
              <a:rPr lang="zh-CN" altLang="en-US" b="1" dirty="0">
                <a:solidFill>
                  <a:prstClr val="black"/>
                </a:solidFill>
              </a:rPr>
              <a:t>等。</a:t>
            </a:r>
          </a:p>
        </p:txBody>
      </p:sp>
      <p:sp>
        <p:nvSpPr>
          <p:cNvPr id="17" name="圆柱形 16"/>
          <p:cNvSpPr/>
          <p:nvPr/>
        </p:nvSpPr>
        <p:spPr>
          <a:xfrm>
            <a:off x="683568" y="2859782"/>
            <a:ext cx="432048" cy="637547"/>
          </a:xfrm>
          <a:prstGeom prst="can">
            <a:avLst/>
          </a:prstGeom>
          <a:ln w="12700">
            <a:solidFill>
              <a:schemeClr val="accent4">
                <a:lumMod val="7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b="1" dirty="0" smtClean="0">
                <a:solidFill>
                  <a:schemeClr val="tx1"/>
                </a:solidFill>
              </a:rPr>
              <a:t>举例</a:t>
            </a:r>
          </a:p>
        </p:txBody>
      </p:sp>
    </p:spTree>
    <p:extLst>
      <p:ext uri="{BB962C8B-B14F-4D97-AF65-F5344CB8AC3E}">
        <p14:creationId xmlns:p14="http://schemas.microsoft.com/office/powerpoint/2010/main" val="16207873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69979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2589170"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7.2 </a:t>
            </a:r>
            <a:r>
              <a:rPr lang="zh-CN" altLang="en-US" sz="2400" b="1" dirty="0" smtClean="0">
                <a:solidFill>
                  <a:schemeClr val="bg1"/>
                </a:solidFill>
                <a:latin typeface="微软雅黑" pitchFamily="34" charset="-122"/>
                <a:ea typeface="微软雅黑" pitchFamily="34" charset="-122"/>
              </a:rPr>
              <a:t>异步串行通信</a:t>
            </a:r>
            <a:endParaRPr lang="zh-CN" altLang="zh-CN" sz="2400" b="1" dirty="0">
              <a:solidFill>
                <a:schemeClr val="bg1"/>
              </a:solidFill>
              <a:latin typeface="微软雅黑" pitchFamily="34" charset="-122"/>
              <a:ea typeface="微软雅黑" pitchFamily="34" charset="-122"/>
            </a:endParaRPr>
          </a:p>
        </p:txBody>
      </p:sp>
      <p:sp>
        <p:nvSpPr>
          <p:cNvPr id="6" name="文本框 9"/>
          <p:cNvSpPr txBox="1"/>
          <p:nvPr/>
        </p:nvSpPr>
        <p:spPr>
          <a:xfrm>
            <a:off x="3635896" y="1355526"/>
            <a:ext cx="2180557" cy="523220"/>
          </a:xfrm>
          <a:prstGeom prst="rect">
            <a:avLst/>
          </a:prstGeom>
          <a:noFill/>
        </p:spPr>
        <p:txBody>
          <a:bodyPr wrap="square" rtlCol="0">
            <a:spAutoFit/>
          </a:bodyPr>
          <a:lstStyle/>
          <a:p>
            <a:pPr algn="ctr"/>
            <a:r>
              <a:rPr lang="zh-CN" altLang="en-US" sz="2800" b="1" dirty="0" smtClean="0">
                <a:solidFill>
                  <a:schemeClr val="accent5">
                    <a:lumMod val="75000"/>
                  </a:schemeClr>
                </a:solidFill>
                <a:latin typeface="微软雅黑" pitchFamily="34" charset="-122"/>
                <a:ea typeface="微软雅黑" pitchFamily="34" charset="-122"/>
                <a:sym typeface="思源黑体旧字形 ExtraLight" panose="020B0200000000000000" pitchFamily="34" charset="-128"/>
              </a:rPr>
              <a:t>目  录</a:t>
            </a:r>
            <a:endParaRPr lang="zh-CN" altLang="en-US" sz="2800" b="1" dirty="0">
              <a:solidFill>
                <a:schemeClr val="accent5">
                  <a:lumMod val="75000"/>
                </a:schemeClr>
              </a:solidFill>
              <a:latin typeface="微软雅黑" pitchFamily="34" charset="-122"/>
              <a:ea typeface="微软雅黑" pitchFamily="34" charset="-122"/>
              <a:sym typeface="思源黑体旧字形 ExtraLight" panose="020B0200000000000000" pitchFamily="34" charset="-128"/>
            </a:endParaRPr>
          </a:p>
        </p:txBody>
      </p:sp>
      <p:cxnSp>
        <p:nvCxnSpPr>
          <p:cNvPr id="7" name="直接连接符 6"/>
          <p:cNvCxnSpPr/>
          <p:nvPr/>
        </p:nvCxnSpPr>
        <p:spPr>
          <a:xfrm>
            <a:off x="1007688" y="1995686"/>
            <a:ext cx="70578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026971" y="2427734"/>
            <a:ext cx="3358612" cy="461665"/>
          </a:xfrm>
          <a:prstGeom prst="rect">
            <a:avLst/>
          </a:prstGeom>
        </p:spPr>
        <p:txBody>
          <a:bodyPr wrap="none">
            <a:spAutoFit/>
          </a:bodyPr>
          <a:lstStyle/>
          <a:p>
            <a:r>
              <a:rPr lang="en-US" altLang="zh-CN" sz="2400" b="1" dirty="0"/>
              <a:t>7.2.1 </a:t>
            </a:r>
            <a:r>
              <a:rPr lang="zh-CN" altLang="en-US" sz="2400" b="1" dirty="0" smtClean="0"/>
              <a:t>异步串行通信协议</a:t>
            </a:r>
            <a:endParaRPr lang="zh-CN" altLang="zh-CN" sz="2400" dirty="0"/>
          </a:p>
        </p:txBody>
      </p:sp>
      <p:sp>
        <p:nvSpPr>
          <p:cNvPr id="9" name="矩形 8"/>
          <p:cNvSpPr/>
          <p:nvPr/>
        </p:nvSpPr>
        <p:spPr>
          <a:xfrm>
            <a:off x="4499992" y="3363838"/>
            <a:ext cx="3358612" cy="461665"/>
          </a:xfrm>
          <a:prstGeom prst="rect">
            <a:avLst/>
          </a:prstGeom>
        </p:spPr>
        <p:txBody>
          <a:bodyPr wrap="none">
            <a:spAutoFit/>
          </a:bodyPr>
          <a:lstStyle/>
          <a:p>
            <a:r>
              <a:rPr lang="en-US" altLang="zh-CN" sz="2400" b="1" dirty="0"/>
              <a:t>7.2.2 </a:t>
            </a:r>
            <a:r>
              <a:rPr lang="zh-CN" altLang="en-US" sz="2400" b="1" dirty="0" smtClean="0"/>
              <a:t>异步串行通信接口</a:t>
            </a:r>
            <a:endParaRPr lang="zh-CN" altLang="zh-CN" sz="2400" dirty="0"/>
          </a:p>
        </p:txBody>
      </p:sp>
      <p:sp>
        <p:nvSpPr>
          <p:cNvPr id="11" name="十字箭头标注 10"/>
          <p:cNvSpPr/>
          <p:nvPr/>
        </p:nvSpPr>
        <p:spPr>
          <a:xfrm>
            <a:off x="2306891" y="2406538"/>
            <a:ext cx="720080" cy="504056"/>
          </a:xfrm>
          <a:prstGeom prst="quadArrow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smtClean="0"/>
          </a:p>
        </p:txBody>
      </p:sp>
      <p:sp>
        <p:nvSpPr>
          <p:cNvPr id="12" name="十字箭头标注 11"/>
          <p:cNvSpPr/>
          <p:nvPr/>
        </p:nvSpPr>
        <p:spPr>
          <a:xfrm>
            <a:off x="3779912" y="3363838"/>
            <a:ext cx="720080" cy="504056"/>
          </a:xfrm>
          <a:prstGeom prst="quadArrow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12479513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67544" y="1131590"/>
            <a:ext cx="4032448" cy="1823576"/>
          </a:xfrm>
          <a:prstGeom prst="rect">
            <a:avLst/>
          </a:prstGeom>
        </p:spPr>
        <p:txBody>
          <a:bodyPr wrap="square">
            <a:spAutoFit/>
          </a:bodyPr>
          <a:lstStyle/>
          <a:p>
            <a:pPr>
              <a:lnSpc>
                <a:spcPct val="125000"/>
              </a:lnSpc>
            </a:pPr>
            <a:r>
              <a:rPr lang="zh-CN" altLang="en-US" b="1" dirty="0" smtClean="0">
                <a:solidFill>
                  <a:srgbClr val="C00000"/>
                </a:solidFill>
              </a:rPr>
              <a:t>     异步</a:t>
            </a:r>
            <a:r>
              <a:rPr lang="zh-CN" altLang="en-US" b="1" dirty="0" smtClean="0">
                <a:solidFill>
                  <a:srgbClr val="C00000"/>
                </a:solidFill>
              </a:rPr>
              <a:t>串行通信</a:t>
            </a:r>
            <a:r>
              <a:rPr lang="zh-CN" altLang="en-US" b="1" dirty="0" smtClean="0">
                <a:solidFill>
                  <a:srgbClr val="C00000"/>
                </a:solidFill>
              </a:rPr>
              <a:t>标准的</a:t>
            </a:r>
            <a:r>
              <a:rPr lang="zh-CN" altLang="en-US" b="1" dirty="0" smtClean="0"/>
              <a:t>数据帧</a:t>
            </a:r>
            <a:r>
              <a:rPr lang="zh-CN" altLang="en-US" b="1" dirty="0" smtClean="0"/>
              <a:t>由起始位、数据位、校验位、停止位四部分组成。数据</a:t>
            </a:r>
            <a:r>
              <a:rPr lang="zh-CN" altLang="en-US" b="1" dirty="0"/>
              <a:t>传输速率为</a:t>
            </a:r>
            <a:r>
              <a:rPr lang="en-US" altLang="zh-CN" b="1" dirty="0"/>
              <a:t>50</a:t>
            </a:r>
            <a:r>
              <a:rPr lang="zh-CN" altLang="en-US" b="1" dirty="0"/>
              <a:t>、</a:t>
            </a:r>
            <a:r>
              <a:rPr lang="en-US" altLang="zh-CN" b="1" dirty="0"/>
              <a:t>75</a:t>
            </a:r>
            <a:r>
              <a:rPr lang="zh-CN" altLang="en-US" b="1" dirty="0"/>
              <a:t>、</a:t>
            </a:r>
            <a:r>
              <a:rPr lang="en-US" altLang="zh-CN" b="1" dirty="0"/>
              <a:t>100</a:t>
            </a:r>
            <a:r>
              <a:rPr lang="zh-CN" altLang="en-US" b="1" dirty="0"/>
              <a:t>、</a:t>
            </a:r>
            <a:r>
              <a:rPr lang="en-US" altLang="zh-CN" b="1" dirty="0"/>
              <a:t>150</a:t>
            </a:r>
            <a:r>
              <a:rPr lang="zh-CN" altLang="en-US" b="1" dirty="0"/>
              <a:t>、</a:t>
            </a:r>
            <a:r>
              <a:rPr lang="en-US" altLang="zh-CN" b="1" dirty="0"/>
              <a:t>300</a:t>
            </a:r>
            <a:r>
              <a:rPr lang="zh-CN" altLang="en-US" b="1" dirty="0"/>
              <a:t>、</a:t>
            </a:r>
            <a:r>
              <a:rPr lang="en-US" altLang="zh-CN" b="1" dirty="0"/>
              <a:t>600</a:t>
            </a:r>
            <a:r>
              <a:rPr lang="zh-CN" altLang="en-US" b="1" dirty="0"/>
              <a:t>、</a:t>
            </a:r>
            <a:r>
              <a:rPr lang="en-US" altLang="zh-CN" b="1" dirty="0"/>
              <a:t>1200</a:t>
            </a:r>
            <a:r>
              <a:rPr lang="zh-CN" altLang="en-US" b="1" dirty="0"/>
              <a:t>、</a:t>
            </a:r>
            <a:r>
              <a:rPr lang="en-US" altLang="zh-CN" b="1" dirty="0"/>
              <a:t>2400</a:t>
            </a:r>
            <a:r>
              <a:rPr lang="zh-CN" altLang="en-US" b="1" dirty="0"/>
              <a:t>、</a:t>
            </a:r>
            <a:r>
              <a:rPr lang="en-US" altLang="zh-CN" b="1" dirty="0"/>
              <a:t>4800</a:t>
            </a:r>
            <a:r>
              <a:rPr lang="zh-CN" altLang="en-US" b="1" dirty="0"/>
              <a:t>、</a:t>
            </a:r>
            <a:r>
              <a:rPr lang="en-US" altLang="zh-CN" b="1" dirty="0"/>
              <a:t>9600</a:t>
            </a:r>
            <a:r>
              <a:rPr lang="zh-CN" altLang="en-US" b="1" dirty="0"/>
              <a:t>、</a:t>
            </a:r>
            <a:r>
              <a:rPr lang="en-US" altLang="zh-CN" b="1" dirty="0"/>
              <a:t>19200</a:t>
            </a:r>
            <a:r>
              <a:rPr lang="zh-CN" altLang="en-US" b="1" dirty="0"/>
              <a:t>和</a:t>
            </a:r>
            <a:r>
              <a:rPr lang="en-US" altLang="zh-CN" b="1" dirty="0"/>
              <a:t>38400</a:t>
            </a:r>
            <a:r>
              <a:rPr lang="zh-CN" altLang="en-US" b="1" dirty="0"/>
              <a:t>波特。</a:t>
            </a:r>
            <a:endParaRPr lang="zh-CN" altLang="zh-CN" b="1" dirty="0"/>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3923928" y="421842"/>
            <a:ext cx="4896544" cy="369332"/>
          </a:xfrm>
          <a:prstGeom prst="rect">
            <a:avLst/>
          </a:prstGeom>
        </p:spPr>
        <p:txBody>
          <a:bodyPr wrap="square">
            <a:spAutoFit/>
          </a:bodyPr>
          <a:lstStyle/>
          <a:p>
            <a:r>
              <a:rPr lang="zh-CN" altLang="zh-CN" b="1" dirty="0">
                <a:solidFill>
                  <a:schemeClr val="accent5">
                    <a:lumMod val="75000"/>
                  </a:schemeClr>
                </a:solidFill>
              </a:rPr>
              <a:t>通信传输速率和数据帧格式一起称为通信协议。</a:t>
            </a:r>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2553929351"/>
              </p:ext>
            </p:extLst>
          </p:nvPr>
        </p:nvGraphicFramePr>
        <p:xfrm>
          <a:off x="362150" y="3366435"/>
          <a:ext cx="4392488" cy="1408670"/>
        </p:xfrm>
        <a:graphic>
          <a:graphicData uri="http://schemas.openxmlformats.org/presentationml/2006/ole">
            <mc:AlternateContent xmlns:mc="http://schemas.openxmlformats.org/markup-compatibility/2006">
              <mc:Choice xmlns:v="urn:schemas-microsoft-com:vml" Requires="v">
                <p:oleObj spid="_x0000_s66575" name="Visio" r:id="rId3" imgW="3283448" imgH="1036954" progId="Visio.Drawing.11">
                  <p:embed/>
                </p:oleObj>
              </mc:Choice>
              <mc:Fallback>
                <p:oleObj name="Visio" r:id="rId3" imgW="3283448" imgH="1036954" progId="Visio.Drawing.11">
                  <p:embed/>
                  <p:pic>
                    <p:nvPicPr>
                      <p:cNvPr id="0" name=""/>
                      <p:cNvPicPr>
                        <a:picLocks noChangeAspect="1" noChangeArrowheads="1"/>
                      </p:cNvPicPr>
                      <p:nvPr/>
                    </p:nvPicPr>
                    <p:blipFill>
                      <a:blip r:embed="rId4"/>
                      <a:srcRect/>
                      <a:stretch>
                        <a:fillRect/>
                      </a:stretch>
                    </p:blipFill>
                    <p:spPr bwMode="auto">
                      <a:xfrm>
                        <a:off x="362150" y="3366435"/>
                        <a:ext cx="4392488" cy="1408670"/>
                      </a:xfrm>
                      <a:prstGeom prst="rect">
                        <a:avLst/>
                      </a:prstGeom>
                      <a:noFill/>
                    </p:spPr>
                  </p:pic>
                </p:oleObj>
              </mc:Fallback>
            </mc:AlternateContent>
          </a:graphicData>
        </a:graphic>
      </p:graphicFrame>
      <p:sp>
        <p:nvSpPr>
          <p:cNvPr id="13" name="五边形 12"/>
          <p:cNvSpPr/>
          <p:nvPr/>
        </p:nvSpPr>
        <p:spPr>
          <a:xfrm>
            <a:off x="4788024" y="1059582"/>
            <a:ext cx="4104459" cy="62525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b="1" kern="200" dirty="0">
                <a:solidFill>
                  <a:srgbClr val="C00000"/>
                </a:solidFill>
              </a:rPr>
              <a:t>起始位</a:t>
            </a:r>
            <a:r>
              <a:rPr lang="zh-CN" altLang="en-US" b="1" kern="200" dirty="0">
                <a:solidFill>
                  <a:schemeClr val="tx1"/>
                </a:solidFill>
              </a:rPr>
              <a:t>：占一位，位于数据帧的开头，以逻辑“</a:t>
            </a:r>
            <a:r>
              <a:rPr lang="en-US" altLang="zh-CN" b="1" kern="200" dirty="0">
                <a:solidFill>
                  <a:schemeClr val="tx1"/>
                </a:solidFill>
              </a:rPr>
              <a:t>0</a:t>
            </a:r>
            <a:r>
              <a:rPr lang="en-US" altLang="zh-CN" b="1" kern="200" dirty="0">
                <a:solidFill>
                  <a:schemeClr val="tx1"/>
                </a:solidFill>
                <a:latin typeface="+mn-ea"/>
              </a:rPr>
              <a:t>”</a:t>
            </a:r>
            <a:r>
              <a:rPr lang="zh-CN" altLang="en-US" b="1" kern="200" dirty="0">
                <a:solidFill>
                  <a:schemeClr val="tx1"/>
                </a:solidFill>
              </a:rPr>
              <a:t>表示传输数据的开始</a:t>
            </a:r>
            <a:r>
              <a:rPr lang="zh-CN" altLang="en-US" b="1" kern="200" dirty="0" smtClean="0">
                <a:solidFill>
                  <a:schemeClr val="tx1"/>
                </a:solidFill>
              </a:rPr>
              <a:t>。</a:t>
            </a:r>
            <a:endParaRPr lang="zh-CN" altLang="en-US" b="1" kern="200" dirty="0">
              <a:solidFill>
                <a:schemeClr val="tx1"/>
              </a:solidFill>
            </a:endParaRPr>
          </a:p>
        </p:txBody>
      </p:sp>
      <p:sp>
        <p:nvSpPr>
          <p:cNvPr id="15" name="五边形 14"/>
          <p:cNvSpPr/>
          <p:nvPr/>
        </p:nvSpPr>
        <p:spPr>
          <a:xfrm>
            <a:off x="4788024" y="1833668"/>
            <a:ext cx="4104459" cy="62525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b="1" kern="200" dirty="0">
                <a:solidFill>
                  <a:srgbClr val="C00000"/>
                </a:solidFill>
              </a:rPr>
              <a:t>数据位</a:t>
            </a:r>
            <a:r>
              <a:rPr lang="zh-CN" altLang="en-US" b="1" kern="200" dirty="0">
                <a:solidFill>
                  <a:schemeClr val="tx1"/>
                </a:solidFill>
              </a:rPr>
              <a:t>：要发送的数据，数据长度可以是</a:t>
            </a:r>
            <a:r>
              <a:rPr lang="en-US" altLang="zh-CN" b="1" kern="200" dirty="0">
                <a:solidFill>
                  <a:schemeClr val="tx1"/>
                </a:solidFill>
              </a:rPr>
              <a:t>5</a:t>
            </a:r>
            <a:r>
              <a:rPr lang="zh-CN" altLang="en-US" b="1" kern="200" dirty="0">
                <a:solidFill>
                  <a:schemeClr val="tx1"/>
                </a:solidFill>
              </a:rPr>
              <a:t>～</a:t>
            </a:r>
            <a:r>
              <a:rPr lang="en-US" altLang="zh-CN" b="1" kern="200" dirty="0">
                <a:solidFill>
                  <a:schemeClr val="tx1"/>
                </a:solidFill>
              </a:rPr>
              <a:t>8</a:t>
            </a:r>
            <a:r>
              <a:rPr lang="zh-CN" altLang="en-US" b="1" kern="200" dirty="0">
                <a:solidFill>
                  <a:schemeClr val="tx1"/>
                </a:solidFill>
              </a:rPr>
              <a:t>位。</a:t>
            </a:r>
          </a:p>
        </p:txBody>
      </p:sp>
      <p:sp>
        <p:nvSpPr>
          <p:cNvPr id="17" name="五边形 16"/>
          <p:cNvSpPr/>
          <p:nvPr/>
        </p:nvSpPr>
        <p:spPr>
          <a:xfrm>
            <a:off x="4788024" y="2607754"/>
            <a:ext cx="4104459" cy="62525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b="1" kern="200" dirty="0">
                <a:solidFill>
                  <a:srgbClr val="C00000"/>
                </a:solidFill>
              </a:rPr>
              <a:t>校验位</a:t>
            </a:r>
            <a:r>
              <a:rPr lang="zh-CN" altLang="en-US" b="1" kern="200" dirty="0">
                <a:solidFill>
                  <a:schemeClr val="tx1"/>
                </a:solidFill>
              </a:rPr>
              <a:t>：占一位，用于检测数据是否有效。</a:t>
            </a:r>
          </a:p>
        </p:txBody>
      </p:sp>
      <p:sp>
        <p:nvSpPr>
          <p:cNvPr id="19" name="五边形 18"/>
          <p:cNvSpPr/>
          <p:nvPr/>
        </p:nvSpPr>
        <p:spPr>
          <a:xfrm>
            <a:off x="4788024" y="3381840"/>
            <a:ext cx="4104459" cy="62525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b="1" kern="200" dirty="0">
                <a:solidFill>
                  <a:srgbClr val="C00000"/>
                </a:solidFill>
              </a:rPr>
              <a:t>停止位</a:t>
            </a:r>
            <a:r>
              <a:rPr lang="zh-CN" altLang="en-US" b="1" kern="200" dirty="0">
                <a:solidFill>
                  <a:schemeClr val="tx1"/>
                </a:solidFill>
              </a:rPr>
              <a:t>：一帧传送结束的标志，根据实际情况定，可以是</a:t>
            </a:r>
            <a:r>
              <a:rPr lang="en-US" altLang="zh-CN" b="1" kern="200" dirty="0">
                <a:solidFill>
                  <a:schemeClr val="tx1"/>
                </a:solidFill>
              </a:rPr>
              <a:t>1</a:t>
            </a:r>
            <a:r>
              <a:rPr lang="zh-CN" altLang="en-US" b="1" kern="200" dirty="0">
                <a:solidFill>
                  <a:schemeClr val="tx1"/>
                </a:solidFill>
              </a:rPr>
              <a:t>、</a:t>
            </a:r>
            <a:r>
              <a:rPr lang="en-US" altLang="zh-CN" b="1" kern="200" dirty="0">
                <a:solidFill>
                  <a:schemeClr val="tx1"/>
                </a:solidFill>
              </a:rPr>
              <a:t>1.5</a:t>
            </a:r>
            <a:r>
              <a:rPr lang="zh-CN" altLang="en-US" b="1" kern="200" dirty="0">
                <a:solidFill>
                  <a:schemeClr val="tx1"/>
                </a:solidFill>
              </a:rPr>
              <a:t>或</a:t>
            </a:r>
            <a:r>
              <a:rPr lang="en-US" altLang="zh-CN" b="1" kern="200" dirty="0">
                <a:solidFill>
                  <a:schemeClr val="tx1"/>
                </a:solidFill>
              </a:rPr>
              <a:t>2</a:t>
            </a:r>
            <a:r>
              <a:rPr lang="zh-CN" altLang="en-US" b="1" kern="200" dirty="0">
                <a:solidFill>
                  <a:schemeClr val="tx1"/>
                </a:solidFill>
              </a:rPr>
              <a:t>位。</a:t>
            </a:r>
          </a:p>
        </p:txBody>
      </p:sp>
      <p:sp>
        <p:nvSpPr>
          <p:cNvPr id="21" name="五边形 20"/>
          <p:cNvSpPr/>
          <p:nvPr/>
        </p:nvSpPr>
        <p:spPr>
          <a:xfrm>
            <a:off x="4788024" y="4155926"/>
            <a:ext cx="4104459" cy="62525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b="1" kern="200" dirty="0">
                <a:solidFill>
                  <a:srgbClr val="C00000"/>
                </a:solidFill>
              </a:rPr>
              <a:t>空闲位</a:t>
            </a:r>
            <a:r>
              <a:rPr lang="zh-CN" altLang="en-US" b="1" kern="200" dirty="0">
                <a:solidFill>
                  <a:schemeClr val="tx1"/>
                </a:solidFill>
              </a:rPr>
              <a:t>：数据传输完毕，用“</a:t>
            </a:r>
            <a:r>
              <a:rPr lang="en-US" altLang="zh-CN" b="1" kern="200" dirty="0">
                <a:solidFill>
                  <a:schemeClr val="tx1"/>
                </a:solidFill>
              </a:rPr>
              <a:t>1</a:t>
            </a:r>
            <a:r>
              <a:rPr lang="en-US" altLang="zh-CN" b="1" kern="200" dirty="0">
                <a:solidFill>
                  <a:schemeClr val="tx1"/>
                </a:solidFill>
                <a:latin typeface="+mn-ea"/>
              </a:rPr>
              <a:t>”</a:t>
            </a:r>
            <a:r>
              <a:rPr lang="zh-CN" altLang="en-US" b="1" kern="200" dirty="0">
                <a:solidFill>
                  <a:schemeClr val="tx1"/>
                </a:solidFill>
              </a:rPr>
              <a:t>表示当前线路上没有数据传输。</a:t>
            </a:r>
          </a:p>
        </p:txBody>
      </p:sp>
      <p:sp>
        <p:nvSpPr>
          <p:cNvPr id="16" name="矩形 15"/>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8" name="矩形 17"/>
          <p:cNvSpPr/>
          <p:nvPr/>
        </p:nvSpPr>
        <p:spPr>
          <a:xfrm>
            <a:off x="125188" y="339503"/>
            <a:ext cx="3358612" cy="461665"/>
          </a:xfrm>
          <a:prstGeom prst="rect">
            <a:avLst/>
          </a:prstGeom>
        </p:spPr>
        <p:txBody>
          <a:bodyPr wrap="square">
            <a:spAutoFit/>
          </a:bodyPr>
          <a:lstStyle/>
          <a:p>
            <a:r>
              <a:rPr lang="en-US" altLang="zh-CN" sz="2400" b="1" dirty="0">
                <a:solidFill>
                  <a:schemeClr val="bg1"/>
                </a:solidFill>
              </a:rPr>
              <a:t>7.2.1 </a:t>
            </a:r>
            <a:r>
              <a:rPr lang="zh-CN" altLang="en-US" sz="2400" b="1" dirty="0" smtClean="0">
                <a:solidFill>
                  <a:schemeClr val="bg1"/>
                </a:solidFill>
              </a:rPr>
              <a:t>异步串行通信协议</a:t>
            </a:r>
            <a:endParaRPr lang="zh-CN" altLang="zh-CN" sz="2400" b="1" dirty="0">
              <a:solidFill>
                <a:schemeClr val="bg1"/>
              </a:solidFill>
            </a:endParaRPr>
          </a:p>
        </p:txBody>
      </p:sp>
    </p:spTree>
    <p:extLst>
      <p:ext uri="{BB962C8B-B14F-4D97-AF65-F5344CB8AC3E}">
        <p14:creationId xmlns:p14="http://schemas.microsoft.com/office/powerpoint/2010/main" val="2404923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358612" cy="461665"/>
          </a:xfrm>
          <a:prstGeom prst="rect">
            <a:avLst/>
          </a:prstGeom>
        </p:spPr>
        <p:txBody>
          <a:bodyPr wrap="square">
            <a:spAutoFit/>
          </a:bodyPr>
          <a:lstStyle/>
          <a:p>
            <a:r>
              <a:rPr lang="en-US" altLang="zh-CN" sz="2400" b="1" dirty="0">
                <a:solidFill>
                  <a:schemeClr val="bg1"/>
                </a:solidFill>
              </a:rPr>
              <a:t>7.2.1 </a:t>
            </a:r>
            <a:r>
              <a:rPr lang="zh-CN" altLang="en-US" sz="2400" b="1" dirty="0" smtClean="0">
                <a:solidFill>
                  <a:schemeClr val="bg1"/>
                </a:solidFill>
              </a:rPr>
              <a:t>异步串行通信接口</a:t>
            </a:r>
            <a:endParaRPr lang="zh-CN" altLang="zh-CN" sz="2400" b="1" dirty="0">
              <a:solidFill>
                <a:schemeClr val="bg1"/>
              </a:solidFill>
            </a:endParaRPr>
          </a:p>
        </p:txBody>
      </p:sp>
      <p:sp>
        <p:nvSpPr>
          <p:cNvPr id="3" name="矩形 2"/>
          <p:cNvSpPr/>
          <p:nvPr/>
        </p:nvSpPr>
        <p:spPr>
          <a:xfrm>
            <a:off x="823646" y="1275605"/>
            <a:ext cx="2736304" cy="3208571"/>
          </a:xfrm>
          <a:prstGeom prst="rect">
            <a:avLst/>
          </a:prstGeom>
        </p:spPr>
        <p:txBody>
          <a:bodyPr wrap="square">
            <a:spAutoFit/>
          </a:bodyPr>
          <a:lstStyle/>
          <a:p>
            <a:pPr>
              <a:lnSpc>
                <a:spcPct val="125000"/>
              </a:lnSpc>
            </a:pPr>
            <a:r>
              <a:rPr lang="en-GB" altLang="zh-CN" b="1" dirty="0" smtClean="0"/>
              <a:t>     </a:t>
            </a:r>
            <a:r>
              <a:rPr lang="en-GB" altLang="zh-CN" b="1" dirty="0"/>
              <a:t>UART</a:t>
            </a:r>
            <a:r>
              <a:rPr lang="zh-CN" altLang="en-GB" b="1" dirty="0"/>
              <a:t>（</a:t>
            </a:r>
            <a:r>
              <a:rPr lang="en-GB" altLang="zh-CN" b="1" dirty="0"/>
              <a:t>Universal Asynchronous Receiver Transmitter</a:t>
            </a:r>
            <a:r>
              <a:rPr lang="zh-CN" altLang="en-GB" b="1" dirty="0"/>
              <a:t>，</a:t>
            </a:r>
            <a:r>
              <a:rPr lang="zh-CN" altLang="en-US" b="1" dirty="0"/>
              <a:t>通用异步收发传输器）是一个全双工通用异步串行收</a:t>
            </a:r>
            <a:r>
              <a:rPr lang="en-US" altLang="zh-CN" b="1" dirty="0"/>
              <a:t>/</a:t>
            </a:r>
            <a:r>
              <a:rPr lang="zh-CN" altLang="en-US" b="1" dirty="0"/>
              <a:t>发模块</a:t>
            </a:r>
            <a:r>
              <a:rPr lang="zh-CN" altLang="en-US" b="1" dirty="0"/>
              <a:t>，主要</a:t>
            </a:r>
            <a:r>
              <a:rPr lang="zh-CN" altLang="en-US" b="1" dirty="0"/>
              <a:t>用于打印程序调试信息、上位机和下位机的通信以及</a:t>
            </a:r>
            <a:r>
              <a:rPr lang="en-GB" altLang="zh-CN" b="1" dirty="0"/>
              <a:t>ISP</a:t>
            </a:r>
            <a:r>
              <a:rPr lang="zh-CN" altLang="en-US" b="1" dirty="0"/>
              <a:t>程序下载等场合。</a:t>
            </a:r>
          </a:p>
        </p:txBody>
      </p:sp>
      <p:sp>
        <p:nvSpPr>
          <p:cNvPr id="6" name="矩形 5"/>
          <p:cNvSpPr/>
          <p:nvPr/>
        </p:nvSpPr>
        <p:spPr>
          <a:xfrm>
            <a:off x="4129989" y="339503"/>
            <a:ext cx="4572000" cy="2139688"/>
          </a:xfrm>
          <a:prstGeom prst="rect">
            <a:avLst/>
          </a:prstGeom>
        </p:spPr>
        <p:txBody>
          <a:bodyPr>
            <a:spAutoFit/>
          </a:bodyPr>
          <a:lstStyle/>
          <a:p>
            <a:pPr>
              <a:lnSpc>
                <a:spcPct val="125000"/>
              </a:lnSpc>
            </a:pPr>
            <a:r>
              <a:rPr lang="en-US" altLang="zh-CN" b="1" dirty="0"/>
              <a:t> </a:t>
            </a:r>
            <a:r>
              <a:rPr lang="en-US" altLang="zh-CN" b="1" dirty="0" smtClean="0"/>
              <a:t>     UART</a:t>
            </a:r>
            <a:r>
              <a:rPr lang="zh-CN" altLang="zh-CN" b="1" dirty="0"/>
              <a:t>至少需要两根数据线用于通信双方进行数据双向同时传输，最简单的</a:t>
            </a:r>
            <a:r>
              <a:rPr lang="en-US" altLang="zh-CN" b="1" dirty="0"/>
              <a:t>UART</a:t>
            </a:r>
            <a:r>
              <a:rPr lang="zh-CN" altLang="zh-CN" b="1" dirty="0"/>
              <a:t>接口由</a:t>
            </a:r>
            <a:r>
              <a:rPr lang="en-US" altLang="zh-CN" b="1" dirty="0" err="1"/>
              <a:t>TxD</a:t>
            </a:r>
            <a:r>
              <a:rPr lang="zh-CN" altLang="zh-CN" b="1" dirty="0"/>
              <a:t>、</a:t>
            </a:r>
            <a:r>
              <a:rPr lang="en-US" altLang="zh-CN" b="1" dirty="0" err="1"/>
              <a:t>RxD</a:t>
            </a:r>
            <a:r>
              <a:rPr lang="zh-CN" altLang="zh-CN" b="1" dirty="0"/>
              <a:t>、</a:t>
            </a:r>
            <a:r>
              <a:rPr lang="en-US" altLang="zh-CN" b="1" dirty="0"/>
              <a:t>GND</a:t>
            </a:r>
            <a:r>
              <a:rPr lang="zh-CN" altLang="zh-CN" b="1" dirty="0"/>
              <a:t>共</a:t>
            </a:r>
            <a:r>
              <a:rPr lang="en-US" altLang="zh-CN" b="1" dirty="0"/>
              <a:t>3</a:t>
            </a:r>
            <a:r>
              <a:rPr lang="zh-CN" altLang="zh-CN" b="1" dirty="0"/>
              <a:t>根线组成。其中，</a:t>
            </a:r>
            <a:r>
              <a:rPr lang="en-US" altLang="zh-CN" b="1" dirty="0" err="1"/>
              <a:t>TxD</a:t>
            </a:r>
            <a:r>
              <a:rPr lang="zh-CN" altLang="zh-CN" b="1" dirty="0"/>
              <a:t>用于发送数据，</a:t>
            </a:r>
            <a:r>
              <a:rPr lang="en-US" altLang="zh-CN" b="1" dirty="0" err="1"/>
              <a:t>RxD</a:t>
            </a:r>
            <a:r>
              <a:rPr lang="zh-CN" altLang="zh-CN" b="1" dirty="0"/>
              <a:t>用于接收数据，</a:t>
            </a:r>
            <a:r>
              <a:rPr lang="en-US" altLang="zh-CN" b="1" dirty="0"/>
              <a:t>GND</a:t>
            </a:r>
            <a:r>
              <a:rPr lang="zh-CN" altLang="zh-CN" b="1" dirty="0"/>
              <a:t>为信号地线，通过交叉连接实现两个芯片间的串口</a:t>
            </a:r>
            <a:r>
              <a:rPr lang="zh-CN" altLang="zh-CN" b="1" dirty="0" smtClean="0"/>
              <a:t>通信</a:t>
            </a:r>
            <a:r>
              <a:rPr lang="zh-CN" altLang="en-US" b="1" dirty="0" smtClean="0"/>
              <a:t>。</a:t>
            </a:r>
            <a:endParaRPr lang="zh-CN" altLang="en-US" b="1" dirty="0"/>
          </a:p>
        </p:txBody>
      </p:sp>
      <p:graphicFrame>
        <p:nvGraphicFramePr>
          <p:cNvPr id="8" name="对象 7"/>
          <p:cNvGraphicFramePr>
            <a:graphicFrameLocks noChangeAspect="1"/>
          </p:cNvGraphicFramePr>
          <p:nvPr>
            <p:extLst>
              <p:ext uri="{D42A27DB-BD31-4B8C-83A1-F6EECF244321}">
                <p14:modId xmlns:p14="http://schemas.microsoft.com/office/powerpoint/2010/main" val="1073000265"/>
              </p:ext>
            </p:extLst>
          </p:nvPr>
        </p:nvGraphicFramePr>
        <p:xfrm>
          <a:off x="4105275" y="2571750"/>
          <a:ext cx="4406900" cy="2070100"/>
        </p:xfrm>
        <a:graphic>
          <a:graphicData uri="http://schemas.openxmlformats.org/presentationml/2006/ole">
            <mc:AlternateContent xmlns:mc="http://schemas.openxmlformats.org/markup-compatibility/2006">
              <mc:Choice xmlns:v="urn:schemas-microsoft-com:vml" Requires="v">
                <p:oleObj spid="_x0000_s65552" name="Visio" r:id="rId3" imgW="2351349" imgH="1092366" progId="Visio.Drawing.11">
                  <p:embed/>
                </p:oleObj>
              </mc:Choice>
              <mc:Fallback>
                <p:oleObj name="Visio" r:id="rId3" imgW="2351349" imgH="1092366" progId="Visio.Drawing.11">
                  <p:embed/>
                  <p:pic>
                    <p:nvPicPr>
                      <p:cNvPr id="0" name="对象 5"/>
                      <p:cNvPicPr>
                        <a:picLocks noChangeAspect="1" noChangeArrowheads="1"/>
                      </p:cNvPicPr>
                      <p:nvPr/>
                    </p:nvPicPr>
                    <p:blipFill>
                      <a:blip r:embed="rId4"/>
                      <a:srcRect/>
                      <a:stretch>
                        <a:fillRect/>
                      </a:stretch>
                    </p:blipFill>
                    <p:spPr bwMode="auto">
                      <a:xfrm>
                        <a:off x="4105275" y="2571750"/>
                        <a:ext cx="4406900" cy="20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236922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C:\Users\Administrator\Desktop\4.jpg"/>
          <p:cNvPicPr/>
          <p:nvPr/>
        </p:nvPicPr>
        <p:blipFill>
          <a:blip r:embed="rId2" cstate="print">
            <a:extLst>
              <a:ext uri="{28A0092B-C50C-407E-A947-70E740481C1C}">
                <a14:useLocalDpi xmlns:a14="http://schemas.microsoft.com/office/drawing/2010/main" val="0"/>
              </a:ext>
            </a:extLst>
          </a:blip>
          <a:srcRect/>
          <a:stretch>
            <a:fillRect/>
          </a:stretch>
        </p:blipFill>
        <p:spPr>
          <a:xfrm>
            <a:off x="1032404" y="2975014"/>
            <a:ext cx="2747508" cy="1983010"/>
          </a:xfrm>
          <a:prstGeom prst="rect">
            <a:avLst/>
          </a:prstGeom>
          <a:noFill/>
          <a:ln>
            <a:noFill/>
          </a:ln>
        </p:spPr>
      </p:pic>
      <p:pic>
        <p:nvPicPr>
          <p:cNvPr id="51201" name="图片 107643" descr="说明: C:\Users\Administrator\Desktop\Snipaste_2019-04-10_08-41-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2242306"/>
            <a:ext cx="864096" cy="144539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467544" y="1049997"/>
            <a:ext cx="3744416" cy="2169825"/>
          </a:xfrm>
          <a:prstGeom prst="rect">
            <a:avLst/>
          </a:prstGeom>
        </p:spPr>
        <p:txBody>
          <a:bodyPr wrap="square">
            <a:spAutoFit/>
          </a:bodyPr>
          <a:lstStyle/>
          <a:p>
            <a:pPr>
              <a:lnSpc>
                <a:spcPct val="125000"/>
              </a:lnSpc>
            </a:pPr>
            <a:r>
              <a:rPr lang="en-US" altLang="zh-CN" b="1" dirty="0" smtClean="0"/>
              <a:t>    RS-232</a:t>
            </a:r>
            <a:r>
              <a:rPr lang="zh-CN" altLang="en-US" b="1" dirty="0"/>
              <a:t>是美国电子工业协会（</a:t>
            </a:r>
            <a:r>
              <a:rPr lang="en-US" altLang="zh-CN" b="1" dirty="0"/>
              <a:t>EIA</a:t>
            </a:r>
            <a:r>
              <a:rPr lang="zh-CN" altLang="en-US" b="1" dirty="0"/>
              <a:t>，</a:t>
            </a:r>
            <a:r>
              <a:rPr lang="en-US" altLang="zh-CN" b="1" dirty="0"/>
              <a:t>Electronic Industry Association</a:t>
            </a:r>
            <a:r>
              <a:rPr lang="zh-CN" altLang="en-US" b="1" dirty="0"/>
              <a:t>）制定</a:t>
            </a:r>
            <a:r>
              <a:rPr lang="zh-CN" altLang="en-US" b="1" dirty="0" smtClean="0"/>
              <a:t>的串行</a:t>
            </a:r>
            <a:r>
              <a:rPr lang="zh-CN" altLang="en-US" b="1" dirty="0"/>
              <a:t>通信物理接口标准</a:t>
            </a:r>
            <a:r>
              <a:rPr lang="zh-CN" altLang="en-US" b="1" dirty="0" smtClean="0"/>
              <a:t>，规定</a:t>
            </a:r>
            <a:r>
              <a:rPr lang="zh-CN" altLang="en-US" b="1" dirty="0"/>
              <a:t>了相应的电气特性和物理</a:t>
            </a:r>
            <a:r>
              <a:rPr lang="zh-CN" altLang="en-US" b="1" dirty="0" smtClean="0"/>
              <a:t>特性，通常采用</a:t>
            </a:r>
            <a:r>
              <a:rPr lang="en-US" altLang="zh-CN" b="1" dirty="0" smtClean="0"/>
              <a:t>DB-9</a:t>
            </a:r>
            <a:r>
              <a:rPr lang="zh-CN" altLang="en-US" b="1" dirty="0" smtClean="0"/>
              <a:t>或</a:t>
            </a:r>
            <a:r>
              <a:rPr lang="en-US" altLang="zh-CN" b="1" dirty="0" smtClean="0"/>
              <a:t>DB-25</a:t>
            </a:r>
            <a:r>
              <a:rPr lang="zh-CN" altLang="en-US" b="1" dirty="0" smtClean="0"/>
              <a:t>的</a:t>
            </a:r>
            <a:r>
              <a:rPr lang="zh-CN" altLang="en-US" b="1" dirty="0"/>
              <a:t>形式，以</a:t>
            </a:r>
            <a:r>
              <a:rPr lang="en-US" altLang="zh-CN" b="1" dirty="0"/>
              <a:t>DB-9</a:t>
            </a:r>
            <a:r>
              <a:rPr lang="zh-CN" altLang="en-US" b="1" dirty="0"/>
              <a:t>最为</a:t>
            </a:r>
            <a:r>
              <a:rPr lang="zh-CN" altLang="en-US" b="1" dirty="0" smtClean="0"/>
              <a:t>常见。</a:t>
            </a:r>
            <a:endParaRPr lang="zh-CN" altLang="zh-CN" b="1" dirty="0"/>
          </a:p>
        </p:txBody>
      </p:sp>
      <p:graphicFrame>
        <p:nvGraphicFramePr>
          <p:cNvPr id="3" name="表格 2"/>
          <p:cNvGraphicFramePr>
            <a:graphicFrameLocks noGrp="1"/>
          </p:cNvGraphicFramePr>
          <p:nvPr>
            <p:extLst>
              <p:ext uri="{D42A27DB-BD31-4B8C-83A1-F6EECF244321}">
                <p14:modId xmlns:p14="http://schemas.microsoft.com/office/powerpoint/2010/main" val="2552512215"/>
              </p:ext>
            </p:extLst>
          </p:nvPr>
        </p:nvGraphicFramePr>
        <p:xfrm>
          <a:off x="4331873" y="801350"/>
          <a:ext cx="4520325" cy="3694088"/>
        </p:xfrm>
        <a:graphic>
          <a:graphicData uri="http://schemas.openxmlformats.org/drawingml/2006/table">
            <a:tbl>
              <a:tblPr firstRow="1" firstCol="1" bandRow="1"/>
              <a:tblGrid>
                <a:gridCol w="792088"/>
                <a:gridCol w="888199"/>
                <a:gridCol w="649703"/>
                <a:gridCol w="2190335"/>
              </a:tblGrid>
              <a:tr h="402248">
                <a:tc>
                  <a:txBody>
                    <a:bodyPr/>
                    <a:lstStyle/>
                    <a:p>
                      <a:pPr algn="ctr">
                        <a:spcAft>
                          <a:spcPts val="0"/>
                        </a:spcAft>
                      </a:pPr>
                      <a:r>
                        <a:rPr lang="zh-CN" sz="1800" b="1" kern="0" dirty="0">
                          <a:effectLst/>
                          <a:latin typeface="Times New Roman"/>
                          <a:ea typeface="宋体"/>
                          <a:cs typeface="Times New Roman"/>
                        </a:rPr>
                        <a:t>外形</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zh-CN" sz="1800" b="1" kern="0" dirty="0">
                          <a:effectLst/>
                          <a:latin typeface="Times New Roman"/>
                          <a:ea typeface="宋体"/>
                          <a:cs typeface="Times New Roman"/>
                        </a:rPr>
                        <a:t>针脚号</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zh-CN" sz="1800" b="1" kern="0" dirty="0">
                          <a:effectLst/>
                          <a:latin typeface="Times New Roman"/>
                          <a:ea typeface="宋体"/>
                          <a:cs typeface="Times New Roman"/>
                        </a:rPr>
                        <a:t>符号</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zh-CN" sz="1800" b="1" kern="0" dirty="0">
                          <a:effectLst/>
                          <a:latin typeface="Times New Roman"/>
                          <a:ea typeface="宋体"/>
                          <a:cs typeface="Times New Roman"/>
                        </a:rPr>
                        <a:t>功能</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r h="0">
                <a:tc rowSpan="9">
                  <a:txBody>
                    <a:bodyPr/>
                    <a:lstStyle/>
                    <a:p>
                      <a:pPr algn="ctr">
                        <a:spcAft>
                          <a:spcPts val="0"/>
                        </a:spcAft>
                      </a:pPr>
                      <a:endParaRPr lang="en-US" sz="1800" kern="0" dirty="0">
                        <a:effectLst/>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Times New Roman"/>
                          <a:ea typeface="宋体"/>
                          <a:cs typeface="Times New Roman"/>
                        </a:rPr>
                        <a:t>1</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en-US" sz="1800" kern="0" dirty="0">
                          <a:effectLst/>
                          <a:latin typeface="Times New Roman"/>
                          <a:ea typeface="宋体"/>
                          <a:cs typeface="Times New Roman"/>
                        </a:rPr>
                        <a:t>DCD</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1800" kern="0" dirty="0">
                          <a:effectLst/>
                          <a:latin typeface="Times New Roman"/>
                          <a:ea typeface="宋体"/>
                          <a:cs typeface="Times New Roman"/>
                        </a:rPr>
                        <a:t>数据载波检测，输入</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vMerge="1">
                  <a:txBody>
                    <a:bodyPr/>
                    <a:lstStyle/>
                    <a:p>
                      <a:endParaRPr lang="zh-CN" altLang="en-US"/>
                    </a:p>
                  </a:txBody>
                  <a:tcPr/>
                </a:tc>
                <a:tc>
                  <a:txBody>
                    <a:bodyPr/>
                    <a:lstStyle/>
                    <a:p>
                      <a:pPr algn="ctr">
                        <a:spcAft>
                          <a:spcPts val="0"/>
                        </a:spcAft>
                      </a:pPr>
                      <a:r>
                        <a:rPr lang="en-US" sz="1800" kern="0" dirty="0">
                          <a:effectLst/>
                          <a:latin typeface="Times New Roman"/>
                          <a:ea typeface="宋体"/>
                          <a:cs typeface="Times New Roman"/>
                        </a:rPr>
                        <a:t>2</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kern="0" dirty="0" err="1">
                          <a:effectLst/>
                          <a:latin typeface="Times New Roman"/>
                          <a:ea typeface="宋体"/>
                          <a:cs typeface="Times New Roman"/>
                        </a:rPr>
                        <a:t>RxD</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kern="0" dirty="0">
                          <a:effectLst/>
                          <a:latin typeface="Times New Roman"/>
                          <a:ea typeface="宋体"/>
                          <a:cs typeface="Times New Roman"/>
                        </a:rPr>
                        <a:t>接收数据，输入</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0">
                <a:tc vMerge="1">
                  <a:txBody>
                    <a:bodyPr/>
                    <a:lstStyle/>
                    <a:p>
                      <a:endParaRPr lang="zh-CN" altLang="en-US"/>
                    </a:p>
                  </a:txBody>
                  <a:tcPr/>
                </a:tc>
                <a:tc>
                  <a:txBody>
                    <a:bodyPr/>
                    <a:lstStyle/>
                    <a:p>
                      <a:pPr algn="ctr">
                        <a:spcAft>
                          <a:spcPts val="0"/>
                        </a:spcAft>
                      </a:pPr>
                      <a:r>
                        <a:rPr lang="en-US" sz="1800" kern="0" dirty="0">
                          <a:effectLst/>
                          <a:latin typeface="Times New Roman"/>
                          <a:ea typeface="宋体"/>
                          <a:cs typeface="Times New Roman"/>
                        </a:rPr>
                        <a:t>3</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en-US" sz="1800" kern="0" dirty="0" err="1">
                          <a:effectLst/>
                          <a:latin typeface="Times New Roman"/>
                          <a:ea typeface="宋体"/>
                          <a:cs typeface="Times New Roman"/>
                        </a:rPr>
                        <a:t>TxD</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1800" kern="0" dirty="0">
                          <a:effectLst/>
                          <a:latin typeface="Times New Roman"/>
                          <a:ea typeface="宋体"/>
                          <a:cs typeface="Times New Roman"/>
                        </a:rPr>
                        <a:t>发送数据，输出</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vMerge="1">
                  <a:txBody>
                    <a:bodyPr/>
                    <a:lstStyle/>
                    <a:p>
                      <a:endParaRPr lang="zh-CN" altLang="en-US"/>
                    </a:p>
                  </a:txBody>
                  <a:tcPr/>
                </a:tc>
                <a:tc>
                  <a:txBody>
                    <a:bodyPr/>
                    <a:lstStyle/>
                    <a:p>
                      <a:pPr algn="ctr">
                        <a:spcAft>
                          <a:spcPts val="0"/>
                        </a:spcAft>
                      </a:pPr>
                      <a:r>
                        <a:rPr lang="en-US" sz="1800" kern="0" dirty="0">
                          <a:effectLst/>
                          <a:latin typeface="Times New Roman"/>
                          <a:ea typeface="宋体"/>
                          <a:cs typeface="Times New Roman"/>
                        </a:rPr>
                        <a:t>4</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kern="0" dirty="0">
                          <a:effectLst/>
                          <a:latin typeface="Times New Roman"/>
                          <a:ea typeface="宋体"/>
                          <a:cs typeface="Times New Roman"/>
                        </a:rPr>
                        <a:t>DTR</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kern="0" dirty="0">
                          <a:effectLst/>
                          <a:latin typeface="Times New Roman"/>
                          <a:ea typeface="宋体"/>
                          <a:cs typeface="Times New Roman"/>
                        </a:rPr>
                        <a:t>数据终端准备就绪，输出</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0">
                <a:tc vMerge="1">
                  <a:txBody>
                    <a:bodyPr/>
                    <a:lstStyle/>
                    <a:p>
                      <a:endParaRPr lang="zh-CN" altLang="en-US"/>
                    </a:p>
                  </a:txBody>
                  <a:tcPr/>
                </a:tc>
                <a:tc>
                  <a:txBody>
                    <a:bodyPr/>
                    <a:lstStyle/>
                    <a:p>
                      <a:pPr algn="ctr">
                        <a:spcAft>
                          <a:spcPts val="0"/>
                        </a:spcAft>
                      </a:pPr>
                      <a:r>
                        <a:rPr lang="en-US" sz="1800" kern="0" dirty="0">
                          <a:effectLst/>
                          <a:latin typeface="Times New Roman"/>
                          <a:ea typeface="宋体"/>
                          <a:cs typeface="Times New Roman"/>
                        </a:rPr>
                        <a:t>5</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Times New Roman"/>
                          <a:ea typeface="宋体"/>
                          <a:cs typeface="Times New Roman"/>
                        </a:rPr>
                        <a:t>GND</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dirty="0">
                          <a:effectLst/>
                          <a:latin typeface="Times New Roman"/>
                          <a:ea typeface="宋体"/>
                          <a:cs typeface="Times New Roman"/>
                        </a:rPr>
                        <a:t>信号地</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spcAft>
                          <a:spcPts val="0"/>
                        </a:spcAft>
                      </a:pPr>
                      <a:r>
                        <a:rPr lang="en-US" sz="1800" kern="0" dirty="0">
                          <a:effectLst/>
                          <a:latin typeface="Times New Roman"/>
                          <a:ea typeface="宋体"/>
                          <a:cs typeface="Times New Roman"/>
                        </a:rPr>
                        <a:t>6</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kern="0" dirty="0">
                          <a:effectLst/>
                          <a:latin typeface="Times New Roman"/>
                          <a:ea typeface="宋体"/>
                          <a:cs typeface="Times New Roman"/>
                        </a:rPr>
                        <a:t>DSR</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kern="0" dirty="0">
                          <a:effectLst/>
                          <a:latin typeface="Times New Roman"/>
                          <a:ea typeface="宋体"/>
                          <a:cs typeface="Times New Roman"/>
                        </a:rPr>
                        <a:t>数据设备准备就绪，输入</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0">
                <a:tc vMerge="1">
                  <a:txBody>
                    <a:bodyPr/>
                    <a:lstStyle/>
                    <a:p>
                      <a:endParaRPr lang="zh-CN" altLang="en-US"/>
                    </a:p>
                  </a:txBody>
                  <a:tcPr/>
                </a:tc>
                <a:tc>
                  <a:txBody>
                    <a:bodyPr/>
                    <a:lstStyle/>
                    <a:p>
                      <a:pPr algn="ctr">
                        <a:spcAft>
                          <a:spcPts val="0"/>
                        </a:spcAft>
                      </a:pPr>
                      <a:r>
                        <a:rPr lang="en-US" sz="1800" kern="0">
                          <a:effectLst/>
                          <a:latin typeface="Times New Roman"/>
                          <a:ea typeface="宋体"/>
                          <a:cs typeface="Times New Roman"/>
                        </a:rPr>
                        <a:t>7</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a:ea typeface="宋体"/>
                          <a:cs typeface="Times New Roman"/>
                        </a:rPr>
                        <a:t>RTS</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a:effectLst/>
                          <a:latin typeface="Times New Roman"/>
                          <a:ea typeface="宋体"/>
                          <a:cs typeface="Times New Roman"/>
                        </a:rPr>
                        <a:t>请求发送，输出</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spcAft>
                          <a:spcPts val="0"/>
                        </a:spcAft>
                      </a:pPr>
                      <a:r>
                        <a:rPr lang="en-US" sz="1800" kern="0" dirty="0">
                          <a:effectLst/>
                          <a:latin typeface="Times New Roman"/>
                          <a:ea typeface="宋体"/>
                          <a:cs typeface="Times New Roman"/>
                        </a:rPr>
                        <a:t>8</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kern="0" dirty="0">
                          <a:effectLst/>
                          <a:latin typeface="Times New Roman"/>
                          <a:ea typeface="宋体"/>
                          <a:cs typeface="Times New Roman"/>
                        </a:rPr>
                        <a:t>CTS</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kern="0" dirty="0">
                          <a:effectLst/>
                          <a:latin typeface="Times New Roman"/>
                          <a:ea typeface="宋体"/>
                          <a:cs typeface="Times New Roman"/>
                        </a:rPr>
                        <a:t>清除发送，输入</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0">
                <a:tc vMerge="1">
                  <a:txBody>
                    <a:bodyPr/>
                    <a:lstStyle/>
                    <a:p>
                      <a:endParaRPr lang="zh-CN" altLang="en-US"/>
                    </a:p>
                  </a:txBody>
                  <a:tcPr/>
                </a:tc>
                <a:tc>
                  <a:txBody>
                    <a:bodyPr/>
                    <a:lstStyle/>
                    <a:p>
                      <a:pPr algn="ctr">
                        <a:spcAft>
                          <a:spcPts val="0"/>
                        </a:spcAft>
                      </a:pPr>
                      <a:r>
                        <a:rPr lang="en-US" sz="1800" kern="0">
                          <a:effectLst/>
                          <a:latin typeface="Times New Roman"/>
                          <a:ea typeface="宋体"/>
                          <a:cs typeface="Times New Roman"/>
                        </a:rPr>
                        <a:t>9</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Times New Roman"/>
                          <a:ea typeface="宋体"/>
                          <a:cs typeface="Times New Roman"/>
                        </a:rPr>
                        <a:t>RI</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dirty="0">
                          <a:effectLst/>
                          <a:latin typeface="Times New Roman"/>
                          <a:ea typeface="宋体"/>
                          <a:cs typeface="Times New Roman"/>
                        </a:rPr>
                        <a:t>振铃指示，输入</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8" name="矩形 7"/>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25188" y="339503"/>
            <a:ext cx="3358612" cy="461665"/>
          </a:xfrm>
          <a:prstGeom prst="rect">
            <a:avLst/>
          </a:prstGeom>
        </p:spPr>
        <p:txBody>
          <a:bodyPr wrap="square">
            <a:spAutoFit/>
          </a:bodyPr>
          <a:lstStyle/>
          <a:p>
            <a:r>
              <a:rPr lang="en-US" altLang="zh-CN" sz="2400" b="1" dirty="0">
                <a:solidFill>
                  <a:schemeClr val="bg1"/>
                </a:solidFill>
              </a:rPr>
              <a:t>7.2.1 </a:t>
            </a:r>
            <a:r>
              <a:rPr lang="zh-CN" altLang="en-US" sz="2400" b="1" dirty="0" smtClean="0">
                <a:solidFill>
                  <a:schemeClr val="bg1"/>
                </a:solidFill>
              </a:rPr>
              <a:t>异步串行通信接口</a:t>
            </a:r>
            <a:endParaRPr lang="zh-CN" altLang="zh-CN" sz="2400" b="1" dirty="0">
              <a:solidFill>
                <a:schemeClr val="bg1"/>
              </a:solidFill>
            </a:endParaRPr>
          </a:p>
        </p:txBody>
      </p:sp>
    </p:spTree>
    <p:extLst>
      <p:ext uri="{BB962C8B-B14F-4D97-AF65-F5344CB8AC3E}">
        <p14:creationId xmlns:p14="http://schemas.microsoft.com/office/powerpoint/2010/main" val="4418514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83568" y="1275606"/>
            <a:ext cx="2664296" cy="3208571"/>
          </a:xfrm>
          <a:prstGeom prst="rect">
            <a:avLst/>
          </a:prstGeom>
        </p:spPr>
        <p:txBody>
          <a:bodyPr wrap="square">
            <a:spAutoFit/>
          </a:bodyPr>
          <a:lstStyle/>
          <a:p>
            <a:pPr>
              <a:lnSpc>
                <a:spcPct val="125000"/>
              </a:lnSpc>
            </a:pPr>
            <a:r>
              <a:rPr lang="zh-CN" altLang="en-US" b="1" dirty="0" smtClean="0"/>
              <a:t>     对</a:t>
            </a:r>
            <a:r>
              <a:rPr lang="zh-CN" altLang="en-US" b="1" dirty="0"/>
              <a:t>可靠性要求不高的场合，</a:t>
            </a:r>
            <a:r>
              <a:rPr lang="en-US" altLang="zh-CN" b="1" dirty="0"/>
              <a:t>DB-9</a:t>
            </a:r>
            <a:r>
              <a:rPr lang="zh-CN" altLang="en-US" b="1" dirty="0"/>
              <a:t>通常采用三线制串口，仅需发送（</a:t>
            </a:r>
            <a:r>
              <a:rPr lang="en-US" altLang="zh-CN" b="1" dirty="0" err="1"/>
              <a:t>Tx</a:t>
            </a:r>
            <a:r>
              <a:rPr lang="zh-CN" altLang="en-US" b="1" dirty="0"/>
              <a:t>）、接收（</a:t>
            </a:r>
            <a:r>
              <a:rPr lang="en-US" altLang="zh-CN" b="1" dirty="0"/>
              <a:t>Rx</a:t>
            </a:r>
            <a:r>
              <a:rPr lang="zh-CN" altLang="en-US" b="1" dirty="0"/>
              <a:t>）和地（</a:t>
            </a:r>
            <a:r>
              <a:rPr lang="en-US" altLang="zh-CN" b="1" dirty="0"/>
              <a:t>GND</a:t>
            </a:r>
            <a:r>
              <a:rPr lang="zh-CN" altLang="en-US" b="1" dirty="0"/>
              <a:t>）三条</a:t>
            </a:r>
            <a:r>
              <a:rPr lang="zh-CN" altLang="en-US" b="1" dirty="0" smtClean="0"/>
              <a:t>线，即</a:t>
            </a:r>
            <a:r>
              <a:rPr lang="zh-CN" altLang="en-US" b="1" dirty="0"/>
              <a:t>可实现全双工通信，进行最基本的数据收发传送，最高传输速率可达</a:t>
            </a:r>
            <a:r>
              <a:rPr lang="en-US" altLang="zh-CN" b="1" dirty="0"/>
              <a:t>20kbps</a:t>
            </a:r>
            <a:endParaRPr lang="zh-CN" altLang="zh-CN" b="1" dirty="0"/>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804351787"/>
              </p:ext>
            </p:extLst>
          </p:nvPr>
        </p:nvGraphicFramePr>
        <p:xfrm>
          <a:off x="3635896" y="1779662"/>
          <a:ext cx="4974390" cy="1944216"/>
        </p:xfrm>
        <a:graphic>
          <a:graphicData uri="http://schemas.openxmlformats.org/presentationml/2006/ole">
            <mc:AlternateContent xmlns:mc="http://schemas.openxmlformats.org/markup-compatibility/2006">
              <mc:Choice xmlns:v="urn:schemas-microsoft-com:vml" Requires="v">
                <p:oleObj spid="_x0000_s52297" name="Visio" r:id="rId3" imgW="2699747" imgH="1054524" progId="Visio.Drawing.11">
                  <p:embed/>
                </p:oleObj>
              </mc:Choice>
              <mc:Fallback>
                <p:oleObj name="Visio" r:id="rId3" imgW="2699747" imgH="1054524"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896" y="1779662"/>
                        <a:ext cx="4974390" cy="1944216"/>
                      </a:xfrm>
                      <a:prstGeom prst="rect">
                        <a:avLst/>
                      </a:prstGeom>
                      <a:noFill/>
                    </p:spPr>
                  </p:pic>
                </p:oleObj>
              </mc:Fallback>
            </mc:AlternateContent>
          </a:graphicData>
        </a:graphic>
      </p:graphicFrame>
      <p:sp>
        <p:nvSpPr>
          <p:cNvPr id="9" name="矩形 8"/>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0" name="矩形 9"/>
          <p:cNvSpPr/>
          <p:nvPr/>
        </p:nvSpPr>
        <p:spPr>
          <a:xfrm>
            <a:off x="125188" y="339503"/>
            <a:ext cx="3358612" cy="461665"/>
          </a:xfrm>
          <a:prstGeom prst="rect">
            <a:avLst/>
          </a:prstGeom>
        </p:spPr>
        <p:txBody>
          <a:bodyPr wrap="square">
            <a:spAutoFit/>
          </a:bodyPr>
          <a:lstStyle/>
          <a:p>
            <a:r>
              <a:rPr lang="en-US" altLang="zh-CN" sz="2400" b="1" dirty="0">
                <a:solidFill>
                  <a:schemeClr val="bg1"/>
                </a:solidFill>
              </a:rPr>
              <a:t>7.2.1 </a:t>
            </a:r>
            <a:r>
              <a:rPr lang="zh-CN" altLang="en-US" sz="2400" b="1" dirty="0" smtClean="0">
                <a:solidFill>
                  <a:schemeClr val="bg1"/>
                </a:solidFill>
              </a:rPr>
              <a:t>异步串行通信接口</a:t>
            </a:r>
            <a:endParaRPr lang="zh-CN" altLang="zh-CN" sz="2400" b="1" dirty="0">
              <a:solidFill>
                <a:schemeClr val="bg1"/>
              </a:solidFill>
            </a:endParaRPr>
          </a:p>
        </p:txBody>
      </p:sp>
    </p:spTree>
    <p:extLst>
      <p:ext uri="{BB962C8B-B14F-4D97-AF65-F5344CB8AC3E}">
        <p14:creationId xmlns:p14="http://schemas.microsoft.com/office/powerpoint/2010/main" val="42854285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42129" y="1635646"/>
            <a:ext cx="3168352" cy="2516073"/>
          </a:xfrm>
          <a:prstGeom prst="rect">
            <a:avLst/>
          </a:prstGeom>
        </p:spPr>
        <p:txBody>
          <a:bodyPr wrap="square">
            <a:spAutoFit/>
          </a:bodyPr>
          <a:lstStyle/>
          <a:p>
            <a:pPr>
              <a:lnSpc>
                <a:spcPct val="125000"/>
              </a:lnSpc>
            </a:pPr>
            <a:r>
              <a:rPr lang="zh-CN" altLang="en-US" b="1" dirty="0" smtClean="0"/>
              <a:t>     </a:t>
            </a:r>
            <a:r>
              <a:rPr lang="en-US" altLang="zh-CN" b="1" dirty="0"/>
              <a:t>RS-232</a:t>
            </a:r>
            <a:r>
              <a:rPr lang="zh-CN" altLang="en-US" b="1" dirty="0"/>
              <a:t>为异步串行通信接口，其电气标准采用负逻辑</a:t>
            </a:r>
            <a:r>
              <a:rPr lang="zh-CN" altLang="en-US" b="1" dirty="0" smtClean="0"/>
              <a:t>，不能</a:t>
            </a:r>
            <a:r>
              <a:rPr lang="zh-CN" altLang="en-US" b="1" dirty="0"/>
              <a:t>与</a:t>
            </a:r>
            <a:r>
              <a:rPr lang="en-US" altLang="zh-CN" b="1" dirty="0"/>
              <a:t>TTL</a:t>
            </a:r>
            <a:r>
              <a:rPr lang="zh-CN" altLang="en-US" b="1" dirty="0"/>
              <a:t>电平设备直接相连，而微控制器中的</a:t>
            </a:r>
            <a:r>
              <a:rPr lang="en-US" altLang="zh-CN" b="1" dirty="0"/>
              <a:t>UART</a:t>
            </a:r>
            <a:r>
              <a:rPr lang="zh-CN" altLang="en-US" b="1" dirty="0"/>
              <a:t>采用的是</a:t>
            </a:r>
            <a:r>
              <a:rPr lang="en-US" altLang="zh-CN" b="1" dirty="0"/>
              <a:t>TTL</a:t>
            </a:r>
            <a:r>
              <a:rPr lang="zh-CN" altLang="en-US" b="1" dirty="0"/>
              <a:t>电平</a:t>
            </a:r>
            <a:r>
              <a:rPr lang="zh-CN" altLang="en-US" b="1" dirty="0" smtClean="0"/>
              <a:t>标准，因此</a:t>
            </a:r>
            <a:r>
              <a:rPr lang="zh-CN" altLang="en-US" b="1" dirty="0"/>
              <a:t>，</a:t>
            </a:r>
            <a:r>
              <a:rPr lang="en-US" altLang="zh-CN" b="1" dirty="0"/>
              <a:t>RS-232</a:t>
            </a:r>
            <a:r>
              <a:rPr lang="zh-CN" altLang="en-US" b="1" dirty="0"/>
              <a:t>与微控制器相连时必须进行电平</a:t>
            </a:r>
            <a:r>
              <a:rPr lang="zh-CN" altLang="en-US" b="1" dirty="0" smtClean="0"/>
              <a:t>转换。</a:t>
            </a:r>
            <a:endParaRPr lang="zh-CN" altLang="zh-CN" b="1" dirty="0"/>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613887673"/>
              </p:ext>
            </p:extLst>
          </p:nvPr>
        </p:nvGraphicFramePr>
        <p:xfrm>
          <a:off x="4067944" y="1669386"/>
          <a:ext cx="4406810" cy="2069595"/>
        </p:xfrm>
        <a:graphic>
          <a:graphicData uri="http://schemas.openxmlformats.org/presentationml/2006/ole">
            <mc:AlternateContent xmlns:mc="http://schemas.openxmlformats.org/markup-compatibility/2006">
              <mc:Choice xmlns:v="urn:schemas-microsoft-com:vml" Requires="v">
                <p:oleObj spid="_x0000_s53320" name="Visio" r:id="rId3" imgW="2351349" imgH="1092366" progId="Visio.Drawing.11">
                  <p:embed/>
                </p:oleObj>
              </mc:Choice>
              <mc:Fallback>
                <p:oleObj name="Visio" r:id="rId3" imgW="2351349" imgH="109236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1669386"/>
                        <a:ext cx="4406810" cy="2069595"/>
                      </a:xfrm>
                      <a:prstGeom prst="rect">
                        <a:avLst/>
                      </a:prstGeom>
                      <a:noFill/>
                    </p:spPr>
                  </p:pic>
                </p:oleObj>
              </mc:Fallback>
            </mc:AlternateContent>
          </a:graphicData>
        </a:graphic>
      </p:graphicFrame>
      <p:sp>
        <p:nvSpPr>
          <p:cNvPr id="10" name="矩形 9"/>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125188" y="339503"/>
            <a:ext cx="3358612" cy="461665"/>
          </a:xfrm>
          <a:prstGeom prst="rect">
            <a:avLst/>
          </a:prstGeom>
        </p:spPr>
        <p:txBody>
          <a:bodyPr wrap="square">
            <a:spAutoFit/>
          </a:bodyPr>
          <a:lstStyle/>
          <a:p>
            <a:r>
              <a:rPr lang="en-US" altLang="zh-CN" sz="2400" b="1" dirty="0">
                <a:solidFill>
                  <a:schemeClr val="bg1"/>
                </a:solidFill>
              </a:rPr>
              <a:t>7.2.1 </a:t>
            </a:r>
            <a:r>
              <a:rPr lang="zh-CN" altLang="en-US" sz="2400" b="1" dirty="0" smtClean="0">
                <a:solidFill>
                  <a:schemeClr val="bg1"/>
                </a:solidFill>
              </a:rPr>
              <a:t>异步串行通信接口</a:t>
            </a:r>
            <a:endParaRPr lang="zh-CN" altLang="zh-CN" sz="2400" b="1" dirty="0">
              <a:solidFill>
                <a:schemeClr val="bg1"/>
              </a:solidFill>
            </a:endParaRPr>
          </a:p>
        </p:txBody>
      </p:sp>
    </p:spTree>
    <p:extLst>
      <p:ext uri="{BB962C8B-B14F-4D97-AF65-F5344CB8AC3E}">
        <p14:creationId xmlns:p14="http://schemas.microsoft.com/office/powerpoint/2010/main" val="30434898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4198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
        <p:nvSpPr>
          <p:cNvPr id="5" name="矩形 4"/>
          <p:cNvSpPr/>
          <p:nvPr/>
        </p:nvSpPr>
        <p:spPr>
          <a:xfrm>
            <a:off x="35496" y="339502"/>
            <a:ext cx="3289683" cy="461665"/>
          </a:xfrm>
          <a:prstGeom prst="rect">
            <a:avLst/>
          </a:prstGeom>
        </p:spPr>
        <p:txBody>
          <a:bodyPr wrap="none">
            <a:spAutoFit/>
          </a:bodyPr>
          <a:lstStyle/>
          <a:p>
            <a:r>
              <a:rPr lang="en-US" altLang="zh-CN" sz="2400" b="1" dirty="0">
                <a:solidFill>
                  <a:schemeClr val="bg1"/>
                </a:solidFill>
                <a:ea typeface="黑体" pitchFamily="49" charset="-122"/>
              </a:rPr>
              <a:t>7.3 STM32</a:t>
            </a:r>
            <a:r>
              <a:rPr lang="zh-CN" altLang="en-US" sz="2400" b="1" dirty="0">
                <a:solidFill>
                  <a:schemeClr val="bg1"/>
                </a:solidFill>
                <a:ea typeface="黑体" pitchFamily="49" charset="-122"/>
              </a:rPr>
              <a:t>的</a:t>
            </a:r>
            <a:r>
              <a:rPr lang="en-US" altLang="zh-CN" sz="2400" b="1" dirty="0">
                <a:solidFill>
                  <a:schemeClr val="bg1"/>
                </a:solidFill>
                <a:ea typeface="黑体" pitchFamily="49" charset="-122"/>
              </a:rPr>
              <a:t>USART</a:t>
            </a:r>
            <a:r>
              <a:rPr lang="zh-CN" altLang="en-US" sz="2400" b="1" dirty="0">
                <a:solidFill>
                  <a:schemeClr val="bg1"/>
                </a:solidFill>
                <a:ea typeface="黑体" pitchFamily="49" charset="-122"/>
              </a:rPr>
              <a:t>模块</a:t>
            </a:r>
            <a:endParaRPr lang="zh-CN" altLang="en-US" sz="2400" b="1" dirty="0" smtClean="0">
              <a:solidFill>
                <a:schemeClr val="bg1"/>
              </a:solidFill>
              <a:ea typeface="黑体" pitchFamily="49" charset="-122"/>
            </a:endParaRPr>
          </a:p>
        </p:txBody>
      </p:sp>
      <p:graphicFrame>
        <p:nvGraphicFramePr>
          <p:cNvPr id="6" name="内容占位符 9"/>
          <p:cNvGraphicFramePr>
            <a:graphicFrameLocks noGrp="1"/>
          </p:cNvGraphicFramePr>
          <p:nvPr>
            <p:ph idx="1"/>
            <p:extLst>
              <p:ext uri="{D42A27DB-BD31-4B8C-83A1-F6EECF244321}">
                <p14:modId xmlns:p14="http://schemas.microsoft.com/office/powerpoint/2010/main" val="3050924592"/>
              </p:ext>
            </p:extLst>
          </p:nvPr>
        </p:nvGraphicFramePr>
        <p:xfrm>
          <a:off x="2123728" y="1563638"/>
          <a:ext cx="5400600" cy="24385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8856" y="1059582"/>
            <a:ext cx="2926764" cy="828304"/>
          </a:xfrm>
          <a:prstGeom prst="rect">
            <a:avLst/>
          </a:prstGeom>
        </p:spPr>
        <p:txBody>
          <a:bodyPr wrap="square">
            <a:spAutoFit/>
          </a:bodyPr>
          <a:lstStyle/>
          <a:p>
            <a:pPr>
              <a:lnSpc>
                <a:spcPct val="125000"/>
              </a:lnSpc>
            </a:pPr>
            <a:r>
              <a:rPr lang="en-US" altLang="zh-CN" sz="2000" b="1" dirty="0" smtClean="0"/>
              <a:t>     USART</a:t>
            </a:r>
            <a:r>
              <a:rPr lang="zh-CN" altLang="en-US" sz="2000" b="1" dirty="0" smtClean="0"/>
              <a:t>内部功能</a:t>
            </a:r>
            <a:r>
              <a:rPr lang="zh-CN" altLang="en-US" sz="2000" b="1" dirty="0"/>
              <a:t>实现由三部分</a:t>
            </a:r>
            <a:r>
              <a:rPr lang="zh-CN" altLang="en-US" sz="2000" b="1" dirty="0" smtClean="0"/>
              <a:t>构成</a:t>
            </a:r>
            <a:r>
              <a:rPr lang="en-US" altLang="zh-CN" sz="2000" b="1" dirty="0" smtClean="0"/>
              <a:t>:</a:t>
            </a:r>
            <a:endParaRPr lang="zh-CN" altLang="en-US" sz="2000" b="1" dirty="0"/>
          </a:p>
        </p:txBody>
      </p:sp>
      <p:sp>
        <p:nvSpPr>
          <p:cNvPr id="5" name="矩形 4"/>
          <p:cNvSpPr/>
          <p:nvPr/>
        </p:nvSpPr>
        <p:spPr>
          <a:xfrm>
            <a:off x="1" y="339503"/>
            <a:ext cx="30073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35496" y="339502"/>
            <a:ext cx="2971904" cy="461665"/>
          </a:xfrm>
          <a:prstGeom prst="rect">
            <a:avLst/>
          </a:prstGeom>
        </p:spPr>
        <p:txBody>
          <a:bodyPr wrap="none">
            <a:spAutoFit/>
          </a:bodyPr>
          <a:lstStyle/>
          <a:p>
            <a:r>
              <a:rPr lang="en-GB" altLang="zh-CN" sz="2400" b="1" dirty="0">
                <a:solidFill>
                  <a:schemeClr val="bg1"/>
                </a:solidFill>
              </a:rPr>
              <a:t>7.3.1 USART</a:t>
            </a:r>
            <a:r>
              <a:rPr lang="zh-CN" altLang="en-US" sz="2400" b="1" dirty="0">
                <a:solidFill>
                  <a:schemeClr val="bg1"/>
                </a:solidFill>
              </a:rPr>
              <a:t>内部结构</a:t>
            </a:r>
          </a:p>
        </p:txBody>
      </p:sp>
      <p:graphicFrame>
        <p:nvGraphicFramePr>
          <p:cNvPr id="3" name="图示 2"/>
          <p:cNvGraphicFramePr/>
          <p:nvPr>
            <p:extLst>
              <p:ext uri="{D42A27DB-BD31-4B8C-83A1-F6EECF244321}">
                <p14:modId xmlns:p14="http://schemas.microsoft.com/office/powerpoint/2010/main" val="4134115694"/>
              </p:ext>
            </p:extLst>
          </p:nvPr>
        </p:nvGraphicFramePr>
        <p:xfrm>
          <a:off x="332038" y="1922341"/>
          <a:ext cx="3600400" cy="2664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图片 6" descr="E:\教材编写2019-8-29刘\第七章图\2019-09-14_103355.png"/>
          <p:cNvPicPr/>
          <p:nvPr/>
        </p:nvPicPr>
        <p:blipFill>
          <a:blip r:embed="rId7">
            <a:extLst>
              <a:ext uri="{28A0092B-C50C-407E-A947-70E740481C1C}">
                <a14:useLocalDpi xmlns:a14="http://schemas.microsoft.com/office/drawing/2010/main" val="0"/>
              </a:ext>
            </a:extLst>
          </a:blip>
          <a:srcRect/>
          <a:stretch>
            <a:fillRect/>
          </a:stretch>
        </p:blipFill>
        <p:spPr bwMode="auto">
          <a:xfrm>
            <a:off x="4211960" y="339502"/>
            <a:ext cx="4206240" cy="4450080"/>
          </a:xfrm>
          <a:prstGeom prst="rect">
            <a:avLst/>
          </a:prstGeom>
          <a:noFill/>
          <a:ln>
            <a:noFill/>
          </a:ln>
        </p:spPr>
      </p:pic>
    </p:spTree>
    <p:extLst>
      <p:ext uri="{BB962C8B-B14F-4D97-AF65-F5344CB8AC3E}">
        <p14:creationId xmlns:p14="http://schemas.microsoft.com/office/powerpoint/2010/main" val="26677311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39552" y="1258703"/>
            <a:ext cx="2880320" cy="160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spcBef>
                <a:spcPts val="1200"/>
              </a:spcBef>
            </a:pPr>
            <a:r>
              <a:rPr lang="zh-CN" altLang="en-US" b="1" dirty="0" smtClean="0">
                <a:solidFill>
                  <a:prstClr val="black"/>
                </a:solidFill>
              </a:rPr>
              <a:t>    </a:t>
            </a:r>
            <a:endParaRPr lang="en-US" altLang="zh-CN" b="1" dirty="0" smtClean="0">
              <a:solidFill>
                <a:prstClr val="black"/>
              </a:solidFill>
            </a:endParaRPr>
          </a:p>
          <a:p>
            <a:pPr lvl="0">
              <a:lnSpc>
                <a:spcPct val="125000"/>
              </a:lnSpc>
              <a:spcBef>
                <a:spcPts val="1200"/>
              </a:spcBef>
            </a:pPr>
            <a:r>
              <a:rPr lang="zh-CN" altLang="en-US" b="1" dirty="0" smtClean="0">
                <a:solidFill>
                  <a:prstClr val="black"/>
                </a:solidFill>
              </a:rPr>
              <a:t>     通过</a:t>
            </a:r>
            <a:r>
              <a:rPr lang="en-US" altLang="zh-CN" b="1" dirty="0">
                <a:solidFill>
                  <a:prstClr val="black"/>
                </a:solidFill>
              </a:rPr>
              <a:t>USART_BRR</a:t>
            </a:r>
            <a:r>
              <a:rPr lang="zh-CN" altLang="en-US" b="1" dirty="0">
                <a:solidFill>
                  <a:prstClr val="black"/>
                </a:solidFill>
              </a:rPr>
              <a:t>寄存器实现串口通信数据传输速率的设置。</a:t>
            </a:r>
          </a:p>
        </p:txBody>
      </p:sp>
      <p:sp>
        <p:nvSpPr>
          <p:cNvPr id="9" name="圆柱形 8"/>
          <p:cNvSpPr/>
          <p:nvPr/>
        </p:nvSpPr>
        <p:spPr>
          <a:xfrm>
            <a:off x="539552" y="1099645"/>
            <a:ext cx="2880320" cy="565540"/>
          </a:xfrm>
          <a:prstGeom prst="can">
            <a:avLst/>
          </a:prstGeom>
          <a:solidFill>
            <a:schemeClr val="accent5">
              <a:lumMod val="60000"/>
              <a:lumOff val="40000"/>
            </a:schemeClr>
          </a:solidFill>
          <a:ln w="19050">
            <a:solidFill>
              <a:schemeClr val="accent5">
                <a:lumMod val="7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4" name="矩形 3"/>
          <p:cNvSpPr/>
          <p:nvPr/>
        </p:nvSpPr>
        <p:spPr>
          <a:xfrm>
            <a:off x="3995936" y="1036206"/>
            <a:ext cx="4464496"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a:t>
            </a:r>
            <a:endParaRPr lang="en-US" altLang="zh-CN" b="1" dirty="0" smtClean="0"/>
          </a:p>
          <a:p>
            <a:pPr>
              <a:lnSpc>
                <a:spcPct val="125000"/>
              </a:lnSpc>
            </a:pPr>
            <a:r>
              <a:rPr lang="en-US" altLang="zh-CN" b="1" dirty="0"/>
              <a:t> </a:t>
            </a:r>
            <a:r>
              <a:rPr lang="en-US" altLang="zh-CN" b="1" dirty="0" smtClean="0"/>
              <a:t>     </a:t>
            </a:r>
            <a:r>
              <a:rPr lang="zh-CN" altLang="en-US" b="1" dirty="0" smtClean="0"/>
              <a:t>通过向</a:t>
            </a:r>
            <a:r>
              <a:rPr lang="en-US" altLang="zh-CN" b="1" dirty="0" smtClean="0"/>
              <a:t>USART</a:t>
            </a:r>
            <a:r>
              <a:rPr lang="zh-CN" altLang="en-US" b="1" dirty="0" smtClean="0"/>
              <a:t>的控制寄存器（</a:t>
            </a:r>
            <a:r>
              <a:rPr lang="en-US" altLang="zh-CN" b="1" dirty="0" smtClean="0"/>
              <a:t>Control Register</a:t>
            </a:r>
            <a:r>
              <a:rPr lang="zh-CN" altLang="en-US" b="1" dirty="0" smtClean="0"/>
              <a:t>）</a:t>
            </a:r>
            <a:r>
              <a:rPr lang="en-US" altLang="zh-CN" b="1" dirty="0" smtClean="0"/>
              <a:t>CR1</a:t>
            </a:r>
            <a:r>
              <a:rPr lang="zh-CN" altLang="en-US" b="1" dirty="0" smtClean="0"/>
              <a:t>、</a:t>
            </a:r>
            <a:r>
              <a:rPr lang="en-US" altLang="zh-CN" b="1" dirty="0" smtClean="0"/>
              <a:t>CR2</a:t>
            </a:r>
            <a:r>
              <a:rPr lang="zh-CN" altLang="en-US" b="1" dirty="0" smtClean="0"/>
              <a:t>、</a:t>
            </a:r>
            <a:r>
              <a:rPr lang="en-US" altLang="zh-CN" b="1" dirty="0" smtClean="0"/>
              <a:t>CR3</a:t>
            </a:r>
            <a:r>
              <a:rPr lang="zh-CN" altLang="en-US" b="1" dirty="0" smtClean="0"/>
              <a:t>和</a:t>
            </a:r>
            <a:r>
              <a:rPr lang="en-US" altLang="zh-CN" b="1" dirty="0" smtClean="0"/>
              <a:t>USART</a:t>
            </a:r>
            <a:r>
              <a:rPr lang="zh-CN" altLang="en-US" b="1" dirty="0" smtClean="0"/>
              <a:t>的状态寄存器</a:t>
            </a:r>
            <a:r>
              <a:rPr lang="en-US" altLang="zh-CN" b="1" dirty="0" smtClean="0"/>
              <a:t>SR</a:t>
            </a:r>
            <a:r>
              <a:rPr lang="zh-CN" altLang="en-US" b="1" dirty="0" smtClean="0"/>
              <a:t>（</a:t>
            </a:r>
            <a:r>
              <a:rPr lang="en-US" altLang="zh-CN" b="1" dirty="0" smtClean="0"/>
              <a:t>Status Register</a:t>
            </a:r>
            <a:r>
              <a:rPr lang="zh-CN" altLang="en-US" b="1" dirty="0" smtClean="0"/>
              <a:t>）写入相应的参数，实现</a:t>
            </a:r>
            <a:r>
              <a:rPr lang="en-US" altLang="zh-CN" b="1" dirty="0" smtClean="0"/>
              <a:t>USART</a:t>
            </a:r>
            <a:r>
              <a:rPr lang="zh-CN" altLang="en-US" b="1" dirty="0" smtClean="0"/>
              <a:t>数据的发送和接收控制</a:t>
            </a:r>
            <a:endParaRPr lang="zh-CN" altLang="en-US" b="1" dirty="0"/>
          </a:p>
        </p:txBody>
      </p:sp>
      <p:sp>
        <p:nvSpPr>
          <p:cNvPr id="5" name="矩形 4"/>
          <p:cNvSpPr/>
          <p:nvPr/>
        </p:nvSpPr>
        <p:spPr>
          <a:xfrm>
            <a:off x="1" y="339503"/>
            <a:ext cx="30073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35496" y="339502"/>
            <a:ext cx="2971904" cy="461665"/>
          </a:xfrm>
          <a:prstGeom prst="rect">
            <a:avLst/>
          </a:prstGeom>
        </p:spPr>
        <p:txBody>
          <a:bodyPr wrap="none">
            <a:spAutoFit/>
          </a:bodyPr>
          <a:lstStyle/>
          <a:p>
            <a:r>
              <a:rPr lang="en-GB" altLang="zh-CN" sz="2400" b="1" dirty="0">
                <a:solidFill>
                  <a:schemeClr val="bg1"/>
                </a:solidFill>
              </a:rPr>
              <a:t>7.3.1 USART</a:t>
            </a:r>
            <a:r>
              <a:rPr lang="zh-CN" altLang="en-US" sz="2400" b="1" dirty="0">
                <a:solidFill>
                  <a:schemeClr val="bg1"/>
                </a:solidFill>
              </a:rPr>
              <a:t>内部结构</a:t>
            </a:r>
          </a:p>
        </p:txBody>
      </p:sp>
      <p:sp>
        <p:nvSpPr>
          <p:cNvPr id="2" name="矩形 1"/>
          <p:cNvSpPr/>
          <p:nvPr/>
        </p:nvSpPr>
        <p:spPr>
          <a:xfrm>
            <a:off x="925953" y="1227201"/>
            <a:ext cx="1989863" cy="408445"/>
          </a:xfrm>
          <a:prstGeom prst="rect">
            <a:avLst/>
          </a:prstGeom>
        </p:spPr>
        <p:txBody>
          <a:bodyPr wrap="square">
            <a:spAutoFit/>
          </a:bodyPr>
          <a:lstStyle/>
          <a:p>
            <a:pPr lvl="0" algn="ctr">
              <a:lnSpc>
                <a:spcPct val="125000"/>
              </a:lnSpc>
            </a:pPr>
            <a:r>
              <a:rPr lang="zh-CN" altLang="en-US" b="1" dirty="0">
                <a:solidFill>
                  <a:prstClr val="black"/>
                </a:solidFill>
              </a:rPr>
              <a:t>波特率发生器</a:t>
            </a:r>
          </a:p>
        </p:txBody>
      </p:sp>
      <p:sp>
        <p:nvSpPr>
          <p:cNvPr id="10" name="圆柱形 9"/>
          <p:cNvSpPr/>
          <p:nvPr/>
        </p:nvSpPr>
        <p:spPr>
          <a:xfrm>
            <a:off x="3995936" y="739605"/>
            <a:ext cx="4464496" cy="565540"/>
          </a:xfrm>
          <a:prstGeom prst="can">
            <a:avLst/>
          </a:prstGeom>
          <a:solidFill>
            <a:schemeClr val="accent5">
              <a:lumMod val="60000"/>
              <a:lumOff val="40000"/>
            </a:schemeClr>
          </a:solidFill>
          <a:ln w="19050">
            <a:solidFill>
              <a:schemeClr val="accent5">
                <a:lumMod val="7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11" name="矩形 10"/>
          <p:cNvSpPr/>
          <p:nvPr/>
        </p:nvSpPr>
        <p:spPr>
          <a:xfrm>
            <a:off x="4979870" y="886086"/>
            <a:ext cx="2637730" cy="438582"/>
          </a:xfrm>
          <a:prstGeom prst="rect">
            <a:avLst/>
          </a:prstGeom>
        </p:spPr>
        <p:txBody>
          <a:bodyPr wrap="square">
            <a:spAutoFit/>
          </a:bodyPr>
          <a:lstStyle/>
          <a:p>
            <a:pPr lvl="0">
              <a:lnSpc>
                <a:spcPct val="125000"/>
              </a:lnSpc>
            </a:pPr>
            <a:r>
              <a:rPr lang="zh-CN" altLang="en-US" b="1" dirty="0">
                <a:solidFill>
                  <a:prstClr val="black"/>
                </a:solidFill>
              </a:rPr>
              <a:t>发送器</a:t>
            </a:r>
            <a:r>
              <a:rPr lang="en-US" altLang="zh-CN" b="1" dirty="0">
                <a:solidFill>
                  <a:prstClr val="black"/>
                </a:solidFill>
              </a:rPr>
              <a:t>/</a:t>
            </a:r>
            <a:r>
              <a:rPr lang="zh-CN" altLang="en-US" b="1" dirty="0">
                <a:solidFill>
                  <a:prstClr val="black"/>
                </a:solidFill>
              </a:rPr>
              <a:t>接收器控制单元</a:t>
            </a:r>
          </a:p>
        </p:txBody>
      </p:sp>
      <p:graphicFrame>
        <p:nvGraphicFramePr>
          <p:cNvPr id="13" name="图示 12"/>
          <p:cNvGraphicFramePr/>
          <p:nvPr>
            <p:extLst>
              <p:ext uri="{D42A27DB-BD31-4B8C-83A1-F6EECF244321}">
                <p14:modId xmlns:p14="http://schemas.microsoft.com/office/powerpoint/2010/main" val="1699040487"/>
              </p:ext>
            </p:extLst>
          </p:nvPr>
        </p:nvGraphicFramePr>
        <p:xfrm>
          <a:off x="755576" y="3291830"/>
          <a:ext cx="7560840" cy="13471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23227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03848" y="431097"/>
            <a:ext cx="4464496" cy="40844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srgbClr val="C00000"/>
                </a:solidFill>
              </a:rPr>
              <a:t>USART</a:t>
            </a:r>
            <a:r>
              <a:rPr lang="zh-CN" altLang="en-US" b="1" dirty="0">
                <a:solidFill>
                  <a:srgbClr val="C00000"/>
                </a:solidFill>
              </a:rPr>
              <a:t>状态寄存器</a:t>
            </a:r>
            <a:r>
              <a:rPr lang="en-US" altLang="zh-CN" b="1" dirty="0">
                <a:solidFill>
                  <a:srgbClr val="C00000"/>
                </a:solidFill>
              </a:rPr>
              <a:t>SR</a:t>
            </a:r>
            <a:r>
              <a:rPr lang="zh-CN" altLang="en-US" b="1" dirty="0">
                <a:solidFill>
                  <a:srgbClr val="C00000"/>
                </a:solidFill>
              </a:rPr>
              <a:t>各</a:t>
            </a:r>
            <a:r>
              <a:rPr lang="en-US" altLang="zh-CN" b="1" dirty="0">
                <a:solidFill>
                  <a:srgbClr val="C00000"/>
                </a:solidFill>
              </a:rPr>
              <a:t>bit</a:t>
            </a:r>
            <a:r>
              <a:rPr lang="zh-CN" altLang="en-US" b="1" dirty="0">
                <a:solidFill>
                  <a:srgbClr val="C00000"/>
                </a:solidFill>
              </a:rPr>
              <a:t>位所代表的含义</a:t>
            </a:r>
          </a:p>
        </p:txBody>
      </p:sp>
      <p:sp>
        <p:nvSpPr>
          <p:cNvPr id="5" name="矩形 4"/>
          <p:cNvSpPr/>
          <p:nvPr/>
        </p:nvSpPr>
        <p:spPr>
          <a:xfrm>
            <a:off x="1" y="339503"/>
            <a:ext cx="30073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35496" y="339502"/>
            <a:ext cx="2971904" cy="461665"/>
          </a:xfrm>
          <a:prstGeom prst="rect">
            <a:avLst/>
          </a:prstGeom>
        </p:spPr>
        <p:txBody>
          <a:bodyPr wrap="none">
            <a:spAutoFit/>
          </a:bodyPr>
          <a:lstStyle/>
          <a:p>
            <a:r>
              <a:rPr lang="en-GB" altLang="zh-CN" sz="2400" b="1" dirty="0">
                <a:solidFill>
                  <a:schemeClr val="bg1"/>
                </a:solidFill>
              </a:rPr>
              <a:t>7.3.1 USART</a:t>
            </a:r>
            <a:r>
              <a:rPr lang="zh-CN" altLang="en-US" sz="2400" b="1" dirty="0">
                <a:solidFill>
                  <a:schemeClr val="bg1"/>
                </a:solidFill>
              </a:rPr>
              <a:t>内部结构</a:t>
            </a:r>
          </a:p>
        </p:txBody>
      </p:sp>
      <p:graphicFrame>
        <p:nvGraphicFramePr>
          <p:cNvPr id="3" name="表格 2"/>
          <p:cNvGraphicFramePr>
            <a:graphicFrameLocks noGrp="1"/>
          </p:cNvGraphicFramePr>
          <p:nvPr>
            <p:extLst>
              <p:ext uri="{D42A27DB-BD31-4B8C-83A1-F6EECF244321}">
                <p14:modId xmlns:p14="http://schemas.microsoft.com/office/powerpoint/2010/main" val="1479157853"/>
              </p:ext>
            </p:extLst>
          </p:nvPr>
        </p:nvGraphicFramePr>
        <p:xfrm>
          <a:off x="251521" y="1059581"/>
          <a:ext cx="8640960" cy="3744417"/>
        </p:xfrm>
        <a:graphic>
          <a:graphicData uri="http://schemas.openxmlformats.org/drawingml/2006/table">
            <a:tbl>
              <a:tblPr firstRow="1" firstCol="1" bandRow="1"/>
              <a:tblGrid>
                <a:gridCol w="711820"/>
                <a:gridCol w="1202184"/>
                <a:gridCol w="6726956"/>
              </a:tblGrid>
              <a:tr h="360041">
                <a:tc>
                  <a:txBody>
                    <a:bodyPr/>
                    <a:lstStyle/>
                    <a:p>
                      <a:pPr algn="ctr">
                        <a:spcAft>
                          <a:spcPts val="0"/>
                        </a:spcAft>
                      </a:pPr>
                      <a:r>
                        <a:rPr lang="en-US" sz="1600" b="1" kern="0" dirty="0">
                          <a:solidFill>
                            <a:schemeClr val="bg1"/>
                          </a:solidFill>
                          <a:effectLst/>
                          <a:latin typeface="Times New Roman"/>
                          <a:ea typeface="宋体"/>
                          <a:cs typeface="Times New Roman"/>
                        </a:rPr>
                        <a:t>bit</a:t>
                      </a:r>
                      <a:r>
                        <a:rPr lang="zh-CN" sz="1600" b="1" kern="0" dirty="0">
                          <a:solidFill>
                            <a:schemeClr val="bg1"/>
                          </a:solidFill>
                          <a:effectLst/>
                          <a:latin typeface="Times New Roman"/>
                          <a:ea typeface="宋体"/>
                          <a:cs typeface="Times New Roman"/>
                        </a:rPr>
                        <a:t>位</a:t>
                      </a:r>
                      <a:endParaRPr lang="zh-CN" sz="1600" b="1" kern="100" dirty="0">
                        <a:solidFill>
                          <a:schemeClr val="bg1"/>
                        </a:solidFill>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zh-CN" sz="1600" b="1" kern="0" dirty="0">
                          <a:solidFill>
                            <a:schemeClr val="bg1"/>
                          </a:solidFill>
                          <a:effectLst/>
                          <a:latin typeface="Times New Roman"/>
                          <a:ea typeface="宋体"/>
                          <a:cs typeface="Times New Roman"/>
                        </a:rPr>
                        <a:t>寄存器名称</a:t>
                      </a:r>
                      <a:endParaRPr lang="zh-CN" sz="1600" b="1" kern="100" dirty="0">
                        <a:solidFill>
                          <a:schemeClr val="bg1"/>
                        </a:solidFill>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zh-CN" sz="1600" b="1" kern="0" dirty="0">
                          <a:solidFill>
                            <a:schemeClr val="bg1"/>
                          </a:solidFill>
                          <a:effectLst/>
                          <a:latin typeface="Times New Roman"/>
                          <a:ea typeface="宋体"/>
                          <a:cs typeface="Times New Roman"/>
                        </a:rPr>
                        <a:t>功能描述</a:t>
                      </a:r>
                      <a:endParaRPr lang="zh-CN" sz="1600" b="1" kern="100" dirty="0">
                        <a:solidFill>
                          <a:schemeClr val="bg1"/>
                        </a:solidFill>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r>
              <a:tr h="288032">
                <a:tc>
                  <a:txBody>
                    <a:bodyPr/>
                    <a:lstStyle/>
                    <a:p>
                      <a:pPr algn="just">
                        <a:spcAft>
                          <a:spcPts val="0"/>
                        </a:spcAft>
                      </a:pPr>
                      <a:r>
                        <a:rPr lang="en-US" sz="1600" b="1" kern="0" dirty="0">
                          <a:effectLst/>
                          <a:latin typeface="Times New Roman"/>
                          <a:ea typeface="宋体"/>
                          <a:cs typeface="Times New Roman"/>
                        </a:rPr>
                        <a:t>31-10</a:t>
                      </a:r>
                      <a:endParaRPr lang="zh-CN" sz="16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gridSpan="2">
                  <a:txBody>
                    <a:bodyPr/>
                    <a:lstStyle/>
                    <a:p>
                      <a:pPr algn="l">
                        <a:spcAft>
                          <a:spcPts val="0"/>
                        </a:spcAft>
                      </a:pPr>
                      <a:r>
                        <a:rPr lang="zh-CN" sz="1600" b="1" kern="0" dirty="0">
                          <a:effectLst/>
                          <a:latin typeface="Times New Roman"/>
                          <a:ea typeface="宋体"/>
                          <a:cs typeface="Times New Roman"/>
                        </a:rPr>
                        <a:t>保留，硬件强制设置为</a:t>
                      </a:r>
                      <a:r>
                        <a:rPr lang="en-US" sz="1600" b="1" kern="0" dirty="0">
                          <a:effectLst/>
                          <a:latin typeface="宋体"/>
                          <a:ea typeface="宋体"/>
                          <a:cs typeface="Times New Roman"/>
                        </a:rPr>
                        <a:t>“</a:t>
                      </a:r>
                      <a:r>
                        <a:rPr lang="en-US" sz="1600" b="1" kern="0" dirty="0">
                          <a:effectLst/>
                          <a:latin typeface="Times New Roman"/>
                          <a:ea typeface="宋体"/>
                          <a:cs typeface="Times New Roman"/>
                        </a:rPr>
                        <a:t>0</a:t>
                      </a:r>
                      <a:r>
                        <a:rPr lang="en-US" sz="1600" b="1" kern="0" dirty="0">
                          <a:effectLst/>
                          <a:latin typeface="宋体"/>
                          <a:ea typeface="宋体"/>
                          <a:cs typeface="Times New Roman"/>
                        </a:rPr>
                        <a:t>”</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hMerge="1">
                  <a:txBody>
                    <a:bodyPr/>
                    <a:lstStyle/>
                    <a:p>
                      <a:endParaRPr lang="zh-CN" altLang="en-US"/>
                    </a:p>
                  </a:txBody>
                  <a:tcPr/>
                </a:tc>
              </a:tr>
              <a:tr h="576064">
                <a:tc>
                  <a:txBody>
                    <a:bodyPr/>
                    <a:lstStyle/>
                    <a:p>
                      <a:pPr algn="ctr">
                        <a:spcAft>
                          <a:spcPts val="0"/>
                        </a:spcAft>
                      </a:pPr>
                      <a:r>
                        <a:rPr lang="en-US" sz="1600" b="1" kern="0" dirty="0">
                          <a:effectLst/>
                          <a:latin typeface="Times New Roman"/>
                          <a:ea typeface="宋体"/>
                          <a:cs typeface="Times New Roman"/>
                        </a:rPr>
                        <a:t>9</a:t>
                      </a:r>
                      <a:endParaRPr lang="zh-CN" sz="16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rPr>
                        <a:t>CTS</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en-US" sz="1600" b="1" kern="0" dirty="0">
                          <a:effectLst/>
                          <a:latin typeface="Times New Roman"/>
                          <a:ea typeface="宋体"/>
                          <a:cs typeface="Times New Roman"/>
                        </a:rPr>
                        <a:t>CTS</a:t>
                      </a:r>
                      <a:r>
                        <a:rPr lang="zh-CN" sz="1600" b="1" kern="0" dirty="0">
                          <a:effectLst/>
                          <a:latin typeface="Times New Roman"/>
                          <a:ea typeface="宋体"/>
                          <a:cs typeface="Times New Roman"/>
                        </a:rPr>
                        <a:t>标志</a:t>
                      </a:r>
                      <a:endParaRPr lang="zh-CN" sz="1600" b="1" kern="100" dirty="0">
                        <a:effectLst/>
                        <a:latin typeface="Calibri"/>
                        <a:ea typeface="宋体"/>
                        <a:cs typeface="Times New Roman"/>
                      </a:endParaRPr>
                    </a:p>
                    <a:p>
                      <a:pPr algn="just">
                        <a:spcAft>
                          <a:spcPts val="0"/>
                        </a:spcAft>
                      </a:pPr>
                      <a:r>
                        <a:rPr lang="en-US" sz="1600" b="1" kern="0" dirty="0" smtClean="0">
                          <a:effectLst/>
                          <a:latin typeface="Times New Roman"/>
                          <a:ea typeface="宋体"/>
                          <a:cs typeface="Times New Roman"/>
                        </a:rPr>
                        <a:t>0</a:t>
                      </a:r>
                      <a:r>
                        <a:rPr lang="zh-CN" sz="1600" b="1" kern="0" dirty="0">
                          <a:effectLst/>
                          <a:latin typeface="Times New Roman"/>
                          <a:ea typeface="宋体"/>
                          <a:cs typeface="Times New Roman"/>
                        </a:rPr>
                        <a:t>：</a:t>
                      </a:r>
                      <a:r>
                        <a:rPr lang="en-US" sz="1600" b="1" kern="0" dirty="0" err="1">
                          <a:effectLst/>
                          <a:latin typeface="Times New Roman"/>
                          <a:ea typeface="宋体"/>
                          <a:cs typeface="Times New Roman"/>
                        </a:rPr>
                        <a:t>nCTS</a:t>
                      </a:r>
                      <a:r>
                        <a:rPr lang="zh-CN" sz="1600" b="1" kern="0" dirty="0">
                          <a:effectLst/>
                          <a:latin typeface="Times New Roman"/>
                          <a:ea typeface="宋体"/>
                          <a:cs typeface="Times New Roman"/>
                        </a:rPr>
                        <a:t>状态线上没有变化</a:t>
                      </a:r>
                      <a:r>
                        <a:rPr lang="zh-CN" sz="1600" b="1" kern="0" dirty="0" smtClean="0">
                          <a:effectLst/>
                          <a:latin typeface="Times New Roman"/>
                          <a:ea typeface="宋体"/>
                          <a:cs typeface="Times New Roman"/>
                        </a:rPr>
                        <a:t>；</a:t>
                      </a:r>
                      <a:r>
                        <a:rPr lang="en-US" sz="1600" b="1" kern="0" dirty="0" smtClean="0">
                          <a:effectLst/>
                          <a:latin typeface="Times New Roman"/>
                          <a:ea typeface="宋体"/>
                          <a:cs typeface="Times New Roman"/>
                        </a:rPr>
                        <a:t>1</a:t>
                      </a:r>
                      <a:r>
                        <a:rPr lang="zh-CN" sz="1600" b="1" kern="0" dirty="0">
                          <a:effectLst/>
                          <a:latin typeface="Times New Roman"/>
                          <a:ea typeface="宋体"/>
                          <a:cs typeface="Times New Roman"/>
                        </a:rPr>
                        <a:t>：</a:t>
                      </a:r>
                      <a:r>
                        <a:rPr lang="en-US" sz="1600" b="1" kern="0" dirty="0" err="1">
                          <a:effectLst/>
                          <a:latin typeface="Times New Roman"/>
                          <a:ea typeface="宋体"/>
                          <a:cs typeface="Times New Roman"/>
                        </a:rPr>
                        <a:t>nCTS</a:t>
                      </a:r>
                      <a:r>
                        <a:rPr lang="zh-CN" sz="1600" b="1" kern="0" dirty="0">
                          <a:effectLst/>
                          <a:latin typeface="Times New Roman"/>
                          <a:ea typeface="宋体"/>
                          <a:cs typeface="Times New Roman"/>
                        </a:rPr>
                        <a:t>状态线上发生变化。</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648072">
                <a:tc>
                  <a:txBody>
                    <a:bodyPr/>
                    <a:lstStyle/>
                    <a:p>
                      <a:pPr algn="ctr">
                        <a:spcAft>
                          <a:spcPts val="0"/>
                        </a:spcAft>
                      </a:pPr>
                      <a:r>
                        <a:rPr lang="en-US" sz="1600" b="1" kern="0" dirty="0">
                          <a:effectLst/>
                          <a:latin typeface="Times New Roman"/>
                          <a:ea typeface="宋体"/>
                          <a:cs typeface="Times New Roman"/>
                        </a:rPr>
                        <a:t>8</a:t>
                      </a:r>
                      <a:endParaRPr lang="zh-CN" sz="16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rPr>
                        <a:t>LBD</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b="1" kern="0" dirty="0">
                          <a:effectLst/>
                          <a:latin typeface="Times New Roman"/>
                          <a:ea typeface="宋体"/>
                          <a:cs typeface="Times New Roman"/>
                        </a:rPr>
                        <a:t>LIN</a:t>
                      </a:r>
                      <a:r>
                        <a:rPr lang="zh-CN" sz="1600" b="1" kern="0" dirty="0">
                          <a:effectLst/>
                          <a:latin typeface="Times New Roman"/>
                          <a:ea typeface="宋体"/>
                          <a:cs typeface="Times New Roman"/>
                        </a:rPr>
                        <a:t>断开检测标志（</a:t>
                      </a:r>
                      <a:r>
                        <a:rPr lang="en-US" sz="1600" b="1" kern="0" dirty="0">
                          <a:effectLst/>
                          <a:latin typeface="Times New Roman"/>
                          <a:ea typeface="宋体"/>
                          <a:cs typeface="Times New Roman"/>
                        </a:rPr>
                        <a:t>LIN break detection flag</a:t>
                      </a:r>
                      <a:r>
                        <a:rPr lang="zh-CN" sz="1600" b="1" kern="0" dirty="0">
                          <a:effectLst/>
                          <a:latin typeface="Times New Roman"/>
                          <a:ea typeface="宋体"/>
                          <a:cs typeface="Times New Roman"/>
                        </a:rPr>
                        <a:t>）</a:t>
                      </a:r>
                      <a:endParaRPr lang="zh-CN" sz="1600" b="1" kern="100" dirty="0">
                        <a:effectLst/>
                        <a:latin typeface="Calibri"/>
                        <a:ea typeface="宋体"/>
                        <a:cs typeface="Times New Roman"/>
                      </a:endParaRPr>
                    </a:p>
                    <a:p>
                      <a:pPr algn="just">
                        <a:spcAft>
                          <a:spcPts val="0"/>
                        </a:spcAft>
                      </a:pPr>
                      <a:r>
                        <a:rPr lang="en-US" sz="1600" b="1" kern="0" dirty="0" smtClean="0">
                          <a:effectLst/>
                          <a:latin typeface="Times New Roman"/>
                          <a:ea typeface="宋体"/>
                          <a:cs typeface="Times New Roman"/>
                        </a:rPr>
                        <a:t>0</a:t>
                      </a:r>
                      <a:r>
                        <a:rPr lang="zh-CN" sz="1600" b="1" kern="0" dirty="0">
                          <a:effectLst/>
                          <a:latin typeface="Times New Roman"/>
                          <a:ea typeface="宋体"/>
                          <a:cs typeface="Times New Roman"/>
                        </a:rPr>
                        <a:t>：没有检测到</a:t>
                      </a:r>
                      <a:r>
                        <a:rPr lang="en-US" sz="1600" b="1" kern="0" dirty="0">
                          <a:effectLst/>
                          <a:latin typeface="Times New Roman"/>
                          <a:ea typeface="宋体"/>
                          <a:cs typeface="Times New Roman"/>
                        </a:rPr>
                        <a:t>LIN</a:t>
                      </a:r>
                      <a:r>
                        <a:rPr lang="zh-CN" sz="1600" b="1" kern="0" dirty="0">
                          <a:effectLst/>
                          <a:latin typeface="Times New Roman"/>
                          <a:ea typeface="宋体"/>
                          <a:cs typeface="Times New Roman"/>
                        </a:rPr>
                        <a:t>断开</a:t>
                      </a:r>
                      <a:r>
                        <a:rPr lang="zh-CN" sz="1600" b="1" kern="0" dirty="0" smtClean="0">
                          <a:effectLst/>
                          <a:latin typeface="Times New Roman"/>
                          <a:ea typeface="宋体"/>
                          <a:cs typeface="Times New Roman"/>
                        </a:rPr>
                        <a:t>；</a:t>
                      </a:r>
                      <a:r>
                        <a:rPr lang="en-US" sz="1600" b="1" kern="0" dirty="0" smtClean="0">
                          <a:effectLst/>
                          <a:latin typeface="Times New Roman"/>
                          <a:ea typeface="宋体"/>
                          <a:cs typeface="Times New Roman"/>
                        </a:rPr>
                        <a:t>1</a:t>
                      </a:r>
                      <a:r>
                        <a:rPr lang="zh-CN" sz="1600" b="1" kern="0" dirty="0">
                          <a:effectLst/>
                          <a:latin typeface="Times New Roman"/>
                          <a:ea typeface="宋体"/>
                          <a:cs typeface="Times New Roman"/>
                        </a:rPr>
                        <a:t>：检测到</a:t>
                      </a:r>
                      <a:r>
                        <a:rPr lang="en-US" sz="1600" b="1" kern="0" dirty="0">
                          <a:effectLst/>
                          <a:latin typeface="Times New Roman"/>
                          <a:ea typeface="宋体"/>
                          <a:cs typeface="Times New Roman"/>
                        </a:rPr>
                        <a:t>LIN</a:t>
                      </a:r>
                      <a:r>
                        <a:rPr lang="zh-CN" sz="1600" b="1" kern="0" dirty="0">
                          <a:effectLst/>
                          <a:latin typeface="Times New Roman"/>
                          <a:ea typeface="宋体"/>
                          <a:cs typeface="Times New Roman"/>
                        </a:rPr>
                        <a:t>断开。</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576064">
                <a:tc>
                  <a:txBody>
                    <a:bodyPr/>
                    <a:lstStyle/>
                    <a:p>
                      <a:pPr algn="ctr">
                        <a:spcAft>
                          <a:spcPts val="0"/>
                        </a:spcAft>
                      </a:pPr>
                      <a:r>
                        <a:rPr lang="en-US" sz="1600" b="1" kern="0" dirty="0">
                          <a:effectLst/>
                          <a:latin typeface="Times New Roman"/>
                          <a:ea typeface="宋体"/>
                          <a:cs typeface="Times New Roman"/>
                        </a:rPr>
                        <a:t>7</a:t>
                      </a:r>
                      <a:endParaRPr lang="zh-CN" sz="16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rPr>
                        <a:t>TXE</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zh-CN" sz="1600" b="1" kern="0" dirty="0">
                          <a:effectLst/>
                          <a:latin typeface="Times New Roman"/>
                          <a:ea typeface="宋体"/>
                          <a:cs typeface="Times New Roman"/>
                        </a:rPr>
                        <a:t>发送数据寄存器空</a:t>
                      </a:r>
                      <a:r>
                        <a:rPr lang="en-US" sz="1600" b="1" kern="0" dirty="0">
                          <a:effectLst/>
                          <a:latin typeface="Times New Roman"/>
                          <a:ea typeface="宋体"/>
                          <a:cs typeface="Times New Roman"/>
                        </a:rPr>
                        <a:t>(Transmit data register empty)</a:t>
                      </a:r>
                      <a:endParaRPr lang="zh-CN" sz="1600" b="1" kern="100" dirty="0">
                        <a:effectLst/>
                        <a:latin typeface="Calibri"/>
                        <a:ea typeface="宋体"/>
                        <a:cs typeface="Times New Roman"/>
                      </a:endParaRPr>
                    </a:p>
                    <a:p>
                      <a:pPr algn="just">
                        <a:spcAft>
                          <a:spcPts val="0"/>
                        </a:spcAft>
                      </a:pPr>
                      <a:r>
                        <a:rPr lang="en-US" sz="1600" b="1" kern="0" dirty="0" smtClean="0">
                          <a:effectLst/>
                          <a:latin typeface="Times New Roman"/>
                          <a:ea typeface="宋体"/>
                          <a:cs typeface="Times New Roman"/>
                        </a:rPr>
                        <a:t>0</a:t>
                      </a:r>
                      <a:r>
                        <a:rPr lang="zh-CN" sz="1600" b="1" kern="0" dirty="0">
                          <a:effectLst/>
                          <a:latin typeface="Times New Roman"/>
                          <a:ea typeface="宋体"/>
                          <a:cs typeface="Times New Roman"/>
                        </a:rPr>
                        <a:t>：数据还没有被转移到移位寄存器</a:t>
                      </a:r>
                      <a:r>
                        <a:rPr lang="zh-CN" sz="1600" b="1" kern="0" dirty="0" smtClean="0">
                          <a:effectLst/>
                          <a:latin typeface="Times New Roman"/>
                          <a:ea typeface="宋体"/>
                          <a:cs typeface="Times New Roman"/>
                        </a:rPr>
                        <a:t>；</a:t>
                      </a:r>
                      <a:r>
                        <a:rPr lang="en-US" sz="1600" b="1" kern="0" dirty="0" smtClean="0">
                          <a:effectLst/>
                          <a:latin typeface="Times New Roman"/>
                          <a:ea typeface="宋体"/>
                          <a:cs typeface="Times New Roman"/>
                        </a:rPr>
                        <a:t>1</a:t>
                      </a:r>
                      <a:r>
                        <a:rPr lang="zh-CN" sz="1600" b="1" kern="0" dirty="0">
                          <a:effectLst/>
                          <a:latin typeface="Times New Roman"/>
                          <a:ea typeface="宋体"/>
                          <a:cs typeface="Times New Roman"/>
                        </a:rPr>
                        <a:t>：数据已经被转移到移位寄存器。</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648072">
                <a:tc>
                  <a:txBody>
                    <a:bodyPr/>
                    <a:lstStyle/>
                    <a:p>
                      <a:pPr algn="ctr">
                        <a:spcAft>
                          <a:spcPts val="0"/>
                        </a:spcAft>
                      </a:pPr>
                      <a:r>
                        <a:rPr lang="en-US" sz="1600" b="1" kern="0">
                          <a:effectLst/>
                          <a:latin typeface="Times New Roman"/>
                          <a:ea typeface="宋体"/>
                          <a:cs typeface="Times New Roman"/>
                        </a:rPr>
                        <a:t>6</a:t>
                      </a:r>
                      <a:endParaRPr lang="zh-CN" sz="1600" b="1" kern="10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rPr>
                        <a:t>TC</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600" b="1" kern="0" dirty="0">
                          <a:effectLst/>
                          <a:latin typeface="Times New Roman"/>
                          <a:ea typeface="宋体"/>
                          <a:cs typeface="Times New Roman"/>
                        </a:rPr>
                        <a:t>发送完成（</a:t>
                      </a:r>
                      <a:r>
                        <a:rPr lang="en-US" sz="1600" b="1" kern="0" dirty="0">
                          <a:effectLst/>
                          <a:latin typeface="Times New Roman"/>
                          <a:ea typeface="宋体"/>
                          <a:cs typeface="Times New Roman"/>
                        </a:rPr>
                        <a:t>Transmission complete</a:t>
                      </a:r>
                      <a:r>
                        <a:rPr lang="zh-CN" sz="1600" b="1" kern="0" dirty="0">
                          <a:effectLst/>
                          <a:latin typeface="Times New Roman"/>
                          <a:ea typeface="宋体"/>
                          <a:cs typeface="Times New Roman"/>
                        </a:rPr>
                        <a:t>）</a:t>
                      </a:r>
                      <a:endParaRPr lang="zh-CN" sz="1600" b="1" kern="100" dirty="0">
                        <a:effectLst/>
                        <a:latin typeface="Calibri"/>
                        <a:ea typeface="宋体"/>
                        <a:cs typeface="Times New Roman"/>
                      </a:endParaRPr>
                    </a:p>
                    <a:p>
                      <a:pPr algn="just">
                        <a:spcAft>
                          <a:spcPts val="0"/>
                        </a:spcAft>
                      </a:pPr>
                      <a:r>
                        <a:rPr lang="en-US" sz="1600" b="1" kern="0" dirty="0" smtClean="0">
                          <a:effectLst/>
                          <a:latin typeface="Times New Roman"/>
                          <a:ea typeface="宋体"/>
                          <a:cs typeface="Times New Roman"/>
                        </a:rPr>
                        <a:t>0</a:t>
                      </a:r>
                      <a:r>
                        <a:rPr lang="zh-CN" sz="1600" b="1" kern="0" dirty="0">
                          <a:effectLst/>
                          <a:latin typeface="Times New Roman"/>
                          <a:ea typeface="宋体"/>
                          <a:cs typeface="Times New Roman"/>
                        </a:rPr>
                        <a:t>：发送还未完成</a:t>
                      </a:r>
                      <a:r>
                        <a:rPr lang="zh-CN" sz="1600" b="1" kern="0" dirty="0" smtClean="0">
                          <a:effectLst/>
                          <a:latin typeface="Times New Roman"/>
                          <a:ea typeface="宋体"/>
                          <a:cs typeface="Times New Roman"/>
                        </a:rPr>
                        <a:t>；</a:t>
                      </a:r>
                      <a:r>
                        <a:rPr lang="en-US" sz="1600" b="1" kern="0" dirty="0" smtClean="0">
                          <a:effectLst/>
                          <a:latin typeface="Times New Roman"/>
                          <a:ea typeface="宋体"/>
                          <a:cs typeface="Times New Roman"/>
                        </a:rPr>
                        <a:t>1</a:t>
                      </a:r>
                      <a:r>
                        <a:rPr lang="zh-CN" sz="1600" b="1" kern="0" dirty="0">
                          <a:effectLst/>
                          <a:latin typeface="Times New Roman"/>
                          <a:ea typeface="宋体"/>
                          <a:cs typeface="Times New Roman"/>
                        </a:rPr>
                        <a:t>：发送完成。</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648072">
                <a:tc>
                  <a:txBody>
                    <a:bodyPr/>
                    <a:lstStyle/>
                    <a:p>
                      <a:pPr algn="ctr">
                        <a:spcAft>
                          <a:spcPts val="0"/>
                        </a:spcAft>
                      </a:pPr>
                      <a:r>
                        <a:rPr lang="en-US" sz="1600" b="1" kern="0" dirty="0">
                          <a:effectLst/>
                          <a:latin typeface="Times New Roman"/>
                          <a:ea typeface="宋体"/>
                          <a:cs typeface="Times New Roman"/>
                        </a:rPr>
                        <a:t>5</a:t>
                      </a:r>
                      <a:endParaRPr lang="zh-CN" sz="16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rPr>
                        <a:t>RXNE</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zh-CN" sz="1600" b="1" kern="0" dirty="0">
                          <a:effectLst/>
                          <a:latin typeface="Times New Roman"/>
                          <a:ea typeface="宋体"/>
                          <a:cs typeface="Times New Roman"/>
                        </a:rPr>
                        <a:t>读数据寄存器非空</a:t>
                      </a:r>
                      <a:r>
                        <a:rPr lang="en-US" sz="1600" b="1" kern="0" dirty="0">
                          <a:effectLst/>
                          <a:latin typeface="Times New Roman"/>
                          <a:ea typeface="宋体"/>
                          <a:cs typeface="Times New Roman"/>
                        </a:rPr>
                        <a:t> (Read data register not empty)</a:t>
                      </a:r>
                      <a:endParaRPr lang="zh-CN" sz="1600" b="1" kern="100" dirty="0">
                        <a:effectLst/>
                        <a:latin typeface="Calibri"/>
                        <a:ea typeface="宋体"/>
                        <a:cs typeface="Times New Roman"/>
                      </a:endParaRPr>
                    </a:p>
                    <a:p>
                      <a:pPr algn="just">
                        <a:spcAft>
                          <a:spcPts val="0"/>
                        </a:spcAft>
                      </a:pPr>
                      <a:r>
                        <a:rPr lang="en-US" sz="1600" b="1" kern="0" dirty="0" smtClean="0">
                          <a:effectLst/>
                          <a:latin typeface="Times New Roman"/>
                          <a:ea typeface="宋体"/>
                          <a:cs typeface="Times New Roman"/>
                        </a:rPr>
                        <a:t>0</a:t>
                      </a:r>
                      <a:r>
                        <a:rPr lang="zh-CN" sz="1600" b="1" kern="0" dirty="0">
                          <a:effectLst/>
                          <a:latin typeface="Times New Roman"/>
                          <a:ea typeface="宋体"/>
                          <a:cs typeface="Times New Roman"/>
                        </a:rPr>
                        <a:t>：数据没有收到</a:t>
                      </a:r>
                      <a:r>
                        <a:rPr lang="zh-CN" sz="1600" b="1" kern="0" dirty="0" smtClean="0">
                          <a:effectLst/>
                          <a:latin typeface="Times New Roman"/>
                          <a:ea typeface="宋体"/>
                          <a:cs typeface="Times New Roman"/>
                        </a:rPr>
                        <a:t>；</a:t>
                      </a:r>
                      <a:r>
                        <a:rPr lang="en-US" sz="1600" b="1" kern="0" dirty="0" smtClean="0">
                          <a:effectLst/>
                          <a:latin typeface="Times New Roman"/>
                          <a:ea typeface="宋体"/>
                          <a:cs typeface="Times New Roman"/>
                        </a:rPr>
                        <a:t>1</a:t>
                      </a:r>
                      <a:r>
                        <a:rPr lang="zh-CN" sz="1600" b="1" kern="0" dirty="0">
                          <a:effectLst/>
                          <a:latin typeface="Times New Roman"/>
                          <a:ea typeface="宋体"/>
                          <a:cs typeface="Times New Roman"/>
                        </a:rPr>
                        <a:t>：收到数据，可以读出。</a:t>
                      </a:r>
                      <a:endParaRPr lang="zh-CN" sz="16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bl>
          </a:graphicData>
        </a:graphic>
      </p:graphicFrame>
    </p:spTree>
    <p:extLst>
      <p:ext uri="{BB962C8B-B14F-4D97-AF65-F5344CB8AC3E}">
        <p14:creationId xmlns:p14="http://schemas.microsoft.com/office/powerpoint/2010/main" val="7075756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03848" y="431097"/>
            <a:ext cx="4464496" cy="40844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srgbClr val="C00000"/>
                </a:solidFill>
              </a:rPr>
              <a:t>USART</a:t>
            </a:r>
            <a:r>
              <a:rPr lang="zh-CN" altLang="en-US" b="1" dirty="0">
                <a:solidFill>
                  <a:srgbClr val="C00000"/>
                </a:solidFill>
              </a:rPr>
              <a:t>状态寄存器</a:t>
            </a:r>
            <a:r>
              <a:rPr lang="en-US" altLang="zh-CN" b="1" dirty="0">
                <a:solidFill>
                  <a:srgbClr val="C00000"/>
                </a:solidFill>
              </a:rPr>
              <a:t>SR</a:t>
            </a:r>
            <a:r>
              <a:rPr lang="zh-CN" altLang="en-US" b="1" dirty="0">
                <a:solidFill>
                  <a:srgbClr val="C00000"/>
                </a:solidFill>
              </a:rPr>
              <a:t>各</a:t>
            </a:r>
            <a:r>
              <a:rPr lang="en-US" altLang="zh-CN" b="1" dirty="0">
                <a:solidFill>
                  <a:srgbClr val="C00000"/>
                </a:solidFill>
              </a:rPr>
              <a:t>bit</a:t>
            </a:r>
            <a:r>
              <a:rPr lang="zh-CN" altLang="en-US" b="1" dirty="0">
                <a:solidFill>
                  <a:srgbClr val="C00000"/>
                </a:solidFill>
              </a:rPr>
              <a:t>位所代表的含义</a:t>
            </a:r>
          </a:p>
        </p:txBody>
      </p:sp>
      <p:sp>
        <p:nvSpPr>
          <p:cNvPr id="5" name="矩形 4"/>
          <p:cNvSpPr/>
          <p:nvPr/>
        </p:nvSpPr>
        <p:spPr>
          <a:xfrm>
            <a:off x="1" y="339503"/>
            <a:ext cx="30073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35496" y="339502"/>
            <a:ext cx="2971904" cy="461665"/>
          </a:xfrm>
          <a:prstGeom prst="rect">
            <a:avLst/>
          </a:prstGeom>
        </p:spPr>
        <p:txBody>
          <a:bodyPr wrap="none">
            <a:spAutoFit/>
          </a:bodyPr>
          <a:lstStyle/>
          <a:p>
            <a:r>
              <a:rPr lang="en-GB" altLang="zh-CN" sz="2400" b="1" dirty="0">
                <a:solidFill>
                  <a:schemeClr val="bg1"/>
                </a:solidFill>
              </a:rPr>
              <a:t>7.3.1 USART</a:t>
            </a:r>
            <a:r>
              <a:rPr lang="zh-CN" altLang="en-US" sz="2400" b="1" dirty="0">
                <a:solidFill>
                  <a:schemeClr val="bg1"/>
                </a:solidFill>
              </a:rPr>
              <a:t>内部结构</a:t>
            </a:r>
          </a:p>
        </p:txBody>
      </p:sp>
      <p:graphicFrame>
        <p:nvGraphicFramePr>
          <p:cNvPr id="3" name="表格 2"/>
          <p:cNvGraphicFramePr>
            <a:graphicFrameLocks noGrp="1"/>
          </p:cNvGraphicFramePr>
          <p:nvPr>
            <p:extLst>
              <p:ext uri="{D42A27DB-BD31-4B8C-83A1-F6EECF244321}">
                <p14:modId xmlns:p14="http://schemas.microsoft.com/office/powerpoint/2010/main" val="1983652122"/>
              </p:ext>
            </p:extLst>
          </p:nvPr>
        </p:nvGraphicFramePr>
        <p:xfrm>
          <a:off x="251521" y="1059581"/>
          <a:ext cx="8640960" cy="3672409"/>
        </p:xfrm>
        <a:graphic>
          <a:graphicData uri="http://schemas.openxmlformats.org/drawingml/2006/table">
            <a:tbl>
              <a:tblPr firstRow="1" firstCol="1" bandRow="1"/>
              <a:tblGrid>
                <a:gridCol w="711820"/>
                <a:gridCol w="1304403"/>
                <a:gridCol w="6624737"/>
              </a:tblGrid>
              <a:tr h="432049">
                <a:tc>
                  <a:txBody>
                    <a:bodyPr/>
                    <a:lstStyle/>
                    <a:p>
                      <a:pPr algn="ctr">
                        <a:spcAft>
                          <a:spcPts val="0"/>
                        </a:spcAft>
                      </a:pPr>
                      <a:r>
                        <a:rPr lang="en-US" sz="1800" b="1" kern="0" dirty="0">
                          <a:solidFill>
                            <a:schemeClr val="tx1"/>
                          </a:solidFill>
                          <a:effectLst/>
                          <a:latin typeface="Times New Roman"/>
                          <a:ea typeface="宋体"/>
                          <a:cs typeface="Times New Roman"/>
                        </a:rPr>
                        <a:t>bit</a:t>
                      </a:r>
                      <a:r>
                        <a:rPr lang="zh-CN" sz="1800" b="1" kern="0" dirty="0">
                          <a:solidFill>
                            <a:schemeClr val="tx1"/>
                          </a:solidFill>
                          <a:effectLst/>
                          <a:latin typeface="Times New Roman"/>
                          <a:ea typeface="宋体"/>
                          <a:cs typeface="Times New Roman"/>
                        </a:rPr>
                        <a:t>位</a:t>
                      </a:r>
                      <a:endParaRPr lang="zh-CN" sz="1800" b="1" kern="100" dirty="0">
                        <a:solidFill>
                          <a:schemeClr val="tx1"/>
                        </a:solidFill>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zh-CN" sz="1800" b="1" kern="0" dirty="0">
                          <a:solidFill>
                            <a:schemeClr val="tx1"/>
                          </a:solidFill>
                          <a:effectLst/>
                          <a:latin typeface="Times New Roman"/>
                          <a:ea typeface="宋体"/>
                          <a:cs typeface="Times New Roman"/>
                        </a:rPr>
                        <a:t>寄存器名称</a:t>
                      </a:r>
                      <a:endParaRPr lang="zh-CN" sz="1800" b="1" kern="100" dirty="0">
                        <a:solidFill>
                          <a:schemeClr val="tx1"/>
                        </a:solidFill>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zh-CN" sz="1800" b="1" kern="0" dirty="0">
                          <a:solidFill>
                            <a:schemeClr val="tx1"/>
                          </a:solidFill>
                          <a:effectLst/>
                          <a:latin typeface="Times New Roman"/>
                          <a:ea typeface="宋体"/>
                          <a:cs typeface="Times New Roman"/>
                        </a:rPr>
                        <a:t>功能描述</a:t>
                      </a:r>
                      <a:endParaRPr lang="zh-CN" sz="1800" b="1" kern="100" dirty="0">
                        <a:solidFill>
                          <a:schemeClr val="tx1"/>
                        </a:solidFill>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r h="648072">
                <a:tc>
                  <a:txBody>
                    <a:bodyPr/>
                    <a:lstStyle/>
                    <a:p>
                      <a:pPr algn="ctr">
                        <a:spcAft>
                          <a:spcPts val="0"/>
                        </a:spcAft>
                      </a:pPr>
                      <a:r>
                        <a:rPr lang="en-US" sz="1800" b="1" kern="0" dirty="0">
                          <a:effectLst/>
                          <a:latin typeface="Times New Roman"/>
                          <a:ea typeface="宋体"/>
                          <a:cs typeface="Times New Roman"/>
                        </a:rPr>
                        <a:t>4</a:t>
                      </a:r>
                      <a:endParaRPr lang="zh-CN" sz="18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en-US" sz="1800" b="1" kern="0" dirty="0">
                          <a:effectLst/>
                          <a:latin typeface="Times New Roman"/>
                          <a:ea typeface="宋体"/>
                          <a:cs typeface="Times New Roman"/>
                        </a:rPr>
                        <a:t>IDLE</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b="1" kern="0" dirty="0">
                          <a:effectLst/>
                          <a:latin typeface="Times New Roman"/>
                          <a:ea typeface="宋体"/>
                          <a:cs typeface="Times New Roman"/>
                        </a:rPr>
                        <a:t>监测到总线空闲（</a:t>
                      </a:r>
                      <a:r>
                        <a:rPr lang="en-US" sz="1800" b="1" kern="0" dirty="0">
                          <a:effectLst/>
                          <a:latin typeface="Times New Roman"/>
                          <a:ea typeface="宋体"/>
                          <a:cs typeface="Times New Roman"/>
                        </a:rPr>
                        <a:t>IDLE line detected</a:t>
                      </a:r>
                      <a:r>
                        <a:rPr lang="zh-CN" sz="1800" b="1" kern="0" dirty="0">
                          <a:effectLst/>
                          <a:latin typeface="Times New Roman"/>
                          <a:ea typeface="宋体"/>
                          <a:cs typeface="Times New Roman"/>
                        </a:rPr>
                        <a:t>）</a:t>
                      </a:r>
                      <a:endParaRPr lang="zh-CN" sz="1800" b="1" kern="100" dirty="0">
                        <a:effectLst/>
                        <a:latin typeface="Calibri"/>
                        <a:ea typeface="宋体"/>
                        <a:cs typeface="Times New Roman"/>
                      </a:endParaRPr>
                    </a:p>
                    <a:p>
                      <a:pPr algn="just">
                        <a:spcAft>
                          <a:spcPts val="0"/>
                        </a:spcAft>
                      </a:pPr>
                      <a:r>
                        <a:rPr lang="en-US" sz="1800" b="1" kern="0" dirty="0" smtClean="0">
                          <a:effectLst/>
                          <a:latin typeface="Times New Roman"/>
                          <a:ea typeface="宋体"/>
                          <a:cs typeface="Times New Roman"/>
                        </a:rPr>
                        <a:t>0</a:t>
                      </a:r>
                      <a:r>
                        <a:rPr lang="zh-CN" sz="1800" b="1" kern="0" dirty="0">
                          <a:effectLst/>
                          <a:latin typeface="Times New Roman"/>
                          <a:ea typeface="宋体"/>
                          <a:cs typeface="Times New Roman"/>
                        </a:rPr>
                        <a:t>：没有检测到空闲总线</a:t>
                      </a:r>
                      <a:r>
                        <a:rPr lang="zh-CN" sz="1800" b="1" kern="0" dirty="0" smtClean="0">
                          <a:effectLst/>
                          <a:latin typeface="Times New Roman"/>
                          <a:ea typeface="宋体"/>
                          <a:cs typeface="Times New Roman"/>
                        </a:rPr>
                        <a:t>；</a:t>
                      </a:r>
                      <a:r>
                        <a:rPr lang="en-US" sz="1800" b="1" kern="0" dirty="0" smtClean="0">
                          <a:effectLst/>
                          <a:latin typeface="Times New Roman"/>
                          <a:ea typeface="宋体"/>
                          <a:cs typeface="Times New Roman"/>
                        </a:rPr>
                        <a:t>1</a:t>
                      </a:r>
                      <a:r>
                        <a:rPr lang="zh-CN" sz="1800" b="1" kern="0" dirty="0">
                          <a:effectLst/>
                          <a:latin typeface="Times New Roman"/>
                          <a:ea typeface="宋体"/>
                          <a:cs typeface="Times New Roman"/>
                        </a:rPr>
                        <a:t>：检测到空闲总线。</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48072">
                <a:tc>
                  <a:txBody>
                    <a:bodyPr/>
                    <a:lstStyle/>
                    <a:p>
                      <a:pPr algn="ctr">
                        <a:spcAft>
                          <a:spcPts val="0"/>
                        </a:spcAft>
                      </a:pPr>
                      <a:r>
                        <a:rPr lang="en-US" sz="1800" b="1" kern="0" dirty="0">
                          <a:effectLst/>
                          <a:latin typeface="Times New Roman"/>
                          <a:ea typeface="宋体"/>
                          <a:cs typeface="Times New Roman"/>
                        </a:rPr>
                        <a:t>3</a:t>
                      </a:r>
                      <a:endParaRPr lang="zh-CN" sz="18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dirty="0">
                          <a:effectLst/>
                          <a:latin typeface="Times New Roman"/>
                          <a:ea typeface="宋体"/>
                          <a:cs typeface="Times New Roman"/>
                        </a:rPr>
                        <a:t>ORE</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800" b="1" kern="0" dirty="0">
                          <a:effectLst/>
                          <a:latin typeface="Times New Roman"/>
                          <a:ea typeface="宋体"/>
                          <a:cs typeface="Times New Roman"/>
                        </a:rPr>
                        <a:t>过载错误（</a:t>
                      </a:r>
                      <a:r>
                        <a:rPr lang="en-US" sz="1800" b="1" kern="0" dirty="0">
                          <a:effectLst/>
                          <a:latin typeface="Times New Roman"/>
                          <a:ea typeface="宋体"/>
                          <a:cs typeface="Times New Roman"/>
                        </a:rPr>
                        <a:t>Overrun error</a:t>
                      </a:r>
                      <a:r>
                        <a:rPr lang="zh-CN" sz="1800" b="1" kern="0" dirty="0">
                          <a:effectLst/>
                          <a:latin typeface="Times New Roman"/>
                          <a:ea typeface="宋体"/>
                          <a:cs typeface="Times New Roman"/>
                        </a:rPr>
                        <a:t>）</a:t>
                      </a:r>
                      <a:endParaRPr lang="zh-CN" sz="1800" b="1" kern="100" dirty="0">
                        <a:effectLst/>
                        <a:latin typeface="Calibri"/>
                        <a:ea typeface="宋体"/>
                        <a:cs typeface="Times New Roman"/>
                      </a:endParaRPr>
                    </a:p>
                    <a:p>
                      <a:pPr algn="just">
                        <a:spcAft>
                          <a:spcPts val="0"/>
                        </a:spcAft>
                      </a:pPr>
                      <a:r>
                        <a:rPr lang="en-US" sz="1800" b="1" kern="0" dirty="0" smtClean="0">
                          <a:effectLst/>
                          <a:latin typeface="Times New Roman"/>
                          <a:ea typeface="宋体"/>
                          <a:cs typeface="Times New Roman"/>
                        </a:rPr>
                        <a:t>0</a:t>
                      </a:r>
                      <a:r>
                        <a:rPr lang="zh-CN" sz="1800" b="1" kern="0" dirty="0">
                          <a:effectLst/>
                          <a:latin typeface="Times New Roman"/>
                          <a:ea typeface="宋体"/>
                          <a:cs typeface="Times New Roman"/>
                        </a:rPr>
                        <a:t>：没有过载错误</a:t>
                      </a:r>
                      <a:r>
                        <a:rPr lang="zh-CN" sz="1800" b="1" kern="0" dirty="0" smtClean="0">
                          <a:effectLst/>
                          <a:latin typeface="Times New Roman"/>
                          <a:ea typeface="宋体"/>
                          <a:cs typeface="Times New Roman"/>
                        </a:rPr>
                        <a:t>；</a:t>
                      </a:r>
                      <a:r>
                        <a:rPr lang="en-US" sz="1800" b="1" kern="0" dirty="0" smtClean="0">
                          <a:effectLst/>
                          <a:latin typeface="Times New Roman"/>
                          <a:ea typeface="宋体"/>
                          <a:cs typeface="Times New Roman"/>
                        </a:rPr>
                        <a:t>1</a:t>
                      </a:r>
                      <a:r>
                        <a:rPr lang="zh-CN" sz="1800" b="1" kern="0" dirty="0">
                          <a:effectLst/>
                          <a:latin typeface="Times New Roman"/>
                          <a:ea typeface="宋体"/>
                          <a:cs typeface="Times New Roman"/>
                        </a:rPr>
                        <a:t>：检测到过载错误</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576064">
                <a:tc>
                  <a:txBody>
                    <a:bodyPr/>
                    <a:lstStyle/>
                    <a:p>
                      <a:pPr algn="ctr">
                        <a:spcAft>
                          <a:spcPts val="0"/>
                        </a:spcAft>
                      </a:pPr>
                      <a:r>
                        <a:rPr lang="en-US" sz="1800" b="1" kern="0" dirty="0">
                          <a:effectLst/>
                          <a:latin typeface="Times New Roman"/>
                          <a:ea typeface="宋体"/>
                          <a:cs typeface="Times New Roman"/>
                        </a:rPr>
                        <a:t>2</a:t>
                      </a:r>
                      <a:endParaRPr lang="zh-CN" sz="18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en-US" sz="1800" b="1" kern="0" dirty="0">
                          <a:effectLst/>
                          <a:latin typeface="Times New Roman"/>
                          <a:ea typeface="宋体"/>
                          <a:cs typeface="Times New Roman"/>
                        </a:rPr>
                        <a:t>NE</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b="1" kern="0" dirty="0">
                          <a:effectLst/>
                          <a:latin typeface="Times New Roman"/>
                          <a:ea typeface="宋体"/>
                          <a:cs typeface="Times New Roman"/>
                        </a:rPr>
                        <a:t>噪声错误标志（</a:t>
                      </a:r>
                      <a:r>
                        <a:rPr lang="en-US" sz="1800" b="1" kern="0" dirty="0">
                          <a:effectLst/>
                          <a:latin typeface="Times New Roman"/>
                          <a:ea typeface="宋体"/>
                          <a:cs typeface="Times New Roman"/>
                        </a:rPr>
                        <a:t>Noise error flag</a:t>
                      </a:r>
                      <a:r>
                        <a:rPr lang="zh-CN" sz="1800" b="1" kern="0" dirty="0">
                          <a:effectLst/>
                          <a:latin typeface="Times New Roman"/>
                          <a:ea typeface="宋体"/>
                          <a:cs typeface="Times New Roman"/>
                        </a:rPr>
                        <a:t>）</a:t>
                      </a:r>
                      <a:endParaRPr lang="zh-CN" sz="1800" b="1" kern="100" dirty="0">
                        <a:effectLst/>
                        <a:latin typeface="Calibri"/>
                        <a:ea typeface="宋体"/>
                        <a:cs typeface="Times New Roman"/>
                      </a:endParaRPr>
                    </a:p>
                    <a:p>
                      <a:pPr algn="just">
                        <a:spcAft>
                          <a:spcPts val="0"/>
                        </a:spcAft>
                      </a:pPr>
                      <a:r>
                        <a:rPr lang="en-US" sz="1800" b="1" kern="0" dirty="0" smtClean="0">
                          <a:effectLst/>
                          <a:latin typeface="Times New Roman"/>
                          <a:ea typeface="宋体"/>
                          <a:cs typeface="Times New Roman"/>
                        </a:rPr>
                        <a:t>0</a:t>
                      </a:r>
                      <a:r>
                        <a:rPr lang="zh-CN" sz="1800" b="1" kern="0" dirty="0">
                          <a:effectLst/>
                          <a:latin typeface="Times New Roman"/>
                          <a:ea typeface="宋体"/>
                          <a:cs typeface="Times New Roman"/>
                        </a:rPr>
                        <a:t>：没有检测到噪声</a:t>
                      </a:r>
                      <a:r>
                        <a:rPr lang="zh-CN" sz="1800" b="1" kern="0" dirty="0" smtClean="0">
                          <a:effectLst/>
                          <a:latin typeface="Times New Roman"/>
                          <a:ea typeface="宋体"/>
                          <a:cs typeface="Times New Roman"/>
                        </a:rPr>
                        <a:t>；</a:t>
                      </a:r>
                      <a:r>
                        <a:rPr lang="en-US" sz="1800" b="1" kern="0" dirty="0" smtClean="0">
                          <a:effectLst/>
                          <a:latin typeface="Times New Roman"/>
                          <a:ea typeface="宋体"/>
                          <a:cs typeface="Times New Roman"/>
                        </a:rPr>
                        <a:t>1</a:t>
                      </a:r>
                      <a:r>
                        <a:rPr lang="zh-CN" sz="1800" b="1" kern="0" dirty="0">
                          <a:effectLst/>
                          <a:latin typeface="Times New Roman"/>
                          <a:ea typeface="宋体"/>
                          <a:cs typeface="Times New Roman"/>
                        </a:rPr>
                        <a:t>：检测到噪声。</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48072">
                <a:tc>
                  <a:txBody>
                    <a:bodyPr/>
                    <a:lstStyle/>
                    <a:p>
                      <a:pPr algn="ctr">
                        <a:spcAft>
                          <a:spcPts val="0"/>
                        </a:spcAft>
                      </a:pPr>
                      <a:r>
                        <a:rPr lang="en-US" sz="1800" b="1" kern="0" dirty="0">
                          <a:effectLst/>
                          <a:latin typeface="Times New Roman"/>
                          <a:ea typeface="宋体"/>
                          <a:cs typeface="Times New Roman"/>
                        </a:rPr>
                        <a:t>1</a:t>
                      </a:r>
                      <a:endParaRPr lang="zh-CN" sz="18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dirty="0">
                          <a:effectLst/>
                          <a:latin typeface="Times New Roman"/>
                          <a:ea typeface="宋体"/>
                          <a:cs typeface="Times New Roman"/>
                        </a:rPr>
                        <a:t>FE</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800" b="1" kern="0" dirty="0">
                          <a:effectLst/>
                          <a:latin typeface="Times New Roman"/>
                          <a:ea typeface="宋体"/>
                          <a:cs typeface="Times New Roman"/>
                        </a:rPr>
                        <a:t>帧错误（</a:t>
                      </a:r>
                      <a:r>
                        <a:rPr lang="en-US" sz="1800" b="1" kern="0" dirty="0">
                          <a:effectLst/>
                          <a:latin typeface="Times New Roman"/>
                          <a:ea typeface="宋体"/>
                          <a:cs typeface="Times New Roman"/>
                        </a:rPr>
                        <a:t>Framing error</a:t>
                      </a:r>
                      <a:r>
                        <a:rPr lang="zh-CN" sz="1800" b="1" kern="0" dirty="0">
                          <a:effectLst/>
                          <a:latin typeface="Times New Roman"/>
                          <a:ea typeface="宋体"/>
                          <a:cs typeface="Times New Roman"/>
                        </a:rPr>
                        <a:t>）</a:t>
                      </a:r>
                      <a:endParaRPr lang="zh-CN" sz="1800" b="1" kern="100" dirty="0">
                        <a:effectLst/>
                        <a:latin typeface="Calibri"/>
                        <a:ea typeface="宋体"/>
                        <a:cs typeface="Times New Roman"/>
                      </a:endParaRPr>
                    </a:p>
                    <a:p>
                      <a:pPr algn="just">
                        <a:spcAft>
                          <a:spcPts val="0"/>
                        </a:spcAft>
                      </a:pPr>
                      <a:r>
                        <a:rPr lang="en-US" sz="1800" b="1" kern="0" dirty="0" smtClean="0">
                          <a:effectLst/>
                          <a:latin typeface="Times New Roman"/>
                          <a:ea typeface="宋体"/>
                          <a:cs typeface="Times New Roman"/>
                        </a:rPr>
                        <a:t>0</a:t>
                      </a:r>
                      <a:r>
                        <a:rPr lang="zh-CN" sz="1800" b="1" kern="0" dirty="0">
                          <a:effectLst/>
                          <a:latin typeface="Times New Roman"/>
                          <a:ea typeface="宋体"/>
                          <a:cs typeface="Times New Roman"/>
                        </a:rPr>
                        <a:t>：没有检测到帧错误</a:t>
                      </a:r>
                      <a:r>
                        <a:rPr lang="zh-CN" sz="1800" b="1" kern="0" dirty="0" smtClean="0">
                          <a:effectLst/>
                          <a:latin typeface="Times New Roman"/>
                          <a:ea typeface="宋体"/>
                          <a:cs typeface="Times New Roman"/>
                        </a:rPr>
                        <a:t>；</a:t>
                      </a:r>
                      <a:r>
                        <a:rPr lang="en-US" sz="1800" b="1" kern="0" dirty="0" smtClean="0">
                          <a:effectLst/>
                          <a:latin typeface="Times New Roman"/>
                          <a:ea typeface="宋体"/>
                          <a:cs typeface="Times New Roman"/>
                        </a:rPr>
                        <a:t>1</a:t>
                      </a:r>
                      <a:r>
                        <a:rPr lang="zh-CN" sz="1800" b="1" kern="0" dirty="0">
                          <a:effectLst/>
                          <a:latin typeface="Times New Roman"/>
                          <a:ea typeface="宋体"/>
                          <a:cs typeface="Times New Roman"/>
                        </a:rPr>
                        <a:t>：检测到帧错误或者</a:t>
                      </a:r>
                      <a:r>
                        <a:rPr lang="en-US" sz="1800" b="1" kern="0" dirty="0">
                          <a:effectLst/>
                          <a:latin typeface="Times New Roman"/>
                          <a:ea typeface="宋体"/>
                          <a:cs typeface="Times New Roman"/>
                        </a:rPr>
                        <a:t>break</a:t>
                      </a:r>
                      <a:r>
                        <a:rPr lang="zh-CN" sz="1800" b="1" kern="0" dirty="0">
                          <a:effectLst/>
                          <a:latin typeface="Times New Roman"/>
                          <a:ea typeface="宋体"/>
                          <a:cs typeface="Times New Roman"/>
                        </a:rPr>
                        <a:t>符。</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720080">
                <a:tc>
                  <a:txBody>
                    <a:bodyPr/>
                    <a:lstStyle/>
                    <a:p>
                      <a:pPr algn="ctr">
                        <a:spcAft>
                          <a:spcPts val="0"/>
                        </a:spcAft>
                      </a:pPr>
                      <a:r>
                        <a:rPr lang="en-US" sz="1800" b="1" kern="0" dirty="0">
                          <a:effectLst/>
                          <a:latin typeface="Times New Roman"/>
                          <a:ea typeface="宋体"/>
                          <a:cs typeface="Times New Roman"/>
                        </a:rPr>
                        <a:t>0</a:t>
                      </a:r>
                      <a:endParaRPr lang="zh-CN" sz="1800" b="1" kern="100" dirty="0">
                        <a:effectLst/>
                        <a:latin typeface="Calibri"/>
                        <a:ea typeface="宋体"/>
                        <a:cs typeface="Times New Roman"/>
                      </a:endParaRPr>
                    </a:p>
                  </a:txBody>
                  <a:tcPr marL="26937" marR="269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en-US" sz="1800" b="1" kern="0" dirty="0">
                          <a:effectLst/>
                          <a:latin typeface="Times New Roman"/>
                          <a:ea typeface="宋体"/>
                          <a:cs typeface="Times New Roman"/>
                        </a:rPr>
                        <a:t>PE</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b="1" kern="0" dirty="0">
                          <a:effectLst/>
                          <a:latin typeface="Times New Roman"/>
                          <a:ea typeface="宋体"/>
                          <a:cs typeface="Times New Roman"/>
                        </a:rPr>
                        <a:t>校验错误（</a:t>
                      </a:r>
                      <a:r>
                        <a:rPr lang="en-US" sz="1800" b="1" kern="0" dirty="0">
                          <a:effectLst/>
                          <a:latin typeface="Times New Roman"/>
                          <a:ea typeface="宋体"/>
                          <a:cs typeface="Times New Roman"/>
                        </a:rPr>
                        <a:t>Parity error</a:t>
                      </a:r>
                      <a:r>
                        <a:rPr lang="zh-CN" sz="1800" b="1" kern="0" dirty="0">
                          <a:effectLst/>
                          <a:latin typeface="Times New Roman"/>
                          <a:ea typeface="宋体"/>
                          <a:cs typeface="Times New Roman"/>
                        </a:rPr>
                        <a:t>）</a:t>
                      </a:r>
                      <a:endParaRPr lang="zh-CN" sz="1800" b="1" kern="100" dirty="0">
                        <a:effectLst/>
                        <a:latin typeface="Calibri"/>
                        <a:ea typeface="宋体"/>
                        <a:cs typeface="Times New Roman"/>
                      </a:endParaRPr>
                    </a:p>
                    <a:p>
                      <a:pPr algn="just">
                        <a:spcAft>
                          <a:spcPts val="0"/>
                        </a:spcAft>
                      </a:pPr>
                      <a:r>
                        <a:rPr lang="en-US" sz="1800" b="1" kern="0" dirty="0" smtClean="0">
                          <a:effectLst/>
                          <a:latin typeface="Times New Roman"/>
                          <a:ea typeface="宋体"/>
                          <a:cs typeface="Times New Roman"/>
                        </a:rPr>
                        <a:t>0</a:t>
                      </a:r>
                      <a:r>
                        <a:rPr lang="zh-CN" sz="1800" b="1" kern="0" dirty="0">
                          <a:effectLst/>
                          <a:latin typeface="Times New Roman"/>
                          <a:ea typeface="宋体"/>
                          <a:cs typeface="Times New Roman"/>
                        </a:rPr>
                        <a:t>：没有奇偶校验错误</a:t>
                      </a:r>
                      <a:r>
                        <a:rPr lang="zh-CN" sz="1800" b="1" kern="0" dirty="0" smtClean="0">
                          <a:effectLst/>
                          <a:latin typeface="Times New Roman"/>
                          <a:ea typeface="宋体"/>
                          <a:cs typeface="Times New Roman"/>
                        </a:rPr>
                        <a:t>；</a:t>
                      </a:r>
                      <a:r>
                        <a:rPr lang="en-US" sz="1800" b="1" kern="0" dirty="0" smtClean="0">
                          <a:effectLst/>
                          <a:latin typeface="Times New Roman"/>
                          <a:ea typeface="宋体"/>
                          <a:cs typeface="Times New Roman"/>
                        </a:rPr>
                        <a:t>1</a:t>
                      </a:r>
                      <a:r>
                        <a:rPr lang="zh-CN" sz="1800" b="1" kern="0" dirty="0">
                          <a:effectLst/>
                          <a:latin typeface="Times New Roman"/>
                          <a:ea typeface="宋体"/>
                          <a:cs typeface="Times New Roman"/>
                        </a:rPr>
                        <a:t>：奇偶校验错误。</a:t>
                      </a:r>
                      <a:endParaRPr lang="zh-CN" sz="1800" b="1" kern="100" dirty="0">
                        <a:effectLst/>
                        <a:latin typeface="Calibri"/>
                        <a:ea typeface="宋体"/>
                        <a:cs typeface="Times New Roman"/>
                      </a:endParaRPr>
                    </a:p>
                  </a:txBody>
                  <a:tcPr marL="26937" marR="269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36918582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圆角矩形 45"/>
          <p:cNvSpPr/>
          <p:nvPr/>
        </p:nvSpPr>
        <p:spPr>
          <a:xfrm>
            <a:off x="3031366" y="2682801"/>
            <a:ext cx="5957088" cy="2121197"/>
          </a:xfrm>
          <a:prstGeom prst="roundRect">
            <a:avLst/>
          </a:prstGeom>
          <a:ln>
            <a:solidFill>
              <a:schemeClr val="accent2">
                <a:lumMod val="60000"/>
                <a:lumOff val="40000"/>
              </a:schemeClr>
            </a:solidFill>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ln>
                <a:solidFill>
                  <a:schemeClr val="tx1"/>
                </a:solidFill>
                <a:prstDash val="sysDot"/>
              </a:ln>
            </a:endParaRPr>
          </a:p>
        </p:txBody>
      </p:sp>
      <p:sp>
        <p:nvSpPr>
          <p:cNvPr id="45" name="圆角矩形 44"/>
          <p:cNvSpPr/>
          <p:nvPr/>
        </p:nvSpPr>
        <p:spPr>
          <a:xfrm>
            <a:off x="3036428" y="289265"/>
            <a:ext cx="5957088" cy="2282485"/>
          </a:xfrm>
          <a:prstGeom prst="roundRect">
            <a:avLst/>
          </a:prstGeom>
          <a:ln>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ln>
                <a:solidFill>
                  <a:schemeClr val="tx1"/>
                </a:solidFill>
                <a:prstDash val="sysDot"/>
              </a:ln>
            </a:endParaRPr>
          </a:p>
        </p:txBody>
      </p:sp>
      <p:sp>
        <p:nvSpPr>
          <p:cNvPr id="8" name="矩形 7"/>
          <p:cNvSpPr/>
          <p:nvPr/>
        </p:nvSpPr>
        <p:spPr>
          <a:xfrm>
            <a:off x="539552" y="1263987"/>
            <a:ext cx="2279565" cy="332398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spcBef>
                <a:spcPts val="1200"/>
              </a:spcBef>
            </a:pPr>
            <a:r>
              <a:rPr lang="zh-CN" altLang="en-US" b="1" dirty="0" smtClean="0">
                <a:solidFill>
                  <a:prstClr val="black"/>
                </a:solidFill>
              </a:rPr>
              <a:t>    </a:t>
            </a:r>
            <a:endParaRPr lang="en-US" altLang="zh-CN" b="1" dirty="0" smtClean="0">
              <a:solidFill>
                <a:prstClr val="black"/>
              </a:solidFill>
            </a:endParaRPr>
          </a:p>
          <a:p>
            <a:pPr lvl="0">
              <a:lnSpc>
                <a:spcPct val="125000"/>
              </a:lnSpc>
              <a:spcBef>
                <a:spcPts val="1200"/>
              </a:spcBef>
            </a:pPr>
            <a:r>
              <a:rPr lang="zh-CN" altLang="en-US" b="1" dirty="0" smtClean="0">
                <a:solidFill>
                  <a:prstClr val="black"/>
                </a:solidFill>
              </a:rPr>
              <a:t>组成：</a:t>
            </a:r>
            <a:endParaRPr lang="en-US" altLang="zh-CN" b="1" dirty="0" smtClean="0">
              <a:solidFill>
                <a:prstClr val="black"/>
              </a:solidFill>
            </a:endParaRPr>
          </a:p>
          <a:p>
            <a:pPr marL="285750" lvl="0" indent="-285750">
              <a:lnSpc>
                <a:spcPct val="125000"/>
              </a:lnSpc>
              <a:spcBef>
                <a:spcPts val="600"/>
              </a:spcBef>
              <a:buBlip>
                <a:blip r:embed="rId3"/>
              </a:buBlip>
            </a:pPr>
            <a:r>
              <a:rPr lang="zh-CN" altLang="en-US" b="1" dirty="0" smtClean="0">
                <a:solidFill>
                  <a:prstClr val="black"/>
                </a:solidFill>
              </a:rPr>
              <a:t>发送</a:t>
            </a:r>
            <a:r>
              <a:rPr lang="zh-CN" altLang="en-US" b="1" dirty="0">
                <a:solidFill>
                  <a:prstClr val="black"/>
                </a:solidFill>
              </a:rPr>
              <a:t>数据寄存器（</a:t>
            </a:r>
            <a:r>
              <a:rPr lang="en-US" altLang="zh-CN" b="1" dirty="0">
                <a:solidFill>
                  <a:prstClr val="black"/>
                </a:solidFill>
              </a:rPr>
              <a:t>TDR</a:t>
            </a:r>
            <a:r>
              <a:rPr lang="zh-CN" altLang="en-US" b="1" dirty="0" smtClean="0">
                <a:solidFill>
                  <a:prstClr val="black"/>
                </a:solidFill>
              </a:rPr>
              <a:t>）</a:t>
            </a:r>
            <a:endParaRPr lang="en-US" altLang="zh-CN" b="1" dirty="0" smtClean="0">
              <a:solidFill>
                <a:prstClr val="black"/>
              </a:solidFill>
            </a:endParaRPr>
          </a:p>
          <a:p>
            <a:pPr marL="285750" lvl="0" indent="-285750">
              <a:lnSpc>
                <a:spcPct val="125000"/>
              </a:lnSpc>
              <a:spcBef>
                <a:spcPts val="600"/>
              </a:spcBef>
              <a:buBlip>
                <a:blip r:embed="rId3"/>
              </a:buBlip>
            </a:pPr>
            <a:r>
              <a:rPr lang="zh-CN" altLang="en-US" b="1" dirty="0" smtClean="0">
                <a:solidFill>
                  <a:prstClr val="black"/>
                </a:solidFill>
              </a:rPr>
              <a:t>接收</a:t>
            </a:r>
            <a:r>
              <a:rPr lang="zh-CN" altLang="en-US" b="1" dirty="0">
                <a:solidFill>
                  <a:prstClr val="black"/>
                </a:solidFill>
              </a:rPr>
              <a:t>数据寄存器（</a:t>
            </a:r>
            <a:r>
              <a:rPr lang="en-US" altLang="zh-CN" b="1" dirty="0">
                <a:solidFill>
                  <a:prstClr val="black"/>
                </a:solidFill>
              </a:rPr>
              <a:t>RDR</a:t>
            </a:r>
            <a:r>
              <a:rPr lang="zh-CN" altLang="en-US" b="1" dirty="0" smtClean="0">
                <a:solidFill>
                  <a:prstClr val="black"/>
                </a:solidFill>
              </a:rPr>
              <a:t>）</a:t>
            </a:r>
            <a:endParaRPr lang="en-US" altLang="zh-CN" b="1" dirty="0" smtClean="0">
              <a:solidFill>
                <a:prstClr val="black"/>
              </a:solidFill>
            </a:endParaRPr>
          </a:p>
          <a:p>
            <a:pPr marL="285750" lvl="0" indent="-285750">
              <a:lnSpc>
                <a:spcPct val="125000"/>
              </a:lnSpc>
              <a:spcBef>
                <a:spcPts val="600"/>
              </a:spcBef>
              <a:buBlip>
                <a:blip r:embed="rId3"/>
              </a:buBlip>
            </a:pPr>
            <a:r>
              <a:rPr lang="zh-CN" altLang="en-US" b="1" dirty="0" smtClean="0">
                <a:solidFill>
                  <a:prstClr val="black"/>
                </a:solidFill>
              </a:rPr>
              <a:t>发送移位寄存器</a:t>
            </a:r>
            <a:endParaRPr lang="en-US" altLang="zh-CN" b="1" dirty="0" smtClean="0">
              <a:solidFill>
                <a:prstClr val="black"/>
              </a:solidFill>
            </a:endParaRPr>
          </a:p>
          <a:p>
            <a:pPr marL="285750" lvl="0" indent="-285750">
              <a:lnSpc>
                <a:spcPct val="125000"/>
              </a:lnSpc>
              <a:spcBef>
                <a:spcPts val="600"/>
              </a:spcBef>
              <a:buBlip>
                <a:blip r:embed="rId3"/>
              </a:buBlip>
            </a:pPr>
            <a:r>
              <a:rPr lang="zh-CN" altLang="en-US" b="1" dirty="0" smtClean="0">
                <a:solidFill>
                  <a:prstClr val="black"/>
                </a:solidFill>
              </a:rPr>
              <a:t>接收移位寄存器</a:t>
            </a:r>
            <a:endParaRPr lang="zh-CN" altLang="en-US" b="1" dirty="0">
              <a:solidFill>
                <a:prstClr val="black"/>
              </a:solidFill>
            </a:endParaRPr>
          </a:p>
        </p:txBody>
      </p:sp>
      <p:sp>
        <p:nvSpPr>
          <p:cNvPr id="5" name="矩形 4"/>
          <p:cNvSpPr/>
          <p:nvPr/>
        </p:nvSpPr>
        <p:spPr>
          <a:xfrm>
            <a:off x="1" y="339503"/>
            <a:ext cx="30073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35496" y="339502"/>
            <a:ext cx="2971904" cy="461665"/>
          </a:xfrm>
          <a:prstGeom prst="rect">
            <a:avLst/>
          </a:prstGeom>
        </p:spPr>
        <p:txBody>
          <a:bodyPr wrap="none">
            <a:spAutoFit/>
          </a:bodyPr>
          <a:lstStyle/>
          <a:p>
            <a:r>
              <a:rPr lang="en-GB" altLang="zh-CN" sz="2400" b="1" dirty="0">
                <a:solidFill>
                  <a:schemeClr val="bg1"/>
                </a:solidFill>
              </a:rPr>
              <a:t>7.3.1 USART</a:t>
            </a:r>
            <a:r>
              <a:rPr lang="zh-CN" altLang="en-US" sz="2400" b="1" dirty="0">
                <a:solidFill>
                  <a:schemeClr val="bg1"/>
                </a:solidFill>
              </a:rPr>
              <a:t>内部结构</a:t>
            </a:r>
          </a:p>
        </p:txBody>
      </p:sp>
      <p:sp>
        <p:nvSpPr>
          <p:cNvPr id="10" name="圆柱形 9"/>
          <p:cNvSpPr/>
          <p:nvPr/>
        </p:nvSpPr>
        <p:spPr>
          <a:xfrm>
            <a:off x="539552" y="1160034"/>
            <a:ext cx="2279565" cy="565540"/>
          </a:xfrm>
          <a:prstGeom prst="can">
            <a:avLst/>
          </a:prstGeom>
          <a:solidFill>
            <a:schemeClr val="accent5">
              <a:lumMod val="60000"/>
              <a:lumOff val="40000"/>
            </a:schemeClr>
          </a:solidFill>
          <a:ln w="19050">
            <a:solidFill>
              <a:schemeClr val="accent5">
                <a:lumMod val="7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11" name="矩形 10"/>
          <p:cNvSpPr/>
          <p:nvPr/>
        </p:nvSpPr>
        <p:spPr>
          <a:xfrm>
            <a:off x="539552" y="1306515"/>
            <a:ext cx="2304257" cy="438582"/>
          </a:xfrm>
          <a:prstGeom prst="rect">
            <a:avLst/>
          </a:prstGeom>
        </p:spPr>
        <p:txBody>
          <a:bodyPr wrap="square">
            <a:spAutoFit/>
          </a:bodyPr>
          <a:lstStyle/>
          <a:p>
            <a:pPr lvl="0">
              <a:lnSpc>
                <a:spcPct val="125000"/>
              </a:lnSpc>
            </a:pPr>
            <a:r>
              <a:rPr lang="zh-CN" altLang="zh-CN" b="1" dirty="0"/>
              <a:t>数据收发寄存器单元</a:t>
            </a:r>
            <a:endParaRPr lang="zh-CN" altLang="en-US" b="1" dirty="0">
              <a:solidFill>
                <a:prstClr val="black"/>
              </a:solidFill>
            </a:endParaRPr>
          </a:p>
        </p:txBody>
      </p:sp>
      <p:sp>
        <p:nvSpPr>
          <p:cNvPr id="7" name="矩形 6"/>
          <p:cNvSpPr/>
          <p:nvPr/>
        </p:nvSpPr>
        <p:spPr>
          <a:xfrm>
            <a:off x="3247931" y="339502"/>
            <a:ext cx="1579278" cy="438582"/>
          </a:xfrm>
          <a:prstGeom prst="rect">
            <a:avLst/>
          </a:prstGeom>
          <a:solidFill>
            <a:schemeClr val="accent5">
              <a:lumMod val="20000"/>
              <a:lumOff val="80000"/>
            </a:schemeClr>
          </a:solidFill>
        </p:spPr>
        <p:txBody>
          <a:bodyPr wrap="none">
            <a:spAutoFit/>
          </a:bodyPr>
          <a:lstStyle/>
          <a:p>
            <a:pPr lvl="0">
              <a:lnSpc>
                <a:spcPct val="125000"/>
              </a:lnSpc>
            </a:pPr>
            <a:r>
              <a:rPr lang="zh-CN" altLang="en-US" b="1" dirty="0">
                <a:solidFill>
                  <a:prstClr val="black"/>
                </a:solidFill>
              </a:rPr>
              <a:t>数据发送</a:t>
            </a:r>
            <a:r>
              <a:rPr lang="zh-CN" altLang="en-US" b="1" dirty="0" smtClean="0">
                <a:solidFill>
                  <a:prstClr val="black"/>
                </a:solidFill>
              </a:rPr>
              <a:t>过程</a:t>
            </a:r>
            <a:endParaRPr lang="en-US" altLang="zh-CN" b="1" dirty="0">
              <a:solidFill>
                <a:prstClr val="black"/>
              </a:solidFill>
            </a:endParaRPr>
          </a:p>
        </p:txBody>
      </p:sp>
      <p:sp>
        <p:nvSpPr>
          <p:cNvPr id="12" name="矩形 11"/>
          <p:cNvSpPr/>
          <p:nvPr/>
        </p:nvSpPr>
        <p:spPr>
          <a:xfrm>
            <a:off x="3088860" y="1021181"/>
            <a:ext cx="649537" cy="438582"/>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none">
            <a:spAutoFit/>
          </a:bodyPr>
          <a:lstStyle/>
          <a:p>
            <a:pPr lvl="0">
              <a:lnSpc>
                <a:spcPct val="125000"/>
              </a:lnSpc>
            </a:pPr>
            <a:r>
              <a:rPr lang="zh-CN" altLang="en-US" b="1" dirty="0">
                <a:solidFill>
                  <a:prstClr val="black"/>
                </a:solidFill>
              </a:rPr>
              <a:t>数据</a:t>
            </a:r>
            <a:endParaRPr lang="en-US" altLang="zh-CN" b="1" dirty="0">
              <a:solidFill>
                <a:prstClr val="black"/>
              </a:solidFill>
            </a:endParaRPr>
          </a:p>
        </p:txBody>
      </p:sp>
      <p:sp>
        <p:nvSpPr>
          <p:cNvPr id="14" name="矩形 13"/>
          <p:cNvSpPr/>
          <p:nvPr/>
        </p:nvSpPr>
        <p:spPr>
          <a:xfrm>
            <a:off x="4000592" y="917307"/>
            <a:ext cx="1368153" cy="646331"/>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en-US" b="1" dirty="0">
                <a:solidFill>
                  <a:prstClr val="black"/>
                </a:solidFill>
              </a:rPr>
              <a:t>发送数据寄存器（</a:t>
            </a:r>
            <a:r>
              <a:rPr lang="en-US" altLang="zh-CN" b="1" dirty="0">
                <a:solidFill>
                  <a:prstClr val="black"/>
                </a:solidFill>
              </a:rPr>
              <a:t>TDR</a:t>
            </a:r>
            <a:r>
              <a:rPr lang="zh-CN" altLang="en-US" b="1" dirty="0">
                <a:solidFill>
                  <a:prstClr val="black"/>
                </a:solidFill>
              </a:rPr>
              <a:t>）</a:t>
            </a:r>
            <a:endParaRPr lang="en-US" altLang="zh-CN" b="1" dirty="0">
              <a:solidFill>
                <a:prstClr val="black"/>
              </a:solidFill>
            </a:endParaRPr>
          </a:p>
        </p:txBody>
      </p:sp>
      <p:sp>
        <p:nvSpPr>
          <p:cNvPr id="15" name="矩形 14"/>
          <p:cNvSpPr/>
          <p:nvPr/>
        </p:nvSpPr>
        <p:spPr>
          <a:xfrm>
            <a:off x="5630940" y="917307"/>
            <a:ext cx="1106477" cy="646331"/>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b="1" dirty="0">
                <a:solidFill>
                  <a:prstClr val="black"/>
                </a:solidFill>
              </a:rPr>
              <a:t>发送移位寄存器</a:t>
            </a:r>
            <a:endParaRPr lang="zh-CN" altLang="en-US" dirty="0"/>
          </a:p>
        </p:txBody>
      </p:sp>
      <p:sp>
        <p:nvSpPr>
          <p:cNvPr id="16" name="矩形 15"/>
          <p:cNvSpPr/>
          <p:nvPr/>
        </p:nvSpPr>
        <p:spPr>
          <a:xfrm>
            <a:off x="6217666" y="356627"/>
            <a:ext cx="1467068" cy="369332"/>
          </a:xfrm>
          <a:prstGeom prst="rect">
            <a:avLst/>
          </a:prstGeom>
        </p:spPr>
        <p:txBody>
          <a:bodyPr wrap="none">
            <a:spAutoFit/>
          </a:bodyPr>
          <a:lstStyle/>
          <a:p>
            <a:r>
              <a:rPr lang="zh-CN" altLang="en-US" b="1" dirty="0">
                <a:solidFill>
                  <a:prstClr val="black"/>
                </a:solidFill>
              </a:rPr>
              <a:t>触发</a:t>
            </a:r>
            <a:r>
              <a:rPr lang="en-US" altLang="zh-CN" b="1" dirty="0">
                <a:solidFill>
                  <a:prstClr val="black"/>
                </a:solidFill>
              </a:rPr>
              <a:t>TXE</a:t>
            </a:r>
            <a:r>
              <a:rPr lang="zh-CN" altLang="en-US" b="1" dirty="0">
                <a:solidFill>
                  <a:prstClr val="black"/>
                </a:solidFill>
              </a:rPr>
              <a:t>中断</a:t>
            </a:r>
            <a:endParaRPr lang="zh-CN" altLang="en-US" dirty="0"/>
          </a:p>
        </p:txBody>
      </p:sp>
      <p:sp>
        <p:nvSpPr>
          <p:cNvPr id="17" name="矩形 16"/>
          <p:cNvSpPr/>
          <p:nvPr/>
        </p:nvSpPr>
        <p:spPr>
          <a:xfrm>
            <a:off x="3945336" y="1851950"/>
            <a:ext cx="1565920" cy="646331"/>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b="1" dirty="0">
                <a:solidFill>
                  <a:prstClr val="black"/>
                </a:solidFill>
              </a:rPr>
              <a:t>下一帧数据写入</a:t>
            </a:r>
            <a:r>
              <a:rPr lang="en-US" altLang="zh-CN" b="1" dirty="0">
                <a:solidFill>
                  <a:prstClr val="black"/>
                </a:solidFill>
              </a:rPr>
              <a:t>TDR</a:t>
            </a:r>
            <a:r>
              <a:rPr lang="zh-CN" altLang="en-US" b="1" dirty="0">
                <a:solidFill>
                  <a:prstClr val="black"/>
                </a:solidFill>
              </a:rPr>
              <a:t>寄存器</a:t>
            </a:r>
            <a:endParaRPr lang="zh-CN" altLang="en-US" dirty="0"/>
          </a:p>
        </p:txBody>
      </p:sp>
      <p:sp>
        <p:nvSpPr>
          <p:cNvPr id="18" name="矩形 17"/>
          <p:cNvSpPr/>
          <p:nvPr/>
        </p:nvSpPr>
        <p:spPr>
          <a:xfrm>
            <a:off x="7304824" y="1756136"/>
            <a:ext cx="1339640" cy="369332"/>
          </a:xfrm>
          <a:prstGeom prst="rect">
            <a:avLst/>
          </a:prstGeom>
          <a:solidFill>
            <a:schemeClr val="bg1"/>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n-US" altLang="zh-CN" b="1" dirty="0">
                <a:solidFill>
                  <a:prstClr val="black"/>
                </a:solidFill>
              </a:rPr>
              <a:t>TC</a:t>
            </a:r>
            <a:r>
              <a:rPr lang="zh-CN" altLang="en-US" b="1" dirty="0" smtClean="0">
                <a:solidFill>
                  <a:prstClr val="black"/>
                </a:solidFill>
              </a:rPr>
              <a:t>位被</a:t>
            </a:r>
            <a:r>
              <a:rPr lang="zh-CN" altLang="en-US" b="1" dirty="0">
                <a:solidFill>
                  <a:prstClr val="black"/>
                </a:solidFill>
              </a:rPr>
              <a:t>置位</a:t>
            </a:r>
            <a:endParaRPr lang="zh-CN" altLang="en-US" dirty="0"/>
          </a:p>
        </p:txBody>
      </p:sp>
      <p:sp>
        <p:nvSpPr>
          <p:cNvPr id="19" name="矩形 18"/>
          <p:cNvSpPr/>
          <p:nvPr/>
        </p:nvSpPr>
        <p:spPr>
          <a:xfrm>
            <a:off x="7985404" y="917307"/>
            <a:ext cx="963012" cy="646331"/>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zh-CN" altLang="en-US" b="1" dirty="0" smtClean="0">
                <a:solidFill>
                  <a:schemeClr val="tx1"/>
                </a:solidFill>
              </a:rPr>
              <a:t>一帧发送结束</a:t>
            </a:r>
            <a:endParaRPr lang="zh-CN" altLang="en-US" b="1" dirty="0">
              <a:solidFill>
                <a:schemeClr val="tx1"/>
              </a:solidFill>
            </a:endParaRPr>
          </a:p>
        </p:txBody>
      </p:sp>
      <p:sp>
        <p:nvSpPr>
          <p:cNvPr id="20" name="右箭头 19"/>
          <p:cNvSpPr/>
          <p:nvPr/>
        </p:nvSpPr>
        <p:spPr>
          <a:xfrm>
            <a:off x="3749156" y="1090927"/>
            <a:ext cx="240677" cy="299091"/>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1" name="右箭头 20"/>
          <p:cNvSpPr/>
          <p:nvPr/>
        </p:nvSpPr>
        <p:spPr>
          <a:xfrm>
            <a:off x="5379504" y="1090927"/>
            <a:ext cx="240677" cy="299091"/>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2" name="右箭头 21"/>
          <p:cNvSpPr/>
          <p:nvPr/>
        </p:nvSpPr>
        <p:spPr>
          <a:xfrm rot="16200000">
            <a:off x="4542811" y="1567552"/>
            <a:ext cx="240677" cy="299091"/>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3" name="矩形 22"/>
          <p:cNvSpPr/>
          <p:nvPr/>
        </p:nvSpPr>
        <p:spPr>
          <a:xfrm>
            <a:off x="6999612" y="917307"/>
            <a:ext cx="723596" cy="646331"/>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zh-CN" altLang="en-US" b="1" dirty="0" smtClean="0">
                <a:solidFill>
                  <a:schemeClr val="tx1"/>
                </a:solidFill>
              </a:rPr>
              <a:t>传送数据</a:t>
            </a:r>
            <a:endParaRPr lang="zh-CN" altLang="en-US" b="1" dirty="0">
              <a:solidFill>
                <a:schemeClr val="tx1"/>
              </a:solidFill>
            </a:endParaRPr>
          </a:p>
        </p:txBody>
      </p:sp>
      <p:sp>
        <p:nvSpPr>
          <p:cNvPr id="24" name="右箭头 23"/>
          <p:cNvSpPr/>
          <p:nvPr/>
        </p:nvSpPr>
        <p:spPr>
          <a:xfrm>
            <a:off x="6748176" y="1090927"/>
            <a:ext cx="240677" cy="299091"/>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6" name="下箭头 25"/>
          <p:cNvSpPr/>
          <p:nvPr/>
        </p:nvSpPr>
        <p:spPr>
          <a:xfrm>
            <a:off x="6859564" y="685308"/>
            <a:ext cx="45719" cy="316475"/>
          </a:xfrm>
          <a:prstGeom prst="down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7" name="右箭头 26"/>
          <p:cNvSpPr/>
          <p:nvPr/>
        </p:nvSpPr>
        <p:spPr>
          <a:xfrm>
            <a:off x="7733967" y="1090927"/>
            <a:ext cx="240677" cy="299091"/>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8" name="下箭头 27"/>
          <p:cNvSpPr/>
          <p:nvPr/>
        </p:nvSpPr>
        <p:spPr>
          <a:xfrm flipV="1">
            <a:off x="7841388" y="1453719"/>
            <a:ext cx="45719" cy="311709"/>
          </a:xfrm>
          <a:prstGeom prst="down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9" name="矩形 28"/>
          <p:cNvSpPr/>
          <p:nvPr/>
        </p:nvSpPr>
        <p:spPr>
          <a:xfrm>
            <a:off x="3264003" y="2895787"/>
            <a:ext cx="1579278" cy="408445"/>
          </a:xfrm>
          <a:prstGeom prst="rect">
            <a:avLst/>
          </a:prstGeom>
          <a:solidFill>
            <a:schemeClr val="accent2">
              <a:lumMod val="40000"/>
              <a:lumOff val="60000"/>
            </a:schemeClr>
          </a:solidFill>
        </p:spPr>
        <p:txBody>
          <a:bodyPr wrap="none">
            <a:spAutoFit/>
          </a:bodyPr>
          <a:lstStyle/>
          <a:p>
            <a:pPr lvl="0">
              <a:lnSpc>
                <a:spcPct val="125000"/>
              </a:lnSpc>
            </a:pPr>
            <a:r>
              <a:rPr lang="zh-CN" altLang="en-US" b="1" dirty="0" smtClean="0">
                <a:solidFill>
                  <a:prstClr val="black"/>
                </a:solidFill>
              </a:rPr>
              <a:t>数据接收过程</a:t>
            </a:r>
            <a:endParaRPr lang="en-US" altLang="zh-CN" b="1" dirty="0">
              <a:solidFill>
                <a:prstClr val="black"/>
              </a:solidFill>
            </a:endParaRPr>
          </a:p>
        </p:txBody>
      </p:sp>
      <p:sp>
        <p:nvSpPr>
          <p:cNvPr id="30" name="矩形 29"/>
          <p:cNvSpPr/>
          <p:nvPr/>
        </p:nvSpPr>
        <p:spPr>
          <a:xfrm>
            <a:off x="3104932" y="3604753"/>
            <a:ext cx="649537" cy="438582"/>
          </a:xfrm>
          <a:prstGeom prst="rect">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wrap="none">
            <a:spAutoFit/>
          </a:bodyPr>
          <a:lstStyle/>
          <a:p>
            <a:pPr lvl="0">
              <a:lnSpc>
                <a:spcPct val="125000"/>
              </a:lnSpc>
            </a:pPr>
            <a:r>
              <a:rPr lang="zh-CN" altLang="en-US" b="1" dirty="0">
                <a:solidFill>
                  <a:prstClr val="black"/>
                </a:solidFill>
              </a:rPr>
              <a:t>数据</a:t>
            </a:r>
            <a:endParaRPr lang="en-US" altLang="zh-CN" b="1" dirty="0">
              <a:solidFill>
                <a:prstClr val="black"/>
              </a:solidFill>
            </a:endParaRPr>
          </a:p>
        </p:txBody>
      </p:sp>
      <p:sp>
        <p:nvSpPr>
          <p:cNvPr id="31" name="矩形 30"/>
          <p:cNvSpPr/>
          <p:nvPr/>
        </p:nvSpPr>
        <p:spPr>
          <a:xfrm>
            <a:off x="4016664" y="3500879"/>
            <a:ext cx="1131399" cy="646331"/>
          </a:xfrm>
          <a:prstGeom prst="rect">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lvl="0" algn="ctr"/>
            <a:r>
              <a:rPr lang="zh-CN" altLang="en-US" b="1" dirty="0">
                <a:solidFill>
                  <a:prstClr val="black"/>
                </a:solidFill>
              </a:rPr>
              <a:t>接收</a:t>
            </a:r>
            <a:r>
              <a:rPr lang="zh-CN" altLang="en-US" b="1" dirty="0" smtClean="0">
                <a:solidFill>
                  <a:prstClr val="black"/>
                </a:solidFill>
              </a:rPr>
              <a:t>移位寄存器</a:t>
            </a:r>
            <a:endParaRPr lang="en-US" altLang="zh-CN" b="1" dirty="0">
              <a:solidFill>
                <a:prstClr val="black"/>
              </a:solidFill>
            </a:endParaRPr>
          </a:p>
        </p:txBody>
      </p:sp>
      <p:sp>
        <p:nvSpPr>
          <p:cNvPr id="32" name="矩形 31"/>
          <p:cNvSpPr/>
          <p:nvPr/>
        </p:nvSpPr>
        <p:spPr>
          <a:xfrm>
            <a:off x="5423731" y="3500879"/>
            <a:ext cx="1106477" cy="646331"/>
          </a:xfrm>
          <a:prstGeom prst="rect">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zh-CN" altLang="en-US" b="1" dirty="0" smtClean="0"/>
              <a:t>接收数据寄存器</a:t>
            </a:r>
            <a:endParaRPr lang="zh-CN" altLang="en-US" b="1" dirty="0"/>
          </a:p>
        </p:txBody>
      </p:sp>
      <p:sp>
        <p:nvSpPr>
          <p:cNvPr id="33" name="矩形 32"/>
          <p:cNvSpPr/>
          <p:nvPr/>
        </p:nvSpPr>
        <p:spPr>
          <a:xfrm>
            <a:off x="6150383" y="2960036"/>
            <a:ext cx="1170513" cy="369332"/>
          </a:xfrm>
          <a:prstGeom prst="rect">
            <a:avLst/>
          </a:prstGeom>
        </p:spPr>
        <p:txBody>
          <a:bodyPr wrap="none">
            <a:spAutoFit/>
          </a:bodyPr>
          <a:lstStyle/>
          <a:p>
            <a:r>
              <a:rPr lang="en-US" altLang="zh-CN" b="1" dirty="0"/>
              <a:t>RXNE</a:t>
            </a:r>
            <a:r>
              <a:rPr lang="zh-CN" altLang="zh-CN" b="1" dirty="0"/>
              <a:t>中断</a:t>
            </a:r>
            <a:endParaRPr lang="zh-CN" altLang="en-US" b="1" dirty="0"/>
          </a:p>
        </p:txBody>
      </p:sp>
      <p:sp>
        <p:nvSpPr>
          <p:cNvPr id="35" name="矩形 34"/>
          <p:cNvSpPr/>
          <p:nvPr/>
        </p:nvSpPr>
        <p:spPr>
          <a:xfrm>
            <a:off x="6905283" y="4362658"/>
            <a:ext cx="1755253" cy="369332"/>
          </a:xfrm>
          <a:prstGeom prst="rect">
            <a:avLst/>
          </a:prstGeom>
          <a:solidFill>
            <a:schemeClr val="bg1"/>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n-US" altLang="zh-CN" b="1" dirty="0">
                <a:solidFill>
                  <a:prstClr val="black"/>
                </a:solidFill>
              </a:rPr>
              <a:t>RXNE</a:t>
            </a:r>
            <a:r>
              <a:rPr lang="zh-CN" altLang="en-US" b="1" dirty="0">
                <a:solidFill>
                  <a:prstClr val="black"/>
                </a:solidFill>
              </a:rPr>
              <a:t>位被清零</a:t>
            </a:r>
            <a:endParaRPr lang="zh-CN" altLang="en-US" dirty="0"/>
          </a:p>
        </p:txBody>
      </p:sp>
      <p:sp>
        <p:nvSpPr>
          <p:cNvPr id="36" name="矩形 35"/>
          <p:cNvSpPr/>
          <p:nvPr/>
        </p:nvSpPr>
        <p:spPr>
          <a:xfrm>
            <a:off x="7778194" y="3500879"/>
            <a:ext cx="1114285" cy="646331"/>
          </a:xfrm>
          <a:prstGeom prst="rect">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zh-CN" altLang="en-US" b="1" dirty="0" smtClean="0">
                <a:solidFill>
                  <a:schemeClr val="tx1"/>
                </a:solidFill>
              </a:rPr>
              <a:t>准备接收下一帧</a:t>
            </a:r>
            <a:endParaRPr lang="zh-CN" altLang="en-US" b="1" dirty="0">
              <a:solidFill>
                <a:schemeClr val="tx1"/>
              </a:solidFill>
            </a:endParaRPr>
          </a:p>
        </p:txBody>
      </p:sp>
      <p:sp>
        <p:nvSpPr>
          <p:cNvPr id="37" name="右箭头 36"/>
          <p:cNvSpPr/>
          <p:nvPr/>
        </p:nvSpPr>
        <p:spPr>
          <a:xfrm>
            <a:off x="3765228" y="3674499"/>
            <a:ext cx="240677" cy="299091"/>
          </a:xfrm>
          <a:prstGeom prst="rightArrow">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38" name="右箭头 37"/>
          <p:cNvSpPr/>
          <p:nvPr/>
        </p:nvSpPr>
        <p:spPr>
          <a:xfrm>
            <a:off x="5172295" y="3674499"/>
            <a:ext cx="240677" cy="299091"/>
          </a:xfrm>
          <a:prstGeom prst="rightArrow">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40" name="矩形 39"/>
          <p:cNvSpPr/>
          <p:nvPr/>
        </p:nvSpPr>
        <p:spPr>
          <a:xfrm>
            <a:off x="6792403" y="3500879"/>
            <a:ext cx="723596" cy="646331"/>
          </a:xfrm>
          <a:prstGeom prst="rect">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zh-CN" altLang="en-US" b="1" dirty="0" smtClean="0">
                <a:solidFill>
                  <a:schemeClr val="tx1"/>
                </a:solidFill>
              </a:rPr>
              <a:t>处理数据</a:t>
            </a:r>
            <a:endParaRPr lang="zh-CN" altLang="en-US" b="1" dirty="0">
              <a:solidFill>
                <a:schemeClr val="tx1"/>
              </a:solidFill>
            </a:endParaRPr>
          </a:p>
        </p:txBody>
      </p:sp>
      <p:sp>
        <p:nvSpPr>
          <p:cNvPr id="41" name="右箭头 40"/>
          <p:cNvSpPr/>
          <p:nvPr/>
        </p:nvSpPr>
        <p:spPr>
          <a:xfrm>
            <a:off x="6540967" y="3674499"/>
            <a:ext cx="240677" cy="299091"/>
          </a:xfrm>
          <a:prstGeom prst="rightArrow">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42" name="下箭头 41"/>
          <p:cNvSpPr/>
          <p:nvPr/>
        </p:nvSpPr>
        <p:spPr>
          <a:xfrm>
            <a:off x="6619795" y="3284878"/>
            <a:ext cx="45719" cy="316475"/>
          </a:xfrm>
          <a:prstGeom prst="downArrow">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43" name="右箭头 42"/>
          <p:cNvSpPr/>
          <p:nvPr/>
        </p:nvSpPr>
        <p:spPr>
          <a:xfrm>
            <a:off x="7526758" y="3674499"/>
            <a:ext cx="240677" cy="299091"/>
          </a:xfrm>
          <a:prstGeom prst="rightArrow">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44" name="下箭头 43"/>
          <p:cNvSpPr/>
          <p:nvPr/>
        </p:nvSpPr>
        <p:spPr>
          <a:xfrm flipV="1">
            <a:off x="7637608" y="4060241"/>
            <a:ext cx="45719" cy="311709"/>
          </a:xfrm>
          <a:prstGeom prst="downArrow">
            <a:avLst/>
          </a:prstGeom>
          <a:solidFill>
            <a:schemeClr val="accent5">
              <a:lumMod val="20000"/>
              <a:lumOff val="80000"/>
            </a:schemeClr>
          </a:solidFill>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20522376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23886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6" name="矩形 5"/>
          <p:cNvSpPr/>
          <p:nvPr/>
        </p:nvSpPr>
        <p:spPr>
          <a:xfrm>
            <a:off x="35496" y="353678"/>
            <a:ext cx="2353145" cy="461665"/>
          </a:xfrm>
          <a:prstGeom prst="rect">
            <a:avLst/>
          </a:prstGeom>
        </p:spPr>
        <p:txBody>
          <a:bodyPr wrap="none">
            <a:spAutoFit/>
          </a:bodyPr>
          <a:lstStyle/>
          <a:p>
            <a:r>
              <a:rPr lang="en-GB" altLang="zh-CN" sz="2400" b="1" dirty="0">
                <a:solidFill>
                  <a:schemeClr val="bg1"/>
                </a:solidFill>
              </a:rPr>
              <a:t>7.3.2 </a:t>
            </a:r>
            <a:r>
              <a:rPr lang="en-GB" altLang="zh-CN" sz="2400" b="1" dirty="0" smtClean="0">
                <a:solidFill>
                  <a:schemeClr val="bg1"/>
                </a:solidFill>
              </a:rPr>
              <a:t>USART</a:t>
            </a:r>
            <a:r>
              <a:rPr lang="zh-CN" altLang="en-US" sz="2400" b="1" dirty="0">
                <a:solidFill>
                  <a:schemeClr val="bg1"/>
                </a:solidFill>
              </a:rPr>
              <a:t>接口</a:t>
            </a:r>
          </a:p>
        </p:txBody>
      </p:sp>
      <p:sp>
        <p:nvSpPr>
          <p:cNvPr id="2" name="矩形 1"/>
          <p:cNvSpPr/>
          <p:nvPr/>
        </p:nvSpPr>
        <p:spPr>
          <a:xfrm>
            <a:off x="571472" y="987574"/>
            <a:ext cx="8104984" cy="749564"/>
          </a:xfrm>
          <a:prstGeom prst="rect">
            <a:avLst/>
          </a:prstGeom>
        </p:spPr>
        <p:txBody>
          <a:bodyPr wrap="square">
            <a:spAutoFit/>
          </a:bodyPr>
          <a:lstStyle/>
          <a:p>
            <a:pPr>
              <a:lnSpc>
                <a:spcPct val="125000"/>
              </a:lnSpc>
            </a:pPr>
            <a:r>
              <a:rPr lang="en-US" altLang="zh-CN" b="1" dirty="0" smtClean="0">
                <a:latin typeface="Times New Roman" pitchFamily="18" charset="0"/>
                <a:cs typeface="Times New Roman" pitchFamily="18" charset="0"/>
              </a:rPr>
              <a:t>    STM32F103</a:t>
            </a:r>
            <a:r>
              <a:rPr lang="zh-CN" altLang="en-US" b="1" dirty="0">
                <a:latin typeface="Times New Roman" pitchFamily="18" charset="0"/>
                <a:cs typeface="Times New Roman" pitchFamily="18" charset="0"/>
              </a:rPr>
              <a:t>大容量产品有</a:t>
            </a:r>
            <a:r>
              <a:rPr lang="en-US" altLang="zh-CN" b="1" dirty="0">
                <a:latin typeface="Times New Roman" pitchFamily="18" charset="0"/>
                <a:cs typeface="Times New Roman" pitchFamily="18" charset="0"/>
              </a:rPr>
              <a:t>5</a:t>
            </a:r>
            <a:r>
              <a:rPr lang="zh-CN" altLang="en-US" b="1" dirty="0">
                <a:latin typeface="Times New Roman" pitchFamily="18" charset="0"/>
                <a:cs typeface="Times New Roman" pitchFamily="18" charset="0"/>
              </a:rPr>
              <a:t>个串行</a:t>
            </a:r>
            <a:r>
              <a:rPr lang="zh-CN" altLang="en-US" b="1" dirty="0" smtClean="0">
                <a:latin typeface="Times New Roman" pitchFamily="18" charset="0"/>
                <a:cs typeface="Times New Roman" pitchFamily="18" charset="0"/>
              </a:rPr>
              <a:t>通信接口，</a:t>
            </a:r>
            <a:r>
              <a:rPr lang="en-US" altLang="zh-CN" b="1" dirty="0" smtClean="0">
                <a:latin typeface="Times New Roman" pitchFamily="18" charset="0"/>
                <a:cs typeface="Times New Roman" pitchFamily="18" charset="0"/>
              </a:rPr>
              <a:t>USART4</a:t>
            </a:r>
            <a:r>
              <a:rPr lang="zh-CN" altLang="en-US" b="1" dirty="0">
                <a:latin typeface="Times New Roman" pitchFamily="18" charset="0"/>
                <a:cs typeface="Times New Roman" pitchFamily="18" charset="0"/>
              </a:rPr>
              <a:t>和</a:t>
            </a:r>
            <a:r>
              <a:rPr lang="en-US" altLang="zh-CN" b="1" dirty="0">
                <a:latin typeface="Times New Roman" pitchFamily="18" charset="0"/>
                <a:cs typeface="Times New Roman" pitchFamily="18" charset="0"/>
              </a:rPr>
              <a:t>USART5</a:t>
            </a:r>
            <a:r>
              <a:rPr lang="zh-CN" altLang="en-US" b="1" dirty="0">
                <a:latin typeface="Times New Roman" pitchFamily="18" charset="0"/>
                <a:cs typeface="Times New Roman" pitchFamily="18" charset="0"/>
              </a:rPr>
              <a:t>为</a:t>
            </a:r>
            <a:r>
              <a:rPr lang="en-US" altLang="zh-CN" b="1" dirty="0">
                <a:latin typeface="Times New Roman" pitchFamily="18" charset="0"/>
                <a:cs typeface="Times New Roman" pitchFamily="18" charset="0"/>
              </a:rPr>
              <a:t>2</a:t>
            </a:r>
            <a:r>
              <a:rPr lang="zh-CN" altLang="en-US" b="1" dirty="0">
                <a:latin typeface="Times New Roman" pitchFamily="18" charset="0"/>
                <a:cs typeface="Times New Roman" pitchFamily="18" charset="0"/>
              </a:rPr>
              <a:t>个通用异步收发器，不支持同步模式，只有异步通信功能。</a:t>
            </a:r>
            <a:endParaRPr lang="zh-CN" altLang="zh-CN" b="1" dirty="0">
              <a:latin typeface="Times New Roman" pitchFamily="18" charset="0"/>
              <a:cs typeface="Times New Roman"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583005953"/>
              </p:ext>
            </p:extLst>
          </p:nvPr>
        </p:nvGraphicFramePr>
        <p:xfrm>
          <a:off x="395537" y="1859166"/>
          <a:ext cx="8280919" cy="3081951"/>
        </p:xfrm>
        <a:graphic>
          <a:graphicData uri="http://schemas.openxmlformats.org/drawingml/2006/table">
            <a:tbl>
              <a:tblPr firstRow="1" firstCol="1" bandRow="1"/>
              <a:tblGrid>
                <a:gridCol w="2047006"/>
                <a:gridCol w="1245909"/>
                <a:gridCol w="1247001"/>
                <a:gridCol w="1247001"/>
                <a:gridCol w="1247001"/>
                <a:gridCol w="1247001"/>
              </a:tblGrid>
              <a:tr h="360045">
                <a:tc>
                  <a:txBody>
                    <a:bodyPr/>
                    <a:lstStyle/>
                    <a:p>
                      <a:pPr algn="ctr">
                        <a:spcAft>
                          <a:spcPts val="0"/>
                        </a:spcAft>
                      </a:pPr>
                      <a:r>
                        <a:rPr lang="en-US" sz="1600" b="1" kern="0" dirty="0">
                          <a:solidFill>
                            <a:schemeClr val="bg1"/>
                          </a:solidFill>
                          <a:effectLst/>
                          <a:latin typeface="Times New Roman"/>
                          <a:ea typeface="宋体"/>
                          <a:cs typeface="Times New Roman"/>
                        </a:rPr>
                        <a:t>USART</a:t>
                      </a:r>
                      <a:r>
                        <a:rPr lang="zh-CN" sz="1600" b="1" kern="0" dirty="0">
                          <a:solidFill>
                            <a:schemeClr val="bg1"/>
                          </a:solidFill>
                          <a:effectLst/>
                          <a:latin typeface="Times New Roman"/>
                          <a:ea typeface="宋体"/>
                          <a:cs typeface="Times New Roman"/>
                        </a:rPr>
                        <a:t>模式</a:t>
                      </a:r>
                      <a:endParaRPr lang="zh-CN" sz="3200" b="1" kern="100" dirty="0">
                        <a:solidFill>
                          <a:schemeClr val="bg1"/>
                        </a:solidFill>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en-US" sz="1600" b="1" kern="0" dirty="0">
                          <a:solidFill>
                            <a:schemeClr val="bg1"/>
                          </a:solidFill>
                          <a:effectLst/>
                          <a:latin typeface="Times New Roman"/>
                          <a:ea typeface="宋体"/>
                          <a:cs typeface="Times New Roman"/>
                        </a:rPr>
                        <a:t>USART1</a:t>
                      </a:r>
                      <a:endParaRPr lang="zh-CN" sz="3200" b="1" kern="100" dirty="0">
                        <a:solidFill>
                          <a:schemeClr val="bg1"/>
                        </a:solidFill>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en-US" sz="1600" b="1" kern="0" dirty="0">
                          <a:solidFill>
                            <a:schemeClr val="bg1"/>
                          </a:solidFill>
                          <a:effectLst/>
                          <a:latin typeface="Times New Roman"/>
                          <a:ea typeface="宋体"/>
                          <a:cs typeface="Times New Roman"/>
                        </a:rPr>
                        <a:t>USART2</a:t>
                      </a:r>
                      <a:endParaRPr lang="zh-CN" sz="3200" b="1" kern="100" dirty="0">
                        <a:solidFill>
                          <a:schemeClr val="bg1"/>
                        </a:solidFill>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en-US" sz="1600" b="1" kern="0">
                          <a:solidFill>
                            <a:schemeClr val="bg1"/>
                          </a:solidFill>
                          <a:effectLst/>
                          <a:latin typeface="Times New Roman"/>
                          <a:ea typeface="宋体"/>
                          <a:cs typeface="Times New Roman"/>
                        </a:rPr>
                        <a:t>USART3</a:t>
                      </a:r>
                      <a:endParaRPr lang="zh-CN" sz="3200" b="1" kern="100">
                        <a:solidFill>
                          <a:schemeClr val="bg1"/>
                        </a:solidFill>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en-US" sz="1600" b="1" kern="0">
                          <a:solidFill>
                            <a:schemeClr val="bg1"/>
                          </a:solidFill>
                          <a:effectLst/>
                          <a:latin typeface="Times New Roman"/>
                          <a:ea typeface="宋体"/>
                          <a:cs typeface="Times New Roman"/>
                        </a:rPr>
                        <a:t>USART4</a:t>
                      </a:r>
                      <a:endParaRPr lang="zh-CN" sz="3200" b="1" kern="100">
                        <a:solidFill>
                          <a:schemeClr val="bg1"/>
                        </a:solidFill>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en-US" sz="1600" b="1" kern="0" dirty="0">
                          <a:solidFill>
                            <a:schemeClr val="bg1"/>
                          </a:solidFill>
                          <a:effectLst/>
                          <a:latin typeface="Times New Roman"/>
                          <a:ea typeface="宋体"/>
                          <a:cs typeface="Times New Roman"/>
                        </a:rPr>
                        <a:t>USART5</a:t>
                      </a:r>
                      <a:endParaRPr lang="zh-CN" sz="3200" b="1" kern="100" dirty="0">
                        <a:solidFill>
                          <a:schemeClr val="bg1"/>
                        </a:solidFill>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r>
              <a:tr h="302434">
                <a:tc>
                  <a:txBody>
                    <a:bodyPr/>
                    <a:lstStyle/>
                    <a:p>
                      <a:pPr algn="ctr">
                        <a:spcAft>
                          <a:spcPts val="0"/>
                        </a:spcAft>
                      </a:pPr>
                      <a:r>
                        <a:rPr lang="zh-CN" sz="1600" b="1" kern="0" dirty="0">
                          <a:effectLst/>
                          <a:latin typeface="Times New Roman"/>
                          <a:ea typeface="宋体"/>
                          <a:cs typeface="Times New Roman"/>
                        </a:rPr>
                        <a:t>异步模式</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r>
                        <a:rPr lang="zh-CN" sz="1600" b="1" kern="0" dirty="0">
                          <a:effectLst/>
                          <a:latin typeface="Times New Roman"/>
                          <a:ea typeface="宋体"/>
                          <a:cs typeface="Times New Roman"/>
                        </a:rPr>
                        <a:t>（支持）</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02434">
                <a:tc>
                  <a:txBody>
                    <a:bodyPr/>
                    <a:lstStyle/>
                    <a:p>
                      <a:pPr algn="ctr">
                        <a:spcAft>
                          <a:spcPts val="0"/>
                        </a:spcAft>
                      </a:pPr>
                      <a:r>
                        <a:rPr lang="zh-CN" sz="1600" b="1" kern="0" dirty="0">
                          <a:effectLst/>
                          <a:latin typeface="Times New Roman"/>
                          <a:ea typeface="宋体"/>
                          <a:cs typeface="Times New Roman"/>
                        </a:rPr>
                        <a:t>硬件流控制</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a:effectLst/>
                          <a:latin typeface="Times New Roman"/>
                          <a:ea typeface="宋体"/>
                          <a:cs typeface="Times New Roman"/>
                          <a:sym typeface="Wingdings 2"/>
                        </a:rPr>
                        <a:t></a:t>
                      </a:r>
                      <a:endParaRPr lang="zh-CN" sz="32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r>
                        <a:rPr lang="zh-CN" sz="1600" b="1" kern="0" dirty="0">
                          <a:effectLst/>
                          <a:latin typeface="Times New Roman"/>
                          <a:ea typeface="宋体"/>
                          <a:cs typeface="Times New Roman"/>
                        </a:rPr>
                        <a:t>（不支持）</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302434">
                <a:tc>
                  <a:txBody>
                    <a:bodyPr/>
                    <a:lstStyle/>
                    <a:p>
                      <a:pPr algn="ctr">
                        <a:spcAft>
                          <a:spcPts val="0"/>
                        </a:spcAft>
                      </a:pPr>
                      <a:r>
                        <a:rPr lang="zh-CN" sz="1600" b="1" kern="0" dirty="0">
                          <a:effectLst/>
                          <a:latin typeface="Times New Roman"/>
                          <a:ea typeface="宋体"/>
                          <a:cs typeface="Times New Roman"/>
                        </a:rPr>
                        <a:t>多缓存通信（</a:t>
                      </a:r>
                      <a:r>
                        <a:rPr lang="en-US" sz="1600" b="1" kern="0" dirty="0">
                          <a:effectLst/>
                          <a:latin typeface="Times New Roman"/>
                          <a:ea typeface="宋体"/>
                          <a:cs typeface="Times New Roman"/>
                        </a:rPr>
                        <a:t>DMA</a:t>
                      </a:r>
                      <a:r>
                        <a:rPr lang="zh-CN" sz="1600" b="1" kern="0" dirty="0">
                          <a:effectLst/>
                          <a:latin typeface="Times New Roman"/>
                          <a:ea typeface="宋体"/>
                          <a:cs typeface="Times New Roman"/>
                        </a:rPr>
                        <a:t>）</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a:effectLst/>
                          <a:latin typeface="Times New Roman"/>
                          <a:ea typeface="宋体"/>
                          <a:cs typeface="Times New Roman"/>
                          <a:sym typeface="Wingdings 2"/>
                        </a:rPr>
                        <a:t></a:t>
                      </a:r>
                      <a:endParaRPr lang="zh-CN" sz="32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a:effectLst/>
                          <a:latin typeface="Times New Roman"/>
                          <a:ea typeface="宋体"/>
                          <a:cs typeface="Times New Roman"/>
                          <a:sym typeface="Wingdings 2"/>
                        </a:rPr>
                        <a:t></a:t>
                      </a:r>
                      <a:endParaRPr lang="zh-CN" sz="32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02434">
                <a:tc>
                  <a:txBody>
                    <a:bodyPr/>
                    <a:lstStyle/>
                    <a:p>
                      <a:pPr algn="ctr">
                        <a:spcAft>
                          <a:spcPts val="0"/>
                        </a:spcAft>
                      </a:pPr>
                      <a:r>
                        <a:rPr lang="zh-CN" sz="1600" b="1" kern="0" dirty="0">
                          <a:effectLst/>
                          <a:latin typeface="Times New Roman"/>
                          <a:ea typeface="宋体"/>
                          <a:cs typeface="Times New Roman"/>
                        </a:rPr>
                        <a:t>多处理器通信</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302434">
                <a:tc>
                  <a:txBody>
                    <a:bodyPr/>
                    <a:lstStyle/>
                    <a:p>
                      <a:pPr algn="ctr">
                        <a:spcAft>
                          <a:spcPts val="0"/>
                        </a:spcAft>
                      </a:pPr>
                      <a:r>
                        <a:rPr lang="zh-CN" sz="1600" b="1" kern="0" dirty="0">
                          <a:effectLst/>
                          <a:latin typeface="Times New Roman"/>
                          <a:ea typeface="宋体"/>
                          <a:cs typeface="Times New Roman"/>
                        </a:rPr>
                        <a:t>同步</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02434">
                <a:tc>
                  <a:txBody>
                    <a:bodyPr/>
                    <a:lstStyle/>
                    <a:p>
                      <a:pPr algn="ctr">
                        <a:spcAft>
                          <a:spcPts val="0"/>
                        </a:spcAft>
                      </a:pPr>
                      <a:r>
                        <a:rPr lang="zh-CN" sz="1600" b="1" kern="0" dirty="0">
                          <a:effectLst/>
                          <a:latin typeface="Times New Roman"/>
                          <a:ea typeface="宋体"/>
                          <a:cs typeface="Times New Roman"/>
                        </a:rPr>
                        <a:t>智能卡</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a:effectLst/>
                          <a:latin typeface="Times New Roman"/>
                          <a:ea typeface="宋体"/>
                          <a:cs typeface="Times New Roman"/>
                          <a:sym typeface="Wingdings 2"/>
                        </a:rPr>
                        <a:t></a:t>
                      </a:r>
                      <a:endParaRPr lang="zh-CN" sz="32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302434">
                <a:tc>
                  <a:txBody>
                    <a:bodyPr/>
                    <a:lstStyle/>
                    <a:p>
                      <a:pPr algn="ctr">
                        <a:spcAft>
                          <a:spcPts val="0"/>
                        </a:spcAft>
                      </a:pPr>
                      <a:r>
                        <a:rPr lang="zh-CN" sz="1600" b="1" kern="0" dirty="0">
                          <a:effectLst/>
                          <a:latin typeface="Times New Roman"/>
                          <a:ea typeface="宋体"/>
                          <a:cs typeface="Times New Roman"/>
                        </a:rPr>
                        <a:t>半双工（单线模式）</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a:effectLst/>
                          <a:latin typeface="Times New Roman"/>
                          <a:ea typeface="宋体"/>
                          <a:cs typeface="Times New Roman"/>
                          <a:sym typeface="Wingdings 2"/>
                        </a:rPr>
                        <a:t></a:t>
                      </a:r>
                      <a:endParaRPr lang="zh-CN" sz="32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02434">
                <a:tc>
                  <a:txBody>
                    <a:bodyPr/>
                    <a:lstStyle/>
                    <a:p>
                      <a:pPr algn="ctr">
                        <a:spcAft>
                          <a:spcPts val="0"/>
                        </a:spcAft>
                      </a:pPr>
                      <a:r>
                        <a:rPr lang="en-US" sz="1600" b="1" kern="0" dirty="0">
                          <a:effectLst/>
                          <a:latin typeface="Times New Roman"/>
                          <a:ea typeface="宋体"/>
                          <a:cs typeface="Times New Roman"/>
                        </a:rPr>
                        <a:t>IrDA</a:t>
                      </a:r>
                      <a:endParaRPr lang="zh-CN" sz="3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302434">
                <a:tc>
                  <a:txBody>
                    <a:bodyPr/>
                    <a:lstStyle/>
                    <a:p>
                      <a:pPr algn="ctr">
                        <a:spcAft>
                          <a:spcPts val="0"/>
                        </a:spcAft>
                      </a:pPr>
                      <a:r>
                        <a:rPr lang="en-US" sz="1600" b="1" kern="0">
                          <a:effectLst/>
                          <a:latin typeface="Times New Roman"/>
                          <a:ea typeface="宋体"/>
                          <a:cs typeface="Times New Roman"/>
                        </a:rPr>
                        <a:t>LIN</a:t>
                      </a:r>
                      <a:endParaRPr lang="zh-CN" sz="3200" b="1"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a:effectLst/>
                          <a:latin typeface="Times New Roman"/>
                          <a:ea typeface="宋体"/>
                          <a:cs typeface="Times New Roman"/>
                          <a:sym typeface="Wingdings 2"/>
                        </a:rPr>
                        <a:t></a:t>
                      </a:r>
                      <a:endParaRPr lang="zh-CN" sz="32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a:effectLst/>
                          <a:latin typeface="Times New Roman"/>
                          <a:ea typeface="宋体"/>
                          <a:cs typeface="Times New Roman"/>
                          <a:sym typeface="Wingdings 2"/>
                        </a:rPr>
                        <a:t></a:t>
                      </a:r>
                      <a:endParaRPr lang="zh-CN" sz="32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600" b="1" kern="0" dirty="0">
                          <a:effectLst/>
                          <a:latin typeface="Times New Roman"/>
                          <a:ea typeface="宋体"/>
                          <a:cs typeface="Times New Roman"/>
                          <a:sym typeface="Wingdings 2"/>
                        </a:rPr>
                        <a:t></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bl>
          </a:graphicData>
        </a:graphic>
      </p:graphicFrame>
    </p:spTree>
    <p:extLst>
      <p:ext uri="{BB962C8B-B14F-4D97-AF65-F5344CB8AC3E}">
        <p14:creationId xmlns:p14="http://schemas.microsoft.com/office/powerpoint/2010/main" val="24734478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1472" y="987574"/>
            <a:ext cx="8104984" cy="784830"/>
          </a:xfrm>
          <a:prstGeom prst="rect">
            <a:avLst/>
          </a:prstGeom>
        </p:spPr>
        <p:txBody>
          <a:bodyPr wrap="square">
            <a:spAutoFit/>
          </a:bodyPr>
          <a:lstStyle/>
          <a:p>
            <a:pPr>
              <a:lnSpc>
                <a:spcPct val="125000"/>
              </a:lnSpc>
            </a:pPr>
            <a:r>
              <a:rPr lang="en-US" altLang="zh-CN" b="1" dirty="0">
                <a:latin typeface="Times New Roman" pitchFamily="18" charset="0"/>
                <a:cs typeface="Times New Roman" pitchFamily="18" charset="0"/>
              </a:rPr>
              <a:t>    USART</a:t>
            </a:r>
            <a:r>
              <a:rPr lang="zh-CN" altLang="en-US" b="1" dirty="0">
                <a:latin typeface="Times New Roman" pitchFamily="18" charset="0"/>
                <a:cs typeface="Times New Roman" pitchFamily="18" charset="0"/>
              </a:rPr>
              <a:t>异步</a:t>
            </a:r>
            <a:r>
              <a:rPr lang="zh-CN" altLang="en-US" b="1" dirty="0" smtClean="0">
                <a:latin typeface="Times New Roman" pitchFamily="18" charset="0"/>
                <a:cs typeface="Times New Roman" pitchFamily="18" charset="0"/>
              </a:rPr>
              <a:t>模式至少</a:t>
            </a:r>
            <a:r>
              <a:rPr lang="zh-CN" altLang="en-US" b="1" dirty="0">
                <a:latin typeface="Times New Roman" pitchFamily="18" charset="0"/>
                <a:cs typeface="Times New Roman" pitchFamily="18" charset="0"/>
              </a:rPr>
              <a:t>需要两个引脚：</a:t>
            </a:r>
            <a:r>
              <a:rPr lang="en-US" altLang="zh-CN" b="1" dirty="0">
                <a:latin typeface="Times New Roman" pitchFamily="18" charset="0"/>
                <a:cs typeface="Times New Roman" pitchFamily="18" charset="0"/>
              </a:rPr>
              <a:t>Rx</a:t>
            </a:r>
            <a:r>
              <a:rPr lang="zh-CN" altLang="en-US" b="1" dirty="0">
                <a:latin typeface="Times New Roman" pitchFamily="18" charset="0"/>
                <a:cs typeface="Times New Roman" pitchFamily="18" charset="0"/>
              </a:rPr>
              <a:t>（接收数据引脚）和</a:t>
            </a:r>
            <a:r>
              <a:rPr lang="en-US" altLang="zh-CN" b="1" dirty="0" err="1">
                <a:latin typeface="Times New Roman" pitchFamily="18" charset="0"/>
                <a:cs typeface="Times New Roman" pitchFamily="18" charset="0"/>
              </a:rPr>
              <a:t>Tx</a:t>
            </a:r>
            <a:r>
              <a:rPr lang="zh-CN" altLang="en-US" b="1" dirty="0">
                <a:latin typeface="Times New Roman" pitchFamily="18" charset="0"/>
                <a:cs typeface="Times New Roman" pitchFamily="18" charset="0"/>
              </a:rPr>
              <a:t>（发送数据引脚</a:t>
            </a:r>
            <a:r>
              <a:rPr lang="zh-CN" altLang="en-US" b="1" dirty="0" smtClean="0">
                <a:latin typeface="Times New Roman" pitchFamily="18" charset="0"/>
                <a:cs typeface="Times New Roman" pitchFamily="18" charset="0"/>
              </a:rPr>
              <a:t>），使用</a:t>
            </a:r>
            <a:r>
              <a:rPr lang="zh-CN" altLang="en-US" b="1" dirty="0">
                <a:latin typeface="Times New Roman" pitchFamily="18" charset="0"/>
                <a:cs typeface="Times New Roman" pitchFamily="18" charset="0"/>
              </a:rPr>
              <a:t>了</a:t>
            </a:r>
            <a:r>
              <a:rPr lang="zh-CN" altLang="en-US" b="1" dirty="0">
                <a:solidFill>
                  <a:srgbClr val="C00000"/>
                </a:solidFill>
                <a:latin typeface="Times New Roman" pitchFamily="18" charset="0"/>
                <a:cs typeface="Times New Roman" pitchFamily="18" charset="0"/>
              </a:rPr>
              <a:t>复用</a:t>
            </a:r>
            <a:r>
              <a:rPr lang="en-US" altLang="zh-CN" b="1" dirty="0">
                <a:solidFill>
                  <a:srgbClr val="C00000"/>
                </a:solidFill>
                <a:latin typeface="Times New Roman" pitchFamily="18" charset="0"/>
                <a:cs typeface="Times New Roman" pitchFamily="18" charset="0"/>
              </a:rPr>
              <a:t>I/O</a:t>
            </a:r>
            <a:r>
              <a:rPr lang="zh-CN" altLang="en-US" b="1" dirty="0">
                <a:solidFill>
                  <a:srgbClr val="C00000"/>
                </a:solidFill>
                <a:latin typeface="Times New Roman" pitchFamily="18" charset="0"/>
                <a:cs typeface="Times New Roman" pitchFamily="18" charset="0"/>
              </a:rPr>
              <a:t>功能</a:t>
            </a:r>
            <a:r>
              <a:rPr lang="zh-CN" altLang="en-US" b="1" dirty="0" smtClean="0">
                <a:latin typeface="Times New Roman" pitchFamily="18" charset="0"/>
                <a:cs typeface="Times New Roman" pitchFamily="18" charset="0"/>
              </a:rPr>
              <a:t>。</a:t>
            </a:r>
            <a:endParaRPr lang="zh-CN" altLang="zh-CN" b="1" dirty="0">
              <a:latin typeface="Times New Roman" pitchFamily="18" charset="0"/>
              <a:cs typeface="Times New Roman"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2046228621"/>
              </p:ext>
            </p:extLst>
          </p:nvPr>
        </p:nvGraphicFramePr>
        <p:xfrm>
          <a:off x="571472" y="1851670"/>
          <a:ext cx="8136904" cy="2959585"/>
        </p:xfrm>
        <a:graphic>
          <a:graphicData uri="http://schemas.openxmlformats.org/drawingml/2006/table">
            <a:tbl>
              <a:tblPr firstRow="1" firstCol="1" bandRow="1"/>
              <a:tblGrid>
                <a:gridCol w="864096"/>
                <a:gridCol w="1080120"/>
                <a:gridCol w="1584176"/>
                <a:gridCol w="1224136"/>
                <a:gridCol w="1224136"/>
                <a:gridCol w="2160240"/>
              </a:tblGrid>
              <a:tr h="739897">
                <a:tc>
                  <a:txBody>
                    <a:bodyPr/>
                    <a:lstStyle/>
                    <a:p>
                      <a:pPr algn="ctr">
                        <a:spcAft>
                          <a:spcPts val="0"/>
                        </a:spcAft>
                      </a:pPr>
                      <a:r>
                        <a:rPr lang="zh-CN" sz="1800" b="1" kern="0" dirty="0">
                          <a:effectLst/>
                          <a:latin typeface="Times New Roman"/>
                          <a:ea typeface="宋体"/>
                          <a:cs typeface="Times New Roman"/>
                        </a:rPr>
                        <a:t>总线</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en-US" sz="1800" b="1" kern="0" dirty="0" err="1">
                          <a:effectLst/>
                          <a:latin typeface="Times New Roman"/>
                          <a:ea typeface="宋体"/>
                          <a:cs typeface="Times New Roman"/>
                        </a:rPr>
                        <a:t>USARTx</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zh-CN" sz="1800" b="1" kern="0" dirty="0">
                          <a:effectLst/>
                          <a:latin typeface="Times New Roman"/>
                          <a:ea typeface="宋体"/>
                          <a:cs typeface="Times New Roman"/>
                        </a:rPr>
                        <a:t>复用功能</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en-US" sz="1800" b="1" kern="0" dirty="0">
                          <a:effectLst/>
                          <a:latin typeface="Times New Roman"/>
                          <a:ea typeface="宋体"/>
                          <a:cs typeface="Times New Roman"/>
                        </a:rPr>
                        <a:t>USART1_REMAP=0</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en-US" sz="1800" b="1" kern="0" dirty="0">
                          <a:effectLst/>
                          <a:latin typeface="Times New Roman"/>
                          <a:ea typeface="宋体"/>
                          <a:cs typeface="Times New Roman"/>
                        </a:rPr>
                        <a:t>USART1_REMAP=1</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en-US" sz="1800" b="1" kern="0" dirty="0">
                          <a:effectLst/>
                          <a:latin typeface="Times New Roman"/>
                          <a:ea typeface="宋体"/>
                          <a:cs typeface="Times New Roman"/>
                        </a:rPr>
                        <a:t>GPIO</a:t>
                      </a:r>
                      <a:r>
                        <a:rPr lang="zh-CN" sz="1800" b="1" kern="0" dirty="0">
                          <a:effectLst/>
                          <a:latin typeface="Times New Roman"/>
                          <a:ea typeface="宋体"/>
                          <a:cs typeface="Times New Roman"/>
                        </a:rPr>
                        <a:t>配置</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r h="369948">
                <a:tc rowSpan="2">
                  <a:txBody>
                    <a:bodyPr/>
                    <a:lstStyle/>
                    <a:p>
                      <a:pPr algn="ctr">
                        <a:spcAft>
                          <a:spcPts val="0"/>
                        </a:spcAft>
                      </a:pPr>
                      <a:r>
                        <a:rPr lang="en-US" sz="1800" b="1" kern="0" dirty="0" smtClean="0">
                          <a:effectLst/>
                          <a:latin typeface="Times New Roman"/>
                          <a:ea typeface="宋体"/>
                          <a:cs typeface="Times New Roman"/>
                        </a:rPr>
                        <a:t>APB2</a:t>
                      </a:r>
                    </a:p>
                    <a:p>
                      <a:pPr algn="ctr">
                        <a:spcAft>
                          <a:spcPts val="0"/>
                        </a:spcAft>
                      </a:pPr>
                      <a:r>
                        <a:rPr lang="zh-CN" sz="1800" b="1" kern="0" dirty="0" smtClean="0">
                          <a:effectLst/>
                          <a:latin typeface="Times New Roman"/>
                          <a:ea typeface="宋体"/>
                          <a:cs typeface="Times New Roman"/>
                        </a:rPr>
                        <a:t>总线</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800" b="1" kern="0" dirty="0">
                          <a:effectLst/>
                          <a:latin typeface="Times New Roman"/>
                          <a:ea typeface="宋体"/>
                          <a:cs typeface="Times New Roman"/>
                        </a:rPr>
                        <a:t>USART1</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effectLst/>
                          <a:latin typeface="Times New Roman"/>
                          <a:ea typeface="宋体"/>
                          <a:cs typeface="Times New Roman"/>
                        </a:rPr>
                        <a:t>USART1_TX</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effectLst/>
                          <a:latin typeface="Times New Roman"/>
                          <a:ea typeface="宋体"/>
                          <a:cs typeface="Times New Roman"/>
                        </a:rPr>
                        <a:t>PA9</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effectLst/>
                          <a:latin typeface="Times New Roman"/>
                          <a:ea typeface="宋体"/>
                          <a:cs typeface="Times New Roman"/>
                        </a:rPr>
                        <a:t>PB6</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b="1" kern="0">
                          <a:effectLst/>
                          <a:latin typeface="Times New Roman"/>
                          <a:ea typeface="宋体"/>
                          <a:cs typeface="Times New Roman"/>
                        </a:rPr>
                        <a:t>复用推挽输出</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948">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800" b="1" kern="0">
                          <a:effectLst/>
                          <a:latin typeface="Times New Roman"/>
                          <a:ea typeface="宋体"/>
                          <a:cs typeface="Times New Roman"/>
                        </a:rPr>
                        <a:t>USART1_RX</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effectLst/>
                          <a:latin typeface="Times New Roman"/>
                          <a:ea typeface="宋体"/>
                          <a:cs typeface="Times New Roman"/>
                        </a:rPr>
                        <a:t>PA10</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effectLst/>
                          <a:latin typeface="Times New Roman"/>
                          <a:ea typeface="宋体"/>
                          <a:cs typeface="Times New Roman"/>
                        </a:rPr>
                        <a:t>PB7</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b="1" kern="0">
                          <a:effectLst/>
                          <a:latin typeface="Times New Roman"/>
                          <a:ea typeface="宋体"/>
                          <a:cs typeface="Times New Roman"/>
                        </a:rPr>
                        <a:t>浮空输入</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948">
                <a:tc rowSpan="4">
                  <a:txBody>
                    <a:bodyPr/>
                    <a:lstStyle/>
                    <a:p>
                      <a:pPr algn="ctr">
                        <a:spcAft>
                          <a:spcPts val="0"/>
                        </a:spcAft>
                      </a:pPr>
                      <a:r>
                        <a:rPr lang="en-US" sz="1800" b="1" kern="0" dirty="0" smtClean="0">
                          <a:effectLst/>
                          <a:latin typeface="Times New Roman"/>
                          <a:ea typeface="宋体"/>
                          <a:cs typeface="Times New Roman"/>
                        </a:rPr>
                        <a:t>APB1</a:t>
                      </a:r>
                    </a:p>
                    <a:p>
                      <a:pPr algn="ctr">
                        <a:spcAft>
                          <a:spcPts val="0"/>
                        </a:spcAft>
                      </a:pPr>
                      <a:r>
                        <a:rPr lang="zh-CN" sz="1800" b="1" kern="0" dirty="0" smtClean="0">
                          <a:effectLst/>
                          <a:latin typeface="Times New Roman"/>
                          <a:ea typeface="宋体"/>
                          <a:cs typeface="Times New Roman"/>
                        </a:rPr>
                        <a:t>总线</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rowSpan="2">
                  <a:txBody>
                    <a:bodyPr/>
                    <a:lstStyle/>
                    <a:p>
                      <a:pPr algn="ctr">
                        <a:spcAft>
                          <a:spcPts val="0"/>
                        </a:spcAft>
                      </a:pPr>
                      <a:r>
                        <a:rPr lang="en-US" sz="1800" b="1" kern="0" dirty="0">
                          <a:effectLst/>
                          <a:latin typeface="Times New Roman"/>
                          <a:ea typeface="宋体"/>
                          <a:cs typeface="Times New Roman"/>
                        </a:rPr>
                        <a:t>USART2</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a:effectLst/>
                          <a:latin typeface="Times New Roman"/>
                          <a:ea typeface="宋体"/>
                          <a:cs typeface="Times New Roman"/>
                        </a:rPr>
                        <a:t>USART2_TX</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a:effectLst/>
                          <a:latin typeface="Times New Roman"/>
                          <a:ea typeface="宋体"/>
                          <a:cs typeface="Times New Roman"/>
                        </a:rPr>
                        <a:t>PA2</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a:effectLst/>
                          <a:latin typeface="Times New Roman"/>
                          <a:ea typeface="宋体"/>
                          <a:cs typeface="Times New Roman"/>
                        </a:rPr>
                        <a:t>PD5</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b="1" kern="0" dirty="0">
                          <a:effectLst/>
                          <a:latin typeface="Times New Roman"/>
                          <a:ea typeface="宋体"/>
                          <a:cs typeface="Times New Roman"/>
                        </a:rPr>
                        <a:t>复用推挽输出</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69948">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800" b="1" kern="0">
                          <a:effectLst/>
                          <a:latin typeface="Times New Roman"/>
                          <a:ea typeface="宋体"/>
                          <a:cs typeface="Times New Roman"/>
                        </a:rPr>
                        <a:t>USART2_RX</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dirty="0">
                          <a:effectLst/>
                          <a:latin typeface="Times New Roman"/>
                          <a:ea typeface="宋体"/>
                          <a:cs typeface="Times New Roman"/>
                        </a:rPr>
                        <a:t>PA3</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a:effectLst/>
                          <a:latin typeface="Times New Roman"/>
                          <a:ea typeface="宋体"/>
                          <a:cs typeface="Times New Roman"/>
                        </a:rPr>
                        <a:t>PD6</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b="1" kern="0">
                          <a:effectLst/>
                          <a:latin typeface="Times New Roman"/>
                          <a:ea typeface="宋体"/>
                          <a:cs typeface="Times New Roman"/>
                        </a:rPr>
                        <a:t>浮空输入</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69948">
                <a:tc vMerge="1">
                  <a:txBody>
                    <a:bodyPr/>
                    <a:lstStyle/>
                    <a:p>
                      <a:endParaRPr lang="zh-CN" altLang="en-US"/>
                    </a:p>
                  </a:txBody>
                  <a:tcPr/>
                </a:tc>
                <a:tc rowSpan="2">
                  <a:txBody>
                    <a:bodyPr/>
                    <a:lstStyle/>
                    <a:p>
                      <a:pPr algn="ctr">
                        <a:spcAft>
                          <a:spcPts val="0"/>
                        </a:spcAft>
                      </a:pPr>
                      <a:r>
                        <a:rPr lang="en-US" sz="1800" b="1" kern="0" dirty="0">
                          <a:effectLst/>
                          <a:latin typeface="Times New Roman"/>
                          <a:ea typeface="宋体"/>
                          <a:cs typeface="Times New Roman"/>
                        </a:rPr>
                        <a:t>USART3</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dirty="0">
                          <a:effectLst/>
                          <a:latin typeface="Times New Roman"/>
                          <a:ea typeface="宋体"/>
                          <a:cs typeface="Times New Roman"/>
                        </a:rPr>
                        <a:t>USART3_TX</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dirty="0">
                          <a:effectLst/>
                          <a:latin typeface="Times New Roman"/>
                          <a:ea typeface="宋体"/>
                          <a:cs typeface="Times New Roman"/>
                        </a:rPr>
                        <a:t>PB10</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a:effectLst/>
                          <a:latin typeface="Times New Roman"/>
                          <a:ea typeface="宋体"/>
                          <a:cs typeface="Times New Roman"/>
                        </a:rPr>
                        <a:t>PC10</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b="1" kern="0">
                          <a:effectLst/>
                          <a:latin typeface="Times New Roman"/>
                          <a:ea typeface="宋体"/>
                          <a:cs typeface="Times New Roman"/>
                        </a:rPr>
                        <a:t>复用推挽输出</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69948">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800" b="1" kern="0">
                          <a:effectLst/>
                          <a:latin typeface="Times New Roman"/>
                          <a:ea typeface="宋体"/>
                          <a:cs typeface="Times New Roman"/>
                        </a:rPr>
                        <a:t>USART3_RX</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dirty="0">
                          <a:effectLst/>
                          <a:latin typeface="Times New Roman"/>
                          <a:ea typeface="宋体"/>
                          <a:cs typeface="Times New Roman"/>
                        </a:rPr>
                        <a:t>PB11</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spcAft>
                          <a:spcPts val="0"/>
                        </a:spcAft>
                      </a:pPr>
                      <a:r>
                        <a:rPr lang="en-US" sz="1800" b="1" kern="0" dirty="0">
                          <a:effectLst/>
                          <a:latin typeface="Times New Roman"/>
                          <a:ea typeface="宋体"/>
                          <a:cs typeface="Times New Roman"/>
                        </a:rPr>
                        <a:t>PC11</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b="1" kern="0" dirty="0">
                          <a:effectLst/>
                          <a:latin typeface="Times New Roman"/>
                          <a:ea typeface="宋体"/>
                          <a:cs typeface="Times New Roman"/>
                        </a:rPr>
                        <a:t>浮空输入</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bl>
          </a:graphicData>
        </a:graphic>
      </p:graphicFrame>
      <p:sp>
        <p:nvSpPr>
          <p:cNvPr id="7" name="矩形 6"/>
          <p:cNvSpPr/>
          <p:nvPr/>
        </p:nvSpPr>
        <p:spPr>
          <a:xfrm>
            <a:off x="2" y="339503"/>
            <a:ext cx="23886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8" name="矩形 7"/>
          <p:cNvSpPr/>
          <p:nvPr/>
        </p:nvSpPr>
        <p:spPr>
          <a:xfrm>
            <a:off x="35496" y="353678"/>
            <a:ext cx="2353145" cy="461665"/>
          </a:xfrm>
          <a:prstGeom prst="rect">
            <a:avLst/>
          </a:prstGeom>
        </p:spPr>
        <p:txBody>
          <a:bodyPr wrap="none">
            <a:spAutoFit/>
          </a:bodyPr>
          <a:lstStyle/>
          <a:p>
            <a:r>
              <a:rPr lang="en-GB" altLang="zh-CN" sz="2400" b="1" dirty="0">
                <a:solidFill>
                  <a:schemeClr val="bg1"/>
                </a:solidFill>
              </a:rPr>
              <a:t>7.3.2 </a:t>
            </a:r>
            <a:r>
              <a:rPr lang="en-GB" altLang="zh-CN" sz="2400" b="1" dirty="0" smtClean="0">
                <a:solidFill>
                  <a:schemeClr val="bg1"/>
                </a:solidFill>
              </a:rPr>
              <a:t>USART</a:t>
            </a:r>
            <a:r>
              <a:rPr lang="zh-CN" altLang="en-US" sz="2400" b="1" dirty="0">
                <a:solidFill>
                  <a:schemeClr val="bg1"/>
                </a:solidFill>
              </a:rPr>
              <a:t>接口</a:t>
            </a:r>
          </a:p>
        </p:txBody>
      </p:sp>
    </p:spTree>
    <p:extLst>
      <p:ext uri="{BB962C8B-B14F-4D97-AF65-F5344CB8AC3E}">
        <p14:creationId xmlns:p14="http://schemas.microsoft.com/office/powerpoint/2010/main" val="32153123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203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6" name="矩形 5"/>
          <p:cNvSpPr/>
          <p:nvPr/>
        </p:nvSpPr>
        <p:spPr>
          <a:xfrm>
            <a:off x="35496" y="353678"/>
            <a:ext cx="3040832" cy="461665"/>
          </a:xfrm>
          <a:prstGeom prst="rect">
            <a:avLst/>
          </a:prstGeom>
        </p:spPr>
        <p:txBody>
          <a:bodyPr wrap="none">
            <a:spAutoFit/>
          </a:bodyPr>
          <a:lstStyle/>
          <a:p>
            <a:r>
              <a:rPr lang="en-GB" altLang="zh-CN" sz="2400" b="1" dirty="0">
                <a:solidFill>
                  <a:schemeClr val="bg1"/>
                </a:solidFill>
              </a:rPr>
              <a:t>7.3.3 </a:t>
            </a:r>
            <a:r>
              <a:rPr lang="en-US" altLang="zh-CN" sz="2400" b="1" dirty="0" smtClean="0">
                <a:solidFill>
                  <a:schemeClr val="bg1"/>
                </a:solidFill>
              </a:rPr>
              <a:t> </a:t>
            </a:r>
            <a:r>
              <a:rPr lang="en-GB" altLang="zh-CN" sz="2400" b="1" dirty="0" smtClean="0">
                <a:solidFill>
                  <a:schemeClr val="bg1"/>
                </a:solidFill>
              </a:rPr>
              <a:t>USART</a:t>
            </a:r>
            <a:r>
              <a:rPr lang="zh-CN" altLang="en-US" sz="2400" b="1" dirty="0">
                <a:solidFill>
                  <a:schemeClr val="bg1"/>
                </a:solidFill>
              </a:rPr>
              <a:t>编程模式</a:t>
            </a:r>
          </a:p>
        </p:txBody>
      </p:sp>
      <p:graphicFrame>
        <p:nvGraphicFramePr>
          <p:cNvPr id="10" name="图示 9"/>
          <p:cNvGraphicFramePr/>
          <p:nvPr>
            <p:extLst>
              <p:ext uri="{D42A27DB-BD31-4B8C-83A1-F6EECF244321}">
                <p14:modId xmlns:p14="http://schemas.microsoft.com/office/powerpoint/2010/main" val="3560138048"/>
              </p:ext>
            </p:extLst>
          </p:nvPr>
        </p:nvGraphicFramePr>
        <p:xfrm>
          <a:off x="755576" y="1203598"/>
          <a:ext cx="7704856" cy="336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77898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63524" y="1059582"/>
            <a:ext cx="8104984" cy="784830"/>
          </a:xfrm>
          <a:prstGeom prst="rect">
            <a:avLst/>
          </a:prstGeom>
        </p:spPr>
        <p:txBody>
          <a:bodyPr wrap="square">
            <a:spAutoFit/>
          </a:bodyPr>
          <a:lstStyle/>
          <a:p>
            <a:pPr lvl="0">
              <a:lnSpc>
                <a:spcPct val="125000"/>
              </a:lnSpc>
            </a:pPr>
            <a:r>
              <a:rPr lang="zh-CN" altLang="en-US" b="1" dirty="0" smtClean="0">
                <a:latin typeface="Times New Roman" pitchFamily="18" charset="0"/>
                <a:cs typeface="Times New Roman" pitchFamily="18" charset="0"/>
              </a:rPr>
              <a:t>     通过</a:t>
            </a:r>
            <a:r>
              <a:rPr lang="zh-CN" altLang="en-US" b="1" dirty="0">
                <a:latin typeface="Times New Roman" pitchFamily="18" charset="0"/>
                <a:cs typeface="Times New Roman" pitchFamily="18" charset="0"/>
              </a:rPr>
              <a:t>定期或循环查询</a:t>
            </a:r>
            <a:r>
              <a:rPr lang="en-US" altLang="zh-CN" b="1" dirty="0">
                <a:latin typeface="Times New Roman" pitchFamily="18" charset="0"/>
                <a:cs typeface="Times New Roman" pitchFamily="18" charset="0"/>
              </a:rPr>
              <a:t>USART</a:t>
            </a:r>
            <a:r>
              <a:rPr lang="zh-CN" altLang="en-US" b="1" dirty="0">
                <a:latin typeface="Times New Roman" pitchFamily="18" charset="0"/>
                <a:cs typeface="Times New Roman" pitchFamily="18" charset="0"/>
              </a:rPr>
              <a:t>状态寄存器</a:t>
            </a:r>
            <a:r>
              <a:rPr lang="en-US" altLang="zh-CN" b="1" dirty="0">
                <a:latin typeface="Times New Roman" pitchFamily="18" charset="0"/>
                <a:cs typeface="Times New Roman" pitchFamily="18" charset="0"/>
              </a:rPr>
              <a:t>SR</a:t>
            </a:r>
            <a:r>
              <a:rPr lang="zh-CN" altLang="en-US" b="1" dirty="0">
                <a:latin typeface="Times New Roman" pitchFamily="18" charset="0"/>
                <a:cs typeface="Times New Roman" pitchFamily="18" charset="0"/>
              </a:rPr>
              <a:t>各位的状态，编写应用程序对接收或发送的数据进行</a:t>
            </a:r>
            <a:r>
              <a:rPr lang="zh-CN" altLang="en-US" b="1" dirty="0" smtClean="0">
                <a:latin typeface="Times New Roman" pitchFamily="18" charset="0"/>
                <a:cs typeface="Times New Roman" pitchFamily="18" charset="0"/>
              </a:rPr>
              <a:t>处理，</a:t>
            </a:r>
            <a:r>
              <a:rPr lang="zh-CN" altLang="zh-CN" b="1" dirty="0"/>
              <a:t>有两种方式实现对</a:t>
            </a:r>
            <a:r>
              <a:rPr lang="en-US" altLang="zh-CN" b="1" dirty="0"/>
              <a:t>USART</a:t>
            </a:r>
            <a:r>
              <a:rPr lang="zh-CN" altLang="zh-CN" b="1" dirty="0"/>
              <a:t>相关寄存器的</a:t>
            </a:r>
            <a:r>
              <a:rPr lang="zh-CN" altLang="zh-CN" b="1" dirty="0" smtClean="0"/>
              <a:t>操作</a:t>
            </a:r>
            <a:r>
              <a:rPr lang="zh-CN" altLang="en-US" b="1" dirty="0" smtClean="0"/>
              <a:t>：</a:t>
            </a:r>
            <a:endParaRPr lang="zh-CN" altLang="en-US" b="1" dirty="0">
              <a:latin typeface="Times New Roman" pitchFamily="18" charset="0"/>
              <a:cs typeface="Times New Roman" pitchFamily="18" charset="0"/>
            </a:endParaRPr>
          </a:p>
        </p:txBody>
      </p:sp>
      <p:sp>
        <p:nvSpPr>
          <p:cNvPr id="2" name="矩形 1"/>
          <p:cNvSpPr/>
          <p:nvPr/>
        </p:nvSpPr>
        <p:spPr>
          <a:xfrm>
            <a:off x="4716016" y="371488"/>
            <a:ext cx="1114408" cy="403316"/>
          </a:xfrm>
          <a:prstGeom prst="rect">
            <a:avLst/>
          </a:prstGeom>
        </p:spPr>
        <p:txBody>
          <a:bodyPr wrap="none">
            <a:spAutoFit/>
          </a:bodyPr>
          <a:lstStyle/>
          <a:p>
            <a:pPr lvl="0">
              <a:lnSpc>
                <a:spcPct val="125000"/>
              </a:lnSpc>
            </a:pPr>
            <a:r>
              <a:rPr lang="zh-CN" altLang="en-US" b="1" dirty="0">
                <a:solidFill>
                  <a:srgbClr val="C00000"/>
                </a:solidFill>
                <a:latin typeface="Times New Roman" pitchFamily="18" charset="0"/>
                <a:cs typeface="Times New Roman" pitchFamily="18" charset="0"/>
              </a:rPr>
              <a:t>轮询方式</a:t>
            </a:r>
          </a:p>
        </p:txBody>
      </p:sp>
      <p:graphicFrame>
        <p:nvGraphicFramePr>
          <p:cNvPr id="4" name="图示 3"/>
          <p:cNvGraphicFramePr/>
          <p:nvPr>
            <p:extLst>
              <p:ext uri="{D42A27DB-BD31-4B8C-83A1-F6EECF244321}">
                <p14:modId xmlns:p14="http://schemas.microsoft.com/office/powerpoint/2010/main" val="3207046075"/>
              </p:ext>
            </p:extLst>
          </p:nvPr>
        </p:nvGraphicFramePr>
        <p:xfrm>
          <a:off x="1187624" y="1794711"/>
          <a:ext cx="7056784" cy="28105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矩形 7"/>
          <p:cNvSpPr/>
          <p:nvPr/>
        </p:nvSpPr>
        <p:spPr>
          <a:xfrm>
            <a:off x="1" y="339503"/>
            <a:ext cx="3203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9" name="矩形 8"/>
          <p:cNvSpPr/>
          <p:nvPr/>
        </p:nvSpPr>
        <p:spPr>
          <a:xfrm>
            <a:off x="35496" y="353678"/>
            <a:ext cx="3040832" cy="461665"/>
          </a:xfrm>
          <a:prstGeom prst="rect">
            <a:avLst/>
          </a:prstGeom>
        </p:spPr>
        <p:txBody>
          <a:bodyPr wrap="none">
            <a:spAutoFit/>
          </a:bodyPr>
          <a:lstStyle/>
          <a:p>
            <a:r>
              <a:rPr lang="en-GB" altLang="zh-CN" sz="2400" b="1" dirty="0">
                <a:solidFill>
                  <a:schemeClr val="bg1"/>
                </a:solidFill>
              </a:rPr>
              <a:t>7.3.3 </a:t>
            </a:r>
            <a:r>
              <a:rPr lang="en-US" altLang="zh-CN" sz="2400" b="1" dirty="0" smtClean="0">
                <a:solidFill>
                  <a:schemeClr val="bg1"/>
                </a:solidFill>
              </a:rPr>
              <a:t> </a:t>
            </a:r>
            <a:r>
              <a:rPr lang="en-GB" altLang="zh-CN" sz="2400" b="1" dirty="0" smtClean="0">
                <a:solidFill>
                  <a:schemeClr val="bg1"/>
                </a:solidFill>
              </a:rPr>
              <a:t>USART</a:t>
            </a:r>
            <a:r>
              <a:rPr lang="zh-CN" altLang="en-US" sz="2400" b="1" dirty="0">
                <a:solidFill>
                  <a:schemeClr val="bg1"/>
                </a:solidFill>
              </a:rPr>
              <a:t>编程模式</a:t>
            </a:r>
          </a:p>
        </p:txBody>
      </p:sp>
    </p:spTree>
    <p:extLst>
      <p:ext uri="{BB962C8B-B14F-4D97-AF65-F5344CB8AC3E}">
        <p14:creationId xmlns:p14="http://schemas.microsoft.com/office/powerpoint/2010/main" val="15657377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11560" y="1059582"/>
            <a:ext cx="3312368" cy="3516347"/>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en-US" altLang="zh-CN" b="1" dirty="0" smtClean="0">
                <a:latin typeface="Times New Roman" pitchFamily="18" charset="0"/>
                <a:cs typeface="Times New Roman" pitchFamily="18" charset="0"/>
              </a:rPr>
              <a:t>USART</a:t>
            </a:r>
            <a:r>
              <a:rPr lang="zh-CN" altLang="en-US" b="1" dirty="0">
                <a:latin typeface="Times New Roman" pitchFamily="18" charset="0"/>
                <a:cs typeface="Times New Roman" pitchFamily="18" charset="0"/>
              </a:rPr>
              <a:t>主要有以下中断事件：</a:t>
            </a:r>
          </a:p>
          <a:p>
            <a:pPr marL="285750" lvl="0" indent="-285750">
              <a:lnSpc>
                <a:spcPct val="125000"/>
              </a:lnSpc>
              <a:spcBef>
                <a:spcPts val="1200"/>
              </a:spcBef>
              <a:buBlip>
                <a:blip r:embed="rId3"/>
              </a:buBlip>
            </a:pPr>
            <a:r>
              <a:rPr lang="zh-CN" altLang="en-US" b="1" dirty="0" smtClean="0">
                <a:latin typeface="Times New Roman" pitchFamily="18" charset="0"/>
                <a:cs typeface="Times New Roman" pitchFamily="18" charset="0"/>
              </a:rPr>
              <a:t>发送</a:t>
            </a:r>
            <a:r>
              <a:rPr lang="zh-CN" altLang="en-US" b="1" dirty="0">
                <a:latin typeface="Times New Roman" pitchFamily="18" charset="0"/>
                <a:cs typeface="Times New Roman" pitchFamily="18" charset="0"/>
              </a:rPr>
              <a:t>期间：发送完成、清除发送和发送数据寄存器空；</a:t>
            </a:r>
          </a:p>
          <a:p>
            <a:pPr marL="285750" lvl="0" indent="-285750">
              <a:lnSpc>
                <a:spcPct val="125000"/>
              </a:lnSpc>
              <a:spcBef>
                <a:spcPts val="1200"/>
              </a:spcBef>
              <a:buBlip>
                <a:blip r:embed="rId3"/>
              </a:buBlip>
            </a:pPr>
            <a:r>
              <a:rPr lang="zh-CN" altLang="en-US" b="1" dirty="0" smtClean="0">
                <a:latin typeface="Times New Roman" pitchFamily="18" charset="0"/>
                <a:cs typeface="Times New Roman" pitchFamily="18" charset="0"/>
              </a:rPr>
              <a:t>接收</a:t>
            </a:r>
            <a:r>
              <a:rPr lang="zh-CN" altLang="en-US" b="1" dirty="0">
                <a:latin typeface="Times New Roman" pitchFamily="18" charset="0"/>
                <a:cs typeface="Times New Roman" pitchFamily="18" charset="0"/>
              </a:rPr>
              <a:t>期间：空闲总线检测、溢出错误、接收数据寄存器非空、校验错误、</a:t>
            </a:r>
            <a:r>
              <a:rPr lang="en-US" altLang="zh-CN" b="1" dirty="0">
                <a:latin typeface="Times New Roman" pitchFamily="18" charset="0"/>
                <a:cs typeface="Times New Roman" pitchFamily="18" charset="0"/>
              </a:rPr>
              <a:t>LIN</a:t>
            </a:r>
            <a:r>
              <a:rPr lang="zh-CN" altLang="en-US" b="1" dirty="0">
                <a:latin typeface="Times New Roman" pitchFamily="18" charset="0"/>
                <a:cs typeface="Times New Roman" pitchFamily="18" charset="0"/>
              </a:rPr>
              <a:t>断开符号检测、噪音标志（仅在多缓冲器通信）和帧错误（仅在多缓冲器通信）</a:t>
            </a:r>
            <a:r>
              <a:rPr lang="zh-CN" altLang="en-US" b="1" dirty="0" smtClean="0">
                <a:latin typeface="Times New Roman" pitchFamily="18" charset="0"/>
                <a:cs typeface="Times New Roman" pitchFamily="18" charset="0"/>
              </a:rPr>
              <a:t>。</a:t>
            </a:r>
            <a:endParaRPr lang="zh-CN" altLang="en-US" b="1" dirty="0">
              <a:latin typeface="Times New Roman" pitchFamily="18" charset="0"/>
              <a:cs typeface="Times New Roman" pitchFamily="18" charset="0"/>
            </a:endParaRPr>
          </a:p>
        </p:txBody>
      </p:sp>
      <p:sp>
        <p:nvSpPr>
          <p:cNvPr id="2" name="矩形 1"/>
          <p:cNvSpPr/>
          <p:nvPr/>
        </p:nvSpPr>
        <p:spPr>
          <a:xfrm>
            <a:off x="5652120" y="412027"/>
            <a:ext cx="1114408" cy="403316"/>
          </a:xfrm>
          <a:prstGeom prst="rect">
            <a:avLst/>
          </a:prstGeom>
        </p:spPr>
        <p:txBody>
          <a:bodyPr wrap="none">
            <a:spAutoFit/>
          </a:bodyPr>
          <a:lstStyle/>
          <a:p>
            <a:pPr lvl="0">
              <a:lnSpc>
                <a:spcPct val="125000"/>
              </a:lnSpc>
            </a:pPr>
            <a:r>
              <a:rPr lang="zh-CN" altLang="en-US" b="1" dirty="0">
                <a:solidFill>
                  <a:srgbClr val="C00000"/>
                </a:solidFill>
                <a:latin typeface="Times New Roman" pitchFamily="18" charset="0"/>
                <a:cs typeface="Times New Roman" pitchFamily="18" charset="0"/>
              </a:rPr>
              <a:t>中断方式</a:t>
            </a:r>
          </a:p>
        </p:txBody>
      </p:sp>
      <p:pic>
        <p:nvPicPr>
          <p:cNvPr id="8" name="图片 7" descr="E:\教材编写2019-8-29刘\第七章图\2019-09-14_110927.png"/>
          <p:cNvPicPr/>
          <p:nvPr/>
        </p:nvPicPr>
        <p:blipFill>
          <a:blip r:embed="rId4">
            <a:extLst>
              <a:ext uri="{28A0092B-C50C-407E-A947-70E740481C1C}">
                <a14:useLocalDpi xmlns:a14="http://schemas.microsoft.com/office/drawing/2010/main" val="0"/>
              </a:ext>
            </a:extLst>
          </a:blip>
          <a:srcRect/>
          <a:stretch>
            <a:fillRect/>
          </a:stretch>
        </p:blipFill>
        <p:spPr bwMode="auto">
          <a:xfrm>
            <a:off x="4427984" y="1026965"/>
            <a:ext cx="4176464" cy="3312368"/>
          </a:xfrm>
          <a:prstGeom prst="rect">
            <a:avLst/>
          </a:prstGeom>
          <a:noFill/>
          <a:ln>
            <a:noFill/>
          </a:ln>
        </p:spPr>
      </p:pic>
      <p:sp>
        <p:nvSpPr>
          <p:cNvPr id="4" name="矩形 3"/>
          <p:cNvSpPr/>
          <p:nvPr/>
        </p:nvSpPr>
        <p:spPr>
          <a:xfrm>
            <a:off x="5441447" y="4371950"/>
            <a:ext cx="1752146" cy="369332"/>
          </a:xfrm>
          <a:prstGeom prst="rect">
            <a:avLst/>
          </a:prstGeom>
        </p:spPr>
        <p:txBody>
          <a:bodyPr wrap="none">
            <a:spAutoFit/>
          </a:bodyPr>
          <a:lstStyle/>
          <a:p>
            <a:r>
              <a:rPr lang="en-GB" altLang="zh-CN" b="1" dirty="0"/>
              <a:t>USART</a:t>
            </a:r>
            <a:r>
              <a:rPr lang="zh-CN" altLang="en-US" b="1" dirty="0"/>
              <a:t>中断映射</a:t>
            </a:r>
          </a:p>
        </p:txBody>
      </p:sp>
      <p:sp>
        <p:nvSpPr>
          <p:cNvPr id="9" name="矩形 8"/>
          <p:cNvSpPr/>
          <p:nvPr/>
        </p:nvSpPr>
        <p:spPr>
          <a:xfrm>
            <a:off x="1" y="339503"/>
            <a:ext cx="3203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10" name="矩形 9"/>
          <p:cNvSpPr/>
          <p:nvPr/>
        </p:nvSpPr>
        <p:spPr>
          <a:xfrm>
            <a:off x="35496" y="353678"/>
            <a:ext cx="3040832" cy="461665"/>
          </a:xfrm>
          <a:prstGeom prst="rect">
            <a:avLst/>
          </a:prstGeom>
        </p:spPr>
        <p:txBody>
          <a:bodyPr wrap="none">
            <a:spAutoFit/>
          </a:bodyPr>
          <a:lstStyle/>
          <a:p>
            <a:r>
              <a:rPr lang="en-GB" altLang="zh-CN" sz="2400" b="1" dirty="0">
                <a:solidFill>
                  <a:schemeClr val="bg1"/>
                </a:solidFill>
              </a:rPr>
              <a:t>7.3.3 </a:t>
            </a:r>
            <a:r>
              <a:rPr lang="en-US" altLang="zh-CN" sz="2400" b="1" dirty="0" smtClean="0">
                <a:solidFill>
                  <a:schemeClr val="bg1"/>
                </a:solidFill>
              </a:rPr>
              <a:t> </a:t>
            </a:r>
            <a:r>
              <a:rPr lang="en-GB" altLang="zh-CN" sz="2400" b="1" dirty="0" smtClean="0">
                <a:solidFill>
                  <a:schemeClr val="bg1"/>
                </a:solidFill>
              </a:rPr>
              <a:t>USART</a:t>
            </a:r>
            <a:r>
              <a:rPr lang="zh-CN" altLang="en-US" sz="2400" b="1" dirty="0">
                <a:solidFill>
                  <a:schemeClr val="bg1"/>
                </a:solidFill>
              </a:rPr>
              <a:t>编程模式</a:t>
            </a:r>
          </a:p>
        </p:txBody>
      </p:sp>
    </p:spTree>
    <p:extLst>
      <p:ext uri="{BB962C8B-B14F-4D97-AF65-F5344CB8AC3E}">
        <p14:creationId xmlns:p14="http://schemas.microsoft.com/office/powerpoint/2010/main" val="32980587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52120" y="412027"/>
            <a:ext cx="1114408" cy="403316"/>
          </a:xfrm>
          <a:prstGeom prst="rect">
            <a:avLst/>
          </a:prstGeom>
        </p:spPr>
        <p:txBody>
          <a:bodyPr wrap="none">
            <a:spAutoFit/>
          </a:bodyPr>
          <a:lstStyle/>
          <a:p>
            <a:pPr lvl="0">
              <a:lnSpc>
                <a:spcPct val="125000"/>
              </a:lnSpc>
            </a:pPr>
            <a:r>
              <a:rPr lang="zh-CN" altLang="en-US" b="1" dirty="0">
                <a:solidFill>
                  <a:srgbClr val="C00000"/>
                </a:solidFill>
                <a:latin typeface="Times New Roman" pitchFamily="18" charset="0"/>
                <a:cs typeface="Times New Roman" pitchFamily="18" charset="0"/>
              </a:rPr>
              <a:t>中断方式</a:t>
            </a:r>
          </a:p>
        </p:txBody>
      </p:sp>
      <p:graphicFrame>
        <p:nvGraphicFramePr>
          <p:cNvPr id="3" name="表格 2"/>
          <p:cNvGraphicFramePr>
            <a:graphicFrameLocks noGrp="1"/>
          </p:cNvGraphicFramePr>
          <p:nvPr>
            <p:extLst>
              <p:ext uri="{D42A27DB-BD31-4B8C-83A1-F6EECF244321}">
                <p14:modId xmlns:p14="http://schemas.microsoft.com/office/powerpoint/2010/main" val="439462758"/>
              </p:ext>
            </p:extLst>
          </p:nvPr>
        </p:nvGraphicFramePr>
        <p:xfrm>
          <a:off x="827584" y="1419622"/>
          <a:ext cx="7560839" cy="3330315"/>
        </p:xfrm>
        <a:graphic>
          <a:graphicData uri="http://schemas.openxmlformats.org/drawingml/2006/table">
            <a:tbl>
              <a:tblPr firstRow="1" firstCol="1" bandRow="1"/>
              <a:tblGrid>
                <a:gridCol w="1470163"/>
                <a:gridCol w="1365152"/>
                <a:gridCol w="2415268"/>
                <a:gridCol w="2310256"/>
              </a:tblGrid>
              <a:tr h="302756">
                <a:tc>
                  <a:txBody>
                    <a:bodyPr/>
                    <a:lstStyle/>
                    <a:p>
                      <a:pPr algn="ctr">
                        <a:spcAft>
                          <a:spcPts val="0"/>
                        </a:spcAft>
                      </a:pPr>
                      <a:r>
                        <a:rPr lang="zh-CN" sz="1600" b="1" kern="0" dirty="0">
                          <a:effectLst/>
                          <a:latin typeface="Times New Roman"/>
                          <a:ea typeface="宋体"/>
                          <a:cs typeface="Times New Roman"/>
                        </a:rPr>
                        <a:t>中断标志</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zh-CN" sz="1600" b="1" kern="0" dirty="0">
                          <a:effectLst/>
                          <a:latin typeface="Times New Roman"/>
                          <a:ea typeface="宋体"/>
                          <a:cs typeface="Times New Roman"/>
                        </a:rPr>
                        <a:t>中断使能位</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600" b="1" kern="0" dirty="0">
                          <a:effectLst/>
                          <a:latin typeface="Times New Roman"/>
                          <a:ea typeface="宋体"/>
                          <a:cs typeface="Times New Roman"/>
                        </a:rPr>
                        <a:t>STM32</a:t>
                      </a:r>
                      <a:r>
                        <a:rPr lang="zh-CN" sz="1600" b="1" kern="0" dirty="0">
                          <a:effectLst/>
                          <a:latin typeface="Times New Roman"/>
                          <a:ea typeface="宋体"/>
                          <a:cs typeface="Times New Roman"/>
                        </a:rPr>
                        <a:t>中的定义</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zh-CN" sz="1600" b="1" kern="0" dirty="0">
                          <a:effectLst/>
                          <a:latin typeface="Times New Roman"/>
                          <a:ea typeface="宋体"/>
                          <a:cs typeface="Times New Roman"/>
                        </a:rPr>
                        <a:t>中断事件</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302756">
                <a:tc>
                  <a:txBody>
                    <a:bodyPr/>
                    <a:lstStyle/>
                    <a:p>
                      <a:pPr algn="ctr">
                        <a:spcAft>
                          <a:spcPts val="0"/>
                        </a:spcAft>
                      </a:pPr>
                      <a:r>
                        <a:rPr lang="en-US" sz="1600" kern="0" dirty="0">
                          <a:effectLst/>
                          <a:latin typeface="Times New Roman"/>
                          <a:ea typeface="宋体"/>
                          <a:cs typeface="Times New Roman"/>
                        </a:rPr>
                        <a:t>TXE</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effectLst/>
                          <a:latin typeface="Times New Roman"/>
                          <a:ea typeface="宋体"/>
                          <a:cs typeface="Times New Roman"/>
                        </a:rPr>
                        <a:t>TXEIE</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effectLst/>
                          <a:latin typeface="Times New Roman"/>
                          <a:ea typeface="宋体"/>
                          <a:cs typeface="Times New Roman"/>
                        </a:rPr>
                        <a:t>UART_IT_TXE</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a:effectLst/>
                          <a:latin typeface="Times New Roman"/>
                          <a:ea typeface="宋体"/>
                          <a:cs typeface="Times New Roman"/>
                        </a:rPr>
                        <a:t>发送数据寄存器空</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2756">
                <a:tc>
                  <a:txBody>
                    <a:bodyPr/>
                    <a:lstStyle/>
                    <a:p>
                      <a:pPr algn="ctr">
                        <a:spcAft>
                          <a:spcPts val="0"/>
                        </a:spcAft>
                      </a:pPr>
                      <a:r>
                        <a:rPr lang="en-US" sz="1600" kern="0" dirty="0">
                          <a:effectLst/>
                          <a:latin typeface="Times New Roman"/>
                          <a:ea typeface="宋体"/>
                          <a:cs typeface="Times New Roman"/>
                        </a:rPr>
                        <a:t>CTS</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CTSIE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a:effectLst/>
                          <a:latin typeface="Times New Roman"/>
                          <a:ea typeface="宋体"/>
                          <a:cs typeface="Times New Roman"/>
                        </a:rPr>
                        <a:t>UART_IT_CTS</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CTS</a:t>
                      </a:r>
                      <a:r>
                        <a:rPr lang="zh-CN" sz="1600" kern="0" dirty="0">
                          <a:effectLst/>
                          <a:latin typeface="Times New Roman"/>
                          <a:ea typeface="宋体"/>
                          <a:cs typeface="Times New Roman"/>
                        </a:rPr>
                        <a:t>标志</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02756">
                <a:tc>
                  <a:txBody>
                    <a:bodyPr/>
                    <a:lstStyle/>
                    <a:p>
                      <a:pPr algn="ctr">
                        <a:spcAft>
                          <a:spcPts val="0"/>
                        </a:spcAft>
                      </a:pPr>
                      <a:r>
                        <a:rPr lang="en-US" sz="1600" kern="0" dirty="0">
                          <a:effectLst/>
                          <a:latin typeface="Times New Roman"/>
                          <a:ea typeface="宋体"/>
                          <a:cs typeface="Times New Roman"/>
                        </a:rPr>
                        <a:t>TC</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dirty="0">
                          <a:effectLst/>
                          <a:latin typeface="Times New Roman"/>
                          <a:ea typeface="宋体"/>
                          <a:cs typeface="Times New Roman"/>
                        </a:rPr>
                        <a:t>TCIE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dirty="0">
                          <a:effectLst/>
                          <a:latin typeface="Times New Roman"/>
                          <a:ea typeface="宋体"/>
                          <a:cs typeface="Times New Roman"/>
                        </a:rPr>
                        <a:t>UART_IT_TC</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Times New Roman"/>
                          <a:ea typeface="宋体"/>
                          <a:cs typeface="Times New Roman"/>
                        </a:rPr>
                        <a:t>发送完成</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2756">
                <a:tc>
                  <a:txBody>
                    <a:bodyPr/>
                    <a:lstStyle/>
                    <a:p>
                      <a:pPr algn="ctr">
                        <a:spcAft>
                          <a:spcPts val="0"/>
                        </a:spcAft>
                      </a:pPr>
                      <a:r>
                        <a:rPr lang="en-US" sz="1600" kern="0" dirty="0">
                          <a:effectLst/>
                          <a:latin typeface="Times New Roman"/>
                          <a:ea typeface="宋体"/>
                          <a:cs typeface="Times New Roman"/>
                        </a:rPr>
                        <a:t>RXNE</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RXNEIE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UART_IT_RXNE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600" kern="0" dirty="0">
                          <a:effectLst/>
                          <a:latin typeface="Times New Roman"/>
                          <a:ea typeface="宋体"/>
                          <a:cs typeface="Times New Roman"/>
                        </a:rPr>
                        <a:t>接收数据就绪（可读）</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02756">
                <a:tc>
                  <a:txBody>
                    <a:bodyPr/>
                    <a:lstStyle/>
                    <a:p>
                      <a:pPr algn="ctr">
                        <a:spcAft>
                          <a:spcPts val="0"/>
                        </a:spcAft>
                      </a:pPr>
                      <a:r>
                        <a:rPr lang="en-US" sz="1600" kern="0">
                          <a:effectLst/>
                          <a:latin typeface="Times New Roman"/>
                          <a:ea typeface="宋体"/>
                          <a:cs typeface="Times New Roman"/>
                        </a:rPr>
                        <a:t>ORE</a:t>
                      </a:r>
                      <a:endParaRPr lang="zh-CN" sz="3200"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effectLst/>
                          <a:latin typeface="Times New Roman"/>
                          <a:ea typeface="宋体"/>
                          <a:cs typeface="Times New Roman"/>
                        </a:rPr>
                        <a:t>TXNEIE</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effectLst/>
                          <a:latin typeface="Times New Roman"/>
                          <a:ea typeface="宋体"/>
                          <a:cs typeface="Times New Roman"/>
                        </a:rPr>
                        <a:t> </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a:effectLst/>
                          <a:latin typeface="Times New Roman"/>
                          <a:ea typeface="宋体"/>
                          <a:cs typeface="Times New Roman"/>
                        </a:rPr>
                        <a:t>检测到数据溢出</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2756">
                <a:tc>
                  <a:txBody>
                    <a:bodyPr/>
                    <a:lstStyle/>
                    <a:p>
                      <a:pPr algn="ctr">
                        <a:spcAft>
                          <a:spcPts val="0"/>
                        </a:spcAft>
                      </a:pPr>
                      <a:r>
                        <a:rPr lang="en-US" sz="1600" kern="0" dirty="0">
                          <a:effectLst/>
                          <a:latin typeface="Times New Roman"/>
                          <a:ea typeface="宋体"/>
                          <a:cs typeface="Times New Roman"/>
                        </a:rPr>
                        <a:t>IDLE</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IDLEIE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UART_IT_IDLE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600" kern="0" dirty="0">
                          <a:effectLst/>
                          <a:latin typeface="Times New Roman"/>
                          <a:ea typeface="宋体"/>
                          <a:cs typeface="Times New Roman"/>
                        </a:rPr>
                        <a:t>检测到空闲线路标志</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02756">
                <a:tc>
                  <a:txBody>
                    <a:bodyPr/>
                    <a:lstStyle/>
                    <a:p>
                      <a:pPr algn="ctr">
                        <a:spcAft>
                          <a:spcPts val="0"/>
                        </a:spcAft>
                      </a:pPr>
                      <a:r>
                        <a:rPr lang="en-US" sz="1600" kern="0">
                          <a:effectLst/>
                          <a:latin typeface="Times New Roman"/>
                          <a:ea typeface="宋体"/>
                          <a:cs typeface="Times New Roman"/>
                        </a:rPr>
                        <a:t>PE</a:t>
                      </a:r>
                      <a:endParaRPr lang="zh-CN" sz="3200"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effectLst/>
                          <a:latin typeface="Times New Roman"/>
                          <a:ea typeface="宋体"/>
                          <a:cs typeface="Times New Roman"/>
                        </a:rPr>
                        <a:t>PEIE</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effectLst/>
                          <a:latin typeface="Times New Roman"/>
                          <a:ea typeface="宋体"/>
                          <a:cs typeface="Times New Roman"/>
                        </a:rPr>
                        <a:t>UART_IT_PE</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a:effectLst/>
                          <a:latin typeface="Times New Roman"/>
                          <a:ea typeface="宋体"/>
                          <a:cs typeface="Times New Roman"/>
                        </a:rPr>
                        <a:t>奇偶检验错误标志</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2756">
                <a:tc>
                  <a:txBody>
                    <a:bodyPr/>
                    <a:lstStyle/>
                    <a:p>
                      <a:pPr algn="ctr">
                        <a:spcAft>
                          <a:spcPts val="0"/>
                        </a:spcAft>
                      </a:pPr>
                      <a:r>
                        <a:rPr lang="en-US" sz="1600" kern="0" dirty="0">
                          <a:effectLst/>
                          <a:latin typeface="Times New Roman"/>
                          <a:ea typeface="宋体"/>
                          <a:cs typeface="Times New Roman"/>
                        </a:rPr>
                        <a:t>LBD</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LBDIE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600" kern="0" dirty="0">
                          <a:effectLst/>
                          <a:latin typeface="Times New Roman"/>
                          <a:ea typeface="宋体"/>
                          <a:cs typeface="Times New Roman"/>
                        </a:rPr>
                        <a:t>UART_IT_LBD</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600" kern="0" dirty="0">
                          <a:effectLst/>
                          <a:latin typeface="Times New Roman"/>
                          <a:ea typeface="宋体"/>
                          <a:cs typeface="Times New Roman"/>
                        </a:rPr>
                        <a:t>断开标志</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605511">
                <a:tc>
                  <a:txBody>
                    <a:bodyPr/>
                    <a:lstStyle/>
                    <a:p>
                      <a:pPr algn="ctr">
                        <a:spcAft>
                          <a:spcPts val="0"/>
                        </a:spcAft>
                      </a:pPr>
                      <a:r>
                        <a:rPr lang="en-US" sz="1600" kern="0" dirty="0">
                          <a:effectLst/>
                          <a:latin typeface="Times New Roman"/>
                          <a:ea typeface="宋体"/>
                          <a:cs typeface="Times New Roman"/>
                        </a:rPr>
                        <a:t>NE</a:t>
                      </a:r>
                      <a:r>
                        <a:rPr lang="zh-CN" sz="1600" kern="0" dirty="0">
                          <a:effectLst/>
                          <a:latin typeface="Times New Roman"/>
                          <a:ea typeface="宋体"/>
                          <a:cs typeface="Times New Roman"/>
                        </a:rPr>
                        <a:t>或</a:t>
                      </a:r>
                      <a:r>
                        <a:rPr lang="en-US" sz="1600" kern="0" dirty="0">
                          <a:effectLst/>
                          <a:latin typeface="Times New Roman"/>
                          <a:ea typeface="宋体"/>
                          <a:cs typeface="Times New Roman"/>
                        </a:rPr>
                        <a:t>ORT</a:t>
                      </a:r>
                      <a:r>
                        <a:rPr lang="zh-CN" sz="1600" kern="0" dirty="0">
                          <a:effectLst/>
                          <a:latin typeface="Times New Roman"/>
                          <a:ea typeface="宋体"/>
                          <a:cs typeface="Times New Roman"/>
                        </a:rPr>
                        <a:t>或</a:t>
                      </a:r>
                      <a:r>
                        <a:rPr lang="en-US" sz="1600" kern="0" dirty="0">
                          <a:effectLst/>
                          <a:latin typeface="Times New Roman"/>
                          <a:ea typeface="宋体"/>
                          <a:cs typeface="Times New Roman"/>
                        </a:rPr>
                        <a:t>PE</a:t>
                      </a:r>
                      <a:endParaRPr lang="zh-CN" sz="32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dirty="0">
                          <a:effectLst/>
                          <a:latin typeface="Times New Roman"/>
                          <a:ea typeface="宋体"/>
                          <a:cs typeface="Times New Roman"/>
                        </a:rPr>
                        <a:t>EIE</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effectLst/>
                          <a:latin typeface="Times New Roman"/>
                          <a:ea typeface="宋体"/>
                          <a:cs typeface="Times New Roman"/>
                        </a:rPr>
                        <a:t>UART_IT_ERR</a:t>
                      </a:r>
                      <a:endParaRPr lang="zh-CN" sz="32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Times New Roman"/>
                          <a:ea typeface="宋体"/>
                          <a:cs typeface="Times New Roman"/>
                        </a:rPr>
                        <a:t>噪声标志，溢出错误和帧错误</a:t>
                      </a:r>
                      <a:endParaRPr lang="zh-CN" sz="32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矩形 3"/>
          <p:cNvSpPr/>
          <p:nvPr/>
        </p:nvSpPr>
        <p:spPr>
          <a:xfrm>
            <a:off x="2597694" y="945085"/>
            <a:ext cx="3611630" cy="369332"/>
          </a:xfrm>
          <a:prstGeom prst="rect">
            <a:avLst/>
          </a:prstGeom>
        </p:spPr>
        <p:txBody>
          <a:bodyPr wrap="none">
            <a:spAutoFit/>
          </a:bodyPr>
          <a:lstStyle/>
          <a:p>
            <a:r>
              <a:rPr lang="en-US" altLang="zh-CN" b="1" dirty="0"/>
              <a:t>USART</a:t>
            </a:r>
            <a:r>
              <a:rPr lang="zh-CN" altLang="en-US" b="1" dirty="0"/>
              <a:t>中断事件及中断使能标志位</a:t>
            </a:r>
          </a:p>
        </p:txBody>
      </p:sp>
      <p:sp>
        <p:nvSpPr>
          <p:cNvPr id="7" name="矩形 6"/>
          <p:cNvSpPr/>
          <p:nvPr/>
        </p:nvSpPr>
        <p:spPr>
          <a:xfrm>
            <a:off x="1" y="339503"/>
            <a:ext cx="3203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8" name="矩形 7"/>
          <p:cNvSpPr/>
          <p:nvPr/>
        </p:nvSpPr>
        <p:spPr>
          <a:xfrm>
            <a:off x="35496" y="353678"/>
            <a:ext cx="3040832" cy="461665"/>
          </a:xfrm>
          <a:prstGeom prst="rect">
            <a:avLst/>
          </a:prstGeom>
        </p:spPr>
        <p:txBody>
          <a:bodyPr wrap="none">
            <a:spAutoFit/>
          </a:bodyPr>
          <a:lstStyle/>
          <a:p>
            <a:r>
              <a:rPr lang="en-GB" altLang="zh-CN" sz="2400" b="1" dirty="0">
                <a:solidFill>
                  <a:schemeClr val="bg1"/>
                </a:solidFill>
              </a:rPr>
              <a:t>7.3.3 </a:t>
            </a:r>
            <a:r>
              <a:rPr lang="en-US" altLang="zh-CN" sz="2400" b="1" dirty="0" smtClean="0">
                <a:solidFill>
                  <a:schemeClr val="bg1"/>
                </a:solidFill>
              </a:rPr>
              <a:t> </a:t>
            </a:r>
            <a:r>
              <a:rPr lang="en-GB" altLang="zh-CN" sz="2400" b="1" dirty="0" smtClean="0">
                <a:solidFill>
                  <a:schemeClr val="bg1"/>
                </a:solidFill>
              </a:rPr>
              <a:t>USART</a:t>
            </a:r>
            <a:r>
              <a:rPr lang="zh-CN" altLang="en-US" sz="2400" b="1" dirty="0">
                <a:solidFill>
                  <a:schemeClr val="bg1"/>
                </a:solidFill>
              </a:rPr>
              <a:t>编程模式</a:t>
            </a:r>
          </a:p>
        </p:txBody>
      </p:sp>
    </p:spTree>
    <p:extLst>
      <p:ext uri="{BB962C8B-B14F-4D97-AF65-F5344CB8AC3E}">
        <p14:creationId xmlns:p14="http://schemas.microsoft.com/office/powerpoint/2010/main" val="41766885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067944" y="2355726"/>
            <a:ext cx="3816424" cy="1823576"/>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en-US" altLang="zh-CN" b="1" dirty="0" smtClean="0">
                <a:latin typeface="Times New Roman" pitchFamily="18" charset="0"/>
                <a:cs typeface="Times New Roman" pitchFamily="18" charset="0"/>
              </a:rPr>
              <a:t>       STM32F103</a:t>
            </a:r>
            <a:r>
              <a:rPr lang="zh-CN" altLang="en-US" b="1" dirty="0">
                <a:latin typeface="Times New Roman" pitchFamily="18" charset="0"/>
                <a:cs typeface="Times New Roman" pitchFamily="18" charset="0"/>
              </a:rPr>
              <a:t>微控制器的</a:t>
            </a:r>
            <a:r>
              <a:rPr lang="en-US" altLang="zh-CN" b="1" dirty="0">
                <a:latin typeface="Times New Roman" pitchFamily="18" charset="0"/>
                <a:cs typeface="Times New Roman" pitchFamily="18" charset="0"/>
              </a:rPr>
              <a:t>USART</a:t>
            </a:r>
            <a:r>
              <a:rPr lang="zh-CN" altLang="en-US" b="1" dirty="0">
                <a:latin typeface="Times New Roman" pitchFamily="18" charset="0"/>
                <a:cs typeface="Times New Roman" pitchFamily="18" charset="0"/>
              </a:rPr>
              <a:t>的发送和接收分别映射到不同的</a:t>
            </a:r>
            <a:r>
              <a:rPr lang="en-US" altLang="zh-CN" b="1" dirty="0">
                <a:latin typeface="Times New Roman" pitchFamily="18" charset="0"/>
                <a:cs typeface="Times New Roman" pitchFamily="18" charset="0"/>
              </a:rPr>
              <a:t>DMA</a:t>
            </a:r>
            <a:r>
              <a:rPr lang="zh-CN" altLang="en-US" b="1" dirty="0">
                <a:latin typeface="Times New Roman" pitchFamily="18" charset="0"/>
                <a:cs typeface="Times New Roman" pitchFamily="18" charset="0"/>
              </a:rPr>
              <a:t>通道上，如</a:t>
            </a:r>
            <a:r>
              <a:rPr lang="en-US" altLang="zh-CN" b="1" dirty="0">
                <a:latin typeface="Times New Roman" pitchFamily="18" charset="0"/>
                <a:cs typeface="Times New Roman" pitchFamily="18" charset="0"/>
              </a:rPr>
              <a:t>USART1_Rx</a:t>
            </a:r>
            <a:r>
              <a:rPr lang="zh-CN" altLang="en-US" b="1" dirty="0">
                <a:latin typeface="Times New Roman" pitchFamily="18" charset="0"/>
                <a:cs typeface="Times New Roman" pitchFamily="18" charset="0"/>
              </a:rPr>
              <a:t>被映射到</a:t>
            </a:r>
            <a:r>
              <a:rPr lang="en-US" altLang="zh-CN" b="1" dirty="0">
                <a:latin typeface="Times New Roman" pitchFamily="18" charset="0"/>
                <a:cs typeface="Times New Roman" pitchFamily="18" charset="0"/>
              </a:rPr>
              <a:t>DMA1</a:t>
            </a:r>
            <a:r>
              <a:rPr lang="zh-CN" altLang="en-US" b="1" dirty="0">
                <a:latin typeface="Times New Roman" pitchFamily="18" charset="0"/>
                <a:cs typeface="Times New Roman" pitchFamily="18" charset="0"/>
              </a:rPr>
              <a:t>的通道</a:t>
            </a:r>
            <a:r>
              <a:rPr lang="en-US" altLang="zh-CN" b="1" dirty="0">
                <a:latin typeface="Times New Roman" pitchFamily="18" charset="0"/>
                <a:cs typeface="Times New Roman" pitchFamily="18" charset="0"/>
              </a:rPr>
              <a:t>5</a:t>
            </a:r>
            <a:r>
              <a:rPr lang="zh-CN" altLang="en-US" b="1" dirty="0">
                <a:latin typeface="Times New Roman" pitchFamily="18" charset="0"/>
                <a:cs typeface="Times New Roman" pitchFamily="18" charset="0"/>
              </a:rPr>
              <a:t>，</a:t>
            </a:r>
            <a:r>
              <a:rPr lang="en-US" altLang="zh-CN" b="1" dirty="0">
                <a:latin typeface="Times New Roman" pitchFamily="18" charset="0"/>
                <a:cs typeface="Times New Roman" pitchFamily="18" charset="0"/>
              </a:rPr>
              <a:t>USART1_Tx</a:t>
            </a:r>
            <a:r>
              <a:rPr lang="zh-CN" altLang="en-US" b="1" dirty="0">
                <a:latin typeface="Times New Roman" pitchFamily="18" charset="0"/>
                <a:cs typeface="Times New Roman" pitchFamily="18" charset="0"/>
              </a:rPr>
              <a:t>被映射到</a:t>
            </a:r>
            <a:r>
              <a:rPr lang="en-US" altLang="zh-CN" b="1" dirty="0">
                <a:latin typeface="Times New Roman" pitchFamily="18" charset="0"/>
                <a:cs typeface="Times New Roman" pitchFamily="18" charset="0"/>
              </a:rPr>
              <a:t>DMA1</a:t>
            </a:r>
            <a:r>
              <a:rPr lang="zh-CN" altLang="en-US" b="1" dirty="0">
                <a:latin typeface="Times New Roman" pitchFamily="18" charset="0"/>
                <a:cs typeface="Times New Roman" pitchFamily="18" charset="0"/>
              </a:rPr>
              <a:t>的通道</a:t>
            </a:r>
            <a:r>
              <a:rPr lang="en-US" altLang="zh-CN" b="1" dirty="0" smtClean="0">
                <a:latin typeface="Times New Roman" pitchFamily="18" charset="0"/>
                <a:cs typeface="Times New Roman" pitchFamily="18" charset="0"/>
              </a:rPr>
              <a:t>4</a:t>
            </a:r>
            <a:r>
              <a:rPr lang="zh-CN" altLang="en-US" b="1" dirty="0" smtClean="0">
                <a:latin typeface="Times New Roman" pitchFamily="18" charset="0"/>
                <a:cs typeface="Times New Roman" pitchFamily="18" charset="0"/>
              </a:rPr>
              <a:t>。</a:t>
            </a:r>
            <a:endParaRPr lang="en-US" altLang="zh-CN" b="1" dirty="0">
              <a:latin typeface="Times New Roman" pitchFamily="18" charset="0"/>
              <a:cs typeface="Times New Roman" pitchFamily="18" charset="0"/>
            </a:endParaRPr>
          </a:p>
        </p:txBody>
      </p:sp>
      <p:sp>
        <p:nvSpPr>
          <p:cNvPr id="2" name="矩形 1"/>
          <p:cNvSpPr/>
          <p:nvPr/>
        </p:nvSpPr>
        <p:spPr>
          <a:xfrm>
            <a:off x="4644008" y="389873"/>
            <a:ext cx="1200970" cy="403316"/>
          </a:xfrm>
          <a:prstGeom prst="rect">
            <a:avLst/>
          </a:prstGeom>
        </p:spPr>
        <p:txBody>
          <a:bodyPr wrap="none">
            <a:spAutoFit/>
          </a:bodyPr>
          <a:lstStyle/>
          <a:p>
            <a:pPr lvl="0">
              <a:lnSpc>
                <a:spcPct val="125000"/>
              </a:lnSpc>
            </a:pPr>
            <a:r>
              <a:rPr lang="en-GB" altLang="zh-CN" b="1" dirty="0">
                <a:solidFill>
                  <a:srgbClr val="C00000"/>
                </a:solidFill>
                <a:latin typeface="Times New Roman" pitchFamily="18" charset="0"/>
                <a:cs typeface="Times New Roman" pitchFamily="18" charset="0"/>
              </a:rPr>
              <a:t>DMA</a:t>
            </a:r>
            <a:r>
              <a:rPr lang="zh-CN" altLang="en-US" b="1" dirty="0">
                <a:solidFill>
                  <a:srgbClr val="C00000"/>
                </a:solidFill>
                <a:latin typeface="Times New Roman" pitchFamily="18" charset="0"/>
                <a:cs typeface="Times New Roman" pitchFamily="18" charset="0"/>
              </a:rPr>
              <a:t>方式</a:t>
            </a:r>
          </a:p>
        </p:txBody>
      </p:sp>
      <p:sp>
        <p:nvSpPr>
          <p:cNvPr id="3" name="矩形 2"/>
          <p:cNvSpPr/>
          <p:nvPr/>
        </p:nvSpPr>
        <p:spPr>
          <a:xfrm>
            <a:off x="1619672" y="1432396"/>
            <a:ext cx="2448272" cy="923330"/>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smtClean="0">
                <a:solidFill>
                  <a:prstClr val="black"/>
                </a:solidFill>
                <a:latin typeface="Times New Roman" pitchFamily="18" charset="0"/>
                <a:cs typeface="Times New Roman" pitchFamily="18" charset="0"/>
              </a:rPr>
              <a:t>     USART</a:t>
            </a:r>
            <a:r>
              <a:rPr lang="zh-CN" altLang="en-US" b="1" dirty="0">
                <a:solidFill>
                  <a:prstClr val="black"/>
                </a:solidFill>
                <a:latin typeface="Times New Roman" pitchFamily="18" charset="0"/>
                <a:cs typeface="Times New Roman" pitchFamily="18" charset="0"/>
              </a:rPr>
              <a:t>模块可通过</a:t>
            </a:r>
            <a:r>
              <a:rPr lang="en-US" altLang="zh-CN" b="1" dirty="0">
                <a:solidFill>
                  <a:prstClr val="black"/>
                </a:solidFill>
                <a:latin typeface="Times New Roman" pitchFamily="18" charset="0"/>
                <a:cs typeface="Times New Roman" pitchFamily="18" charset="0"/>
              </a:rPr>
              <a:t>DMA</a:t>
            </a:r>
            <a:r>
              <a:rPr lang="zh-CN" altLang="en-US" b="1" dirty="0">
                <a:solidFill>
                  <a:prstClr val="black"/>
                </a:solidFill>
                <a:latin typeface="Times New Roman" pitchFamily="18" charset="0"/>
                <a:cs typeface="Times New Roman" pitchFamily="18" charset="0"/>
              </a:rPr>
              <a:t>方式进行大批量数据的连续传输。</a:t>
            </a:r>
            <a:endParaRPr lang="zh-CN" altLang="en-US" dirty="0"/>
          </a:p>
        </p:txBody>
      </p:sp>
      <p:pic>
        <p:nvPicPr>
          <p:cNvPr id="10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2120" y="1234105"/>
            <a:ext cx="1611139" cy="866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23" name="组合 122"/>
          <p:cNvGrpSpPr>
            <a:grpSpLocks noChangeAspect="1"/>
          </p:cNvGrpSpPr>
          <p:nvPr/>
        </p:nvGrpSpPr>
        <p:grpSpPr>
          <a:xfrm rot="1240105">
            <a:off x="-76957" y="3517068"/>
            <a:ext cx="5292307" cy="677845"/>
            <a:chOff x="-979410" y="1227641"/>
            <a:chExt cx="16937711" cy="2169401"/>
          </a:xfrm>
        </p:grpSpPr>
        <p:sp>
          <p:nvSpPr>
            <p:cNvPr id="124" name="任意多边形 123"/>
            <p:cNvSpPr/>
            <p:nvPr/>
          </p:nvSpPr>
          <p:spPr>
            <a:xfrm>
              <a:off x="-755895" y="1227641"/>
              <a:ext cx="16714196" cy="2035015"/>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 name="connsiteX0" fmla="*/ 0 w 10337800"/>
                <a:gd name="connsiteY0" fmla="*/ 186797 h 806129"/>
                <a:gd name="connsiteX1" fmla="*/ 1642534 w 10337800"/>
                <a:gd name="connsiteY1" fmla="*/ 804864 h 806129"/>
                <a:gd name="connsiteX2" fmla="*/ 3285067 w 10337800"/>
                <a:gd name="connsiteY2" fmla="*/ 42864 h 806129"/>
                <a:gd name="connsiteX3" fmla="*/ 4910667 w 10337800"/>
                <a:gd name="connsiteY3" fmla="*/ 754064 h 806129"/>
                <a:gd name="connsiteX4" fmla="*/ 6553200 w 10337800"/>
                <a:gd name="connsiteY4" fmla="*/ 76730 h 806129"/>
                <a:gd name="connsiteX5" fmla="*/ 8246534 w 10337800"/>
                <a:gd name="connsiteY5" fmla="*/ 770996 h 806129"/>
                <a:gd name="connsiteX6" fmla="*/ 9575800 w 10337800"/>
                <a:gd name="connsiteY6" fmla="*/ 76730 h 806129"/>
                <a:gd name="connsiteX7" fmla="*/ 10337800 w 10337800"/>
                <a:gd name="connsiteY7" fmla="*/ 530 h 806129"/>
                <a:gd name="connsiteX0" fmla="*/ 0 w 10556875"/>
                <a:gd name="connsiteY0" fmla="*/ 181741 h 801073"/>
                <a:gd name="connsiteX1" fmla="*/ 1642534 w 10556875"/>
                <a:gd name="connsiteY1" fmla="*/ 799808 h 801073"/>
                <a:gd name="connsiteX2" fmla="*/ 3285067 w 10556875"/>
                <a:gd name="connsiteY2" fmla="*/ 37808 h 801073"/>
                <a:gd name="connsiteX3" fmla="*/ 4910667 w 10556875"/>
                <a:gd name="connsiteY3" fmla="*/ 749008 h 801073"/>
                <a:gd name="connsiteX4" fmla="*/ 6553200 w 10556875"/>
                <a:gd name="connsiteY4" fmla="*/ 71674 h 801073"/>
                <a:gd name="connsiteX5" fmla="*/ 8246534 w 10556875"/>
                <a:gd name="connsiteY5" fmla="*/ 765940 h 801073"/>
                <a:gd name="connsiteX6" fmla="*/ 9575800 w 10556875"/>
                <a:gd name="connsiteY6" fmla="*/ 71674 h 801073"/>
                <a:gd name="connsiteX7" fmla="*/ 10556875 w 10556875"/>
                <a:gd name="connsiteY7" fmla="*/ 4999 h 801073"/>
                <a:gd name="connsiteX0" fmla="*/ 0 w 10556875"/>
                <a:gd name="connsiteY0" fmla="*/ 224093 h 843425"/>
                <a:gd name="connsiteX1" fmla="*/ 1642534 w 10556875"/>
                <a:gd name="connsiteY1" fmla="*/ 842160 h 843425"/>
                <a:gd name="connsiteX2" fmla="*/ 3285067 w 10556875"/>
                <a:gd name="connsiteY2" fmla="*/ 80160 h 843425"/>
                <a:gd name="connsiteX3" fmla="*/ 4910667 w 10556875"/>
                <a:gd name="connsiteY3" fmla="*/ 791360 h 843425"/>
                <a:gd name="connsiteX4" fmla="*/ 6553200 w 10556875"/>
                <a:gd name="connsiteY4" fmla="*/ 114026 h 843425"/>
                <a:gd name="connsiteX5" fmla="*/ 8246534 w 10556875"/>
                <a:gd name="connsiteY5" fmla="*/ 808292 h 843425"/>
                <a:gd name="connsiteX6" fmla="*/ 9575800 w 10556875"/>
                <a:gd name="connsiteY6" fmla="*/ 114026 h 843425"/>
                <a:gd name="connsiteX7" fmla="*/ 10556875 w 10556875"/>
                <a:gd name="connsiteY7" fmla="*/ 47351 h 843425"/>
                <a:gd name="connsiteX0" fmla="*/ 0 w 10556875"/>
                <a:gd name="connsiteY0" fmla="*/ 226862 h 846194"/>
                <a:gd name="connsiteX1" fmla="*/ 1642534 w 10556875"/>
                <a:gd name="connsiteY1" fmla="*/ 844929 h 846194"/>
                <a:gd name="connsiteX2" fmla="*/ 3285067 w 10556875"/>
                <a:gd name="connsiteY2" fmla="*/ 82929 h 846194"/>
                <a:gd name="connsiteX3" fmla="*/ 4910667 w 10556875"/>
                <a:gd name="connsiteY3" fmla="*/ 794129 h 846194"/>
                <a:gd name="connsiteX4" fmla="*/ 6553200 w 10556875"/>
                <a:gd name="connsiteY4" fmla="*/ 116795 h 846194"/>
                <a:gd name="connsiteX5" fmla="*/ 8246534 w 10556875"/>
                <a:gd name="connsiteY5" fmla="*/ 811061 h 846194"/>
                <a:gd name="connsiteX6" fmla="*/ 9575800 w 10556875"/>
                <a:gd name="connsiteY6" fmla="*/ 116795 h 846194"/>
                <a:gd name="connsiteX7" fmla="*/ 10556875 w 10556875"/>
                <a:gd name="connsiteY7" fmla="*/ 50120 h 846194"/>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5459"/>
                <a:gd name="connsiteX1" fmla="*/ 1985434 w 10899775"/>
                <a:gd name="connsiteY1" fmla="*/ 1075267 h 1075459"/>
                <a:gd name="connsiteX2" fmla="*/ 3627967 w 10899775"/>
                <a:gd name="connsiteY2" fmla="*/ 313267 h 1075459"/>
                <a:gd name="connsiteX3" fmla="*/ 5253567 w 10899775"/>
                <a:gd name="connsiteY3" fmla="*/ 1024467 h 1075459"/>
                <a:gd name="connsiteX4" fmla="*/ 6896100 w 10899775"/>
                <a:gd name="connsiteY4" fmla="*/ 347133 h 1075459"/>
                <a:gd name="connsiteX5" fmla="*/ 8589434 w 10899775"/>
                <a:gd name="connsiteY5" fmla="*/ 1041399 h 1075459"/>
                <a:gd name="connsiteX6" fmla="*/ 9918700 w 10899775"/>
                <a:gd name="connsiteY6" fmla="*/ 347133 h 1075459"/>
                <a:gd name="connsiteX7" fmla="*/ 10899775 w 10899775"/>
                <a:gd name="connsiteY7" fmla="*/ 280458 h 1075459"/>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07932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71785"/>
                <a:gd name="connsiteX1" fmla="*/ 2099734 w 10899775"/>
                <a:gd name="connsiteY1" fmla="*/ 1065742 h 1071785"/>
                <a:gd name="connsiteX2" fmla="*/ 3627967 w 10899775"/>
                <a:gd name="connsiteY2" fmla="*/ 313267 h 1071785"/>
                <a:gd name="connsiteX3" fmla="*/ 5253567 w 10899775"/>
                <a:gd name="connsiteY3" fmla="*/ 1024467 h 1071785"/>
                <a:gd name="connsiteX4" fmla="*/ 6896100 w 10899775"/>
                <a:gd name="connsiteY4" fmla="*/ 347133 h 1071785"/>
                <a:gd name="connsiteX5" fmla="*/ 8507932 w 10899775"/>
                <a:gd name="connsiteY5" fmla="*/ 1041399 h 1071785"/>
                <a:gd name="connsiteX6" fmla="*/ 9918700 w 10899775"/>
                <a:gd name="connsiteY6" fmla="*/ 347133 h 1071785"/>
                <a:gd name="connsiteX7" fmla="*/ 10899775 w 10899775"/>
                <a:gd name="connsiteY7" fmla="*/ 280458 h 10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9775" h="1071785">
                  <a:moveTo>
                    <a:pt x="0" y="0"/>
                  </a:moveTo>
                  <a:cubicBezTo>
                    <a:pt x="808214" y="721078"/>
                    <a:pt x="1427333" y="1126857"/>
                    <a:pt x="2099734" y="1065742"/>
                  </a:cubicBezTo>
                  <a:cubicBezTo>
                    <a:pt x="2772135" y="1004627"/>
                    <a:pt x="3102328" y="320146"/>
                    <a:pt x="3627967" y="313267"/>
                  </a:cubicBezTo>
                  <a:cubicBezTo>
                    <a:pt x="4153606" y="306388"/>
                    <a:pt x="4556478" y="1027289"/>
                    <a:pt x="5253567" y="1024467"/>
                  </a:cubicBezTo>
                  <a:cubicBezTo>
                    <a:pt x="5950656" y="1021645"/>
                    <a:pt x="6353706" y="344311"/>
                    <a:pt x="6896100" y="347133"/>
                  </a:cubicBezTo>
                  <a:cubicBezTo>
                    <a:pt x="7438494" y="349955"/>
                    <a:pt x="8004165" y="1041399"/>
                    <a:pt x="8507932" y="1041399"/>
                  </a:cubicBezTo>
                  <a:cubicBezTo>
                    <a:pt x="9011699" y="1041399"/>
                    <a:pt x="9520060" y="473956"/>
                    <a:pt x="9918700" y="347133"/>
                  </a:cubicBezTo>
                  <a:cubicBezTo>
                    <a:pt x="10317340" y="220310"/>
                    <a:pt x="10636250" y="201083"/>
                    <a:pt x="10899775" y="280458"/>
                  </a:cubicBez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任意多边形 124"/>
            <p:cNvSpPr/>
            <p:nvPr/>
          </p:nvSpPr>
          <p:spPr>
            <a:xfrm>
              <a:off x="-979410" y="1517948"/>
              <a:ext cx="14683955" cy="1449363"/>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75800" h="763339">
                  <a:moveTo>
                    <a:pt x="0" y="144007"/>
                  </a:moveTo>
                  <a:cubicBezTo>
                    <a:pt x="551039" y="465035"/>
                    <a:pt x="1095023" y="786063"/>
                    <a:pt x="1642534" y="762074"/>
                  </a:cubicBezTo>
                  <a:cubicBezTo>
                    <a:pt x="2190045" y="738085"/>
                    <a:pt x="2740378" y="8541"/>
                    <a:pt x="3285067" y="74"/>
                  </a:cubicBezTo>
                  <a:cubicBezTo>
                    <a:pt x="3829756" y="-8393"/>
                    <a:pt x="4213578" y="714096"/>
                    <a:pt x="4910667" y="711274"/>
                  </a:cubicBezTo>
                  <a:cubicBezTo>
                    <a:pt x="5607756" y="708452"/>
                    <a:pt x="5997222" y="31118"/>
                    <a:pt x="6553200" y="33940"/>
                  </a:cubicBezTo>
                  <a:cubicBezTo>
                    <a:pt x="7109178" y="36762"/>
                    <a:pt x="7742767" y="728206"/>
                    <a:pt x="8246534" y="728206"/>
                  </a:cubicBezTo>
                  <a:cubicBezTo>
                    <a:pt x="8750301" y="728206"/>
                    <a:pt x="9354256" y="149651"/>
                    <a:pt x="9575800" y="33940"/>
                  </a:cubicBezTo>
                  <a:lnTo>
                    <a:pt x="9575800" y="33940"/>
                  </a:ln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6" name="组合 125"/>
            <p:cNvGrpSpPr/>
            <p:nvPr/>
          </p:nvGrpSpPr>
          <p:grpSpPr>
            <a:xfrm>
              <a:off x="2692030" y="2772259"/>
              <a:ext cx="624783" cy="624783"/>
              <a:chOff x="5252030" y="2008764"/>
              <a:chExt cx="809336" cy="809336"/>
            </a:xfrm>
            <a:solidFill>
              <a:schemeClr val="accent1"/>
            </a:solidFill>
          </p:grpSpPr>
          <p:sp>
            <p:nvSpPr>
              <p:cNvPr id="163" name="椭圆 162"/>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64" name="椭圆 163"/>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7" name="组合 126"/>
            <p:cNvGrpSpPr/>
            <p:nvPr/>
          </p:nvGrpSpPr>
          <p:grpSpPr>
            <a:xfrm>
              <a:off x="10268897" y="2115335"/>
              <a:ext cx="624783" cy="624783"/>
              <a:chOff x="5252030" y="2008764"/>
              <a:chExt cx="809336" cy="809336"/>
            </a:xfrm>
            <a:solidFill>
              <a:schemeClr val="accent3"/>
            </a:solidFill>
          </p:grpSpPr>
          <p:sp>
            <p:nvSpPr>
              <p:cNvPr id="161" name="椭圆 160"/>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62" name="椭圆 161"/>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8" name="组合 127"/>
            <p:cNvGrpSpPr/>
            <p:nvPr/>
          </p:nvGrpSpPr>
          <p:grpSpPr>
            <a:xfrm>
              <a:off x="7721153" y="1991409"/>
              <a:ext cx="461966" cy="461965"/>
              <a:chOff x="304800" y="673100"/>
              <a:chExt cx="4000500" cy="4000500"/>
            </a:xfrm>
            <a:solidFill>
              <a:schemeClr val="accent2"/>
            </a:solidFill>
            <a:effectLst>
              <a:outerShdw blurRad="444500" dist="254000" dir="8100000" algn="tr" rotWithShape="0">
                <a:prstClr val="black">
                  <a:alpha val="50000"/>
                </a:prstClr>
              </a:outerShdw>
            </a:effectLst>
          </p:grpSpPr>
          <p:sp>
            <p:nvSpPr>
              <p:cNvPr id="159" name="同心圆 158"/>
              <p:cNvSpPr/>
              <p:nvPr/>
            </p:nvSpPr>
            <p:spPr>
              <a:xfrm>
                <a:off x="304800" y="673100"/>
                <a:ext cx="4000500" cy="4000500"/>
              </a:xfrm>
              <a:prstGeom prst="donut">
                <a:avLst>
                  <a:gd name="adj" fmla="val 4879"/>
                </a:avLst>
              </a:prstGeom>
              <a:grp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160" name="椭圆 159"/>
              <p:cNvSpPr/>
              <p:nvPr/>
            </p:nvSpPr>
            <p:spPr>
              <a:xfrm>
                <a:off x="392112" y="760412"/>
                <a:ext cx="3825874" cy="3825874"/>
              </a:xfrm>
              <a:prstGeom prst="ellipse">
                <a:avLst/>
              </a:prstGeom>
              <a:solidFill>
                <a:schemeClr val="accent2">
                  <a:lumMod val="20000"/>
                  <a:lumOff val="80000"/>
                </a:schemeClr>
              </a:soli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129" name="组合 128"/>
            <p:cNvGrpSpPr/>
            <p:nvPr/>
          </p:nvGrpSpPr>
          <p:grpSpPr>
            <a:xfrm>
              <a:off x="7724528" y="2725349"/>
              <a:ext cx="558525" cy="558524"/>
              <a:chOff x="304800" y="673100"/>
              <a:chExt cx="4000500" cy="4000500"/>
            </a:xfrm>
            <a:effectLst>
              <a:outerShdw blurRad="444500" dist="254000" dir="8100000" algn="tr" rotWithShape="0">
                <a:prstClr val="black">
                  <a:alpha val="50000"/>
                </a:prstClr>
              </a:outerShdw>
            </a:effectLst>
          </p:grpSpPr>
          <p:sp>
            <p:nvSpPr>
              <p:cNvPr id="157" name="同心圆 15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158" name="椭圆 15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130" name="组合 129"/>
            <p:cNvGrpSpPr/>
            <p:nvPr/>
          </p:nvGrpSpPr>
          <p:grpSpPr>
            <a:xfrm>
              <a:off x="4615703" y="1546211"/>
              <a:ext cx="396942" cy="396941"/>
              <a:chOff x="304800" y="673100"/>
              <a:chExt cx="4000500" cy="4000500"/>
            </a:xfrm>
            <a:effectLst>
              <a:outerShdw blurRad="444500" dist="254000" dir="8100000" algn="tr" rotWithShape="0">
                <a:prstClr val="black">
                  <a:alpha val="50000"/>
                </a:prstClr>
              </a:outerShdw>
            </a:effectLst>
          </p:grpSpPr>
          <p:sp>
            <p:nvSpPr>
              <p:cNvPr id="155" name="同心圆 15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156" name="椭圆 155"/>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131" name="组合 130"/>
            <p:cNvGrpSpPr/>
            <p:nvPr/>
          </p:nvGrpSpPr>
          <p:grpSpPr>
            <a:xfrm>
              <a:off x="9189314" y="1406230"/>
              <a:ext cx="483157" cy="483155"/>
              <a:chOff x="304800" y="673100"/>
              <a:chExt cx="4000500" cy="4000500"/>
            </a:xfrm>
            <a:effectLst>
              <a:outerShdw blurRad="444500" dist="254000" dir="8100000" algn="tr" rotWithShape="0">
                <a:prstClr val="black">
                  <a:alpha val="50000"/>
                </a:prstClr>
              </a:outerShdw>
            </a:effectLst>
          </p:grpSpPr>
          <p:sp>
            <p:nvSpPr>
              <p:cNvPr id="153" name="同心圆 15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154" name="椭圆 153"/>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132" name="组合 131"/>
            <p:cNvGrpSpPr/>
            <p:nvPr/>
          </p:nvGrpSpPr>
          <p:grpSpPr>
            <a:xfrm>
              <a:off x="1467136" y="3063612"/>
              <a:ext cx="307015" cy="307014"/>
              <a:chOff x="304800" y="673100"/>
              <a:chExt cx="4000500" cy="4000500"/>
            </a:xfrm>
            <a:effectLst>
              <a:outerShdw blurRad="444500" dist="254000" dir="8100000" algn="tr" rotWithShape="0">
                <a:prstClr val="black">
                  <a:alpha val="50000"/>
                </a:prstClr>
              </a:outerShdw>
            </a:effectLst>
          </p:grpSpPr>
          <p:sp>
            <p:nvSpPr>
              <p:cNvPr id="151" name="同心圆 15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152" name="椭圆 151"/>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133" name="组合 132"/>
            <p:cNvGrpSpPr/>
            <p:nvPr/>
          </p:nvGrpSpPr>
          <p:grpSpPr>
            <a:xfrm>
              <a:off x="3724953" y="2319782"/>
              <a:ext cx="311816" cy="311816"/>
              <a:chOff x="5252030" y="2008764"/>
              <a:chExt cx="809336" cy="809336"/>
            </a:xfrm>
            <a:solidFill>
              <a:schemeClr val="accent4"/>
            </a:solidFill>
          </p:grpSpPr>
          <p:sp>
            <p:nvSpPr>
              <p:cNvPr id="149" name="椭圆 148"/>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50" name="椭圆 149"/>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4" name="组合 133"/>
            <p:cNvGrpSpPr/>
            <p:nvPr/>
          </p:nvGrpSpPr>
          <p:grpSpPr>
            <a:xfrm>
              <a:off x="1801536" y="2700001"/>
              <a:ext cx="311816" cy="311816"/>
              <a:chOff x="5252030" y="2008764"/>
              <a:chExt cx="809336" cy="809336"/>
            </a:xfrm>
            <a:solidFill>
              <a:schemeClr val="accent1"/>
            </a:solidFill>
          </p:grpSpPr>
          <p:sp>
            <p:nvSpPr>
              <p:cNvPr id="147" name="椭圆 146"/>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48" name="椭圆 147"/>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5" name="组合 134"/>
            <p:cNvGrpSpPr/>
            <p:nvPr/>
          </p:nvGrpSpPr>
          <p:grpSpPr>
            <a:xfrm>
              <a:off x="8561127" y="1538515"/>
              <a:ext cx="311816" cy="311816"/>
              <a:chOff x="5252030" y="2008764"/>
              <a:chExt cx="809336" cy="809336"/>
            </a:xfrm>
            <a:solidFill>
              <a:schemeClr val="accent2"/>
            </a:solidFill>
          </p:grpSpPr>
          <p:sp>
            <p:nvSpPr>
              <p:cNvPr id="145" name="椭圆 144"/>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46" name="椭圆 145"/>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6" name="组合 135"/>
            <p:cNvGrpSpPr/>
            <p:nvPr/>
          </p:nvGrpSpPr>
          <p:grpSpPr>
            <a:xfrm>
              <a:off x="3145325" y="1762927"/>
              <a:ext cx="231826" cy="231826"/>
              <a:chOff x="5252030" y="2008764"/>
              <a:chExt cx="809336" cy="809336"/>
            </a:xfrm>
            <a:solidFill>
              <a:schemeClr val="accent2"/>
            </a:solidFill>
          </p:grpSpPr>
          <p:sp>
            <p:nvSpPr>
              <p:cNvPr id="143" name="椭圆 142"/>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44" name="椭圆 143"/>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7" name="组合 136"/>
            <p:cNvGrpSpPr/>
            <p:nvPr/>
          </p:nvGrpSpPr>
          <p:grpSpPr>
            <a:xfrm>
              <a:off x="8648304" y="2308258"/>
              <a:ext cx="452227" cy="452227"/>
              <a:chOff x="5252030" y="2008764"/>
              <a:chExt cx="809336" cy="809336"/>
            </a:xfrm>
            <a:solidFill>
              <a:schemeClr val="accent3"/>
            </a:solidFill>
          </p:grpSpPr>
          <p:sp>
            <p:nvSpPr>
              <p:cNvPr id="141" name="椭圆 140"/>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42" name="椭圆 141"/>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8" name="组合 137"/>
            <p:cNvGrpSpPr/>
            <p:nvPr/>
          </p:nvGrpSpPr>
          <p:grpSpPr>
            <a:xfrm>
              <a:off x="9318573" y="1943153"/>
              <a:ext cx="226113" cy="226113"/>
              <a:chOff x="5252030" y="2008764"/>
              <a:chExt cx="809336" cy="809336"/>
            </a:xfrm>
            <a:solidFill>
              <a:schemeClr val="accent4"/>
            </a:solidFill>
          </p:grpSpPr>
          <p:sp>
            <p:nvSpPr>
              <p:cNvPr id="139" name="椭圆 138"/>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140" name="椭圆 139"/>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0" name="矩形 49"/>
          <p:cNvSpPr/>
          <p:nvPr/>
        </p:nvSpPr>
        <p:spPr>
          <a:xfrm>
            <a:off x="1" y="339503"/>
            <a:ext cx="3203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1" name="矩形 50"/>
          <p:cNvSpPr/>
          <p:nvPr/>
        </p:nvSpPr>
        <p:spPr>
          <a:xfrm>
            <a:off x="35496" y="353678"/>
            <a:ext cx="3040832" cy="461665"/>
          </a:xfrm>
          <a:prstGeom prst="rect">
            <a:avLst/>
          </a:prstGeom>
        </p:spPr>
        <p:txBody>
          <a:bodyPr wrap="none">
            <a:spAutoFit/>
          </a:bodyPr>
          <a:lstStyle/>
          <a:p>
            <a:r>
              <a:rPr lang="en-GB" altLang="zh-CN" sz="2400" b="1" dirty="0">
                <a:solidFill>
                  <a:schemeClr val="bg1"/>
                </a:solidFill>
              </a:rPr>
              <a:t>7.3.3 </a:t>
            </a:r>
            <a:r>
              <a:rPr lang="en-US" altLang="zh-CN" sz="2400" b="1" dirty="0" smtClean="0">
                <a:solidFill>
                  <a:schemeClr val="bg1"/>
                </a:solidFill>
              </a:rPr>
              <a:t> </a:t>
            </a:r>
            <a:r>
              <a:rPr lang="en-GB" altLang="zh-CN" sz="2400" b="1" dirty="0" smtClean="0">
                <a:solidFill>
                  <a:schemeClr val="bg1"/>
                </a:solidFill>
              </a:rPr>
              <a:t>USART</a:t>
            </a:r>
            <a:r>
              <a:rPr lang="zh-CN" altLang="en-US" sz="2400" b="1" dirty="0">
                <a:solidFill>
                  <a:schemeClr val="bg1"/>
                </a:solidFill>
              </a:rPr>
              <a:t>编程模式</a:t>
            </a:r>
          </a:p>
        </p:txBody>
      </p:sp>
    </p:spTree>
    <p:extLst>
      <p:ext uri="{BB962C8B-B14F-4D97-AF65-F5344CB8AC3E}">
        <p14:creationId xmlns:p14="http://schemas.microsoft.com/office/powerpoint/2010/main" val="16188118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339503"/>
            <a:ext cx="658822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07504" y="381893"/>
            <a:ext cx="6415218"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7.4 USART</a:t>
            </a:r>
            <a:r>
              <a:rPr lang="zh-CN" altLang="en-US" sz="2400" b="1" dirty="0">
                <a:solidFill>
                  <a:schemeClr val="bg1"/>
                </a:solidFill>
                <a:latin typeface="微软雅黑" pitchFamily="34" charset="-122"/>
                <a:ea typeface="微软雅黑" pitchFamily="34" charset="-122"/>
              </a:rPr>
              <a:t>模块的标准外设库接口函数及应用</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3441466865"/>
              </p:ext>
            </p:extLst>
          </p:nvPr>
        </p:nvGraphicFramePr>
        <p:xfrm>
          <a:off x="1979712" y="1491630"/>
          <a:ext cx="5328592" cy="31999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8327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C:\Users\DELL\Desktop\Snipaste_2019-01-31_00-26-16.png"/>
          <p:cNvPicPr/>
          <p:nvPr/>
        </p:nvPicPr>
        <p:blipFill>
          <a:blip r:embed="rId2">
            <a:extLst>
              <a:ext uri="{28A0092B-C50C-407E-A947-70E740481C1C}">
                <a14:useLocalDpi xmlns:a14="http://schemas.microsoft.com/office/drawing/2010/main" val="0"/>
              </a:ext>
            </a:extLst>
          </a:blip>
          <a:srcRect/>
          <a:stretch>
            <a:fillRect/>
          </a:stretch>
        </p:blipFill>
        <p:spPr bwMode="auto">
          <a:xfrm>
            <a:off x="323528" y="1347614"/>
            <a:ext cx="5544616" cy="3168352"/>
          </a:xfrm>
          <a:prstGeom prst="rect">
            <a:avLst/>
          </a:prstGeom>
          <a:noFill/>
          <a:ln>
            <a:noFill/>
          </a:ln>
        </p:spPr>
      </p:pic>
      <p:sp>
        <p:nvSpPr>
          <p:cNvPr id="5" name="矩形 4"/>
          <p:cNvSpPr/>
          <p:nvPr/>
        </p:nvSpPr>
        <p:spPr>
          <a:xfrm>
            <a:off x="5796136" y="771549"/>
            <a:ext cx="3024335" cy="390606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sz="2000" b="1" dirty="0" smtClean="0"/>
              <a:t>     </a:t>
            </a:r>
            <a:r>
              <a:rPr lang="en-US" altLang="zh-CN" sz="2000" b="1" dirty="0"/>
              <a:t>STM32</a:t>
            </a:r>
            <a:r>
              <a:rPr lang="zh-CN" altLang="en-US" sz="2000" b="1" dirty="0"/>
              <a:t>的</a:t>
            </a:r>
            <a:r>
              <a:rPr lang="en-US" altLang="zh-CN" sz="2000" b="1" dirty="0"/>
              <a:t>USART</a:t>
            </a:r>
            <a:r>
              <a:rPr lang="zh-CN" altLang="en-US" sz="2000" b="1" dirty="0"/>
              <a:t>标准外设库函数定义在</a:t>
            </a:r>
            <a:r>
              <a:rPr lang="en-US" altLang="zh-CN" sz="2000" b="1" dirty="0"/>
              <a:t>STM32F10x</a:t>
            </a:r>
            <a:r>
              <a:rPr lang="zh-CN" altLang="en-US" sz="2000" b="1" dirty="0"/>
              <a:t>标准外设库的</a:t>
            </a:r>
            <a:r>
              <a:rPr lang="en-US" altLang="zh-CN" sz="2000" b="1" dirty="0"/>
              <a:t>stm32f10x_usart.c</a:t>
            </a:r>
            <a:r>
              <a:rPr lang="zh-CN" altLang="en-US" sz="2000" b="1" dirty="0"/>
              <a:t>文件中，其相应的</a:t>
            </a:r>
            <a:r>
              <a:rPr lang="en-US" altLang="zh-CN" sz="2000" b="1" dirty="0"/>
              <a:t>stm32f10x_usart.h</a:t>
            </a:r>
            <a:r>
              <a:rPr lang="zh-CN" altLang="en-US" sz="2000" b="1" dirty="0"/>
              <a:t>头文件定义了</a:t>
            </a:r>
            <a:r>
              <a:rPr lang="en-US" altLang="zh-CN" sz="2000" b="1" dirty="0"/>
              <a:t>USART</a:t>
            </a:r>
            <a:r>
              <a:rPr lang="zh-CN" altLang="en-US" sz="2000" b="1" dirty="0"/>
              <a:t>相关的结构体和宏定义，并声明了相关的标准外设库函数，共</a:t>
            </a:r>
            <a:r>
              <a:rPr lang="en-US" altLang="zh-CN" sz="2000" b="1" dirty="0"/>
              <a:t>29</a:t>
            </a:r>
            <a:r>
              <a:rPr lang="zh-CN" altLang="en-US" sz="2000" b="1" dirty="0" smtClean="0"/>
              <a:t>种。</a:t>
            </a:r>
            <a:endParaRPr lang="zh-CN" altLang="en-US" sz="2000" b="1" dirty="0"/>
          </a:p>
        </p:txBody>
      </p:sp>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Tree>
    <p:extLst>
      <p:ext uri="{BB962C8B-B14F-4D97-AF65-F5344CB8AC3E}">
        <p14:creationId xmlns:p14="http://schemas.microsoft.com/office/powerpoint/2010/main" val="33051348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83625" y="1421570"/>
            <a:ext cx="4144359" cy="320857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b="1" dirty="0" err="1"/>
              <a:t>typedef</a:t>
            </a:r>
            <a:r>
              <a:rPr lang="en-US" b="1" dirty="0"/>
              <a:t> </a:t>
            </a:r>
            <a:r>
              <a:rPr lang="en-US" b="1" dirty="0" err="1"/>
              <a:t>struct</a:t>
            </a:r>
            <a:endParaRPr lang="en-US" b="1" dirty="0"/>
          </a:p>
          <a:p>
            <a:pPr>
              <a:lnSpc>
                <a:spcPct val="125000"/>
              </a:lnSpc>
            </a:pPr>
            <a:r>
              <a:rPr lang="en-US" b="1" dirty="0"/>
              <a:t>{</a:t>
            </a:r>
          </a:p>
          <a:p>
            <a:pPr>
              <a:lnSpc>
                <a:spcPct val="125000"/>
              </a:lnSpc>
            </a:pPr>
            <a:r>
              <a:rPr lang="en-US" b="1" dirty="0"/>
              <a:t>  uint32_t </a:t>
            </a:r>
            <a:r>
              <a:rPr lang="en-US" b="1" dirty="0" err="1"/>
              <a:t>USART_BaudRate</a:t>
            </a:r>
            <a:r>
              <a:rPr lang="en-US" b="1" dirty="0"/>
              <a:t>; </a:t>
            </a:r>
          </a:p>
          <a:p>
            <a:pPr>
              <a:lnSpc>
                <a:spcPct val="125000"/>
              </a:lnSpc>
            </a:pPr>
            <a:r>
              <a:rPr lang="en-US" b="1" dirty="0"/>
              <a:t>  uint16_t </a:t>
            </a:r>
            <a:r>
              <a:rPr lang="en-US" b="1" dirty="0" err="1"/>
              <a:t>USART_WordLength</a:t>
            </a:r>
            <a:r>
              <a:rPr lang="en-US" b="1" dirty="0"/>
              <a:t>;       </a:t>
            </a:r>
          </a:p>
          <a:p>
            <a:pPr>
              <a:lnSpc>
                <a:spcPct val="125000"/>
              </a:lnSpc>
            </a:pPr>
            <a:r>
              <a:rPr lang="en-US" b="1" dirty="0"/>
              <a:t>  uint16_t </a:t>
            </a:r>
            <a:r>
              <a:rPr lang="en-US" b="1" dirty="0" err="1"/>
              <a:t>USART_StopBits</a:t>
            </a:r>
            <a:r>
              <a:rPr lang="en-US" b="1" dirty="0"/>
              <a:t>;          </a:t>
            </a:r>
          </a:p>
          <a:p>
            <a:pPr>
              <a:lnSpc>
                <a:spcPct val="125000"/>
              </a:lnSpc>
            </a:pPr>
            <a:r>
              <a:rPr lang="en-US" b="1" dirty="0"/>
              <a:t>  uint16_t </a:t>
            </a:r>
            <a:r>
              <a:rPr lang="en-US" b="1" dirty="0" err="1"/>
              <a:t>USART_Parity</a:t>
            </a:r>
            <a:r>
              <a:rPr lang="en-US" b="1" dirty="0"/>
              <a:t>;             </a:t>
            </a:r>
          </a:p>
          <a:p>
            <a:pPr>
              <a:lnSpc>
                <a:spcPct val="125000"/>
              </a:lnSpc>
            </a:pPr>
            <a:r>
              <a:rPr lang="en-US" b="1" dirty="0"/>
              <a:t>  uint16_t </a:t>
            </a:r>
            <a:r>
              <a:rPr lang="en-US" b="1" dirty="0" err="1"/>
              <a:t>USART_Mode</a:t>
            </a:r>
            <a:r>
              <a:rPr lang="en-US" b="1" dirty="0"/>
              <a:t>;              </a:t>
            </a:r>
          </a:p>
          <a:p>
            <a:pPr>
              <a:lnSpc>
                <a:spcPct val="125000"/>
              </a:lnSpc>
            </a:pPr>
            <a:r>
              <a:rPr lang="en-US" b="1" dirty="0"/>
              <a:t>  uint16_t </a:t>
            </a:r>
            <a:r>
              <a:rPr lang="en-US" b="1" dirty="0" err="1"/>
              <a:t>USART_HardwareFlowControl</a:t>
            </a:r>
            <a:r>
              <a:rPr lang="en-US" b="1" dirty="0"/>
              <a:t>; </a:t>
            </a:r>
          </a:p>
          <a:p>
            <a:pPr>
              <a:lnSpc>
                <a:spcPct val="125000"/>
              </a:lnSpc>
            </a:pPr>
            <a:r>
              <a:rPr lang="en-US" b="1" dirty="0"/>
              <a:t>} </a:t>
            </a:r>
            <a:r>
              <a:rPr lang="en-US" b="1" dirty="0" err="1"/>
              <a:t>USART_InitTypeDef</a:t>
            </a:r>
            <a:r>
              <a:rPr lang="en-US" b="1" dirty="0"/>
              <a:t>;</a:t>
            </a:r>
          </a:p>
        </p:txBody>
      </p:sp>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2" name="矩形 1"/>
          <p:cNvSpPr/>
          <p:nvPr/>
        </p:nvSpPr>
        <p:spPr>
          <a:xfrm>
            <a:off x="1263349" y="987574"/>
            <a:ext cx="2217017" cy="369332"/>
          </a:xfrm>
          <a:prstGeom prst="rect">
            <a:avLst/>
          </a:prstGeom>
        </p:spPr>
        <p:txBody>
          <a:bodyPr wrap="none">
            <a:spAutoFit/>
          </a:bodyPr>
          <a:lstStyle/>
          <a:p>
            <a:r>
              <a:rPr lang="en-GB" altLang="zh-CN" b="1" dirty="0">
                <a:solidFill>
                  <a:srgbClr val="C00000"/>
                </a:solidFill>
              </a:rPr>
              <a:t>USART</a:t>
            </a:r>
            <a:r>
              <a:rPr lang="zh-CN" altLang="en-US" b="1" dirty="0">
                <a:solidFill>
                  <a:srgbClr val="C00000"/>
                </a:solidFill>
              </a:rPr>
              <a:t>初始化结构体</a:t>
            </a:r>
          </a:p>
        </p:txBody>
      </p:sp>
      <p:graphicFrame>
        <p:nvGraphicFramePr>
          <p:cNvPr id="3" name="表格 2"/>
          <p:cNvGraphicFramePr>
            <a:graphicFrameLocks noGrp="1"/>
          </p:cNvGraphicFramePr>
          <p:nvPr>
            <p:extLst>
              <p:ext uri="{D42A27DB-BD31-4B8C-83A1-F6EECF244321}">
                <p14:modId xmlns:p14="http://schemas.microsoft.com/office/powerpoint/2010/main" val="1308836438"/>
              </p:ext>
            </p:extLst>
          </p:nvPr>
        </p:nvGraphicFramePr>
        <p:xfrm>
          <a:off x="4520773" y="937998"/>
          <a:ext cx="4443715" cy="4023360"/>
        </p:xfrm>
        <a:graphic>
          <a:graphicData uri="http://schemas.openxmlformats.org/drawingml/2006/table">
            <a:tbl>
              <a:tblPr firstRow="1" firstCol="1" bandRow="1"/>
              <a:tblGrid>
                <a:gridCol w="1748347"/>
                <a:gridCol w="2695368"/>
              </a:tblGrid>
              <a:tr h="0">
                <a:tc>
                  <a:txBody>
                    <a:bodyPr/>
                    <a:lstStyle/>
                    <a:p>
                      <a:pPr algn="ctr">
                        <a:spcAft>
                          <a:spcPts val="0"/>
                        </a:spcAft>
                      </a:pPr>
                      <a:r>
                        <a:rPr lang="zh-CN" sz="1200" b="1" kern="0" dirty="0">
                          <a:solidFill>
                            <a:schemeClr val="bg1"/>
                          </a:solidFill>
                          <a:effectLst/>
                          <a:latin typeface="Calibri"/>
                          <a:ea typeface="宋体"/>
                          <a:cs typeface="Times New Roman"/>
                        </a:rPr>
                        <a:t>结构体成员</a:t>
                      </a:r>
                      <a:endParaRPr lang="zh-CN" sz="1200" b="1" kern="100" dirty="0">
                        <a:solidFill>
                          <a:schemeClr val="bg1"/>
                        </a:solidFill>
                        <a:effectLst/>
                        <a:latin typeface="Calibri"/>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zh-CN" sz="1200" b="1" kern="0" dirty="0">
                          <a:solidFill>
                            <a:schemeClr val="bg1"/>
                          </a:solidFill>
                          <a:effectLst/>
                          <a:latin typeface="Calibri"/>
                          <a:ea typeface="宋体"/>
                          <a:cs typeface="Times New Roman"/>
                        </a:rPr>
                        <a:t>取值范围</a:t>
                      </a:r>
                      <a:endParaRPr lang="zh-CN" sz="1200" b="1" kern="100" dirty="0">
                        <a:solidFill>
                          <a:schemeClr val="bg1"/>
                        </a:solidFill>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r>
              <a:tr h="0">
                <a:tc>
                  <a:txBody>
                    <a:bodyPr/>
                    <a:lstStyle/>
                    <a:p>
                      <a:pPr algn="ctr">
                        <a:spcAft>
                          <a:spcPts val="0"/>
                        </a:spcAft>
                      </a:pPr>
                      <a:r>
                        <a:rPr lang="en-US" sz="1200" b="1" kern="0" dirty="0" err="1">
                          <a:effectLst/>
                          <a:latin typeface="Times New Roman"/>
                          <a:ea typeface="宋体"/>
                          <a:cs typeface="Times New Roman"/>
                        </a:rPr>
                        <a:t>USART_BaudRate</a:t>
                      </a:r>
                      <a:endParaRPr lang="zh-CN" sz="1200" b="1" kern="100" dirty="0">
                        <a:effectLst/>
                        <a:latin typeface="Calibri"/>
                        <a:ea typeface="宋体"/>
                        <a:cs typeface="Times New Roman"/>
                      </a:endParaRPr>
                    </a:p>
                    <a:p>
                      <a:pPr algn="ctr">
                        <a:spcAft>
                          <a:spcPts val="0"/>
                        </a:spcAft>
                      </a:pPr>
                      <a:r>
                        <a:rPr lang="zh-CN" sz="1200" b="1" kern="0" dirty="0">
                          <a:effectLst/>
                          <a:latin typeface="Times New Roman"/>
                          <a:ea typeface="宋体"/>
                          <a:cs typeface="Times New Roman"/>
                        </a:rPr>
                        <a:t>（波特率）</a:t>
                      </a:r>
                      <a:endParaRPr lang="zh-CN" sz="1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effectLst/>
                          <a:latin typeface="Times New Roman"/>
                          <a:ea typeface="宋体"/>
                          <a:cs typeface="Times New Roman"/>
                        </a:rPr>
                        <a:t>9600</a:t>
                      </a:r>
                      <a:endParaRPr lang="zh-CN" sz="1200" b="1" kern="100">
                        <a:effectLst/>
                        <a:latin typeface="Calibri"/>
                        <a:ea typeface="宋体"/>
                        <a:cs typeface="Times New Roman"/>
                      </a:endParaRPr>
                    </a:p>
                    <a:p>
                      <a:pPr algn="l">
                        <a:spcAft>
                          <a:spcPts val="0"/>
                        </a:spcAft>
                      </a:pPr>
                      <a:r>
                        <a:rPr lang="en-US" sz="1200" b="1" kern="0">
                          <a:effectLst/>
                          <a:latin typeface="Times New Roman"/>
                          <a:ea typeface="宋体"/>
                          <a:cs typeface="Times New Roman"/>
                        </a:rPr>
                        <a:t>115200</a:t>
                      </a:r>
                      <a:endParaRPr lang="zh-CN" sz="1200" b="1"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200" b="1" kern="0" dirty="0" err="1">
                          <a:effectLst/>
                          <a:latin typeface="Times New Roman"/>
                          <a:ea typeface="宋体"/>
                          <a:cs typeface="Times New Roman"/>
                        </a:rPr>
                        <a:t>USART_WordLength</a:t>
                      </a:r>
                      <a:endParaRPr lang="zh-CN" sz="1200" b="1" kern="100" dirty="0">
                        <a:effectLst/>
                        <a:latin typeface="Calibri"/>
                        <a:ea typeface="宋体"/>
                        <a:cs typeface="Times New Roman"/>
                      </a:endParaRPr>
                    </a:p>
                    <a:p>
                      <a:pPr algn="ctr">
                        <a:spcAft>
                          <a:spcPts val="0"/>
                        </a:spcAft>
                      </a:pPr>
                      <a:r>
                        <a:rPr lang="zh-CN" sz="1200" b="1" kern="0" dirty="0">
                          <a:effectLst/>
                          <a:latin typeface="Times New Roman"/>
                          <a:ea typeface="宋体"/>
                          <a:cs typeface="Times New Roman"/>
                        </a:rPr>
                        <a:t>（数据位数）</a:t>
                      </a:r>
                      <a:endParaRPr lang="zh-CN" sz="1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en-US" sz="1200" b="1" kern="0" dirty="0">
                          <a:effectLst/>
                          <a:latin typeface="Times New Roman"/>
                          <a:ea typeface="宋体"/>
                          <a:cs typeface="Times New Roman"/>
                        </a:rPr>
                        <a:t>USART_WordLength_8b</a:t>
                      </a:r>
                      <a:r>
                        <a:rPr lang="zh-CN" sz="1200" b="1" kern="0" dirty="0">
                          <a:effectLst/>
                          <a:latin typeface="Times New Roman"/>
                          <a:ea typeface="宋体"/>
                          <a:cs typeface="Times New Roman"/>
                        </a:rPr>
                        <a:t>（</a:t>
                      </a:r>
                      <a:r>
                        <a:rPr lang="en-US" sz="1200" b="1" kern="0" dirty="0">
                          <a:effectLst/>
                          <a:latin typeface="Times New Roman"/>
                          <a:ea typeface="宋体"/>
                          <a:cs typeface="Times New Roman"/>
                        </a:rPr>
                        <a:t>8</a:t>
                      </a:r>
                      <a:r>
                        <a:rPr lang="zh-CN" sz="1200" b="1" kern="0" dirty="0">
                          <a:effectLst/>
                          <a:latin typeface="Times New Roman"/>
                          <a:ea typeface="宋体"/>
                          <a:cs typeface="Times New Roman"/>
                        </a:rPr>
                        <a:t>位）</a:t>
                      </a:r>
                      <a:endParaRPr lang="zh-CN" sz="1200" b="1" kern="100" dirty="0">
                        <a:effectLst/>
                        <a:latin typeface="Calibri"/>
                        <a:ea typeface="宋体"/>
                        <a:cs typeface="Times New Roman"/>
                      </a:endParaRPr>
                    </a:p>
                    <a:p>
                      <a:pPr algn="l">
                        <a:spcAft>
                          <a:spcPts val="0"/>
                        </a:spcAft>
                      </a:pPr>
                      <a:r>
                        <a:rPr lang="en-US" sz="1200" b="1" kern="0" dirty="0">
                          <a:effectLst/>
                          <a:latin typeface="Times New Roman"/>
                          <a:ea typeface="宋体"/>
                          <a:cs typeface="Times New Roman"/>
                        </a:rPr>
                        <a:t>USART_WordLength_9b</a:t>
                      </a:r>
                      <a:r>
                        <a:rPr lang="zh-CN" sz="1200" b="1" kern="0" dirty="0">
                          <a:effectLst/>
                          <a:latin typeface="Times New Roman"/>
                          <a:ea typeface="宋体"/>
                          <a:cs typeface="Times New Roman"/>
                        </a:rPr>
                        <a:t>（</a:t>
                      </a:r>
                      <a:r>
                        <a:rPr lang="en-US" sz="1200" b="1" kern="0" dirty="0">
                          <a:effectLst/>
                          <a:latin typeface="Times New Roman"/>
                          <a:ea typeface="宋体"/>
                          <a:cs typeface="Times New Roman"/>
                        </a:rPr>
                        <a:t>9</a:t>
                      </a:r>
                      <a:r>
                        <a:rPr lang="zh-CN" sz="1200" b="1" kern="0" dirty="0">
                          <a:effectLst/>
                          <a:latin typeface="Times New Roman"/>
                          <a:ea typeface="宋体"/>
                          <a:cs typeface="Times New Roman"/>
                        </a:rPr>
                        <a:t>位）</a:t>
                      </a:r>
                      <a:endParaRPr lang="zh-CN" sz="1200" b="1"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0">
                <a:tc>
                  <a:txBody>
                    <a:bodyPr/>
                    <a:lstStyle/>
                    <a:p>
                      <a:pPr algn="ctr">
                        <a:spcAft>
                          <a:spcPts val="0"/>
                        </a:spcAft>
                      </a:pPr>
                      <a:r>
                        <a:rPr lang="en-US" sz="1200" b="1" kern="0" dirty="0" err="1">
                          <a:effectLst/>
                          <a:latin typeface="Times New Roman"/>
                          <a:ea typeface="宋体"/>
                          <a:cs typeface="Times New Roman"/>
                        </a:rPr>
                        <a:t>USART_StopBits</a:t>
                      </a:r>
                      <a:endParaRPr lang="zh-CN" sz="1200" b="1" kern="100" dirty="0">
                        <a:effectLst/>
                        <a:latin typeface="Calibri"/>
                        <a:ea typeface="宋体"/>
                        <a:cs typeface="Times New Roman"/>
                      </a:endParaRPr>
                    </a:p>
                    <a:p>
                      <a:pPr algn="ctr">
                        <a:spcAft>
                          <a:spcPts val="0"/>
                        </a:spcAft>
                      </a:pPr>
                      <a:r>
                        <a:rPr lang="zh-CN" sz="1200" b="1" kern="0" dirty="0">
                          <a:effectLst/>
                          <a:latin typeface="Times New Roman"/>
                          <a:ea typeface="宋体"/>
                          <a:cs typeface="Times New Roman"/>
                        </a:rPr>
                        <a:t>（停止位）</a:t>
                      </a:r>
                      <a:endParaRPr lang="zh-CN" sz="1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effectLst/>
                          <a:latin typeface="Times New Roman"/>
                          <a:ea typeface="宋体"/>
                          <a:cs typeface="Times New Roman"/>
                        </a:rPr>
                        <a:t>USART_StopBits_1</a:t>
                      </a:r>
                      <a:r>
                        <a:rPr lang="zh-CN" sz="1200" b="1" kern="0">
                          <a:effectLst/>
                          <a:latin typeface="Times New Roman"/>
                          <a:ea typeface="宋体"/>
                          <a:cs typeface="Times New Roman"/>
                        </a:rPr>
                        <a:t>（</a:t>
                      </a:r>
                      <a:r>
                        <a:rPr lang="en-US" sz="1200" b="1" kern="0">
                          <a:effectLst/>
                          <a:latin typeface="Times New Roman"/>
                          <a:ea typeface="宋体"/>
                          <a:cs typeface="Times New Roman"/>
                        </a:rPr>
                        <a:t>1</a:t>
                      </a:r>
                      <a:r>
                        <a:rPr lang="zh-CN" sz="1200" b="1" kern="0">
                          <a:effectLst/>
                          <a:latin typeface="Times New Roman"/>
                          <a:ea typeface="宋体"/>
                          <a:cs typeface="Times New Roman"/>
                        </a:rPr>
                        <a:t>位）</a:t>
                      </a:r>
                      <a:endParaRPr lang="zh-CN" sz="1200" b="1" kern="100">
                        <a:effectLst/>
                        <a:latin typeface="Calibri"/>
                        <a:ea typeface="宋体"/>
                        <a:cs typeface="Times New Roman"/>
                      </a:endParaRPr>
                    </a:p>
                    <a:p>
                      <a:pPr algn="l">
                        <a:spcAft>
                          <a:spcPts val="0"/>
                        </a:spcAft>
                      </a:pPr>
                      <a:r>
                        <a:rPr lang="en-US" sz="1200" b="1" kern="0">
                          <a:effectLst/>
                          <a:latin typeface="Times New Roman"/>
                          <a:ea typeface="宋体"/>
                          <a:cs typeface="Times New Roman"/>
                        </a:rPr>
                        <a:t>USART_StopBits_0_5</a:t>
                      </a:r>
                      <a:r>
                        <a:rPr lang="zh-CN" sz="1200" b="1" kern="0">
                          <a:effectLst/>
                          <a:latin typeface="Times New Roman"/>
                          <a:ea typeface="宋体"/>
                          <a:cs typeface="Times New Roman"/>
                        </a:rPr>
                        <a:t>（</a:t>
                      </a:r>
                      <a:r>
                        <a:rPr lang="en-US" sz="1200" b="1" kern="0">
                          <a:effectLst/>
                          <a:latin typeface="Times New Roman"/>
                          <a:ea typeface="宋体"/>
                          <a:cs typeface="Times New Roman"/>
                        </a:rPr>
                        <a:t>0.5</a:t>
                      </a:r>
                      <a:r>
                        <a:rPr lang="zh-CN" sz="1200" b="1" kern="0">
                          <a:effectLst/>
                          <a:latin typeface="Times New Roman"/>
                          <a:ea typeface="宋体"/>
                          <a:cs typeface="Times New Roman"/>
                        </a:rPr>
                        <a:t>位）</a:t>
                      </a:r>
                      <a:endParaRPr lang="zh-CN" sz="1200" b="1" kern="100">
                        <a:effectLst/>
                        <a:latin typeface="Calibri"/>
                        <a:ea typeface="宋体"/>
                        <a:cs typeface="Times New Roman"/>
                      </a:endParaRPr>
                    </a:p>
                    <a:p>
                      <a:pPr algn="l">
                        <a:spcAft>
                          <a:spcPts val="0"/>
                        </a:spcAft>
                      </a:pPr>
                      <a:r>
                        <a:rPr lang="en-US" sz="1200" b="1" kern="0">
                          <a:effectLst/>
                          <a:latin typeface="Times New Roman"/>
                          <a:ea typeface="宋体"/>
                          <a:cs typeface="Times New Roman"/>
                        </a:rPr>
                        <a:t>USART_StopBits_2</a:t>
                      </a:r>
                      <a:r>
                        <a:rPr lang="zh-CN" sz="1200" b="1" kern="0">
                          <a:effectLst/>
                          <a:latin typeface="Times New Roman"/>
                          <a:ea typeface="宋体"/>
                          <a:cs typeface="Times New Roman"/>
                        </a:rPr>
                        <a:t>（</a:t>
                      </a:r>
                      <a:r>
                        <a:rPr lang="en-US" sz="1200" b="1" kern="0">
                          <a:effectLst/>
                          <a:latin typeface="Times New Roman"/>
                          <a:ea typeface="宋体"/>
                          <a:cs typeface="Times New Roman"/>
                        </a:rPr>
                        <a:t>2</a:t>
                      </a:r>
                      <a:r>
                        <a:rPr lang="zh-CN" sz="1200" b="1" kern="0">
                          <a:effectLst/>
                          <a:latin typeface="Times New Roman"/>
                          <a:ea typeface="宋体"/>
                          <a:cs typeface="Times New Roman"/>
                        </a:rPr>
                        <a:t>位）</a:t>
                      </a:r>
                      <a:endParaRPr lang="zh-CN" sz="1200" b="1" kern="100">
                        <a:effectLst/>
                        <a:latin typeface="Calibri"/>
                        <a:ea typeface="宋体"/>
                        <a:cs typeface="Times New Roman"/>
                      </a:endParaRPr>
                    </a:p>
                    <a:p>
                      <a:pPr algn="l">
                        <a:spcAft>
                          <a:spcPts val="0"/>
                        </a:spcAft>
                      </a:pPr>
                      <a:r>
                        <a:rPr lang="en-US" sz="1200" b="1" kern="0">
                          <a:effectLst/>
                          <a:latin typeface="Times New Roman"/>
                          <a:ea typeface="宋体"/>
                          <a:cs typeface="Times New Roman"/>
                        </a:rPr>
                        <a:t>USART_StopBits_1_5</a:t>
                      </a:r>
                      <a:r>
                        <a:rPr lang="zh-CN" sz="1200" b="1" kern="0">
                          <a:effectLst/>
                          <a:latin typeface="Times New Roman"/>
                          <a:ea typeface="宋体"/>
                          <a:cs typeface="Times New Roman"/>
                        </a:rPr>
                        <a:t>（</a:t>
                      </a:r>
                      <a:r>
                        <a:rPr lang="en-US" sz="1200" b="1" kern="0">
                          <a:effectLst/>
                          <a:latin typeface="Times New Roman"/>
                          <a:ea typeface="宋体"/>
                          <a:cs typeface="Times New Roman"/>
                        </a:rPr>
                        <a:t>1.5</a:t>
                      </a:r>
                      <a:r>
                        <a:rPr lang="zh-CN" sz="1200" b="1" kern="0">
                          <a:effectLst/>
                          <a:latin typeface="Times New Roman"/>
                          <a:ea typeface="宋体"/>
                          <a:cs typeface="Times New Roman"/>
                        </a:rPr>
                        <a:t>位）</a:t>
                      </a:r>
                      <a:endParaRPr lang="zh-CN" sz="1200" b="1"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200" b="1" kern="0" dirty="0" err="1">
                          <a:effectLst/>
                          <a:latin typeface="Times New Roman"/>
                          <a:ea typeface="宋体"/>
                          <a:cs typeface="Times New Roman"/>
                        </a:rPr>
                        <a:t>USART_Parity</a:t>
                      </a:r>
                      <a:endParaRPr lang="zh-CN" sz="1200" b="1" kern="100" dirty="0">
                        <a:effectLst/>
                        <a:latin typeface="Calibri"/>
                        <a:ea typeface="宋体"/>
                        <a:cs typeface="Times New Roman"/>
                      </a:endParaRPr>
                    </a:p>
                    <a:p>
                      <a:pPr algn="ctr">
                        <a:spcAft>
                          <a:spcPts val="0"/>
                        </a:spcAft>
                      </a:pPr>
                      <a:r>
                        <a:rPr lang="zh-CN" sz="1200" b="1" kern="0" dirty="0">
                          <a:effectLst/>
                          <a:latin typeface="Times New Roman"/>
                          <a:ea typeface="宋体"/>
                          <a:cs typeface="Times New Roman"/>
                        </a:rPr>
                        <a:t>（校验模式）</a:t>
                      </a:r>
                      <a:endParaRPr lang="zh-CN" sz="1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en-US" sz="1200" b="1" kern="0" dirty="0" err="1">
                          <a:effectLst/>
                          <a:latin typeface="Times New Roman"/>
                          <a:ea typeface="宋体"/>
                          <a:cs typeface="Times New Roman"/>
                        </a:rPr>
                        <a:t>USART_Parity_No</a:t>
                      </a:r>
                      <a:r>
                        <a:rPr lang="zh-CN" sz="1200" b="1" kern="0" dirty="0">
                          <a:effectLst/>
                          <a:latin typeface="Times New Roman"/>
                          <a:ea typeface="宋体"/>
                          <a:cs typeface="Times New Roman"/>
                        </a:rPr>
                        <a:t>（无校验）</a:t>
                      </a:r>
                      <a:endParaRPr lang="zh-CN" sz="1200" b="1" kern="100" dirty="0">
                        <a:effectLst/>
                        <a:latin typeface="Calibri"/>
                        <a:ea typeface="宋体"/>
                        <a:cs typeface="Times New Roman"/>
                      </a:endParaRPr>
                    </a:p>
                    <a:p>
                      <a:pPr algn="l">
                        <a:spcAft>
                          <a:spcPts val="0"/>
                        </a:spcAft>
                      </a:pPr>
                      <a:r>
                        <a:rPr lang="en-US" sz="1200" b="1" kern="0" dirty="0" err="1">
                          <a:effectLst/>
                          <a:latin typeface="Times New Roman"/>
                          <a:ea typeface="宋体"/>
                          <a:cs typeface="Times New Roman"/>
                        </a:rPr>
                        <a:t>USART_Parity_Even</a:t>
                      </a:r>
                      <a:r>
                        <a:rPr lang="zh-CN" sz="1200" b="1" kern="0" dirty="0">
                          <a:effectLst/>
                          <a:latin typeface="Times New Roman"/>
                          <a:ea typeface="宋体"/>
                          <a:cs typeface="Times New Roman"/>
                        </a:rPr>
                        <a:t>（偶校验）</a:t>
                      </a:r>
                      <a:endParaRPr lang="zh-CN" sz="1200" b="1" kern="100" dirty="0">
                        <a:effectLst/>
                        <a:latin typeface="Calibri"/>
                        <a:ea typeface="宋体"/>
                        <a:cs typeface="Times New Roman"/>
                      </a:endParaRPr>
                    </a:p>
                    <a:p>
                      <a:pPr algn="l">
                        <a:spcAft>
                          <a:spcPts val="0"/>
                        </a:spcAft>
                      </a:pPr>
                      <a:r>
                        <a:rPr lang="en-US" sz="1200" b="1" kern="0" dirty="0" err="1">
                          <a:effectLst/>
                          <a:latin typeface="Times New Roman"/>
                          <a:ea typeface="宋体"/>
                          <a:cs typeface="Times New Roman"/>
                        </a:rPr>
                        <a:t>USART_Parity_Odd</a:t>
                      </a:r>
                      <a:r>
                        <a:rPr lang="zh-CN" sz="1200" b="1" kern="0" dirty="0">
                          <a:effectLst/>
                          <a:latin typeface="Times New Roman"/>
                          <a:ea typeface="宋体"/>
                          <a:cs typeface="Times New Roman"/>
                        </a:rPr>
                        <a:t>（奇校验）</a:t>
                      </a:r>
                      <a:endParaRPr lang="zh-CN" sz="1200" b="1"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0">
                <a:tc>
                  <a:txBody>
                    <a:bodyPr/>
                    <a:lstStyle/>
                    <a:p>
                      <a:pPr algn="ctr">
                        <a:spcAft>
                          <a:spcPts val="0"/>
                        </a:spcAft>
                      </a:pPr>
                      <a:r>
                        <a:rPr lang="en-US" sz="1200" b="1" kern="0" dirty="0" err="1">
                          <a:effectLst/>
                          <a:latin typeface="Times New Roman"/>
                          <a:ea typeface="宋体"/>
                          <a:cs typeface="Times New Roman"/>
                        </a:rPr>
                        <a:t>USART_Mode</a:t>
                      </a:r>
                      <a:endParaRPr lang="zh-CN" sz="1200" b="1" kern="100" dirty="0">
                        <a:effectLst/>
                        <a:latin typeface="Calibri"/>
                        <a:ea typeface="宋体"/>
                        <a:cs typeface="Times New Roman"/>
                      </a:endParaRPr>
                    </a:p>
                    <a:p>
                      <a:pPr algn="ctr">
                        <a:spcAft>
                          <a:spcPts val="0"/>
                        </a:spcAft>
                      </a:pPr>
                      <a:r>
                        <a:rPr lang="zh-CN" sz="1200" b="1" kern="0" dirty="0">
                          <a:effectLst/>
                          <a:latin typeface="Times New Roman"/>
                          <a:ea typeface="宋体"/>
                          <a:cs typeface="Times New Roman"/>
                        </a:rPr>
                        <a:t>（收发模式）</a:t>
                      </a:r>
                      <a:endParaRPr lang="zh-CN" sz="1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effectLst/>
                          <a:latin typeface="Times New Roman"/>
                          <a:ea typeface="宋体"/>
                          <a:cs typeface="Times New Roman"/>
                        </a:rPr>
                        <a:t>USART_Mode_Rx</a:t>
                      </a:r>
                      <a:r>
                        <a:rPr lang="zh-CN" sz="1200" b="1" kern="0">
                          <a:effectLst/>
                          <a:latin typeface="Times New Roman"/>
                          <a:ea typeface="宋体"/>
                          <a:cs typeface="Times New Roman"/>
                        </a:rPr>
                        <a:t>（接收模式）</a:t>
                      </a:r>
                      <a:endParaRPr lang="zh-CN" sz="1200" b="1" kern="100">
                        <a:effectLst/>
                        <a:latin typeface="Calibri"/>
                        <a:ea typeface="宋体"/>
                        <a:cs typeface="Times New Roman"/>
                      </a:endParaRPr>
                    </a:p>
                    <a:p>
                      <a:pPr algn="l">
                        <a:spcAft>
                          <a:spcPts val="0"/>
                        </a:spcAft>
                      </a:pPr>
                      <a:r>
                        <a:rPr lang="en-US" sz="1200" b="1" kern="0">
                          <a:effectLst/>
                          <a:latin typeface="Times New Roman"/>
                          <a:ea typeface="宋体"/>
                          <a:cs typeface="Times New Roman"/>
                        </a:rPr>
                        <a:t>USART_Mode_Tx</a:t>
                      </a:r>
                      <a:r>
                        <a:rPr lang="zh-CN" sz="1200" b="1" kern="0">
                          <a:effectLst/>
                          <a:latin typeface="Times New Roman"/>
                          <a:ea typeface="宋体"/>
                          <a:cs typeface="Times New Roman"/>
                        </a:rPr>
                        <a:t>（发送模式）</a:t>
                      </a:r>
                      <a:endParaRPr lang="zh-CN" sz="1200" b="1"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200" b="1" kern="0" dirty="0" err="1">
                          <a:effectLst/>
                          <a:latin typeface="Times New Roman"/>
                          <a:ea typeface="宋体"/>
                          <a:cs typeface="Times New Roman"/>
                        </a:rPr>
                        <a:t>USART_HardwareFlowControl</a:t>
                      </a:r>
                      <a:endParaRPr lang="zh-CN" sz="1200" b="1" kern="100" dirty="0">
                        <a:effectLst/>
                        <a:latin typeface="Calibri"/>
                        <a:ea typeface="宋体"/>
                        <a:cs typeface="Times New Roman"/>
                      </a:endParaRPr>
                    </a:p>
                    <a:p>
                      <a:pPr algn="ctr">
                        <a:spcAft>
                          <a:spcPts val="0"/>
                        </a:spcAft>
                      </a:pPr>
                      <a:r>
                        <a:rPr lang="zh-CN" sz="1200" b="1" kern="0" dirty="0">
                          <a:effectLst/>
                          <a:latin typeface="Times New Roman"/>
                          <a:ea typeface="宋体"/>
                          <a:cs typeface="Times New Roman"/>
                        </a:rPr>
                        <a:t>（硬件流控制）</a:t>
                      </a:r>
                      <a:endParaRPr lang="zh-CN" sz="12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en-US" sz="1200" b="1" kern="0" dirty="0" err="1">
                          <a:effectLst/>
                          <a:latin typeface="Times New Roman"/>
                          <a:ea typeface="宋体"/>
                          <a:cs typeface="Times New Roman"/>
                        </a:rPr>
                        <a:t>USART_HardwareFlowControl_None</a:t>
                      </a:r>
                      <a:r>
                        <a:rPr lang="zh-CN" sz="1200" b="1" kern="0" dirty="0">
                          <a:effectLst/>
                          <a:latin typeface="Times New Roman"/>
                          <a:ea typeface="宋体"/>
                          <a:cs typeface="Times New Roman"/>
                        </a:rPr>
                        <a:t>（不使用联络信号）</a:t>
                      </a:r>
                      <a:endParaRPr lang="zh-CN" sz="1200" b="1" kern="100" dirty="0">
                        <a:effectLst/>
                        <a:latin typeface="Calibri"/>
                        <a:ea typeface="宋体"/>
                        <a:cs typeface="Times New Roman"/>
                      </a:endParaRPr>
                    </a:p>
                    <a:p>
                      <a:pPr algn="l">
                        <a:spcAft>
                          <a:spcPts val="0"/>
                        </a:spcAft>
                      </a:pPr>
                      <a:r>
                        <a:rPr lang="en-US" sz="1200" b="1" kern="0" dirty="0" err="1">
                          <a:effectLst/>
                          <a:latin typeface="Times New Roman"/>
                          <a:ea typeface="宋体"/>
                          <a:cs typeface="Times New Roman"/>
                        </a:rPr>
                        <a:t>USART_HardwareFlowControl_RTS</a:t>
                      </a:r>
                      <a:r>
                        <a:rPr lang="zh-CN" sz="1200" b="1" kern="0" dirty="0">
                          <a:effectLst/>
                          <a:latin typeface="Times New Roman"/>
                          <a:ea typeface="宋体"/>
                          <a:cs typeface="Times New Roman"/>
                        </a:rPr>
                        <a:t>（使用</a:t>
                      </a:r>
                      <a:r>
                        <a:rPr lang="en-US" sz="1200" b="1" kern="0" dirty="0">
                          <a:effectLst/>
                          <a:latin typeface="Times New Roman"/>
                          <a:ea typeface="宋体"/>
                          <a:cs typeface="Times New Roman"/>
                        </a:rPr>
                        <a:t>RTS</a:t>
                      </a:r>
                      <a:r>
                        <a:rPr lang="zh-CN"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l">
                        <a:spcAft>
                          <a:spcPts val="0"/>
                        </a:spcAft>
                      </a:pPr>
                      <a:r>
                        <a:rPr lang="en-US" sz="1200" b="1" kern="0" dirty="0" err="1">
                          <a:effectLst/>
                          <a:latin typeface="Times New Roman"/>
                          <a:ea typeface="宋体"/>
                          <a:cs typeface="Times New Roman"/>
                        </a:rPr>
                        <a:t>USART_HardwareFlowControl_CTS</a:t>
                      </a:r>
                      <a:r>
                        <a:rPr lang="zh-CN" sz="1200" b="1" kern="0" dirty="0">
                          <a:effectLst/>
                          <a:latin typeface="Times New Roman"/>
                          <a:ea typeface="宋体"/>
                          <a:cs typeface="Times New Roman"/>
                        </a:rPr>
                        <a:t>（使用</a:t>
                      </a:r>
                      <a:r>
                        <a:rPr lang="en-US" sz="1200" b="1" kern="0" dirty="0">
                          <a:effectLst/>
                          <a:latin typeface="Times New Roman"/>
                          <a:ea typeface="宋体"/>
                          <a:cs typeface="Times New Roman"/>
                        </a:rPr>
                        <a:t>CTS</a:t>
                      </a:r>
                      <a:r>
                        <a:rPr lang="zh-CN"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l">
                        <a:spcAft>
                          <a:spcPts val="0"/>
                        </a:spcAft>
                      </a:pPr>
                      <a:r>
                        <a:rPr lang="en-US" sz="1200" b="1" kern="0" dirty="0" err="1">
                          <a:effectLst/>
                          <a:latin typeface="Times New Roman"/>
                          <a:ea typeface="宋体"/>
                          <a:cs typeface="Times New Roman"/>
                        </a:rPr>
                        <a:t>USART_HardwareFlowControl_RTS_CTS</a:t>
                      </a:r>
                      <a:r>
                        <a:rPr lang="zh-CN" sz="1200" b="1" kern="0" dirty="0">
                          <a:effectLst/>
                          <a:latin typeface="Times New Roman"/>
                          <a:ea typeface="宋体"/>
                          <a:cs typeface="Times New Roman"/>
                        </a:rPr>
                        <a:t>（使用</a:t>
                      </a:r>
                      <a:r>
                        <a:rPr lang="en-US" sz="1200" b="1" kern="0" dirty="0">
                          <a:effectLst/>
                          <a:latin typeface="Times New Roman"/>
                          <a:ea typeface="宋体"/>
                          <a:cs typeface="Times New Roman"/>
                        </a:rPr>
                        <a:t>RTC</a:t>
                      </a:r>
                      <a:r>
                        <a:rPr lang="zh-CN" sz="1200" b="1" kern="0" dirty="0">
                          <a:effectLst/>
                          <a:latin typeface="Times New Roman"/>
                          <a:ea typeface="宋体"/>
                          <a:cs typeface="Times New Roman"/>
                        </a:rPr>
                        <a:t>和</a:t>
                      </a:r>
                      <a:r>
                        <a:rPr lang="en-US" sz="1200" b="1" kern="0" dirty="0">
                          <a:effectLst/>
                          <a:latin typeface="Times New Roman"/>
                          <a:ea typeface="宋体"/>
                          <a:cs typeface="Times New Roman"/>
                        </a:rPr>
                        <a:t>CTS</a:t>
                      </a:r>
                      <a:r>
                        <a:rPr lang="zh-CN" sz="1200" b="1" kern="0" dirty="0">
                          <a:effectLst/>
                          <a:latin typeface="Times New Roman"/>
                          <a:ea typeface="宋体"/>
                          <a:cs typeface="Times New Roman"/>
                        </a:rPr>
                        <a:t>）</a:t>
                      </a:r>
                      <a:endParaRPr lang="zh-CN" sz="1200" b="1"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bl>
          </a:graphicData>
        </a:graphic>
      </p:graphicFrame>
      <p:sp>
        <p:nvSpPr>
          <p:cNvPr id="4" name="矩形 3"/>
          <p:cNvSpPr/>
          <p:nvPr/>
        </p:nvSpPr>
        <p:spPr>
          <a:xfrm>
            <a:off x="4788024" y="472530"/>
            <a:ext cx="4138121" cy="369332"/>
          </a:xfrm>
          <a:prstGeom prst="rect">
            <a:avLst/>
          </a:prstGeom>
        </p:spPr>
        <p:txBody>
          <a:bodyPr wrap="none">
            <a:spAutoFit/>
          </a:bodyPr>
          <a:lstStyle/>
          <a:p>
            <a:r>
              <a:rPr lang="en-GB" altLang="zh-CN" b="1" dirty="0" err="1">
                <a:solidFill>
                  <a:srgbClr val="C00000"/>
                </a:solidFill>
              </a:rPr>
              <a:t>USART_InitTypeDef</a:t>
            </a:r>
            <a:r>
              <a:rPr lang="zh-CN" altLang="en-US" b="1" dirty="0">
                <a:solidFill>
                  <a:srgbClr val="C00000"/>
                </a:solidFill>
              </a:rPr>
              <a:t>结构体成员及其取值</a:t>
            </a:r>
          </a:p>
        </p:txBody>
      </p:sp>
    </p:spTree>
    <p:extLst>
      <p:ext uri="{BB962C8B-B14F-4D97-AF65-F5344CB8AC3E}">
        <p14:creationId xmlns:p14="http://schemas.microsoft.com/office/powerpoint/2010/main" val="14103267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8" name="矩形 7"/>
          <p:cNvSpPr/>
          <p:nvPr/>
        </p:nvSpPr>
        <p:spPr>
          <a:xfrm>
            <a:off x="655365" y="1090119"/>
            <a:ext cx="8136904" cy="154354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初始化函数</a:t>
            </a:r>
          </a:p>
          <a:p>
            <a:pPr>
              <a:lnSpc>
                <a:spcPct val="125000"/>
              </a:lnSpc>
            </a:pPr>
            <a:r>
              <a:rPr lang="en-GB" altLang="zh-CN" b="1" dirty="0"/>
              <a:t>void </a:t>
            </a:r>
            <a:r>
              <a:rPr lang="en-GB" altLang="zh-CN" b="1" dirty="0" err="1"/>
              <a:t>USART_Init</a:t>
            </a:r>
            <a:r>
              <a:rPr lang="en-GB" altLang="zh-CN" b="1" dirty="0"/>
              <a:t>(</a:t>
            </a:r>
            <a:r>
              <a:rPr lang="en-GB" altLang="zh-CN" b="1" dirty="0" err="1"/>
              <a:t>USART_TypeDef</a:t>
            </a:r>
            <a:r>
              <a:rPr lang="en-GB" altLang="zh-CN" b="1" dirty="0"/>
              <a:t>* </a:t>
            </a:r>
            <a:r>
              <a:rPr lang="en-GB" altLang="zh-CN" b="1" dirty="0" err="1"/>
              <a:t>USARTx</a:t>
            </a:r>
            <a:r>
              <a:rPr lang="en-GB" altLang="zh-CN" b="1" dirty="0"/>
              <a:t>, </a:t>
            </a:r>
            <a:r>
              <a:rPr lang="en-GB" altLang="zh-CN" b="1" dirty="0" err="1"/>
              <a:t>USART_InitTypeDef</a:t>
            </a:r>
            <a:r>
              <a:rPr lang="en-GB" altLang="zh-CN" b="1" dirty="0"/>
              <a:t>* </a:t>
            </a:r>
            <a:r>
              <a:rPr lang="en-GB" altLang="zh-CN" b="1" dirty="0" err="1"/>
              <a:t>USART_InitStruct</a:t>
            </a:r>
            <a:r>
              <a:rPr lang="en-GB" altLang="zh-CN" b="1" dirty="0"/>
              <a:t>);</a:t>
            </a:r>
          </a:p>
          <a:p>
            <a:pPr>
              <a:lnSpc>
                <a:spcPct val="125000"/>
              </a:lnSpc>
            </a:pPr>
            <a:r>
              <a:rPr lang="zh-CN" altLang="en-US" b="1" dirty="0"/>
              <a:t>例如：</a:t>
            </a:r>
          </a:p>
          <a:p>
            <a:pPr>
              <a:lnSpc>
                <a:spcPct val="125000"/>
              </a:lnSpc>
            </a:pPr>
            <a:r>
              <a:rPr lang="en-GB" altLang="zh-CN" b="1" dirty="0" err="1"/>
              <a:t>USART_Init</a:t>
            </a:r>
            <a:r>
              <a:rPr lang="en-GB" altLang="zh-CN" b="1" dirty="0"/>
              <a:t>(USART1,&amp;USART_InitStructurer); //</a:t>
            </a:r>
            <a:r>
              <a:rPr lang="zh-CN" altLang="en-US" b="1" dirty="0"/>
              <a:t>初始化串口</a:t>
            </a:r>
            <a:r>
              <a:rPr lang="en-US" altLang="zh-CN" b="1" dirty="0"/>
              <a:t>1</a:t>
            </a:r>
          </a:p>
        </p:txBody>
      </p:sp>
      <p:sp>
        <p:nvSpPr>
          <p:cNvPr id="9" name="矩形 8"/>
          <p:cNvSpPr/>
          <p:nvPr/>
        </p:nvSpPr>
        <p:spPr>
          <a:xfrm>
            <a:off x="251520" y="1044175"/>
            <a:ext cx="432048" cy="1671591"/>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a:solidFill>
                  <a:schemeClr val="bg1"/>
                </a:solidFill>
              </a:rPr>
              <a:t>1</a:t>
            </a:r>
            <a:endParaRPr lang="zh-CN" altLang="en-US" b="1" dirty="0" smtClean="0">
              <a:solidFill>
                <a:schemeClr val="bg1"/>
              </a:solidFill>
            </a:endParaRPr>
          </a:p>
        </p:txBody>
      </p:sp>
      <p:sp>
        <p:nvSpPr>
          <p:cNvPr id="12" name="矩形 11"/>
          <p:cNvSpPr/>
          <p:nvPr/>
        </p:nvSpPr>
        <p:spPr>
          <a:xfrm>
            <a:off x="1547664" y="2931789"/>
            <a:ext cx="6616352" cy="184665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初始化复位函数</a:t>
            </a:r>
          </a:p>
          <a:p>
            <a:pPr>
              <a:lnSpc>
                <a:spcPct val="125000"/>
              </a:lnSpc>
            </a:pPr>
            <a:r>
              <a:rPr lang="en-GB" altLang="zh-CN" b="1" dirty="0"/>
              <a:t>void </a:t>
            </a:r>
            <a:r>
              <a:rPr lang="en-GB" altLang="zh-CN" b="1" dirty="0" err="1"/>
              <a:t>USART_DeInit</a:t>
            </a:r>
            <a:r>
              <a:rPr lang="en-GB" altLang="zh-CN" b="1" dirty="0"/>
              <a:t>(</a:t>
            </a:r>
            <a:r>
              <a:rPr lang="en-GB" altLang="zh-CN" b="1" dirty="0" err="1"/>
              <a:t>USART_TypeDef</a:t>
            </a:r>
            <a:r>
              <a:rPr lang="en-GB" altLang="zh-CN" b="1" dirty="0"/>
              <a:t>* </a:t>
            </a:r>
            <a:r>
              <a:rPr lang="en-GB" altLang="zh-CN" b="1" dirty="0" err="1"/>
              <a:t>USARTx</a:t>
            </a:r>
            <a:r>
              <a:rPr lang="en-GB" altLang="zh-CN" b="1" dirty="0"/>
              <a:t>);</a:t>
            </a:r>
          </a:p>
          <a:p>
            <a:pPr>
              <a:lnSpc>
                <a:spcPct val="125000"/>
              </a:lnSpc>
            </a:pPr>
            <a:r>
              <a:rPr lang="zh-CN" altLang="en-US" b="1" dirty="0" smtClean="0"/>
              <a:t>当</a:t>
            </a:r>
            <a:r>
              <a:rPr lang="zh-CN" altLang="en-US" b="1" dirty="0"/>
              <a:t>外设出现异常时，可以通过复位操作，对外设重新进行配置</a:t>
            </a:r>
            <a:r>
              <a:rPr lang="zh-CN" altLang="en-US" b="1" dirty="0" smtClean="0"/>
              <a:t>。</a:t>
            </a:r>
            <a:endParaRPr lang="en-US" altLang="zh-CN" b="1" dirty="0" smtClean="0"/>
          </a:p>
          <a:p>
            <a:pPr>
              <a:lnSpc>
                <a:spcPct val="125000"/>
              </a:lnSpc>
            </a:pPr>
            <a:r>
              <a:rPr lang="zh-CN" altLang="en-US" b="1" dirty="0" smtClean="0"/>
              <a:t>例如：</a:t>
            </a:r>
            <a:endParaRPr lang="zh-CN" altLang="en-US" b="1" dirty="0"/>
          </a:p>
          <a:p>
            <a:pPr>
              <a:lnSpc>
                <a:spcPct val="125000"/>
              </a:lnSpc>
            </a:pPr>
            <a:r>
              <a:rPr lang="en-GB" altLang="zh-CN" b="1" dirty="0" err="1" smtClean="0"/>
              <a:t>USART_DeInit</a:t>
            </a:r>
            <a:r>
              <a:rPr lang="en-GB" altLang="zh-CN" b="1" dirty="0" smtClean="0"/>
              <a:t>(USART1</a:t>
            </a:r>
            <a:r>
              <a:rPr lang="en-GB" altLang="zh-CN" b="1" dirty="0"/>
              <a:t>);//</a:t>
            </a:r>
            <a:r>
              <a:rPr lang="zh-CN" altLang="en-US" b="1" dirty="0"/>
              <a:t>复位串口</a:t>
            </a:r>
            <a:r>
              <a:rPr lang="en-US" altLang="zh-CN" b="1" dirty="0"/>
              <a:t>1</a:t>
            </a:r>
          </a:p>
        </p:txBody>
      </p:sp>
      <p:sp>
        <p:nvSpPr>
          <p:cNvPr id="13" name="矩形 12"/>
          <p:cNvSpPr/>
          <p:nvPr/>
        </p:nvSpPr>
        <p:spPr>
          <a:xfrm>
            <a:off x="1143819" y="2885846"/>
            <a:ext cx="432048" cy="1999837"/>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2</a:t>
            </a:r>
            <a:endParaRPr lang="zh-CN" altLang="en-US" b="1" dirty="0" smtClean="0">
              <a:solidFill>
                <a:schemeClr val="bg1"/>
              </a:solidFill>
            </a:endParaRPr>
          </a:p>
        </p:txBody>
      </p:sp>
    </p:spTree>
    <p:extLst>
      <p:ext uri="{BB962C8B-B14F-4D97-AF65-F5344CB8AC3E}">
        <p14:creationId xmlns:p14="http://schemas.microsoft.com/office/powerpoint/2010/main" val="329390136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8" name="矩形 7"/>
          <p:cNvSpPr/>
          <p:nvPr/>
        </p:nvSpPr>
        <p:spPr>
          <a:xfrm>
            <a:off x="843186" y="1249542"/>
            <a:ext cx="7084987" cy="154354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使能函数</a:t>
            </a:r>
          </a:p>
          <a:p>
            <a:pPr>
              <a:lnSpc>
                <a:spcPct val="125000"/>
              </a:lnSpc>
            </a:pPr>
            <a:r>
              <a:rPr lang="en-GB" altLang="zh-CN" b="1" dirty="0">
                <a:solidFill>
                  <a:schemeClr val="tx1"/>
                </a:solidFill>
              </a:rPr>
              <a:t>void </a:t>
            </a:r>
            <a:r>
              <a:rPr lang="en-GB" altLang="zh-CN" b="1" dirty="0" err="1">
                <a:solidFill>
                  <a:schemeClr val="tx1"/>
                </a:solidFill>
              </a:rPr>
              <a:t>USART_Cmd</a:t>
            </a:r>
            <a:r>
              <a:rPr lang="en-GB" altLang="zh-CN" b="1" dirty="0">
                <a:solidFill>
                  <a:schemeClr val="tx1"/>
                </a:solidFill>
              </a:rPr>
              <a:t>(</a:t>
            </a:r>
            <a:r>
              <a:rPr lang="en-GB" altLang="zh-CN" b="1" dirty="0" err="1">
                <a:solidFill>
                  <a:schemeClr val="tx1"/>
                </a:solidFill>
              </a:rPr>
              <a:t>USART_TypeDef</a:t>
            </a:r>
            <a:r>
              <a:rPr lang="en-GB" altLang="zh-CN" b="1" dirty="0">
                <a:solidFill>
                  <a:schemeClr val="tx1"/>
                </a:solidFill>
              </a:rPr>
              <a:t>* </a:t>
            </a:r>
            <a:r>
              <a:rPr lang="en-GB" altLang="zh-CN" b="1" dirty="0" err="1">
                <a:solidFill>
                  <a:schemeClr val="tx1"/>
                </a:solidFill>
              </a:rPr>
              <a:t>USARTx</a:t>
            </a:r>
            <a:r>
              <a:rPr lang="en-GB" altLang="zh-CN" b="1" dirty="0">
                <a:solidFill>
                  <a:schemeClr val="tx1"/>
                </a:solidFill>
              </a:rPr>
              <a:t>, </a:t>
            </a:r>
            <a:r>
              <a:rPr lang="en-GB" altLang="zh-CN" b="1" dirty="0" err="1">
                <a:solidFill>
                  <a:schemeClr val="tx1"/>
                </a:solidFill>
              </a:rPr>
              <a:t>FunctionalState</a:t>
            </a:r>
            <a:r>
              <a:rPr lang="en-GB" altLang="zh-CN" b="1" dirty="0">
                <a:solidFill>
                  <a:schemeClr val="tx1"/>
                </a:solidFill>
              </a:rPr>
              <a:t> </a:t>
            </a:r>
            <a:r>
              <a:rPr lang="en-GB" altLang="zh-CN" b="1" dirty="0" err="1">
                <a:solidFill>
                  <a:schemeClr val="tx1"/>
                </a:solidFill>
              </a:rPr>
              <a:t>NewState</a:t>
            </a:r>
            <a:r>
              <a:rPr lang="en-GB" altLang="zh-CN" b="1" dirty="0">
                <a:solidFill>
                  <a:schemeClr val="tx1"/>
                </a:solidFill>
              </a:rPr>
              <a:t>);</a:t>
            </a:r>
          </a:p>
          <a:p>
            <a:pPr>
              <a:lnSpc>
                <a:spcPct val="125000"/>
              </a:lnSpc>
            </a:pPr>
            <a:r>
              <a:rPr lang="zh-CN" altLang="en-US" b="1" dirty="0">
                <a:solidFill>
                  <a:schemeClr val="tx1"/>
                </a:solidFill>
              </a:rPr>
              <a:t>例如：</a:t>
            </a:r>
          </a:p>
          <a:p>
            <a:pPr>
              <a:lnSpc>
                <a:spcPct val="125000"/>
              </a:lnSpc>
            </a:pPr>
            <a:r>
              <a:rPr lang="en-GB" altLang="zh-CN" b="1" dirty="0" err="1">
                <a:solidFill>
                  <a:schemeClr val="tx1"/>
                </a:solidFill>
              </a:rPr>
              <a:t>USART_Cmd</a:t>
            </a:r>
            <a:r>
              <a:rPr lang="en-GB" altLang="zh-CN" b="1" dirty="0">
                <a:solidFill>
                  <a:schemeClr val="tx1"/>
                </a:solidFill>
              </a:rPr>
              <a:t>(USART1,ENABLE);//</a:t>
            </a:r>
            <a:r>
              <a:rPr lang="zh-CN" altLang="en-US" b="1" dirty="0">
                <a:solidFill>
                  <a:schemeClr val="tx1"/>
                </a:solidFill>
              </a:rPr>
              <a:t>使能串口</a:t>
            </a:r>
            <a:r>
              <a:rPr lang="en-US" altLang="zh-CN" b="1" dirty="0">
                <a:solidFill>
                  <a:schemeClr val="tx1"/>
                </a:solidFill>
              </a:rPr>
              <a:t>1</a:t>
            </a:r>
          </a:p>
        </p:txBody>
      </p:sp>
      <p:sp>
        <p:nvSpPr>
          <p:cNvPr id="9" name="矩形 8"/>
          <p:cNvSpPr/>
          <p:nvPr/>
        </p:nvSpPr>
        <p:spPr>
          <a:xfrm>
            <a:off x="439341" y="1203598"/>
            <a:ext cx="432048" cy="1671591"/>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3</a:t>
            </a:r>
            <a:endParaRPr lang="zh-CN" altLang="en-US" b="1" dirty="0" smtClean="0">
              <a:solidFill>
                <a:schemeClr val="bg1"/>
              </a:solidFill>
            </a:endParaRPr>
          </a:p>
        </p:txBody>
      </p:sp>
      <p:sp>
        <p:nvSpPr>
          <p:cNvPr id="12" name="矩形 11"/>
          <p:cNvSpPr/>
          <p:nvPr/>
        </p:nvSpPr>
        <p:spPr>
          <a:xfrm>
            <a:off x="1547664" y="3091212"/>
            <a:ext cx="7056784" cy="1584177"/>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发送单个数据函数</a:t>
            </a:r>
          </a:p>
          <a:p>
            <a:pPr>
              <a:lnSpc>
                <a:spcPct val="125000"/>
              </a:lnSpc>
            </a:pPr>
            <a:r>
              <a:rPr lang="en-GB" altLang="zh-CN" b="1" dirty="0">
                <a:solidFill>
                  <a:schemeClr val="tx1"/>
                </a:solidFill>
              </a:rPr>
              <a:t>void </a:t>
            </a:r>
            <a:r>
              <a:rPr lang="en-GB" altLang="zh-CN" b="1" dirty="0" err="1">
                <a:solidFill>
                  <a:schemeClr val="tx1"/>
                </a:solidFill>
              </a:rPr>
              <a:t>USART_SendData</a:t>
            </a:r>
            <a:r>
              <a:rPr lang="en-GB" altLang="zh-CN" b="1" dirty="0">
                <a:solidFill>
                  <a:schemeClr val="tx1"/>
                </a:solidFill>
              </a:rPr>
              <a:t>(</a:t>
            </a:r>
            <a:r>
              <a:rPr lang="en-GB" altLang="zh-CN" b="1" dirty="0" err="1">
                <a:solidFill>
                  <a:schemeClr val="tx1"/>
                </a:solidFill>
              </a:rPr>
              <a:t>USART_TypeDef</a:t>
            </a:r>
            <a:r>
              <a:rPr lang="en-GB" altLang="zh-CN" b="1" dirty="0">
                <a:solidFill>
                  <a:schemeClr val="tx1"/>
                </a:solidFill>
              </a:rPr>
              <a:t>* </a:t>
            </a:r>
            <a:r>
              <a:rPr lang="en-GB" altLang="zh-CN" b="1" dirty="0" err="1">
                <a:solidFill>
                  <a:schemeClr val="tx1"/>
                </a:solidFill>
              </a:rPr>
              <a:t>USARTx</a:t>
            </a:r>
            <a:r>
              <a:rPr lang="en-GB" altLang="zh-CN" b="1" dirty="0">
                <a:solidFill>
                  <a:schemeClr val="tx1"/>
                </a:solidFill>
              </a:rPr>
              <a:t>, uint16_t Data);</a:t>
            </a:r>
          </a:p>
          <a:p>
            <a:pPr>
              <a:lnSpc>
                <a:spcPct val="125000"/>
              </a:lnSpc>
            </a:pPr>
            <a:r>
              <a:rPr lang="zh-CN" altLang="en-US" b="1" dirty="0">
                <a:solidFill>
                  <a:schemeClr val="tx1"/>
                </a:solidFill>
              </a:rPr>
              <a:t>例如：</a:t>
            </a:r>
          </a:p>
          <a:p>
            <a:pPr>
              <a:lnSpc>
                <a:spcPct val="125000"/>
              </a:lnSpc>
            </a:pPr>
            <a:r>
              <a:rPr lang="en-GB" altLang="zh-CN" b="1" dirty="0" err="1">
                <a:solidFill>
                  <a:schemeClr val="tx1"/>
                </a:solidFill>
              </a:rPr>
              <a:t>USART_SendData</a:t>
            </a:r>
            <a:r>
              <a:rPr lang="en-GB" altLang="zh-CN" b="1" dirty="0">
                <a:solidFill>
                  <a:schemeClr val="tx1"/>
                </a:solidFill>
              </a:rPr>
              <a:t>(USART1,0x26)</a:t>
            </a:r>
            <a:r>
              <a:rPr lang="zh-CN" altLang="en-GB" b="1" dirty="0">
                <a:solidFill>
                  <a:schemeClr val="tx1"/>
                </a:solidFill>
              </a:rPr>
              <a:t>；</a:t>
            </a:r>
            <a:r>
              <a:rPr lang="en-GB" altLang="zh-CN" b="1" dirty="0">
                <a:solidFill>
                  <a:schemeClr val="tx1"/>
                </a:solidFill>
              </a:rPr>
              <a:t>//</a:t>
            </a:r>
            <a:r>
              <a:rPr lang="zh-CN" altLang="en-US" b="1" dirty="0">
                <a:solidFill>
                  <a:schemeClr val="tx1"/>
                </a:solidFill>
              </a:rPr>
              <a:t>通过串口</a:t>
            </a:r>
            <a:r>
              <a:rPr lang="en-US" altLang="zh-CN" b="1" dirty="0">
                <a:solidFill>
                  <a:schemeClr val="tx1"/>
                </a:solidFill>
              </a:rPr>
              <a:t>1</a:t>
            </a:r>
            <a:r>
              <a:rPr lang="zh-CN" altLang="en-US" b="1" dirty="0">
                <a:solidFill>
                  <a:schemeClr val="tx1"/>
                </a:solidFill>
              </a:rPr>
              <a:t>发送十六进制数据</a:t>
            </a:r>
            <a:r>
              <a:rPr lang="en-US" altLang="zh-CN" b="1" dirty="0">
                <a:solidFill>
                  <a:schemeClr val="tx1"/>
                </a:solidFill>
              </a:rPr>
              <a:t>26</a:t>
            </a:r>
            <a:r>
              <a:rPr lang="en-GB" altLang="zh-CN" b="1" dirty="0" smtClean="0">
                <a:solidFill>
                  <a:schemeClr val="tx1"/>
                </a:solidFill>
              </a:rPr>
              <a:t>H</a:t>
            </a:r>
            <a:endParaRPr lang="en-GB" altLang="zh-CN" b="1" dirty="0">
              <a:solidFill>
                <a:schemeClr val="tx1"/>
              </a:solidFill>
            </a:endParaRPr>
          </a:p>
        </p:txBody>
      </p:sp>
      <p:sp>
        <p:nvSpPr>
          <p:cNvPr id="13" name="矩形 12"/>
          <p:cNvSpPr/>
          <p:nvPr/>
        </p:nvSpPr>
        <p:spPr>
          <a:xfrm>
            <a:off x="1143819" y="3045269"/>
            <a:ext cx="432048" cy="1715589"/>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4</a:t>
            </a:r>
            <a:endParaRPr lang="zh-CN" altLang="en-US" b="1" dirty="0" smtClean="0">
              <a:solidFill>
                <a:schemeClr val="bg1"/>
              </a:solidFill>
            </a:endParaRPr>
          </a:p>
        </p:txBody>
      </p:sp>
    </p:spTree>
    <p:extLst>
      <p:ext uri="{BB962C8B-B14F-4D97-AF65-F5344CB8AC3E}">
        <p14:creationId xmlns:p14="http://schemas.microsoft.com/office/powerpoint/2010/main" val="42700230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8" name="矩形 7"/>
          <p:cNvSpPr/>
          <p:nvPr/>
        </p:nvSpPr>
        <p:spPr>
          <a:xfrm>
            <a:off x="742976" y="889502"/>
            <a:ext cx="7977286" cy="154354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接收数据函数</a:t>
            </a:r>
          </a:p>
          <a:p>
            <a:pPr>
              <a:lnSpc>
                <a:spcPct val="125000"/>
              </a:lnSpc>
            </a:pPr>
            <a:r>
              <a:rPr lang="en-GB" altLang="zh-CN" b="1" dirty="0">
                <a:solidFill>
                  <a:schemeClr val="tx1"/>
                </a:solidFill>
              </a:rPr>
              <a:t>uint16_t </a:t>
            </a:r>
            <a:r>
              <a:rPr lang="en-GB" altLang="zh-CN" b="1" dirty="0" err="1">
                <a:solidFill>
                  <a:schemeClr val="tx1"/>
                </a:solidFill>
              </a:rPr>
              <a:t>USART_ReceiveData</a:t>
            </a:r>
            <a:r>
              <a:rPr lang="en-GB" altLang="zh-CN" b="1" dirty="0">
                <a:solidFill>
                  <a:schemeClr val="tx1"/>
                </a:solidFill>
              </a:rPr>
              <a:t>(</a:t>
            </a:r>
            <a:r>
              <a:rPr lang="en-GB" altLang="zh-CN" b="1" dirty="0" err="1">
                <a:solidFill>
                  <a:schemeClr val="tx1"/>
                </a:solidFill>
              </a:rPr>
              <a:t>USART_TypeDef</a:t>
            </a:r>
            <a:r>
              <a:rPr lang="en-GB" altLang="zh-CN" b="1" dirty="0">
                <a:solidFill>
                  <a:schemeClr val="tx1"/>
                </a:solidFill>
              </a:rPr>
              <a:t>* </a:t>
            </a:r>
            <a:r>
              <a:rPr lang="en-GB" altLang="zh-CN" b="1" dirty="0" err="1">
                <a:solidFill>
                  <a:schemeClr val="tx1"/>
                </a:solidFill>
              </a:rPr>
              <a:t>USARTx</a:t>
            </a:r>
            <a:r>
              <a:rPr lang="en-GB" altLang="zh-CN" b="1" dirty="0">
                <a:solidFill>
                  <a:schemeClr val="tx1"/>
                </a:solidFill>
              </a:rPr>
              <a:t>);</a:t>
            </a:r>
          </a:p>
          <a:p>
            <a:pPr>
              <a:lnSpc>
                <a:spcPct val="125000"/>
              </a:lnSpc>
            </a:pPr>
            <a:r>
              <a:rPr lang="zh-CN" altLang="en-US" b="1" dirty="0">
                <a:solidFill>
                  <a:schemeClr val="tx1"/>
                </a:solidFill>
              </a:rPr>
              <a:t>例如：</a:t>
            </a:r>
          </a:p>
          <a:p>
            <a:pPr>
              <a:lnSpc>
                <a:spcPct val="125000"/>
              </a:lnSpc>
            </a:pPr>
            <a:r>
              <a:rPr lang="en-GB" altLang="zh-CN" b="1" dirty="0">
                <a:solidFill>
                  <a:schemeClr val="tx1"/>
                </a:solidFill>
              </a:rPr>
              <a:t>Temp = </a:t>
            </a:r>
            <a:r>
              <a:rPr lang="en-GB" altLang="zh-CN" b="1" dirty="0" err="1">
                <a:solidFill>
                  <a:schemeClr val="tx1"/>
                </a:solidFill>
              </a:rPr>
              <a:t>USART_SendData</a:t>
            </a:r>
            <a:r>
              <a:rPr lang="en-GB" altLang="zh-CN" b="1" dirty="0">
                <a:solidFill>
                  <a:schemeClr val="tx1"/>
                </a:solidFill>
              </a:rPr>
              <a:t>(USART1); //</a:t>
            </a:r>
            <a:r>
              <a:rPr lang="zh-CN" altLang="en-US" b="1" dirty="0">
                <a:solidFill>
                  <a:schemeClr val="tx1"/>
                </a:solidFill>
              </a:rPr>
              <a:t>将接收串口</a:t>
            </a:r>
            <a:r>
              <a:rPr lang="en-US" altLang="zh-CN" b="1" dirty="0">
                <a:solidFill>
                  <a:schemeClr val="tx1"/>
                </a:solidFill>
              </a:rPr>
              <a:t>1</a:t>
            </a:r>
            <a:r>
              <a:rPr lang="zh-CN" altLang="en-US" b="1" dirty="0">
                <a:solidFill>
                  <a:schemeClr val="tx1"/>
                </a:solidFill>
              </a:rPr>
              <a:t>发来的数据存到变量</a:t>
            </a:r>
            <a:r>
              <a:rPr lang="en-GB" altLang="zh-CN" b="1" dirty="0">
                <a:solidFill>
                  <a:schemeClr val="tx1"/>
                </a:solidFill>
              </a:rPr>
              <a:t>Temp</a:t>
            </a:r>
            <a:r>
              <a:rPr lang="zh-CN" altLang="en-US" b="1" dirty="0">
                <a:solidFill>
                  <a:schemeClr val="tx1"/>
                </a:solidFill>
              </a:rPr>
              <a:t>中</a:t>
            </a:r>
          </a:p>
        </p:txBody>
      </p:sp>
      <p:sp>
        <p:nvSpPr>
          <p:cNvPr id="9" name="矩形 8"/>
          <p:cNvSpPr/>
          <p:nvPr/>
        </p:nvSpPr>
        <p:spPr>
          <a:xfrm>
            <a:off x="339131" y="843558"/>
            <a:ext cx="432048" cy="1671591"/>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5</a:t>
            </a:r>
            <a:endParaRPr lang="zh-CN" altLang="en-US" b="1" dirty="0" smtClean="0">
              <a:solidFill>
                <a:schemeClr val="bg1"/>
              </a:solidFill>
            </a:endParaRPr>
          </a:p>
        </p:txBody>
      </p:sp>
      <p:sp>
        <p:nvSpPr>
          <p:cNvPr id="12" name="矩形 11"/>
          <p:cNvSpPr/>
          <p:nvPr/>
        </p:nvSpPr>
        <p:spPr>
          <a:xfrm>
            <a:off x="727374" y="2571750"/>
            <a:ext cx="8136904" cy="21602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获取串口状态函数</a:t>
            </a:r>
          </a:p>
          <a:p>
            <a:pPr>
              <a:lnSpc>
                <a:spcPct val="125000"/>
              </a:lnSpc>
            </a:pPr>
            <a:r>
              <a:rPr lang="en-GB" altLang="zh-CN" b="1" dirty="0" err="1">
                <a:solidFill>
                  <a:schemeClr val="tx1"/>
                </a:solidFill>
              </a:rPr>
              <a:t>FlagStatus</a:t>
            </a:r>
            <a:r>
              <a:rPr lang="en-GB" altLang="zh-CN" b="1" dirty="0">
                <a:solidFill>
                  <a:schemeClr val="tx1"/>
                </a:solidFill>
              </a:rPr>
              <a:t> </a:t>
            </a:r>
            <a:r>
              <a:rPr lang="en-GB" altLang="zh-CN" b="1" dirty="0" err="1">
                <a:solidFill>
                  <a:schemeClr val="tx1"/>
                </a:solidFill>
              </a:rPr>
              <a:t>USART_GetFlagStatus</a:t>
            </a:r>
            <a:r>
              <a:rPr lang="en-GB" altLang="zh-CN" b="1" dirty="0">
                <a:solidFill>
                  <a:schemeClr val="tx1"/>
                </a:solidFill>
              </a:rPr>
              <a:t>(</a:t>
            </a:r>
            <a:r>
              <a:rPr lang="en-GB" altLang="zh-CN" b="1" dirty="0" err="1">
                <a:solidFill>
                  <a:schemeClr val="tx1"/>
                </a:solidFill>
              </a:rPr>
              <a:t>USART_TypeDef</a:t>
            </a:r>
            <a:r>
              <a:rPr lang="en-GB" altLang="zh-CN" b="1" dirty="0">
                <a:solidFill>
                  <a:schemeClr val="tx1"/>
                </a:solidFill>
              </a:rPr>
              <a:t>* </a:t>
            </a:r>
            <a:r>
              <a:rPr lang="en-GB" altLang="zh-CN" b="1" dirty="0" err="1">
                <a:solidFill>
                  <a:schemeClr val="tx1"/>
                </a:solidFill>
              </a:rPr>
              <a:t>USARTx</a:t>
            </a:r>
            <a:r>
              <a:rPr lang="en-GB" altLang="zh-CN" b="1" dirty="0">
                <a:solidFill>
                  <a:schemeClr val="tx1"/>
                </a:solidFill>
              </a:rPr>
              <a:t>, uint16_t USART_FLAG);</a:t>
            </a:r>
          </a:p>
          <a:p>
            <a:pPr>
              <a:lnSpc>
                <a:spcPct val="125000"/>
              </a:lnSpc>
            </a:pPr>
            <a:r>
              <a:rPr lang="zh-CN" altLang="en-US" b="1" dirty="0">
                <a:solidFill>
                  <a:schemeClr val="tx1"/>
                </a:solidFill>
              </a:rPr>
              <a:t>使用串口进行数据发送或接收时</a:t>
            </a:r>
            <a:r>
              <a:rPr lang="zh-CN" altLang="en-US" b="1" dirty="0" smtClean="0">
                <a:solidFill>
                  <a:schemeClr val="tx1"/>
                </a:solidFill>
              </a:rPr>
              <a:t>，先</a:t>
            </a:r>
            <a:r>
              <a:rPr lang="zh-CN" altLang="en-US" b="1" dirty="0">
                <a:solidFill>
                  <a:schemeClr val="tx1"/>
                </a:solidFill>
              </a:rPr>
              <a:t>判断状态寄存器的</a:t>
            </a:r>
            <a:r>
              <a:rPr lang="zh-CN" altLang="en-US" b="1" dirty="0" smtClean="0">
                <a:solidFill>
                  <a:schemeClr val="tx1"/>
                </a:solidFill>
              </a:rPr>
              <a:t>状态再进行</a:t>
            </a:r>
            <a:r>
              <a:rPr lang="zh-CN" altLang="en-US" b="1" dirty="0">
                <a:solidFill>
                  <a:schemeClr val="tx1"/>
                </a:solidFill>
              </a:rPr>
              <a:t>下一步操作</a:t>
            </a:r>
            <a:r>
              <a:rPr lang="zh-CN" altLang="en-US" b="1" dirty="0" smtClean="0">
                <a:solidFill>
                  <a:schemeClr val="tx1"/>
                </a:solidFill>
              </a:rPr>
              <a:t>，该</a:t>
            </a:r>
            <a:r>
              <a:rPr lang="zh-CN" altLang="en-US" b="1" dirty="0">
                <a:solidFill>
                  <a:schemeClr val="tx1"/>
                </a:solidFill>
              </a:rPr>
              <a:t>函数</a:t>
            </a:r>
            <a:r>
              <a:rPr lang="zh-CN" altLang="en-US" b="1" dirty="0" smtClean="0">
                <a:solidFill>
                  <a:schemeClr val="tx1"/>
                </a:solidFill>
              </a:rPr>
              <a:t>实现</a:t>
            </a:r>
            <a:r>
              <a:rPr lang="zh-CN" altLang="en-US" b="1" dirty="0">
                <a:solidFill>
                  <a:schemeClr val="tx1"/>
                </a:solidFill>
              </a:rPr>
              <a:t>对指定的</a:t>
            </a:r>
            <a:r>
              <a:rPr lang="en-GB" altLang="zh-CN" b="1" dirty="0">
                <a:solidFill>
                  <a:schemeClr val="tx1"/>
                </a:solidFill>
              </a:rPr>
              <a:t>USART</a:t>
            </a:r>
            <a:r>
              <a:rPr lang="zh-CN" altLang="en-US" b="1" dirty="0">
                <a:solidFill>
                  <a:schemeClr val="tx1"/>
                </a:solidFill>
              </a:rPr>
              <a:t>标志位是否设置进行检查</a:t>
            </a:r>
            <a:r>
              <a:rPr lang="zh-CN" altLang="en-US" b="1" dirty="0" smtClean="0">
                <a:solidFill>
                  <a:schemeClr val="tx1"/>
                </a:solidFill>
              </a:rPr>
              <a:t>。</a:t>
            </a:r>
            <a:endParaRPr lang="en-US" altLang="zh-CN" b="1" dirty="0" smtClean="0">
              <a:solidFill>
                <a:schemeClr val="tx1"/>
              </a:solidFill>
            </a:endParaRPr>
          </a:p>
          <a:p>
            <a:pPr>
              <a:lnSpc>
                <a:spcPct val="125000"/>
              </a:lnSpc>
            </a:pPr>
            <a:r>
              <a:rPr lang="zh-CN" altLang="en-US" b="1" dirty="0">
                <a:solidFill>
                  <a:schemeClr val="tx1"/>
                </a:solidFill>
              </a:rPr>
              <a:t>例如</a:t>
            </a:r>
            <a:r>
              <a:rPr lang="zh-CN" altLang="en-US" b="1" dirty="0" smtClean="0">
                <a:solidFill>
                  <a:schemeClr val="tx1"/>
                </a:solidFill>
              </a:rPr>
              <a:t>：</a:t>
            </a:r>
            <a:r>
              <a:rPr lang="en-GB" altLang="zh-CN" b="1" dirty="0" err="1" smtClean="0">
                <a:solidFill>
                  <a:schemeClr val="tx1"/>
                </a:solidFill>
              </a:rPr>
              <a:t>FlagStatus</a:t>
            </a:r>
            <a:r>
              <a:rPr lang="en-GB" altLang="zh-CN" b="1" dirty="0" smtClean="0">
                <a:solidFill>
                  <a:schemeClr val="tx1"/>
                </a:solidFill>
              </a:rPr>
              <a:t> </a:t>
            </a:r>
            <a:r>
              <a:rPr lang="en-GB" altLang="zh-CN" b="1" dirty="0">
                <a:solidFill>
                  <a:schemeClr val="tx1"/>
                </a:solidFill>
              </a:rPr>
              <a:t>Status;</a:t>
            </a:r>
          </a:p>
          <a:p>
            <a:pPr>
              <a:lnSpc>
                <a:spcPct val="125000"/>
              </a:lnSpc>
            </a:pPr>
            <a:r>
              <a:rPr lang="en-GB" altLang="zh-CN" b="1" dirty="0">
                <a:solidFill>
                  <a:schemeClr val="tx1"/>
                </a:solidFill>
              </a:rPr>
              <a:t>Status = </a:t>
            </a:r>
            <a:r>
              <a:rPr lang="en-GB" altLang="zh-CN" b="1" dirty="0" err="1">
                <a:solidFill>
                  <a:schemeClr val="tx1"/>
                </a:solidFill>
              </a:rPr>
              <a:t>USART_GetFlagStatus</a:t>
            </a:r>
            <a:r>
              <a:rPr lang="en-GB" altLang="zh-CN" b="1" dirty="0">
                <a:solidFill>
                  <a:schemeClr val="tx1"/>
                </a:solidFill>
              </a:rPr>
              <a:t>(USART1,USART_FLAG_TXE</a:t>
            </a:r>
            <a:r>
              <a:rPr lang="en-GB" altLang="zh-CN" b="1" dirty="0" smtClean="0">
                <a:solidFill>
                  <a:schemeClr val="tx1"/>
                </a:solidFill>
              </a:rPr>
              <a:t>);</a:t>
            </a:r>
            <a:endParaRPr lang="zh-CN" altLang="en-US" b="1" dirty="0">
              <a:solidFill>
                <a:schemeClr val="tx1"/>
              </a:solidFill>
            </a:endParaRPr>
          </a:p>
        </p:txBody>
      </p:sp>
      <p:sp>
        <p:nvSpPr>
          <p:cNvPr id="14" name="矩形 13"/>
          <p:cNvSpPr/>
          <p:nvPr/>
        </p:nvSpPr>
        <p:spPr>
          <a:xfrm>
            <a:off x="323528" y="2538868"/>
            <a:ext cx="432048" cy="2322962"/>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6</a:t>
            </a:r>
            <a:endParaRPr lang="zh-CN" altLang="en-US" b="1" dirty="0" smtClean="0">
              <a:solidFill>
                <a:schemeClr val="bg1"/>
              </a:solidFill>
            </a:endParaRPr>
          </a:p>
        </p:txBody>
      </p:sp>
    </p:spTree>
    <p:extLst>
      <p:ext uri="{BB962C8B-B14F-4D97-AF65-F5344CB8AC3E}">
        <p14:creationId xmlns:p14="http://schemas.microsoft.com/office/powerpoint/2010/main" val="31569764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12" name="矩形 11"/>
          <p:cNvSpPr/>
          <p:nvPr/>
        </p:nvSpPr>
        <p:spPr>
          <a:xfrm>
            <a:off x="788640" y="1059582"/>
            <a:ext cx="3063280" cy="374441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获取串口状态函数</a:t>
            </a:r>
          </a:p>
          <a:p>
            <a:pPr>
              <a:lnSpc>
                <a:spcPct val="125000"/>
              </a:lnSpc>
            </a:pPr>
            <a:r>
              <a:rPr lang="zh-CN" altLang="en-US" b="1" dirty="0">
                <a:solidFill>
                  <a:schemeClr val="tx1"/>
                </a:solidFill>
              </a:rPr>
              <a:t>函数</a:t>
            </a:r>
            <a:r>
              <a:rPr lang="en-US" altLang="zh-CN" b="1" dirty="0" err="1">
                <a:solidFill>
                  <a:schemeClr val="tx1"/>
                </a:solidFill>
              </a:rPr>
              <a:t>USART_GetFlagStatus</a:t>
            </a:r>
            <a:r>
              <a:rPr lang="en-US" altLang="zh-CN" b="1" dirty="0">
                <a:solidFill>
                  <a:schemeClr val="tx1"/>
                </a:solidFill>
              </a:rPr>
              <a:t>()</a:t>
            </a:r>
            <a:r>
              <a:rPr lang="zh-CN" altLang="en-US" b="1" dirty="0">
                <a:solidFill>
                  <a:schemeClr val="tx1"/>
                </a:solidFill>
              </a:rPr>
              <a:t>有两个输入</a:t>
            </a:r>
            <a:r>
              <a:rPr lang="zh-CN" altLang="en-US" b="1" dirty="0" smtClean="0">
                <a:solidFill>
                  <a:schemeClr val="tx1"/>
                </a:solidFill>
              </a:rPr>
              <a:t>参数：</a:t>
            </a:r>
            <a:endParaRPr lang="en-US" altLang="zh-CN" b="1" dirty="0" smtClean="0">
              <a:solidFill>
                <a:schemeClr val="tx1"/>
              </a:solidFill>
            </a:endParaRPr>
          </a:p>
          <a:p>
            <a:pPr marL="285750" indent="-285750">
              <a:lnSpc>
                <a:spcPct val="125000"/>
              </a:lnSpc>
              <a:buBlip>
                <a:blip r:embed="rId2"/>
              </a:buBlip>
            </a:pPr>
            <a:r>
              <a:rPr lang="zh-CN" altLang="en-US" b="1" dirty="0" smtClean="0">
                <a:solidFill>
                  <a:schemeClr val="tx1"/>
                </a:solidFill>
              </a:rPr>
              <a:t>参数</a:t>
            </a:r>
            <a:r>
              <a:rPr lang="en-US" altLang="zh-CN" b="1" dirty="0">
                <a:solidFill>
                  <a:schemeClr val="tx1"/>
                </a:solidFill>
              </a:rPr>
              <a:t>1</a:t>
            </a:r>
            <a:r>
              <a:rPr lang="zh-CN" altLang="en-US" b="1" dirty="0">
                <a:solidFill>
                  <a:schemeClr val="tx1"/>
                </a:solidFill>
              </a:rPr>
              <a:t>：</a:t>
            </a:r>
            <a:r>
              <a:rPr lang="en-US" altLang="zh-CN" b="1" dirty="0" err="1">
                <a:solidFill>
                  <a:schemeClr val="tx1"/>
                </a:solidFill>
              </a:rPr>
              <a:t>USARTx</a:t>
            </a:r>
            <a:r>
              <a:rPr lang="zh-CN" altLang="en-US" b="1" dirty="0">
                <a:solidFill>
                  <a:schemeClr val="tx1"/>
                </a:solidFill>
              </a:rPr>
              <a:t>，可选为</a:t>
            </a:r>
            <a:r>
              <a:rPr lang="en-US" altLang="zh-CN" b="1" dirty="0">
                <a:solidFill>
                  <a:schemeClr val="tx1"/>
                </a:solidFill>
              </a:rPr>
              <a:t>USART1</a:t>
            </a:r>
            <a:r>
              <a:rPr lang="zh-CN" altLang="en-US" b="1" dirty="0">
                <a:solidFill>
                  <a:schemeClr val="tx1"/>
                </a:solidFill>
              </a:rPr>
              <a:t>、</a:t>
            </a:r>
            <a:r>
              <a:rPr lang="en-US" altLang="zh-CN" b="1" dirty="0">
                <a:solidFill>
                  <a:schemeClr val="tx1"/>
                </a:solidFill>
              </a:rPr>
              <a:t>USART2</a:t>
            </a:r>
            <a:r>
              <a:rPr lang="zh-CN" altLang="en-US" b="1" dirty="0">
                <a:solidFill>
                  <a:schemeClr val="tx1"/>
                </a:solidFill>
              </a:rPr>
              <a:t>或</a:t>
            </a:r>
            <a:r>
              <a:rPr lang="en-US" altLang="zh-CN" b="1" dirty="0">
                <a:solidFill>
                  <a:schemeClr val="tx1"/>
                </a:solidFill>
              </a:rPr>
              <a:t>USART3</a:t>
            </a:r>
            <a:r>
              <a:rPr lang="zh-CN" altLang="en-US" b="1" dirty="0" smtClean="0">
                <a:solidFill>
                  <a:schemeClr val="tx1"/>
                </a:solidFill>
              </a:rPr>
              <a:t>；</a:t>
            </a:r>
            <a:endParaRPr lang="en-US" altLang="zh-CN" b="1" dirty="0" smtClean="0">
              <a:solidFill>
                <a:schemeClr val="tx1"/>
              </a:solidFill>
            </a:endParaRPr>
          </a:p>
          <a:p>
            <a:pPr marL="285750" indent="-285750">
              <a:lnSpc>
                <a:spcPct val="125000"/>
              </a:lnSpc>
              <a:buBlip>
                <a:blip r:embed="rId2"/>
              </a:buBlip>
            </a:pPr>
            <a:r>
              <a:rPr lang="zh-CN" altLang="en-US" b="1" dirty="0" smtClean="0">
                <a:solidFill>
                  <a:schemeClr val="tx1"/>
                </a:solidFill>
              </a:rPr>
              <a:t>参数</a:t>
            </a:r>
            <a:r>
              <a:rPr lang="en-US" altLang="zh-CN" b="1" dirty="0">
                <a:solidFill>
                  <a:schemeClr val="tx1"/>
                </a:solidFill>
              </a:rPr>
              <a:t>2</a:t>
            </a:r>
            <a:r>
              <a:rPr lang="zh-CN" altLang="en-US" b="1" dirty="0">
                <a:solidFill>
                  <a:schemeClr val="tx1"/>
                </a:solidFill>
              </a:rPr>
              <a:t>：</a:t>
            </a:r>
            <a:r>
              <a:rPr lang="en-US" altLang="zh-CN" b="1" dirty="0">
                <a:solidFill>
                  <a:schemeClr val="tx1"/>
                </a:solidFill>
              </a:rPr>
              <a:t>USART_FLAG</a:t>
            </a:r>
            <a:r>
              <a:rPr lang="zh-CN" altLang="en-US" b="1" dirty="0">
                <a:solidFill>
                  <a:schemeClr val="tx1"/>
                </a:solidFill>
              </a:rPr>
              <a:t>为待检测的</a:t>
            </a:r>
            <a:r>
              <a:rPr lang="en-US" altLang="zh-CN" b="1" dirty="0">
                <a:solidFill>
                  <a:schemeClr val="tx1"/>
                </a:solidFill>
              </a:rPr>
              <a:t>USART</a:t>
            </a:r>
            <a:r>
              <a:rPr lang="zh-CN" altLang="en-US" b="1" dirty="0">
                <a:solidFill>
                  <a:schemeClr val="tx1"/>
                </a:solidFill>
              </a:rPr>
              <a:t>标志</a:t>
            </a:r>
            <a:r>
              <a:rPr lang="zh-CN" altLang="en-US" b="1" dirty="0" smtClean="0">
                <a:solidFill>
                  <a:schemeClr val="tx1"/>
                </a:solidFill>
              </a:rPr>
              <a:t>位；</a:t>
            </a:r>
            <a:endParaRPr lang="en-US" altLang="zh-CN" b="1" dirty="0" smtClean="0">
              <a:solidFill>
                <a:schemeClr val="tx1"/>
              </a:solidFill>
            </a:endParaRPr>
          </a:p>
          <a:p>
            <a:pPr marL="285750" indent="-285750">
              <a:lnSpc>
                <a:spcPct val="125000"/>
              </a:lnSpc>
              <a:buBlip>
                <a:blip r:embed="rId2"/>
              </a:buBlip>
            </a:pPr>
            <a:r>
              <a:rPr lang="zh-CN" altLang="en-US" b="1" dirty="0" smtClean="0">
                <a:solidFill>
                  <a:schemeClr val="tx1"/>
                </a:solidFill>
              </a:rPr>
              <a:t>函数</a:t>
            </a:r>
            <a:r>
              <a:rPr lang="zh-CN" altLang="en-US" b="1" dirty="0">
                <a:solidFill>
                  <a:schemeClr val="tx1"/>
                </a:solidFill>
              </a:rPr>
              <a:t>返回值为</a:t>
            </a:r>
            <a:r>
              <a:rPr lang="en-US" altLang="zh-CN" b="1" dirty="0">
                <a:solidFill>
                  <a:schemeClr val="tx1"/>
                </a:solidFill>
              </a:rPr>
              <a:t>SET</a:t>
            </a:r>
            <a:r>
              <a:rPr lang="zh-CN" altLang="en-US" b="1" dirty="0">
                <a:solidFill>
                  <a:schemeClr val="tx1"/>
                </a:solidFill>
              </a:rPr>
              <a:t>（置位）或</a:t>
            </a:r>
            <a:r>
              <a:rPr lang="en-US" altLang="zh-CN" b="1" dirty="0">
                <a:solidFill>
                  <a:schemeClr val="tx1"/>
                </a:solidFill>
              </a:rPr>
              <a:t>RESET</a:t>
            </a:r>
            <a:r>
              <a:rPr lang="zh-CN" altLang="en-US" b="1" dirty="0">
                <a:solidFill>
                  <a:schemeClr val="tx1"/>
                </a:solidFill>
              </a:rPr>
              <a:t>（复位）。</a:t>
            </a:r>
          </a:p>
        </p:txBody>
      </p:sp>
      <p:sp>
        <p:nvSpPr>
          <p:cNvPr id="13" name="矩形 12"/>
          <p:cNvSpPr/>
          <p:nvPr/>
        </p:nvSpPr>
        <p:spPr>
          <a:xfrm>
            <a:off x="403752" y="980531"/>
            <a:ext cx="415427" cy="3967483"/>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6</a:t>
            </a:r>
            <a:endParaRPr lang="zh-CN" altLang="en-US" b="1" dirty="0" smtClean="0">
              <a:solidFill>
                <a:schemeClr val="bg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1778838"/>
              </p:ext>
            </p:extLst>
          </p:nvPr>
        </p:nvGraphicFramePr>
        <p:xfrm>
          <a:off x="4139952" y="987574"/>
          <a:ext cx="4551278" cy="3840480"/>
        </p:xfrm>
        <a:graphic>
          <a:graphicData uri="http://schemas.openxmlformats.org/drawingml/2006/table">
            <a:tbl>
              <a:tblPr firstRow="1" firstCol="1" bandRow="1"/>
              <a:tblGrid>
                <a:gridCol w="2448272"/>
                <a:gridCol w="2103006"/>
              </a:tblGrid>
              <a:tr h="0">
                <a:tc>
                  <a:txBody>
                    <a:bodyPr/>
                    <a:lstStyle/>
                    <a:p>
                      <a:pPr algn="ctr">
                        <a:spcAft>
                          <a:spcPts val="0"/>
                        </a:spcAft>
                      </a:pPr>
                      <a:r>
                        <a:rPr lang="en-US" sz="1800" b="1" kern="0" dirty="0">
                          <a:solidFill>
                            <a:schemeClr val="bg1"/>
                          </a:solidFill>
                          <a:effectLst/>
                          <a:latin typeface="Times New Roman"/>
                          <a:ea typeface="宋体"/>
                          <a:cs typeface="Times New Roman"/>
                        </a:rPr>
                        <a:t>USART_FLAG</a:t>
                      </a:r>
                      <a:endParaRPr lang="zh-CN" sz="1800" kern="100" dirty="0">
                        <a:solidFill>
                          <a:schemeClr val="bg1"/>
                        </a:solidFill>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a:spcAft>
                          <a:spcPts val="0"/>
                        </a:spcAft>
                      </a:pPr>
                      <a:r>
                        <a:rPr lang="zh-CN" sz="1800" b="1" kern="0" dirty="0">
                          <a:solidFill>
                            <a:schemeClr val="bg1"/>
                          </a:solidFill>
                          <a:effectLst/>
                          <a:latin typeface="Times New Roman"/>
                          <a:ea typeface="宋体"/>
                          <a:cs typeface="Times New Roman"/>
                        </a:rPr>
                        <a:t>描述</a:t>
                      </a:r>
                      <a:endParaRPr lang="zh-CN" sz="1800" kern="100" dirty="0">
                        <a:solidFill>
                          <a:schemeClr val="bg1"/>
                        </a:solidFill>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75000"/>
                      </a:schemeClr>
                    </a:solidFill>
                  </a:tcPr>
                </a:tc>
              </a:tr>
              <a:tr h="0">
                <a:tc>
                  <a:txBody>
                    <a:bodyPr/>
                    <a:lstStyle/>
                    <a:p>
                      <a:pPr indent="74295" algn="just">
                        <a:spcAft>
                          <a:spcPts val="0"/>
                        </a:spcAft>
                      </a:pPr>
                      <a:r>
                        <a:rPr lang="en-US" sz="1800" kern="0" dirty="0">
                          <a:effectLst/>
                          <a:latin typeface="Times New Roman"/>
                          <a:ea typeface="宋体"/>
                          <a:cs typeface="Times New Roman"/>
                        </a:rPr>
                        <a:t>USART_FLAG_CTS</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954405" algn="l"/>
                          <a:tab pos="1132840" algn="ctr"/>
                        </a:tabLst>
                      </a:pPr>
                      <a:r>
                        <a:rPr lang="en-US" sz="1800" kern="0">
                          <a:effectLst/>
                          <a:latin typeface="Times New Roman"/>
                          <a:ea typeface="宋体"/>
                          <a:cs typeface="Times New Roman"/>
                        </a:rPr>
                        <a:t>CTS</a:t>
                      </a:r>
                      <a:r>
                        <a:rPr lang="zh-CN" sz="1800" kern="0">
                          <a:effectLst/>
                          <a:latin typeface="Times New Roman"/>
                          <a:ea typeface="宋体"/>
                          <a:cs typeface="Times New Roman"/>
                        </a:rPr>
                        <a:t>标志位</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74295" algn="just">
                        <a:spcAft>
                          <a:spcPts val="0"/>
                        </a:spcAft>
                      </a:pPr>
                      <a:r>
                        <a:rPr lang="en-US" sz="1800" kern="0" dirty="0">
                          <a:effectLst/>
                          <a:latin typeface="Times New Roman"/>
                          <a:ea typeface="宋体"/>
                          <a:cs typeface="Times New Roman"/>
                        </a:rPr>
                        <a:t>USART_FLAG_LBD</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en-US" sz="1800" kern="0" dirty="0">
                          <a:effectLst/>
                          <a:latin typeface="Times New Roman"/>
                          <a:ea typeface="宋体"/>
                          <a:cs typeface="Times New Roman"/>
                        </a:rPr>
                        <a:t>LIN</a:t>
                      </a:r>
                      <a:r>
                        <a:rPr lang="zh-CN" sz="1800" kern="0" dirty="0">
                          <a:effectLst/>
                          <a:latin typeface="Times New Roman"/>
                          <a:ea typeface="宋体"/>
                          <a:cs typeface="Times New Roman"/>
                        </a:rPr>
                        <a:t>中断检测标志位</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0">
                <a:tc>
                  <a:txBody>
                    <a:bodyPr/>
                    <a:lstStyle/>
                    <a:p>
                      <a:pPr indent="74295" algn="just">
                        <a:spcAft>
                          <a:spcPts val="0"/>
                        </a:spcAft>
                      </a:pPr>
                      <a:r>
                        <a:rPr lang="en-US" sz="1800" kern="0">
                          <a:effectLst/>
                          <a:latin typeface="Times New Roman"/>
                          <a:ea typeface="宋体"/>
                          <a:cs typeface="Times New Roman"/>
                        </a:rPr>
                        <a:t>USART_FLAG_TXE</a:t>
                      </a:r>
                      <a:endParaRPr lang="zh-CN" sz="1800"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Times New Roman"/>
                          <a:ea typeface="宋体"/>
                          <a:cs typeface="Times New Roman"/>
                        </a:rPr>
                        <a:t>发送数据寄存器空标志位</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74295" algn="just">
                        <a:spcAft>
                          <a:spcPts val="0"/>
                        </a:spcAft>
                      </a:pPr>
                      <a:r>
                        <a:rPr lang="en-US" sz="1800" kern="0" dirty="0">
                          <a:effectLst/>
                          <a:latin typeface="Times New Roman"/>
                          <a:ea typeface="宋体"/>
                          <a:cs typeface="Times New Roman"/>
                        </a:rPr>
                        <a:t>USART_FLAG_TC</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zh-CN" sz="1800" kern="0" dirty="0">
                          <a:effectLst/>
                          <a:latin typeface="Times New Roman"/>
                          <a:ea typeface="宋体"/>
                          <a:cs typeface="Times New Roman"/>
                        </a:rPr>
                        <a:t>发送完成标志位</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0">
                <a:tc>
                  <a:txBody>
                    <a:bodyPr/>
                    <a:lstStyle/>
                    <a:p>
                      <a:pPr indent="74295" algn="just">
                        <a:spcAft>
                          <a:spcPts val="0"/>
                        </a:spcAft>
                      </a:pPr>
                      <a:r>
                        <a:rPr lang="en-US" sz="1800" kern="0" dirty="0">
                          <a:effectLst/>
                          <a:latin typeface="Times New Roman"/>
                          <a:ea typeface="宋体"/>
                          <a:cs typeface="Times New Roman"/>
                        </a:rPr>
                        <a:t>USART_FLAG_RXNE</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dirty="0">
                          <a:effectLst/>
                          <a:latin typeface="Times New Roman"/>
                          <a:ea typeface="宋体"/>
                          <a:cs typeface="Times New Roman"/>
                        </a:rPr>
                        <a:t>接收数据寄存器非空标志位</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74295" algn="just">
                        <a:spcAft>
                          <a:spcPts val="0"/>
                        </a:spcAft>
                      </a:pPr>
                      <a:r>
                        <a:rPr lang="en-US" sz="1800" kern="0" dirty="0">
                          <a:effectLst/>
                          <a:latin typeface="Times New Roman"/>
                          <a:ea typeface="宋体"/>
                          <a:cs typeface="Times New Roman"/>
                        </a:rPr>
                        <a:t>USART_FLAG_IDLE</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zh-CN" sz="1800" kern="0" dirty="0">
                          <a:effectLst/>
                          <a:latin typeface="Times New Roman"/>
                          <a:ea typeface="宋体"/>
                          <a:cs typeface="Times New Roman"/>
                        </a:rPr>
                        <a:t>空闲总线标志位</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0">
                <a:tc>
                  <a:txBody>
                    <a:bodyPr/>
                    <a:lstStyle/>
                    <a:p>
                      <a:pPr indent="74295" algn="just">
                        <a:spcAft>
                          <a:spcPts val="0"/>
                        </a:spcAft>
                      </a:pPr>
                      <a:r>
                        <a:rPr lang="en-US" sz="1800" kern="0">
                          <a:effectLst/>
                          <a:latin typeface="Times New Roman"/>
                          <a:ea typeface="宋体"/>
                          <a:cs typeface="Times New Roman"/>
                        </a:rPr>
                        <a:t>USART_FLAG_ORE</a:t>
                      </a:r>
                      <a:endParaRPr lang="zh-CN" sz="1800"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Times New Roman"/>
                          <a:ea typeface="宋体"/>
                          <a:cs typeface="Times New Roman"/>
                        </a:rPr>
                        <a:t>溢出错误标志位</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74295" algn="just">
                        <a:spcAft>
                          <a:spcPts val="0"/>
                        </a:spcAft>
                      </a:pPr>
                      <a:r>
                        <a:rPr lang="en-US" sz="1800" kern="0" dirty="0">
                          <a:effectLst/>
                          <a:latin typeface="Times New Roman"/>
                          <a:ea typeface="宋体"/>
                          <a:cs typeface="Times New Roman"/>
                        </a:rPr>
                        <a:t>USART_FLAG_NE</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zh-CN" sz="1800" kern="0" dirty="0">
                          <a:effectLst/>
                          <a:latin typeface="Times New Roman"/>
                          <a:ea typeface="宋体"/>
                          <a:cs typeface="Times New Roman"/>
                        </a:rPr>
                        <a:t>噪声错误标志位</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0">
                <a:tc>
                  <a:txBody>
                    <a:bodyPr/>
                    <a:lstStyle/>
                    <a:p>
                      <a:pPr indent="74295" algn="just">
                        <a:spcAft>
                          <a:spcPts val="0"/>
                        </a:spcAft>
                      </a:pPr>
                      <a:r>
                        <a:rPr lang="en-US" sz="1800" kern="0">
                          <a:effectLst/>
                          <a:latin typeface="Times New Roman"/>
                          <a:ea typeface="宋体"/>
                          <a:cs typeface="Times New Roman"/>
                        </a:rPr>
                        <a:t>USART_FLAG_FE</a:t>
                      </a:r>
                      <a:endParaRPr lang="zh-CN" sz="1800"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Times New Roman"/>
                          <a:ea typeface="宋体"/>
                          <a:cs typeface="Times New Roman"/>
                        </a:rPr>
                        <a:t>帧错误标志位</a:t>
                      </a:r>
                      <a:endParaRPr lang="zh-CN" sz="1800"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74295" algn="just">
                        <a:spcAft>
                          <a:spcPts val="0"/>
                        </a:spcAft>
                      </a:pPr>
                      <a:r>
                        <a:rPr lang="en-US" sz="1800" kern="0" dirty="0">
                          <a:effectLst/>
                          <a:latin typeface="Times New Roman"/>
                          <a:ea typeface="宋体"/>
                          <a:cs typeface="Times New Roman"/>
                        </a:rPr>
                        <a:t>USART_FLAG_PE</a:t>
                      </a:r>
                      <a:endParaRPr lang="zh-CN" sz="1800"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just">
                        <a:spcAft>
                          <a:spcPts val="0"/>
                        </a:spcAft>
                      </a:pPr>
                      <a:r>
                        <a:rPr lang="zh-CN" sz="1800" kern="0" dirty="0">
                          <a:effectLst/>
                          <a:latin typeface="Times New Roman"/>
                          <a:ea typeface="宋体"/>
                          <a:cs typeface="Times New Roman"/>
                        </a:rPr>
                        <a:t>奇偶错误标志位</a:t>
                      </a:r>
                      <a:endParaRPr lang="zh-CN" sz="1800"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bl>
          </a:graphicData>
        </a:graphic>
      </p:graphicFrame>
    </p:spTree>
    <p:extLst>
      <p:ext uri="{BB962C8B-B14F-4D97-AF65-F5344CB8AC3E}">
        <p14:creationId xmlns:p14="http://schemas.microsoft.com/office/powerpoint/2010/main" val="29158590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12" name="矩形 11"/>
          <p:cNvSpPr/>
          <p:nvPr/>
        </p:nvSpPr>
        <p:spPr>
          <a:xfrm>
            <a:off x="1076672" y="1059582"/>
            <a:ext cx="7383760" cy="374441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获取串口状态函数</a:t>
            </a:r>
          </a:p>
          <a:p>
            <a:pPr>
              <a:lnSpc>
                <a:spcPct val="125000"/>
              </a:lnSpc>
            </a:pPr>
            <a:r>
              <a:rPr lang="zh-CN" altLang="en-US" b="1" dirty="0">
                <a:solidFill>
                  <a:schemeClr val="tx1"/>
                </a:solidFill>
              </a:rPr>
              <a:t>串口采用</a:t>
            </a:r>
            <a:r>
              <a:rPr lang="en-GB" altLang="zh-CN" b="1" dirty="0" err="1">
                <a:solidFill>
                  <a:schemeClr val="tx1"/>
                </a:solidFill>
              </a:rPr>
              <a:t>USART_SendData</a:t>
            </a:r>
            <a:r>
              <a:rPr lang="en-GB" altLang="zh-CN" b="1" dirty="0">
                <a:solidFill>
                  <a:schemeClr val="tx1"/>
                </a:solidFill>
              </a:rPr>
              <a:t>()</a:t>
            </a:r>
            <a:r>
              <a:rPr lang="zh-CN" altLang="en-US" b="1" dirty="0">
                <a:solidFill>
                  <a:schemeClr val="tx1"/>
                </a:solidFill>
              </a:rPr>
              <a:t>函数发送数据时，要先判断</a:t>
            </a:r>
            <a:r>
              <a:rPr lang="en-GB" altLang="zh-CN" b="1" dirty="0">
                <a:solidFill>
                  <a:schemeClr val="tx1"/>
                </a:solidFill>
              </a:rPr>
              <a:t>USART_FLAG_TXE</a:t>
            </a:r>
            <a:r>
              <a:rPr lang="zh-CN" altLang="en-GB" b="1" dirty="0">
                <a:solidFill>
                  <a:schemeClr val="tx1"/>
                </a:solidFill>
              </a:rPr>
              <a:t>（</a:t>
            </a:r>
            <a:r>
              <a:rPr lang="zh-CN" altLang="en-US" b="1" dirty="0">
                <a:solidFill>
                  <a:schemeClr val="tx1"/>
                </a:solidFill>
              </a:rPr>
              <a:t>发送数据寄存器空标志位）或</a:t>
            </a:r>
            <a:r>
              <a:rPr lang="en-GB" altLang="zh-CN" b="1" dirty="0">
                <a:solidFill>
                  <a:schemeClr val="tx1"/>
                </a:solidFill>
              </a:rPr>
              <a:t>USART_FLAG_TC</a:t>
            </a:r>
            <a:r>
              <a:rPr lang="zh-CN" altLang="en-GB" b="1" dirty="0">
                <a:solidFill>
                  <a:schemeClr val="tx1"/>
                </a:solidFill>
              </a:rPr>
              <a:t>（</a:t>
            </a:r>
            <a:r>
              <a:rPr lang="zh-CN" altLang="en-US" b="1" dirty="0">
                <a:solidFill>
                  <a:schemeClr val="tx1"/>
                </a:solidFill>
              </a:rPr>
              <a:t>发送完成标志位）的状态，等发送完成后再执行后面的程序，具体实现代码如下：</a:t>
            </a:r>
          </a:p>
          <a:p>
            <a:pPr>
              <a:lnSpc>
                <a:spcPct val="125000"/>
              </a:lnSpc>
            </a:pPr>
            <a:r>
              <a:rPr lang="en-GB" altLang="zh-CN" b="1" dirty="0" err="1">
                <a:solidFill>
                  <a:schemeClr val="tx1"/>
                </a:solidFill>
              </a:rPr>
              <a:t>USART_SendData</a:t>
            </a:r>
            <a:r>
              <a:rPr lang="en-GB" altLang="zh-CN" b="1" dirty="0">
                <a:solidFill>
                  <a:schemeClr val="tx1"/>
                </a:solidFill>
              </a:rPr>
              <a:t>(USART1,  (uint8_t) </a:t>
            </a:r>
            <a:r>
              <a:rPr lang="en-GB" altLang="zh-CN" b="1" dirty="0" err="1">
                <a:solidFill>
                  <a:schemeClr val="tx1"/>
                </a:solidFill>
              </a:rPr>
              <a:t>ch</a:t>
            </a:r>
            <a:r>
              <a:rPr lang="en-GB" altLang="zh-CN" b="1" dirty="0">
                <a:solidFill>
                  <a:schemeClr val="tx1"/>
                </a:solidFill>
              </a:rPr>
              <a:t>);   //</a:t>
            </a:r>
            <a:r>
              <a:rPr lang="zh-CN" altLang="en-US" b="1" dirty="0">
                <a:solidFill>
                  <a:schemeClr val="tx1"/>
                </a:solidFill>
              </a:rPr>
              <a:t>发送数据</a:t>
            </a:r>
          </a:p>
          <a:p>
            <a:pPr>
              <a:lnSpc>
                <a:spcPct val="125000"/>
              </a:lnSpc>
            </a:pPr>
            <a:r>
              <a:rPr lang="en-US" altLang="zh-CN" b="1" dirty="0">
                <a:solidFill>
                  <a:schemeClr val="tx1"/>
                </a:solidFill>
              </a:rPr>
              <a:t>//</a:t>
            </a:r>
            <a:r>
              <a:rPr lang="zh-CN" altLang="en-US" b="1" dirty="0">
                <a:solidFill>
                  <a:schemeClr val="tx1"/>
                </a:solidFill>
              </a:rPr>
              <a:t>判断发送是否完成，循环等待直到发送完毕</a:t>
            </a:r>
          </a:p>
          <a:p>
            <a:pPr>
              <a:lnSpc>
                <a:spcPct val="125000"/>
              </a:lnSpc>
            </a:pPr>
            <a:r>
              <a:rPr lang="en-GB" altLang="zh-CN" b="1" dirty="0">
                <a:solidFill>
                  <a:schemeClr val="tx1"/>
                </a:solidFill>
              </a:rPr>
              <a:t>while(</a:t>
            </a:r>
            <a:r>
              <a:rPr lang="en-GB" altLang="zh-CN" b="1" dirty="0" err="1">
                <a:solidFill>
                  <a:schemeClr val="tx1"/>
                </a:solidFill>
              </a:rPr>
              <a:t>USART_GetFlagStatus</a:t>
            </a:r>
            <a:r>
              <a:rPr lang="en-GB" altLang="zh-CN" b="1" dirty="0">
                <a:solidFill>
                  <a:schemeClr val="tx1"/>
                </a:solidFill>
              </a:rPr>
              <a:t>(USART1,USART_FLAG_TC) != SET); </a:t>
            </a:r>
          </a:p>
          <a:p>
            <a:pPr>
              <a:lnSpc>
                <a:spcPct val="125000"/>
              </a:lnSpc>
            </a:pPr>
            <a:r>
              <a:rPr lang="en-GB" altLang="zh-CN" b="1" dirty="0">
                <a:solidFill>
                  <a:schemeClr val="tx1"/>
                </a:solidFill>
              </a:rPr>
              <a:t>return </a:t>
            </a:r>
            <a:r>
              <a:rPr lang="en-GB" altLang="zh-CN" b="1" dirty="0" err="1">
                <a:solidFill>
                  <a:schemeClr val="tx1"/>
                </a:solidFill>
              </a:rPr>
              <a:t>ch</a:t>
            </a:r>
            <a:r>
              <a:rPr lang="en-GB" altLang="zh-CN" b="1" dirty="0">
                <a:solidFill>
                  <a:schemeClr val="tx1"/>
                </a:solidFill>
              </a:rPr>
              <a:t>;</a:t>
            </a:r>
          </a:p>
          <a:p>
            <a:pPr>
              <a:lnSpc>
                <a:spcPct val="125000"/>
              </a:lnSpc>
            </a:pPr>
            <a:r>
              <a:rPr lang="zh-CN" altLang="en-US" b="1" dirty="0" smtClean="0">
                <a:solidFill>
                  <a:schemeClr val="tx1"/>
                </a:solidFill>
              </a:rPr>
              <a:t>或</a:t>
            </a:r>
            <a:endParaRPr lang="zh-CN" altLang="en-US" b="1" dirty="0">
              <a:solidFill>
                <a:schemeClr val="tx1"/>
              </a:solidFill>
            </a:endParaRPr>
          </a:p>
          <a:p>
            <a:pPr>
              <a:lnSpc>
                <a:spcPct val="125000"/>
              </a:lnSpc>
            </a:pPr>
            <a:r>
              <a:rPr lang="en-GB" altLang="zh-CN" b="1" dirty="0">
                <a:solidFill>
                  <a:schemeClr val="tx1"/>
                </a:solidFill>
              </a:rPr>
              <a:t>while (</a:t>
            </a:r>
            <a:r>
              <a:rPr lang="en-GB" altLang="zh-CN" b="1" dirty="0" err="1">
                <a:solidFill>
                  <a:schemeClr val="tx1"/>
                </a:solidFill>
              </a:rPr>
              <a:t>USART_GetFlagStatus</a:t>
            </a:r>
            <a:r>
              <a:rPr lang="en-GB" altLang="zh-CN" b="1" dirty="0">
                <a:solidFill>
                  <a:schemeClr val="tx1"/>
                </a:solidFill>
              </a:rPr>
              <a:t>(</a:t>
            </a:r>
            <a:r>
              <a:rPr lang="en-GB" altLang="zh-CN" b="1" dirty="0" err="1">
                <a:solidFill>
                  <a:schemeClr val="tx1"/>
                </a:solidFill>
              </a:rPr>
              <a:t>DEBUG_USARTx</a:t>
            </a:r>
            <a:r>
              <a:rPr lang="en-GB" altLang="zh-CN" b="1" dirty="0">
                <a:solidFill>
                  <a:schemeClr val="tx1"/>
                </a:solidFill>
              </a:rPr>
              <a:t>, USART_FLAG_TXE) == RESET);</a:t>
            </a:r>
          </a:p>
          <a:p>
            <a:pPr>
              <a:lnSpc>
                <a:spcPct val="125000"/>
              </a:lnSpc>
            </a:pPr>
            <a:r>
              <a:rPr lang="en-GB" altLang="zh-CN" b="1" dirty="0">
                <a:solidFill>
                  <a:schemeClr val="tx1"/>
                </a:solidFill>
              </a:rPr>
              <a:t>return (</a:t>
            </a:r>
            <a:r>
              <a:rPr lang="en-GB" altLang="zh-CN" b="1" dirty="0" err="1">
                <a:solidFill>
                  <a:schemeClr val="tx1"/>
                </a:solidFill>
              </a:rPr>
              <a:t>ch</a:t>
            </a:r>
            <a:r>
              <a:rPr lang="en-GB" altLang="zh-CN" b="1" dirty="0">
                <a:solidFill>
                  <a:schemeClr val="tx1"/>
                </a:solidFill>
              </a:rPr>
              <a:t>);</a:t>
            </a:r>
          </a:p>
        </p:txBody>
      </p:sp>
      <p:sp>
        <p:nvSpPr>
          <p:cNvPr id="7" name="矩形 6"/>
          <p:cNvSpPr/>
          <p:nvPr/>
        </p:nvSpPr>
        <p:spPr>
          <a:xfrm>
            <a:off x="684696" y="980531"/>
            <a:ext cx="415427" cy="3967483"/>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6</a:t>
            </a:r>
            <a:endParaRPr lang="zh-CN" altLang="en-US" b="1" dirty="0" smtClean="0">
              <a:solidFill>
                <a:schemeClr val="bg1"/>
              </a:solidFill>
            </a:endParaRPr>
          </a:p>
        </p:txBody>
      </p:sp>
    </p:spTree>
    <p:extLst>
      <p:ext uri="{BB962C8B-B14F-4D97-AF65-F5344CB8AC3E}">
        <p14:creationId xmlns:p14="http://schemas.microsoft.com/office/powerpoint/2010/main" val="7683869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12" name="矩形 11"/>
          <p:cNvSpPr/>
          <p:nvPr/>
        </p:nvSpPr>
        <p:spPr>
          <a:xfrm>
            <a:off x="859520" y="1203598"/>
            <a:ext cx="7887816" cy="331236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获取串口状态函数</a:t>
            </a:r>
          </a:p>
          <a:p>
            <a:pPr>
              <a:lnSpc>
                <a:spcPct val="125000"/>
              </a:lnSpc>
            </a:pPr>
            <a:r>
              <a:rPr lang="zh-CN" altLang="en-US" b="1" dirty="0">
                <a:solidFill>
                  <a:schemeClr val="tx1"/>
                </a:solidFill>
              </a:rPr>
              <a:t>采用</a:t>
            </a:r>
            <a:r>
              <a:rPr lang="en-GB" altLang="zh-CN" b="1" dirty="0" err="1">
                <a:solidFill>
                  <a:schemeClr val="tx1"/>
                </a:solidFill>
              </a:rPr>
              <a:t>USART_ReceiveData</a:t>
            </a:r>
            <a:r>
              <a:rPr lang="en-GB" altLang="zh-CN" b="1" dirty="0">
                <a:solidFill>
                  <a:schemeClr val="tx1"/>
                </a:solidFill>
              </a:rPr>
              <a:t>()</a:t>
            </a:r>
            <a:r>
              <a:rPr lang="zh-CN" altLang="en-US" b="1" dirty="0">
                <a:solidFill>
                  <a:schemeClr val="tx1"/>
                </a:solidFill>
              </a:rPr>
              <a:t>函数进行接收数据时，要先判断</a:t>
            </a:r>
            <a:r>
              <a:rPr lang="en-GB" altLang="zh-CN" b="1" dirty="0">
                <a:solidFill>
                  <a:schemeClr val="tx1"/>
                </a:solidFill>
              </a:rPr>
              <a:t>USART_FLAG_RXNE</a:t>
            </a:r>
            <a:r>
              <a:rPr lang="zh-CN" altLang="en-GB" b="1" dirty="0">
                <a:solidFill>
                  <a:schemeClr val="tx1"/>
                </a:solidFill>
              </a:rPr>
              <a:t>（</a:t>
            </a:r>
            <a:r>
              <a:rPr lang="zh-CN" altLang="en-US" b="1" dirty="0">
                <a:solidFill>
                  <a:schemeClr val="tx1"/>
                </a:solidFill>
              </a:rPr>
              <a:t>接收数据寄存器非空标志位），非空时接收数据，该位被置“</a:t>
            </a:r>
            <a:r>
              <a:rPr lang="en-US" altLang="zh-CN" b="1" dirty="0">
                <a:solidFill>
                  <a:schemeClr val="tx1"/>
                </a:solidFill>
              </a:rPr>
              <a:t>1”</a:t>
            </a:r>
            <a:r>
              <a:rPr lang="zh-CN" altLang="en-US" b="1" dirty="0">
                <a:solidFill>
                  <a:schemeClr val="tx1"/>
                </a:solidFill>
              </a:rPr>
              <a:t>时，表示有数据被接收，并可以读出。具体代码如下：</a:t>
            </a:r>
          </a:p>
          <a:p>
            <a:pPr>
              <a:lnSpc>
                <a:spcPct val="125000"/>
              </a:lnSpc>
            </a:pPr>
            <a:r>
              <a:rPr lang="en-US" altLang="zh-CN" b="1" dirty="0" smtClean="0">
                <a:solidFill>
                  <a:schemeClr val="tx1"/>
                </a:solidFill>
              </a:rPr>
              <a:t>      //</a:t>
            </a:r>
            <a:r>
              <a:rPr lang="zh-CN" altLang="en-US" b="1" dirty="0">
                <a:solidFill>
                  <a:schemeClr val="tx1"/>
                </a:solidFill>
              </a:rPr>
              <a:t>判断接收寄存器是否为空，非空接收数据</a:t>
            </a:r>
          </a:p>
          <a:p>
            <a:pPr>
              <a:lnSpc>
                <a:spcPct val="125000"/>
              </a:lnSpc>
            </a:pPr>
            <a:r>
              <a:rPr lang="en-GB" altLang="zh-CN" b="1" dirty="0">
                <a:solidFill>
                  <a:schemeClr val="tx1"/>
                </a:solidFill>
              </a:rPr>
              <a:t>if(</a:t>
            </a:r>
            <a:r>
              <a:rPr lang="en-GB" altLang="zh-CN" b="1" dirty="0" err="1">
                <a:solidFill>
                  <a:schemeClr val="tx1"/>
                </a:solidFill>
              </a:rPr>
              <a:t>USART_GetFlagStatus</a:t>
            </a:r>
            <a:r>
              <a:rPr lang="en-GB" altLang="zh-CN" b="1" dirty="0">
                <a:solidFill>
                  <a:schemeClr val="tx1"/>
                </a:solidFill>
              </a:rPr>
              <a:t>(USART1,USART_FLAG_RXNE) == SET)</a:t>
            </a:r>
          </a:p>
          <a:p>
            <a:pPr>
              <a:lnSpc>
                <a:spcPct val="125000"/>
              </a:lnSpc>
            </a:pPr>
            <a:r>
              <a:rPr lang="en-GB" altLang="zh-CN" b="1" dirty="0">
                <a:solidFill>
                  <a:schemeClr val="tx1"/>
                </a:solidFill>
              </a:rPr>
              <a:t>{</a:t>
            </a:r>
          </a:p>
          <a:p>
            <a:pPr>
              <a:lnSpc>
                <a:spcPct val="125000"/>
              </a:lnSpc>
            </a:pPr>
            <a:r>
              <a:rPr lang="en-GB" altLang="zh-CN" b="1" dirty="0" smtClean="0">
                <a:solidFill>
                  <a:schemeClr val="tx1"/>
                </a:solidFill>
              </a:rPr>
              <a:t>     </a:t>
            </a:r>
            <a:r>
              <a:rPr lang="en-GB" altLang="zh-CN" b="1" dirty="0" err="1" smtClean="0">
                <a:solidFill>
                  <a:schemeClr val="tx1"/>
                </a:solidFill>
              </a:rPr>
              <a:t>ch</a:t>
            </a:r>
            <a:r>
              <a:rPr lang="en-GB" altLang="zh-CN" b="1" dirty="0" smtClean="0">
                <a:solidFill>
                  <a:schemeClr val="tx1"/>
                </a:solidFill>
              </a:rPr>
              <a:t> </a:t>
            </a:r>
            <a:r>
              <a:rPr lang="en-GB" altLang="zh-CN" b="1" dirty="0">
                <a:solidFill>
                  <a:schemeClr val="tx1"/>
                </a:solidFill>
              </a:rPr>
              <a:t>= </a:t>
            </a:r>
            <a:r>
              <a:rPr lang="en-GB" altLang="zh-CN" b="1" dirty="0" err="1">
                <a:solidFill>
                  <a:schemeClr val="tx1"/>
                </a:solidFill>
              </a:rPr>
              <a:t>USART_ReceiveData</a:t>
            </a:r>
            <a:r>
              <a:rPr lang="en-GB" altLang="zh-CN" b="1" dirty="0">
                <a:solidFill>
                  <a:schemeClr val="tx1"/>
                </a:solidFill>
              </a:rPr>
              <a:t>(USART1); //</a:t>
            </a:r>
            <a:r>
              <a:rPr lang="zh-CN" altLang="en-US" b="1" dirty="0">
                <a:solidFill>
                  <a:schemeClr val="tx1"/>
                </a:solidFill>
              </a:rPr>
              <a:t>接收数据</a:t>
            </a:r>
          </a:p>
          <a:p>
            <a:pPr>
              <a:lnSpc>
                <a:spcPct val="125000"/>
              </a:lnSpc>
            </a:pPr>
            <a:r>
              <a:rPr lang="en-US" altLang="zh-CN" b="1" dirty="0">
                <a:solidFill>
                  <a:schemeClr val="tx1"/>
                </a:solidFill>
              </a:rPr>
              <a:t>}</a:t>
            </a:r>
          </a:p>
        </p:txBody>
      </p:sp>
      <p:sp>
        <p:nvSpPr>
          <p:cNvPr id="7" name="矩形 6"/>
          <p:cNvSpPr/>
          <p:nvPr/>
        </p:nvSpPr>
        <p:spPr>
          <a:xfrm>
            <a:off x="467544" y="1124547"/>
            <a:ext cx="415427" cy="3535435"/>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6</a:t>
            </a:r>
            <a:endParaRPr lang="zh-CN" altLang="en-US" b="1" dirty="0" smtClean="0">
              <a:solidFill>
                <a:schemeClr val="bg1"/>
              </a:solidFill>
            </a:endParaRPr>
          </a:p>
        </p:txBody>
      </p:sp>
    </p:spTree>
    <p:extLst>
      <p:ext uri="{BB962C8B-B14F-4D97-AF65-F5344CB8AC3E}">
        <p14:creationId xmlns:p14="http://schemas.microsoft.com/office/powerpoint/2010/main" val="27563832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12" name="矩形 11"/>
          <p:cNvSpPr/>
          <p:nvPr/>
        </p:nvSpPr>
        <p:spPr>
          <a:xfrm>
            <a:off x="923144" y="1065163"/>
            <a:ext cx="7240872" cy="151216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清除状态标志函数</a:t>
            </a:r>
          </a:p>
          <a:p>
            <a:pPr>
              <a:lnSpc>
                <a:spcPct val="125000"/>
              </a:lnSpc>
            </a:pPr>
            <a:r>
              <a:rPr lang="en-GB" altLang="zh-CN" b="1" dirty="0">
                <a:solidFill>
                  <a:schemeClr val="tx1"/>
                </a:solidFill>
              </a:rPr>
              <a:t>void </a:t>
            </a:r>
            <a:r>
              <a:rPr lang="en-GB" altLang="zh-CN" b="1" dirty="0" err="1">
                <a:solidFill>
                  <a:schemeClr val="tx1"/>
                </a:solidFill>
              </a:rPr>
              <a:t>USART_ClearFlag</a:t>
            </a:r>
            <a:r>
              <a:rPr lang="en-GB" altLang="zh-CN" b="1" dirty="0">
                <a:solidFill>
                  <a:schemeClr val="tx1"/>
                </a:solidFill>
              </a:rPr>
              <a:t>(</a:t>
            </a:r>
            <a:r>
              <a:rPr lang="en-GB" altLang="zh-CN" b="1" dirty="0" err="1">
                <a:solidFill>
                  <a:schemeClr val="tx1"/>
                </a:solidFill>
              </a:rPr>
              <a:t>USART_TypeDef</a:t>
            </a:r>
            <a:r>
              <a:rPr lang="en-GB" altLang="zh-CN" b="1" dirty="0">
                <a:solidFill>
                  <a:schemeClr val="tx1"/>
                </a:solidFill>
              </a:rPr>
              <a:t>* </a:t>
            </a:r>
            <a:r>
              <a:rPr lang="en-GB" altLang="zh-CN" b="1" dirty="0" err="1">
                <a:solidFill>
                  <a:schemeClr val="tx1"/>
                </a:solidFill>
              </a:rPr>
              <a:t>USARTx</a:t>
            </a:r>
            <a:r>
              <a:rPr lang="en-GB" altLang="zh-CN" b="1" dirty="0">
                <a:solidFill>
                  <a:schemeClr val="tx1"/>
                </a:solidFill>
              </a:rPr>
              <a:t>, uint16_t USART_FLAG);</a:t>
            </a:r>
          </a:p>
          <a:p>
            <a:pPr>
              <a:lnSpc>
                <a:spcPct val="125000"/>
              </a:lnSpc>
            </a:pPr>
            <a:r>
              <a:rPr lang="zh-CN" altLang="en-US" b="1" dirty="0">
                <a:solidFill>
                  <a:schemeClr val="tx1"/>
                </a:solidFill>
              </a:rPr>
              <a:t>例如：</a:t>
            </a:r>
          </a:p>
          <a:p>
            <a:pPr>
              <a:lnSpc>
                <a:spcPct val="125000"/>
              </a:lnSpc>
            </a:pPr>
            <a:r>
              <a:rPr lang="en-GB" altLang="zh-CN" b="1" dirty="0" err="1">
                <a:solidFill>
                  <a:schemeClr val="tx1"/>
                </a:solidFill>
              </a:rPr>
              <a:t>USART_ClearFlag</a:t>
            </a:r>
            <a:r>
              <a:rPr lang="en-GB" altLang="zh-CN" b="1" dirty="0">
                <a:solidFill>
                  <a:schemeClr val="tx1"/>
                </a:solidFill>
              </a:rPr>
              <a:t>(USART1,USART_FLAG_TC);//</a:t>
            </a:r>
            <a:r>
              <a:rPr lang="zh-CN" altLang="en-US" b="1" dirty="0">
                <a:solidFill>
                  <a:schemeClr val="tx1"/>
                </a:solidFill>
              </a:rPr>
              <a:t>清除串口</a:t>
            </a:r>
            <a:r>
              <a:rPr lang="en-US" altLang="zh-CN" b="1" dirty="0">
                <a:solidFill>
                  <a:schemeClr val="tx1"/>
                </a:solidFill>
              </a:rPr>
              <a:t>1</a:t>
            </a:r>
            <a:r>
              <a:rPr lang="zh-CN" altLang="en-US" b="1" dirty="0">
                <a:solidFill>
                  <a:schemeClr val="tx1"/>
                </a:solidFill>
              </a:rPr>
              <a:t>的</a:t>
            </a:r>
            <a:r>
              <a:rPr lang="en-GB" altLang="zh-CN" b="1" dirty="0">
                <a:solidFill>
                  <a:schemeClr val="tx1"/>
                </a:solidFill>
              </a:rPr>
              <a:t>TC</a:t>
            </a:r>
            <a:r>
              <a:rPr lang="zh-CN" altLang="en-US" b="1" dirty="0">
                <a:solidFill>
                  <a:schemeClr val="tx1"/>
                </a:solidFill>
              </a:rPr>
              <a:t>状态标志位</a:t>
            </a:r>
          </a:p>
        </p:txBody>
      </p:sp>
      <p:sp>
        <p:nvSpPr>
          <p:cNvPr id="7" name="矩形 6"/>
          <p:cNvSpPr/>
          <p:nvPr/>
        </p:nvSpPr>
        <p:spPr>
          <a:xfrm>
            <a:off x="531168" y="1035336"/>
            <a:ext cx="415427" cy="1614003"/>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7</a:t>
            </a:r>
            <a:endParaRPr lang="zh-CN" altLang="en-US" b="1" dirty="0" smtClean="0">
              <a:solidFill>
                <a:schemeClr val="bg1"/>
              </a:solidFill>
            </a:endParaRPr>
          </a:p>
        </p:txBody>
      </p:sp>
      <p:sp>
        <p:nvSpPr>
          <p:cNvPr id="6" name="矩形 5"/>
          <p:cNvSpPr/>
          <p:nvPr/>
        </p:nvSpPr>
        <p:spPr>
          <a:xfrm>
            <a:off x="1075544" y="2763528"/>
            <a:ext cx="7456896" cy="20882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串口中断使能函数</a:t>
            </a:r>
          </a:p>
          <a:p>
            <a:pPr>
              <a:lnSpc>
                <a:spcPct val="125000"/>
              </a:lnSpc>
            </a:pPr>
            <a:r>
              <a:rPr lang="en-GB" altLang="zh-CN" sz="1400" b="1" dirty="0">
                <a:solidFill>
                  <a:schemeClr val="tx1"/>
                </a:solidFill>
              </a:rPr>
              <a:t>void </a:t>
            </a:r>
            <a:r>
              <a:rPr lang="en-GB" altLang="zh-CN" sz="1400" b="1" dirty="0" err="1">
                <a:solidFill>
                  <a:schemeClr val="tx1"/>
                </a:solidFill>
              </a:rPr>
              <a:t>USART_ITConfig</a:t>
            </a:r>
            <a:r>
              <a:rPr lang="en-GB" altLang="zh-CN" sz="1400" b="1" dirty="0">
                <a:solidFill>
                  <a:schemeClr val="tx1"/>
                </a:solidFill>
              </a:rPr>
              <a:t>(</a:t>
            </a:r>
            <a:r>
              <a:rPr lang="en-GB" altLang="zh-CN" sz="1400" b="1" dirty="0" err="1">
                <a:solidFill>
                  <a:schemeClr val="tx1"/>
                </a:solidFill>
              </a:rPr>
              <a:t>USART_TypeDef</a:t>
            </a:r>
            <a:r>
              <a:rPr lang="en-GB" altLang="zh-CN" sz="1400" b="1" dirty="0">
                <a:solidFill>
                  <a:schemeClr val="tx1"/>
                </a:solidFill>
              </a:rPr>
              <a:t>* </a:t>
            </a:r>
            <a:r>
              <a:rPr lang="en-GB" altLang="zh-CN" sz="1400" b="1" dirty="0" err="1">
                <a:solidFill>
                  <a:schemeClr val="tx1"/>
                </a:solidFill>
              </a:rPr>
              <a:t>USARTx</a:t>
            </a:r>
            <a:r>
              <a:rPr lang="en-GB" altLang="zh-CN" sz="1400" b="1" dirty="0">
                <a:solidFill>
                  <a:schemeClr val="tx1"/>
                </a:solidFill>
              </a:rPr>
              <a:t>, uint16_t USART_IT, </a:t>
            </a:r>
            <a:r>
              <a:rPr lang="en-GB" altLang="zh-CN" sz="1400" b="1" dirty="0" err="1">
                <a:solidFill>
                  <a:schemeClr val="tx1"/>
                </a:solidFill>
              </a:rPr>
              <a:t>FunctionalState</a:t>
            </a:r>
            <a:r>
              <a:rPr lang="en-GB" altLang="zh-CN" sz="1400" b="1" dirty="0">
                <a:solidFill>
                  <a:schemeClr val="tx1"/>
                </a:solidFill>
              </a:rPr>
              <a:t> </a:t>
            </a:r>
            <a:r>
              <a:rPr lang="en-GB" altLang="zh-CN" sz="1400" b="1" dirty="0" err="1">
                <a:solidFill>
                  <a:schemeClr val="tx1"/>
                </a:solidFill>
              </a:rPr>
              <a:t>NewState</a:t>
            </a:r>
            <a:r>
              <a:rPr lang="en-GB" altLang="zh-CN" sz="1400" b="1" dirty="0" smtClean="0">
                <a:solidFill>
                  <a:schemeClr val="tx1"/>
                </a:solidFill>
              </a:rPr>
              <a:t>);</a:t>
            </a:r>
          </a:p>
          <a:p>
            <a:pPr>
              <a:lnSpc>
                <a:spcPct val="125000"/>
              </a:lnSpc>
            </a:pPr>
            <a:r>
              <a:rPr lang="zh-CN" altLang="en-US" b="1" dirty="0" smtClean="0">
                <a:solidFill>
                  <a:schemeClr val="tx1"/>
                </a:solidFill>
              </a:rPr>
              <a:t>例如：</a:t>
            </a:r>
            <a:endParaRPr lang="en-US" altLang="zh-CN" b="1" dirty="0" smtClean="0">
              <a:solidFill>
                <a:schemeClr val="tx1"/>
              </a:solidFill>
            </a:endParaRPr>
          </a:p>
          <a:p>
            <a:pPr>
              <a:lnSpc>
                <a:spcPct val="125000"/>
              </a:lnSpc>
            </a:pPr>
            <a:r>
              <a:rPr lang="en-GB" altLang="zh-CN" b="1" dirty="0" err="1" smtClean="0">
                <a:solidFill>
                  <a:schemeClr val="tx1"/>
                </a:solidFill>
              </a:rPr>
              <a:t>USART_ITConfig</a:t>
            </a:r>
            <a:r>
              <a:rPr lang="en-GB" altLang="zh-CN" b="1" dirty="0" smtClean="0">
                <a:solidFill>
                  <a:schemeClr val="tx1"/>
                </a:solidFill>
              </a:rPr>
              <a:t>(USART1</a:t>
            </a:r>
            <a:r>
              <a:rPr lang="en-GB" altLang="zh-CN" b="1" dirty="0">
                <a:solidFill>
                  <a:schemeClr val="tx1"/>
                </a:solidFill>
              </a:rPr>
              <a:t>, USART_IT_RXNE, ENABLE</a:t>
            </a:r>
            <a:r>
              <a:rPr lang="en-GB" altLang="zh-CN" b="1" dirty="0" smtClean="0">
                <a:solidFill>
                  <a:schemeClr val="tx1"/>
                </a:solidFill>
              </a:rPr>
              <a:t>);</a:t>
            </a:r>
          </a:p>
          <a:p>
            <a:pPr>
              <a:lnSpc>
                <a:spcPct val="125000"/>
              </a:lnSpc>
            </a:pPr>
            <a:r>
              <a:rPr lang="en-GB" altLang="zh-CN" b="1" dirty="0" smtClean="0">
                <a:solidFill>
                  <a:schemeClr val="tx1"/>
                </a:solidFill>
              </a:rPr>
              <a:t>       //</a:t>
            </a:r>
            <a:r>
              <a:rPr lang="zh-CN" altLang="en-US" b="1" dirty="0">
                <a:solidFill>
                  <a:schemeClr val="tx1"/>
                </a:solidFill>
              </a:rPr>
              <a:t>开启接收数据寄存器非空中断</a:t>
            </a:r>
          </a:p>
          <a:p>
            <a:pPr>
              <a:lnSpc>
                <a:spcPct val="125000"/>
              </a:lnSpc>
            </a:pPr>
            <a:r>
              <a:rPr lang="en-GB" altLang="zh-CN" b="1" dirty="0" err="1" smtClean="0">
                <a:solidFill>
                  <a:schemeClr val="tx1"/>
                </a:solidFill>
              </a:rPr>
              <a:t>USART_ITConfig</a:t>
            </a:r>
            <a:r>
              <a:rPr lang="en-GB" altLang="zh-CN" b="1" dirty="0" smtClean="0">
                <a:solidFill>
                  <a:schemeClr val="tx1"/>
                </a:solidFill>
              </a:rPr>
              <a:t>(USART1</a:t>
            </a:r>
            <a:r>
              <a:rPr lang="en-GB" altLang="zh-CN" b="1" dirty="0">
                <a:solidFill>
                  <a:schemeClr val="tx1"/>
                </a:solidFill>
              </a:rPr>
              <a:t>, USART_IT_TC, ENABLE); //</a:t>
            </a:r>
            <a:r>
              <a:rPr lang="zh-CN" altLang="en-US" b="1" dirty="0">
                <a:solidFill>
                  <a:schemeClr val="tx1"/>
                </a:solidFill>
              </a:rPr>
              <a:t>开启发送完成</a:t>
            </a:r>
            <a:r>
              <a:rPr lang="zh-CN" altLang="en-US" b="1" dirty="0" smtClean="0">
                <a:solidFill>
                  <a:schemeClr val="tx1"/>
                </a:solidFill>
              </a:rPr>
              <a:t>中断</a:t>
            </a:r>
            <a:endParaRPr lang="en-GB" altLang="zh-CN" b="1" dirty="0">
              <a:solidFill>
                <a:schemeClr val="tx1"/>
              </a:solidFill>
            </a:endParaRPr>
          </a:p>
        </p:txBody>
      </p:sp>
      <p:sp>
        <p:nvSpPr>
          <p:cNvPr id="8" name="矩形 7"/>
          <p:cNvSpPr/>
          <p:nvPr/>
        </p:nvSpPr>
        <p:spPr>
          <a:xfrm>
            <a:off x="683568" y="2719153"/>
            <a:ext cx="415427" cy="2228861"/>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8</a:t>
            </a:r>
            <a:endParaRPr lang="zh-CN" altLang="en-US" b="1" dirty="0" smtClean="0">
              <a:solidFill>
                <a:schemeClr val="bg1"/>
              </a:solidFill>
            </a:endParaRPr>
          </a:p>
        </p:txBody>
      </p:sp>
    </p:spTree>
    <p:extLst>
      <p:ext uri="{BB962C8B-B14F-4D97-AF65-F5344CB8AC3E}">
        <p14:creationId xmlns:p14="http://schemas.microsoft.com/office/powerpoint/2010/main" val="16870355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6" name="矩形 5"/>
          <p:cNvSpPr/>
          <p:nvPr/>
        </p:nvSpPr>
        <p:spPr>
          <a:xfrm>
            <a:off x="899592" y="1023442"/>
            <a:ext cx="2952328" cy="382612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串口中断使能函数</a:t>
            </a:r>
          </a:p>
          <a:p>
            <a:pPr>
              <a:lnSpc>
                <a:spcPct val="125000"/>
              </a:lnSpc>
            </a:pPr>
            <a:r>
              <a:rPr lang="en-GB" altLang="zh-CN" sz="1400" b="1" dirty="0" err="1" smtClean="0">
                <a:solidFill>
                  <a:schemeClr val="tx1"/>
                </a:solidFill>
              </a:rPr>
              <a:t>USART_ITConfig</a:t>
            </a:r>
            <a:r>
              <a:rPr lang="en-GB" altLang="zh-CN" sz="1400" b="1" dirty="0" smtClean="0">
                <a:solidFill>
                  <a:schemeClr val="tx1"/>
                </a:solidFill>
              </a:rPr>
              <a:t>()</a:t>
            </a:r>
            <a:r>
              <a:rPr lang="zh-CN" altLang="en-US" b="1" dirty="0" smtClean="0">
                <a:solidFill>
                  <a:schemeClr val="tx1"/>
                </a:solidFill>
              </a:rPr>
              <a:t>函数的参数：</a:t>
            </a:r>
            <a:endParaRPr lang="en-US" altLang="zh-CN" b="1" dirty="0" smtClean="0">
              <a:solidFill>
                <a:schemeClr val="tx1"/>
              </a:solidFill>
            </a:endParaRPr>
          </a:p>
          <a:p>
            <a:pPr marL="285750" indent="-285750">
              <a:lnSpc>
                <a:spcPct val="125000"/>
              </a:lnSpc>
              <a:buBlip>
                <a:blip r:embed="rId2"/>
              </a:buBlip>
            </a:pPr>
            <a:r>
              <a:rPr lang="zh-CN" altLang="en-US" b="1" dirty="0" smtClean="0">
                <a:solidFill>
                  <a:schemeClr val="tx1"/>
                </a:solidFill>
              </a:rPr>
              <a:t>参数</a:t>
            </a:r>
            <a:r>
              <a:rPr lang="en-US" altLang="zh-CN" b="1" dirty="0">
                <a:solidFill>
                  <a:schemeClr val="tx1"/>
                </a:solidFill>
              </a:rPr>
              <a:t>1</a:t>
            </a:r>
            <a:r>
              <a:rPr lang="zh-CN" altLang="en-US" b="1" dirty="0">
                <a:solidFill>
                  <a:schemeClr val="tx1"/>
                </a:solidFill>
              </a:rPr>
              <a:t>：</a:t>
            </a:r>
            <a:r>
              <a:rPr lang="en-US" altLang="zh-CN" b="1" dirty="0" err="1">
                <a:solidFill>
                  <a:schemeClr val="tx1"/>
                </a:solidFill>
              </a:rPr>
              <a:t>USARTx</a:t>
            </a:r>
            <a:r>
              <a:rPr lang="zh-CN" altLang="en-US" b="1" dirty="0">
                <a:solidFill>
                  <a:schemeClr val="tx1"/>
                </a:solidFill>
              </a:rPr>
              <a:t>，可选为</a:t>
            </a:r>
            <a:r>
              <a:rPr lang="en-US" altLang="zh-CN" b="1" dirty="0">
                <a:solidFill>
                  <a:schemeClr val="tx1"/>
                </a:solidFill>
              </a:rPr>
              <a:t>USART1</a:t>
            </a:r>
            <a:r>
              <a:rPr lang="zh-CN" altLang="en-US" b="1" dirty="0">
                <a:solidFill>
                  <a:schemeClr val="tx1"/>
                </a:solidFill>
              </a:rPr>
              <a:t>、</a:t>
            </a:r>
            <a:r>
              <a:rPr lang="en-US" altLang="zh-CN" b="1" dirty="0">
                <a:solidFill>
                  <a:schemeClr val="tx1"/>
                </a:solidFill>
              </a:rPr>
              <a:t>USART2</a:t>
            </a:r>
            <a:r>
              <a:rPr lang="zh-CN" altLang="en-US" b="1" dirty="0">
                <a:solidFill>
                  <a:schemeClr val="tx1"/>
                </a:solidFill>
              </a:rPr>
              <a:t>或</a:t>
            </a:r>
            <a:r>
              <a:rPr lang="en-US" altLang="zh-CN" b="1" dirty="0">
                <a:solidFill>
                  <a:schemeClr val="tx1"/>
                </a:solidFill>
              </a:rPr>
              <a:t>USART3</a:t>
            </a:r>
            <a:r>
              <a:rPr lang="zh-CN" altLang="en-US" b="1" dirty="0" smtClean="0">
                <a:solidFill>
                  <a:schemeClr val="tx1"/>
                </a:solidFill>
              </a:rPr>
              <a:t>；</a:t>
            </a:r>
            <a:endParaRPr lang="en-US" altLang="zh-CN" b="1" dirty="0" smtClean="0">
              <a:solidFill>
                <a:schemeClr val="tx1"/>
              </a:solidFill>
            </a:endParaRPr>
          </a:p>
          <a:p>
            <a:pPr marL="285750" indent="-285750">
              <a:lnSpc>
                <a:spcPct val="125000"/>
              </a:lnSpc>
              <a:buBlip>
                <a:blip r:embed="rId2"/>
              </a:buBlip>
            </a:pPr>
            <a:r>
              <a:rPr lang="zh-CN" altLang="en-US" b="1" dirty="0" smtClean="0">
                <a:solidFill>
                  <a:schemeClr val="tx1"/>
                </a:solidFill>
              </a:rPr>
              <a:t>参数</a:t>
            </a:r>
            <a:r>
              <a:rPr lang="en-US" altLang="zh-CN" b="1" dirty="0">
                <a:solidFill>
                  <a:schemeClr val="tx1"/>
                </a:solidFill>
              </a:rPr>
              <a:t>2</a:t>
            </a:r>
            <a:r>
              <a:rPr lang="zh-CN" altLang="en-US" b="1" dirty="0">
                <a:solidFill>
                  <a:schemeClr val="tx1"/>
                </a:solidFill>
              </a:rPr>
              <a:t>：</a:t>
            </a:r>
            <a:r>
              <a:rPr lang="en-US" altLang="zh-CN" b="1" dirty="0">
                <a:solidFill>
                  <a:schemeClr val="tx1"/>
                </a:solidFill>
              </a:rPr>
              <a:t>USART_IT</a:t>
            </a:r>
            <a:r>
              <a:rPr lang="zh-CN" altLang="en-US" b="1" dirty="0">
                <a:solidFill>
                  <a:schemeClr val="tx1"/>
                </a:solidFill>
              </a:rPr>
              <a:t>为待检测的</a:t>
            </a:r>
            <a:r>
              <a:rPr lang="en-US" altLang="zh-CN" b="1" dirty="0">
                <a:solidFill>
                  <a:schemeClr val="tx1"/>
                </a:solidFill>
              </a:rPr>
              <a:t>USART</a:t>
            </a:r>
            <a:r>
              <a:rPr lang="zh-CN" altLang="en-US" b="1" dirty="0">
                <a:solidFill>
                  <a:schemeClr val="tx1"/>
                </a:solidFill>
              </a:rPr>
              <a:t>标志</a:t>
            </a:r>
            <a:r>
              <a:rPr lang="zh-CN" altLang="en-US" b="1" dirty="0" smtClean="0">
                <a:solidFill>
                  <a:schemeClr val="tx1"/>
                </a:solidFill>
              </a:rPr>
              <a:t>位；</a:t>
            </a:r>
            <a:endParaRPr lang="en-US" altLang="zh-CN" b="1" dirty="0" smtClean="0">
              <a:solidFill>
                <a:schemeClr val="tx1"/>
              </a:solidFill>
            </a:endParaRPr>
          </a:p>
          <a:p>
            <a:pPr marL="285750" indent="-285750">
              <a:lnSpc>
                <a:spcPct val="125000"/>
              </a:lnSpc>
              <a:buBlip>
                <a:blip r:embed="rId2"/>
              </a:buBlip>
            </a:pPr>
            <a:r>
              <a:rPr lang="zh-CN" altLang="en-US" b="1" dirty="0" smtClean="0">
                <a:solidFill>
                  <a:schemeClr val="tx1"/>
                </a:solidFill>
              </a:rPr>
              <a:t>参数</a:t>
            </a:r>
            <a:r>
              <a:rPr lang="en-US" altLang="zh-CN" b="1" dirty="0">
                <a:solidFill>
                  <a:schemeClr val="tx1"/>
                </a:solidFill>
              </a:rPr>
              <a:t>3</a:t>
            </a:r>
            <a:r>
              <a:rPr lang="zh-CN" altLang="en-US" b="1" dirty="0">
                <a:solidFill>
                  <a:schemeClr val="tx1"/>
                </a:solidFill>
              </a:rPr>
              <a:t>为</a:t>
            </a:r>
            <a:r>
              <a:rPr lang="en-US" altLang="zh-CN" b="1" dirty="0">
                <a:solidFill>
                  <a:schemeClr val="tx1"/>
                </a:solidFill>
              </a:rPr>
              <a:t>ENABLE</a:t>
            </a:r>
            <a:r>
              <a:rPr lang="zh-CN" altLang="en-US" b="1" dirty="0">
                <a:solidFill>
                  <a:schemeClr val="tx1"/>
                </a:solidFill>
              </a:rPr>
              <a:t>或</a:t>
            </a:r>
            <a:r>
              <a:rPr lang="en-US" altLang="zh-CN" b="1" dirty="0">
                <a:solidFill>
                  <a:schemeClr val="tx1"/>
                </a:solidFill>
              </a:rPr>
              <a:t>DISABLE</a:t>
            </a:r>
            <a:r>
              <a:rPr lang="zh-CN" altLang="en-US" b="1" dirty="0" smtClean="0">
                <a:solidFill>
                  <a:schemeClr val="tx1"/>
                </a:solidFill>
              </a:rPr>
              <a:t>；</a:t>
            </a:r>
            <a:endParaRPr lang="en-US" altLang="zh-CN" b="1" dirty="0" smtClean="0">
              <a:solidFill>
                <a:schemeClr val="tx1"/>
              </a:solidFill>
            </a:endParaRPr>
          </a:p>
          <a:p>
            <a:pPr marL="285750" indent="-285750">
              <a:lnSpc>
                <a:spcPct val="125000"/>
              </a:lnSpc>
              <a:buBlip>
                <a:blip r:embed="rId2"/>
              </a:buBlip>
            </a:pPr>
            <a:r>
              <a:rPr lang="zh-CN" altLang="en-US" b="1" dirty="0" smtClean="0">
                <a:solidFill>
                  <a:schemeClr val="tx1"/>
                </a:solidFill>
              </a:rPr>
              <a:t>函数</a:t>
            </a:r>
            <a:r>
              <a:rPr lang="zh-CN" altLang="en-US" b="1" dirty="0">
                <a:solidFill>
                  <a:schemeClr val="tx1"/>
                </a:solidFill>
              </a:rPr>
              <a:t>返回值为</a:t>
            </a:r>
            <a:r>
              <a:rPr lang="en-US" altLang="zh-CN" b="1" dirty="0">
                <a:solidFill>
                  <a:schemeClr val="tx1"/>
                </a:solidFill>
              </a:rPr>
              <a:t>SET</a:t>
            </a:r>
            <a:r>
              <a:rPr lang="zh-CN" altLang="en-US" b="1" dirty="0">
                <a:solidFill>
                  <a:schemeClr val="tx1"/>
                </a:solidFill>
              </a:rPr>
              <a:t>（置位）或</a:t>
            </a:r>
            <a:r>
              <a:rPr lang="en-US" altLang="zh-CN" b="1" dirty="0">
                <a:solidFill>
                  <a:schemeClr val="tx1"/>
                </a:solidFill>
              </a:rPr>
              <a:t>RESET</a:t>
            </a:r>
            <a:r>
              <a:rPr lang="zh-CN" altLang="en-US" b="1" dirty="0">
                <a:solidFill>
                  <a:schemeClr val="tx1"/>
                </a:solidFill>
              </a:rPr>
              <a:t>（复位）。</a:t>
            </a:r>
            <a:endParaRPr lang="en-GB" altLang="zh-CN" b="1" dirty="0">
              <a:solidFill>
                <a:schemeClr val="tx1"/>
              </a:solidFill>
            </a:endParaRPr>
          </a:p>
        </p:txBody>
      </p:sp>
      <p:sp>
        <p:nvSpPr>
          <p:cNvPr id="8" name="矩形 7"/>
          <p:cNvSpPr/>
          <p:nvPr/>
        </p:nvSpPr>
        <p:spPr>
          <a:xfrm>
            <a:off x="507616" y="936234"/>
            <a:ext cx="415427" cy="4083788"/>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8</a:t>
            </a:r>
            <a:endParaRPr lang="zh-CN" altLang="en-US" b="1" dirty="0" smtClean="0">
              <a:solidFill>
                <a:schemeClr val="bg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1334492975"/>
              </p:ext>
            </p:extLst>
          </p:nvPr>
        </p:nvGraphicFramePr>
        <p:xfrm>
          <a:off x="4283968" y="1114785"/>
          <a:ext cx="4320480" cy="3643435"/>
        </p:xfrm>
        <a:graphic>
          <a:graphicData uri="http://schemas.openxmlformats.org/drawingml/2006/table">
            <a:tbl>
              <a:tblPr firstRow="1" firstCol="1" bandRow="1"/>
              <a:tblGrid>
                <a:gridCol w="2309222"/>
                <a:gridCol w="2011258"/>
              </a:tblGrid>
              <a:tr h="397448">
                <a:tc>
                  <a:txBody>
                    <a:bodyPr/>
                    <a:lstStyle/>
                    <a:p>
                      <a:pPr algn="ctr">
                        <a:spcAft>
                          <a:spcPts val="0"/>
                        </a:spcAft>
                      </a:pPr>
                      <a:r>
                        <a:rPr lang="en-US" sz="1800" b="1" kern="0" dirty="0">
                          <a:effectLst/>
                          <a:latin typeface="Times New Roman"/>
                          <a:ea typeface="宋体"/>
                          <a:cs typeface="Times New Roman"/>
                        </a:rPr>
                        <a:t>USART_IT</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spcAft>
                          <a:spcPts val="0"/>
                        </a:spcAft>
                      </a:pPr>
                      <a:r>
                        <a:rPr lang="zh-CN" sz="1800" b="1" kern="0" dirty="0">
                          <a:effectLst/>
                          <a:latin typeface="Times New Roman"/>
                          <a:ea typeface="宋体"/>
                          <a:cs typeface="Times New Roman"/>
                        </a:rPr>
                        <a:t>描述</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r h="463851">
                <a:tc>
                  <a:txBody>
                    <a:bodyPr/>
                    <a:lstStyle/>
                    <a:p>
                      <a:pPr indent="132715" algn="l">
                        <a:spcAft>
                          <a:spcPts val="0"/>
                        </a:spcAft>
                      </a:pPr>
                      <a:r>
                        <a:rPr lang="en-US" sz="1800" b="1" kern="0" dirty="0">
                          <a:effectLst/>
                          <a:latin typeface="Times New Roman"/>
                          <a:ea typeface="宋体"/>
                          <a:cs typeface="Times New Roman"/>
                        </a:rPr>
                        <a:t>USART_IT_PE</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tabLst>
                          <a:tab pos="954405" algn="l"/>
                          <a:tab pos="1132840" algn="ctr"/>
                        </a:tabLst>
                      </a:pPr>
                      <a:r>
                        <a:rPr lang="zh-CN" sz="1800" b="1" kern="0" dirty="0">
                          <a:effectLst/>
                          <a:latin typeface="Times New Roman"/>
                          <a:ea typeface="宋体"/>
                          <a:cs typeface="Times New Roman"/>
                        </a:rPr>
                        <a:t>奇偶错误</a:t>
                      </a:r>
                      <a:r>
                        <a:rPr lang="zh-CN" sz="1800" b="1" kern="0" dirty="0" smtClean="0">
                          <a:effectLst/>
                          <a:latin typeface="Times New Roman"/>
                          <a:ea typeface="宋体"/>
                          <a:cs typeface="Times New Roman"/>
                        </a:rPr>
                        <a:t>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7448">
                <a:tc>
                  <a:txBody>
                    <a:bodyPr/>
                    <a:lstStyle/>
                    <a:p>
                      <a:pPr indent="132715" algn="l">
                        <a:spcAft>
                          <a:spcPts val="0"/>
                        </a:spcAft>
                      </a:pPr>
                      <a:r>
                        <a:rPr lang="en-US" sz="1800" b="1" kern="0" dirty="0">
                          <a:effectLst/>
                          <a:latin typeface="Times New Roman"/>
                          <a:ea typeface="宋体"/>
                          <a:cs typeface="Times New Roman"/>
                        </a:rPr>
                        <a:t>USART_IT_TXE</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b="1" kern="0" dirty="0">
                          <a:effectLst/>
                          <a:latin typeface="Times New Roman"/>
                          <a:ea typeface="宋体"/>
                          <a:cs typeface="Times New Roman"/>
                        </a:rPr>
                        <a:t>发送中断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97448">
                <a:tc>
                  <a:txBody>
                    <a:bodyPr/>
                    <a:lstStyle/>
                    <a:p>
                      <a:pPr indent="132715" algn="l">
                        <a:spcAft>
                          <a:spcPts val="0"/>
                        </a:spcAft>
                      </a:pPr>
                      <a:r>
                        <a:rPr lang="en-US" sz="1800" b="1" kern="0">
                          <a:effectLst/>
                          <a:latin typeface="Times New Roman"/>
                          <a:ea typeface="宋体"/>
                          <a:cs typeface="Times New Roman"/>
                        </a:rPr>
                        <a:t>USART_IT_TC</a:t>
                      </a:r>
                      <a:endParaRPr lang="zh-CN" sz="3600" b="1"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b="1" kern="0" dirty="0">
                          <a:effectLst/>
                          <a:latin typeface="Times New Roman"/>
                          <a:ea typeface="宋体"/>
                          <a:cs typeface="Times New Roman"/>
                        </a:rPr>
                        <a:t>传输完成中断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7448">
                <a:tc>
                  <a:txBody>
                    <a:bodyPr/>
                    <a:lstStyle/>
                    <a:p>
                      <a:pPr indent="132715" algn="l">
                        <a:spcAft>
                          <a:spcPts val="0"/>
                        </a:spcAft>
                      </a:pPr>
                      <a:r>
                        <a:rPr lang="en-US" sz="1800" b="1" kern="0" dirty="0">
                          <a:effectLst/>
                          <a:latin typeface="Times New Roman"/>
                          <a:ea typeface="宋体"/>
                          <a:cs typeface="Times New Roman"/>
                        </a:rPr>
                        <a:t>USART_IT_RXNE</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b="1" kern="0" dirty="0">
                          <a:effectLst/>
                          <a:latin typeface="Times New Roman"/>
                          <a:ea typeface="宋体"/>
                          <a:cs typeface="Times New Roman"/>
                        </a:rPr>
                        <a:t>接收中断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97448">
                <a:tc>
                  <a:txBody>
                    <a:bodyPr/>
                    <a:lstStyle/>
                    <a:p>
                      <a:pPr indent="132715" algn="l">
                        <a:spcAft>
                          <a:spcPts val="0"/>
                        </a:spcAft>
                      </a:pPr>
                      <a:r>
                        <a:rPr lang="en-US" sz="1800" b="1" kern="0">
                          <a:effectLst/>
                          <a:latin typeface="Times New Roman"/>
                          <a:ea typeface="宋体"/>
                          <a:cs typeface="Times New Roman"/>
                        </a:rPr>
                        <a:t>USART_IT_IDLE</a:t>
                      </a:r>
                      <a:endParaRPr lang="zh-CN" sz="3600" b="1"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b="1" kern="0" dirty="0">
                          <a:effectLst/>
                          <a:latin typeface="Times New Roman"/>
                          <a:ea typeface="宋体"/>
                          <a:cs typeface="Times New Roman"/>
                        </a:rPr>
                        <a:t>空闲总线中断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7448">
                <a:tc>
                  <a:txBody>
                    <a:bodyPr/>
                    <a:lstStyle/>
                    <a:p>
                      <a:pPr indent="132715" algn="l">
                        <a:spcAft>
                          <a:spcPts val="0"/>
                        </a:spcAft>
                      </a:pPr>
                      <a:r>
                        <a:rPr lang="en-US" sz="1800" b="1" kern="0" dirty="0">
                          <a:effectLst/>
                          <a:latin typeface="Times New Roman"/>
                          <a:ea typeface="宋体"/>
                          <a:cs typeface="Times New Roman"/>
                        </a:rPr>
                        <a:t>USART_IT_LBD</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en-US" sz="1800" b="1" kern="0" dirty="0">
                          <a:effectLst/>
                          <a:latin typeface="Times New Roman"/>
                          <a:ea typeface="宋体"/>
                          <a:cs typeface="Times New Roman"/>
                        </a:rPr>
                        <a:t>LIN</a:t>
                      </a:r>
                      <a:r>
                        <a:rPr lang="zh-CN" sz="1800" b="1" kern="0" dirty="0">
                          <a:effectLst/>
                          <a:latin typeface="Times New Roman"/>
                          <a:ea typeface="宋体"/>
                          <a:cs typeface="Times New Roman"/>
                        </a:rPr>
                        <a:t>中断检测中断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397448">
                <a:tc>
                  <a:txBody>
                    <a:bodyPr/>
                    <a:lstStyle/>
                    <a:p>
                      <a:pPr indent="132715" algn="l">
                        <a:spcAft>
                          <a:spcPts val="0"/>
                        </a:spcAft>
                      </a:pPr>
                      <a:r>
                        <a:rPr lang="en-US" sz="1800" b="1" kern="0">
                          <a:effectLst/>
                          <a:latin typeface="Times New Roman"/>
                          <a:ea typeface="宋体"/>
                          <a:cs typeface="Times New Roman"/>
                        </a:rPr>
                        <a:t>USART_IT_CTS</a:t>
                      </a:r>
                      <a:endParaRPr lang="zh-CN" sz="3600" b="1"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b="1" kern="0" dirty="0">
                          <a:effectLst/>
                          <a:latin typeface="Times New Roman"/>
                          <a:ea typeface="宋体"/>
                          <a:cs typeface="Times New Roman"/>
                        </a:rPr>
                        <a:t>CTS</a:t>
                      </a:r>
                      <a:r>
                        <a:rPr lang="zh-CN" sz="1800" b="1" kern="0" dirty="0">
                          <a:effectLst/>
                          <a:latin typeface="Times New Roman"/>
                          <a:ea typeface="宋体"/>
                          <a:cs typeface="Times New Roman"/>
                        </a:rPr>
                        <a:t>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7448">
                <a:tc>
                  <a:txBody>
                    <a:bodyPr/>
                    <a:lstStyle/>
                    <a:p>
                      <a:pPr indent="132715" algn="l">
                        <a:spcAft>
                          <a:spcPts val="0"/>
                        </a:spcAft>
                      </a:pPr>
                      <a:r>
                        <a:rPr lang="en-US" sz="1800" b="1" kern="0" dirty="0">
                          <a:effectLst/>
                          <a:latin typeface="Times New Roman"/>
                          <a:ea typeface="宋体"/>
                          <a:cs typeface="Times New Roman"/>
                        </a:rPr>
                        <a:t>USART_IT_ERR</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zh-CN" sz="1800" b="1" kern="0" dirty="0">
                          <a:effectLst/>
                          <a:latin typeface="Times New Roman"/>
                          <a:ea typeface="宋体"/>
                          <a:cs typeface="Times New Roman"/>
                        </a:rPr>
                        <a:t>错误中断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bl>
          </a:graphicData>
        </a:graphic>
      </p:graphicFrame>
    </p:spTree>
    <p:extLst>
      <p:ext uri="{BB962C8B-B14F-4D97-AF65-F5344CB8AC3E}">
        <p14:creationId xmlns:p14="http://schemas.microsoft.com/office/powerpoint/2010/main" val="38689000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12" name="矩形 11"/>
          <p:cNvSpPr/>
          <p:nvPr/>
        </p:nvSpPr>
        <p:spPr>
          <a:xfrm>
            <a:off x="1123522" y="1059980"/>
            <a:ext cx="7321264" cy="10745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获取串口中断状态函数</a:t>
            </a:r>
          </a:p>
          <a:p>
            <a:pPr>
              <a:lnSpc>
                <a:spcPct val="125000"/>
              </a:lnSpc>
            </a:pPr>
            <a:r>
              <a:rPr lang="en-GB" altLang="zh-CN" b="1" dirty="0" err="1">
                <a:solidFill>
                  <a:schemeClr val="tx1"/>
                </a:solidFill>
              </a:rPr>
              <a:t>ITStatus</a:t>
            </a:r>
            <a:r>
              <a:rPr lang="en-GB" altLang="zh-CN" b="1" dirty="0">
                <a:solidFill>
                  <a:schemeClr val="tx1"/>
                </a:solidFill>
              </a:rPr>
              <a:t> </a:t>
            </a:r>
            <a:r>
              <a:rPr lang="en-GB" altLang="zh-CN" b="1" dirty="0" err="1">
                <a:solidFill>
                  <a:schemeClr val="tx1"/>
                </a:solidFill>
              </a:rPr>
              <a:t>USART_GetITStatus</a:t>
            </a:r>
            <a:r>
              <a:rPr lang="en-GB" altLang="zh-CN" b="1" dirty="0">
                <a:solidFill>
                  <a:schemeClr val="tx1"/>
                </a:solidFill>
              </a:rPr>
              <a:t>(</a:t>
            </a:r>
            <a:r>
              <a:rPr lang="en-GB" altLang="zh-CN" b="1" dirty="0" err="1">
                <a:solidFill>
                  <a:schemeClr val="tx1"/>
                </a:solidFill>
              </a:rPr>
              <a:t>USART_TypeDef</a:t>
            </a:r>
            <a:r>
              <a:rPr lang="en-GB" altLang="zh-CN" b="1" dirty="0">
                <a:solidFill>
                  <a:schemeClr val="tx1"/>
                </a:solidFill>
              </a:rPr>
              <a:t>* </a:t>
            </a:r>
            <a:r>
              <a:rPr lang="en-GB" altLang="zh-CN" b="1" dirty="0" err="1">
                <a:solidFill>
                  <a:schemeClr val="tx1"/>
                </a:solidFill>
              </a:rPr>
              <a:t>USARTx</a:t>
            </a:r>
            <a:r>
              <a:rPr lang="en-GB" altLang="zh-CN" b="1" dirty="0">
                <a:solidFill>
                  <a:schemeClr val="tx1"/>
                </a:solidFill>
              </a:rPr>
              <a:t>, uint16_t USART_IT</a:t>
            </a:r>
            <a:r>
              <a:rPr lang="en-GB" altLang="zh-CN" b="1" dirty="0" smtClean="0">
                <a:solidFill>
                  <a:schemeClr val="tx1"/>
                </a:solidFill>
              </a:rPr>
              <a:t>);</a:t>
            </a:r>
            <a:endParaRPr lang="en-GB" altLang="zh-CN" b="1" dirty="0">
              <a:solidFill>
                <a:schemeClr val="tx1"/>
              </a:solidFill>
            </a:endParaRPr>
          </a:p>
        </p:txBody>
      </p:sp>
      <p:sp>
        <p:nvSpPr>
          <p:cNvPr id="7" name="矩形 6"/>
          <p:cNvSpPr/>
          <p:nvPr/>
        </p:nvSpPr>
        <p:spPr>
          <a:xfrm>
            <a:off x="731546" y="1059625"/>
            <a:ext cx="415427" cy="1146903"/>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9</a:t>
            </a:r>
            <a:endParaRPr lang="zh-CN" altLang="en-US" b="1" dirty="0" smtClean="0">
              <a:solidFill>
                <a:schemeClr val="bg1"/>
              </a:solidFill>
            </a:endParaRPr>
          </a:p>
        </p:txBody>
      </p:sp>
      <p:sp>
        <p:nvSpPr>
          <p:cNvPr id="2" name="矩形 1"/>
          <p:cNvSpPr/>
          <p:nvPr/>
        </p:nvSpPr>
        <p:spPr>
          <a:xfrm>
            <a:off x="971600" y="2402891"/>
            <a:ext cx="4409183" cy="2169825"/>
          </a:xfrm>
          <a:prstGeom prst="rect">
            <a:avLst/>
          </a:prstGeom>
        </p:spPr>
        <p:txBody>
          <a:bodyPr wrap="square">
            <a:spAutoFit/>
          </a:bodyPr>
          <a:lstStyle/>
          <a:p>
            <a:pPr lvl="0">
              <a:lnSpc>
                <a:spcPct val="125000"/>
              </a:lnSpc>
            </a:pPr>
            <a:r>
              <a:rPr lang="zh-CN" altLang="en-US" b="1" dirty="0" smtClean="0">
                <a:solidFill>
                  <a:prstClr val="black"/>
                </a:solidFill>
              </a:rPr>
              <a:t>    若使</a:t>
            </a:r>
            <a:r>
              <a:rPr lang="zh-CN" altLang="en-US" b="1" dirty="0">
                <a:solidFill>
                  <a:prstClr val="black"/>
                </a:solidFill>
              </a:rPr>
              <a:t>能了中断，则会设置状态寄存器中的某个标志位，通过</a:t>
            </a:r>
            <a:r>
              <a:rPr lang="zh-CN" altLang="en-US" b="1" dirty="0" smtClean="0">
                <a:solidFill>
                  <a:prstClr val="black"/>
                </a:solidFill>
              </a:rPr>
              <a:t>调用该函数</a:t>
            </a:r>
            <a:r>
              <a:rPr lang="zh-CN" altLang="en-US" b="1" dirty="0">
                <a:solidFill>
                  <a:prstClr val="black"/>
                </a:solidFill>
              </a:rPr>
              <a:t>来判断是否是串口发送完成中断，实现方式如下：</a:t>
            </a:r>
          </a:p>
          <a:p>
            <a:pPr lvl="0">
              <a:lnSpc>
                <a:spcPct val="125000"/>
              </a:lnSpc>
            </a:pPr>
            <a:r>
              <a:rPr lang="en-GB" altLang="zh-CN" b="1" dirty="0" err="1">
                <a:solidFill>
                  <a:schemeClr val="accent5">
                    <a:lumMod val="75000"/>
                  </a:schemeClr>
                </a:solidFill>
              </a:rPr>
              <a:t>USART_GetITStatus</a:t>
            </a:r>
            <a:r>
              <a:rPr lang="en-GB" altLang="zh-CN" b="1" dirty="0">
                <a:solidFill>
                  <a:schemeClr val="accent5">
                    <a:lumMod val="75000"/>
                  </a:schemeClr>
                </a:solidFill>
              </a:rPr>
              <a:t>(USART1, USART_IT_TC);</a:t>
            </a:r>
          </a:p>
          <a:p>
            <a:pPr lvl="0">
              <a:lnSpc>
                <a:spcPct val="125000"/>
              </a:lnSpc>
            </a:pPr>
            <a:r>
              <a:rPr lang="zh-CN" altLang="en-US" b="1" dirty="0">
                <a:solidFill>
                  <a:prstClr val="black"/>
                </a:solidFill>
              </a:rPr>
              <a:t>若返回值是</a:t>
            </a:r>
            <a:r>
              <a:rPr lang="en-GB" altLang="zh-CN" b="1" dirty="0">
                <a:solidFill>
                  <a:prstClr val="black"/>
                </a:solidFill>
              </a:rPr>
              <a:t>SET</a:t>
            </a:r>
            <a:r>
              <a:rPr lang="zh-CN" altLang="en-GB" b="1" dirty="0">
                <a:solidFill>
                  <a:prstClr val="black"/>
                </a:solidFill>
              </a:rPr>
              <a:t>，</a:t>
            </a:r>
            <a:r>
              <a:rPr lang="zh-CN" altLang="en-US" b="1" dirty="0">
                <a:solidFill>
                  <a:prstClr val="black"/>
                </a:solidFill>
              </a:rPr>
              <a:t>则说明串口</a:t>
            </a:r>
            <a:r>
              <a:rPr lang="en-US" altLang="zh-CN" b="1" dirty="0">
                <a:solidFill>
                  <a:prstClr val="black"/>
                </a:solidFill>
              </a:rPr>
              <a:t>1</a:t>
            </a:r>
            <a:r>
              <a:rPr lang="zh-CN" altLang="en-US" b="1" dirty="0">
                <a:solidFill>
                  <a:prstClr val="black"/>
                </a:solidFill>
              </a:rPr>
              <a:t>发送完成，产生</a:t>
            </a:r>
            <a:r>
              <a:rPr lang="zh-CN" altLang="en-US" b="1" dirty="0"/>
              <a:t>了中断。</a:t>
            </a:r>
          </a:p>
        </p:txBody>
      </p:sp>
      <p:grpSp>
        <p:nvGrpSpPr>
          <p:cNvPr id="9" name="组合 8"/>
          <p:cNvGrpSpPr/>
          <p:nvPr/>
        </p:nvGrpSpPr>
        <p:grpSpPr>
          <a:xfrm>
            <a:off x="6564271" y="2427734"/>
            <a:ext cx="1824153" cy="1824153"/>
            <a:chOff x="14382607" y="3858443"/>
            <a:chExt cx="4864408" cy="4864408"/>
          </a:xfrm>
        </p:grpSpPr>
        <p:sp>
          <p:nvSpPr>
            <p:cNvPr id="13" name="椭圆 12"/>
            <p:cNvSpPr/>
            <p:nvPr/>
          </p:nvSpPr>
          <p:spPr>
            <a:xfrm>
              <a:off x="14791898" y="4248047"/>
              <a:ext cx="4144194" cy="4144194"/>
            </a:xfrm>
            <a:prstGeom prst="ellipse">
              <a:avLst/>
            </a:prstGeom>
            <a:solidFill>
              <a:schemeClr val="accent2">
                <a:alpha val="80000"/>
              </a:schemeClr>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4" name="椭圆 13"/>
            <p:cNvSpPr/>
            <p:nvPr/>
          </p:nvSpPr>
          <p:spPr>
            <a:xfrm>
              <a:off x="14382607" y="3858443"/>
              <a:ext cx="4864408" cy="486440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15" name="组合 14"/>
          <p:cNvGrpSpPr/>
          <p:nvPr/>
        </p:nvGrpSpPr>
        <p:grpSpPr>
          <a:xfrm>
            <a:off x="6346056" y="3468280"/>
            <a:ext cx="1106364" cy="1106364"/>
            <a:chOff x="13800701" y="6633228"/>
            <a:chExt cx="2950304" cy="2950304"/>
          </a:xfrm>
        </p:grpSpPr>
        <p:sp>
          <p:nvSpPr>
            <p:cNvPr id="16" name="椭圆 15"/>
            <p:cNvSpPr/>
            <p:nvPr/>
          </p:nvSpPr>
          <p:spPr>
            <a:xfrm>
              <a:off x="14047153" y="6850109"/>
              <a:ext cx="2513488" cy="2513488"/>
            </a:xfrm>
            <a:prstGeom prst="ellipse">
              <a:avLst/>
            </a:prstGeom>
            <a:solidFill>
              <a:schemeClr val="accent3">
                <a:alpha val="80000"/>
              </a:schemeClr>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7" name="椭圆 16"/>
            <p:cNvSpPr/>
            <p:nvPr/>
          </p:nvSpPr>
          <p:spPr>
            <a:xfrm>
              <a:off x="13800701" y="6633228"/>
              <a:ext cx="2950304" cy="2950304"/>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18" name="组合 17"/>
          <p:cNvGrpSpPr/>
          <p:nvPr/>
        </p:nvGrpSpPr>
        <p:grpSpPr>
          <a:xfrm>
            <a:off x="5686586" y="2739669"/>
            <a:ext cx="1534102" cy="1534102"/>
            <a:chOff x="12042112" y="4690267"/>
            <a:chExt cx="4090937" cy="4090937"/>
          </a:xfrm>
        </p:grpSpPr>
        <p:sp>
          <p:nvSpPr>
            <p:cNvPr id="19" name="椭圆 18"/>
            <p:cNvSpPr/>
            <p:nvPr/>
          </p:nvSpPr>
          <p:spPr>
            <a:xfrm>
              <a:off x="12384220" y="4995355"/>
              <a:ext cx="3485242" cy="3485242"/>
            </a:xfrm>
            <a:prstGeom prst="ellipse">
              <a:avLst/>
            </a:prstGeom>
            <a:solidFill>
              <a:schemeClr val="accent1">
                <a:alpha val="80000"/>
              </a:schemeClr>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0" name="椭圆 19"/>
            <p:cNvSpPr/>
            <p:nvPr/>
          </p:nvSpPr>
          <p:spPr>
            <a:xfrm>
              <a:off x="12042112" y="4690267"/>
              <a:ext cx="4090937" cy="4090937"/>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sp>
        <p:nvSpPr>
          <p:cNvPr id="29" name="椭圆 28"/>
          <p:cNvSpPr/>
          <p:nvPr/>
        </p:nvSpPr>
        <p:spPr>
          <a:xfrm>
            <a:off x="7252229" y="3082128"/>
            <a:ext cx="517346" cy="5173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r>
              <a:rPr lang="en-US" altLang="zh-CN" sz="1501" dirty="0" smtClean="0">
                <a:solidFill>
                  <a:schemeClr val="accent1">
                    <a:lumMod val="100000"/>
                  </a:schemeClr>
                </a:solidFill>
                <a:cs typeface="+mn-ea"/>
                <a:sym typeface="+mn-lt"/>
              </a:rPr>
              <a:t>9</a:t>
            </a:r>
            <a:endParaRPr lang="de-DE" sz="1501" dirty="0">
              <a:solidFill>
                <a:schemeClr val="accent1">
                  <a:lumMod val="100000"/>
                </a:schemeClr>
              </a:solidFill>
              <a:cs typeface="+mn-ea"/>
              <a:sym typeface="+mn-lt"/>
            </a:endParaRPr>
          </a:p>
        </p:txBody>
      </p:sp>
      <p:sp>
        <p:nvSpPr>
          <p:cNvPr id="30" name="椭圆 29"/>
          <p:cNvSpPr/>
          <p:nvPr/>
        </p:nvSpPr>
        <p:spPr>
          <a:xfrm>
            <a:off x="6182172" y="3214095"/>
            <a:ext cx="517346" cy="5173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r>
              <a:rPr lang="en-US" altLang="zh-CN" sz="1501" dirty="0" smtClean="0">
                <a:solidFill>
                  <a:schemeClr val="accent1">
                    <a:lumMod val="100000"/>
                  </a:schemeClr>
                </a:solidFill>
                <a:cs typeface="+mn-ea"/>
                <a:sym typeface="+mn-lt"/>
              </a:rPr>
              <a:t>9</a:t>
            </a:r>
            <a:endParaRPr lang="de-DE" sz="1501" dirty="0">
              <a:solidFill>
                <a:schemeClr val="accent1">
                  <a:lumMod val="100000"/>
                </a:schemeClr>
              </a:solidFill>
              <a:cs typeface="+mn-ea"/>
              <a:sym typeface="+mn-lt"/>
            </a:endParaRPr>
          </a:p>
        </p:txBody>
      </p:sp>
      <p:sp>
        <p:nvSpPr>
          <p:cNvPr id="31" name="椭圆 30"/>
          <p:cNvSpPr/>
          <p:nvPr/>
        </p:nvSpPr>
        <p:spPr>
          <a:xfrm>
            <a:off x="6657764" y="3803399"/>
            <a:ext cx="517346" cy="5173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r>
              <a:rPr lang="de-DE" sz="1501" dirty="0" smtClean="0">
                <a:solidFill>
                  <a:schemeClr val="accent1">
                    <a:lumMod val="100000"/>
                  </a:schemeClr>
                </a:solidFill>
                <a:cs typeface="+mn-ea"/>
                <a:sym typeface="+mn-lt"/>
              </a:rPr>
              <a:t>9</a:t>
            </a:r>
            <a:endParaRPr lang="de-DE" sz="1501" dirty="0">
              <a:solidFill>
                <a:schemeClr val="accent1">
                  <a:lumMod val="100000"/>
                </a:schemeClr>
              </a:solidFill>
              <a:cs typeface="+mn-ea"/>
              <a:sym typeface="+mn-lt"/>
            </a:endParaRPr>
          </a:p>
        </p:txBody>
      </p:sp>
    </p:spTree>
    <p:extLst>
      <p:ext uri="{BB962C8B-B14F-4D97-AF65-F5344CB8AC3E}">
        <p14:creationId xmlns:p14="http://schemas.microsoft.com/office/powerpoint/2010/main" val="31377963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1" name="矩形 10"/>
          <p:cNvSpPr/>
          <p:nvPr/>
        </p:nvSpPr>
        <p:spPr>
          <a:xfrm>
            <a:off x="35496" y="339502"/>
            <a:ext cx="4587731"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7.4.1 USART</a:t>
            </a:r>
            <a:r>
              <a:rPr lang="zh-CN" altLang="en-US" sz="2400" b="1" dirty="0">
                <a:solidFill>
                  <a:schemeClr val="bg1"/>
                </a:solidFill>
              </a:rPr>
              <a:t>标准外设库接口函数</a:t>
            </a:r>
          </a:p>
        </p:txBody>
      </p:sp>
      <p:sp>
        <p:nvSpPr>
          <p:cNvPr id="12" name="矩形 11"/>
          <p:cNvSpPr/>
          <p:nvPr/>
        </p:nvSpPr>
        <p:spPr>
          <a:xfrm>
            <a:off x="979506" y="965430"/>
            <a:ext cx="7552934" cy="151385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a:solidFill>
                  <a:schemeClr val="accent5">
                    <a:lumMod val="75000"/>
                  </a:schemeClr>
                </a:solidFill>
              </a:rPr>
              <a:t>USART</a:t>
            </a:r>
            <a:r>
              <a:rPr lang="zh-CN" altLang="en-US" b="1" dirty="0">
                <a:solidFill>
                  <a:schemeClr val="accent5">
                    <a:lumMod val="75000"/>
                  </a:schemeClr>
                </a:solidFill>
              </a:rPr>
              <a:t>清除串口中断标志函数</a:t>
            </a:r>
          </a:p>
          <a:p>
            <a:pPr>
              <a:lnSpc>
                <a:spcPct val="125000"/>
              </a:lnSpc>
            </a:pPr>
            <a:r>
              <a:rPr lang="en-GB" altLang="zh-CN" b="1" dirty="0">
                <a:solidFill>
                  <a:schemeClr val="tx1"/>
                </a:solidFill>
              </a:rPr>
              <a:t>void </a:t>
            </a:r>
            <a:r>
              <a:rPr lang="en-GB" altLang="zh-CN" b="1" dirty="0" err="1">
                <a:solidFill>
                  <a:schemeClr val="tx1"/>
                </a:solidFill>
              </a:rPr>
              <a:t>USART_ClearITPendingBit</a:t>
            </a:r>
            <a:r>
              <a:rPr lang="en-GB" altLang="zh-CN" b="1" dirty="0">
                <a:solidFill>
                  <a:schemeClr val="tx1"/>
                </a:solidFill>
              </a:rPr>
              <a:t>(</a:t>
            </a:r>
            <a:r>
              <a:rPr lang="en-GB" altLang="zh-CN" b="1" dirty="0" err="1">
                <a:solidFill>
                  <a:schemeClr val="tx1"/>
                </a:solidFill>
              </a:rPr>
              <a:t>USART_TypeDef</a:t>
            </a:r>
            <a:r>
              <a:rPr lang="en-GB" altLang="zh-CN" b="1" dirty="0">
                <a:solidFill>
                  <a:schemeClr val="tx1"/>
                </a:solidFill>
              </a:rPr>
              <a:t>* </a:t>
            </a:r>
            <a:r>
              <a:rPr lang="en-GB" altLang="zh-CN" b="1" dirty="0" err="1">
                <a:solidFill>
                  <a:schemeClr val="tx1"/>
                </a:solidFill>
              </a:rPr>
              <a:t>USARTx</a:t>
            </a:r>
            <a:r>
              <a:rPr lang="en-GB" altLang="zh-CN" b="1" dirty="0">
                <a:solidFill>
                  <a:schemeClr val="tx1"/>
                </a:solidFill>
              </a:rPr>
              <a:t>, uint16_t USART_IT);</a:t>
            </a:r>
          </a:p>
          <a:p>
            <a:pPr>
              <a:lnSpc>
                <a:spcPct val="125000"/>
              </a:lnSpc>
            </a:pPr>
            <a:r>
              <a:rPr lang="zh-CN" altLang="en-US" b="1" dirty="0">
                <a:solidFill>
                  <a:schemeClr val="tx1"/>
                </a:solidFill>
              </a:rPr>
              <a:t>例如，复位发送完成中断标志位：</a:t>
            </a:r>
          </a:p>
          <a:p>
            <a:pPr>
              <a:lnSpc>
                <a:spcPct val="125000"/>
              </a:lnSpc>
            </a:pPr>
            <a:r>
              <a:rPr lang="en-GB" altLang="zh-CN" b="1" dirty="0" err="1">
                <a:solidFill>
                  <a:schemeClr val="tx1"/>
                </a:solidFill>
              </a:rPr>
              <a:t>USART_ClearITPendingBit</a:t>
            </a:r>
            <a:r>
              <a:rPr lang="en-GB" altLang="zh-CN" b="1" dirty="0">
                <a:solidFill>
                  <a:schemeClr val="tx1"/>
                </a:solidFill>
              </a:rPr>
              <a:t>(USART1,USART_IT_TC);</a:t>
            </a:r>
          </a:p>
        </p:txBody>
      </p:sp>
      <p:sp>
        <p:nvSpPr>
          <p:cNvPr id="7" name="矩形 6"/>
          <p:cNvSpPr/>
          <p:nvPr/>
        </p:nvSpPr>
        <p:spPr>
          <a:xfrm>
            <a:off x="587530" y="939736"/>
            <a:ext cx="415427" cy="1615804"/>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10</a:t>
            </a:r>
            <a:endParaRPr lang="zh-CN" altLang="en-US" b="1" dirty="0" smtClean="0">
              <a:solidFill>
                <a:schemeClr val="bg1"/>
              </a:solidFill>
            </a:endParaRPr>
          </a:p>
        </p:txBody>
      </p:sp>
      <p:sp>
        <p:nvSpPr>
          <p:cNvPr id="21" name="矩形 20"/>
          <p:cNvSpPr/>
          <p:nvPr/>
        </p:nvSpPr>
        <p:spPr>
          <a:xfrm>
            <a:off x="787512" y="2617998"/>
            <a:ext cx="7888944" cy="2301105"/>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en-GB" altLang="zh-CN" b="1" dirty="0" smtClean="0">
                <a:solidFill>
                  <a:schemeClr val="accent5">
                    <a:lumMod val="75000"/>
                  </a:schemeClr>
                </a:solidFill>
              </a:rPr>
              <a:t>USART</a:t>
            </a:r>
            <a:r>
              <a:rPr lang="zh-CN" altLang="en-US" b="1" dirty="0">
                <a:solidFill>
                  <a:schemeClr val="accent5">
                    <a:lumMod val="75000"/>
                  </a:schemeClr>
                </a:solidFill>
              </a:rPr>
              <a:t>串口</a:t>
            </a:r>
            <a:r>
              <a:rPr lang="en-GB" altLang="zh-CN" b="1" dirty="0">
                <a:solidFill>
                  <a:schemeClr val="accent5">
                    <a:lumMod val="75000"/>
                  </a:schemeClr>
                </a:solidFill>
              </a:rPr>
              <a:t>DMA</a:t>
            </a:r>
            <a:r>
              <a:rPr lang="zh-CN" altLang="en-US" b="1" dirty="0">
                <a:solidFill>
                  <a:schemeClr val="accent5">
                    <a:lumMod val="75000"/>
                  </a:schemeClr>
                </a:solidFill>
              </a:rPr>
              <a:t>使能函数</a:t>
            </a:r>
          </a:p>
          <a:p>
            <a:pPr>
              <a:lnSpc>
                <a:spcPct val="125000"/>
              </a:lnSpc>
            </a:pPr>
            <a:r>
              <a:rPr lang="en-GB" altLang="zh-CN" sz="1400" b="1" dirty="0">
                <a:solidFill>
                  <a:schemeClr val="tx1"/>
                </a:solidFill>
              </a:rPr>
              <a:t>void </a:t>
            </a:r>
            <a:r>
              <a:rPr lang="en-GB" altLang="zh-CN" sz="1400" b="1" dirty="0" err="1">
                <a:solidFill>
                  <a:schemeClr val="tx1"/>
                </a:solidFill>
              </a:rPr>
              <a:t>USART_DMACmd</a:t>
            </a:r>
            <a:r>
              <a:rPr lang="en-GB" altLang="zh-CN" sz="1400" b="1" dirty="0">
                <a:solidFill>
                  <a:schemeClr val="tx1"/>
                </a:solidFill>
              </a:rPr>
              <a:t>(</a:t>
            </a:r>
            <a:r>
              <a:rPr lang="en-GB" altLang="zh-CN" sz="1400" b="1" dirty="0" err="1">
                <a:solidFill>
                  <a:schemeClr val="tx1"/>
                </a:solidFill>
              </a:rPr>
              <a:t>USART_TypeDef</a:t>
            </a:r>
            <a:r>
              <a:rPr lang="en-GB" altLang="zh-CN" sz="1400" b="1" dirty="0">
                <a:solidFill>
                  <a:schemeClr val="tx1"/>
                </a:solidFill>
              </a:rPr>
              <a:t>* </a:t>
            </a:r>
            <a:r>
              <a:rPr lang="en-GB" altLang="zh-CN" sz="1400" b="1" dirty="0" err="1">
                <a:solidFill>
                  <a:schemeClr val="tx1"/>
                </a:solidFill>
              </a:rPr>
              <a:t>USARTx</a:t>
            </a:r>
            <a:r>
              <a:rPr lang="en-GB" altLang="zh-CN" sz="1400" b="1" dirty="0">
                <a:solidFill>
                  <a:schemeClr val="tx1"/>
                </a:solidFill>
              </a:rPr>
              <a:t>, uint16_t </a:t>
            </a:r>
            <a:r>
              <a:rPr lang="en-GB" altLang="zh-CN" sz="1400" b="1" dirty="0" err="1">
                <a:solidFill>
                  <a:schemeClr val="tx1"/>
                </a:solidFill>
              </a:rPr>
              <a:t>USART_DMAReq</a:t>
            </a:r>
            <a:r>
              <a:rPr lang="en-GB" altLang="zh-CN" sz="1400" b="1" dirty="0">
                <a:solidFill>
                  <a:schemeClr val="tx1"/>
                </a:solidFill>
              </a:rPr>
              <a:t>, </a:t>
            </a:r>
            <a:r>
              <a:rPr lang="en-GB" altLang="zh-CN" sz="1400" b="1" dirty="0" err="1">
                <a:solidFill>
                  <a:schemeClr val="tx1"/>
                </a:solidFill>
              </a:rPr>
              <a:t>FunctionalState</a:t>
            </a:r>
            <a:r>
              <a:rPr lang="en-GB" altLang="zh-CN" sz="1400" b="1" dirty="0">
                <a:solidFill>
                  <a:schemeClr val="tx1"/>
                </a:solidFill>
              </a:rPr>
              <a:t> </a:t>
            </a:r>
            <a:r>
              <a:rPr lang="en-GB" altLang="zh-CN" sz="1400" b="1" dirty="0" err="1">
                <a:solidFill>
                  <a:schemeClr val="tx1"/>
                </a:solidFill>
              </a:rPr>
              <a:t>NewState</a:t>
            </a:r>
            <a:r>
              <a:rPr lang="en-GB" altLang="zh-CN" sz="1400" b="1" dirty="0">
                <a:solidFill>
                  <a:schemeClr val="tx1"/>
                </a:solidFill>
              </a:rPr>
              <a:t>);</a:t>
            </a:r>
          </a:p>
          <a:p>
            <a:pPr>
              <a:lnSpc>
                <a:spcPct val="125000"/>
              </a:lnSpc>
            </a:pPr>
            <a:r>
              <a:rPr lang="zh-CN" altLang="en-US" b="1" dirty="0" smtClean="0">
                <a:solidFill>
                  <a:schemeClr val="tx1"/>
                </a:solidFill>
              </a:rPr>
              <a:t>用于</a:t>
            </a:r>
            <a:r>
              <a:rPr lang="zh-CN" altLang="en-US" b="1" dirty="0">
                <a:solidFill>
                  <a:schemeClr val="tx1"/>
                </a:solidFill>
              </a:rPr>
              <a:t>配置</a:t>
            </a:r>
            <a:r>
              <a:rPr lang="en-GB" altLang="zh-CN" b="1" dirty="0">
                <a:solidFill>
                  <a:schemeClr val="tx1"/>
                </a:solidFill>
              </a:rPr>
              <a:t>DMA</a:t>
            </a:r>
            <a:r>
              <a:rPr lang="zh-CN" altLang="en-US" b="1" dirty="0">
                <a:solidFill>
                  <a:schemeClr val="tx1"/>
                </a:solidFill>
              </a:rPr>
              <a:t>与</a:t>
            </a:r>
            <a:r>
              <a:rPr lang="en-GB" altLang="zh-CN" b="1" dirty="0">
                <a:solidFill>
                  <a:schemeClr val="tx1"/>
                </a:solidFill>
              </a:rPr>
              <a:t>USART</a:t>
            </a:r>
            <a:r>
              <a:rPr lang="zh-CN" altLang="en-US" b="1" dirty="0" smtClean="0">
                <a:solidFill>
                  <a:schemeClr val="tx1"/>
                </a:solidFill>
              </a:rPr>
              <a:t>通道，例如</a:t>
            </a:r>
            <a:r>
              <a:rPr lang="zh-CN" altLang="en-US" b="1" dirty="0">
                <a:solidFill>
                  <a:schemeClr val="tx1"/>
                </a:solidFill>
              </a:rPr>
              <a:t>：</a:t>
            </a:r>
          </a:p>
          <a:p>
            <a:pPr>
              <a:lnSpc>
                <a:spcPct val="125000"/>
              </a:lnSpc>
            </a:pPr>
            <a:r>
              <a:rPr lang="en-GB" altLang="zh-CN" b="1" dirty="0" err="1">
                <a:solidFill>
                  <a:schemeClr val="tx1"/>
                </a:solidFill>
              </a:rPr>
              <a:t>USART_DMACmd</a:t>
            </a:r>
            <a:r>
              <a:rPr lang="en-GB" altLang="zh-CN" b="1" dirty="0">
                <a:solidFill>
                  <a:schemeClr val="tx1"/>
                </a:solidFill>
              </a:rPr>
              <a:t>(USART1, </a:t>
            </a:r>
            <a:r>
              <a:rPr lang="en-GB" altLang="zh-CN" b="1" dirty="0" err="1">
                <a:solidFill>
                  <a:schemeClr val="tx1"/>
                </a:solidFill>
              </a:rPr>
              <a:t>USART_DMAReq_Tx</a:t>
            </a:r>
            <a:r>
              <a:rPr lang="en-GB" altLang="zh-CN" b="1" dirty="0">
                <a:solidFill>
                  <a:schemeClr val="tx1"/>
                </a:solidFill>
              </a:rPr>
              <a:t>, ENABLE</a:t>
            </a:r>
            <a:r>
              <a:rPr lang="en-GB" altLang="zh-CN" b="1" dirty="0" smtClean="0">
                <a:solidFill>
                  <a:schemeClr val="tx1"/>
                </a:solidFill>
              </a:rPr>
              <a:t>);</a:t>
            </a:r>
          </a:p>
          <a:p>
            <a:pPr>
              <a:lnSpc>
                <a:spcPct val="125000"/>
              </a:lnSpc>
            </a:pPr>
            <a:r>
              <a:rPr lang="en-GB" altLang="zh-CN" b="1" dirty="0">
                <a:solidFill>
                  <a:schemeClr val="tx1"/>
                </a:solidFill>
              </a:rPr>
              <a:t> </a:t>
            </a:r>
            <a:r>
              <a:rPr lang="en-GB" altLang="zh-CN" b="1" dirty="0" smtClean="0">
                <a:solidFill>
                  <a:schemeClr val="tx1"/>
                </a:solidFill>
              </a:rPr>
              <a:t>    //</a:t>
            </a:r>
            <a:r>
              <a:rPr lang="zh-CN" altLang="en-US" b="1" dirty="0">
                <a:solidFill>
                  <a:schemeClr val="tx1"/>
                </a:solidFill>
              </a:rPr>
              <a:t>使能</a:t>
            </a:r>
            <a:r>
              <a:rPr lang="en-GB" altLang="zh-CN" b="1" dirty="0">
                <a:solidFill>
                  <a:schemeClr val="tx1"/>
                </a:solidFill>
              </a:rPr>
              <a:t>USART1</a:t>
            </a:r>
            <a:r>
              <a:rPr lang="zh-CN" altLang="en-US" b="1" dirty="0">
                <a:solidFill>
                  <a:schemeClr val="tx1"/>
                </a:solidFill>
              </a:rPr>
              <a:t>的发送</a:t>
            </a:r>
            <a:r>
              <a:rPr lang="en-GB" altLang="zh-CN" b="1" dirty="0">
                <a:solidFill>
                  <a:schemeClr val="tx1"/>
                </a:solidFill>
              </a:rPr>
              <a:t>DMA</a:t>
            </a:r>
            <a:r>
              <a:rPr lang="zh-CN" altLang="en-US" b="1" dirty="0">
                <a:solidFill>
                  <a:schemeClr val="tx1"/>
                </a:solidFill>
              </a:rPr>
              <a:t>请求</a:t>
            </a:r>
          </a:p>
          <a:p>
            <a:pPr>
              <a:lnSpc>
                <a:spcPct val="125000"/>
              </a:lnSpc>
            </a:pPr>
            <a:r>
              <a:rPr lang="en-GB" altLang="zh-CN" b="1" dirty="0" err="1">
                <a:solidFill>
                  <a:schemeClr val="tx1"/>
                </a:solidFill>
              </a:rPr>
              <a:t>USART_DMACmd</a:t>
            </a:r>
            <a:r>
              <a:rPr lang="en-GB" altLang="zh-CN" b="1" dirty="0">
                <a:solidFill>
                  <a:schemeClr val="tx1"/>
                </a:solidFill>
              </a:rPr>
              <a:t>(USART1, </a:t>
            </a:r>
            <a:r>
              <a:rPr lang="en-GB" altLang="zh-CN" b="1" dirty="0" err="1">
                <a:solidFill>
                  <a:schemeClr val="tx1"/>
                </a:solidFill>
              </a:rPr>
              <a:t>USART_DMAReq_RX</a:t>
            </a:r>
            <a:r>
              <a:rPr lang="en-GB" altLang="zh-CN" b="1" dirty="0">
                <a:solidFill>
                  <a:schemeClr val="tx1"/>
                </a:solidFill>
              </a:rPr>
              <a:t>, ENABLE</a:t>
            </a:r>
            <a:r>
              <a:rPr lang="en-GB" altLang="zh-CN" b="1" dirty="0" smtClean="0">
                <a:solidFill>
                  <a:schemeClr val="tx1"/>
                </a:solidFill>
              </a:rPr>
              <a:t>);</a:t>
            </a:r>
          </a:p>
          <a:p>
            <a:pPr>
              <a:lnSpc>
                <a:spcPct val="125000"/>
              </a:lnSpc>
            </a:pPr>
            <a:r>
              <a:rPr lang="en-GB" altLang="zh-CN" b="1" dirty="0">
                <a:solidFill>
                  <a:schemeClr val="tx1"/>
                </a:solidFill>
              </a:rPr>
              <a:t> </a:t>
            </a:r>
            <a:r>
              <a:rPr lang="en-GB" altLang="zh-CN" b="1" dirty="0" smtClean="0">
                <a:solidFill>
                  <a:schemeClr val="tx1"/>
                </a:solidFill>
              </a:rPr>
              <a:t>   //</a:t>
            </a:r>
            <a:r>
              <a:rPr lang="zh-CN" altLang="en-US" b="1" dirty="0">
                <a:solidFill>
                  <a:schemeClr val="tx1"/>
                </a:solidFill>
              </a:rPr>
              <a:t>使能</a:t>
            </a:r>
            <a:r>
              <a:rPr lang="en-GB" altLang="zh-CN" b="1" dirty="0">
                <a:solidFill>
                  <a:schemeClr val="tx1"/>
                </a:solidFill>
              </a:rPr>
              <a:t>USART1</a:t>
            </a:r>
            <a:r>
              <a:rPr lang="zh-CN" altLang="en-US" b="1" dirty="0">
                <a:solidFill>
                  <a:schemeClr val="tx1"/>
                </a:solidFill>
              </a:rPr>
              <a:t>的接收</a:t>
            </a:r>
            <a:r>
              <a:rPr lang="en-GB" altLang="zh-CN" b="1" dirty="0">
                <a:solidFill>
                  <a:schemeClr val="tx1"/>
                </a:solidFill>
              </a:rPr>
              <a:t>DMA</a:t>
            </a:r>
            <a:r>
              <a:rPr lang="zh-CN" altLang="en-US" b="1" dirty="0">
                <a:solidFill>
                  <a:schemeClr val="tx1"/>
                </a:solidFill>
              </a:rPr>
              <a:t>请求</a:t>
            </a:r>
          </a:p>
        </p:txBody>
      </p:sp>
      <p:sp>
        <p:nvSpPr>
          <p:cNvPr id="22" name="矩形 21"/>
          <p:cNvSpPr/>
          <p:nvPr/>
        </p:nvSpPr>
        <p:spPr>
          <a:xfrm>
            <a:off x="395536" y="2563953"/>
            <a:ext cx="415427" cy="2456069"/>
          </a:xfrm>
          <a:prstGeom prst="rect">
            <a:avLst/>
          </a:prstGeom>
          <a:solidFill>
            <a:schemeClr val="accent5">
              <a:lumMod val="75000"/>
            </a:schemeClr>
          </a:solidFill>
          <a:scene3d>
            <a:camera prst="isometricOffAxis1Righ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solidFill>
                  <a:schemeClr val="bg1"/>
                </a:solidFill>
              </a:rPr>
              <a:t>库函数</a:t>
            </a:r>
            <a:endParaRPr lang="en-US" altLang="zh-CN" b="1" dirty="0" smtClean="0">
              <a:solidFill>
                <a:schemeClr val="bg1"/>
              </a:solidFill>
            </a:endParaRPr>
          </a:p>
          <a:p>
            <a:pPr algn="ctr"/>
            <a:r>
              <a:rPr lang="en-US" altLang="zh-CN" b="1" dirty="0" smtClean="0">
                <a:solidFill>
                  <a:schemeClr val="bg1"/>
                </a:solidFill>
              </a:rPr>
              <a:t>11</a:t>
            </a:r>
            <a:endParaRPr lang="zh-CN" altLang="en-US" b="1" dirty="0" smtClean="0">
              <a:solidFill>
                <a:schemeClr val="bg1"/>
              </a:solidFill>
            </a:endParaRPr>
          </a:p>
        </p:txBody>
      </p:sp>
    </p:spTree>
    <p:extLst>
      <p:ext uri="{BB962C8B-B14F-4D97-AF65-F5344CB8AC3E}">
        <p14:creationId xmlns:p14="http://schemas.microsoft.com/office/powerpoint/2010/main" val="22590272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4279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209422" cy="461665"/>
          </a:xfrm>
          <a:prstGeom prst="rect">
            <a:avLst/>
          </a:prstGeom>
        </p:spPr>
        <p:txBody>
          <a:bodyPr wrap="none">
            <a:spAutoFit/>
          </a:bodyPr>
          <a:lstStyle/>
          <a:p>
            <a:r>
              <a:rPr lang="en-US" altLang="zh-CN" sz="2400" b="1" dirty="0">
                <a:solidFill>
                  <a:schemeClr val="bg1"/>
                </a:solidFill>
              </a:rPr>
              <a:t>7.4.2 USART</a:t>
            </a:r>
            <a:r>
              <a:rPr lang="zh-CN" altLang="en-US" sz="2400" b="1" dirty="0">
                <a:solidFill>
                  <a:schemeClr val="bg1"/>
                </a:solidFill>
              </a:rPr>
              <a:t>串口应用编程步骤</a:t>
            </a:r>
            <a:endParaRPr lang="zh-CN" altLang="zh-CN" sz="2400" b="1" dirty="0">
              <a:solidFill>
                <a:schemeClr val="bg1"/>
              </a:solidFill>
            </a:endParaRPr>
          </a:p>
        </p:txBody>
      </p:sp>
      <p:graphicFrame>
        <p:nvGraphicFramePr>
          <p:cNvPr id="7" name="图示 6"/>
          <p:cNvGraphicFramePr/>
          <p:nvPr>
            <p:extLst>
              <p:ext uri="{D42A27DB-BD31-4B8C-83A1-F6EECF244321}">
                <p14:modId xmlns:p14="http://schemas.microsoft.com/office/powerpoint/2010/main" val="342495393"/>
              </p:ext>
            </p:extLst>
          </p:nvPr>
        </p:nvGraphicFramePr>
        <p:xfrm>
          <a:off x="539552" y="987574"/>
          <a:ext cx="8280920" cy="2592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25340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4279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209422" cy="461665"/>
          </a:xfrm>
          <a:prstGeom prst="rect">
            <a:avLst/>
          </a:prstGeom>
        </p:spPr>
        <p:txBody>
          <a:bodyPr wrap="none">
            <a:spAutoFit/>
          </a:bodyPr>
          <a:lstStyle/>
          <a:p>
            <a:r>
              <a:rPr lang="en-US" altLang="zh-CN" sz="2400" b="1" dirty="0">
                <a:solidFill>
                  <a:schemeClr val="bg1"/>
                </a:solidFill>
              </a:rPr>
              <a:t>7.4.2 USART</a:t>
            </a:r>
            <a:r>
              <a:rPr lang="zh-CN" altLang="en-US" sz="2400" b="1" dirty="0">
                <a:solidFill>
                  <a:schemeClr val="bg1"/>
                </a:solidFill>
              </a:rPr>
              <a:t>串口应用编程步骤</a:t>
            </a:r>
            <a:endParaRPr lang="zh-CN" altLang="zh-CN" sz="2400" b="1" dirty="0">
              <a:solidFill>
                <a:schemeClr val="bg1"/>
              </a:solidFill>
            </a:endParaRPr>
          </a:p>
        </p:txBody>
      </p:sp>
      <p:sp>
        <p:nvSpPr>
          <p:cNvPr id="8" name="矩形 7"/>
          <p:cNvSpPr/>
          <p:nvPr/>
        </p:nvSpPr>
        <p:spPr>
          <a:xfrm>
            <a:off x="702991" y="1483142"/>
            <a:ext cx="4229049" cy="784830"/>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a:t>
            </a:r>
            <a:r>
              <a:rPr lang="zh-CN" altLang="en-US" b="1" dirty="0" smtClean="0">
                <a:solidFill>
                  <a:schemeClr val="accent5">
                    <a:lumMod val="75000"/>
                  </a:schemeClr>
                </a:solidFill>
              </a:rPr>
              <a:t>声明</a:t>
            </a:r>
            <a:r>
              <a:rPr lang="en-GB" altLang="zh-CN" b="1" dirty="0">
                <a:solidFill>
                  <a:schemeClr val="accent5">
                    <a:lumMod val="75000"/>
                  </a:schemeClr>
                </a:solidFill>
              </a:rPr>
              <a:t>GPIO</a:t>
            </a:r>
            <a:r>
              <a:rPr lang="zh-CN" altLang="en-US" b="1" dirty="0">
                <a:solidFill>
                  <a:schemeClr val="accent5">
                    <a:lumMod val="75000"/>
                  </a:schemeClr>
                </a:solidFill>
              </a:rPr>
              <a:t>和</a:t>
            </a:r>
            <a:r>
              <a:rPr lang="en-GB" altLang="zh-CN" b="1" dirty="0">
                <a:solidFill>
                  <a:schemeClr val="accent5">
                    <a:lumMod val="75000"/>
                  </a:schemeClr>
                </a:solidFill>
              </a:rPr>
              <a:t>USART</a:t>
            </a:r>
            <a:r>
              <a:rPr lang="zh-CN" altLang="en-US" b="1" dirty="0">
                <a:solidFill>
                  <a:schemeClr val="accent5">
                    <a:lumMod val="75000"/>
                  </a:schemeClr>
                </a:solidFill>
              </a:rPr>
              <a:t>初始化结构体</a:t>
            </a:r>
          </a:p>
          <a:p>
            <a:pPr>
              <a:lnSpc>
                <a:spcPct val="125000"/>
              </a:lnSpc>
            </a:pPr>
            <a:r>
              <a:rPr lang="en-GB" altLang="zh-CN" b="1" dirty="0" err="1"/>
              <a:t>USART_InitTypeDef</a:t>
            </a:r>
            <a:r>
              <a:rPr lang="en-GB" altLang="zh-CN" b="1" dirty="0"/>
              <a:t>  </a:t>
            </a:r>
            <a:r>
              <a:rPr lang="en-GB" altLang="zh-CN" b="1" dirty="0" err="1"/>
              <a:t>USART_InitStructure</a:t>
            </a:r>
            <a:r>
              <a:rPr lang="en-GB" altLang="zh-CN" b="1" dirty="0"/>
              <a:t>;</a:t>
            </a:r>
          </a:p>
        </p:txBody>
      </p:sp>
      <p:sp>
        <p:nvSpPr>
          <p:cNvPr id="9" name="七角星 8"/>
          <p:cNvSpPr/>
          <p:nvPr/>
        </p:nvSpPr>
        <p:spPr>
          <a:xfrm>
            <a:off x="522971" y="1122002"/>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1</a:t>
            </a:r>
            <a:endParaRPr lang="zh-CN" altLang="en-US" sz="2800" b="1" dirty="0" smtClean="0"/>
          </a:p>
        </p:txBody>
      </p:sp>
      <p:sp>
        <p:nvSpPr>
          <p:cNvPr id="10" name="矩形 9"/>
          <p:cNvSpPr/>
          <p:nvPr/>
        </p:nvSpPr>
        <p:spPr>
          <a:xfrm>
            <a:off x="863588" y="2764398"/>
            <a:ext cx="7884876" cy="1823576"/>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a:t>
            </a:r>
            <a:r>
              <a:rPr lang="zh-CN" altLang="en-US" b="1" dirty="0" smtClean="0">
                <a:solidFill>
                  <a:schemeClr val="accent5">
                    <a:lumMod val="75000"/>
                  </a:schemeClr>
                </a:solidFill>
              </a:rPr>
              <a:t>串口</a:t>
            </a:r>
            <a:r>
              <a:rPr lang="zh-CN" altLang="en-US" b="1" dirty="0">
                <a:solidFill>
                  <a:schemeClr val="accent5">
                    <a:lumMod val="75000"/>
                  </a:schemeClr>
                </a:solidFill>
              </a:rPr>
              <a:t>所用的</a:t>
            </a:r>
            <a:r>
              <a:rPr lang="en-GB" altLang="zh-CN" b="1" dirty="0">
                <a:solidFill>
                  <a:schemeClr val="accent5">
                    <a:lumMod val="75000"/>
                  </a:schemeClr>
                </a:solidFill>
              </a:rPr>
              <a:t>GPIO</a:t>
            </a:r>
            <a:r>
              <a:rPr lang="zh-CN" altLang="en-US" b="1" dirty="0">
                <a:solidFill>
                  <a:schemeClr val="accent5">
                    <a:lumMod val="75000"/>
                  </a:schemeClr>
                </a:solidFill>
              </a:rPr>
              <a:t>时钟使能，串口时钟使能</a:t>
            </a:r>
          </a:p>
          <a:p>
            <a:pPr>
              <a:lnSpc>
                <a:spcPct val="125000"/>
              </a:lnSpc>
            </a:pPr>
            <a:r>
              <a:rPr lang="zh-CN" altLang="en-US" b="1" dirty="0"/>
              <a:t>开启外设时钟</a:t>
            </a:r>
            <a:r>
              <a:rPr lang="en-GB" altLang="zh-CN" b="1" dirty="0"/>
              <a:t>RCC_APB2PeriphClockCmd()</a:t>
            </a:r>
            <a:r>
              <a:rPr lang="zh-CN" altLang="en-GB" b="1" dirty="0"/>
              <a:t>。</a:t>
            </a:r>
            <a:r>
              <a:rPr lang="zh-CN" altLang="en-US" b="1" dirty="0"/>
              <a:t>例如：使能</a:t>
            </a:r>
            <a:r>
              <a:rPr lang="en-GB" altLang="zh-CN" b="1" dirty="0"/>
              <a:t>USART1</a:t>
            </a:r>
            <a:r>
              <a:rPr lang="zh-CN" altLang="en-GB" b="1" dirty="0"/>
              <a:t>、</a:t>
            </a:r>
            <a:r>
              <a:rPr lang="en-GB" altLang="zh-CN" b="1" dirty="0"/>
              <a:t>GPIOA</a:t>
            </a:r>
            <a:r>
              <a:rPr lang="zh-CN" altLang="en-US" b="1" dirty="0"/>
              <a:t>的时钟，所用的函数为</a:t>
            </a:r>
          </a:p>
          <a:p>
            <a:pPr>
              <a:lnSpc>
                <a:spcPct val="125000"/>
              </a:lnSpc>
            </a:pPr>
            <a:r>
              <a:rPr lang="en-GB" altLang="zh-CN" b="1" dirty="0"/>
              <a:t>RCC_APB2PeriphClockCmd(RCC_APB2Periph_USART1|RCC_APB2Periph_GPIOA, ENABLE);</a:t>
            </a:r>
          </a:p>
        </p:txBody>
      </p:sp>
      <p:sp>
        <p:nvSpPr>
          <p:cNvPr id="11" name="七角星 10"/>
          <p:cNvSpPr/>
          <p:nvPr/>
        </p:nvSpPr>
        <p:spPr>
          <a:xfrm>
            <a:off x="683568" y="2403258"/>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2</a:t>
            </a:r>
            <a:endParaRPr lang="zh-CN" altLang="en-US" sz="2800" b="1" dirty="0" smtClean="0"/>
          </a:p>
        </p:txBody>
      </p:sp>
      <p:grpSp>
        <p:nvGrpSpPr>
          <p:cNvPr id="101" name="组合 100"/>
          <p:cNvGrpSpPr/>
          <p:nvPr/>
        </p:nvGrpSpPr>
        <p:grpSpPr>
          <a:xfrm>
            <a:off x="5842156" y="709536"/>
            <a:ext cx="2151497" cy="1807500"/>
            <a:chOff x="3248293" y="1979661"/>
            <a:chExt cx="5601488" cy="4878339"/>
          </a:xfrm>
          <a:solidFill>
            <a:schemeClr val="accent5">
              <a:lumMod val="20000"/>
              <a:lumOff val="80000"/>
            </a:schemeClr>
          </a:solidFill>
        </p:grpSpPr>
        <p:sp>
          <p:nvSpPr>
            <p:cNvPr id="102" name="Freeform 5"/>
            <p:cNvSpPr/>
            <p:nvPr/>
          </p:nvSpPr>
          <p:spPr bwMode="auto">
            <a:xfrm>
              <a:off x="3248293" y="3623033"/>
              <a:ext cx="2467715" cy="3234967"/>
            </a:xfrm>
            <a:custGeom>
              <a:avLst/>
              <a:gdLst>
                <a:gd name="T0" fmla="*/ 417 w 492"/>
                <a:gd name="T1" fmla="*/ 473 h 789"/>
                <a:gd name="T2" fmla="*/ 273 w 492"/>
                <a:gd name="T3" fmla="*/ 181 h 789"/>
                <a:gd name="T4" fmla="*/ 22 w 492"/>
                <a:gd name="T5" fmla="*/ 2 h 789"/>
                <a:gd name="T6" fmla="*/ 2 w 492"/>
                <a:gd name="T7" fmla="*/ 14 h 789"/>
                <a:gd name="T8" fmla="*/ 14 w 492"/>
                <a:gd name="T9" fmla="*/ 34 h 789"/>
                <a:gd name="T10" fmla="*/ 29 w 492"/>
                <a:gd name="T11" fmla="*/ 37 h 789"/>
                <a:gd name="T12" fmla="*/ 387 w 492"/>
                <a:gd name="T13" fmla="*/ 483 h 789"/>
                <a:gd name="T14" fmla="*/ 460 w 492"/>
                <a:gd name="T15" fmla="*/ 789 h 789"/>
                <a:gd name="T16" fmla="*/ 476 w 492"/>
                <a:gd name="T17" fmla="*/ 789 h 789"/>
                <a:gd name="T18" fmla="*/ 492 w 492"/>
                <a:gd name="T19" fmla="*/ 789 h 789"/>
                <a:gd name="T20" fmla="*/ 417 w 492"/>
                <a:gd name="T21" fmla="*/ 473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2" h="789">
                  <a:moveTo>
                    <a:pt x="417" y="473"/>
                  </a:moveTo>
                  <a:cubicBezTo>
                    <a:pt x="378" y="355"/>
                    <a:pt x="329" y="257"/>
                    <a:pt x="273" y="181"/>
                  </a:cubicBezTo>
                  <a:cubicBezTo>
                    <a:pt x="201" y="85"/>
                    <a:pt x="117" y="25"/>
                    <a:pt x="22" y="2"/>
                  </a:cubicBezTo>
                  <a:cubicBezTo>
                    <a:pt x="13" y="0"/>
                    <a:pt x="5" y="6"/>
                    <a:pt x="2" y="14"/>
                  </a:cubicBezTo>
                  <a:cubicBezTo>
                    <a:pt x="0" y="23"/>
                    <a:pt x="6" y="31"/>
                    <a:pt x="14" y="34"/>
                  </a:cubicBezTo>
                  <a:cubicBezTo>
                    <a:pt x="19" y="35"/>
                    <a:pt x="24" y="36"/>
                    <a:pt x="29" y="37"/>
                  </a:cubicBezTo>
                  <a:cubicBezTo>
                    <a:pt x="219" y="92"/>
                    <a:pt x="328" y="308"/>
                    <a:pt x="387" y="483"/>
                  </a:cubicBezTo>
                  <a:cubicBezTo>
                    <a:pt x="426" y="601"/>
                    <a:pt x="448" y="716"/>
                    <a:pt x="460" y="789"/>
                  </a:cubicBezTo>
                  <a:cubicBezTo>
                    <a:pt x="476" y="789"/>
                    <a:pt x="476" y="789"/>
                    <a:pt x="476" y="789"/>
                  </a:cubicBezTo>
                  <a:cubicBezTo>
                    <a:pt x="492" y="789"/>
                    <a:pt x="492" y="789"/>
                    <a:pt x="492" y="789"/>
                  </a:cubicBezTo>
                  <a:cubicBezTo>
                    <a:pt x="481" y="715"/>
                    <a:pt x="458" y="596"/>
                    <a:pt x="417" y="473"/>
                  </a:cubicBezTo>
                  <a:close/>
                </a:path>
              </a:pathLst>
            </a:custGeom>
            <a:grp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103" name="Freeform 6"/>
            <p:cNvSpPr/>
            <p:nvPr/>
          </p:nvSpPr>
          <p:spPr bwMode="auto">
            <a:xfrm>
              <a:off x="6408513" y="3522827"/>
              <a:ext cx="2441268" cy="3335173"/>
            </a:xfrm>
            <a:custGeom>
              <a:avLst/>
              <a:gdLst>
                <a:gd name="T0" fmla="*/ 489 w 491"/>
                <a:gd name="T1" fmla="*/ 14 h 789"/>
                <a:gd name="T2" fmla="*/ 470 w 491"/>
                <a:gd name="T3" fmla="*/ 2 h 789"/>
                <a:gd name="T4" fmla="*/ 219 w 491"/>
                <a:gd name="T5" fmla="*/ 181 h 789"/>
                <a:gd name="T6" fmla="*/ 74 w 491"/>
                <a:gd name="T7" fmla="*/ 473 h 789"/>
                <a:gd name="T8" fmla="*/ 0 w 491"/>
                <a:gd name="T9" fmla="*/ 789 h 789"/>
                <a:gd name="T10" fmla="*/ 16 w 491"/>
                <a:gd name="T11" fmla="*/ 789 h 789"/>
                <a:gd name="T12" fmla="*/ 32 w 491"/>
                <a:gd name="T13" fmla="*/ 789 h 789"/>
                <a:gd name="T14" fmla="*/ 105 w 491"/>
                <a:gd name="T15" fmla="*/ 483 h 789"/>
                <a:gd name="T16" fmla="*/ 463 w 491"/>
                <a:gd name="T17" fmla="*/ 37 h 789"/>
                <a:gd name="T18" fmla="*/ 477 w 491"/>
                <a:gd name="T19" fmla="*/ 34 h 789"/>
                <a:gd name="T20" fmla="*/ 489 w 491"/>
                <a:gd name="T21" fmla="*/ 14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1" h="789">
                  <a:moveTo>
                    <a:pt x="489" y="14"/>
                  </a:moveTo>
                  <a:cubicBezTo>
                    <a:pt x="487" y="6"/>
                    <a:pt x="479" y="0"/>
                    <a:pt x="470" y="2"/>
                  </a:cubicBezTo>
                  <a:cubicBezTo>
                    <a:pt x="375" y="25"/>
                    <a:pt x="291" y="85"/>
                    <a:pt x="219" y="181"/>
                  </a:cubicBezTo>
                  <a:cubicBezTo>
                    <a:pt x="163" y="257"/>
                    <a:pt x="114" y="355"/>
                    <a:pt x="74" y="473"/>
                  </a:cubicBezTo>
                  <a:cubicBezTo>
                    <a:pt x="33" y="596"/>
                    <a:pt x="11" y="715"/>
                    <a:pt x="0" y="789"/>
                  </a:cubicBezTo>
                  <a:cubicBezTo>
                    <a:pt x="16" y="789"/>
                    <a:pt x="16" y="789"/>
                    <a:pt x="16" y="789"/>
                  </a:cubicBezTo>
                  <a:cubicBezTo>
                    <a:pt x="32" y="789"/>
                    <a:pt x="32" y="789"/>
                    <a:pt x="32" y="789"/>
                  </a:cubicBezTo>
                  <a:cubicBezTo>
                    <a:pt x="43" y="716"/>
                    <a:pt x="65" y="601"/>
                    <a:pt x="105" y="483"/>
                  </a:cubicBezTo>
                  <a:cubicBezTo>
                    <a:pt x="163" y="309"/>
                    <a:pt x="272" y="92"/>
                    <a:pt x="463" y="37"/>
                  </a:cubicBezTo>
                  <a:cubicBezTo>
                    <a:pt x="468" y="36"/>
                    <a:pt x="473" y="35"/>
                    <a:pt x="477" y="34"/>
                  </a:cubicBezTo>
                  <a:cubicBezTo>
                    <a:pt x="486" y="31"/>
                    <a:pt x="491" y="23"/>
                    <a:pt x="489" y="14"/>
                  </a:cubicBezTo>
                  <a:close/>
                </a:path>
              </a:pathLst>
            </a:custGeom>
            <a:grp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104" name="Freeform 7"/>
            <p:cNvSpPr/>
            <p:nvPr/>
          </p:nvSpPr>
          <p:spPr bwMode="auto">
            <a:xfrm>
              <a:off x="5234020" y="2931613"/>
              <a:ext cx="635623" cy="3926387"/>
            </a:xfrm>
            <a:custGeom>
              <a:avLst/>
              <a:gdLst>
                <a:gd name="T0" fmla="*/ 33 w 110"/>
                <a:gd name="T1" fmla="*/ 13 h 869"/>
                <a:gd name="T2" fmla="*/ 13 w 110"/>
                <a:gd name="T3" fmla="*/ 3 h 869"/>
                <a:gd name="T4" fmla="*/ 2 w 110"/>
                <a:gd name="T5" fmla="*/ 23 h 869"/>
                <a:gd name="T6" fmla="*/ 25 w 110"/>
                <a:gd name="T7" fmla="*/ 107 h 869"/>
                <a:gd name="T8" fmla="*/ 76 w 110"/>
                <a:gd name="T9" fmla="*/ 760 h 869"/>
                <a:gd name="T10" fmla="*/ 75 w 110"/>
                <a:gd name="T11" fmla="*/ 869 h 869"/>
                <a:gd name="T12" fmla="*/ 84 w 110"/>
                <a:gd name="T13" fmla="*/ 869 h 869"/>
                <a:gd name="T14" fmla="*/ 91 w 110"/>
                <a:gd name="T15" fmla="*/ 869 h 869"/>
                <a:gd name="T16" fmla="*/ 107 w 110"/>
                <a:gd name="T17" fmla="*/ 869 h 869"/>
                <a:gd name="T18" fmla="*/ 33 w 110"/>
                <a:gd name="T19" fmla="*/ 13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869">
                  <a:moveTo>
                    <a:pt x="33" y="13"/>
                  </a:moveTo>
                  <a:cubicBezTo>
                    <a:pt x="30" y="5"/>
                    <a:pt x="21" y="0"/>
                    <a:pt x="13" y="3"/>
                  </a:cubicBezTo>
                  <a:cubicBezTo>
                    <a:pt x="4" y="6"/>
                    <a:pt x="0" y="15"/>
                    <a:pt x="2" y="23"/>
                  </a:cubicBezTo>
                  <a:cubicBezTo>
                    <a:pt x="11" y="48"/>
                    <a:pt x="18" y="77"/>
                    <a:pt x="25" y="107"/>
                  </a:cubicBezTo>
                  <a:cubicBezTo>
                    <a:pt x="66" y="301"/>
                    <a:pt x="75" y="580"/>
                    <a:pt x="76" y="760"/>
                  </a:cubicBezTo>
                  <a:cubicBezTo>
                    <a:pt x="76" y="803"/>
                    <a:pt x="76" y="840"/>
                    <a:pt x="75" y="869"/>
                  </a:cubicBezTo>
                  <a:cubicBezTo>
                    <a:pt x="84" y="869"/>
                    <a:pt x="84" y="869"/>
                    <a:pt x="84" y="869"/>
                  </a:cubicBezTo>
                  <a:cubicBezTo>
                    <a:pt x="91" y="869"/>
                    <a:pt x="91" y="869"/>
                    <a:pt x="91" y="869"/>
                  </a:cubicBezTo>
                  <a:cubicBezTo>
                    <a:pt x="107" y="869"/>
                    <a:pt x="107" y="869"/>
                    <a:pt x="107" y="869"/>
                  </a:cubicBezTo>
                  <a:cubicBezTo>
                    <a:pt x="110" y="693"/>
                    <a:pt x="108" y="246"/>
                    <a:pt x="33" y="13"/>
                  </a:cubicBezTo>
                  <a:close/>
                </a:path>
              </a:pathLst>
            </a:custGeom>
            <a:grp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105" name="Freeform 8"/>
            <p:cNvSpPr/>
            <p:nvPr/>
          </p:nvSpPr>
          <p:spPr bwMode="auto">
            <a:xfrm>
              <a:off x="6235894" y="2931613"/>
              <a:ext cx="635623" cy="3926387"/>
            </a:xfrm>
            <a:custGeom>
              <a:avLst/>
              <a:gdLst>
                <a:gd name="T0" fmla="*/ 97 w 110"/>
                <a:gd name="T1" fmla="*/ 3 h 869"/>
                <a:gd name="T2" fmla="*/ 77 w 110"/>
                <a:gd name="T3" fmla="*/ 13 h 869"/>
                <a:gd name="T4" fmla="*/ 2 w 110"/>
                <a:gd name="T5" fmla="*/ 869 h 869"/>
                <a:gd name="T6" fmla="*/ 19 w 110"/>
                <a:gd name="T7" fmla="*/ 869 h 869"/>
                <a:gd name="T8" fmla="*/ 26 w 110"/>
                <a:gd name="T9" fmla="*/ 869 h 869"/>
                <a:gd name="T10" fmla="*/ 35 w 110"/>
                <a:gd name="T11" fmla="*/ 869 h 869"/>
                <a:gd name="T12" fmla="*/ 34 w 110"/>
                <a:gd name="T13" fmla="*/ 760 h 869"/>
                <a:gd name="T14" fmla="*/ 85 w 110"/>
                <a:gd name="T15" fmla="*/ 107 h 869"/>
                <a:gd name="T16" fmla="*/ 107 w 110"/>
                <a:gd name="T17" fmla="*/ 23 h 869"/>
                <a:gd name="T18" fmla="*/ 97 w 110"/>
                <a:gd name="T19" fmla="*/ 3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869">
                  <a:moveTo>
                    <a:pt x="97" y="3"/>
                  </a:moveTo>
                  <a:cubicBezTo>
                    <a:pt x="89" y="0"/>
                    <a:pt x="80" y="5"/>
                    <a:pt x="77" y="13"/>
                  </a:cubicBezTo>
                  <a:cubicBezTo>
                    <a:pt x="1" y="246"/>
                    <a:pt x="0" y="693"/>
                    <a:pt x="2" y="869"/>
                  </a:cubicBezTo>
                  <a:cubicBezTo>
                    <a:pt x="19" y="869"/>
                    <a:pt x="19" y="869"/>
                    <a:pt x="19" y="869"/>
                  </a:cubicBezTo>
                  <a:cubicBezTo>
                    <a:pt x="26" y="869"/>
                    <a:pt x="26" y="869"/>
                    <a:pt x="26" y="869"/>
                  </a:cubicBezTo>
                  <a:cubicBezTo>
                    <a:pt x="35" y="869"/>
                    <a:pt x="35" y="869"/>
                    <a:pt x="35" y="869"/>
                  </a:cubicBezTo>
                  <a:cubicBezTo>
                    <a:pt x="34" y="840"/>
                    <a:pt x="34" y="803"/>
                    <a:pt x="34" y="760"/>
                  </a:cubicBezTo>
                  <a:cubicBezTo>
                    <a:pt x="35" y="580"/>
                    <a:pt x="44" y="301"/>
                    <a:pt x="85" y="107"/>
                  </a:cubicBezTo>
                  <a:cubicBezTo>
                    <a:pt x="92" y="77"/>
                    <a:pt x="99" y="48"/>
                    <a:pt x="107" y="23"/>
                  </a:cubicBezTo>
                  <a:cubicBezTo>
                    <a:pt x="110" y="15"/>
                    <a:pt x="105" y="6"/>
                    <a:pt x="97" y="3"/>
                  </a:cubicBezTo>
                  <a:close/>
                </a:path>
              </a:pathLst>
            </a:custGeom>
            <a:grp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120" name="椭圆 119"/>
            <p:cNvSpPr/>
            <p:nvPr/>
          </p:nvSpPr>
          <p:spPr>
            <a:xfrm>
              <a:off x="6495272" y="1979661"/>
              <a:ext cx="801645" cy="80164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sp>
          <p:nvSpPr>
            <p:cNvPr id="118" name="椭圆 117"/>
            <p:cNvSpPr/>
            <p:nvPr/>
          </p:nvSpPr>
          <p:spPr>
            <a:xfrm>
              <a:off x="4803342" y="1990802"/>
              <a:ext cx="801645" cy="80164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sp>
          <p:nvSpPr>
            <p:cNvPr id="110" name="椭圆 109"/>
            <p:cNvSpPr/>
            <p:nvPr/>
          </p:nvSpPr>
          <p:spPr>
            <a:xfrm>
              <a:off x="4821523" y="4249316"/>
              <a:ext cx="385791" cy="3857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sp>
          <p:nvSpPr>
            <p:cNvPr id="111" name="椭圆 110"/>
            <p:cNvSpPr/>
            <p:nvPr/>
          </p:nvSpPr>
          <p:spPr>
            <a:xfrm>
              <a:off x="4470804" y="5188742"/>
              <a:ext cx="536099" cy="5360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sp>
          <p:nvSpPr>
            <p:cNvPr id="112" name="椭圆 111"/>
            <p:cNvSpPr/>
            <p:nvPr/>
          </p:nvSpPr>
          <p:spPr>
            <a:xfrm>
              <a:off x="6612697" y="4349521"/>
              <a:ext cx="235483" cy="23548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sp>
          <p:nvSpPr>
            <p:cNvPr id="113" name="椭圆 112"/>
            <p:cNvSpPr/>
            <p:nvPr/>
          </p:nvSpPr>
          <p:spPr>
            <a:xfrm>
              <a:off x="5971382" y="3307384"/>
              <a:ext cx="440904" cy="44090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sp>
          <p:nvSpPr>
            <p:cNvPr id="114" name="椭圆 113"/>
            <p:cNvSpPr/>
            <p:nvPr/>
          </p:nvSpPr>
          <p:spPr>
            <a:xfrm>
              <a:off x="7126250" y="5126114"/>
              <a:ext cx="385791" cy="3857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sp>
          <p:nvSpPr>
            <p:cNvPr id="115" name="椭圆 114"/>
            <p:cNvSpPr/>
            <p:nvPr/>
          </p:nvSpPr>
          <p:spPr>
            <a:xfrm>
              <a:off x="7827688" y="3535352"/>
              <a:ext cx="235483" cy="23548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eaLnBrk="0" fontAlgn="base" hangingPunct="0">
                <a:spcBef>
                  <a:spcPct val="0"/>
                </a:spcBef>
                <a:spcAft>
                  <a:spcPct val="0"/>
                </a:spcAft>
              </a:pPr>
              <a:endParaRPr lang="zh-CN" altLang="en-US" sz="1800">
                <a:solidFill>
                  <a:schemeClr val="bg2">
                    <a:lumMod val="50000"/>
                  </a:schemeClr>
                </a:solidFill>
              </a:endParaRPr>
            </a:p>
          </p:txBody>
        </p:sp>
      </p:grpSp>
    </p:spTree>
    <p:extLst>
      <p:ext uri="{BB962C8B-B14F-4D97-AF65-F5344CB8AC3E}">
        <p14:creationId xmlns:p14="http://schemas.microsoft.com/office/powerpoint/2010/main" val="41349498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4279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209422" cy="461665"/>
          </a:xfrm>
          <a:prstGeom prst="rect">
            <a:avLst/>
          </a:prstGeom>
        </p:spPr>
        <p:txBody>
          <a:bodyPr wrap="none">
            <a:spAutoFit/>
          </a:bodyPr>
          <a:lstStyle/>
          <a:p>
            <a:r>
              <a:rPr lang="en-US" altLang="zh-CN" sz="2400" b="1" dirty="0">
                <a:solidFill>
                  <a:schemeClr val="bg1"/>
                </a:solidFill>
              </a:rPr>
              <a:t>7.4.2 USART</a:t>
            </a:r>
            <a:r>
              <a:rPr lang="zh-CN" altLang="en-US" sz="2400" b="1" dirty="0">
                <a:solidFill>
                  <a:schemeClr val="bg1"/>
                </a:solidFill>
              </a:rPr>
              <a:t>串口应用编程步骤</a:t>
            </a:r>
            <a:endParaRPr lang="zh-CN" altLang="zh-CN" sz="2400" b="1" dirty="0">
              <a:solidFill>
                <a:schemeClr val="bg1"/>
              </a:solidFill>
            </a:endParaRPr>
          </a:p>
        </p:txBody>
      </p:sp>
      <p:sp>
        <p:nvSpPr>
          <p:cNvPr id="8" name="矩形 7"/>
          <p:cNvSpPr/>
          <p:nvPr/>
        </p:nvSpPr>
        <p:spPr>
          <a:xfrm>
            <a:off x="702991" y="1483142"/>
            <a:ext cx="2932905" cy="3208571"/>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a:t>
            </a:r>
            <a:r>
              <a:rPr lang="zh-CN" altLang="en-US" b="1" dirty="0" smtClean="0">
                <a:solidFill>
                  <a:schemeClr val="accent5">
                    <a:lumMod val="75000"/>
                  </a:schemeClr>
                </a:solidFill>
              </a:rPr>
              <a:t>设置</a:t>
            </a:r>
            <a:r>
              <a:rPr lang="en-US" altLang="zh-CN" b="1" dirty="0">
                <a:solidFill>
                  <a:schemeClr val="accent5">
                    <a:lumMod val="75000"/>
                  </a:schemeClr>
                </a:solidFill>
              </a:rPr>
              <a:t>I/O</a:t>
            </a:r>
            <a:r>
              <a:rPr lang="zh-CN" altLang="en-US" b="1" dirty="0">
                <a:solidFill>
                  <a:schemeClr val="accent5">
                    <a:lumMod val="75000"/>
                  </a:schemeClr>
                </a:solidFill>
              </a:rPr>
              <a:t>引脚功能为复用推挽输出、浮空输入</a:t>
            </a:r>
          </a:p>
          <a:p>
            <a:pPr marL="285750" indent="-285750">
              <a:lnSpc>
                <a:spcPct val="125000"/>
              </a:lnSpc>
              <a:buBlip>
                <a:blip r:embed="rId2"/>
              </a:buBlip>
            </a:pPr>
            <a:r>
              <a:rPr lang="zh-CN" altLang="en-US" b="1" dirty="0" smtClean="0"/>
              <a:t>串口</a:t>
            </a:r>
            <a:r>
              <a:rPr lang="zh-CN" altLang="en-US" b="1" dirty="0"/>
              <a:t>使用的是</a:t>
            </a:r>
            <a:r>
              <a:rPr lang="en-US" altLang="zh-CN" b="1" dirty="0"/>
              <a:t>I/O</a:t>
            </a:r>
            <a:r>
              <a:rPr lang="zh-CN" altLang="en-US" b="1" dirty="0"/>
              <a:t>的复用功能</a:t>
            </a:r>
            <a:r>
              <a:rPr lang="zh-CN" altLang="en-US" b="1" dirty="0" smtClean="0"/>
              <a:t>。</a:t>
            </a:r>
            <a:r>
              <a:rPr lang="en-US" altLang="zh-CN" b="1" dirty="0" smtClean="0"/>
              <a:t>USART1</a:t>
            </a:r>
            <a:r>
              <a:rPr lang="zh-CN" altLang="en-US" b="1" dirty="0"/>
              <a:t>的发送引脚为</a:t>
            </a:r>
            <a:r>
              <a:rPr lang="en-US" altLang="zh-CN" b="1" dirty="0"/>
              <a:t>PA9</a:t>
            </a:r>
            <a:r>
              <a:rPr lang="zh-CN" altLang="en-US" b="1" dirty="0"/>
              <a:t>，需将</a:t>
            </a:r>
            <a:r>
              <a:rPr lang="en-US" altLang="zh-CN" b="1" dirty="0"/>
              <a:t>PA9</a:t>
            </a:r>
            <a:r>
              <a:rPr lang="zh-CN" altLang="en-US" b="1" dirty="0"/>
              <a:t>配置为复用推挽</a:t>
            </a:r>
            <a:r>
              <a:rPr lang="zh-CN" altLang="en-US" b="1" dirty="0" smtClean="0"/>
              <a:t>输出；</a:t>
            </a:r>
            <a:endParaRPr lang="en-US" altLang="zh-CN" b="1" dirty="0" smtClean="0"/>
          </a:p>
          <a:p>
            <a:pPr marL="285750" indent="-285750">
              <a:lnSpc>
                <a:spcPct val="125000"/>
              </a:lnSpc>
              <a:buBlip>
                <a:blip r:embed="rId2"/>
              </a:buBlip>
            </a:pPr>
            <a:r>
              <a:rPr lang="en-US" altLang="zh-CN" b="1" dirty="0" smtClean="0"/>
              <a:t>USART1</a:t>
            </a:r>
            <a:r>
              <a:rPr lang="zh-CN" altLang="en-US" b="1" dirty="0"/>
              <a:t>的输入引脚为</a:t>
            </a:r>
            <a:r>
              <a:rPr lang="en-US" altLang="zh-CN" b="1" dirty="0"/>
              <a:t>PA10</a:t>
            </a:r>
            <a:r>
              <a:rPr lang="zh-CN" altLang="en-US" b="1" dirty="0"/>
              <a:t>，需将</a:t>
            </a:r>
            <a:r>
              <a:rPr lang="en-US" altLang="zh-CN" b="1" dirty="0"/>
              <a:t>PA10</a:t>
            </a:r>
            <a:r>
              <a:rPr lang="zh-CN" altLang="en-US" b="1" dirty="0"/>
              <a:t>配置为浮空输入。</a:t>
            </a:r>
          </a:p>
        </p:txBody>
      </p:sp>
      <p:sp>
        <p:nvSpPr>
          <p:cNvPr id="9" name="七角星 8"/>
          <p:cNvSpPr/>
          <p:nvPr/>
        </p:nvSpPr>
        <p:spPr>
          <a:xfrm>
            <a:off x="522971" y="1122002"/>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3</a:t>
            </a:r>
            <a:endParaRPr lang="zh-CN" altLang="en-US" sz="2800" b="1" dirty="0" smtClean="0"/>
          </a:p>
        </p:txBody>
      </p:sp>
      <p:sp>
        <p:nvSpPr>
          <p:cNvPr id="2" name="矩形 1"/>
          <p:cNvSpPr/>
          <p:nvPr/>
        </p:nvSpPr>
        <p:spPr>
          <a:xfrm>
            <a:off x="3930395" y="1197933"/>
            <a:ext cx="4968551" cy="3400931"/>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400" b="1" dirty="0" smtClean="0"/>
              <a:t>     //</a:t>
            </a:r>
            <a:r>
              <a:rPr lang="en-GB" altLang="zh-CN" sz="1400" b="1" dirty="0"/>
              <a:t>USART1_TX</a:t>
            </a:r>
            <a:r>
              <a:rPr lang="zh-CN" altLang="en-GB" sz="1400" b="1" dirty="0"/>
              <a:t>，</a:t>
            </a:r>
            <a:r>
              <a:rPr lang="en-GB" altLang="zh-CN" sz="1400" b="1" dirty="0"/>
              <a:t>PA9</a:t>
            </a:r>
            <a:r>
              <a:rPr lang="zh-CN" altLang="en-GB" sz="1400" b="1" dirty="0"/>
              <a:t>，</a:t>
            </a:r>
            <a:r>
              <a:rPr lang="zh-CN" altLang="en-US" sz="1400" b="1" dirty="0" smtClean="0"/>
              <a:t>配置为</a:t>
            </a:r>
            <a:r>
              <a:rPr lang="zh-CN" altLang="en-US" sz="1400" b="1" dirty="0"/>
              <a:t>复用推挽输出，并初始化</a:t>
            </a:r>
            <a:r>
              <a:rPr lang="en-GB" altLang="zh-CN" sz="1400" b="1" dirty="0"/>
              <a:t>PA9</a:t>
            </a:r>
          </a:p>
          <a:p>
            <a:pPr>
              <a:lnSpc>
                <a:spcPct val="125000"/>
              </a:lnSpc>
            </a:pPr>
            <a:r>
              <a:rPr lang="en-GB" altLang="zh-CN" sz="1600" b="1" dirty="0" err="1"/>
              <a:t>GPIO_InitStructure.GPIO_Pin</a:t>
            </a:r>
            <a:r>
              <a:rPr lang="en-GB" altLang="zh-CN" sz="1600" b="1" dirty="0"/>
              <a:t> = GPIO_Pin_9; </a:t>
            </a:r>
          </a:p>
          <a:p>
            <a:pPr>
              <a:lnSpc>
                <a:spcPct val="125000"/>
              </a:lnSpc>
            </a:pPr>
            <a:r>
              <a:rPr lang="en-GB" altLang="zh-CN" sz="1600" b="1" dirty="0" err="1"/>
              <a:t>GPIO_InitStructure.GPIO_Speed</a:t>
            </a:r>
            <a:r>
              <a:rPr lang="en-GB" altLang="zh-CN" sz="1600" b="1" dirty="0"/>
              <a:t> = GPIO_Speed_50MHz;</a:t>
            </a:r>
          </a:p>
          <a:p>
            <a:pPr>
              <a:lnSpc>
                <a:spcPct val="125000"/>
              </a:lnSpc>
            </a:pPr>
            <a:r>
              <a:rPr lang="en-GB" altLang="zh-CN" sz="1600" b="1" dirty="0" err="1"/>
              <a:t>GPIO_InitStructure.GPIO_Mode</a:t>
            </a:r>
            <a:r>
              <a:rPr lang="en-GB" altLang="zh-CN" sz="1600" b="1" dirty="0"/>
              <a:t> = </a:t>
            </a:r>
            <a:r>
              <a:rPr lang="en-GB" altLang="zh-CN" sz="1600" b="1" dirty="0" err="1"/>
              <a:t>GPIO_Mode_AF_PP</a:t>
            </a:r>
            <a:r>
              <a:rPr lang="en-GB" altLang="zh-CN" sz="1600" b="1" dirty="0" smtClean="0"/>
              <a:t>;        </a:t>
            </a:r>
          </a:p>
          <a:p>
            <a:pPr>
              <a:lnSpc>
                <a:spcPct val="125000"/>
              </a:lnSpc>
            </a:pPr>
            <a:r>
              <a:rPr lang="en-GB" altLang="zh-CN" sz="1600" b="1" dirty="0"/>
              <a:t> </a:t>
            </a:r>
            <a:r>
              <a:rPr lang="en-GB" altLang="zh-CN" sz="1600" b="1" dirty="0" smtClean="0"/>
              <a:t>   </a:t>
            </a:r>
            <a:r>
              <a:rPr lang="en-GB" altLang="zh-CN" sz="1400" b="1" dirty="0" smtClean="0"/>
              <a:t>//</a:t>
            </a:r>
            <a:r>
              <a:rPr lang="zh-CN" altLang="en-US" sz="1400" b="1" dirty="0"/>
              <a:t>复用推挽输出</a:t>
            </a:r>
          </a:p>
          <a:p>
            <a:pPr>
              <a:lnSpc>
                <a:spcPct val="125000"/>
              </a:lnSpc>
            </a:pPr>
            <a:r>
              <a:rPr lang="en-GB" altLang="zh-CN" sz="1600" b="1" dirty="0" err="1"/>
              <a:t>GPIO_Init</a:t>
            </a:r>
            <a:r>
              <a:rPr lang="en-GB" altLang="zh-CN" sz="1600" b="1" dirty="0"/>
              <a:t>(GPIOA, &amp;</a:t>
            </a:r>
            <a:r>
              <a:rPr lang="en-GB" altLang="zh-CN" sz="1600" b="1" dirty="0" err="1"/>
              <a:t>GPIO_InitStructure</a:t>
            </a:r>
            <a:r>
              <a:rPr lang="en-GB" altLang="zh-CN" sz="1600" b="1" dirty="0"/>
              <a:t>); </a:t>
            </a:r>
          </a:p>
          <a:p>
            <a:pPr>
              <a:lnSpc>
                <a:spcPct val="125000"/>
              </a:lnSpc>
            </a:pPr>
            <a:r>
              <a:rPr lang="en-GB" altLang="zh-CN" sz="1400" b="1" dirty="0" smtClean="0"/>
              <a:t>     //</a:t>
            </a:r>
            <a:r>
              <a:rPr lang="en-GB" altLang="zh-CN" sz="1400" b="1" dirty="0"/>
              <a:t>USART1_RX</a:t>
            </a:r>
            <a:r>
              <a:rPr lang="zh-CN" altLang="en-GB" sz="1400" b="1" dirty="0"/>
              <a:t>，</a:t>
            </a:r>
            <a:r>
              <a:rPr lang="en-GB" altLang="zh-CN" sz="1400" b="1" dirty="0"/>
              <a:t>PA10</a:t>
            </a:r>
            <a:r>
              <a:rPr lang="zh-CN" altLang="en-GB" sz="1400" b="1" dirty="0"/>
              <a:t>，</a:t>
            </a:r>
            <a:r>
              <a:rPr lang="zh-CN" altLang="en-US" sz="1400" b="1" dirty="0"/>
              <a:t>配置为浮空输入，并初始化</a:t>
            </a:r>
            <a:r>
              <a:rPr lang="en-GB" altLang="zh-CN" sz="1400" b="1" dirty="0"/>
              <a:t>PA10</a:t>
            </a:r>
          </a:p>
          <a:p>
            <a:pPr>
              <a:lnSpc>
                <a:spcPct val="125000"/>
              </a:lnSpc>
            </a:pPr>
            <a:r>
              <a:rPr lang="en-GB" altLang="zh-CN" sz="1600" b="1" dirty="0" err="1"/>
              <a:t>GPIO_InitStructure.GPIO_Pin</a:t>
            </a:r>
            <a:r>
              <a:rPr lang="en-GB" altLang="zh-CN" sz="1600" b="1" dirty="0"/>
              <a:t> = GPIO_Pin_10;</a:t>
            </a:r>
          </a:p>
          <a:p>
            <a:pPr>
              <a:lnSpc>
                <a:spcPct val="125000"/>
              </a:lnSpc>
            </a:pPr>
            <a:r>
              <a:rPr lang="en-GB" altLang="zh-CN" sz="1600" b="1" dirty="0" err="1"/>
              <a:t>GPIO_InitStructure.GPIO_Mode</a:t>
            </a:r>
            <a:r>
              <a:rPr lang="en-GB" altLang="zh-CN" sz="1600" b="1" dirty="0"/>
              <a:t> = </a:t>
            </a:r>
            <a:r>
              <a:rPr lang="en-GB" altLang="zh-CN" sz="1600" b="1" dirty="0" err="1"/>
              <a:t>GPIO_Mode_IN_FLOATING</a:t>
            </a:r>
            <a:r>
              <a:rPr lang="en-GB" altLang="zh-CN" sz="1600" b="1" dirty="0"/>
              <a:t>;  //</a:t>
            </a:r>
            <a:r>
              <a:rPr lang="zh-CN" altLang="en-US" sz="1600" b="1" dirty="0"/>
              <a:t>浮空输入</a:t>
            </a:r>
          </a:p>
          <a:p>
            <a:pPr>
              <a:lnSpc>
                <a:spcPct val="125000"/>
              </a:lnSpc>
            </a:pPr>
            <a:r>
              <a:rPr lang="en-GB" altLang="zh-CN" sz="1600" b="1" dirty="0" err="1"/>
              <a:t>GPIO_Init</a:t>
            </a:r>
            <a:r>
              <a:rPr lang="en-GB" altLang="zh-CN" sz="1600" b="1" dirty="0"/>
              <a:t>(GPIOA, &amp;</a:t>
            </a:r>
            <a:r>
              <a:rPr lang="en-GB" altLang="zh-CN" sz="1600" b="1" dirty="0" err="1"/>
              <a:t>GPIO_InitStructure</a:t>
            </a:r>
            <a:r>
              <a:rPr lang="en-GB" altLang="zh-CN" sz="1600" b="1" dirty="0"/>
              <a:t>);  //</a:t>
            </a:r>
            <a:r>
              <a:rPr lang="zh-CN" altLang="en-US" sz="1600" b="1" dirty="0"/>
              <a:t>初始化</a:t>
            </a:r>
            <a:r>
              <a:rPr lang="en-GB" altLang="zh-CN" sz="1600" b="1" dirty="0"/>
              <a:t>PA10</a:t>
            </a:r>
          </a:p>
        </p:txBody>
      </p:sp>
    </p:spTree>
    <p:extLst>
      <p:ext uri="{BB962C8B-B14F-4D97-AF65-F5344CB8AC3E}">
        <p14:creationId xmlns:p14="http://schemas.microsoft.com/office/powerpoint/2010/main" val="15935470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4279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209422" cy="461665"/>
          </a:xfrm>
          <a:prstGeom prst="rect">
            <a:avLst/>
          </a:prstGeom>
        </p:spPr>
        <p:txBody>
          <a:bodyPr wrap="none">
            <a:spAutoFit/>
          </a:bodyPr>
          <a:lstStyle/>
          <a:p>
            <a:r>
              <a:rPr lang="en-US" altLang="zh-CN" sz="2400" b="1" dirty="0">
                <a:solidFill>
                  <a:schemeClr val="bg1"/>
                </a:solidFill>
              </a:rPr>
              <a:t>7.4.2 USART</a:t>
            </a:r>
            <a:r>
              <a:rPr lang="zh-CN" altLang="en-US" sz="2400" b="1" dirty="0">
                <a:solidFill>
                  <a:schemeClr val="bg1"/>
                </a:solidFill>
              </a:rPr>
              <a:t>串口应用编程步骤</a:t>
            </a:r>
            <a:endParaRPr lang="zh-CN" altLang="zh-CN" sz="2400" b="1" dirty="0">
              <a:solidFill>
                <a:schemeClr val="bg1"/>
              </a:solidFill>
            </a:endParaRPr>
          </a:p>
        </p:txBody>
      </p:sp>
      <p:sp>
        <p:nvSpPr>
          <p:cNvPr id="8" name="矩形 7"/>
          <p:cNvSpPr/>
          <p:nvPr/>
        </p:nvSpPr>
        <p:spPr>
          <a:xfrm>
            <a:off x="575556" y="1275606"/>
            <a:ext cx="8189489" cy="3554819"/>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a:t>
            </a:r>
            <a:r>
              <a:rPr lang="zh-CN" altLang="en-US" b="1" dirty="0" smtClean="0">
                <a:solidFill>
                  <a:schemeClr val="accent5">
                    <a:lumMod val="75000"/>
                  </a:schemeClr>
                </a:solidFill>
              </a:rPr>
              <a:t>设置</a:t>
            </a:r>
            <a:r>
              <a:rPr lang="zh-CN" altLang="en-US" b="1" dirty="0">
                <a:solidFill>
                  <a:schemeClr val="accent5">
                    <a:lumMod val="75000"/>
                  </a:schemeClr>
                </a:solidFill>
              </a:rPr>
              <a:t>波特率，设置数据格式：数据位、停止位、校验位</a:t>
            </a:r>
          </a:p>
          <a:p>
            <a:pPr>
              <a:lnSpc>
                <a:spcPct val="125000"/>
              </a:lnSpc>
            </a:pPr>
            <a:r>
              <a:rPr lang="en-GB" altLang="zh-CN" b="1" dirty="0" err="1"/>
              <a:t>USART_InitStructure.USART_BaudRate</a:t>
            </a:r>
            <a:r>
              <a:rPr lang="en-GB" altLang="zh-CN" b="1" dirty="0"/>
              <a:t> = 115200; //</a:t>
            </a:r>
            <a:r>
              <a:rPr lang="zh-CN" altLang="en-US" b="1" dirty="0"/>
              <a:t>串口波特率</a:t>
            </a:r>
          </a:p>
          <a:p>
            <a:pPr>
              <a:lnSpc>
                <a:spcPct val="125000"/>
              </a:lnSpc>
            </a:pPr>
            <a:r>
              <a:rPr lang="en-GB" altLang="zh-CN" b="1" dirty="0" err="1"/>
              <a:t>USART_InitStructure.USART_WordLength</a:t>
            </a:r>
            <a:r>
              <a:rPr lang="en-GB" altLang="zh-CN" b="1" dirty="0"/>
              <a:t>= USART_WordLength_8b;  </a:t>
            </a:r>
            <a:endParaRPr lang="en-GB" altLang="zh-CN" b="1" dirty="0" smtClean="0"/>
          </a:p>
          <a:p>
            <a:pPr>
              <a:lnSpc>
                <a:spcPct val="125000"/>
              </a:lnSpc>
            </a:pPr>
            <a:r>
              <a:rPr lang="en-GB" altLang="zh-CN" b="1" dirty="0"/>
              <a:t> </a:t>
            </a:r>
            <a:r>
              <a:rPr lang="en-GB" altLang="zh-CN" b="1" dirty="0" smtClean="0"/>
              <a:t>   //</a:t>
            </a:r>
            <a:r>
              <a:rPr lang="zh-CN" altLang="en-US" b="1" dirty="0"/>
              <a:t>设置数据位占</a:t>
            </a:r>
            <a:r>
              <a:rPr lang="en-US" altLang="zh-CN" b="1" dirty="0"/>
              <a:t>8</a:t>
            </a:r>
            <a:r>
              <a:rPr lang="zh-CN" altLang="en-US" b="1" dirty="0" smtClean="0"/>
              <a:t>位</a:t>
            </a:r>
            <a:endParaRPr lang="en-US" altLang="zh-CN" b="1" dirty="0" smtClean="0"/>
          </a:p>
          <a:p>
            <a:pPr>
              <a:lnSpc>
                <a:spcPct val="125000"/>
              </a:lnSpc>
            </a:pPr>
            <a:r>
              <a:rPr lang="en-GB" altLang="zh-CN" b="1" dirty="0" err="1" smtClean="0"/>
              <a:t>USART_InitStructure.USART_StopBits</a:t>
            </a:r>
            <a:r>
              <a:rPr lang="en-GB" altLang="zh-CN" b="1" dirty="0" smtClean="0"/>
              <a:t> </a:t>
            </a:r>
            <a:r>
              <a:rPr lang="en-GB" altLang="zh-CN" b="1" dirty="0"/>
              <a:t>= USART_StopBits_1; </a:t>
            </a:r>
            <a:r>
              <a:rPr lang="en-GB" altLang="zh-CN" sz="1600" b="1" dirty="0"/>
              <a:t>//</a:t>
            </a:r>
            <a:r>
              <a:rPr lang="zh-CN" altLang="en-US" sz="1600" b="1" dirty="0"/>
              <a:t>设置停止位占</a:t>
            </a:r>
            <a:r>
              <a:rPr lang="en-US" altLang="zh-CN" sz="1600" b="1" dirty="0"/>
              <a:t>1</a:t>
            </a:r>
            <a:r>
              <a:rPr lang="zh-CN" altLang="en-US" sz="1600" b="1" dirty="0"/>
              <a:t>位</a:t>
            </a:r>
          </a:p>
          <a:p>
            <a:pPr>
              <a:lnSpc>
                <a:spcPct val="125000"/>
              </a:lnSpc>
            </a:pPr>
            <a:r>
              <a:rPr lang="en-GB" altLang="zh-CN" b="1" dirty="0" err="1"/>
              <a:t>USART_InitStructure.USART_Parity</a:t>
            </a:r>
            <a:r>
              <a:rPr lang="en-GB" altLang="zh-CN" b="1" dirty="0"/>
              <a:t> = </a:t>
            </a:r>
            <a:r>
              <a:rPr lang="en-GB" altLang="zh-CN" b="1" dirty="0" err="1"/>
              <a:t>USART_Parity_No</a:t>
            </a:r>
            <a:r>
              <a:rPr lang="en-GB" altLang="zh-CN" b="1" dirty="0"/>
              <a:t>; //</a:t>
            </a:r>
            <a:r>
              <a:rPr lang="zh-CN" altLang="en-US" b="1" dirty="0"/>
              <a:t>无奇偶校验位</a:t>
            </a:r>
          </a:p>
          <a:p>
            <a:pPr>
              <a:lnSpc>
                <a:spcPct val="125000"/>
              </a:lnSpc>
            </a:pPr>
            <a:r>
              <a:rPr lang="en-US" altLang="zh-CN" b="1" dirty="0" smtClean="0"/>
              <a:t>   //</a:t>
            </a:r>
            <a:r>
              <a:rPr lang="zh-CN" altLang="en-US" b="1" dirty="0"/>
              <a:t>不采用硬件数据流控制</a:t>
            </a:r>
          </a:p>
          <a:p>
            <a:pPr>
              <a:lnSpc>
                <a:spcPct val="125000"/>
              </a:lnSpc>
            </a:pPr>
            <a:r>
              <a:rPr lang="en-GB" altLang="zh-CN" b="1" dirty="0" err="1"/>
              <a:t>USART_InitStructure.USART_HardwareFlowControl</a:t>
            </a:r>
            <a:r>
              <a:rPr lang="en-GB" altLang="zh-CN" b="1" dirty="0"/>
              <a:t>=</a:t>
            </a:r>
            <a:r>
              <a:rPr lang="en-GB" altLang="zh-CN" b="1" dirty="0" err="1"/>
              <a:t>USART_HardwareFlowControl_None</a:t>
            </a:r>
            <a:r>
              <a:rPr lang="en-GB" altLang="zh-CN" b="1" dirty="0"/>
              <a:t>;  </a:t>
            </a:r>
            <a:r>
              <a:rPr lang="en-GB" altLang="zh-CN" b="1" dirty="0" err="1"/>
              <a:t>USART_InitStructure.USART_Mode</a:t>
            </a:r>
            <a:r>
              <a:rPr lang="en-GB" altLang="zh-CN" b="1" dirty="0"/>
              <a:t>=</a:t>
            </a:r>
            <a:r>
              <a:rPr lang="en-GB" altLang="zh-CN" b="1" dirty="0" err="1"/>
              <a:t>USART_Mode_Rx|USART_Mode_Tx</a:t>
            </a:r>
            <a:r>
              <a:rPr lang="en-GB" altLang="zh-CN" b="1" dirty="0" smtClean="0"/>
              <a:t>;</a:t>
            </a:r>
          </a:p>
          <a:p>
            <a:pPr>
              <a:lnSpc>
                <a:spcPct val="125000"/>
              </a:lnSpc>
            </a:pPr>
            <a:r>
              <a:rPr lang="en-GB" altLang="zh-CN" b="1" dirty="0" smtClean="0"/>
              <a:t>   //</a:t>
            </a:r>
            <a:r>
              <a:rPr lang="zh-CN" altLang="en-US" b="1" dirty="0"/>
              <a:t>设置为收发模式</a:t>
            </a:r>
          </a:p>
        </p:txBody>
      </p:sp>
      <p:sp>
        <p:nvSpPr>
          <p:cNvPr id="9" name="七角星 8"/>
          <p:cNvSpPr/>
          <p:nvPr/>
        </p:nvSpPr>
        <p:spPr>
          <a:xfrm>
            <a:off x="395536" y="915566"/>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4</a:t>
            </a:r>
            <a:endParaRPr lang="zh-CN" altLang="en-US" sz="2800" b="1" dirty="0" smtClean="0"/>
          </a:p>
        </p:txBody>
      </p:sp>
    </p:spTree>
    <p:extLst>
      <p:ext uri="{BB962C8B-B14F-4D97-AF65-F5344CB8AC3E}">
        <p14:creationId xmlns:p14="http://schemas.microsoft.com/office/powerpoint/2010/main" val="35821773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4279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209422" cy="461665"/>
          </a:xfrm>
          <a:prstGeom prst="rect">
            <a:avLst/>
          </a:prstGeom>
        </p:spPr>
        <p:txBody>
          <a:bodyPr wrap="none">
            <a:spAutoFit/>
          </a:bodyPr>
          <a:lstStyle/>
          <a:p>
            <a:r>
              <a:rPr lang="en-US" altLang="zh-CN" sz="2400" b="1" dirty="0">
                <a:solidFill>
                  <a:schemeClr val="bg1"/>
                </a:solidFill>
              </a:rPr>
              <a:t>7.4.2 USART</a:t>
            </a:r>
            <a:r>
              <a:rPr lang="zh-CN" altLang="en-US" sz="2400" b="1" dirty="0">
                <a:solidFill>
                  <a:schemeClr val="bg1"/>
                </a:solidFill>
              </a:rPr>
              <a:t>串口应用编程步骤</a:t>
            </a:r>
            <a:endParaRPr lang="zh-CN" altLang="zh-CN" sz="2400" b="1" dirty="0">
              <a:solidFill>
                <a:schemeClr val="bg1"/>
              </a:solidFill>
            </a:endParaRPr>
          </a:p>
        </p:txBody>
      </p:sp>
      <p:sp>
        <p:nvSpPr>
          <p:cNvPr id="8" name="矩形 7"/>
          <p:cNvSpPr/>
          <p:nvPr/>
        </p:nvSpPr>
        <p:spPr>
          <a:xfrm>
            <a:off x="575557" y="1275606"/>
            <a:ext cx="6732748" cy="784830"/>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a:t>
            </a:r>
            <a:r>
              <a:rPr lang="zh-CN" altLang="en-US" b="1" dirty="0" smtClean="0">
                <a:solidFill>
                  <a:schemeClr val="accent5">
                    <a:lumMod val="75000"/>
                  </a:schemeClr>
                </a:solidFill>
              </a:rPr>
              <a:t>使用</a:t>
            </a:r>
            <a:r>
              <a:rPr lang="zh-CN" altLang="en-US" b="1" dirty="0">
                <a:solidFill>
                  <a:schemeClr val="accent5">
                    <a:lumMod val="75000"/>
                  </a:schemeClr>
                </a:solidFill>
              </a:rPr>
              <a:t>串口初始化函数</a:t>
            </a:r>
            <a:r>
              <a:rPr lang="en-GB" altLang="zh-CN" b="1" dirty="0" err="1">
                <a:solidFill>
                  <a:schemeClr val="accent5">
                    <a:lumMod val="75000"/>
                  </a:schemeClr>
                </a:solidFill>
              </a:rPr>
              <a:t>USART_Init</a:t>
            </a:r>
            <a:r>
              <a:rPr lang="en-GB" altLang="zh-CN" b="1" dirty="0">
                <a:solidFill>
                  <a:schemeClr val="accent5">
                    <a:lumMod val="75000"/>
                  </a:schemeClr>
                </a:solidFill>
              </a:rPr>
              <a:t>()</a:t>
            </a:r>
            <a:r>
              <a:rPr lang="zh-CN" altLang="en-US" b="1" dirty="0">
                <a:solidFill>
                  <a:schemeClr val="accent5">
                    <a:lumMod val="75000"/>
                  </a:schemeClr>
                </a:solidFill>
              </a:rPr>
              <a:t>初始化相应串口</a:t>
            </a:r>
          </a:p>
          <a:p>
            <a:pPr>
              <a:lnSpc>
                <a:spcPct val="125000"/>
              </a:lnSpc>
            </a:pPr>
            <a:r>
              <a:rPr lang="en-GB" altLang="zh-CN" b="1" dirty="0" err="1"/>
              <a:t>USART_Init</a:t>
            </a:r>
            <a:r>
              <a:rPr lang="en-GB" altLang="zh-CN" b="1" dirty="0"/>
              <a:t>(USART1, &amp;</a:t>
            </a:r>
            <a:r>
              <a:rPr lang="en-GB" altLang="zh-CN" b="1" dirty="0" err="1"/>
              <a:t>USART_InitStructure</a:t>
            </a:r>
            <a:r>
              <a:rPr lang="en-GB" altLang="zh-CN" b="1" dirty="0"/>
              <a:t>);//</a:t>
            </a:r>
            <a:r>
              <a:rPr lang="zh-CN" altLang="en-US" b="1" dirty="0"/>
              <a:t>初始化串口</a:t>
            </a:r>
            <a:r>
              <a:rPr lang="en-US" altLang="zh-CN" b="1" dirty="0"/>
              <a:t>1 </a:t>
            </a:r>
            <a:r>
              <a:rPr lang="en-GB" altLang="zh-CN" b="1" dirty="0"/>
              <a:t>USART1</a:t>
            </a:r>
          </a:p>
        </p:txBody>
      </p:sp>
      <p:sp>
        <p:nvSpPr>
          <p:cNvPr id="9" name="七角星 8"/>
          <p:cNvSpPr/>
          <p:nvPr/>
        </p:nvSpPr>
        <p:spPr>
          <a:xfrm>
            <a:off x="395536" y="915566"/>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5</a:t>
            </a:r>
            <a:endParaRPr lang="zh-CN" altLang="en-US" sz="2800" b="1" dirty="0" smtClean="0"/>
          </a:p>
        </p:txBody>
      </p:sp>
      <p:sp>
        <p:nvSpPr>
          <p:cNvPr id="7" name="矩形 6"/>
          <p:cNvSpPr/>
          <p:nvPr/>
        </p:nvSpPr>
        <p:spPr>
          <a:xfrm>
            <a:off x="863588" y="2579008"/>
            <a:ext cx="6732748" cy="754694"/>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a:t>
            </a:r>
            <a:r>
              <a:rPr lang="zh-CN" altLang="en-US" b="1" dirty="0" smtClean="0">
                <a:solidFill>
                  <a:schemeClr val="accent5">
                    <a:lumMod val="75000"/>
                  </a:schemeClr>
                </a:solidFill>
              </a:rPr>
              <a:t>利用</a:t>
            </a:r>
            <a:r>
              <a:rPr lang="zh-CN" altLang="en-US" b="1" dirty="0">
                <a:solidFill>
                  <a:schemeClr val="accent5">
                    <a:lumMod val="75000"/>
                  </a:schemeClr>
                </a:solidFill>
              </a:rPr>
              <a:t>串口使能函数</a:t>
            </a:r>
            <a:r>
              <a:rPr lang="en-GB" altLang="zh-CN" b="1" dirty="0" err="1">
                <a:solidFill>
                  <a:schemeClr val="accent5">
                    <a:lumMod val="75000"/>
                  </a:schemeClr>
                </a:solidFill>
              </a:rPr>
              <a:t>USART_Cmd</a:t>
            </a:r>
            <a:r>
              <a:rPr lang="en-GB" altLang="zh-CN" b="1" dirty="0">
                <a:solidFill>
                  <a:schemeClr val="accent5">
                    <a:lumMod val="75000"/>
                  </a:schemeClr>
                </a:solidFill>
              </a:rPr>
              <a:t>()</a:t>
            </a:r>
            <a:r>
              <a:rPr lang="zh-CN" altLang="en-US" b="1" dirty="0">
                <a:solidFill>
                  <a:schemeClr val="accent5">
                    <a:lumMod val="75000"/>
                  </a:schemeClr>
                </a:solidFill>
              </a:rPr>
              <a:t>使能相应串口</a:t>
            </a:r>
          </a:p>
          <a:p>
            <a:pPr>
              <a:lnSpc>
                <a:spcPct val="125000"/>
              </a:lnSpc>
            </a:pPr>
            <a:r>
              <a:rPr lang="en-GB" altLang="zh-CN" b="1" dirty="0" err="1"/>
              <a:t>USART_Cmd</a:t>
            </a:r>
            <a:r>
              <a:rPr lang="en-GB" altLang="zh-CN" b="1" dirty="0"/>
              <a:t>(USART1, ENABLE);//</a:t>
            </a:r>
            <a:r>
              <a:rPr lang="zh-CN" altLang="en-US" b="1" dirty="0"/>
              <a:t>使能串口</a:t>
            </a:r>
          </a:p>
        </p:txBody>
      </p:sp>
      <p:sp>
        <p:nvSpPr>
          <p:cNvPr id="10" name="七角星 9"/>
          <p:cNvSpPr/>
          <p:nvPr/>
        </p:nvSpPr>
        <p:spPr>
          <a:xfrm>
            <a:off x="683567" y="2218968"/>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6</a:t>
            </a:r>
            <a:endParaRPr lang="zh-CN" altLang="en-US" sz="2800" b="1" dirty="0" smtClean="0"/>
          </a:p>
        </p:txBody>
      </p:sp>
      <p:sp>
        <p:nvSpPr>
          <p:cNvPr id="11" name="矩形 10"/>
          <p:cNvSpPr/>
          <p:nvPr/>
        </p:nvSpPr>
        <p:spPr>
          <a:xfrm>
            <a:off x="1223629" y="3867894"/>
            <a:ext cx="6732748" cy="784830"/>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t>           </a:t>
            </a:r>
            <a:r>
              <a:rPr lang="zh-CN" altLang="zh-CN" b="1" dirty="0">
                <a:solidFill>
                  <a:schemeClr val="accent5">
                    <a:lumMod val="75000"/>
                  </a:schemeClr>
                </a:solidFill>
              </a:rPr>
              <a:t>应用程序编写</a:t>
            </a:r>
          </a:p>
          <a:p>
            <a:pPr>
              <a:lnSpc>
                <a:spcPct val="125000"/>
              </a:lnSpc>
            </a:pPr>
            <a:r>
              <a:rPr lang="zh-CN" altLang="zh-CN" b="1" dirty="0">
                <a:solidFill>
                  <a:schemeClr val="tx1"/>
                </a:solidFill>
              </a:rPr>
              <a:t>若使用中断，则编写串口中断函数</a:t>
            </a:r>
            <a:r>
              <a:rPr lang="en-US" altLang="zh-CN" b="1" dirty="0">
                <a:solidFill>
                  <a:schemeClr val="tx1"/>
                </a:solidFill>
              </a:rPr>
              <a:t>void USART1_IRQHandler(void</a:t>
            </a:r>
            <a:r>
              <a:rPr lang="en-US" altLang="zh-CN" b="1" dirty="0" smtClean="0">
                <a:solidFill>
                  <a:schemeClr val="tx1"/>
                </a:solidFill>
              </a:rPr>
              <a:t>)</a:t>
            </a:r>
            <a:endParaRPr lang="zh-CN" altLang="zh-CN" b="1" dirty="0">
              <a:solidFill>
                <a:schemeClr val="tx1"/>
              </a:solidFill>
            </a:endParaRPr>
          </a:p>
        </p:txBody>
      </p:sp>
      <p:sp>
        <p:nvSpPr>
          <p:cNvPr id="12" name="七角星 11"/>
          <p:cNvSpPr/>
          <p:nvPr/>
        </p:nvSpPr>
        <p:spPr>
          <a:xfrm>
            <a:off x="1043608" y="3507854"/>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7</a:t>
            </a:r>
            <a:endParaRPr lang="zh-CN" altLang="en-US" sz="2800" b="1" dirty="0" smtClean="0"/>
          </a:p>
        </p:txBody>
      </p:sp>
    </p:spTree>
    <p:extLst>
      <p:ext uri="{BB962C8B-B14F-4D97-AF65-F5344CB8AC3E}">
        <p14:creationId xmlns:p14="http://schemas.microsoft.com/office/powerpoint/2010/main" val="15920535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graphicFrame>
        <p:nvGraphicFramePr>
          <p:cNvPr id="6" name="图示 5"/>
          <p:cNvGraphicFramePr/>
          <p:nvPr>
            <p:extLst>
              <p:ext uri="{D42A27DB-BD31-4B8C-83A1-F6EECF244321}">
                <p14:modId xmlns:p14="http://schemas.microsoft.com/office/powerpoint/2010/main" val="1676092317"/>
              </p:ext>
            </p:extLst>
          </p:nvPr>
        </p:nvGraphicFramePr>
        <p:xfrm>
          <a:off x="827584" y="1635646"/>
          <a:ext cx="7488832" cy="2047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26053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4360816" y="2355726"/>
            <a:ext cx="4464496" cy="2585323"/>
          </a:xfrm>
          <a:prstGeom prst="rect">
            <a:avLst/>
          </a:prstGeom>
          <a:noFill/>
          <a:ln w="19050">
            <a:solidFill>
              <a:schemeClr val="accent5">
                <a:lumMod val="60000"/>
                <a:lumOff val="40000"/>
              </a:schemeClr>
            </a:solidFill>
          </a:ln>
        </p:spPr>
        <p:txBody>
          <a:bodyPr wrap="square" rtlCol="0">
            <a:spAutoFit/>
          </a:bodyPr>
          <a:lstStyle/>
          <a:p>
            <a:r>
              <a:rPr lang="en-US" b="1" dirty="0">
                <a:solidFill>
                  <a:schemeClr val="accent6">
                    <a:lumMod val="75000"/>
                  </a:schemeClr>
                </a:solidFill>
              </a:rPr>
              <a:t>USART</a:t>
            </a:r>
            <a:r>
              <a:rPr lang="zh-CN" altLang="en-US" b="1" dirty="0">
                <a:solidFill>
                  <a:schemeClr val="accent6">
                    <a:lumMod val="75000"/>
                  </a:schemeClr>
                </a:solidFill>
              </a:rPr>
              <a:t>初始化头文件</a:t>
            </a:r>
            <a:r>
              <a:rPr lang="en-US" b="1" dirty="0" err="1">
                <a:solidFill>
                  <a:schemeClr val="accent6">
                    <a:lumMod val="75000"/>
                  </a:schemeClr>
                </a:solidFill>
              </a:rPr>
              <a:t>USART_Init_Config.h</a:t>
            </a:r>
            <a:r>
              <a:rPr lang="en-US" b="1" dirty="0">
                <a:solidFill>
                  <a:schemeClr val="accent6">
                    <a:lumMod val="75000"/>
                  </a:schemeClr>
                </a:solidFill>
              </a:rPr>
              <a:t>，</a:t>
            </a:r>
            <a:r>
              <a:rPr lang="zh-CN" altLang="en-US" b="1" dirty="0">
                <a:solidFill>
                  <a:schemeClr val="accent6">
                    <a:lumMod val="75000"/>
                  </a:schemeClr>
                </a:solidFill>
              </a:rPr>
              <a:t>代码如下</a:t>
            </a:r>
            <a:r>
              <a:rPr lang="zh-CN" altLang="en-US" b="1" dirty="0" smtClean="0">
                <a:solidFill>
                  <a:schemeClr val="accent6">
                    <a:lumMod val="75000"/>
                  </a:schemeClr>
                </a:solidFill>
              </a:rPr>
              <a:t>：</a:t>
            </a:r>
            <a:endParaRPr lang="en-US" altLang="zh-CN" b="1" dirty="0" smtClean="0">
              <a:solidFill>
                <a:schemeClr val="accent6">
                  <a:lumMod val="75000"/>
                </a:schemeClr>
              </a:solidFill>
            </a:endParaRPr>
          </a:p>
          <a:p>
            <a:r>
              <a:rPr lang="en-US" altLang="zh-CN" b="1" dirty="0" smtClean="0"/>
              <a:t>#</a:t>
            </a:r>
            <a:r>
              <a:rPr lang="en-US" b="1" dirty="0" err="1"/>
              <a:t>ifndef</a:t>
            </a:r>
            <a:r>
              <a:rPr lang="en-US" b="1" dirty="0"/>
              <a:t> __USART_INIT_CONFIG_H</a:t>
            </a:r>
          </a:p>
          <a:p>
            <a:r>
              <a:rPr lang="en-US" b="1" dirty="0"/>
              <a:t>#define __USART_INIT_CONFIG_H</a:t>
            </a:r>
          </a:p>
          <a:p>
            <a:endParaRPr lang="en-US" b="1" dirty="0"/>
          </a:p>
          <a:p>
            <a:r>
              <a:rPr lang="en-US" b="1" dirty="0"/>
              <a:t>#include "stm32f10x.h"</a:t>
            </a:r>
          </a:p>
          <a:p>
            <a:r>
              <a:rPr lang="en-US" b="1" dirty="0"/>
              <a:t>void </a:t>
            </a:r>
            <a:r>
              <a:rPr lang="en-US" b="1" dirty="0" err="1"/>
              <a:t>USART_Init_Config</a:t>
            </a:r>
            <a:r>
              <a:rPr lang="en-US" b="1" dirty="0"/>
              <a:t>(void);</a:t>
            </a:r>
          </a:p>
          <a:p>
            <a:endParaRPr lang="en-US" b="1" dirty="0"/>
          </a:p>
          <a:p>
            <a:r>
              <a:rPr lang="en-US" b="1" dirty="0"/>
              <a:t>#</a:t>
            </a:r>
            <a:r>
              <a:rPr lang="en-US" b="1" dirty="0" err="1"/>
              <a:t>endif</a:t>
            </a:r>
            <a:endParaRPr lang="en-US" b="1" dirty="0"/>
          </a:p>
        </p:txBody>
      </p:sp>
      <p:sp>
        <p:nvSpPr>
          <p:cNvPr id="8" name="Rectangle 1"/>
          <p:cNvSpPr>
            <a:spLocks noChangeArrowheads="1"/>
          </p:cNvSpPr>
          <p:nvPr/>
        </p:nvSpPr>
        <p:spPr bwMode="auto">
          <a:xfrm>
            <a:off x="4360816" y="1080618"/>
            <a:ext cx="4464496" cy="1131079"/>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lvl="0" fontAlgn="base">
              <a:lnSpc>
                <a:spcPct val="125000"/>
              </a:lnSpc>
              <a:spcBef>
                <a:spcPct val="0"/>
              </a:spcBef>
              <a:spcAft>
                <a:spcPct val="0"/>
              </a:spcAft>
            </a:pPr>
            <a:r>
              <a:rPr lang="zh-CN" altLang="en-US" b="1" dirty="0">
                <a:solidFill>
                  <a:schemeClr val="accent5">
                    <a:lumMod val="75000"/>
                  </a:schemeClr>
                </a:solidFill>
                <a:latin typeface="Times New Roman" pitchFamily="18" charset="0"/>
                <a:ea typeface="宋体" pitchFamily="2" charset="-122"/>
                <a:cs typeface="Times New Roman" pitchFamily="18" charset="0"/>
              </a:rPr>
              <a:t>功能描述</a:t>
            </a:r>
            <a:r>
              <a:rPr lang="zh-CN" altLang="en-US" b="1" dirty="0" smtClean="0">
                <a:solidFill>
                  <a:schemeClr val="accent5">
                    <a:lumMod val="75000"/>
                  </a:schemeClr>
                </a:solidFill>
                <a:latin typeface="Times New Roman" pitchFamily="18" charset="0"/>
                <a:ea typeface="宋体" pitchFamily="2" charset="-122"/>
                <a:cs typeface="Times New Roman" pitchFamily="18" charset="0"/>
              </a:rPr>
              <a:t>：</a:t>
            </a:r>
            <a:endParaRPr lang="en-US" altLang="zh-CN" b="1" dirty="0" smtClean="0">
              <a:solidFill>
                <a:schemeClr val="accent5">
                  <a:lumMod val="75000"/>
                </a:schemeClr>
              </a:solidFill>
              <a:latin typeface="Times New Roman" pitchFamily="18" charset="0"/>
              <a:ea typeface="宋体" pitchFamily="2" charset="-122"/>
              <a:cs typeface="Times New Roman" pitchFamily="18" charset="0"/>
            </a:endParaRPr>
          </a:p>
          <a:p>
            <a:pPr lvl="0" fontAlgn="base">
              <a:lnSpc>
                <a:spcPct val="125000"/>
              </a:lnSpc>
              <a:spcBef>
                <a:spcPct val="0"/>
              </a:spcBef>
              <a:spcAft>
                <a:spcPct val="0"/>
              </a:spcAft>
            </a:pPr>
            <a:r>
              <a:rPr lang="en-US" altLang="zh-CN" b="1" dirty="0">
                <a:solidFill>
                  <a:schemeClr val="accent5">
                    <a:lumMod val="75000"/>
                  </a:schemeClr>
                </a:solidFill>
                <a:latin typeface="Times New Roman" pitchFamily="18" charset="0"/>
                <a:ea typeface="宋体" pitchFamily="2" charset="-122"/>
                <a:cs typeface="Times New Roman" pitchFamily="18" charset="0"/>
              </a:rPr>
              <a:t> </a:t>
            </a:r>
            <a:r>
              <a:rPr lang="en-US" altLang="zh-CN" b="1" dirty="0" smtClean="0">
                <a:solidFill>
                  <a:schemeClr val="accent5">
                    <a:lumMod val="75000"/>
                  </a:schemeClr>
                </a:solidFill>
                <a:latin typeface="Times New Roman" pitchFamily="18" charset="0"/>
                <a:ea typeface="宋体" pitchFamily="2" charset="-122"/>
                <a:cs typeface="Times New Roman" pitchFamily="18" charset="0"/>
              </a:rPr>
              <a:t>    </a:t>
            </a:r>
            <a:r>
              <a:rPr lang="zh-CN" altLang="en-US" b="1" dirty="0" smtClean="0">
                <a:latin typeface="Times New Roman" pitchFamily="18" charset="0"/>
                <a:ea typeface="宋体" pitchFamily="2" charset="-122"/>
                <a:cs typeface="Times New Roman" pitchFamily="18" charset="0"/>
              </a:rPr>
              <a:t>通过</a:t>
            </a:r>
            <a:r>
              <a:rPr lang="zh-CN" altLang="en-US" b="1" dirty="0">
                <a:latin typeface="Times New Roman" pitchFamily="18" charset="0"/>
                <a:ea typeface="宋体" pitchFamily="2" charset="-122"/>
                <a:cs typeface="Times New Roman" pitchFamily="18" charset="0"/>
              </a:rPr>
              <a:t>串口</a:t>
            </a:r>
            <a:r>
              <a:rPr lang="en-US" altLang="zh-CN" b="1" dirty="0">
                <a:latin typeface="Times New Roman" pitchFamily="18" charset="0"/>
                <a:ea typeface="宋体" pitchFamily="2" charset="-122"/>
                <a:cs typeface="Times New Roman" pitchFamily="18" charset="0"/>
              </a:rPr>
              <a:t>USART1</a:t>
            </a:r>
            <a:r>
              <a:rPr lang="zh-CN" altLang="en-US" b="1" dirty="0">
                <a:latin typeface="Times New Roman" pitchFamily="18" charset="0"/>
                <a:ea typeface="宋体" pitchFamily="2" charset="-122"/>
                <a:cs typeface="Times New Roman" pitchFamily="18" charset="0"/>
              </a:rPr>
              <a:t>实现简单的收发功能</a:t>
            </a:r>
            <a:r>
              <a:rPr lang="zh-CN" altLang="en-US" b="1" dirty="0" smtClean="0">
                <a:latin typeface="Times New Roman" pitchFamily="18" charset="0"/>
                <a:ea typeface="宋体" pitchFamily="2" charset="-122"/>
                <a:cs typeface="Times New Roman" pitchFamily="18" charset="0"/>
              </a:rPr>
              <a:t>。</a:t>
            </a:r>
            <a:endParaRPr lang="en-US" altLang="zh-CN" b="1" dirty="0" smtClean="0">
              <a:latin typeface="Times New Roman" pitchFamily="18" charset="0"/>
              <a:ea typeface="宋体" pitchFamily="2" charset="-122"/>
              <a:cs typeface="Times New Roman" pitchFamily="18" charset="0"/>
            </a:endParaRPr>
          </a:p>
          <a:p>
            <a:pPr lvl="0" indent="266700" fontAlgn="base">
              <a:lnSpc>
                <a:spcPct val="125000"/>
              </a:lnSpc>
              <a:spcBef>
                <a:spcPct val="0"/>
              </a:spcBef>
              <a:spcAft>
                <a:spcPct val="0"/>
              </a:spcAft>
            </a:pPr>
            <a:r>
              <a:rPr lang="zh-CN" altLang="en-US" b="1" dirty="0" smtClean="0">
                <a:latin typeface="Times New Roman" pitchFamily="18" charset="0"/>
                <a:ea typeface="宋体" pitchFamily="2" charset="-122"/>
                <a:cs typeface="Times New Roman" pitchFamily="18" charset="0"/>
              </a:rPr>
              <a:t>通过</a:t>
            </a:r>
            <a:r>
              <a:rPr lang="zh-CN" altLang="en-US" b="1" dirty="0">
                <a:latin typeface="Times New Roman" pitchFamily="18" charset="0"/>
                <a:ea typeface="宋体" pitchFamily="2" charset="-122"/>
                <a:cs typeface="Times New Roman" pitchFamily="18" charset="0"/>
              </a:rPr>
              <a:t>串口调试助手进行数据的收发显示。</a:t>
            </a:r>
            <a:r>
              <a:rPr kumimoji="0" lang="zh-CN" altLang="en-US" b="1" i="0" u="none" strike="noStrike" cap="none" normalizeH="0" baseline="0" dirty="0" smtClean="0">
                <a:ln>
                  <a:noFill/>
                </a:ln>
                <a:solidFill>
                  <a:schemeClr val="tx1"/>
                </a:solidFill>
                <a:effectLst/>
                <a:latin typeface="Arial" pitchFamily="34" charset="0"/>
                <a:ea typeface="宋体" pitchFamily="2" charset="-122"/>
                <a:cs typeface="宋体" pitchFamily="2" charset="-122"/>
              </a:rPr>
              <a:t> </a:t>
            </a:r>
          </a:p>
        </p:txBody>
      </p:sp>
      <p:sp>
        <p:nvSpPr>
          <p:cNvPr id="2" name="矩形 1"/>
          <p:cNvSpPr/>
          <p:nvPr/>
        </p:nvSpPr>
        <p:spPr>
          <a:xfrm>
            <a:off x="477564" y="1080618"/>
            <a:ext cx="3602268" cy="369332"/>
          </a:xfrm>
          <a:prstGeom prst="rect">
            <a:avLst/>
          </a:prstGeom>
        </p:spPr>
        <p:txBody>
          <a:bodyPr wrap="none">
            <a:spAutoFit/>
          </a:bodyPr>
          <a:lstStyle/>
          <a:p>
            <a:r>
              <a:rPr lang="zh-CN" altLang="en-US" b="1" dirty="0">
                <a:solidFill>
                  <a:srgbClr val="C00000"/>
                </a:solidFill>
              </a:rPr>
              <a:t>应用实例一</a:t>
            </a:r>
            <a:r>
              <a:rPr lang="en-US" altLang="zh-CN" b="1" dirty="0">
                <a:solidFill>
                  <a:srgbClr val="C00000"/>
                </a:solidFill>
              </a:rPr>
              <a:t>——</a:t>
            </a:r>
            <a:r>
              <a:rPr lang="zh-CN" altLang="en-US" b="1" dirty="0">
                <a:solidFill>
                  <a:srgbClr val="C00000"/>
                </a:solidFill>
              </a:rPr>
              <a:t>简单实现串口通信</a:t>
            </a:r>
          </a:p>
        </p:txBody>
      </p:sp>
      <p:graphicFrame>
        <p:nvGraphicFramePr>
          <p:cNvPr id="3" name="图示 2"/>
          <p:cNvGraphicFramePr/>
          <p:nvPr>
            <p:extLst>
              <p:ext uri="{D42A27DB-BD31-4B8C-83A1-F6EECF244321}">
                <p14:modId xmlns:p14="http://schemas.microsoft.com/office/powerpoint/2010/main" val="3994560576"/>
              </p:ext>
            </p:extLst>
          </p:nvPr>
        </p:nvGraphicFramePr>
        <p:xfrm>
          <a:off x="395536" y="1773054"/>
          <a:ext cx="3643521" cy="2543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74737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219013" y="1026046"/>
            <a:ext cx="4464494" cy="3893374"/>
          </a:xfrm>
          <a:prstGeom prst="rect">
            <a:avLst/>
          </a:prstGeom>
          <a:noFill/>
          <a:ln w="19050">
            <a:solidFill>
              <a:schemeClr val="accent5">
                <a:lumMod val="60000"/>
                <a:lumOff val="40000"/>
              </a:schemeClr>
            </a:solidFill>
          </a:ln>
        </p:spPr>
        <p:txBody>
          <a:bodyPr wrap="square" rtlCol="0">
            <a:spAutoFit/>
          </a:bodyPr>
          <a:lstStyle/>
          <a:p>
            <a:r>
              <a:rPr lang="en-US" sz="1300" b="1" dirty="0">
                <a:solidFill>
                  <a:schemeClr val="accent6">
                    <a:lumMod val="75000"/>
                  </a:schemeClr>
                </a:solidFill>
              </a:rPr>
              <a:t>USART</a:t>
            </a:r>
            <a:r>
              <a:rPr lang="zh-CN" altLang="en-US" sz="1300" b="1" dirty="0">
                <a:solidFill>
                  <a:schemeClr val="accent6">
                    <a:lumMod val="75000"/>
                  </a:schemeClr>
                </a:solidFill>
              </a:rPr>
              <a:t>初始化程序</a:t>
            </a:r>
            <a:r>
              <a:rPr lang="en-US" sz="1300" b="1" dirty="0" err="1">
                <a:solidFill>
                  <a:schemeClr val="accent6">
                    <a:lumMod val="75000"/>
                  </a:schemeClr>
                </a:solidFill>
              </a:rPr>
              <a:t>USART_Init_Config.c</a:t>
            </a:r>
            <a:r>
              <a:rPr lang="zh-CN" altLang="en-US" sz="1300" b="1" dirty="0" smtClean="0">
                <a:solidFill>
                  <a:schemeClr val="accent6">
                    <a:lumMod val="75000"/>
                  </a:schemeClr>
                </a:solidFill>
              </a:rPr>
              <a:t>文件</a:t>
            </a:r>
            <a:endParaRPr lang="en-US" altLang="zh-CN" sz="1300" b="1" dirty="0" smtClean="0">
              <a:solidFill>
                <a:schemeClr val="accent6">
                  <a:lumMod val="75000"/>
                </a:schemeClr>
              </a:solidFill>
            </a:endParaRPr>
          </a:p>
          <a:p>
            <a:r>
              <a:rPr lang="en-US" altLang="zh-CN" sz="1300" b="1" dirty="0" smtClean="0"/>
              <a:t>#</a:t>
            </a:r>
            <a:r>
              <a:rPr lang="en-US" sz="1300" b="1" dirty="0"/>
              <a:t>include &lt;</a:t>
            </a:r>
            <a:r>
              <a:rPr lang="en-US" sz="1300" b="1" dirty="0" err="1"/>
              <a:t>stdio.h</a:t>
            </a:r>
            <a:r>
              <a:rPr lang="en-US" sz="1300" b="1" dirty="0"/>
              <a:t>&gt;</a:t>
            </a:r>
          </a:p>
          <a:p>
            <a:r>
              <a:rPr lang="en-US" sz="1300" b="1" dirty="0"/>
              <a:t>#include "</a:t>
            </a:r>
            <a:r>
              <a:rPr lang="en-US" sz="1300" b="1" dirty="0" err="1"/>
              <a:t>USART_Init_Config.h</a:t>
            </a:r>
            <a:r>
              <a:rPr lang="en-US" sz="1300" b="1" dirty="0"/>
              <a:t>"</a:t>
            </a:r>
          </a:p>
          <a:p>
            <a:endParaRPr lang="en-US" sz="1300" b="1" dirty="0"/>
          </a:p>
          <a:p>
            <a:r>
              <a:rPr lang="en-US" sz="1300" b="1" dirty="0"/>
              <a:t>void </a:t>
            </a:r>
            <a:r>
              <a:rPr lang="en-US" sz="1300" b="1" dirty="0" err="1"/>
              <a:t>USART_Init_Config</a:t>
            </a:r>
            <a:r>
              <a:rPr lang="en-US" sz="1300" b="1" dirty="0"/>
              <a:t>(void)</a:t>
            </a:r>
          </a:p>
          <a:p>
            <a:r>
              <a:rPr lang="en-US" sz="1300" b="1" dirty="0"/>
              <a:t>{</a:t>
            </a:r>
          </a:p>
          <a:p>
            <a:r>
              <a:rPr lang="en-US" sz="1300" b="1" dirty="0" err="1"/>
              <a:t>GPIO_InitTypeDef</a:t>
            </a:r>
            <a:r>
              <a:rPr lang="en-US" sz="1300" b="1" dirty="0"/>
              <a:t> </a:t>
            </a:r>
            <a:r>
              <a:rPr lang="en-US" sz="1300" b="1" dirty="0" err="1"/>
              <a:t>GPIO_InitStructure</a:t>
            </a:r>
            <a:r>
              <a:rPr lang="en-US" sz="1300" b="1" dirty="0"/>
              <a:t>;</a:t>
            </a:r>
          </a:p>
          <a:p>
            <a:r>
              <a:rPr lang="en-US" sz="1300" b="1" dirty="0" err="1"/>
              <a:t>USART_InitTypeDef</a:t>
            </a:r>
            <a:r>
              <a:rPr lang="en-US" sz="1300" b="1" dirty="0"/>
              <a:t> </a:t>
            </a:r>
            <a:r>
              <a:rPr lang="en-US" sz="1300" b="1" dirty="0" err="1"/>
              <a:t>USART_InitStructure</a:t>
            </a:r>
            <a:r>
              <a:rPr lang="en-US" sz="1300" b="1" dirty="0"/>
              <a:t>;</a:t>
            </a:r>
          </a:p>
          <a:p>
            <a:r>
              <a:rPr lang="en-US" sz="1300" b="1" dirty="0"/>
              <a:t>    //</a:t>
            </a:r>
            <a:r>
              <a:rPr lang="zh-CN" altLang="en-US" sz="1300" b="1" dirty="0"/>
              <a:t>开启</a:t>
            </a:r>
            <a:r>
              <a:rPr lang="en-US" sz="1300" b="1" dirty="0"/>
              <a:t>GPIOA</a:t>
            </a:r>
            <a:r>
              <a:rPr lang="zh-CN" altLang="en-US" sz="1300" b="1" dirty="0"/>
              <a:t>和</a:t>
            </a:r>
            <a:r>
              <a:rPr lang="en-US" sz="1300" b="1" dirty="0"/>
              <a:t>USART1</a:t>
            </a:r>
            <a:r>
              <a:rPr lang="zh-CN" altLang="en-US" sz="1300" b="1" dirty="0"/>
              <a:t>的时钟</a:t>
            </a:r>
          </a:p>
          <a:p>
            <a:r>
              <a:rPr lang="en-US" sz="1300" b="1" dirty="0"/>
              <a:t>RCC_APB2PeriphClockCmd(RCC_APB2Periph_USART1|RCC_APB2Periph_GPIOA, ENABLE);</a:t>
            </a:r>
          </a:p>
          <a:p>
            <a:r>
              <a:rPr lang="en-US" sz="1300" b="1" dirty="0"/>
              <a:t>    //USART1_TX，</a:t>
            </a:r>
            <a:r>
              <a:rPr lang="zh-CN" altLang="en-US" sz="1300" b="1" dirty="0"/>
              <a:t>设置</a:t>
            </a:r>
            <a:r>
              <a:rPr lang="en-US" sz="1300" b="1" dirty="0"/>
              <a:t>PA9</a:t>
            </a:r>
            <a:r>
              <a:rPr lang="zh-CN" altLang="en-US" sz="1300" b="1" dirty="0"/>
              <a:t>为复用输出模式</a:t>
            </a:r>
          </a:p>
          <a:p>
            <a:r>
              <a:rPr lang="en-US" sz="1300" b="1" dirty="0" err="1"/>
              <a:t>GPIO_InitStructure.GPIO_Pin</a:t>
            </a:r>
            <a:r>
              <a:rPr lang="en-US" sz="1300" b="1" dirty="0"/>
              <a:t> = GPIO_Pin_9; //PA9</a:t>
            </a:r>
          </a:p>
          <a:p>
            <a:r>
              <a:rPr lang="en-US" sz="1300" b="1" dirty="0" err="1"/>
              <a:t>GPIO_InitStructure.GPIO_Speed</a:t>
            </a:r>
            <a:r>
              <a:rPr lang="en-US" sz="1300" b="1" dirty="0"/>
              <a:t> = GPIO_Speed_50MHz;</a:t>
            </a:r>
          </a:p>
          <a:p>
            <a:r>
              <a:rPr lang="en-US" sz="1300" b="1" dirty="0" err="1"/>
              <a:t>GPIO_InitStructure.GPIO_Mode</a:t>
            </a:r>
            <a:r>
              <a:rPr lang="en-US" sz="1300" b="1" dirty="0"/>
              <a:t> = </a:t>
            </a:r>
            <a:r>
              <a:rPr lang="en-US" sz="1300" b="1" dirty="0" err="1"/>
              <a:t>GPIO_Mode_AF_PP</a:t>
            </a:r>
            <a:r>
              <a:rPr lang="en-US" sz="1300" b="1" dirty="0" smtClean="0"/>
              <a:t>;</a:t>
            </a:r>
          </a:p>
          <a:p>
            <a:r>
              <a:rPr lang="en-US" sz="1300" b="1" dirty="0" err="1" smtClean="0"/>
              <a:t>GPIO_Init</a:t>
            </a:r>
            <a:r>
              <a:rPr lang="en-US" sz="1300" b="1" dirty="0" smtClean="0"/>
              <a:t>(GPIOA</a:t>
            </a:r>
            <a:r>
              <a:rPr lang="en-US" sz="1300" b="1" dirty="0"/>
              <a:t>, &amp;</a:t>
            </a:r>
            <a:r>
              <a:rPr lang="en-US" sz="1300" b="1" dirty="0" err="1"/>
              <a:t>GPIO_InitStructure</a:t>
            </a:r>
            <a:r>
              <a:rPr lang="en-US" sz="1300" b="1" dirty="0"/>
              <a:t>); </a:t>
            </a:r>
          </a:p>
          <a:p>
            <a:r>
              <a:rPr lang="en-US" sz="1300" b="1" dirty="0"/>
              <a:t>    //USART1_RX，</a:t>
            </a:r>
            <a:r>
              <a:rPr lang="zh-CN" altLang="en-US" sz="1300" b="1" dirty="0"/>
              <a:t>设置</a:t>
            </a:r>
            <a:r>
              <a:rPr lang="en-US" sz="1300" b="1" dirty="0"/>
              <a:t>PA10</a:t>
            </a:r>
            <a:r>
              <a:rPr lang="zh-CN" altLang="en-US" sz="1300" b="1" dirty="0"/>
              <a:t>为浮空输入模式</a:t>
            </a:r>
          </a:p>
          <a:p>
            <a:r>
              <a:rPr lang="en-US" sz="1300" b="1" dirty="0" err="1"/>
              <a:t>GPIO_InitStructure.GPIO_Pin</a:t>
            </a:r>
            <a:r>
              <a:rPr lang="en-US" sz="1300" b="1" dirty="0"/>
              <a:t> = GPIO_Pin_10;</a:t>
            </a:r>
          </a:p>
          <a:p>
            <a:r>
              <a:rPr lang="en-US" sz="1300" b="1" dirty="0" err="1"/>
              <a:t>GPIO_InitStructure.GPIO_Mode</a:t>
            </a:r>
            <a:r>
              <a:rPr lang="en-US" sz="1300" b="1" dirty="0"/>
              <a:t> = </a:t>
            </a:r>
            <a:r>
              <a:rPr lang="en-US" sz="1300" b="1" dirty="0" err="1"/>
              <a:t>GPIO_Mode_IN_FLOATING</a:t>
            </a:r>
            <a:r>
              <a:rPr lang="en-US" sz="1300" b="1" dirty="0" smtClean="0"/>
              <a:t>;</a:t>
            </a:r>
            <a:endParaRPr lang="en-US" sz="1300" b="1" dirty="0"/>
          </a:p>
        </p:txBody>
      </p:sp>
      <p:sp>
        <p:nvSpPr>
          <p:cNvPr id="2" name="矩形 1"/>
          <p:cNvSpPr/>
          <p:nvPr/>
        </p:nvSpPr>
        <p:spPr>
          <a:xfrm>
            <a:off x="5004048" y="406865"/>
            <a:ext cx="3602268" cy="369332"/>
          </a:xfrm>
          <a:prstGeom prst="rect">
            <a:avLst/>
          </a:prstGeom>
        </p:spPr>
        <p:txBody>
          <a:bodyPr wrap="none">
            <a:spAutoFit/>
          </a:bodyPr>
          <a:lstStyle/>
          <a:p>
            <a:r>
              <a:rPr lang="zh-CN" altLang="en-US" b="1" dirty="0">
                <a:solidFill>
                  <a:srgbClr val="C00000"/>
                </a:solidFill>
              </a:rPr>
              <a:t>应用实例一</a:t>
            </a:r>
            <a:r>
              <a:rPr lang="en-US" altLang="zh-CN" b="1" dirty="0">
                <a:solidFill>
                  <a:srgbClr val="C00000"/>
                </a:solidFill>
              </a:rPr>
              <a:t>——</a:t>
            </a:r>
            <a:r>
              <a:rPr lang="zh-CN" altLang="en-US" b="1" dirty="0">
                <a:solidFill>
                  <a:srgbClr val="C00000"/>
                </a:solidFill>
              </a:rPr>
              <a:t>简单实现串口通信</a:t>
            </a:r>
          </a:p>
        </p:txBody>
      </p:sp>
      <p:sp>
        <p:nvSpPr>
          <p:cNvPr id="9" name="TextBox 8"/>
          <p:cNvSpPr txBox="1"/>
          <p:nvPr/>
        </p:nvSpPr>
        <p:spPr>
          <a:xfrm>
            <a:off x="4788216" y="977696"/>
            <a:ext cx="4104458" cy="3970318"/>
          </a:xfrm>
          <a:prstGeom prst="rect">
            <a:avLst/>
          </a:prstGeom>
          <a:noFill/>
          <a:ln w="19050">
            <a:solidFill>
              <a:schemeClr val="accent5">
                <a:lumMod val="60000"/>
                <a:lumOff val="40000"/>
              </a:schemeClr>
            </a:solidFill>
          </a:ln>
        </p:spPr>
        <p:txBody>
          <a:bodyPr wrap="square" rtlCol="0">
            <a:spAutoFit/>
          </a:bodyPr>
          <a:lstStyle/>
          <a:p>
            <a:r>
              <a:rPr lang="en-US" altLang="zh-CN" sz="1400" b="1" dirty="0" err="1"/>
              <a:t>GPIO_Init</a:t>
            </a:r>
            <a:r>
              <a:rPr lang="en-US" altLang="zh-CN" sz="1400" b="1" dirty="0"/>
              <a:t>(GPIOA, &amp;</a:t>
            </a:r>
            <a:r>
              <a:rPr lang="en-US" altLang="zh-CN" sz="1400" b="1" dirty="0" err="1"/>
              <a:t>GPIO_InitStructure</a:t>
            </a:r>
            <a:r>
              <a:rPr lang="en-US" altLang="zh-CN" sz="1400" b="1" dirty="0"/>
              <a:t>); </a:t>
            </a:r>
          </a:p>
          <a:p>
            <a:r>
              <a:rPr lang="en-US" sz="1400" b="1" dirty="0" smtClean="0"/>
              <a:t>   //</a:t>
            </a:r>
            <a:r>
              <a:rPr lang="en-US" sz="1400" b="1" dirty="0"/>
              <a:t>USART1</a:t>
            </a:r>
            <a:r>
              <a:rPr lang="zh-CN" altLang="en-US" sz="1400" b="1" dirty="0"/>
              <a:t>参数配置</a:t>
            </a:r>
          </a:p>
          <a:p>
            <a:r>
              <a:rPr lang="en-US" sz="1400" b="1" dirty="0" err="1"/>
              <a:t>USART_InitStructure.USART_BaudRate</a:t>
            </a:r>
            <a:r>
              <a:rPr lang="en-US" sz="1400" b="1" dirty="0"/>
              <a:t> = 115200</a:t>
            </a:r>
            <a:r>
              <a:rPr lang="en-US" sz="1400" b="1" dirty="0" smtClean="0"/>
              <a:t>;</a:t>
            </a:r>
          </a:p>
          <a:p>
            <a:r>
              <a:rPr lang="en-US" sz="1400" b="1" dirty="0"/>
              <a:t> </a:t>
            </a:r>
            <a:r>
              <a:rPr lang="en-US" sz="1400" b="1" dirty="0" smtClean="0"/>
              <a:t>   </a:t>
            </a:r>
            <a:r>
              <a:rPr lang="en-US" sz="1400" b="1" dirty="0"/>
              <a:t>//</a:t>
            </a:r>
            <a:r>
              <a:rPr lang="zh-CN" altLang="en-US" sz="1400" b="1" dirty="0"/>
              <a:t>设置波特率为</a:t>
            </a:r>
            <a:r>
              <a:rPr lang="en-US" altLang="zh-CN" sz="1400" b="1" dirty="0"/>
              <a:t>115200</a:t>
            </a:r>
          </a:p>
          <a:p>
            <a:r>
              <a:rPr lang="en-US" sz="1400" b="1" dirty="0" err="1"/>
              <a:t>USART_InitStructure.USART_WordLength</a:t>
            </a:r>
            <a:r>
              <a:rPr lang="en-US" sz="1400" b="1" dirty="0"/>
              <a:t> = USART_WordLength_8b; //</a:t>
            </a:r>
            <a:r>
              <a:rPr lang="zh-CN" altLang="en-US" sz="1400" b="1" dirty="0"/>
              <a:t>数据位占</a:t>
            </a:r>
            <a:r>
              <a:rPr lang="en-US" altLang="zh-CN" sz="1400" b="1" dirty="0"/>
              <a:t>8</a:t>
            </a:r>
            <a:r>
              <a:rPr lang="zh-CN" altLang="en-US" sz="1400" b="1" dirty="0"/>
              <a:t>位</a:t>
            </a:r>
          </a:p>
          <a:p>
            <a:r>
              <a:rPr lang="en-US" sz="1400" b="1" dirty="0" err="1"/>
              <a:t>USART_InitStructure.USART_StopBits</a:t>
            </a:r>
            <a:r>
              <a:rPr lang="en-US" sz="1400" b="1" dirty="0"/>
              <a:t> = USART_StopBits_1; //1</a:t>
            </a:r>
            <a:r>
              <a:rPr lang="zh-CN" altLang="en-US" sz="1400" b="1" dirty="0"/>
              <a:t>位停止位</a:t>
            </a:r>
          </a:p>
          <a:p>
            <a:r>
              <a:rPr lang="en-US" sz="1400" b="1" dirty="0" err="1"/>
              <a:t>USART_InitStructure.USART_Parity</a:t>
            </a:r>
            <a:r>
              <a:rPr lang="en-US" sz="1400" b="1" dirty="0"/>
              <a:t> = </a:t>
            </a:r>
            <a:r>
              <a:rPr lang="en-US" sz="1400" b="1" dirty="0" err="1"/>
              <a:t>USART_Parity_No</a:t>
            </a:r>
            <a:r>
              <a:rPr lang="en-US" sz="1400" b="1" dirty="0"/>
              <a:t>; //</a:t>
            </a:r>
            <a:r>
              <a:rPr lang="zh-CN" altLang="en-US" sz="1400" b="1" dirty="0"/>
              <a:t>无校验</a:t>
            </a:r>
          </a:p>
          <a:p>
            <a:r>
              <a:rPr lang="en-US" sz="1400" b="1" dirty="0" err="1"/>
              <a:t>USART_InitStructure.USART_HardwareFlowControl</a:t>
            </a:r>
            <a:r>
              <a:rPr lang="en-US" sz="1400" b="1" dirty="0"/>
              <a:t>=</a:t>
            </a:r>
            <a:r>
              <a:rPr lang="en-US" sz="1400" b="1" dirty="0" err="1"/>
              <a:t>USART_HardwareFlowControl_None</a:t>
            </a:r>
            <a:r>
              <a:rPr lang="en-US" sz="1400" b="1" dirty="0"/>
              <a:t>;</a:t>
            </a:r>
          </a:p>
          <a:p>
            <a:r>
              <a:rPr lang="en-US" sz="1400" b="1" dirty="0" err="1"/>
              <a:t>USART_InitStructure.USART_Mode</a:t>
            </a:r>
            <a:r>
              <a:rPr lang="en-US" sz="1400" b="1" dirty="0"/>
              <a:t> = </a:t>
            </a:r>
            <a:r>
              <a:rPr lang="en-US" sz="1400" b="1" dirty="0" err="1"/>
              <a:t>USART_Mode_Rx</a:t>
            </a:r>
            <a:r>
              <a:rPr lang="en-US" sz="1400" b="1" dirty="0"/>
              <a:t> | </a:t>
            </a:r>
            <a:r>
              <a:rPr lang="en-US" sz="1400" b="1" dirty="0" err="1"/>
              <a:t>USART_Mode_Tx</a:t>
            </a:r>
            <a:r>
              <a:rPr lang="en-US" sz="1400" b="1" dirty="0"/>
              <a:t>;</a:t>
            </a:r>
          </a:p>
          <a:p>
            <a:r>
              <a:rPr lang="en-US" sz="1400" b="1" dirty="0" err="1"/>
              <a:t>USART_Init</a:t>
            </a:r>
            <a:r>
              <a:rPr lang="en-US" sz="1400" b="1" dirty="0"/>
              <a:t>(USART1, &amp;</a:t>
            </a:r>
            <a:r>
              <a:rPr lang="en-US" sz="1400" b="1" dirty="0" err="1"/>
              <a:t>USART_InitStructure</a:t>
            </a:r>
            <a:r>
              <a:rPr lang="en-US" sz="1400" b="1" dirty="0" smtClean="0"/>
              <a:t>);</a:t>
            </a:r>
          </a:p>
          <a:p>
            <a:r>
              <a:rPr lang="en-US" sz="1400" b="1" dirty="0"/>
              <a:t> </a:t>
            </a:r>
            <a:r>
              <a:rPr lang="en-US" sz="1400" b="1" dirty="0" smtClean="0"/>
              <a:t>    //</a:t>
            </a:r>
            <a:r>
              <a:rPr lang="zh-CN" altLang="en-US" sz="1400" b="1" dirty="0"/>
              <a:t>初始化串口</a:t>
            </a:r>
            <a:r>
              <a:rPr lang="en-US" altLang="zh-CN" sz="1400" b="1" dirty="0"/>
              <a:t>1</a:t>
            </a:r>
          </a:p>
          <a:p>
            <a:r>
              <a:rPr lang="en-US" sz="1400" b="1" dirty="0" err="1"/>
              <a:t>USART_Cmd</a:t>
            </a:r>
            <a:r>
              <a:rPr lang="en-US" sz="1400" b="1" dirty="0"/>
              <a:t>(USART1, ENABLE); //</a:t>
            </a:r>
            <a:r>
              <a:rPr lang="zh-CN" altLang="en-US" sz="1400" b="1" dirty="0"/>
              <a:t>使能串口</a:t>
            </a:r>
            <a:r>
              <a:rPr lang="en-US" altLang="zh-CN" sz="1400" b="1" dirty="0"/>
              <a:t>1</a:t>
            </a:r>
          </a:p>
          <a:p>
            <a:r>
              <a:rPr lang="en-US" altLang="zh-CN" sz="1400" b="1" dirty="0"/>
              <a:t>}</a:t>
            </a:r>
          </a:p>
        </p:txBody>
      </p:sp>
    </p:spTree>
    <p:extLst>
      <p:ext uri="{BB962C8B-B14F-4D97-AF65-F5344CB8AC3E}">
        <p14:creationId xmlns:p14="http://schemas.microsoft.com/office/powerpoint/2010/main" val="18037481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395536" y="898242"/>
            <a:ext cx="4134907" cy="4093428"/>
          </a:xfrm>
          <a:prstGeom prst="rect">
            <a:avLst/>
          </a:prstGeom>
          <a:noFill/>
          <a:ln w="19050">
            <a:solidFill>
              <a:schemeClr val="accent5">
                <a:lumMod val="60000"/>
                <a:lumOff val="40000"/>
              </a:schemeClr>
            </a:solidFill>
          </a:ln>
        </p:spPr>
        <p:txBody>
          <a:bodyPr wrap="square" rtlCol="0">
            <a:spAutoFit/>
          </a:bodyPr>
          <a:lstStyle/>
          <a:p>
            <a:r>
              <a:rPr lang="zh-CN" altLang="en-US" sz="1300" b="1" dirty="0">
                <a:solidFill>
                  <a:schemeClr val="accent6">
                    <a:lumMod val="75000"/>
                  </a:schemeClr>
                </a:solidFill>
              </a:rPr>
              <a:t>主程序</a:t>
            </a:r>
            <a:r>
              <a:rPr lang="en-US" sz="1300" b="1" dirty="0" err="1">
                <a:solidFill>
                  <a:schemeClr val="accent6">
                    <a:lumMod val="75000"/>
                  </a:schemeClr>
                </a:solidFill>
              </a:rPr>
              <a:t>main.c</a:t>
            </a:r>
            <a:r>
              <a:rPr lang="zh-CN" altLang="en-US" sz="1300" b="1" dirty="0">
                <a:solidFill>
                  <a:schemeClr val="accent6">
                    <a:lumMod val="75000"/>
                  </a:schemeClr>
                </a:solidFill>
              </a:rPr>
              <a:t>文件，代码如下：</a:t>
            </a:r>
          </a:p>
          <a:p>
            <a:r>
              <a:rPr lang="en-US" altLang="zh-CN" sz="1300" b="1" dirty="0"/>
              <a:t>#</a:t>
            </a:r>
            <a:r>
              <a:rPr lang="en-US" sz="1300" b="1" dirty="0"/>
              <a:t>include "stm32f10x.h"</a:t>
            </a:r>
          </a:p>
          <a:p>
            <a:r>
              <a:rPr lang="en-US" sz="1300" b="1" dirty="0"/>
              <a:t>#include &lt;</a:t>
            </a:r>
            <a:r>
              <a:rPr lang="en-US" sz="1300" b="1" dirty="0" err="1"/>
              <a:t>stdio.h</a:t>
            </a:r>
            <a:r>
              <a:rPr lang="en-US" sz="1300" b="1" dirty="0"/>
              <a:t>&gt;</a:t>
            </a:r>
          </a:p>
          <a:p>
            <a:r>
              <a:rPr lang="en-US" sz="1300" b="1" dirty="0"/>
              <a:t>#include "</a:t>
            </a:r>
            <a:r>
              <a:rPr lang="en-US" sz="1300" b="1" dirty="0" err="1"/>
              <a:t>led.h</a:t>
            </a:r>
            <a:r>
              <a:rPr lang="en-US" sz="1300" b="1" dirty="0"/>
              <a:t>"</a:t>
            </a:r>
          </a:p>
          <a:p>
            <a:r>
              <a:rPr lang="en-US" sz="1300" b="1" dirty="0"/>
              <a:t>#include "</a:t>
            </a:r>
            <a:r>
              <a:rPr lang="en-US" sz="1300" b="1" dirty="0" err="1"/>
              <a:t>USART_Init_Config.h</a:t>
            </a:r>
            <a:r>
              <a:rPr lang="en-US" sz="1300" b="1" dirty="0"/>
              <a:t>"</a:t>
            </a:r>
          </a:p>
          <a:p>
            <a:endParaRPr lang="en-US" sz="1300" b="1" dirty="0"/>
          </a:p>
          <a:p>
            <a:r>
              <a:rPr lang="en-US" sz="1300" b="1" dirty="0" err="1"/>
              <a:t>int</a:t>
            </a:r>
            <a:r>
              <a:rPr lang="en-US" sz="1300" b="1" dirty="0"/>
              <a:t> main(void)</a:t>
            </a:r>
          </a:p>
          <a:p>
            <a:r>
              <a:rPr lang="en-US" sz="1300" b="1" dirty="0" smtClean="0"/>
              <a:t>{  </a:t>
            </a:r>
            <a:r>
              <a:rPr lang="en-US" sz="1300" b="1" dirty="0" err="1" smtClean="0"/>
              <a:t>LED_Init</a:t>
            </a:r>
            <a:r>
              <a:rPr lang="en-US" sz="1300" b="1" dirty="0"/>
              <a:t>();</a:t>
            </a:r>
          </a:p>
          <a:p>
            <a:r>
              <a:rPr lang="en-US" sz="1300" b="1" dirty="0" smtClean="0"/>
              <a:t>   </a:t>
            </a:r>
            <a:r>
              <a:rPr lang="en-US" sz="1300" b="1" dirty="0" err="1" smtClean="0"/>
              <a:t>USART_Init_Config</a:t>
            </a:r>
            <a:r>
              <a:rPr lang="en-US" sz="1300" b="1" dirty="0" smtClean="0"/>
              <a:t>();</a:t>
            </a:r>
          </a:p>
          <a:p>
            <a:r>
              <a:rPr lang="en-US" sz="1300" b="1" dirty="0"/>
              <a:t> </a:t>
            </a:r>
            <a:r>
              <a:rPr lang="en-US" sz="1300" b="1" dirty="0" smtClean="0"/>
              <a:t>  char </a:t>
            </a:r>
            <a:r>
              <a:rPr lang="en-US" sz="1300" b="1" dirty="0"/>
              <a:t>Temp;</a:t>
            </a:r>
          </a:p>
          <a:p>
            <a:r>
              <a:rPr lang="en-US" sz="1300" b="1" dirty="0" smtClean="0"/>
              <a:t>   while(1</a:t>
            </a:r>
            <a:r>
              <a:rPr lang="en-US" sz="1300" b="1" dirty="0"/>
              <a:t>)</a:t>
            </a:r>
          </a:p>
          <a:p>
            <a:r>
              <a:rPr lang="en-US" sz="1300" b="1" dirty="0" smtClean="0"/>
              <a:t>   {</a:t>
            </a:r>
            <a:endParaRPr lang="en-US" sz="1300" b="1" dirty="0"/>
          </a:p>
          <a:p>
            <a:r>
              <a:rPr lang="en-US" sz="1300" b="1" dirty="0" smtClean="0"/>
              <a:t>      if(</a:t>
            </a:r>
            <a:r>
              <a:rPr lang="en-US" sz="1300" b="1" dirty="0" err="1" smtClean="0"/>
              <a:t>USART_GetFlagStatus</a:t>
            </a:r>
            <a:r>
              <a:rPr lang="en-US" sz="1300" b="1" dirty="0" smtClean="0"/>
              <a:t>(USART1,USART_FLAG_RXNE</a:t>
            </a:r>
            <a:r>
              <a:rPr lang="en-US" sz="1300" b="1" dirty="0"/>
              <a:t>))</a:t>
            </a:r>
          </a:p>
          <a:p>
            <a:r>
              <a:rPr lang="en-US" sz="1300" b="1" dirty="0" smtClean="0"/>
              <a:t>      {  </a:t>
            </a:r>
            <a:r>
              <a:rPr lang="en-US" sz="1300" b="1" dirty="0" err="1" smtClean="0"/>
              <a:t>USART_ClearFlag</a:t>
            </a:r>
            <a:r>
              <a:rPr lang="en-US" sz="1300" b="1" dirty="0" smtClean="0"/>
              <a:t>(USART1,USART_FLAG_TC</a:t>
            </a:r>
            <a:r>
              <a:rPr lang="en-US" sz="1300" b="1" dirty="0"/>
              <a:t>);</a:t>
            </a:r>
          </a:p>
          <a:p>
            <a:r>
              <a:rPr lang="en-US" sz="1300" b="1" dirty="0" smtClean="0"/>
              <a:t>          Temp </a:t>
            </a:r>
            <a:r>
              <a:rPr lang="en-US" sz="1300" b="1" dirty="0"/>
              <a:t>= </a:t>
            </a:r>
            <a:r>
              <a:rPr lang="en-US" sz="1300" b="1" dirty="0" err="1"/>
              <a:t>USART_ReceiveData</a:t>
            </a:r>
            <a:r>
              <a:rPr lang="en-US" sz="1300" b="1" dirty="0"/>
              <a:t>(USART1);</a:t>
            </a:r>
          </a:p>
          <a:p>
            <a:r>
              <a:rPr lang="en-US" sz="1300" b="1" dirty="0" smtClean="0"/>
              <a:t>          </a:t>
            </a:r>
            <a:r>
              <a:rPr lang="en-US" sz="1300" b="1" dirty="0" err="1" smtClean="0"/>
              <a:t>USART_SendData</a:t>
            </a:r>
            <a:r>
              <a:rPr lang="en-US" sz="1300" b="1" dirty="0" smtClean="0"/>
              <a:t>(USART1,Temp</a:t>
            </a:r>
            <a:r>
              <a:rPr lang="en-US" sz="1300" b="1" dirty="0"/>
              <a:t>);</a:t>
            </a:r>
          </a:p>
          <a:p>
            <a:r>
              <a:rPr lang="en-US" sz="1300" b="1" dirty="0" smtClean="0"/>
              <a:t>          </a:t>
            </a:r>
            <a:r>
              <a:rPr lang="en-US" sz="1300" b="1" dirty="0" err="1" smtClean="0"/>
              <a:t>USART_ClearFlag</a:t>
            </a:r>
            <a:r>
              <a:rPr lang="en-US" sz="1300" b="1" dirty="0" smtClean="0"/>
              <a:t>(USART1,USART_FLAG_RXNE</a:t>
            </a:r>
            <a:r>
              <a:rPr lang="en-US" sz="1300" b="1" dirty="0"/>
              <a:t>);</a:t>
            </a:r>
          </a:p>
          <a:p>
            <a:r>
              <a:rPr lang="en-US" sz="1300" b="1" dirty="0" smtClean="0"/>
              <a:t>      }</a:t>
            </a:r>
            <a:r>
              <a:rPr lang="en-US" sz="1300" b="1" dirty="0"/>
              <a:t>	</a:t>
            </a:r>
          </a:p>
          <a:p>
            <a:r>
              <a:rPr lang="en-US" sz="1300" b="1" dirty="0" smtClean="0"/>
              <a:t>  }</a:t>
            </a:r>
            <a:endParaRPr lang="en-US" sz="1300" b="1" dirty="0"/>
          </a:p>
          <a:p>
            <a:r>
              <a:rPr lang="en-US" sz="1300" b="1" dirty="0"/>
              <a:t>}</a:t>
            </a:r>
          </a:p>
        </p:txBody>
      </p:sp>
      <p:sp>
        <p:nvSpPr>
          <p:cNvPr id="2" name="矩形 1"/>
          <p:cNvSpPr/>
          <p:nvPr/>
        </p:nvSpPr>
        <p:spPr>
          <a:xfrm>
            <a:off x="5004048" y="406865"/>
            <a:ext cx="3602268" cy="369332"/>
          </a:xfrm>
          <a:prstGeom prst="rect">
            <a:avLst/>
          </a:prstGeom>
        </p:spPr>
        <p:txBody>
          <a:bodyPr wrap="none">
            <a:spAutoFit/>
          </a:bodyPr>
          <a:lstStyle/>
          <a:p>
            <a:r>
              <a:rPr lang="zh-CN" altLang="en-US" b="1" dirty="0">
                <a:solidFill>
                  <a:srgbClr val="C00000"/>
                </a:solidFill>
              </a:rPr>
              <a:t>应用实例一</a:t>
            </a:r>
            <a:r>
              <a:rPr lang="en-US" altLang="zh-CN" b="1" dirty="0">
                <a:solidFill>
                  <a:srgbClr val="C00000"/>
                </a:solidFill>
              </a:rPr>
              <a:t>——</a:t>
            </a:r>
            <a:r>
              <a:rPr lang="zh-CN" altLang="en-US" b="1" dirty="0">
                <a:solidFill>
                  <a:srgbClr val="C00000"/>
                </a:solidFill>
              </a:rPr>
              <a:t>简单实现串口通信</a:t>
            </a:r>
          </a:p>
        </p:txBody>
      </p:sp>
      <p:sp>
        <p:nvSpPr>
          <p:cNvPr id="9" name="TextBox 8"/>
          <p:cNvSpPr txBox="1"/>
          <p:nvPr/>
        </p:nvSpPr>
        <p:spPr>
          <a:xfrm>
            <a:off x="4752953" y="1059582"/>
            <a:ext cx="4104458" cy="3539430"/>
          </a:xfrm>
          <a:prstGeom prst="rect">
            <a:avLst/>
          </a:prstGeom>
          <a:noFill/>
          <a:ln w="19050">
            <a:solidFill>
              <a:schemeClr val="accent5">
                <a:lumMod val="60000"/>
                <a:lumOff val="40000"/>
              </a:schemeClr>
            </a:solidFill>
          </a:ln>
        </p:spPr>
        <p:txBody>
          <a:bodyPr wrap="square" rtlCol="0">
            <a:spAutoFit/>
          </a:bodyPr>
          <a:lstStyle/>
          <a:p>
            <a:r>
              <a:rPr lang="zh-CN" altLang="en-US" sz="1400" b="1" dirty="0">
                <a:solidFill>
                  <a:schemeClr val="accent6">
                    <a:lumMod val="75000"/>
                  </a:schemeClr>
                </a:solidFill>
              </a:rPr>
              <a:t>另一种实现方式：</a:t>
            </a:r>
          </a:p>
          <a:p>
            <a:r>
              <a:rPr lang="en-US" altLang="zh-CN" sz="1400" b="1" dirty="0" err="1"/>
              <a:t>int</a:t>
            </a:r>
            <a:r>
              <a:rPr lang="en-US" altLang="zh-CN" sz="1400" b="1" dirty="0"/>
              <a:t> main(void)</a:t>
            </a:r>
          </a:p>
          <a:p>
            <a:r>
              <a:rPr lang="en-US" altLang="zh-CN" sz="1400" b="1" dirty="0"/>
              <a:t>{</a:t>
            </a:r>
          </a:p>
          <a:p>
            <a:r>
              <a:rPr lang="en-US" altLang="zh-CN" sz="1400" b="1" dirty="0" smtClean="0"/>
              <a:t>    while(1</a:t>
            </a:r>
            <a:r>
              <a:rPr lang="en-US" altLang="zh-CN" sz="1400" b="1" dirty="0"/>
              <a:t>)</a:t>
            </a:r>
          </a:p>
          <a:p>
            <a:r>
              <a:rPr lang="en-US" altLang="zh-CN" sz="1400" b="1" dirty="0" smtClean="0"/>
              <a:t>    {</a:t>
            </a:r>
            <a:endParaRPr lang="en-US" altLang="zh-CN" sz="1400" b="1" dirty="0"/>
          </a:p>
          <a:p>
            <a:pPr marL="446088" indent="-446088"/>
            <a:r>
              <a:rPr lang="en-US" altLang="zh-CN" sz="1400" b="1" dirty="0" smtClean="0"/>
              <a:t>      if(</a:t>
            </a:r>
            <a:r>
              <a:rPr lang="en-US" altLang="zh-CN" sz="1400" b="1" dirty="0" err="1" smtClean="0"/>
              <a:t>USART_GetFlagStatus</a:t>
            </a:r>
            <a:r>
              <a:rPr lang="en-US" altLang="zh-CN" sz="1400" b="1" dirty="0" smtClean="0"/>
              <a:t>(USART1,USART_IT_RXNE</a:t>
            </a:r>
            <a:r>
              <a:rPr lang="en-US" altLang="zh-CN" sz="1400" b="1" dirty="0"/>
              <a:t>) == SET)</a:t>
            </a:r>
          </a:p>
          <a:p>
            <a:r>
              <a:rPr lang="en-US" altLang="zh-CN" sz="1400" b="1" dirty="0" smtClean="0"/>
              <a:t>     {</a:t>
            </a:r>
            <a:endParaRPr lang="en-US" altLang="zh-CN" sz="1400" b="1" dirty="0"/>
          </a:p>
          <a:p>
            <a:r>
              <a:rPr lang="en-US" altLang="zh-CN" sz="1400" b="1" dirty="0" smtClean="0"/>
              <a:t>           </a:t>
            </a:r>
            <a:r>
              <a:rPr lang="en-US" altLang="zh-CN" sz="1400" b="1" dirty="0" err="1" smtClean="0"/>
              <a:t>ch</a:t>
            </a:r>
            <a:r>
              <a:rPr lang="en-US" altLang="zh-CN" sz="1400" b="1" dirty="0" smtClean="0"/>
              <a:t> </a:t>
            </a:r>
            <a:r>
              <a:rPr lang="en-US" altLang="zh-CN" sz="1400" b="1" dirty="0"/>
              <a:t>= </a:t>
            </a:r>
            <a:r>
              <a:rPr lang="en-US" altLang="zh-CN" sz="1400" b="1" dirty="0" err="1"/>
              <a:t>USART_ReceiveData</a:t>
            </a:r>
            <a:r>
              <a:rPr lang="en-US" altLang="zh-CN" sz="1400" b="1" dirty="0"/>
              <a:t>(USART1); //</a:t>
            </a:r>
            <a:r>
              <a:rPr lang="zh-CN" altLang="en-US" sz="1400" b="1" dirty="0"/>
              <a:t>接收数据</a:t>
            </a:r>
          </a:p>
          <a:p>
            <a:r>
              <a:rPr lang="en-US" altLang="zh-CN" sz="1400" b="1" dirty="0" smtClean="0"/>
              <a:t>           </a:t>
            </a:r>
            <a:r>
              <a:rPr lang="en-US" altLang="zh-CN" sz="1400" b="1" dirty="0" err="1" smtClean="0"/>
              <a:t>USART_SendData</a:t>
            </a:r>
            <a:r>
              <a:rPr lang="en-US" altLang="zh-CN" sz="1400" b="1" dirty="0" smtClean="0"/>
              <a:t>(USART1,ch</a:t>
            </a:r>
            <a:r>
              <a:rPr lang="en-US" altLang="zh-CN" sz="1400" b="1" dirty="0"/>
              <a:t>); //</a:t>
            </a:r>
            <a:r>
              <a:rPr lang="zh-CN" altLang="en-US" sz="1400" b="1" dirty="0"/>
              <a:t>发送数据</a:t>
            </a:r>
          </a:p>
          <a:p>
            <a:r>
              <a:rPr lang="en-US" altLang="zh-CN" sz="1400" b="1" dirty="0" smtClean="0"/>
              <a:t>                //</a:t>
            </a:r>
            <a:r>
              <a:rPr lang="zh-CN" altLang="en-US" sz="1400" b="1" dirty="0"/>
              <a:t>循环等待发送完毕</a:t>
            </a:r>
          </a:p>
          <a:p>
            <a:pPr marL="446088" indent="-446088"/>
            <a:r>
              <a:rPr lang="zh-CN" altLang="en-US" sz="1400" b="1" dirty="0" smtClean="0"/>
              <a:t>           </a:t>
            </a:r>
            <a:r>
              <a:rPr lang="en-US" altLang="zh-CN" sz="1400" b="1" dirty="0" smtClean="0"/>
              <a:t>while(</a:t>
            </a:r>
            <a:r>
              <a:rPr lang="en-US" altLang="zh-CN" sz="1400" b="1" dirty="0" err="1" smtClean="0"/>
              <a:t>USART_GetFlagStatus</a:t>
            </a:r>
            <a:r>
              <a:rPr lang="en-US" altLang="zh-CN" sz="1400" b="1" dirty="0" smtClean="0"/>
              <a:t>(USART1</a:t>
            </a:r>
            <a:r>
              <a:rPr lang="en-US" altLang="zh-CN" sz="1400" b="1" dirty="0"/>
              <a:t>, USART_FLAG_TC) != SET);</a:t>
            </a:r>
          </a:p>
          <a:p>
            <a:r>
              <a:rPr lang="en-US" altLang="zh-CN" sz="1400" b="1" dirty="0" smtClean="0"/>
              <a:t>      }</a:t>
            </a:r>
            <a:endParaRPr lang="en-US" altLang="zh-CN" sz="1400" b="1" dirty="0"/>
          </a:p>
          <a:p>
            <a:r>
              <a:rPr lang="en-US" altLang="zh-CN" sz="1400" b="1" dirty="0" smtClean="0"/>
              <a:t>    }</a:t>
            </a:r>
            <a:endParaRPr lang="en-US" altLang="zh-CN" sz="1400" b="1" dirty="0"/>
          </a:p>
          <a:p>
            <a:r>
              <a:rPr lang="en-US" altLang="zh-CN" sz="1400" b="1" dirty="0"/>
              <a:t>}</a:t>
            </a:r>
          </a:p>
        </p:txBody>
      </p:sp>
    </p:spTree>
    <p:extLst>
      <p:ext uri="{BB962C8B-B14F-4D97-AF65-F5344CB8AC3E}">
        <p14:creationId xmlns:p14="http://schemas.microsoft.com/office/powerpoint/2010/main" val="327624814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578956" y="1481548"/>
            <a:ext cx="2899338" cy="3178434"/>
          </a:xfrm>
          <a:prstGeom prst="rect">
            <a:avLst/>
          </a:prstGeom>
          <a:noFill/>
          <a:ln w="19050">
            <a:solidFill>
              <a:schemeClr val="accent5">
                <a:lumMod val="60000"/>
                <a:lumOff val="40000"/>
              </a:schemeClr>
            </a:solidFill>
          </a:ln>
        </p:spPr>
        <p:txBody>
          <a:bodyPr wrap="square" rtlCol="0">
            <a:spAutoFit/>
          </a:bodyPr>
          <a:lstStyle/>
          <a:p>
            <a:pPr marL="285750" indent="-285750">
              <a:lnSpc>
                <a:spcPct val="125000"/>
              </a:lnSpc>
              <a:buBlip>
                <a:blip r:embed="rId2"/>
              </a:buBlip>
            </a:pPr>
            <a:r>
              <a:rPr lang="zh-CN" altLang="en-US" b="1" dirty="0" smtClean="0"/>
              <a:t>在</a:t>
            </a:r>
            <a:r>
              <a:rPr lang="zh-CN" altLang="en-US" b="1" dirty="0"/>
              <a:t>嵌入式</a:t>
            </a:r>
            <a:r>
              <a:rPr lang="en-US" altLang="zh-CN" b="1" dirty="0"/>
              <a:t>C</a:t>
            </a:r>
            <a:r>
              <a:rPr lang="zh-CN" altLang="en-US" b="1" dirty="0"/>
              <a:t>语言开发中需要重新定义</a:t>
            </a:r>
            <a:r>
              <a:rPr lang="en-US" altLang="zh-CN" b="1" dirty="0" err="1"/>
              <a:t>printf</a:t>
            </a:r>
            <a:r>
              <a:rPr lang="en-US" altLang="zh-CN" b="1" dirty="0"/>
              <a:t>()</a:t>
            </a:r>
            <a:r>
              <a:rPr lang="zh-CN" altLang="en-US" b="1" dirty="0"/>
              <a:t>函数和</a:t>
            </a:r>
            <a:r>
              <a:rPr lang="en-US" altLang="zh-CN" b="1" dirty="0" err="1"/>
              <a:t>scanf</a:t>
            </a:r>
            <a:r>
              <a:rPr lang="en-US" altLang="zh-CN" b="1" dirty="0"/>
              <a:t>()</a:t>
            </a:r>
            <a:r>
              <a:rPr lang="zh-CN" altLang="en-US" b="1" dirty="0"/>
              <a:t>函数，将标准的输入和输出重新定向到串口，才能实现串口输出或</a:t>
            </a:r>
            <a:r>
              <a:rPr lang="en-US" altLang="zh-CN" b="1" dirty="0"/>
              <a:t>LCD</a:t>
            </a:r>
            <a:r>
              <a:rPr lang="zh-CN" altLang="en-US" b="1" dirty="0"/>
              <a:t>输出。</a:t>
            </a:r>
            <a:endParaRPr lang="en-US" altLang="zh-CN" b="1" dirty="0"/>
          </a:p>
          <a:p>
            <a:pPr marL="285750" indent="-285750">
              <a:lnSpc>
                <a:spcPct val="125000"/>
              </a:lnSpc>
              <a:buBlip>
                <a:blip r:embed="rId2"/>
              </a:buBlip>
            </a:pPr>
            <a:r>
              <a:rPr lang="zh-CN" altLang="en-US" b="1" dirty="0" smtClean="0"/>
              <a:t>重定向</a:t>
            </a:r>
            <a:r>
              <a:rPr lang="en-US" altLang="zh-CN" b="1" dirty="0" err="1"/>
              <a:t>printf</a:t>
            </a:r>
            <a:r>
              <a:rPr lang="en-US" altLang="zh-CN" b="1" dirty="0"/>
              <a:t>()</a:t>
            </a:r>
            <a:r>
              <a:rPr lang="zh-CN" altLang="en-US" b="1" dirty="0"/>
              <a:t>函数和</a:t>
            </a:r>
            <a:r>
              <a:rPr lang="en-US" altLang="zh-CN" b="1" dirty="0" err="1"/>
              <a:t>scanf</a:t>
            </a:r>
            <a:r>
              <a:rPr lang="en-US" altLang="zh-CN" b="1" dirty="0"/>
              <a:t>()</a:t>
            </a:r>
            <a:r>
              <a:rPr lang="zh-CN" altLang="en-US" b="1" dirty="0"/>
              <a:t>函数也就是重写</a:t>
            </a:r>
            <a:r>
              <a:rPr lang="en-US" altLang="zh-CN" b="1" dirty="0" err="1"/>
              <a:t>fput</a:t>
            </a:r>
            <a:r>
              <a:rPr lang="en-US" altLang="zh-CN" b="1" dirty="0"/>
              <a:t>()</a:t>
            </a:r>
            <a:r>
              <a:rPr lang="zh-CN" altLang="en-US" b="1" dirty="0"/>
              <a:t>函数和</a:t>
            </a:r>
            <a:r>
              <a:rPr lang="en-US" altLang="zh-CN" b="1" dirty="0" err="1"/>
              <a:t>fget</a:t>
            </a:r>
            <a:r>
              <a:rPr lang="en-US" altLang="zh-CN" b="1" dirty="0"/>
              <a:t>()</a:t>
            </a:r>
            <a:r>
              <a:rPr lang="zh-CN" altLang="en-US" b="1" dirty="0"/>
              <a:t>函数</a:t>
            </a:r>
            <a:r>
              <a:rPr lang="zh-CN" altLang="en-US" b="1" dirty="0" smtClean="0"/>
              <a:t>。 </a:t>
            </a:r>
            <a:endParaRPr lang="zh-CN" altLang="en-US" b="1" dirty="0"/>
          </a:p>
        </p:txBody>
      </p:sp>
      <p:sp>
        <p:nvSpPr>
          <p:cNvPr id="2" name="矩形 1"/>
          <p:cNvSpPr/>
          <p:nvPr/>
        </p:nvSpPr>
        <p:spPr>
          <a:xfrm>
            <a:off x="287743" y="915566"/>
            <a:ext cx="4944110" cy="369332"/>
          </a:xfrm>
          <a:prstGeom prst="rect">
            <a:avLst/>
          </a:prstGeom>
        </p:spPr>
        <p:txBody>
          <a:bodyPr wrap="none">
            <a:spAutoFit/>
          </a:bodyPr>
          <a:lstStyle/>
          <a:p>
            <a:r>
              <a:rPr lang="zh-CN" altLang="en-US" b="1" dirty="0">
                <a:solidFill>
                  <a:srgbClr val="C00000"/>
                </a:solidFill>
              </a:rPr>
              <a:t>应用实例二</a:t>
            </a:r>
            <a:r>
              <a:rPr lang="en-US" altLang="zh-CN" b="1" dirty="0">
                <a:solidFill>
                  <a:srgbClr val="C00000"/>
                </a:solidFill>
              </a:rPr>
              <a:t>——</a:t>
            </a:r>
            <a:r>
              <a:rPr lang="zh-CN" altLang="en-US" b="1" dirty="0">
                <a:solidFill>
                  <a:srgbClr val="C00000"/>
                </a:solidFill>
              </a:rPr>
              <a:t>重定向</a:t>
            </a:r>
            <a:r>
              <a:rPr lang="en-US" altLang="zh-CN" b="1" dirty="0" err="1">
                <a:solidFill>
                  <a:srgbClr val="C00000"/>
                </a:solidFill>
              </a:rPr>
              <a:t>printf</a:t>
            </a:r>
            <a:r>
              <a:rPr lang="en-US" altLang="zh-CN" b="1" dirty="0">
                <a:solidFill>
                  <a:srgbClr val="C00000"/>
                </a:solidFill>
              </a:rPr>
              <a:t>()</a:t>
            </a:r>
            <a:r>
              <a:rPr lang="zh-CN" altLang="en-US" b="1" dirty="0">
                <a:solidFill>
                  <a:srgbClr val="C00000"/>
                </a:solidFill>
              </a:rPr>
              <a:t>函数和</a:t>
            </a:r>
            <a:r>
              <a:rPr lang="en-US" altLang="zh-CN" b="1" dirty="0" err="1">
                <a:solidFill>
                  <a:srgbClr val="C00000"/>
                </a:solidFill>
              </a:rPr>
              <a:t>scanf</a:t>
            </a:r>
            <a:r>
              <a:rPr lang="en-US" altLang="zh-CN" b="1" dirty="0">
                <a:solidFill>
                  <a:srgbClr val="C00000"/>
                </a:solidFill>
              </a:rPr>
              <a:t>()</a:t>
            </a:r>
            <a:r>
              <a:rPr lang="zh-CN" altLang="en-US" b="1" dirty="0">
                <a:solidFill>
                  <a:srgbClr val="C00000"/>
                </a:solidFill>
              </a:rPr>
              <a:t>函数</a:t>
            </a:r>
          </a:p>
        </p:txBody>
      </p:sp>
      <p:graphicFrame>
        <p:nvGraphicFramePr>
          <p:cNvPr id="6" name="表格 5"/>
          <p:cNvGraphicFramePr>
            <a:graphicFrameLocks noGrp="1"/>
          </p:cNvGraphicFramePr>
          <p:nvPr>
            <p:extLst>
              <p:ext uri="{D42A27DB-BD31-4B8C-83A1-F6EECF244321}">
                <p14:modId xmlns:p14="http://schemas.microsoft.com/office/powerpoint/2010/main" val="3855995288"/>
              </p:ext>
            </p:extLst>
          </p:nvPr>
        </p:nvGraphicFramePr>
        <p:xfrm>
          <a:off x="3779912" y="1388331"/>
          <a:ext cx="5026268" cy="3377467"/>
        </p:xfrm>
        <a:graphic>
          <a:graphicData uri="http://schemas.openxmlformats.org/drawingml/2006/table">
            <a:tbl>
              <a:tblPr firstRow="1" firstCol="1" bandRow="1"/>
              <a:tblGrid>
                <a:gridCol w="720080"/>
                <a:gridCol w="2304256"/>
                <a:gridCol w="2001932"/>
              </a:tblGrid>
              <a:tr h="363279">
                <a:tc>
                  <a:txBody>
                    <a:bodyPr/>
                    <a:lstStyle/>
                    <a:p>
                      <a:pPr algn="ctr">
                        <a:spcAft>
                          <a:spcPts val="0"/>
                        </a:spcAft>
                      </a:pPr>
                      <a:r>
                        <a:rPr lang="en-US" sz="1800" b="1" kern="0" dirty="0">
                          <a:effectLst/>
                          <a:latin typeface="Times New Roman"/>
                          <a:ea typeface="宋体"/>
                          <a:cs typeface="Times New Roman"/>
                        </a:rPr>
                        <a:t> </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800" b="1" kern="0" dirty="0" err="1">
                          <a:effectLst/>
                          <a:latin typeface="Times New Roman"/>
                          <a:ea typeface="宋体"/>
                          <a:cs typeface="Times New Roman"/>
                        </a:rPr>
                        <a:t>fputc</a:t>
                      </a:r>
                      <a:r>
                        <a:rPr lang="en-US" sz="1800" b="1" kern="0" dirty="0">
                          <a:effectLst/>
                          <a:latin typeface="Times New Roman"/>
                          <a:ea typeface="宋体"/>
                          <a:cs typeface="Times New Roman"/>
                        </a:rPr>
                        <a:t>()</a:t>
                      </a:r>
                      <a:r>
                        <a:rPr lang="zh-CN" sz="1800" b="1" kern="0" dirty="0">
                          <a:effectLst/>
                          <a:latin typeface="Times New Roman"/>
                          <a:ea typeface="宋体"/>
                          <a:cs typeface="Times New Roman"/>
                        </a:rPr>
                        <a:t>函数</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en-US" sz="1800" b="1" kern="0" dirty="0" err="1">
                          <a:effectLst/>
                          <a:latin typeface="Times New Roman"/>
                          <a:ea typeface="宋体"/>
                          <a:cs typeface="Times New Roman"/>
                        </a:rPr>
                        <a:t>fgetc</a:t>
                      </a:r>
                      <a:r>
                        <a:rPr lang="en-US" sz="1800" b="1" kern="0" dirty="0">
                          <a:effectLst/>
                          <a:latin typeface="Times New Roman"/>
                          <a:ea typeface="宋体"/>
                          <a:cs typeface="Times New Roman"/>
                        </a:rPr>
                        <a:t>()</a:t>
                      </a:r>
                      <a:r>
                        <a:rPr lang="zh-CN" sz="1800" b="1" kern="0" dirty="0">
                          <a:effectLst/>
                          <a:latin typeface="Times New Roman"/>
                          <a:ea typeface="宋体"/>
                          <a:cs typeface="Times New Roman"/>
                        </a:rPr>
                        <a:t>函数</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602838">
                <a:tc>
                  <a:txBody>
                    <a:bodyPr/>
                    <a:lstStyle/>
                    <a:p>
                      <a:pPr algn="ctr">
                        <a:spcAft>
                          <a:spcPts val="0"/>
                        </a:spcAft>
                      </a:pPr>
                      <a:r>
                        <a:rPr lang="zh-CN" sz="1800" b="1" kern="0" dirty="0">
                          <a:effectLst/>
                          <a:latin typeface="Times New Roman"/>
                          <a:ea typeface="宋体"/>
                          <a:cs typeface="Times New Roman"/>
                        </a:rPr>
                        <a:t>函数原型</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b="1" kern="0" dirty="0" err="1">
                          <a:effectLst/>
                          <a:latin typeface="Times New Roman"/>
                          <a:ea typeface="宋体"/>
                          <a:cs typeface="Times New Roman"/>
                        </a:rPr>
                        <a:t>int</a:t>
                      </a:r>
                      <a:r>
                        <a:rPr lang="en-US" sz="1600" b="1" kern="0" dirty="0">
                          <a:effectLst/>
                          <a:latin typeface="Times New Roman"/>
                          <a:ea typeface="宋体"/>
                          <a:cs typeface="Times New Roman"/>
                        </a:rPr>
                        <a:t> </a:t>
                      </a:r>
                      <a:r>
                        <a:rPr lang="en-US" sz="1600" b="1" kern="0" dirty="0" err="1">
                          <a:effectLst/>
                          <a:latin typeface="Times New Roman"/>
                          <a:ea typeface="宋体"/>
                          <a:cs typeface="Times New Roman"/>
                        </a:rPr>
                        <a:t>fputc</a:t>
                      </a:r>
                      <a:r>
                        <a:rPr lang="en-US" sz="1600" b="1" kern="0" dirty="0">
                          <a:effectLst/>
                          <a:latin typeface="Times New Roman"/>
                          <a:ea typeface="宋体"/>
                          <a:cs typeface="Times New Roman"/>
                        </a:rPr>
                        <a:t>(</a:t>
                      </a:r>
                      <a:r>
                        <a:rPr lang="en-US" sz="1600" b="1" kern="0" dirty="0" err="1">
                          <a:effectLst/>
                          <a:latin typeface="Times New Roman"/>
                          <a:ea typeface="宋体"/>
                          <a:cs typeface="Times New Roman"/>
                        </a:rPr>
                        <a:t>int</a:t>
                      </a:r>
                      <a:r>
                        <a:rPr lang="en-US" sz="1600" b="1" kern="0" dirty="0">
                          <a:effectLst/>
                          <a:latin typeface="Times New Roman"/>
                          <a:ea typeface="宋体"/>
                          <a:cs typeface="Times New Roman"/>
                        </a:rPr>
                        <a:t> </a:t>
                      </a:r>
                      <a:r>
                        <a:rPr lang="en-US" sz="1600" b="1" kern="0" dirty="0" err="1">
                          <a:effectLst/>
                          <a:latin typeface="Times New Roman"/>
                          <a:ea typeface="宋体"/>
                          <a:cs typeface="Times New Roman"/>
                        </a:rPr>
                        <a:t>ch,FILE</a:t>
                      </a:r>
                      <a:r>
                        <a:rPr lang="en-US" sz="1600" b="1" kern="0" dirty="0">
                          <a:effectLst/>
                          <a:latin typeface="Times New Roman"/>
                          <a:ea typeface="宋体"/>
                          <a:cs typeface="Times New Roman"/>
                        </a:rPr>
                        <a:t> *f)</a:t>
                      </a:r>
                      <a:endParaRPr lang="zh-CN" sz="32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0" dirty="0" err="1">
                          <a:effectLst/>
                          <a:latin typeface="Times New Roman"/>
                          <a:ea typeface="宋体"/>
                          <a:cs typeface="Times New Roman"/>
                        </a:rPr>
                        <a:t>int</a:t>
                      </a:r>
                      <a:r>
                        <a:rPr lang="en-US" sz="1800" b="1" kern="0" dirty="0">
                          <a:effectLst/>
                          <a:latin typeface="Times New Roman"/>
                          <a:ea typeface="宋体"/>
                          <a:cs typeface="Times New Roman"/>
                        </a:rPr>
                        <a:t> </a:t>
                      </a:r>
                      <a:r>
                        <a:rPr lang="en-US" sz="1800" b="1" kern="0" dirty="0" err="1">
                          <a:effectLst/>
                          <a:latin typeface="Times New Roman"/>
                          <a:ea typeface="宋体"/>
                          <a:cs typeface="Times New Roman"/>
                        </a:rPr>
                        <a:t>fgetc</a:t>
                      </a:r>
                      <a:r>
                        <a:rPr lang="en-US" sz="1800" b="1" kern="0" dirty="0">
                          <a:effectLst/>
                          <a:latin typeface="Times New Roman"/>
                          <a:ea typeface="宋体"/>
                          <a:cs typeface="Times New Roman"/>
                        </a:rPr>
                        <a:t>(FILE *f)</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2838">
                <a:tc>
                  <a:txBody>
                    <a:bodyPr/>
                    <a:lstStyle/>
                    <a:p>
                      <a:pPr algn="ctr">
                        <a:spcAft>
                          <a:spcPts val="0"/>
                        </a:spcAft>
                      </a:pPr>
                      <a:r>
                        <a:rPr lang="zh-CN" sz="1800" b="1" kern="0" dirty="0">
                          <a:effectLst/>
                          <a:latin typeface="Times New Roman"/>
                          <a:ea typeface="宋体"/>
                          <a:cs typeface="Times New Roman"/>
                        </a:rPr>
                        <a:t>功能</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800" b="1" kern="0" dirty="0">
                          <a:effectLst/>
                          <a:latin typeface="Times New Roman"/>
                          <a:ea typeface="宋体"/>
                          <a:cs typeface="Times New Roman"/>
                        </a:rPr>
                        <a:t>将一个字符写入到文件中</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800" b="1" kern="0" dirty="0">
                          <a:effectLst/>
                          <a:latin typeface="Times New Roman"/>
                          <a:ea typeface="宋体"/>
                          <a:cs typeface="Times New Roman"/>
                        </a:rPr>
                        <a:t>从文件</a:t>
                      </a:r>
                      <a:r>
                        <a:rPr lang="en-US" sz="1800" b="1" kern="0" dirty="0">
                          <a:effectLst/>
                          <a:latin typeface="Times New Roman"/>
                          <a:ea typeface="宋体"/>
                          <a:cs typeface="Times New Roman"/>
                        </a:rPr>
                        <a:t>f</a:t>
                      </a:r>
                      <a:r>
                        <a:rPr lang="zh-CN" sz="1800" b="1" kern="0" dirty="0">
                          <a:effectLst/>
                          <a:latin typeface="Times New Roman"/>
                          <a:ea typeface="宋体"/>
                          <a:cs typeface="Times New Roman"/>
                        </a:rPr>
                        <a:t>中读出一个字符</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602838">
                <a:tc>
                  <a:txBody>
                    <a:bodyPr/>
                    <a:lstStyle/>
                    <a:p>
                      <a:pPr algn="ctr">
                        <a:spcAft>
                          <a:spcPts val="0"/>
                        </a:spcAft>
                      </a:pPr>
                      <a:r>
                        <a:rPr lang="zh-CN" sz="1800" b="1" kern="0">
                          <a:effectLst/>
                          <a:latin typeface="Times New Roman"/>
                          <a:ea typeface="宋体"/>
                          <a:cs typeface="Times New Roman"/>
                        </a:rPr>
                        <a:t>参数</a:t>
                      </a:r>
                      <a:endParaRPr lang="zh-CN" sz="3600" b="1" kern="10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0" dirty="0" err="1">
                          <a:effectLst/>
                          <a:latin typeface="Times New Roman"/>
                          <a:ea typeface="宋体"/>
                          <a:cs typeface="Times New Roman"/>
                        </a:rPr>
                        <a:t>ch</a:t>
                      </a:r>
                      <a:r>
                        <a:rPr lang="zh-CN" sz="1800" b="1" kern="0" dirty="0">
                          <a:effectLst/>
                          <a:latin typeface="Times New Roman"/>
                          <a:ea typeface="宋体"/>
                          <a:cs typeface="Times New Roman"/>
                        </a:rPr>
                        <a:t>为要输出的字符，</a:t>
                      </a:r>
                      <a:r>
                        <a:rPr lang="en-US" sz="1800" b="1" kern="0" dirty="0">
                          <a:effectLst/>
                          <a:latin typeface="Times New Roman"/>
                          <a:ea typeface="宋体"/>
                          <a:cs typeface="Times New Roman"/>
                        </a:rPr>
                        <a:t>f</a:t>
                      </a:r>
                      <a:r>
                        <a:rPr lang="zh-CN" sz="1800" b="1" kern="0" dirty="0">
                          <a:effectLst/>
                          <a:latin typeface="Times New Roman"/>
                          <a:ea typeface="宋体"/>
                          <a:cs typeface="Times New Roman"/>
                        </a:rPr>
                        <a:t>指向</a:t>
                      </a:r>
                      <a:r>
                        <a:rPr lang="en-US" sz="1800" b="1" kern="0" dirty="0">
                          <a:effectLst/>
                          <a:latin typeface="Times New Roman"/>
                          <a:ea typeface="宋体"/>
                          <a:cs typeface="Times New Roman"/>
                        </a:rPr>
                        <a:t>FILE</a:t>
                      </a:r>
                      <a:r>
                        <a:rPr lang="zh-CN" sz="1800" b="1" kern="0" dirty="0">
                          <a:effectLst/>
                          <a:latin typeface="Times New Roman"/>
                          <a:ea typeface="宋体"/>
                          <a:cs typeface="Times New Roman"/>
                        </a:rPr>
                        <a:t>结构的指针</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0">
                          <a:effectLst/>
                          <a:latin typeface="Times New Roman"/>
                          <a:ea typeface="宋体"/>
                          <a:cs typeface="Times New Roman"/>
                        </a:rPr>
                        <a:t>f</a:t>
                      </a:r>
                      <a:r>
                        <a:rPr lang="zh-CN" sz="1800" b="1" kern="0">
                          <a:effectLst/>
                          <a:latin typeface="Times New Roman"/>
                          <a:ea typeface="宋体"/>
                          <a:cs typeface="Times New Roman"/>
                        </a:rPr>
                        <a:t>指向</a:t>
                      </a:r>
                      <a:r>
                        <a:rPr lang="en-US" sz="1800" b="1" kern="0">
                          <a:effectLst/>
                          <a:latin typeface="Times New Roman"/>
                          <a:ea typeface="宋体"/>
                          <a:cs typeface="Times New Roman"/>
                        </a:rPr>
                        <a:t>FILE</a:t>
                      </a:r>
                      <a:r>
                        <a:rPr lang="zh-CN" sz="1800" b="1" kern="0">
                          <a:effectLst/>
                          <a:latin typeface="Times New Roman"/>
                          <a:ea typeface="宋体"/>
                          <a:cs typeface="Times New Roman"/>
                        </a:rPr>
                        <a:t>结构的指针</a:t>
                      </a:r>
                      <a:endParaRPr lang="zh-CN" sz="3600" b="1" kern="10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05674">
                <a:tc>
                  <a:txBody>
                    <a:bodyPr/>
                    <a:lstStyle/>
                    <a:p>
                      <a:pPr algn="ctr">
                        <a:spcAft>
                          <a:spcPts val="0"/>
                        </a:spcAft>
                      </a:pPr>
                      <a:r>
                        <a:rPr lang="zh-CN" sz="1800" b="1" kern="0" dirty="0">
                          <a:effectLst/>
                          <a:latin typeface="Times New Roman"/>
                          <a:ea typeface="宋体"/>
                          <a:cs typeface="Times New Roman"/>
                        </a:rPr>
                        <a:t>返回值</a:t>
                      </a:r>
                      <a:endParaRPr lang="zh-CN" sz="3600" b="1" kern="100" dirty="0">
                        <a:effectLst/>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800" b="1" kern="0" dirty="0">
                          <a:effectLst/>
                          <a:latin typeface="Times New Roman"/>
                          <a:ea typeface="宋体"/>
                          <a:cs typeface="Times New Roman"/>
                        </a:rPr>
                        <a:t>发送成功，返回</a:t>
                      </a:r>
                      <a:r>
                        <a:rPr lang="en-US" sz="1800" b="1" kern="0" dirty="0" err="1">
                          <a:effectLst/>
                          <a:latin typeface="Times New Roman"/>
                          <a:ea typeface="宋体"/>
                          <a:cs typeface="Times New Roman"/>
                        </a:rPr>
                        <a:t>ch</a:t>
                      </a:r>
                      <a:r>
                        <a:rPr lang="zh-CN" sz="1800" b="1" kern="0" dirty="0">
                          <a:effectLst/>
                          <a:latin typeface="Times New Roman"/>
                          <a:ea typeface="宋体"/>
                          <a:cs typeface="Times New Roman"/>
                        </a:rPr>
                        <a:t>的值；失败，则返回</a:t>
                      </a:r>
                      <a:r>
                        <a:rPr lang="en-US" sz="1800" b="1" kern="0" dirty="0">
                          <a:effectLst/>
                          <a:latin typeface="Times New Roman"/>
                          <a:ea typeface="宋体"/>
                          <a:cs typeface="Times New Roman"/>
                        </a:rPr>
                        <a:t>EOF</a:t>
                      </a:r>
                      <a:r>
                        <a:rPr lang="zh-CN" sz="1800" b="1" kern="0" dirty="0">
                          <a:effectLst/>
                          <a:latin typeface="Times New Roman"/>
                          <a:ea typeface="宋体"/>
                          <a:cs typeface="Times New Roman"/>
                        </a:rPr>
                        <a:t>（通常为</a:t>
                      </a:r>
                      <a:r>
                        <a:rPr lang="en-US" sz="1800" b="1" kern="0" dirty="0">
                          <a:effectLst/>
                          <a:latin typeface="Times New Roman"/>
                          <a:ea typeface="宋体"/>
                          <a:cs typeface="Times New Roman"/>
                        </a:rPr>
                        <a:t>-1</a:t>
                      </a:r>
                      <a:r>
                        <a:rPr lang="zh-CN" sz="1800" b="1" kern="0" dirty="0">
                          <a:effectLst/>
                          <a:latin typeface="Times New Roman"/>
                          <a:ea typeface="宋体"/>
                          <a:cs typeface="Times New Roman"/>
                        </a:rPr>
                        <a:t>）</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zh-CN" sz="1800" b="1" kern="0" dirty="0">
                          <a:effectLst/>
                          <a:latin typeface="Times New Roman"/>
                          <a:ea typeface="宋体"/>
                          <a:cs typeface="Times New Roman"/>
                        </a:rPr>
                        <a:t>成功，则返回读取的字符；失败，则返回</a:t>
                      </a:r>
                      <a:r>
                        <a:rPr lang="en-US" sz="1800" b="1" kern="0" dirty="0">
                          <a:effectLst/>
                          <a:latin typeface="Times New Roman"/>
                          <a:ea typeface="宋体"/>
                          <a:cs typeface="Times New Roman"/>
                        </a:rPr>
                        <a:t>EOF</a:t>
                      </a:r>
                      <a:r>
                        <a:rPr lang="zh-CN" sz="1800" b="1" kern="0" dirty="0">
                          <a:effectLst/>
                          <a:latin typeface="Times New Roman"/>
                          <a:ea typeface="宋体"/>
                          <a:cs typeface="Times New Roman"/>
                        </a:rPr>
                        <a:t>（通常为</a:t>
                      </a:r>
                      <a:r>
                        <a:rPr lang="en-US" sz="1800" b="1" kern="0" dirty="0">
                          <a:effectLst/>
                          <a:latin typeface="Times New Roman"/>
                          <a:ea typeface="宋体"/>
                          <a:cs typeface="Times New Roman"/>
                        </a:rPr>
                        <a:t>-1</a:t>
                      </a:r>
                      <a:r>
                        <a:rPr lang="zh-CN" sz="1800" b="1" kern="0" dirty="0">
                          <a:effectLst/>
                          <a:latin typeface="Times New Roman"/>
                          <a:ea typeface="宋体"/>
                          <a:cs typeface="Times New Roman"/>
                        </a:rPr>
                        <a:t>）</a:t>
                      </a:r>
                      <a:endParaRPr lang="zh-CN" sz="3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bl>
          </a:graphicData>
        </a:graphic>
      </p:graphicFrame>
    </p:spTree>
    <p:extLst>
      <p:ext uri="{BB962C8B-B14F-4D97-AF65-F5344CB8AC3E}">
        <p14:creationId xmlns:p14="http://schemas.microsoft.com/office/powerpoint/2010/main" val="3882675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755576" y="1367020"/>
            <a:ext cx="2899338" cy="3554819"/>
          </a:xfrm>
          <a:prstGeom prst="rect">
            <a:avLst/>
          </a:prstGeom>
          <a:noFill/>
          <a:ln w="19050">
            <a:solidFill>
              <a:schemeClr val="accent5">
                <a:lumMod val="60000"/>
                <a:lumOff val="40000"/>
              </a:schemeClr>
            </a:solidFill>
          </a:ln>
        </p:spPr>
        <p:txBody>
          <a:bodyPr wrap="square" rtlCol="0">
            <a:spAutoFit/>
          </a:bodyPr>
          <a:lstStyle/>
          <a:p>
            <a:pPr marL="285750" indent="-285750">
              <a:lnSpc>
                <a:spcPct val="125000"/>
              </a:lnSpc>
              <a:buBlip>
                <a:blip r:embed="rId2"/>
              </a:buBlip>
            </a:pPr>
            <a:r>
              <a:rPr lang="zh-CN" altLang="en-US" b="1" dirty="0" smtClean="0"/>
              <a:t>重定向</a:t>
            </a:r>
            <a:r>
              <a:rPr lang="en-US" altLang="zh-CN" b="1" dirty="0" err="1"/>
              <a:t>printf</a:t>
            </a:r>
            <a:r>
              <a:rPr lang="en-US" altLang="zh-CN" b="1" dirty="0"/>
              <a:t>()</a:t>
            </a:r>
            <a:r>
              <a:rPr lang="zh-CN" altLang="en-US" b="1" dirty="0"/>
              <a:t>函数和</a:t>
            </a:r>
            <a:r>
              <a:rPr lang="en-US" altLang="zh-CN" b="1" dirty="0" err="1"/>
              <a:t>scanf</a:t>
            </a:r>
            <a:r>
              <a:rPr lang="en-US" altLang="zh-CN" b="1" dirty="0"/>
              <a:t>()</a:t>
            </a:r>
            <a:r>
              <a:rPr lang="zh-CN" altLang="en-US" b="1" dirty="0"/>
              <a:t>函数，需要在串口初始化头文件</a:t>
            </a:r>
            <a:r>
              <a:rPr lang="en-US" altLang="zh-CN" b="1" dirty="0" err="1"/>
              <a:t>usart.h</a:t>
            </a:r>
            <a:r>
              <a:rPr lang="zh-CN" altLang="en-US" b="1" dirty="0"/>
              <a:t>中添加</a:t>
            </a:r>
            <a:r>
              <a:rPr lang="en-US" altLang="zh-CN" b="1" dirty="0"/>
              <a:t>#include &lt;</a:t>
            </a:r>
            <a:r>
              <a:rPr lang="en-US" altLang="zh-CN" b="1" dirty="0" err="1"/>
              <a:t>stdio.h</a:t>
            </a:r>
            <a:r>
              <a:rPr lang="en-US" altLang="zh-CN" b="1" dirty="0"/>
              <a:t>&gt;</a:t>
            </a:r>
            <a:r>
              <a:rPr lang="zh-CN" altLang="en-US" b="1" dirty="0"/>
              <a:t>头文件</a:t>
            </a:r>
            <a:r>
              <a:rPr lang="zh-CN" altLang="en-US" b="1" dirty="0" smtClean="0"/>
              <a:t>，同时</a:t>
            </a:r>
            <a:r>
              <a:rPr lang="zh-CN" altLang="en-US" b="1" dirty="0"/>
              <a:t>在</a:t>
            </a:r>
            <a:r>
              <a:rPr lang="en-US" altLang="zh-CN" b="1" dirty="0" err="1"/>
              <a:t>Keil</a:t>
            </a:r>
            <a:r>
              <a:rPr lang="en-US" altLang="zh-CN" b="1" dirty="0"/>
              <a:t> MDK</a:t>
            </a:r>
            <a:r>
              <a:rPr lang="zh-CN" altLang="en-US" b="1" dirty="0"/>
              <a:t>编译器的</a:t>
            </a:r>
            <a:r>
              <a:rPr lang="en-US" altLang="zh-CN" b="1" dirty="0"/>
              <a:t>Target</a:t>
            </a:r>
            <a:r>
              <a:rPr lang="zh-CN" altLang="en-US" b="1" dirty="0"/>
              <a:t>中勾选</a:t>
            </a:r>
            <a:r>
              <a:rPr lang="en-US" altLang="zh-CN" b="1" dirty="0"/>
              <a:t>Use </a:t>
            </a:r>
            <a:r>
              <a:rPr lang="en-US" altLang="zh-CN" b="1" dirty="0" err="1" smtClean="0"/>
              <a:t>MicroLIB</a:t>
            </a:r>
            <a:r>
              <a:rPr lang="zh-CN" altLang="en-US" b="1" dirty="0" smtClean="0"/>
              <a:t>。</a:t>
            </a:r>
            <a:endParaRPr lang="en-US" altLang="zh-CN" b="1" dirty="0" smtClean="0"/>
          </a:p>
          <a:p>
            <a:pPr marL="285750" indent="-285750">
              <a:lnSpc>
                <a:spcPct val="125000"/>
              </a:lnSpc>
              <a:buBlip>
                <a:blip r:embed="rId2"/>
              </a:buBlip>
            </a:pPr>
            <a:r>
              <a:rPr lang="zh-CN" altLang="en-US" b="1" dirty="0"/>
              <a:t>按照</a:t>
            </a:r>
            <a:r>
              <a:rPr lang="en-US" altLang="zh-CN" b="1" dirty="0" err="1"/>
              <a:t>fget</a:t>
            </a:r>
            <a:r>
              <a:rPr lang="en-US" altLang="zh-CN" b="1" dirty="0"/>
              <a:t>()</a:t>
            </a:r>
            <a:r>
              <a:rPr lang="zh-CN" altLang="en-US" b="1" dirty="0"/>
              <a:t>函数和</a:t>
            </a:r>
            <a:r>
              <a:rPr lang="en-US" altLang="zh-CN" b="1" dirty="0" err="1"/>
              <a:t>fput</a:t>
            </a:r>
            <a:r>
              <a:rPr lang="en-US" altLang="zh-CN" b="1" dirty="0"/>
              <a:t>()</a:t>
            </a:r>
            <a:r>
              <a:rPr lang="zh-CN" altLang="en-US" b="1" dirty="0"/>
              <a:t>函数的原型，重写相应的</a:t>
            </a:r>
            <a:r>
              <a:rPr lang="en-US" altLang="zh-CN" b="1" dirty="0"/>
              <a:t>USART</a:t>
            </a:r>
            <a:r>
              <a:rPr lang="zh-CN" altLang="en-US" b="1" dirty="0"/>
              <a:t>接口程序</a:t>
            </a:r>
            <a:endParaRPr lang="en-US" altLang="zh-CN" b="1" dirty="0" smtClean="0"/>
          </a:p>
        </p:txBody>
      </p:sp>
      <p:sp>
        <p:nvSpPr>
          <p:cNvPr id="2" name="矩形 1"/>
          <p:cNvSpPr/>
          <p:nvPr/>
        </p:nvSpPr>
        <p:spPr>
          <a:xfrm>
            <a:off x="287743" y="915566"/>
            <a:ext cx="4944110" cy="369332"/>
          </a:xfrm>
          <a:prstGeom prst="rect">
            <a:avLst/>
          </a:prstGeom>
        </p:spPr>
        <p:txBody>
          <a:bodyPr wrap="none">
            <a:spAutoFit/>
          </a:bodyPr>
          <a:lstStyle/>
          <a:p>
            <a:r>
              <a:rPr lang="zh-CN" altLang="en-US" b="1" dirty="0">
                <a:solidFill>
                  <a:srgbClr val="C00000"/>
                </a:solidFill>
              </a:rPr>
              <a:t>应用实例二</a:t>
            </a:r>
            <a:r>
              <a:rPr lang="en-US" altLang="zh-CN" b="1" dirty="0">
                <a:solidFill>
                  <a:srgbClr val="C00000"/>
                </a:solidFill>
              </a:rPr>
              <a:t>——</a:t>
            </a:r>
            <a:r>
              <a:rPr lang="zh-CN" altLang="en-US" b="1" dirty="0">
                <a:solidFill>
                  <a:srgbClr val="C00000"/>
                </a:solidFill>
              </a:rPr>
              <a:t>重定向</a:t>
            </a:r>
            <a:r>
              <a:rPr lang="en-US" altLang="zh-CN" b="1" dirty="0" err="1">
                <a:solidFill>
                  <a:srgbClr val="C00000"/>
                </a:solidFill>
              </a:rPr>
              <a:t>printf</a:t>
            </a:r>
            <a:r>
              <a:rPr lang="en-US" altLang="zh-CN" b="1" dirty="0">
                <a:solidFill>
                  <a:srgbClr val="C00000"/>
                </a:solidFill>
              </a:rPr>
              <a:t>()</a:t>
            </a:r>
            <a:r>
              <a:rPr lang="zh-CN" altLang="en-US" b="1" dirty="0">
                <a:solidFill>
                  <a:srgbClr val="C00000"/>
                </a:solidFill>
              </a:rPr>
              <a:t>函数和</a:t>
            </a:r>
            <a:r>
              <a:rPr lang="en-US" altLang="zh-CN" b="1" dirty="0" err="1">
                <a:solidFill>
                  <a:srgbClr val="C00000"/>
                </a:solidFill>
              </a:rPr>
              <a:t>scanf</a:t>
            </a:r>
            <a:r>
              <a:rPr lang="en-US" altLang="zh-CN" b="1" dirty="0">
                <a:solidFill>
                  <a:srgbClr val="C00000"/>
                </a:solidFill>
              </a:rPr>
              <a:t>()</a:t>
            </a:r>
            <a:r>
              <a:rPr lang="zh-CN" altLang="en-US" b="1" dirty="0">
                <a:solidFill>
                  <a:srgbClr val="C00000"/>
                </a:solidFill>
              </a:rPr>
              <a:t>函数</a:t>
            </a:r>
          </a:p>
        </p:txBody>
      </p:sp>
      <p:sp>
        <p:nvSpPr>
          <p:cNvPr id="8" name="TextBox 7"/>
          <p:cNvSpPr txBox="1"/>
          <p:nvPr/>
        </p:nvSpPr>
        <p:spPr>
          <a:xfrm>
            <a:off x="4067944" y="1417875"/>
            <a:ext cx="4608512" cy="3170099"/>
          </a:xfrm>
          <a:prstGeom prst="rect">
            <a:avLst/>
          </a:prstGeom>
          <a:noFill/>
          <a:ln w="19050">
            <a:solidFill>
              <a:schemeClr val="accent5">
                <a:lumMod val="60000"/>
                <a:lumOff val="40000"/>
              </a:schemeClr>
            </a:solidFill>
          </a:ln>
        </p:spPr>
        <p:txBody>
          <a:bodyPr wrap="square" rtlCol="0">
            <a:spAutoFit/>
          </a:bodyPr>
          <a:lstStyle/>
          <a:p>
            <a:pPr>
              <a:lnSpc>
                <a:spcPct val="125000"/>
              </a:lnSpc>
            </a:pPr>
            <a:r>
              <a:rPr lang="en-US" altLang="zh-CN" sz="1600" b="1" dirty="0" smtClean="0"/>
              <a:t>     //</a:t>
            </a:r>
            <a:r>
              <a:rPr lang="zh-CN" altLang="en-US" sz="1600" b="1" dirty="0"/>
              <a:t>重定向</a:t>
            </a:r>
            <a:r>
              <a:rPr lang="en-GB" altLang="zh-CN" sz="1600" b="1" dirty="0"/>
              <a:t>C</a:t>
            </a:r>
            <a:r>
              <a:rPr lang="zh-CN" altLang="en-US" sz="1600" b="1" dirty="0"/>
              <a:t>库函数</a:t>
            </a:r>
            <a:r>
              <a:rPr lang="en-GB" altLang="zh-CN" sz="1600" b="1" dirty="0" err="1"/>
              <a:t>printf</a:t>
            </a:r>
            <a:r>
              <a:rPr lang="en-GB" altLang="zh-CN" sz="1600" b="1" dirty="0"/>
              <a:t>()</a:t>
            </a:r>
            <a:r>
              <a:rPr lang="zh-CN" altLang="en-US" sz="1600" b="1" dirty="0"/>
              <a:t>到</a:t>
            </a:r>
            <a:r>
              <a:rPr lang="zh-CN" altLang="en-US" sz="1600" b="1" dirty="0" smtClean="0"/>
              <a:t>串口</a:t>
            </a:r>
            <a:endParaRPr lang="en-US" altLang="zh-CN" sz="1600" b="1" dirty="0" smtClean="0"/>
          </a:p>
          <a:p>
            <a:pPr>
              <a:lnSpc>
                <a:spcPct val="125000"/>
              </a:lnSpc>
            </a:pPr>
            <a:r>
              <a:rPr lang="en-GB" altLang="zh-CN" sz="1600" b="1" dirty="0" err="1" smtClean="0"/>
              <a:t>int</a:t>
            </a:r>
            <a:r>
              <a:rPr lang="en-GB" altLang="zh-CN" sz="1600" b="1" dirty="0" smtClean="0"/>
              <a:t> </a:t>
            </a:r>
            <a:r>
              <a:rPr lang="en-GB" altLang="zh-CN" sz="1600" b="1" dirty="0" err="1"/>
              <a:t>fputc</a:t>
            </a:r>
            <a:r>
              <a:rPr lang="en-GB" altLang="zh-CN" sz="1600" b="1" dirty="0"/>
              <a:t>(</a:t>
            </a:r>
            <a:r>
              <a:rPr lang="en-GB" altLang="zh-CN" sz="1600" b="1" dirty="0" err="1"/>
              <a:t>int</a:t>
            </a:r>
            <a:r>
              <a:rPr lang="en-GB" altLang="zh-CN" sz="1600" b="1" dirty="0"/>
              <a:t> </a:t>
            </a:r>
            <a:r>
              <a:rPr lang="en-GB" altLang="zh-CN" sz="1600" b="1" dirty="0" err="1"/>
              <a:t>ch</a:t>
            </a:r>
            <a:r>
              <a:rPr lang="en-GB" altLang="zh-CN" sz="1600" b="1" dirty="0"/>
              <a:t>, FILE *f)</a:t>
            </a:r>
          </a:p>
          <a:p>
            <a:pPr>
              <a:lnSpc>
                <a:spcPct val="125000"/>
              </a:lnSpc>
            </a:pPr>
            <a:r>
              <a:rPr lang="en-GB" altLang="zh-CN" sz="1600" b="1" dirty="0"/>
              <a:t>{</a:t>
            </a:r>
          </a:p>
          <a:p>
            <a:pPr indent="177800">
              <a:lnSpc>
                <a:spcPct val="125000"/>
              </a:lnSpc>
            </a:pPr>
            <a:r>
              <a:rPr lang="en-GB" altLang="zh-CN" sz="1600" b="1" dirty="0" smtClean="0"/>
              <a:t>       /* </a:t>
            </a:r>
            <a:r>
              <a:rPr lang="zh-CN" altLang="en-US" sz="1600" b="1" dirty="0"/>
              <a:t>发送一个字节数据到串口 *</a:t>
            </a:r>
            <a:r>
              <a:rPr lang="en-US" altLang="zh-CN" sz="1600" b="1" dirty="0"/>
              <a:t>/</a:t>
            </a:r>
          </a:p>
          <a:p>
            <a:pPr indent="177800">
              <a:lnSpc>
                <a:spcPct val="125000"/>
              </a:lnSpc>
            </a:pPr>
            <a:r>
              <a:rPr lang="en-GB" altLang="zh-CN" sz="1600" b="1" dirty="0" err="1" smtClean="0"/>
              <a:t>USART_SendData</a:t>
            </a:r>
            <a:r>
              <a:rPr lang="en-GB" altLang="zh-CN" sz="1600" b="1" dirty="0" smtClean="0"/>
              <a:t>(</a:t>
            </a:r>
            <a:r>
              <a:rPr lang="en-GB" altLang="zh-CN" sz="1600" b="1" dirty="0" err="1" smtClean="0"/>
              <a:t>DEBUG_USARTx</a:t>
            </a:r>
            <a:r>
              <a:rPr lang="en-GB" altLang="zh-CN" sz="1600" b="1" dirty="0"/>
              <a:t>, (uint8_t) </a:t>
            </a:r>
            <a:r>
              <a:rPr lang="en-GB" altLang="zh-CN" sz="1600" b="1" dirty="0" err="1"/>
              <a:t>ch</a:t>
            </a:r>
            <a:r>
              <a:rPr lang="en-GB" altLang="zh-CN" sz="1600" b="1" dirty="0"/>
              <a:t>);</a:t>
            </a:r>
          </a:p>
          <a:p>
            <a:pPr indent="177800">
              <a:lnSpc>
                <a:spcPct val="125000"/>
              </a:lnSpc>
            </a:pPr>
            <a:r>
              <a:rPr lang="en-GB" altLang="zh-CN" sz="1600" b="1" dirty="0" smtClean="0"/>
              <a:t>      /*</a:t>
            </a:r>
            <a:r>
              <a:rPr lang="zh-CN" altLang="en-US" sz="1600" b="1" dirty="0"/>
              <a:t>等待发送完毕 *</a:t>
            </a:r>
            <a:r>
              <a:rPr lang="en-US" altLang="zh-CN" sz="1600" b="1" dirty="0"/>
              <a:t>/</a:t>
            </a:r>
          </a:p>
          <a:p>
            <a:pPr marL="361950" indent="-184150">
              <a:lnSpc>
                <a:spcPct val="125000"/>
              </a:lnSpc>
            </a:pPr>
            <a:r>
              <a:rPr lang="en-GB" altLang="zh-CN" sz="1600" b="1" dirty="0" smtClean="0"/>
              <a:t>while </a:t>
            </a:r>
            <a:r>
              <a:rPr lang="en-GB" altLang="zh-CN" sz="1600" b="1" dirty="0"/>
              <a:t>(</a:t>
            </a:r>
            <a:r>
              <a:rPr lang="en-GB" altLang="zh-CN" sz="1600" b="1" dirty="0" err="1"/>
              <a:t>USART_GetFlagStatus</a:t>
            </a:r>
            <a:r>
              <a:rPr lang="en-GB" altLang="zh-CN" sz="1600" b="1" dirty="0"/>
              <a:t>(</a:t>
            </a:r>
            <a:r>
              <a:rPr lang="en-GB" altLang="zh-CN" sz="1600" b="1" dirty="0" err="1"/>
              <a:t>DEBUG_USARTx</a:t>
            </a:r>
            <a:r>
              <a:rPr lang="en-GB" altLang="zh-CN" sz="1600" b="1" dirty="0"/>
              <a:t>, USART_FLAG_TXE) == RESET);</a:t>
            </a:r>
          </a:p>
          <a:p>
            <a:pPr indent="177800">
              <a:lnSpc>
                <a:spcPct val="125000"/>
              </a:lnSpc>
            </a:pPr>
            <a:r>
              <a:rPr lang="en-GB" altLang="zh-CN" sz="1600" b="1" dirty="0" smtClean="0"/>
              <a:t>     return </a:t>
            </a:r>
            <a:r>
              <a:rPr lang="en-GB" altLang="zh-CN" sz="1600" b="1" dirty="0"/>
              <a:t>(</a:t>
            </a:r>
            <a:r>
              <a:rPr lang="en-GB" altLang="zh-CN" sz="1600" b="1" dirty="0" err="1"/>
              <a:t>ch</a:t>
            </a:r>
            <a:r>
              <a:rPr lang="en-GB" altLang="zh-CN" sz="1600" b="1" dirty="0"/>
              <a:t>);</a:t>
            </a:r>
          </a:p>
          <a:p>
            <a:pPr>
              <a:lnSpc>
                <a:spcPct val="125000"/>
              </a:lnSpc>
            </a:pPr>
            <a:r>
              <a:rPr lang="en-GB" altLang="zh-CN" sz="1600" b="1" dirty="0"/>
              <a:t>}</a:t>
            </a:r>
          </a:p>
        </p:txBody>
      </p:sp>
    </p:spTree>
    <p:extLst>
      <p:ext uri="{BB962C8B-B14F-4D97-AF65-F5344CB8AC3E}">
        <p14:creationId xmlns:p14="http://schemas.microsoft.com/office/powerpoint/2010/main" val="38402959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1043607" y="1419622"/>
            <a:ext cx="6948745" cy="784830"/>
          </a:xfrm>
          <a:prstGeom prst="rect">
            <a:avLst/>
          </a:prstGeom>
          <a:noFill/>
          <a:ln w="19050">
            <a:solidFill>
              <a:schemeClr val="accent5">
                <a:lumMod val="60000"/>
                <a:lumOff val="40000"/>
              </a:schemeClr>
            </a:solidFill>
          </a:ln>
        </p:spPr>
        <p:txBody>
          <a:bodyPr wrap="square" rtlCol="0">
            <a:spAutoFit/>
          </a:bodyPr>
          <a:lstStyle/>
          <a:p>
            <a:pPr marL="285750" indent="-285750">
              <a:lnSpc>
                <a:spcPct val="125000"/>
              </a:lnSpc>
              <a:buBlip>
                <a:blip r:embed="rId2"/>
              </a:buBlip>
            </a:pPr>
            <a:r>
              <a:rPr lang="zh-CN" altLang="en-US" b="1" dirty="0"/>
              <a:t>使用上述代码输出字符串时，会出现丢失第一个字符的现象，可以在发送字符前调用</a:t>
            </a:r>
            <a:r>
              <a:rPr lang="en-US" altLang="zh-CN" b="1" dirty="0" err="1"/>
              <a:t>USART_ClearFlag</a:t>
            </a:r>
            <a:r>
              <a:rPr lang="en-US" altLang="zh-CN" b="1" dirty="0"/>
              <a:t>()</a:t>
            </a:r>
            <a:r>
              <a:rPr lang="zh-CN" altLang="en-US" b="1" dirty="0"/>
              <a:t>复位</a:t>
            </a:r>
            <a:r>
              <a:rPr lang="en-US" altLang="zh-CN" b="1" dirty="0"/>
              <a:t>TC</a:t>
            </a:r>
            <a:r>
              <a:rPr lang="zh-CN" altLang="en-US" b="1" dirty="0"/>
              <a:t>标志位</a:t>
            </a:r>
            <a:endParaRPr lang="en-US" altLang="zh-CN" b="1" dirty="0" smtClean="0"/>
          </a:p>
        </p:txBody>
      </p:sp>
      <p:sp>
        <p:nvSpPr>
          <p:cNvPr id="2" name="矩形 1"/>
          <p:cNvSpPr/>
          <p:nvPr/>
        </p:nvSpPr>
        <p:spPr>
          <a:xfrm>
            <a:off x="287743" y="915566"/>
            <a:ext cx="4944110" cy="369332"/>
          </a:xfrm>
          <a:prstGeom prst="rect">
            <a:avLst/>
          </a:prstGeom>
        </p:spPr>
        <p:txBody>
          <a:bodyPr wrap="none">
            <a:spAutoFit/>
          </a:bodyPr>
          <a:lstStyle/>
          <a:p>
            <a:r>
              <a:rPr lang="zh-CN" altLang="en-US" b="1" dirty="0">
                <a:solidFill>
                  <a:srgbClr val="C00000"/>
                </a:solidFill>
              </a:rPr>
              <a:t>应用实例二</a:t>
            </a:r>
            <a:r>
              <a:rPr lang="en-US" altLang="zh-CN" b="1" dirty="0">
                <a:solidFill>
                  <a:srgbClr val="C00000"/>
                </a:solidFill>
              </a:rPr>
              <a:t>——</a:t>
            </a:r>
            <a:r>
              <a:rPr lang="zh-CN" altLang="en-US" b="1" dirty="0">
                <a:solidFill>
                  <a:srgbClr val="C00000"/>
                </a:solidFill>
              </a:rPr>
              <a:t>重定向</a:t>
            </a:r>
            <a:r>
              <a:rPr lang="en-US" altLang="zh-CN" b="1" dirty="0" err="1">
                <a:solidFill>
                  <a:srgbClr val="C00000"/>
                </a:solidFill>
              </a:rPr>
              <a:t>printf</a:t>
            </a:r>
            <a:r>
              <a:rPr lang="en-US" altLang="zh-CN" b="1" dirty="0">
                <a:solidFill>
                  <a:srgbClr val="C00000"/>
                </a:solidFill>
              </a:rPr>
              <a:t>()</a:t>
            </a:r>
            <a:r>
              <a:rPr lang="zh-CN" altLang="en-US" b="1" dirty="0">
                <a:solidFill>
                  <a:srgbClr val="C00000"/>
                </a:solidFill>
              </a:rPr>
              <a:t>函数和</a:t>
            </a:r>
            <a:r>
              <a:rPr lang="en-US" altLang="zh-CN" b="1" dirty="0" err="1">
                <a:solidFill>
                  <a:srgbClr val="C00000"/>
                </a:solidFill>
              </a:rPr>
              <a:t>scanf</a:t>
            </a:r>
            <a:r>
              <a:rPr lang="en-US" altLang="zh-CN" b="1" dirty="0">
                <a:solidFill>
                  <a:srgbClr val="C00000"/>
                </a:solidFill>
              </a:rPr>
              <a:t>()</a:t>
            </a:r>
            <a:r>
              <a:rPr lang="zh-CN" altLang="en-US" b="1" dirty="0">
                <a:solidFill>
                  <a:srgbClr val="C00000"/>
                </a:solidFill>
              </a:rPr>
              <a:t>函数</a:t>
            </a:r>
          </a:p>
        </p:txBody>
      </p:sp>
      <p:sp>
        <p:nvSpPr>
          <p:cNvPr id="8" name="TextBox 7"/>
          <p:cNvSpPr txBox="1"/>
          <p:nvPr/>
        </p:nvSpPr>
        <p:spPr>
          <a:xfrm>
            <a:off x="1007577" y="2427734"/>
            <a:ext cx="6984776" cy="2246769"/>
          </a:xfrm>
          <a:prstGeom prst="rect">
            <a:avLst/>
          </a:prstGeom>
          <a:noFill/>
          <a:ln w="19050">
            <a:solidFill>
              <a:schemeClr val="accent5">
                <a:lumMod val="60000"/>
                <a:lumOff val="40000"/>
              </a:schemeClr>
            </a:solidFill>
          </a:ln>
        </p:spPr>
        <p:txBody>
          <a:bodyPr wrap="square" rtlCol="0">
            <a:spAutoFit/>
          </a:bodyPr>
          <a:lstStyle/>
          <a:p>
            <a:pPr>
              <a:lnSpc>
                <a:spcPct val="125000"/>
              </a:lnSpc>
            </a:pPr>
            <a:r>
              <a:rPr lang="en-US" altLang="zh-CN" sz="1600" b="1" dirty="0" err="1"/>
              <a:t>USART_ClearFlag</a:t>
            </a:r>
            <a:r>
              <a:rPr lang="en-US" altLang="zh-CN" sz="1600" b="1" dirty="0"/>
              <a:t>(</a:t>
            </a:r>
            <a:r>
              <a:rPr lang="en-US" altLang="zh-CN" sz="1600" b="1" dirty="0" err="1"/>
              <a:t>USARTx,USART_FLAG_TC</a:t>
            </a:r>
            <a:r>
              <a:rPr lang="en-US" altLang="zh-CN" sz="1600" b="1" dirty="0"/>
              <a:t>);</a:t>
            </a:r>
          </a:p>
          <a:p>
            <a:pPr>
              <a:lnSpc>
                <a:spcPct val="125000"/>
              </a:lnSpc>
            </a:pPr>
            <a:r>
              <a:rPr lang="en-US" altLang="zh-CN" sz="1600" b="1" dirty="0" smtClean="0"/>
              <a:t>     //</a:t>
            </a:r>
            <a:r>
              <a:rPr lang="zh-CN" altLang="en-US" sz="1600" b="1" dirty="0"/>
              <a:t>重定向</a:t>
            </a:r>
            <a:r>
              <a:rPr lang="en-US" altLang="zh-CN" sz="1600" b="1" dirty="0"/>
              <a:t>C</a:t>
            </a:r>
            <a:r>
              <a:rPr lang="zh-CN" altLang="en-US" sz="1600" b="1" dirty="0"/>
              <a:t>库函数</a:t>
            </a:r>
            <a:r>
              <a:rPr lang="en-US" altLang="zh-CN" sz="1600" b="1" dirty="0" err="1"/>
              <a:t>scanf</a:t>
            </a:r>
            <a:r>
              <a:rPr lang="en-US" altLang="zh-CN" sz="1600" b="1" dirty="0"/>
              <a:t>()</a:t>
            </a:r>
            <a:r>
              <a:rPr lang="zh-CN" altLang="en-US" sz="1600" b="1" dirty="0"/>
              <a:t>到串口，重定向后可使用</a:t>
            </a:r>
            <a:r>
              <a:rPr lang="en-US" altLang="zh-CN" sz="1600" b="1" dirty="0" err="1"/>
              <a:t>scanf</a:t>
            </a:r>
            <a:r>
              <a:rPr lang="en-US" altLang="zh-CN" sz="1600" b="1" dirty="0"/>
              <a:t>()</a:t>
            </a:r>
            <a:r>
              <a:rPr lang="zh-CN" altLang="en-US" sz="1600" b="1" dirty="0"/>
              <a:t>函数</a:t>
            </a:r>
          </a:p>
          <a:p>
            <a:pPr>
              <a:lnSpc>
                <a:spcPct val="125000"/>
              </a:lnSpc>
            </a:pPr>
            <a:r>
              <a:rPr lang="en-US" altLang="zh-CN" sz="1600" b="1" dirty="0" err="1"/>
              <a:t>int</a:t>
            </a:r>
            <a:r>
              <a:rPr lang="en-US" altLang="zh-CN" sz="1600" b="1" dirty="0"/>
              <a:t> </a:t>
            </a:r>
            <a:r>
              <a:rPr lang="en-US" altLang="zh-CN" sz="1600" b="1" dirty="0" err="1"/>
              <a:t>fgetc</a:t>
            </a:r>
            <a:r>
              <a:rPr lang="en-US" altLang="zh-CN" sz="1600" b="1" dirty="0"/>
              <a:t>(FILE *f)</a:t>
            </a:r>
          </a:p>
          <a:p>
            <a:pPr>
              <a:lnSpc>
                <a:spcPct val="125000"/>
              </a:lnSpc>
            </a:pPr>
            <a:r>
              <a:rPr lang="en-US" altLang="zh-CN" sz="1600" b="1" dirty="0" smtClean="0"/>
              <a:t>{      /*</a:t>
            </a:r>
            <a:r>
              <a:rPr lang="zh-CN" altLang="en-US" sz="1600" b="1" dirty="0"/>
              <a:t>等待串口输入数据  *</a:t>
            </a:r>
            <a:r>
              <a:rPr lang="en-US" altLang="zh-CN" sz="1600" b="1" dirty="0"/>
              <a:t>/</a:t>
            </a:r>
          </a:p>
          <a:p>
            <a:pPr>
              <a:lnSpc>
                <a:spcPct val="125000"/>
              </a:lnSpc>
            </a:pPr>
            <a:r>
              <a:rPr lang="en-US" altLang="zh-CN" sz="1600" b="1" dirty="0" smtClean="0"/>
              <a:t>     while </a:t>
            </a:r>
            <a:r>
              <a:rPr lang="en-US" altLang="zh-CN" sz="1600" b="1" dirty="0"/>
              <a:t>(</a:t>
            </a:r>
            <a:r>
              <a:rPr lang="en-US" altLang="zh-CN" sz="1600" b="1" dirty="0" err="1"/>
              <a:t>USART_GetFlagStatus</a:t>
            </a:r>
            <a:r>
              <a:rPr lang="en-US" altLang="zh-CN" sz="1600" b="1" dirty="0"/>
              <a:t>(</a:t>
            </a:r>
            <a:r>
              <a:rPr lang="en-US" altLang="zh-CN" sz="1600" b="1" dirty="0" err="1"/>
              <a:t>DEBUG_USARTx</a:t>
            </a:r>
            <a:r>
              <a:rPr lang="en-US" altLang="zh-CN" sz="1600" b="1" dirty="0"/>
              <a:t>, USART_FLAG_RXNE)==RESET);</a:t>
            </a:r>
          </a:p>
          <a:p>
            <a:pPr>
              <a:lnSpc>
                <a:spcPct val="125000"/>
              </a:lnSpc>
            </a:pPr>
            <a:r>
              <a:rPr lang="en-US" altLang="zh-CN" sz="1600" b="1" dirty="0"/>
              <a:t>	</a:t>
            </a:r>
            <a:r>
              <a:rPr lang="en-US" altLang="zh-CN" sz="1600" b="1" dirty="0" smtClean="0"/>
              <a:t>return </a:t>
            </a:r>
            <a:r>
              <a:rPr lang="en-US" altLang="zh-CN" sz="1600" b="1" dirty="0"/>
              <a:t>(</a:t>
            </a:r>
            <a:r>
              <a:rPr lang="en-US" altLang="zh-CN" sz="1600" b="1" dirty="0" err="1"/>
              <a:t>int</a:t>
            </a:r>
            <a:r>
              <a:rPr lang="en-US" altLang="zh-CN" sz="1600" b="1" dirty="0"/>
              <a:t>)</a:t>
            </a:r>
            <a:r>
              <a:rPr lang="en-US" altLang="zh-CN" sz="1600" b="1" dirty="0" err="1"/>
              <a:t>USART_ReceiveData</a:t>
            </a:r>
            <a:r>
              <a:rPr lang="en-US" altLang="zh-CN" sz="1600" b="1" dirty="0"/>
              <a:t>(</a:t>
            </a:r>
            <a:r>
              <a:rPr lang="en-US" altLang="zh-CN" sz="1600" b="1" dirty="0" err="1"/>
              <a:t>DEBUG_USARTx</a:t>
            </a:r>
            <a:r>
              <a:rPr lang="en-US" altLang="zh-CN" sz="1600" b="1" dirty="0"/>
              <a:t>);</a:t>
            </a:r>
          </a:p>
          <a:p>
            <a:pPr>
              <a:lnSpc>
                <a:spcPct val="125000"/>
              </a:lnSpc>
            </a:pPr>
            <a:r>
              <a:rPr lang="en-US" altLang="zh-CN" sz="1600" b="1" dirty="0"/>
              <a:t>}</a:t>
            </a:r>
          </a:p>
        </p:txBody>
      </p:sp>
    </p:spTree>
    <p:extLst>
      <p:ext uri="{BB962C8B-B14F-4D97-AF65-F5344CB8AC3E}">
        <p14:creationId xmlns:p14="http://schemas.microsoft.com/office/powerpoint/2010/main" val="151535339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1672661" y="1356906"/>
            <a:ext cx="2899338" cy="1447191"/>
          </a:xfrm>
          <a:prstGeom prst="rect">
            <a:avLst/>
          </a:prstGeom>
          <a:noFill/>
          <a:ln w="19050">
            <a:solidFill>
              <a:schemeClr val="accent5">
                <a:lumMod val="60000"/>
                <a:lumOff val="40000"/>
              </a:schemeClr>
            </a:solidFill>
          </a:ln>
        </p:spPr>
        <p:txBody>
          <a:bodyPr wrap="square" rtlCol="0">
            <a:spAutoFit/>
          </a:bodyPr>
          <a:lstStyle/>
          <a:p>
            <a:pPr>
              <a:lnSpc>
                <a:spcPct val="125000"/>
              </a:lnSpc>
            </a:pPr>
            <a:r>
              <a:rPr lang="zh-CN" altLang="en-US" b="1" dirty="0" smtClean="0"/>
              <a:t>      通过</a:t>
            </a:r>
            <a:r>
              <a:rPr lang="zh-CN" altLang="en-US" b="1" dirty="0"/>
              <a:t>串口</a:t>
            </a:r>
            <a:r>
              <a:rPr lang="en-US" altLang="zh-CN" b="1" dirty="0"/>
              <a:t>1</a:t>
            </a:r>
            <a:r>
              <a:rPr lang="zh-CN" altLang="en-US" b="1" dirty="0"/>
              <a:t>利用查询方式实现发送字符命令“</a:t>
            </a:r>
            <a:r>
              <a:rPr lang="en-US" altLang="zh-CN" b="1" dirty="0"/>
              <a:t>Y”</a:t>
            </a:r>
            <a:r>
              <a:rPr lang="zh-CN" altLang="en-US" b="1" dirty="0"/>
              <a:t>点亮</a:t>
            </a:r>
            <a:r>
              <a:rPr lang="en-US" altLang="zh-CN" b="1" dirty="0"/>
              <a:t>LED</a:t>
            </a:r>
            <a:r>
              <a:rPr lang="zh-CN" altLang="en-US" b="1" dirty="0"/>
              <a:t>灯，发送字符命令“</a:t>
            </a:r>
            <a:r>
              <a:rPr lang="en-US" altLang="zh-CN" b="1" dirty="0"/>
              <a:t>N”</a:t>
            </a:r>
            <a:r>
              <a:rPr lang="zh-CN" altLang="en-US" b="1" dirty="0"/>
              <a:t>熄灭</a:t>
            </a:r>
            <a:r>
              <a:rPr lang="en-US" altLang="zh-CN" b="1" dirty="0"/>
              <a:t>LED</a:t>
            </a:r>
            <a:r>
              <a:rPr lang="zh-CN" altLang="en-US" b="1" dirty="0"/>
              <a:t>灯</a:t>
            </a:r>
            <a:r>
              <a:rPr lang="zh-CN" altLang="en-US" b="1" dirty="0" smtClean="0"/>
              <a:t>。</a:t>
            </a:r>
            <a:endParaRPr lang="zh-CN" altLang="en-US" b="1" dirty="0"/>
          </a:p>
        </p:txBody>
      </p:sp>
      <p:sp>
        <p:nvSpPr>
          <p:cNvPr id="2" name="矩形 1"/>
          <p:cNvSpPr/>
          <p:nvPr/>
        </p:nvSpPr>
        <p:spPr>
          <a:xfrm>
            <a:off x="395536" y="1337313"/>
            <a:ext cx="461665" cy="3219409"/>
          </a:xfrm>
          <a:prstGeom prst="rect">
            <a:avLst/>
          </a:prstGeom>
        </p:spPr>
        <p:txBody>
          <a:bodyPr vert="eaVert" wrap="square">
            <a:spAutoFit/>
          </a:bodyPr>
          <a:lstStyle/>
          <a:p>
            <a:r>
              <a:rPr lang="zh-CN" altLang="en-US" b="1" dirty="0">
                <a:solidFill>
                  <a:srgbClr val="C00000"/>
                </a:solidFill>
              </a:rPr>
              <a:t>应用实例三</a:t>
            </a:r>
            <a:r>
              <a:rPr lang="en-US" altLang="zh-CN" b="1" dirty="0">
                <a:solidFill>
                  <a:srgbClr val="C00000"/>
                </a:solidFill>
              </a:rPr>
              <a:t>——USART</a:t>
            </a:r>
            <a:r>
              <a:rPr lang="zh-CN" altLang="en-US" b="1" dirty="0">
                <a:solidFill>
                  <a:srgbClr val="C00000"/>
                </a:solidFill>
              </a:rPr>
              <a:t>查询方式</a:t>
            </a:r>
          </a:p>
        </p:txBody>
      </p:sp>
      <p:sp>
        <p:nvSpPr>
          <p:cNvPr id="3" name="矩形 2"/>
          <p:cNvSpPr/>
          <p:nvPr/>
        </p:nvSpPr>
        <p:spPr>
          <a:xfrm>
            <a:off x="1322561" y="987574"/>
            <a:ext cx="1114408" cy="369332"/>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zh-CN" altLang="en-US" b="1" dirty="0">
                <a:solidFill>
                  <a:prstClr val="black"/>
                </a:solidFill>
              </a:rPr>
              <a:t>功能描述</a:t>
            </a:r>
            <a:endParaRPr lang="zh-CN" altLang="en-US" dirty="0"/>
          </a:p>
        </p:txBody>
      </p:sp>
      <p:sp>
        <p:nvSpPr>
          <p:cNvPr id="6" name="矩形 5"/>
          <p:cNvSpPr/>
          <p:nvPr/>
        </p:nvSpPr>
        <p:spPr>
          <a:xfrm>
            <a:off x="1672662" y="2993684"/>
            <a:ext cx="2899338" cy="182357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25000"/>
              </a:lnSpc>
            </a:pPr>
            <a:r>
              <a:rPr lang="en-US" altLang="zh-CN" b="1" dirty="0" smtClean="0"/>
              <a:t>      USART</a:t>
            </a:r>
            <a:r>
              <a:rPr lang="zh-CN" altLang="en-US" b="1" dirty="0"/>
              <a:t>可以采用</a:t>
            </a:r>
            <a:r>
              <a:rPr lang="zh-CN" altLang="en-US" b="1" dirty="0">
                <a:solidFill>
                  <a:srgbClr val="C00000"/>
                </a:solidFill>
              </a:rPr>
              <a:t>查询方式</a:t>
            </a:r>
            <a:r>
              <a:rPr lang="zh-CN" altLang="en-US" b="1" dirty="0"/>
              <a:t>进行数据通信</a:t>
            </a:r>
            <a:r>
              <a:rPr lang="zh-CN" altLang="en-US" b="1" dirty="0" smtClean="0"/>
              <a:t>，根据</a:t>
            </a:r>
            <a:r>
              <a:rPr lang="zh-CN" altLang="en-US" b="1" dirty="0"/>
              <a:t>各状态寄存器的状态决定下一步是否要执行发送接收或转入相应错误处理</a:t>
            </a:r>
            <a:r>
              <a:rPr lang="zh-CN" altLang="en-US" b="1" dirty="0" smtClean="0"/>
              <a:t>。</a:t>
            </a:r>
            <a:endParaRPr lang="zh-CN" altLang="en-US" b="1" dirty="0"/>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812831182"/>
              </p:ext>
            </p:extLst>
          </p:nvPr>
        </p:nvGraphicFramePr>
        <p:xfrm>
          <a:off x="5220072" y="312814"/>
          <a:ext cx="2637660" cy="4707208"/>
        </p:xfrm>
        <a:graphic>
          <a:graphicData uri="http://schemas.openxmlformats.org/presentationml/2006/ole">
            <mc:AlternateContent xmlns:mc="http://schemas.openxmlformats.org/markup-compatibility/2006">
              <mc:Choice xmlns:v="urn:schemas-microsoft-com:vml" Requires="v">
                <p:oleObj spid="_x0000_s63533" name="Visio" r:id="rId3" imgW="1848332" imgH="3298047" progId="Visio.Drawing.11">
                  <p:embed/>
                </p:oleObj>
              </mc:Choice>
              <mc:Fallback>
                <p:oleObj name="Visio" r:id="rId3" imgW="1848332" imgH="329804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312814"/>
                        <a:ext cx="2637660" cy="4707208"/>
                      </a:xfrm>
                      <a:prstGeom prst="rect">
                        <a:avLst/>
                      </a:prstGeom>
                      <a:noFill/>
                    </p:spPr>
                  </p:pic>
                </p:oleObj>
              </mc:Fallback>
            </mc:AlternateContent>
          </a:graphicData>
        </a:graphic>
      </p:graphicFrame>
    </p:spTree>
    <p:extLst>
      <p:ext uri="{BB962C8B-B14F-4D97-AF65-F5344CB8AC3E}">
        <p14:creationId xmlns:p14="http://schemas.microsoft.com/office/powerpoint/2010/main" val="292262119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4139952" y="1275606"/>
            <a:ext cx="4464496" cy="3139321"/>
          </a:xfrm>
          <a:prstGeom prst="rect">
            <a:avLst/>
          </a:prstGeom>
          <a:noFill/>
          <a:ln w="19050">
            <a:solidFill>
              <a:schemeClr val="accent5">
                <a:lumMod val="60000"/>
                <a:lumOff val="40000"/>
              </a:schemeClr>
            </a:solidFill>
          </a:ln>
        </p:spPr>
        <p:txBody>
          <a:bodyPr wrap="square" rtlCol="0">
            <a:spAutoFit/>
          </a:bodyPr>
          <a:lstStyle/>
          <a:p>
            <a:r>
              <a:rPr lang="en-US" b="1" dirty="0">
                <a:solidFill>
                  <a:schemeClr val="accent6">
                    <a:lumMod val="75000"/>
                  </a:schemeClr>
                </a:solidFill>
              </a:rPr>
              <a:t>USART</a:t>
            </a:r>
            <a:r>
              <a:rPr lang="zh-CN" altLang="en-US" b="1" dirty="0">
                <a:solidFill>
                  <a:schemeClr val="accent6">
                    <a:lumMod val="75000"/>
                  </a:schemeClr>
                </a:solidFill>
              </a:rPr>
              <a:t>初始化头文件</a:t>
            </a:r>
            <a:r>
              <a:rPr lang="en-US" b="1" dirty="0" err="1">
                <a:solidFill>
                  <a:schemeClr val="accent6">
                    <a:lumMod val="75000"/>
                  </a:schemeClr>
                </a:solidFill>
              </a:rPr>
              <a:t>USART_Init_Config.h</a:t>
            </a:r>
            <a:r>
              <a:rPr lang="en-US" b="1" dirty="0">
                <a:solidFill>
                  <a:schemeClr val="accent6">
                    <a:lumMod val="75000"/>
                  </a:schemeClr>
                </a:solidFill>
              </a:rPr>
              <a:t>，</a:t>
            </a:r>
            <a:r>
              <a:rPr lang="zh-CN" altLang="en-US" b="1" dirty="0">
                <a:solidFill>
                  <a:schemeClr val="accent6">
                    <a:lumMod val="75000"/>
                  </a:schemeClr>
                </a:solidFill>
              </a:rPr>
              <a:t>代码如下</a:t>
            </a:r>
            <a:r>
              <a:rPr lang="zh-CN" altLang="en-US" b="1" dirty="0" smtClean="0">
                <a:solidFill>
                  <a:schemeClr val="accent6">
                    <a:lumMod val="75000"/>
                  </a:schemeClr>
                </a:solidFill>
              </a:rPr>
              <a:t>：</a:t>
            </a:r>
            <a:endParaRPr lang="en-US" altLang="zh-CN" b="1" dirty="0" smtClean="0">
              <a:solidFill>
                <a:schemeClr val="accent6">
                  <a:lumMod val="75000"/>
                </a:schemeClr>
              </a:solidFill>
            </a:endParaRPr>
          </a:p>
          <a:p>
            <a:endParaRPr lang="zh-CN" altLang="en-US" b="1" dirty="0">
              <a:solidFill>
                <a:schemeClr val="accent6">
                  <a:lumMod val="75000"/>
                </a:schemeClr>
              </a:solidFill>
            </a:endParaRPr>
          </a:p>
          <a:p>
            <a:r>
              <a:rPr lang="en-US" altLang="zh-CN" b="1" dirty="0"/>
              <a:t>#</a:t>
            </a:r>
            <a:r>
              <a:rPr lang="en-US" b="1" dirty="0" err="1"/>
              <a:t>ifndef</a:t>
            </a:r>
            <a:r>
              <a:rPr lang="en-US" b="1" dirty="0"/>
              <a:t> __USART_INIT_CONFIG_H</a:t>
            </a:r>
          </a:p>
          <a:p>
            <a:r>
              <a:rPr lang="en-US" b="1" dirty="0"/>
              <a:t>#define __USART_INIT_CONFIG_H</a:t>
            </a:r>
          </a:p>
          <a:p>
            <a:endParaRPr lang="en-US" b="1" dirty="0"/>
          </a:p>
          <a:p>
            <a:r>
              <a:rPr lang="en-US" b="1" dirty="0"/>
              <a:t>#include "stm32f10x.h"</a:t>
            </a:r>
          </a:p>
          <a:p>
            <a:r>
              <a:rPr lang="en-US" b="1" dirty="0"/>
              <a:t>void </a:t>
            </a:r>
            <a:r>
              <a:rPr lang="en-US" b="1" dirty="0" err="1"/>
              <a:t>USART_Init_Config</a:t>
            </a:r>
            <a:r>
              <a:rPr lang="en-US" b="1" dirty="0"/>
              <a:t>(void);</a:t>
            </a:r>
          </a:p>
          <a:p>
            <a:endParaRPr lang="en-US" b="1" dirty="0"/>
          </a:p>
          <a:p>
            <a:r>
              <a:rPr lang="en-US" b="1" dirty="0"/>
              <a:t>#</a:t>
            </a:r>
            <a:r>
              <a:rPr lang="en-US" b="1" dirty="0" err="1"/>
              <a:t>endif</a:t>
            </a:r>
            <a:endParaRPr lang="en-US" b="1" dirty="0"/>
          </a:p>
          <a:p>
            <a:endParaRPr lang="en-US" b="1" dirty="0"/>
          </a:p>
        </p:txBody>
      </p:sp>
      <p:sp>
        <p:nvSpPr>
          <p:cNvPr id="2" name="矩形 1"/>
          <p:cNvSpPr/>
          <p:nvPr/>
        </p:nvSpPr>
        <p:spPr>
          <a:xfrm>
            <a:off x="683568" y="1285880"/>
            <a:ext cx="3331105" cy="369332"/>
          </a:xfrm>
          <a:prstGeom prst="rect">
            <a:avLst/>
          </a:prstGeom>
        </p:spPr>
        <p:txBody>
          <a:bodyPr wrap="none">
            <a:spAutoFit/>
          </a:bodyPr>
          <a:lstStyle/>
          <a:p>
            <a:r>
              <a:rPr lang="zh-CN" altLang="en-US" b="1" dirty="0">
                <a:solidFill>
                  <a:srgbClr val="C00000"/>
                </a:solidFill>
              </a:rPr>
              <a:t>应用实例三</a:t>
            </a:r>
            <a:r>
              <a:rPr lang="en-US" altLang="zh-CN" b="1" dirty="0">
                <a:solidFill>
                  <a:srgbClr val="C00000"/>
                </a:solidFill>
              </a:rPr>
              <a:t>——USART</a:t>
            </a:r>
            <a:r>
              <a:rPr lang="zh-CN" altLang="en-US" b="1" dirty="0">
                <a:solidFill>
                  <a:srgbClr val="C00000"/>
                </a:solidFill>
              </a:rPr>
              <a:t>查询方式</a:t>
            </a:r>
          </a:p>
        </p:txBody>
      </p:sp>
      <p:graphicFrame>
        <p:nvGraphicFramePr>
          <p:cNvPr id="3" name="图示 2"/>
          <p:cNvGraphicFramePr/>
          <p:nvPr>
            <p:extLst>
              <p:ext uri="{D42A27DB-BD31-4B8C-83A1-F6EECF244321}">
                <p14:modId xmlns:p14="http://schemas.microsoft.com/office/powerpoint/2010/main" val="35127610"/>
              </p:ext>
            </p:extLst>
          </p:nvPr>
        </p:nvGraphicFramePr>
        <p:xfrm>
          <a:off x="539552" y="2211723"/>
          <a:ext cx="3312368" cy="14401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835500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219013" y="1026046"/>
            <a:ext cx="4136963" cy="3893374"/>
          </a:xfrm>
          <a:prstGeom prst="rect">
            <a:avLst/>
          </a:prstGeom>
          <a:noFill/>
          <a:ln w="19050">
            <a:solidFill>
              <a:schemeClr val="accent5">
                <a:lumMod val="60000"/>
                <a:lumOff val="40000"/>
              </a:schemeClr>
            </a:solidFill>
          </a:ln>
        </p:spPr>
        <p:txBody>
          <a:bodyPr wrap="square" rtlCol="0">
            <a:spAutoFit/>
          </a:bodyPr>
          <a:lstStyle/>
          <a:p>
            <a:r>
              <a:rPr lang="en-US" sz="1300" b="1" dirty="0">
                <a:solidFill>
                  <a:schemeClr val="accent6">
                    <a:lumMod val="75000"/>
                  </a:schemeClr>
                </a:solidFill>
              </a:rPr>
              <a:t>USART</a:t>
            </a:r>
            <a:r>
              <a:rPr lang="zh-CN" altLang="en-US" sz="1300" b="1" dirty="0">
                <a:solidFill>
                  <a:schemeClr val="accent6">
                    <a:lumMod val="75000"/>
                  </a:schemeClr>
                </a:solidFill>
              </a:rPr>
              <a:t>初始化程序</a:t>
            </a:r>
            <a:r>
              <a:rPr lang="en-US" sz="1300" b="1" dirty="0" err="1">
                <a:solidFill>
                  <a:schemeClr val="accent6">
                    <a:lumMod val="75000"/>
                  </a:schemeClr>
                </a:solidFill>
              </a:rPr>
              <a:t>USART_Init_Config.c</a:t>
            </a:r>
            <a:r>
              <a:rPr lang="zh-CN" altLang="en-US" sz="1300" b="1" dirty="0">
                <a:solidFill>
                  <a:schemeClr val="accent6">
                    <a:lumMod val="75000"/>
                  </a:schemeClr>
                </a:solidFill>
              </a:rPr>
              <a:t>文件，代码如下：</a:t>
            </a:r>
          </a:p>
          <a:p>
            <a:r>
              <a:rPr lang="en-US" altLang="zh-CN" sz="1300" b="1" dirty="0"/>
              <a:t>#</a:t>
            </a:r>
            <a:r>
              <a:rPr lang="en-US" sz="1300" b="1" dirty="0"/>
              <a:t>include &lt;</a:t>
            </a:r>
            <a:r>
              <a:rPr lang="en-US" sz="1300" b="1" dirty="0" err="1"/>
              <a:t>stdio.h</a:t>
            </a:r>
            <a:r>
              <a:rPr lang="en-US" sz="1300" b="1" dirty="0"/>
              <a:t>&gt;</a:t>
            </a:r>
          </a:p>
          <a:p>
            <a:r>
              <a:rPr lang="en-US" sz="1300" b="1" dirty="0"/>
              <a:t>#include "</a:t>
            </a:r>
            <a:r>
              <a:rPr lang="en-US" sz="1300" b="1" dirty="0" err="1"/>
              <a:t>USART_Init_Config.h</a:t>
            </a:r>
            <a:r>
              <a:rPr lang="en-US" sz="1300" b="1" dirty="0"/>
              <a:t>"</a:t>
            </a:r>
          </a:p>
          <a:p>
            <a:endParaRPr lang="en-US" sz="1300" b="1" dirty="0"/>
          </a:p>
          <a:p>
            <a:r>
              <a:rPr lang="en-US" sz="1300" b="1" dirty="0"/>
              <a:t>void </a:t>
            </a:r>
            <a:r>
              <a:rPr lang="en-US" sz="1300" b="1" dirty="0" err="1"/>
              <a:t>USART_Init_Config</a:t>
            </a:r>
            <a:r>
              <a:rPr lang="en-US" sz="1300" b="1" dirty="0"/>
              <a:t>(void)</a:t>
            </a:r>
          </a:p>
          <a:p>
            <a:r>
              <a:rPr lang="en-US" sz="1300" b="1" dirty="0"/>
              <a:t>{</a:t>
            </a:r>
          </a:p>
          <a:p>
            <a:r>
              <a:rPr lang="en-US" sz="1300" b="1" dirty="0" smtClean="0"/>
              <a:t>   </a:t>
            </a:r>
            <a:r>
              <a:rPr lang="en-US" sz="1300" b="1" dirty="0" err="1" smtClean="0"/>
              <a:t>GPIO_InitTypeDef</a:t>
            </a:r>
            <a:r>
              <a:rPr lang="en-US" sz="1300" b="1" dirty="0" smtClean="0"/>
              <a:t> </a:t>
            </a:r>
            <a:r>
              <a:rPr lang="en-US" sz="1300" b="1" dirty="0" err="1"/>
              <a:t>GPIO_InitStructure</a:t>
            </a:r>
            <a:r>
              <a:rPr lang="en-US" sz="1300" b="1" dirty="0"/>
              <a:t>;</a:t>
            </a:r>
          </a:p>
          <a:p>
            <a:r>
              <a:rPr lang="en-US" sz="1300" b="1" dirty="0" smtClean="0"/>
              <a:t>   </a:t>
            </a:r>
            <a:r>
              <a:rPr lang="en-US" sz="1300" b="1" dirty="0" err="1" smtClean="0"/>
              <a:t>USART_InitTypeDef</a:t>
            </a:r>
            <a:r>
              <a:rPr lang="en-US" sz="1300" b="1" dirty="0" smtClean="0"/>
              <a:t> </a:t>
            </a:r>
            <a:r>
              <a:rPr lang="en-US" sz="1300" b="1" dirty="0" err="1"/>
              <a:t>USART_InitStructure</a:t>
            </a:r>
            <a:r>
              <a:rPr lang="en-US" sz="1300" b="1" dirty="0"/>
              <a:t>;</a:t>
            </a:r>
          </a:p>
          <a:p>
            <a:r>
              <a:rPr lang="en-US" sz="1300" b="1" dirty="0" smtClean="0"/>
              <a:t>      //</a:t>
            </a:r>
            <a:r>
              <a:rPr lang="zh-CN" altLang="en-US" sz="1300" b="1" dirty="0"/>
              <a:t>使能</a:t>
            </a:r>
            <a:r>
              <a:rPr lang="en-US" sz="1300" b="1" dirty="0"/>
              <a:t>USART1</a:t>
            </a:r>
            <a:r>
              <a:rPr lang="zh-CN" altLang="en-US" sz="1300" b="1" dirty="0"/>
              <a:t>和</a:t>
            </a:r>
            <a:r>
              <a:rPr lang="en-US" sz="1300" b="1" dirty="0"/>
              <a:t>GPIOA</a:t>
            </a:r>
            <a:r>
              <a:rPr lang="zh-CN" altLang="en-US" sz="1300" b="1" dirty="0"/>
              <a:t>的时钟</a:t>
            </a:r>
          </a:p>
          <a:p>
            <a:r>
              <a:rPr lang="en-US" sz="1300" b="1" dirty="0" smtClean="0"/>
              <a:t>RCC_APB2PeriphClockCmd(RCC_APB2Periph_USART1|RCC_APB2Periph_GPIOA</a:t>
            </a:r>
            <a:r>
              <a:rPr lang="en-US" sz="1300" b="1" dirty="0"/>
              <a:t>, ENABLE);</a:t>
            </a:r>
          </a:p>
          <a:p>
            <a:r>
              <a:rPr lang="en-US" sz="1300" b="1" dirty="0" smtClean="0"/>
              <a:t>   </a:t>
            </a:r>
            <a:r>
              <a:rPr lang="en-US" sz="1300" b="1" dirty="0" err="1" smtClean="0"/>
              <a:t>USART_DeInit</a:t>
            </a:r>
            <a:r>
              <a:rPr lang="en-US" sz="1300" b="1" dirty="0" smtClean="0"/>
              <a:t>(USART1</a:t>
            </a:r>
            <a:r>
              <a:rPr lang="en-US" sz="1300" b="1" dirty="0"/>
              <a:t>);  //</a:t>
            </a:r>
            <a:r>
              <a:rPr lang="zh-CN" altLang="en-US" sz="1300" b="1" dirty="0"/>
              <a:t>复位串口</a:t>
            </a:r>
            <a:r>
              <a:rPr lang="en-US" altLang="zh-CN" sz="1300" b="1" dirty="0"/>
              <a:t>1</a:t>
            </a:r>
          </a:p>
          <a:p>
            <a:r>
              <a:rPr lang="en-US" altLang="zh-CN" sz="1300" b="1" dirty="0" smtClean="0"/>
              <a:t>       //</a:t>
            </a:r>
            <a:r>
              <a:rPr lang="en-US" sz="1300" b="1" dirty="0"/>
              <a:t>USART1_TX   PA9</a:t>
            </a:r>
            <a:r>
              <a:rPr lang="zh-CN" altLang="en-US" sz="1300" b="1" dirty="0"/>
              <a:t>为复用推挽输出</a:t>
            </a:r>
          </a:p>
          <a:p>
            <a:r>
              <a:rPr lang="en-US" sz="1300" b="1" dirty="0" smtClean="0"/>
              <a:t>   </a:t>
            </a:r>
            <a:r>
              <a:rPr lang="en-US" sz="1300" b="1" dirty="0" err="1" smtClean="0"/>
              <a:t>GPIO_InitStructure.GPIO_Pin</a:t>
            </a:r>
            <a:r>
              <a:rPr lang="en-US" sz="1300" b="1" dirty="0" smtClean="0"/>
              <a:t> </a:t>
            </a:r>
            <a:r>
              <a:rPr lang="en-US" sz="1300" b="1" dirty="0"/>
              <a:t>= GPIO_Pin_9; //PA.9</a:t>
            </a:r>
          </a:p>
          <a:p>
            <a:r>
              <a:rPr lang="en-US" sz="1300" b="1" dirty="0" smtClean="0"/>
              <a:t>   </a:t>
            </a:r>
            <a:r>
              <a:rPr lang="en-US" sz="1300" b="1" dirty="0" err="1" smtClean="0"/>
              <a:t>GPIO_InitStructure.GPIO_Speed</a:t>
            </a:r>
            <a:r>
              <a:rPr lang="en-US" sz="1300" b="1" dirty="0" smtClean="0"/>
              <a:t> </a:t>
            </a:r>
            <a:r>
              <a:rPr lang="en-US" sz="1300" b="1" dirty="0"/>
              <a:t>= GPIO_Speed_50MHz;</a:t>
            </a:r>
          </a:p>
          <a:p>
            <a:r>
              <a:rPr lang="en-US" sz="1300" b="1" dirty="0" smtClean="0"/>
              <a:t>   </a:t>
            </a:r>
            <a:r>
              <a:rPr lang="en-US" sz="1300" b="1" dirty="0" err="1" smtClean="0"/>
              <a:t>GPIO_InitStructure.GPIO_Mode</a:t>
            </a:r>
            <a:r>
              <a:rPr lang="en-US" sz="1300" b="1" dirty="0" smtClean="0"/>
              <a:t> </a:t>
            </a:r>
            <a:r>
              <a:rPr lang="en-US" sz="1300" b="1" dirty="0"/>
              <a:t>= </a:t>
            </a:r>
            <a:r>
              <a:rPr lang="en-US" sz="1300" b="1" dirty="0" err="1"/>
              <a:t>GPIO_Mode_AF_PP</a:t>
            </a:r>
            <a:r>
              <a:rPr lang="en-US" sz="1300" b="1" dirty="0" smtClean="0"/>
              <a:t>;    </a:t>
            </a:r>
            <a:r>
              <a:rPr lang="en-US" sz="1300" b="1" dirty="0" err="1" smtClean="0"/>
              <a:t>GPIO_Init</a:t>
            </a:r>
            <a:r>
              <a:rPr lang="en-US" sz="1300" b="1" dirty="0" smtClean="0"/>
              <a:t>(GPIOA</a:t>
            </a:r>
            <a:r>
              <a:rPr lang="en-US" sz="1300" b="1" dirty="0"/>
              <a:t>, &amp;</a:t>
            </a:r>
            <a:r>
              <a:rPr lang="en-US" sz="1300" b="1" dirty="0" err="1"/>
              <a:t>GPIO_InitStructure</a:t>
            </a:r>
            <a:r>
              <a:rPr lang="en-US" sz="1300" b="1" dirty="0"/>
              <a:t>); </a:t>
            </a:r>
          </a:p>
          <a:p>
            <a:r>
              <a:rPr lang="en-US" sz="1300" b="1" dirty="0" smtClean="0"/>
              <a:t>       //USART1_RX</a:t>
            </a:r>
            <a:r>
              <a:rPr lang="zh-CN" altLang="en-US" sz="1300" b="1" dirty="0" smtClean="0"/>
              <a:t>，</a:t>
            </a:r>
            <a:r>
              <a:rPr lang="en-US" sz="1300" b="1" dirty="0" smtClean="0"/>
              <a:t>PA10</a:t>
            </a:r>
            <a:r>
              <a:rPr lang="zh-CN" altLang="en-US" sz="1300" b="1" dirty="0"/>
              <a:t>为浮空输入</a:t>
            </a:r>
          </a:p>
          <a:p>
            <a:r>
              <a:rPr lang="zh-CN" altLang="en-US" sz="1300" b="1" dirty="0" smtClean="0"/>
              <a:t>   </a:t>
            </a:r>
            <a:r>
              <a:rPr lang="en-US" sz="1300" b="1" dirty="0" err="1" smtClean="0"/>
              <a:t>GPIO_InitStructure.GPIO_Pin</a:t>
            </a:r>
            <a:r>
              <a:rPr lang="en-US" sz="1300" b="1" dirty="0" smtClean="0"/>
              <a:t> </a:t>
            </a:r>
            <a:r>
              <a:rPr lang="en-US" sz="1300" b="1" dirty="0"/>
              <a:t>= GPIO_Pin_10</a:t>
            </a:r>
            <a:r>
              <a:rPr lang="en-US" sz="1300" b="1" dirty="0" smtClean="0"/>
              <a:t>;</a:t>
            </a:r>
            <a:endParaRPr lang="en-US" sz="1300" b="1" dirty="0"/>
          </a:p>
        </p:txBody>
      </p:sp>
      <p:sp>
        <p:nvSpPr>
          <p:cNvPr id="2" name="矩形 1"/>
          <p:cNvSpPr/>
          <p:nvPr/>
        </p:nvSpPr>
        <p:spPr>
          <a:xfrm>
            <a:off x="5004048" y="406865"/>
            <a:ext cx="3331105" cy="369332"/>
          </a:xfrm>
          <a:prstGeom prst="rect">
            <a:avLst/>
          </a:prstGeom>
        </p:spPr>
        <p:txBody>
          <a:bodyPr wrap="none">
            <a:spAutoFit/>
          </a:bodyPr>
          <a:lstStyle/>
          <a:p>
            <a:r>
              <a:rPr lang="zh-CN" altLang="en-US" b="1" dirty="0">
                <a:solidFill>
                  <a:srgbClr val="C00000"/>
                </a:solidFill>
              </a:rPr>
              <a:t>应用实例三</a:t>
            </a:r>
            <a:r>
              <a:rPr lang="en-US" altLang="zh-CN" b="1" dirty="0">
                <a:solidFill>
                  <a:srgbClr val="C00000"/>
                </a:solidFill>
              </a:rPr>
              <a:t>——USART</a:t>
            </a:r>
            <a:r>
              <a:rPr lang="zh-CN" altLang="en-US" b="1" dirty="0">
                <a:solidFill>
                  <a:srgbClr val="C00000"/>
                </a:solidFill>
              </a:rPr>
              <a:t>查询方式</a:t>
            </a:r>
          </a:p>
        </p:txBody>
      </p:sp>
      <p:sp>
        <p:nvSpPr>
          <p:cNvPr id="8" name="TextBox 7"/>
          <p:cNvSpPr txBox="1"/>
          <p:nvPr/>
        </p:nvSpPr>
        <p:spPr>
          <a:xfrm>
            <a:off x="4572935" y="1022072"/>
            <a:ext cx="4391553" cy="3970318"/>
          </a:xfrm>
          <a:prstGeom prst="rect">
            <a:avLst/>
          </a:prstGeom>
          <a:noFill/>
          <a:ln w="19050">
            <a:solidFill>
              <a:schemeClr val="accent5">
                <a:lumMod val="60000"/>
                <a:lumOff val="40000"/>
              </a:schemeClr>
            </a:solidFill>
          </a:ln>
        </p:spPr>
        <p:txBody>
          <a:bodyPr wrap="square" rtlCol="0">
            <a:spAutoFit/>
          </a:bodyPr>
          <a:lstStyle/>
          <a:p>
            <a:r>
              <a:rPr lang="en-US" sz="1400" b="1" dirty="0" err="1" smtClean="0"/>
              <a:t>GPIO_InitStructure.GPIO_Mode</a:t>
            </a:r>
            <a:r>
              <a:rPr lang="en-US" sz="1400" b="1" dirty="0" smtClean="0"/>
              <a:t> </a:t>
            </a:r>
            <a:r>
              <a:rPr lang="en-US" sz="1400" b="1" dirty="0"/>
              <a:t>= </a:t>
            </a:r>
            <a:r>
              <a:rPr lang="en-US" sz="1400" b="1" dirty="0" err="1"/>
              <a:t>GPIO_Mode_IN_FLOATING</a:t>
            </a:r>
            <a:r>
              <a:rPr lang="en-US" sz="1400" b="1" dirty="0"/>
              <a:t>;</a:t>
            </a:r>
          </a:p>
          <a:p>
            <a:r>
              <a:rPr lang="en-US" sz="1400" b="1" dirty="0" err="1"/>
              <a:t>GPIO_Init</a:t>
            </a:r>
            <a:r>
              <a:rPr lang="en-US" sz="1400" b="1" dirty="0"/>
              <a:t>(GPIOA, &amp;</a:t>
            </a:r>
            <a:r>
              <a:rPr lang="en-US" sz="1400" b="1" dirty="0" err="1"/>
              <a:t>GPIO_InitStructure</a:t>
            </a:r>
            <a:r>
              <a:rPr lang="en-US" sz="1400" b="1" dirty="0"/>
              <a:t>); </a:t>
            </a:r>
          </a:p>
          <a:p>
            <a:r>
              <a:rPr lang="en-US" sz="1400" b="1" dirty="0"/>
              <a:t>//USART1</a:t>
            </a:r>
            <a:r>
              <a:rPr lang="zh-CN" altLang="en-US" sz="1400" b="1" dirty="0"/>
              <a:t>参数配置：波特率</a:t>
            </a:r>
            <a:r>
              <a:rPr lang="en-US" altLang="zh-CN" sz="1400" b="1" dirty="0"/>
              <a:t>115200</a:t>
            </a:r>
            <a:r>
              <a:rPr lang="zh-CN" altLang="en-US" sz="1400" b="1" dirty="0"/>
              <a:t>，</a:t>
            </a:r>
            <a:r>
              <a:rPr lang="en-US" altLang="zh-CN" sz="1400" b="1" dirty="0"/>
              <a:t>8</a:t>
            </a:r>
            <a:r>
              <a:rPr lang="zh-CN" altLang="en-US" sz="1400" b="1" dirty="0"/>
              <a:t>位数据位，</a:t>
            </a:r>
            <a:r>
              <a:rPr lang="en-US" altLang="zh-CN" sz="1400" b="1" dirty="0"/>
              <a:t>1</a:t>
            </a:r>
            <a:r>
              <a:rPr lang="zh-CN" altLang="en-US" sz="1400" b="1" dirty="0"/>
              <a:t>位停止位，无校验，不使用硬件流控制</a:t>
            </a:r>
          </a:p>
          <a:p>
            <a:r>
              <a:rPr lang="en-US" sz="1400" b="1" dirty="0" err="1" smtClean="0"/>
              <a:t>USART_InitStructure.USART_BaudRate</a:t>
            </a:r>
            <a:r>
              <a:rPr lang="en-US" sz="1400" b="1" dirty="0" smtClean="0"/>
              <a:t> </a:t>
            </a:r>
            <a:r>
              <a:rPr lang="en-US" sz="1400" b="1" dirty="0"/>
              <a:t>= 115200;</a:t>
            </a:r>
          </a:p>
          <a:p>
            <a:r>
              <a:rPr lang="en-US" sz="1400" b="1" dirty="0" err="1" smtClean="0"/>
              <a:t>USART_InitStructure.USART_WordLength</a:t>
            </a:r>
            <a:r>
              <a:rPr lang="en-US" sz="1400" b="1" dirty="0" smtClean="0"/>
              <a:t> </a:t>
            </a:r>
            <a:r>
              <a:rPr lang="en-US" sz="1400" b="1" dirty="0"/>
              <a:t>= USART_WordLength_8b;</a:t>
            </a:r>
          </a:p>
          <a:p>
            <a:r>
              <a:rPr lang="en-US" sz="1400" b="1" dirty="0" err="1" smtClean="0"/>
              <a:t>USART_InitStructure.USART_StopBits</a:t>
            </a:r>
            <a:r>
              <a:rPr lang="en-US" sz="1400" b="1" dirty="0" smtClean="0"/>
              <a:t> </a:t>
            </a:r>
            <a:r>
              <a:rPr lang="en-US" sz="1400" b="1" dirty="0"/>
              <a:t>= USART_StopBits_1;</a:t>
            </a:r>
          </a:p>
          <a:p>
            <a:r>
              <a:rPr lang="en-US" sz="1400" b="1" dirty="0" err="1" smtClean="0"/>
              <a:t>USART_InitStructure.USART_Parity</a:t>
            </a:r>
            <a:r>
              <a:rPr lang="en-US" sz="1400" b="1" dirty="0" smtClean="0"/>
              <a:t> </a:t>
            </a:r>
            <a:r>
              <a:rPr lang="en-US" sz="1400" b="1" dirty="0"/>
              <a:t>= </a:t>
            </a:r>
            <a:r>
              <a:rPr lang="en-US" sz="1400" b="1" dirty="0" err="1"/>
              <a:t>USART_Parity_No</a:t>
            </a:r>
            <a:r>
              <a:rPr lang="en-US" sz="1400" b="1" dirty="0"/>
              <a:t>;</a:t>
            </a:r>
          </a:p>
          <a:p>
            <a:r>
              <a:rPr lang="en-US" sz="1400" b="1" dirty="0" err="1"/>
              <a:t>USART_InitStructure.USART_HardwareFlowControl</a:t>
            </a:r>
            <a:r>
              <a:rPr lang="en-US" sz="1400" b="1" dirty="0"/>
              <a:t>=</a:t>
            </a:r>
            <a:r>
              <a:rPr lang="en-US" sz="1400" b="1" dirty="0" err="1"/>
              <a:t>SART_HardwareFlowControl_None</a:t>
            </a:r>
            <a:r>
              <a:rPr lang="en-US" sz="1400" b="1" dirty="0"/>
              <a:t>;</a:t>
            </a:r>
          </a:p>
          <a:p>
            <a:r>
              <a:rPr lang="en-US" sz="1400" b="1" dirty="0" err="1" smtClean="0"/>
              <a:t>USART_InitStructure.USART_Mode</a:t>
            </a:r>
            <a:r>
              <a:rPr lang="en-US" sz="1400" b="1" dirty="0" smtClean="0"/>
              <a:t> </a:t>
            </a:r>
            <a:r>
              <a:rPr lang="en-US" sz="1400" b="1" dirty="0"/>
              <a:t>= </a:t>
            </a:r>
            <a:r>
              <a:rPr lang="en-US" sz="1400" b="1" dirty="0" err="1"/>
              <a:t>USART_Mode_Rx</a:t>
            </a:r>
            <a:r>
              <a:rPr lang="en-US" sz="1400" b="1" dirty="0"/>
              <a:t> | </a:t>
            </a:r>
            <a:r>
              <a:rPr lang="en-US" sz="1400" b="1" dirty="0" err="1"/>
              <a:t>USART_Mode_Tx</a:t>
            </a:r>
            <a:r>
              <a:rPr lang="en-US" sz="1400" b="1" dirty="0"/>
              <a:t>;</a:t>
            </a:r>
          </a:p>
          <a:p>
            <a:r>
              <a:rPr lang="en-US" sz="1400" b="1" dirty="0" err="1" smtClean="0"/>
              <a:t>USART_Init</a:t>
            </a:r>
            <a:r>
              <a:rPr lang="en-US" sz="1400" b="1" dirty="0" smtClean="0"/>
              <a:t>(USART1</a:t>
            </a:r>
            <a:r>
              <a:rPr lang="en-US" sz="1400" b="1" dirty="0"/>
              <a:t>, &amp;</a:t>
            </a:r>
            <a:r>
              <a:rPr lang="en-US" sz="1400" b="1" dirty="0" err="1"/>
              <a:t>USART_InitStructure</a:t>
            </a:r>
            <a:r>
              <a:rPr lang="en-US" sz="1400" b="1" dirty="0"/>
              <a:t>);</a:t>
            </a:r>
          </a:p>
          <a:p>
            <a:r>
              <a:rPr lang="en-US" sz="1400" b="1" dirty="0" err="1" smtClean="0"/>
              <a:t>USART_Cmd</a:t>
            </a:r>
            <a:r>
              <a:rPr lang="en-US" sz="1400" b="1" dirty="0" smtClean="0"/>
              <a:t>(USART1</a:t>
            </a:r>
            <a:r>
              <a:rPr lang="en-US" sz="1400" b="1" dirty="0"/>
              <a:t>, ENABLE); </a:t>
            </a:r>
          </a:p>
          <a:p>
            <a:r>
              <a:rPr lang="en-US" sz="1400" b="1" dirty="0" smtClean="0"/>
              <a:t>}</a:t>
            </a:r>
            <a:endParaRPr lang="en-US" sz="1400" b="1" dirty="0"/>
          </a:p>
        </p:txBody>
      </p:sp>
    </p:spTree>
    <p:extLst>
      <p:ext uri="{BB962C8B-B14F-4D97-AF65-F5344CB8AC3E}">
        <p14:creationId xmlns:p14="http://schemas.microsoft.com/office/powerpoint/2010/main" val="274742077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2" name="矩形 1"/>
          <p:cNvSpPr/>
          <p:nvPr/>
        </p:nvSpPr>
        <p:spPr>
          <a:xfrm>
            <a:off x="5004048" y="406865"/>
            <a:ext cx="3331105" cy="369332"/>
          </a:xfrm>
          <a:prstGeom prst="rect">
            <a:avLst/>
          </a:prstGeom>
        </p:spPr>
        <p:txBody>
          <a:bodyPr wrap="none">
            <a:spAutoFit/>
          </a:bodyPr>
          <a:lstStyle/>
          <a:p>
            <a:r>
              <a:rPr lang="zh-CN" altLang="en-US" b="1" dirty="0">
                <a:solidFill>
                  <a:srgbClr val="C00000"/>
                </a:solidFill>
              </a:rPr>
              <a:t>应用实例三</a:t>
            </a:r>
            <a:r>
              <a:rPr lang="en-US" altLang="zh-CN" b="1" dirty="0">
                <a:solidFill>
                  <a:srgbClr val="C00000"/>
                </a:solidFill>
              </a:rPr>
              <a:t>——USART</a:t>
            </a:r>
            <a:r>
              <a:rPr lang="zh-CN" altLang="en-US" b="1" dirty="0">
                <a:solidFill>
                  <a:srgbClr val="C00000"/>
                </a:solidFill>
              </a:rPr>
              <a:t>查询方式</a:t>
            </a:r>
          </a:p>
        </p:txBody>
      </p:sp>
      <p:sp>
        <p:nvSpPr>
          <p:cNvPr id="8" name="TextBox 7"/>
          <p:cNvSpPr txBox="1"/>
          <p:nvPr/>
        </p:nvSpPr>
        <p:spPr>
          <a:xfrm>
            <a:off x="611560" y="1119391"/>
            <a:ext cx="3744416" cy="3455048"/>
          </a:xfrm>
          <a:prstGeom prst="rect">
            <a:avLst/>
          </a:prstGeom>
          <a:noFill/>
          <a:ln w="19050">
            <a:solidFill>
              <a:schemeClr val="accent5">
                <a:lumMod val="60000"/>
                <a:lumOff val="40000"/>
              </a:schemeClr>
            </a:solidFill>
          </a:ln>
        </p:spPr>
        <p:txBody>
          <a:bodyPr wrap="square" rtlCol="0">
            <a:spAutoFit/>
          </a:bodyPr>
          <a:lstStyle/>
          <a:p>
            <a:pPr>
              <a:lnSpc>
                <a:spcPct val="125000"/>
              </a:lnSpc>
            </a:pPr>
            <a:r>
              <a:rPr lang="en-US" sz="1600" b="1" dirty="0" smtClean="0">
                <a:solidFill>
                  <a:schemeClr val="accent6">
                    <a:lumMod val="75000"/>
                  </a:schemeClr>
                </a:solidFill>
              </a:rPr>
              <a:t>     //</a:t>
            </a:r>
            <a:r>
              <a:rPr lang="zh-CN" altLang="en-US" sz="1600" b="1" dirty="0">
                <a:solidFill>
                  <a:schemeClr val="accent6">
                    <a:lumMod val="75000"/>
                  </a:schemeClr>
                </a:solidFill>
              </a:rPr>
              <a:t>重定向</a:t>
            </a:r>
            <a:r>
              <a:rPr lang="en-US" sz="1600" b="1" dirty="0" err="1">
                <a:solidFill>
                  <a:schemeClr val="accent6">
                    <a:lumMod val="75000"/>
                  </a:schemeClr>
                </a:solidFill>
              </a:rPr>
              <a:t>printf</a:t>
            </a:r>
            <a:r>
              <a:rPr lang="zh-CN" altLang="en-US" sz="1600" b="1" dirty="0">
                <a:solidFill>
                  <a:schemeClr val="accent6">
                    <a:lumMod val="75000"/>
                  </a:schemeClr>
                </a:solidFill>
              </a:rPr>
              <a:t>函数</a:t>
            </a:r>
          </a:p>
          <a:p>
            <a:pPr>
              <a:lnSpc>
                <a:spcPct val="125000"/>
              </a:lnSpc>
            </a:pPr>
            <a:r>
              <a:rPr lang="en-US" sz="1600" b="1" dirty="0" err="1"/>
              <a:t>int</a:t>
            </a:r>
            <a:r>
              <a:rPr lang="en-US" sz="1600" b="1" dirty="0"/>
              <a:t> </a:t>
            </a:r>
            <a:r>
              <a:rPr lang="en-US" sz="1600" b="1" dirty="0" err="1"/>
              <a:t>fputc</a:t>
            </a:r>
            <a:r>
              <a:rPr lang="en-US" sz="1600" b="1" dirty="0"/>
              <a:t>(</a:t>
            </a:r>
            <a:r>
              <a:rPr lang="en-US" sz="1600" b="1" dirty="0" err="1"/>
              <a:t>int</a:t>
            </a:r>
            <a:r>
              <a:rPr lang="en-US" sz="1600" b="1" dirty="0"/>
              <a:t> </a:t>
            </a:r>
            <a:r>
              <a:rPr lang="en-US" sz="1600" b="1" dirty="0" err="1"/>
              <a:t>ch</a:t>
            </a:r>
            <a:r>
              <a:rPr lang="en-US" sz="1600" b="1" dirty="0"/>
              <a:t>, FILE *f)</a:t>
            </a:r>
          </a:p>
          <a:p>
            <a:pPr>
              <a:lnSpc>
                <a:spcPct val="125000"/>
              </a:lnSpc>
            </a:pPr>
            <a:r>
              <a:rPr lang="en-US" sz="1600" b="1" dirty="0" smtClean="0"/>
              <a:t>{</a:t>
            </a:r>
          </a:p>
          <a:p>
            <a:pPr>
              <a:lnSpc>
                <a:spcPct val="125000"/>
              </a:lnSpc>
            </a:pPr>
            <a:r>
              <a:rPr lang="en-US" sz="1600" b="1" dirty="0"/>
              <a:t> </a:t>
            </a:r>
            <a:r>
              <a:rPr lang="en-US" sz="1600" b="1" dirty="0" smtClean="0"/>
              <a:t>      /* </a:t>
            </a:r>
            <a:r>
              <a:rPr lang="zh-CN" altLang="en-US" sz="1600" b="1" dirty="0"/>
              <a:t>发送一个字节数据到</a:t>
            </a:r>
            <a:r>
              <a:rPr lang="en-US" sz="1600" b="1" dirty="0"/>
              <a:t>USART1*/</a:t>
            </a:r>
          </a:p>
          <a:p>
            <a:pPr>
              <a:lnSpc>
                <a:spcPct val="125000"/>
              </a:lnSpc>
            </a:pPr>
            <a:r>
              <a:rPr lang="en-US" sz="1600" b="1" dirty="0" smtClean="0"/>
              <a:t>    </a:t>
            </a:r>
            <a:r>
              <a:rPr lang="en-US" sz="1600" b="1" dirty="0" err="1" smtClean="0"/>
              <a:t>USART_SendData</a:t>
            </a:r>
            <a:r>
              <a:rPr lang="en-US" sz="1600" b="1" dirty="0" smtClean="0"/>
              <a:t>(USART1</a:t>
            </a:r>
            <a:r>
              <a:rPr lang="en-US" sz="1600" b="1" dirty="0"/>
              <a:t>, (uint8_t) </a:t>
            </a:r>
            <a:r>
              <a:rPr lang="en-US" sz="1600" b="1" dirty="0" err="1"/>
              <a:t>ch</a:t>
            </a:r>
            <a:r>
              <a:rPr lang="en-US" sz="1600" b="1" dirty="0"/>
              <a:t>);</a:t>
            </a:r>
          </a:p>
          <a:p>
            <a:pPr>
              <a:lnSpc>
                <a:spcPct val="125000"/>
              </a:lnSpc>
            </a:pPr>
            <a:r>
              <a:rPr lang="en-US" sz="1600" b="1" dirty="0" smtClean="0"/>
              <a:t>       /*</a:t>
            </a:r>
            <a:r>
              <a:rPr lang="zh-CN" altLang="en-US" sz="1600" b="1" dirty="0"/>
              <a:t>等待发送寄存器为空 *</a:t>
            </a:r>
            <a:r>
              <a:rPr lang="en-US" altLang="zh-CN" sz="1600" b="1" dirty="0"/>
              <a:t>/</a:t>
            </a:r>
          </a:p>
          <a:p>
            <a:pPr marL="177800" indent="-177800">
              <a:lnSpc>
                <a:spcPct val="125000"/>
              </a:lnSpc>
            </a:pPr>
            <a:r>
              <a:rPr lang="en-US" altLang="zh-CN" sz="1600" b="1" dirty="0" smtClean="0"/>
              <a:t>    </a:t>
            </a:r>
            <a:r>
              <a:rPr lang="en-US" sz="1600" b="1" dirty="0" smtClean="0"/>
              <a:t>while </a:t>
            </a:r>
            <a:r>
              <a:rPr lang="en-US" sz="1600" b="1" dirty="0"/>
              <a:t>(</a:t>
            </a:r>
            <a:r>
              <a:rPr lang="en-US" sz="1600" b="1" dirty="0" err="1"/>
              <a:t>USART_GetFlagStatus</a:t>
            </a:r>
            <a:r>
              <a:rPr lang="en-US" sz="1600" b="1" dirty="0"/>
              <a:t>(USART1, USART_FLAG_TXE) == RESET);	</a:t>
            </a:r>
          </a:p>
          <a:p>
            <a:pPr>
              <a:lnSpc>
                <a:spcPct val="125000"/>
              </a:lnSpc>
            </a:pPr>
            <a:r>
              <a:rPr lang="en-US" sz="1600" b="1" dirty="0" smtClean="0"/>
              <a:t>          return </a:t>
            </a:r>
            <a:r>
              <a:rPr lang="en-US" sz="1600" b="1" dirty="0"/>
              <a:t>(</a:t>
            </a:r>
            <a:r>
              <a:rPr lang="en-US" sz="1600" b="1" dirty="0" err="1"/>
              <a:t>ch</a:t>
            </a:r>
            <a:r>
              <a:rPr lang="en-US" sz="1600" b="1" dirty="0"/>
              <a:t>);</a:t>
            </a:r>
          </a:p>
          <a:p>
            <a:pPr>
              <a:lnSpc>
                <a:spcPct val="125000"/>
              </a:lnSpc>
            </a:pPr>
            <a:r>
              <a:rPr lang="en-US" sz="1600" b="1" dirty="0" smtClean="0"/>
              <a:t>}</a:t>
            </a:r>
            <a:endParaRPr lang="en-US" sz="1600" b="1" dirty="0"/>
          </a:p>
        </p:txBody>
      </p:sp>
      <p:sp>
        <p:nvSpPr>
          <p:cNvPr id="9" name="TextBox 8"/>
          <p:cNvSpPr txBox="1"/>
          <p:nvPr/>
        </p:nvSpPr>
        <p:spPr>
          <a:xfrm>
            <a:off x="4499992" y="1119391"/>
            <a:ext cx="4176464" cy="3208571"/>
          </a:xfrm>
          <a:prstGeom prst="rect">
            <a:avLst/>
          </a:prstGeom>
          <a:noFill/>
          <a:ln w="19050">
            <a:solidFill>
              <a:schemeClr val="accent5">
                <a:lumMod val="60000"/>
                <a:lumOff val="40000"/>
              </a:schemeClr>
            </a:solidFill>
          </a:ln>
        </p:spPr>
        <p:txBody>
          <a:bodyPr wrap="square" rtlCol="0">
            <a:spAutoFit/>
          </a:bodyPr>
          <a:lstStyle/>
          <a:p>
            <a:pPr>
              <a:lnSpc>
                <a:spcPct val="125000"/>
              </a:lnSpc>
            </a:pPr>
            <a:r>
              <a:rPr lang="en-US" b="1" dirty="0" smtClean="0">
                <a:solidFill>
                  <a:schemeClr val="accent6">
                    <a:lumMod val="75000"/>
                  </a:schemeClr>
                </a:solidFill>
              </a:rPr>
              <a:t>      //</a:t>
            </a:r>
            <a:r>
              <a:rPr lang="zh-CN" altLang="en-US" b="1" dirty="0">
                <a:solidFill>
                  <a:schemeClr val="accent6">
                    <a:lumMod val="75000"/>
                  </a:schemeClr>
                </a:solidFill>
              </a:rPr>
              <a:t>重定向</a:t>
            </a:r>
            <a:r>
              <a:rPr lang="en-US" b="1" dirty="0" err="1">
                <a:solidFill>
                  <a:schemeClr val="accent6">
                    <a:lumMod val="75000"/>
                  </a:schemeClr>
                </a:solidFill>
              </a:rPr>
              <a:t>scanf</a:t>
            </a:r>
            <a:r>
              <a:rPr lang="zh-CN" altLang="en-US" b="1" dirty="0">
                <a:solidFill>
                  <a:schemeClr val="accent6">
                    <a:lumMod val="75000"/>
                  </a:schemeClr>
                </a:solidFill>
              </a:rPr>
              <a:t>函数</a:t>
            </a:r>
          </a:p>
          <a:p>
            <a:pPr>
              <a:lnSpc>
                <a:spcPct val="125000"/>
              </a:lnSpc>
            </a:pPr>
            <a:r>
              <a:rPr lang="en-US" b="1" dirty="0" err="1"/>
              <a:t>int</a:t>
            </a:r>
            <a:r>
              <a:rPr lang="en-US" b="1" dirty="0"/>
              <a:t> </a:t>
            </a:r>
            <a:r>
              <a:rPr lang="en-US" b="1" dirty="0" err="1"/>
              <a:t>fgetc</a:t>
            </a:r>
            <a:r>
              <a:rPr lang="en-US" b="1" dirty="0"/>
              <a:t>(FILE *f)</a:t>
            </a:r>
          </a:p>
          <a:p>
            <a:pPr>
              <a:lnSpc>
                <a:spcPct val="125000"/>
              </a:lnSpc>
            </a:pPr>
            <a:r>
              <a:rPr lang="en-US" b="1" dirty="0" smtClean="0"/>
              <a:t>{    </a:t>
            </a:r>
          </a:p>
          <a:p>
            <a:pPr>
              <a:lnSpc>
                <a:spcPct val="125000"/>
              </a:lnSpc>
            </a:pPr>
            <a:r>
              <a:rPr lang="en-US" b="1" dirty="0"/>
              <a:t> </a:t>
            </a:r>
            <a:r>
              <a:rPr lang="en-US" b="1" dirty="0" smtClean="0"/>
              <a:t>     /*</a:t>
            </a:r>
            <a:r>
              <a:rPr lang="zh-CN" altLang="en-US" b="1" dirty="0"/>
              <a:t>等待串口</a:t>
            </a:r>
            <a:r>
              <a:rPr lang="en-US" altLang="zh-CN" b="1" dirty="0"/>
              <a:t>1</a:t>
            </a:r>
            <a:r>
              <a:rPr lang="zh-CN" altLang="en-US" b="1" dirty="0"/>
              <a:t>输入数据 *</a:t>
            </a:r>
            <a:r>
              <a:rPr lang="en-US" altLang="zh-CN" b="1" dirty="0"/>
              <a:t>/</a:t>
            </a:r>
          </a:p>
          <a:p>
            <a:pPr marL="269875" indent="-269875">
              <a:lnSpc>
                <a:spcPct val="125000"/>
              </a:lnSpc>
            </a:pPr>
            <a:r>
              <a:rPr lang="en-US" b="1" dirty="0" smtClean="0"/>
              <a:t>     while </a:t>
            </a:r>
            <a:r>
              <a:rPr lang="en-US" b="1" dirty="0"/>
              <a:t>(</a:t>
            </a:r>
            <a:r>
              <a:rPr lang="en-US" b="1" dirty="0" err="1"/>
              <a:t>USART_GetFlagStatus</a:t>
            </a:r>
            <a:r>
              <a:rPr lang="en-US" b="1" dirty="0"/>
              <a:t>(USART1, USART_FLAG_RXNE) == RESET);</a:t>
            </a:r>
          </a:p>
          <a:p>
            <a:pPr marL="538163" indent="-538163">
              <a:lnSpc>
                <a:spcPct val="125000"/>
              </a:lnSpc>
            </a:pPr>
            <a:r>
              <a:rPr lang="en-US" b="1" dirty="0" smtClean="0"/>
              <a:t>          return </a:t>
            </a:r>
            <a:r>
              <a:rPr lang="en-US" b="1" dirty="0"/>
              <a:t>(</a:t>
            </a:r>
            <a:r>
              <a:rPr lang="en-US" b="1" dirty="0" err="1"/>
              <a:t>int</a:t>
            </a:r>
            <a:r>
              <a:rPr lang="en-US" b="1" dirty="0"/>
              <a:t>)</a:t>
            </a:r>
            <a:r>
              <a:rPr lang="en-US" b="1" dirty="0" err="1"/>
              <a:t>USART_ReceiveData</a:t>
            </a:r>
            <a:r>
              <a:rPr lang="en-US" b="1" dirty="0"/>
              <a:t>(USART1);</a:t>
            </a:r>
          </a:p>
          <a:p>
            <a:pPr>
              <a:lnSpc>
                <a:spcPct val="125000"/>
              </a:lnSpc>
            </a:pPr>
            <a:r>
              <a:rPr lang="en-US" b="1" dirty="0" smtClean="0"/>
              <a:t>}</a:t>
            </a:r>
            <a:endParaRPr lang="en-US" b="1" dirty="0"/>
          </a:p>
        </p:txBody>
      </p:sp>
    </p:spTree>
    <p:extLst>
      <p:ext uri="{BB962C8B-B14F-4D97-AF65-F5344CB8AC3E}">
        <p14:creationId xmlns:p14="http://schemas.microsoft.com/office/powerpoint/2010/main" val="43361274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9503"/>
            <a:ext cx="471601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b="1" dirty="0"/>
          </a:p>
        </p:txBody>
      </p:sp>
      <p:sp>
        <p:nvSpPr>
          <p:cNvPr id="5" name="矩形 4"/>
          <p:cNvSpPr/>
          <p:nvPr/>
        </p:nvSpPr>
        <p:spPr>
          <a:xfrm>
            <a:off x="125188" y="339503"/>
            <a:ext cx="4518801" cy="461665"/>
          </a:xfrm>
          <a:prstGeom prst="rect">
            <a:avLst/>
          </a:prstGeom>
        </p:spPr>
        <p:txBody>
          <a:bodyPr wrap="none">
            <a:spAutoFit/>
          </a:bodyPr>
          <a:lstStyle/>
          <a:p>
            <a:r>
              <a:rPr lang="en-US" altLang="zh-CN" sz="2400" b="1" dirty="0">
                <a:solidFill>
                  <a:schemeClr val="bg1"/>
                </a:solidFill>
              </a:rPr>
              <a:t>7.4.3 USART</a:t>
            </a:r>
            <a:r>
              <a:rPr lang="zh-CN" altLang="en-US" sz="2400" b="1" dirty="0">
                <a:solidFill>
                  <a:schemeClr val="bg1"/>
                </a:solidFill>
              </a:rPr>
              <a:t>标准外设库应用实例</a:t>
            </a:r>
            <a:endParaRPr lang="zh-CN" altLang="zh-CN" sz="2400" b="1" dirty="0">
              <a:solidFill>
                <a:schemeClr val="bg1"/>
              </a:solidFill>
            </a:endParaRPr>
          </a:p>
        </p:txBody>
      </p:sp>
      <p:sp>
        <p:nvSpPr>
          <p:cNvPr id="7" name="TextBox 6"/>
          <p:cNvSpPr txBox="1"/>
          <p:nvPr/>
        </p:nvSpPr>
        <p:spPr>
          <a:xfrm>
            <a:off x="755576" y="1022072"/>
            <a:ext cx="3416883" cy="3754874"/>
          </a:xfrm>
          <a:prstGeom prst="rect">
            <a:avLst/>
          </a:prstGeom>
          <a:noFill/>
          <a:ln w="19050">
            <a:solidFill>
              <a:schemeClr val="accent5">
                <a:lumMod val="60000"/>
                <a:lumOff val="40000"/>
              </a:schemeClr>
            </a:solidFill>
          </a:ln>
        </p:spPr>
        <p:txBody>
          <a:bodyPr wrap="square" rtlCol="0">
            <a:spAutoFit/>
          </a:bodyPr>
          <a:lstStyle/>
          <a:p>
            <a:r>
              <a:rPr lang="en-US" sz="1400" b="1" dirty="0" err="1">
                <a:solidFill>
                  <a:schemeClr val="accent6">
                    <a:lumMod val="75000"/>
                  </a:schemeClr>
                </a:solidFill>
              </a:rPr>
              <a:t>main.c</a:t>
            </a:r>
            <a:r>
              <a:rPr lang="zh-CN" altLang="en-US" sz="1400" b="1" dirty="0">
                <a:solidFill>
                  <a:schemeClr val="accent6">
                    <a:lumMod val="75000"/>
                  </a:schemeClr>
                </a:solidFill>
              </a:rPr>
              <a:t>程序</a:t>
            </a:r>
          </a:p>
          <a:p>
            <a:r>
              <a:rPr lang="en-US" altLang="zh-CN" sz="1400" b="1" dirty="0"/>
              <a:t>#</a:t>
            </a:r>
            <a:r>
              <a:rPr lang="en-US" sz="1400" b="1" dirty="0"/>
              <a:t>include "stm32f10x.h"</a:t>
            </a:r>
          </a:p>
          <a:p>
            <a:r>
              <a:rPr lang="en-US" sz="1400" b="1" dirty="0"/>
              <a:t>#include &lt;</a:t>
            </a:r>
            <a:r>
              <a:rPr lang="en-US" sz="1400" b="1" dirty="0" err="1"/>
              <a:t>stdio.h</a:t>
            </a:r>
            <a:r>
              <a:rPr lang="en-US" sz="1400" b="1" dirty="0"/>
              <a:t>&gt;</a:t>
            </a:r>
          </a:p>
          <a:p>
            <a:r>
              <a:rPr lang="en-US" sz="1400" b="1" dirty="0"/>
              <a:t>#include "</a:t>
            </a:r>
            <a:r>
              <a:rPr lang="en-US" sz="1400" b="1" dirty="0" err="1"/>
              <a:t>led.h</a:t>
            </a:r>
            <a:r>
              <a:rPr lang="en-US" sz="1400" b="1" dirty="0"/>
              <a:t>"</a:t>
            </a:r>
          </a:p>
          <a:p>
            <a:r>
              <a:rPr lang="en-US" sz="1400" b="1" dirty="0"/>
              <a:t>#include "</a:t>
            </a:r>
            <a:r>
              <a:rPr lang="en-US" sz="1400" b="1" dirty="0" err="1"/>
              <a:t>USART_Init_Config.h</a:t>
            </a:r>
            <a:r>
              <a:rPr lang="en-US" sz="1400" b="1" dirty="0"/>
              <a:t>"</a:t>
            </a:r>
          </a:p>
          <a:p>
            <a:endParaRPr lang="en-US" sz="1400" b="1" dirty="0"/>
          </a:p>
          <a:p>
            <a:r>
              <a:rPr lang="en-US" sz="1400" b="1" dirty="0" err="1"/>
              <a:t>int</a:t>
            </a:r>
            <a:r>
              <a:rPr lang="en-US" sz="1400" b="1" dirty="0"/>
              <a:t> main(void)</a:t>
            </a:r>
          </a:p>
          <a:p>
            <a:r>
              <a:rPr lang="en-US" sz="1400" b="1" dirty="0"/>
              <a:t>{</a:t>
            </a:r>
          </a:p>
          <a:p>
            <a:r>
              <a:rPr lang="en-US" sz="1400" b="1" dirty="0" smtClean="0"/>
              <a:t>     char </a:t>
            </a:r>
            <a:r>
              <a:rPr lang="en-US" sz="1400" b="1" dirty="0" err="1"/>
              <a:t>ch</a:t>
            </a:r>
            <a:r>
              <a:rPr lang="en-US" sz="1400" b="1" dirty="0"/>
              <a:t>; </a:t>
            </a:r>
            <a:endParaRPr lang="en-US" sz="1400" b="1" dirty="0" smtClean="0"/>
          </a:p>
          <a:p>
            <a:r>
              <a:rPr lang="en-US" sz="1400" b="1" dirty="0" smtClean="0"/>
              <a:t>       //</a:t>
            </a:r>
            <a:r>
              <a:rPr lang="zh-CN" altLang="en-US" sz="1400" b="1" dirty="0"/>
              <a:t>定义一个字符变量，用于接收字符</a:t>
            </a:r>
          </a:p>
          <a:p>
            <a:r>
              <a:rPr lang="en-US" sz="1400" b="1" dirty="0" smtClean="0"/>
              <a:t>    </a:t>
            </a:r>
            <a:r>
              <a:rPr lang="en-US" sz="1400" b="1" dirty="0" err="1" smtClean="0"/>
              <a:t>LED_Init</a:t>
            </a:r>
            <a:r>
              <a:rPr lang="en-US" sz="1400" b="1" dirty="0"/>
              <a:t>(); //LED</a:t>
            </a:r>
            <a:r>
              <a:rPr lang="zh-CN" altLang="en-US" sz="1400" b="1" dirty="0"/>
              <a:t>灯初始化</a:t>
            </a:r>
          </a:p>
          <a:p>
            <a:r>
              <a:rPr lang="en-US" sz="1400" b="1" dirty="0" smtClean="0"/>
              <a:t>    </a:t>
            </a:r>
            <a:r>
              <a:rPr lang="en-US" sz="1400" b="1" dirty="0" err="1" smtClean="0"/>
              <a:t>USART_Init_Config</a:t>
            </a:r>
            <a:r>
              <a:rPr lang="en-US" sz="1400" b="1" dirty="0"/>
              <a:t>(); //USART</a:t>
            </a:r>
            <a:r>
              <a:rPr lang="zh-CN" altLang="en-US" sz="1400" b="1" dirty="0"/>
              <a:t>初始化</a:t>
            </a:r>
          </a:p>
          <a:p>
            <a:r>
              <a:rPr lang="zh-CN" altLang="en-US" sz="1400" b="1" dirty="0" smtClean="0"/>
              <a:t>    </a:t>
            </a:r>
            <a:r>
              <a:rPr lang="en-US" sz="1400" b="1" dirty="0" smtClean="0"/>
              <a:t>while(1</a:t>
            </a:r>
            <a:r>
              <a:rPr lang="en-US" sz="1400" b="1" dirty="0"/>
              <a:t>)</a:t>
            </a:r>
          </a:p>
          <a:p>
            <a:r>
              <a:rPr lang="en-US" sz="1400" b="1" dirty="0" smtClean="0"/>
              <a:t>    {</a:t>
            </a:r>
            <a:endParaRPr lang="en-US" sz="1400" b="1" dirty="0"/>
          </a:p>
          <a:p>
            <a:r>
              <a:rPr lang="en-US" sz="1400" b="1" dirty="0" smtClean="0"/>
              <a:t>        </a:t>
            </a:r>
            <a:r>
              <a:rPr lang="en-US" sz="1400" b="1" dirty="0" err="1" smtClean="0"/>
              <a:t>ch</a:t>
            </a:r>
            <a:r>
              <a:rPr lang="en-US" sz="1400" b="1" dirty="0" smtClean="0"/>
              <a:t> </a:t>
            </a:r>
            <a:r>
              <a:rPr lang="en-US" sz="1400" b="1" dirty="0"/>
              <a:t>= </a:t>
            </a:r>
            <a:r>
              <a:rPr lang="en-US" sz="1400" b="1" dirty="0" err="1"/>
              <a:t>getchar</a:t>
            </a:r>
            <a:r>
              <a:rPr lang="en-US" sz="1400" b="1" dirty="0"/>
              <a:t>();</a:t>
            </a:r>
          </a:p>
          <a:p>
            <a:r>
              <a:rPr lang="en-US" sz="1400" b="1" dirty="0" smtClean="0"/>
              <a:t>         </a:t>
            </a:r>
            <a:r>
              <a:rPr lang="en-US" sz="1400" b="1" dirty="0" err="1" smtClean="0"/>
              <a:t>printf</a:t>
            </a:r>
            <a:r>
              <a:rPr lang="en-US" sz="1400" b="1" dirty="0"/>
              <a:t>("</a:t>
            </a:r>
            <a:r>
              <a:rPr lang="zh-CN" altLang="en-US" sz="1400" b="1" dirty="0"/>
              <a:t>接收到的指令 </a:t>
            </a:r>
            <a:r>
              <a:rPr lang="en-US" altLang="zh-CN" sz="1400" b="1" dirty="0"/>
              <a:t>%</a:t>
            </a:r>
            <a:r>
              <a:rPr lang="en-US" sz="1400" b="1" dirty="0"/>
              <a:t>c \n",</a:t>
            </a:r>
            <a:r>
              <a:rPr lang="en-US" sz="1400" b="1" dirty="0" err="1"/>
              <a:t>ch</a:t>
            </a:r>
            <a:r>
              <a:rPr lang="en-US" sz="1400" b="1" dirty="0"/>
              <a:t>);</a:t>
            </a:r>
          </a:p>
          <a:p>
            <a:endParaRPr lang="en-US" sz="1400" b="1" dirty="0"/>
          </a:p>
        </p:txBody>
      </p:sp>
      <p:sp>
        <p:nvSpPr>
          <p:cNvPr id="2" name="矩形 1"/>
          <p:cNvSpPr/>
          <p:nvPr/>
        </p:nvSpPr>
        <p:spPr>
          <a:xfrm>
            <a:off x="5004048" y="406865"/>
            <a:ext cx="3331105" cy="369332"/>
          </a:xfrm>
          <a:prstGeom prst="rect">
            <a:avLst/>
          </a:prstGeom>
        </p:spPr>
        <p:txBody>
          <a:bodyPr wrap="none">
            <a:spAutoFit/>
          </a:bodyPr>
          <a:lstStyle/>
          <a:p>
            <a:r>
              <a:rPr lang="zh-CN" altLang="en-US" b="1" dirty="0">
                <a:solidFill>
                  <a:srgbClr val="C00000"/>
                </a:solidFill>
              </a:rPr>
              <a:t>应用实例三</a:t>
            </a:r>
            <a:r>
              <a:rPr lang="en-US" altLang="zh-CN" b="1" dirty="0">
                <a:solidFill>
                  <a:srgbClr val="C00000"/>
                </a:solidFill>
              </a:rPr>
              <a:t>——USART</a:t>
            </a:r>
            <a:r>
              <a:rPr lang="zh-CN" altLang="en-US" b="1" dirty="0">
                <a:solidFill>
                  <a:srgbClr val="C00000"/>
                </a:solidFill>
              </a:rPr>
              <a:t>查询方式</a:t>
            </a:r>
          </a:p>
        </p:txBody>
      </p:sp>
      <p:sp>
        <p:nvSpPr>
          <p:cNvPr id="8" name="TextBox 7"/>
          <p:cNvSpPr txBox="1"/>
          <p:nvPr/>
        </p:nvSpPr>
        <p:spPr>
          <a:xfrm>
            <a:off x="4355976" y="1023418"/>
            <a:ext cx="4032448" cy="3754874"/>
          </a:xfrm>
          <a:prstGeom prst="rect">
            <a:avLst/>
          </a:prstGeom>
          <a:noFill/>
          <a:ln w="19050">
            <a:solidFill>
              <a:schemeClr val="accent5">
                <a:lumMod val="60000"/>
                <a:lumOff val="40000"/>
              </a:schemeClr>
            </a:solidFill>
          </a:ln>
        </p:spPr>
        <p:txBody>
          <a:bodyPr wrap="square" rtlCol="0">
            <a:spAutoFit/>
          </a:bodyPr>
          <a:lstStyle/>
          <a:p>
            <a:pPr lvl="1"/>
            <a:r>
              <a:rPr lang="en-US" sz="1400" b="1" dirty="0"/>
              <a:t>switch(</a:t>
            </a:r>
            <a:r>
              <a:rPr lang="en-US" sz="1400" b="1" dirty="0" err="1"/>
              <a:t>ch</a:t>
            </a:r>
            <a:r>
              <a:rPr lang="en-US" sz="1400" b="1" dirty="0"/>
              <a:t>)</a:t>
            </a:r>
          </a:p>
          <a:p>
            <a:pPr lvl="1"/>
            <a:r>
              <a:rPr lang="en-US" sz="1400" b="1" dirty="0"/>
              <a:t>{</a:t>
            </a:r>
          </a:p>
          <a:p>
            <a:pPr lvl="1" indent="177800"/>
            <a:r>
              <a:rPr lang="en-US" sz="1400" b="1" dirty="0"/>
              <a:t>case 'N':</a:t>
            </a:r>
          </a:p>
          <a:p>
            <a:pPr lvl="1" indent="361950"/>
            <a:r>
              <a:rPr lang="en-US" sz="1400" b="1" dirty="0" err="1"/>
              <a:t>GPIO_SetBits</a:t>
            </a:r>
            <a:r>
              <a:rPr lang="en-US" sz="1400" b="1" dirty="0"/>
              <a:t>(GPIOB,GPIO_Pin_5);</a:t>
            </a:r>
          </a:p>
          <a:p>
            <a:pPr lvl="1" indent="361950"/>
            <a:r>
              <a:rPr lang="en-US" sz="1400" b="1" dirty="0" err="1"/>
              <a:t>printf</a:t>
            </a:r>
            <a:r>
              <a:rPr lang="en-US" sz="1400" b="1" dirty="0"/>
              <a:t>("</a:t>
            </a:r>
            <a:r>
              <a:rPr lang="zh-CN" altLang="en-US" sz="1400" b="1" dirty="0"/>
              <a:t>熄灭</a:t>
            </a:r>
            <a:r>
              <a:rPr lang="en-US" sz="1400" b="1" dirty="0"/>
              <a:t>LED</a:t>
            </a:r>
            <a:r>
              <a:rPr lang="zh-CN" altLang="en-US" sz="1400" b="1" dirty="0"/>
              <a:t>灯 </a:t>
            </a:r>
            <a:r>
              <a:rPr lang="en-US" altLang="zh-CN" sz="1400" b="1" dirty="0"/>
              <a:t>\</a:t>
            </a:r>
            <a:r>
              <a:rPr lang="en-US" sz="1400" b="1" dirty="0"/>
              <a:t>n");</a:t>
            </a:r>
          </a:p>
          <a:p>
            <a:pPr lvl="1" indent="177800"/>
            <a:r>
              <a:rPr lang="en-US" sz="1400" b="1" dirty="0"/>
              <a:t>break;</a:t>
            </a:r>
          </a:p>
          <a:p>
            <a:pPr lvl="1" indent="177800"/>
            <a:r>
              <a:rPr lang="en-US" sz="1400" b="1" dirty="0"/>
              <a:t>case 'Y':</a:t>
            </a:r>
          </a:p>
          <a:p>
            <a:pPr lvl="1" indent="177800"/>
            <a:r>
              <a:rPr lang="en-US" sz="1400" b="1" dirty="0"/>
              <a:t> </a:t>
            </a:r>
            <a:r>
              <a:rPr lang="en-US" sz="1400" b="1" dirty="0" smtClean="0"/>
              <a:t>    </a:t>
            </a:r>
            <a:r>
              <a:rPr lang="en-US" sz="1400" b="1" dirty="0" err="1"/>
              <a:t>GPIO_ResetBits</a:t>
            </a:r>
            <a:r>
              <a:rPr lang="en-US" sz="1400" b="1" dirty="0"/>
              <a:t>(GPIOB,GPIO_Pin_5);</a:t>
            </a:r>
          </a:p>
          <a:p>
            <a:pPr lvl="1" indent="177800"/>
            <a:r>
              <a:rPr lang="en-US" sz="1400" b="1" dirty="0" smtClean="0"/>
              <a:t>     </a:t>
            </a:r>
            <a:r>
              <a:rPr lang="en-US" sz="1400" b="1" dirty="0" err="1" smtClean="0"/>
              <a:t>printf</a:t>
            </a:r>
            <a:r>
              <a:rPr lang="en-US" sz="1400" b="1" dirty="0"/>
              <a:t>("</a:t>
            </a:r>
            <a:r>
              <a:rPr lang="zh-CN" altLang="en-US" sz="1400" b="1" dirty="0"/>
              <a:t>点亮</a:t>
            </a:r>
            <a:r>
              <a:rPr lang="en-US" sz="1400" b="1" dirty="0"/>
              <a:t>LED</a:t>
            </a:r>
            <a:r>
              <a:rPr lang="zh-CN" altLang="en-US" sz="1400" b="1" dirty="0"/>
              <a:t>灯 </a:t>
            </a:r>
            <a:r>
              <a:rPr lang="en-US" altLang="zh-CN" sz="1400" b="1" dirty="0"/>
              <a:t>\</a:t>
            </a:r>
            <a:r>
              <a:rPr lang="en-US" sz="1400" b="1" dirty="0"/>
              <a:t>n");</a:t>
            </a:r>
          </a:p>
          <a:p>
            <a:pPr lvl="1" indent="177800"/>
            <a:r>
              <a:rPr lang="en-US" sz="1400" b="1" dirty="0"/>
              <a:t>break;</a:t>
            </a:r>
          </a:p>
          <a:p>
            <a:pPr lvl="1" indent="177800"/>
            <a:r>
              <a:rPr lang="en-US" sz="1400" b="1" dirty="0"/>
              <a:t>default:</a:t>
            </a:r>
          </a:p>
          <a:p>
            <a:pPr marL="900113" lvl="1" indent="-173038"/>
            <a:r>
              <a:rPr lang="en-US" sz="1400" b="1" dirty="0" smtClean="0"/>
              <a:t>    </a:t>
            </a:r>
            <a:r>
              <a:rPr lang="en-US" sz="1400" b="1" dirty="0" err="1" smtClean="0"/>
              <a:t>printf</a:t>
            </a:r>
            <a:r>
              <a:rPr lang="en-US" sz="1400" b="1" dirty="0"/>
              <a:t>("</a:t>
            </a:r>
            <a:r>
              <a:rPr lang="zh-CN" altLang="en-US" sz="1400" b="1" dirty="0"/>
              <a:t>请输入正确的指令：</a:t>
            </a:r>
            <a:r>
              <a:rPr lang="en-US" sz="1400" b="1" dirty="0"/>
              <a:t>N</a:t>
            </a:r>
            <a:r>
              <a:rPr lang="zh-CN" altLang="en-US" sz="1400" b="1" dirty="0"/>
              <a:t>熄灭灯，</a:t>
            </a:r>
            <a:r>
              <a:rPr lang="en-US" sz="1400" b="1" dirty="0"/>
              <a:t>Y</a:t>
            </a:r>
            <a:r>
              <a:rPr lang="zh-CN" altLang="en-US" sz="1400" b="1" dirty="0"/>
              <a:t>点亮灯</a:t>
            </a:r>
            <a:r>
              <a:rPr lang="en-US" altLang="zh-CN" sz="1400" b="1" dirty="0"/>
              <a:t>!\</a:t>
            </a:r>
            <a:r>
              <a:rPr lang="en-US" sz="1400" b="1" dirty="0"/>
              <a:t>n</a:t>
            </a:r>
            <a:r>
              <a:rPr lang="en-US" sz="1400" b="1" dirty="0" smtClean="0"/>
              <a:t>");</a:t>
            </a:r>
          </a:p>
          <a:p>
            <a:pPr marL="727075" lvl="1" indent="-92075"/>
            <a:r>
              <a:rPr lang="en-US" sz="1400" b="1" dirty="0" smtClean="0"/>
              <a:t>break</a:t>
            </a:r>
            <a:r>
              <a:rPr lang="en-US" sz="1400" b="1" dirty="0"/>
              <a:t>;</a:t>
            </a:r>
          </a:p>
          <a:p>
            <a:pPr lvl="1"/>
            <a:r>
              <a:rPr lang="en-US" sz="1400" b="1" dirty="0"/>
              <a:t> </a:t>
            </a:r>
            <a:r>
              <a:rPr lang="en-US" sz="1400" b="1" dirty="0" smtClean="0"/>
              <a:t>}</a:t>
            </a:r>
            <a:endParaRPr lang="en-US" sz="1400" b="1" dirty="0"/>
          </a:p>
          <a:p>
            <a:pPr lvl="1" indent="-187325"/>
            <a:r>
              <a:rPr lang="en-US" sz="1400" b="1" dirty="0" smtClean="0"/>
              <a:t>}</a:t>
            </a:r>
            <a:endParaRPr lang="en-US" sz="1400" b="1" dirty="0"/>
          </a:p>
          <a:p>
            <a:r>
              <a:rPr lang="en-US" sz="1400" b="1" dirty="0"/>
              <a:t>}</a:t>
            </a:r>
          </a:p>
        </p:txBody>
      </p:sp>
    </p:spTree>
    <p:extLst>
      <p:ext uri="{BB962C8B-B14F-4D97-AF65-F5344CB8AC3E}">
        <p14:creationId xmlns:p14="http://schemas.microsoft.com/office/powerpoint/2010/main" val="255574948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544556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35496" y="339502"/>
            <a:ext cx="5410071" cy="461665"/>
          </a:xfrm>
          <a:prstGeom prst="rect">
            <a:avLst/>
          </a:prstGeom>
        </p:spPr>
        <p:txBody>
          <a:bodyPr wrap="none">
            <a:spAutoFit/>
          </a:bodyPr>
          <a:lstStyle/>
          <a:p>
            <a:r>
              <a:rPr lang="en-US" altLang="zh-CN" sz="2400" b="1" dirty="0">
                <a:solidFill>
                  <a:schemeClr val="bg1"/>
                </a:solidFill>
                <a:ea typeface="黑体" pitchFamily="49" charset="-122"/>
              </a:rPr>
              <a:t>7.5 USART</a:t>
            </a:r>
            <a:r>
              <a:rPr lang="zh-CN" altLang="en-US" sz="2400" b="1" dirty="0">
                <a:solidFill>
                  <a:schemeClr val="bg1"/>
                </a:solidFill>
                <a:ea typeface="黑体" pitchFamily="49" charset="-122"/>
              </a:rPr>
              <a:t>模块的</a:t>
            </a:r>
            <a:r>
              <a:rPr lang="en-US" altLang="zh-CN" sz="2400" b="1" dirty="0">
                <a:solidFill>
                  <a:schemeClr val="bg1"/>
                </a:solidFill>
                <a:ea typeface="黑体" pitchFamily="49" charset="-122"/>
              </a:rPr>
              <a:t>HAL</a:t>
            </a:r>
            <a:r>
              <a:rPr lang="zh-CN" altLang="en-US" sz="2400" b="1" dirty="0">
                <a:solidFill>
                  <a:schemeClr val="bg1"/>
                </a:solidFill>
                <a:ea typeface="黑体" pitchFamily="49" charset="-122"/>
              </a:rPr>
              <a:t>库接口函数及应用</a:t>
            </a:r>
            <a:endParaRPr lang="zh-CN" altLang="en-US" sz="2400" b="1" dirty="0" smtClean="0">
              <a:solidFill>
                <a:schemeClr val="bg1"/>
              </a:solidFill>
              <a:ea typeface="黑体" pitchFamily="49" charset="-122"/>
            </a:endParaRPr>
          </a:p>
        </p:txBody>
      </p:sp>
      <p:graphicFrame>
        <p:nvGraphicFramePr>
          <p:cNvPr id="7" name="图示 6"/>
          <p:cNvGraphicFramePr/>
          <p:nvPr>
            <p:extLst>
              <p:ext uri="{D42A27DB-BD31-4B8C-83A1-F6EECF244321}">
                <p14:modId xmlns:p14="http://schemas.microsoft.com/office/powerpoint/2010/main" val="352553455"/>
              </p:ext>
            </p:extLst>
          </p:nvPr>
        </p:nvGraphicFramePr>
        <p:xfrm>
          <a:off x="1907704" y="1468236"/>
          <a:ext cx="6096000" cy="27596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12650" y="1900284"/>
            <a:ext cx="360040" cy="272797"/>
          </a:xfrm>
          <a:prstGeom prst="rect">
            <a:avLst/>
          </a:prstGeom>
          <a:solidFill>
            <a:schemeClr val="accent4">
              <a:lumMod val="75000"/>
            </a:schemeClr>
          </a:solidFill>
          <a:ln>
            <a:noFill/>
          </a:ln>
          <a:effectLst/>
        </p:spPr>
      </p:pic>
      <p:sp>
        <p:nvSpPr>
          <p:cNvPr id="10" name="Freeform 12"/>
          <p:cNvSpPr>
            <a:spLocks noEditPoints="1"/>
          </p:cNvSpPr>
          <p:nvPr/>
        </p:nvSpPr>
        <p:spPr bwMode="auto">
          <a:xfrm>
            <a:off x="2290201" y="2620364"/>
            <a:ext cx="409591" cy="432048"/>
          </a:xfrm>
          <a:custGeom>
            <a:avLst/>
            <a:gdLst>
              <a:gd name="T0" fmla="*/ 1297096711 w 96"/>
              <a:gd name="T1" fmla="*/ 2147483646 h 101"/>
              <a:gd name="T2" fmla="*/ 453985862 w 96"/>
              <a:gd name="T3" fmla="*/ 2147483646 h 101"/>
              <a:gd name="T4" fmla="*/ 1167391067 w 96"/>
              <a:gd name="T5" fmla="*/ 1885459107 h 101"/>
              <a:gd name="T6" fmla="*/ 2147483646 w 96"/>
              <a:gd name="T7" fmla="*/ 1105268297 h 101"/>
              <a:gd name="T8" fmla="*/ 2147483646 w 96"/>
              <a:gd name="T9" fmla="*/ 585141091 h 101"/>
              <a:gd name="T10" fmla="*/ 2147483646 w 96"/>
              <a:gd name="T11" fmla="*/ 650154976 h 101"/>
              <a:gd name="T12" fmla="*/ 2147483646 w 96"/>
              <a:gd name="T13" fmla="*/ 325077488 h 101"/>
              <a:gd name="T14" fmla="*/ 2147483646 w 96"/>
              <a:gd name="T15" fmla="*/ 195049718 h 101"/>
              <a:gd name="T16" fmla="*/ 2147483646 w 96"/>
              <a:gd name="T17" fmla="*/ 520127206 h 101"/>
              <a:gd name="T18" fmla="*/ 2147483646 w 96"/>
              <a:gd name="T19" fmla="*/ 585141091 h 101"/>
              <a:gd name="T20" fmla="*/ 2147483646 w 96"/>
              <a:gd name="T21" fmla="*/ 1040254412 h 101"/>
              <a:gd name="T22" fmla="*/ 2147483646 w 96"/>
              <a:gd name="T23" fmla="*/ 1755423273 h 101"/>
              <a:gd name="T24" fmla="*/ 2147483646 w 96"/>
              <a:gd name="T25" fmla="*/ 2147483646 h 101"/>
              <a:gd name="T26" fmla="*/ 2147483646 w 96"/>
              <a:gd name="T27" fmla="*/ 2147483646 h 101"/>
              <a:gd name="T28" fmla="*/ 2147483646 w 96"/>
              <a:gd name="T29" fmla="*/ 2147483646 h 101"/>
              <a:gd name="T30" fmla="*/ 2147483646 w 96"/>
              <a:gd name="T31" fmla="*/ 2147483646 h 101"/>
              <a:gd name="T32" fmla="*/ 2147483646 w 96"/>
              <a:gd name="T33" fmla="*/ 2147483646 h 101"/>
              <a:gd name="T34" fmla="*/ 2147483646 w 96"/>
              <a:gd name="T35" fmla="*/ 2147483646 h 101"/>
              <a:gd name="T36" fmla="*/ 2147483646 w 96"/>
              <a:gd name="T37" fmla="*/ 2147483646 h 101"/>
              <a:gd name="T38" fmla="*/ 2075354738 w 96"/>
              <a:gd name="T39" fmla="*/ 2147483646 h 101"/>
              <a:gd name="T40" fmla="*/ 1426810409 w 96"/>
              <a:gd name="T41" fmla="*/ 2147483646 h 101"/>
              <a:gd name="T42" fmla="*/ 1102530191 w 96"/>
              <a:gd name="T43" fmla="*/ 2147483646 h 101"/>
              <a:gd name="T44" fmla="*/ 1361949534 w 96"/>
              <a:gd name="T45" fmla="*/ 2147483646 h 101"/>
              <a:gd name="T46" fmla="*/ 1297096711 w 96"/>
              <a:gd name="T47" fmla="*/ 2147483646 h 101"/>
              <a:gd name="T48" fmla="*/ 2147483646 w 96"/>
              <a:gd name="T49" fmla="*/ 390091373 h 101"/>
              <a:gd name="T50" fmla="*/ 2147483646 w 96"/>
              <a:gd name="T51" fmla="*/ 715176924 h 101"/>
              <a:gd name="T52" fmla="*/ 2147483646 w 96"/>
              <a:gd name="T53" fmla="*/ 2015486876 h 101"/>
              <a:gd name="T54" fmla="*/ 2147483646 w 96"/>
              <a:gd name="T55" fmla="*/ 585141091 h 101"/>
              <a:gd name="T56" fmla="*/ 2147483646 w 96"/>
              <a:gd name="T57" fmla="*/ 195049718 h 101"/>
              <a:gd name="T58" fmla="*/ 2147483646 w 96"/>
              <a:gd name="T59" fmla="*/ 0 h 101"/>
              <a:gd name="T60" fmla="*/ 2147483646 w 96"/>
              <a:gd name="T61" fmla="*/ 390091373 h 101"/>
              <a:gd name="T62" fmla="*/ 907971725 w 96"/>
              <a:gd name="T63" fmla="*/ 390091373 h 101"/>
              <a:gd name="T64" fmla="*/ 648552382 w 96"/>
              <a:gd name="T65" fmla="*/ 0 h 101"/>
              <a:gd name="T66" fmla="*/ 259419342 w 96"/>
              <a:gd name="T67" fmla="*/ 195049718 h 101"/>
              <a:gd name="T68" fmla="*/ 518838685 w 96"/>
              <a:gd name="T69" fmla="*/ 585141091 h 101"/>
              <a:gd name="T70" fmla="*/ 259419342 w 96"/>
              <a:gd name="T71" fmla="*/ 2015486876 h 101"/>
              <a:gd name="T72" fmla="*/ 2147483646 w 96"/>
              <a:gd name="T73" fmla="*/ 715176924 h 101"/>
              <a:gd name="T74" fmla="*/ 907971725 w 96"/>
              <a:gd name="T75" fmla="*/ 390091373 h 101"/>
              <a:gd name="T76" fmla="*/ 2147483646 w 96"/>
              <a:gd name="T77" fmla="*/ 2147483646 h 101"/>
              <a:gd name="T78" fmla="*/ 2147483646 w 96"/>
              <a:gd name="T79" fmla="*/ 2147483646 h 101"/>
              <a:gd name="T80" fmla="*/ 1426810409 w 96"/>
              <a:gd name="T81" fmla="*/ 2147483646 h 101"/>
              <a:gd name="T82" fmla="*/ 1426810409 w 96"/>
              <a:gd name="T83" fmla="*/ 2147483646 h 101"/>
              <a:gd name="T84" fmla="*/ 2147483646 w 96"/>
              <a:gd name="T85" fmla="*/ 2147483646 h 101"/>
              <a:gd name="T86" fmla="*/ 2147483646 w 96"/>
              <a:gd name="T87" fmla="*/ 2147483646 h 101"/>
              <a:gd name="T88" fmla="*/ 2147483646 w 96"/>
              <a:gd name="T89" fmla="*/ 2147483646 h 101"/>
              <a:gd name="T90" fmla="*/ 2147483646 w 96"/>
              <a:gd name="T91" fmla="*/ 2147483646 h 101"/>
              <a:gd name="T92" fmla="*/ 2147483646 w 96"/>
              <a:gd name="T93" fmla="*/ 2147483646 h 101"/>
              <a:gd name="T94" fmla="*/ 2147483646 w 96"/>
              <a:gd name="T95" fmla="*/ 2147483646 h 101"/>
              <a:gd name="T96" fmla="*/ 2147483646 w 96"/>
              <a:gd name="T97" fmla="*/ 2147483646 h 101"/>
              <a:gd name="T98" fmla="*/ 2147483646 w 96"/>
              <a:gd name="T99" fmla="*/ 2147483646 h 101"/>
              <a:gd name="T100" fmla="*/ 2147483646 w 96"/>
              <a:gd name="T101" fmla="*/ 2147483646 h 101"/>
              <a:gd name="T102" fmla="*/ 1167391067 w 96"/>
              <a:gd name="T103" fmla="*/ 2147483646 h 101"/>
              <a:gd name="T104" fmla="*/ 1815935396 w 96"/>
              <a:gd name="T105" fmla="*/ 2147483646 h 101"/>
              <a:gd name="T106" fmla="*/ 2147483646 w 96"/>
              <a:gd name="T107" fmla="*/ 2147483646 h 101"/>
              <a:gd name="T108" fmla="*/ 2147483646 w 96"/>
              <a:gd name="T109" fmla="*/ 2147483646 h 101"/>
              <a:gd name="T110" fmla="*/ 2147483646 w 96"/>
              <a:gd name="T111" fmla="*/ 2147483646 h 101"/>
              <a:gd name="T112" fmla="*/ 2147483646 w 96"/>
              <a:gd name="T113" fmla="*/ 2147483646 h 101"/>
              <a:gd name="T114" fmla="*/ 2147483646 w 96"/>
              <a:gd name="T115" fmla="*/ 1755423273 h 101"/>
              <a:gd name="T116" fmla="*/ 1686229751 w 96"/>
              <a:gd name="T117" fmla="*/ 2147483646 h 101"/>
              <a:gd name="T118" fmla="*/ 1167391067 w 96"/>
              <a:gd name="T119" fmla="*/ 2147483646 h 1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6"/>
              <a:gd name="T181" fmla="*/ 0 h 101"/>
              <a:gd name="T182" fmla="*/ 96 w 96"/>
              <a:gd name="T183" fmla="*/ 101 h 10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solidFill>
            <a:srgbClr val="557ABA"/>
          </a:solidFill>
          <a:ln>
            <a:noFill/>
          </a:ln>
          <a:extLst/>
        </p:spPr>
        <p:txBody>
          <a:bodyPr/>
          <a:lstStyle/>
          <a:p>
            <a:endParaRPr lang="zh-CN" altLang="en-US" b="1"/>
          </a:p>
        </p:txBody>
      </p:sp>
      <p:sp>
        <p:nvSpPr>
          <p:cNvPr id="11" name="Freeform 10"/>
          <p:cNvSpPr>
            <a:spLocks noEditPoints="1"/>
          </p:cNvSpPr>
          <p:nvPr/>
        </p:nvSpPr>
        <p:spPr bwMode="auto">
          <a:xfrm>
            <a:off x="2109553" y="3443489"/>
            <a:ext cx="432047" cy="422275"/>
          </a:xfrm>
          <a:custGeom>
            <a:avLst/>
            <a:gdLst>
              <a:gd name="T0" fmla="*/ 958112862 w 90"/>
              <a:gd name="T1" fmla="*/ 2147483646 h 102"/>
              <a:gd name="T2" fmla="*/ 2147483646 w 90"/>
              <a:gd name="T3" fmla="*/ 2147483646 h 102"/>
              <a:gd name="T4" fmla="*/ 2147483646 w 90"/>
              <a:gd name="T5" fmla="*/ 2147483646 h 102"/>
              <a:gd name="T6" fmla="*/ 2147483646 w 90"/>
              <a:gd name="T7" fmla="*/ 2147483646 h 102"/>
              <a:gd name="T8" fmla="*/ 2147483646 w 90"/>
              <a:gd name="T9" fmla="*/ 2147483646 h 102"/>
              <a:gd name="T10" fmla="*/ 2147483646 w 90"/>
              <a:gd name="T11" fmla="*/ 2147483646 h 102"/>
              <a:gd name="T12" fmla="*/ 2147483646 w 90"/>
              <a:gd name="T13" fmla="*/ 2147483646 h 102"/>
              <a:gd name="T14" fmla="*/ 2147483646 w 90"/>
              <a:gd name="T15" fmla="*/ 2147483646 h 102"/>
              <a:gd name="T16" fmla="*/ 2147483646 w 90"/>
              <a:gd name="T17" fmla="*/ 2147483646 h 102"/>
              <a:gd name="T18" fmla="*/ 0 w 90"/>
              <a:gd name="T19" fmla="*/ 2147483646 h 102"/>
              <a:gd name="T20" fmla="*/ 0 w 90"/>
              <a:gd name="T21" fmla="*/ 2147483646 h 102"/>
              <a:gd name="T22" fmla="*/ 0 w 90"/>
              <a:gd name="T23" fmla="*/ 2147483646 h 102"/>
              <a:gd name="T24" fmla="*/ 68439587 w 90"/>
              <a:gd name="T25" fmla="*/ 1919587631 h 102"/>
              <a:gd name="T26" fmla="*/ 479060567 w 90"/>
              <a:gd name="T27" fmla="*/ 1371135205 h 102"/>
              <a:gd name="T28" fmla="*/ 547491882 w 90"/>
              <a:gd name="T29" fmla="*/ 1302577617 h 102"/>
              <a:gd name="T30" fmla="*/ 684362784 w 90"/>
              <a:gd name="T31" fmla="*/ 1302577617 h 102"/>
              <a:gd name="T32" fmla="*/ 2053096626 w 90"/>
              <a:gd name="T33" fmla="*/ 1302577617 h 102"/>
              <a:gd name="T34" fmla="*/ 2147483646 w 90"/>
              <a:gd name="T35" fmla="*/ 205672765 h 102"/>
              <a:gd name="T36" fmla="*/ 2147483646 w 90"/>
              <a:gd name="T37" fmla="*/ 0 h 102"/>
              <a:gd name="T38" fmla="*/ 2147483646 w 90"/>
              <a:gd name="T39" fmla="*/ 205672765 h 102"/>
              <a:gd name="T40" fmla="*/ 2147483646 w 90"/>
              <a:gd name="T41" fmla="*/ 1302577617 h 102"/>
              <a:gd name="T42" fmla="*/ 2147483646 w 90"/>
              <a:gd name="T43" fmla="*/ 1302577617 h 102"/>
              <a:gd name="T44" fmla="*/ 2147483646 w 90"/>
              <a:gd name="T45" fmla="*/ 1576807970 h 102"/>
              <a:gd name="T46" fmla="*/ 2147483646 w 90"/>
              <a:gd name="T47" fmla="*/ 2147483646 h 102"/>
              <a:gd name="T48" fmla="*/ 2147483646 w 90"/>
              <a:gd name="T49" fmla="*/ 2147483646 h 102"/>
              <a:gd name="T50" fmla="*/ 2147483646 w 90"/>
              <a:gd name="T51" fmla="*/ 2147483646 h 102"/>
              <a:gd name="T52" fmla="*/ 2147483646 w 90"/>
              <a:gd name="T53" fmla="*/ 2147483646 h 102"/>
              <a:gd name="T54" fmla="*/ 2147483646 w 90"/>
              <a:gd name="T55" fmla="*/ 2147483646 h 102"/>
              <a:gd name="T56" fmla="*/ 2147483646 w 90"/>
              <a:gd name="T57" fmla="*/ 822682779 h 102"/>
              <a:gd name="T58" fmla="*/ 1710915233 w 90"/>
              <a:gd name="T59" fmla="*/ 2147483646 h 102"/>
              <a:gd name="T60" fmla="*/ 889673274 w 90"/>
              <a:gd name="T61" fmla="*/ 2147483646 h 102"/>
              <a:gd name="T62" fmla="*/ 1505604744 w 90"/>
              <a:gd name="T63" fmla="*/ 1919587631 h 102"/>
              <a:gd name="T64" fmla="*/ 752802372 w 90"/>
              <a:gd name="T65" fmla="*/ 1919587631 h 102"/>
              <a:gd name="T66" fmla="*/ 615931469 w 90"/>
              <a:gd name="T67" fmla="*/ 2125260396 h 102"/>
              <a:gd name="T68" fmla="*/ 615931469 w 90"/>
              <a:gd name="T69" fmla="*/ 2147483646 h 102"/>
              <a:gd name="T70" fmla="*/ 684362784 w 90"/>
              <a:gd name="T71" fmla="*/ 2147483646 h 102"/>
              <a:gd name="T72" fmla="*/ 958112862 w 90"/>
              <a:gd name="T73" fmla="*/ 2147483646 h 102"/>
              <a:gd name="T74" fmla="*/ 2147483646 w 90"/>
              <a:gd name="T75" fmla="*/ 2147483646 h 102"/>
              <a:gd name="T76" fmla="*/ 2147483646 w 90"/>
              <a:gd name="T77" fmla="*/ 2147483646 h 102"/>
              <a:gd name="T78" fmla="*/ 2147483646 w 90"/>
              <a:gd name="T79" fmla="*/ 2147483646 h 102"/>
              <a:gd name="T80" fmla="*/ 2147483646 w 90"/>
              <a:gd name="T81" fmla="*/ 2147483646 h 102"/>
              <a:gd name="T82" fmla="*/ 2147483646 w 90"/>
              <a:gd name="T83" fmla="*/ 2147483646 h 10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0"/>
              <a:gd name="T127" fmla="*/ 0 h 102"/>
              <a:gd name="T128" fmla="*/ 90 w 90"/>
              <a:gd name="T129" fmla="*/ 102 h 10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0" h="102">
                <a:moveTo>
                  <a:pt x="14" y="40"/>
                </a:moveTo>
                <a:cubicBezTo>
                  <a:pt x="65" y="40"/>
                  <a:pt x="65" y="40"/>
                  <a:pt x="65" y="40"/>
                </a:cubicBezTo>
                <a:cubicBezTo>
                  <a:pt x="72" y="40"/>
                  <a:pt x="79" y="47"/>
                  <a:pt x="79" y="54"/>
                </a:cubicBezTo>
                <a:cubicBezTo>
                  <a:pt x="79" y="63"/>
                  <a:pt x="79" y="63"/>
                  <a:pt x="79" y="63"/>
                </a:cubicBezTo>
                <a:cubicBezTo>
                  <a:pt x="44" y="63"/>
                  <a:pt x="44" y="63"/>
                  <a:pt x="44" y="63"/>
                </a:cubicBezTo>
                <a:cubicBezTo>
                  <a:pt x="44" y="81"/>
                  <a:pt x="44" y="81"/>
                  <a:pt x="44" y="81"/>
                </a:cubicBezTo>
                <a:cubicBezTo>
                  <a:pt x="79" y="81"/>
                  <a:pt x="79" y="81"/>
                  <a:pt x="79" y="81"/>
                </a:cubicBezTo>
                <a:cubicBezTo>
                  <a:pt x="79" y="89"/>
                  <a:pt x="79" y="89"/>
                  <a:pt x="79" y="89"/>
                </a:cubicBezTo>
                <a:cubicBezTo>
                  <a:pt x="79" y="96"/>
                  <a:pt x="72" y="102"/>
                  <a:pt x="65" y="102"/>
                </a:cubicBezTo>
                <a:cubicBezTo>
                  <a:pt x="0" y="102"/>
                  <a:pt x="0" y="102"/>
                  <a:pt x="0" y="102"/>
                </a:cubicBezTo>
                <a:cubicBezTo>
                  <a:pt x="0" y="36"/>
                  <a:pt x="0" y="36"/>
                  <a:pt x="0" y="36"/>
                </a:cubicBezTo>
                <a:cubicBezTo>
                  <a:pt x="0" y="36"/>
                  <a:pt x="0" y="35"/>
                  <a:pt x="0" y="35"/>
                </a:cubicBezTo>
                <a:cubicBezTo>
                  <a:pt x="0" y="33"/>
                  <a:pt x="0" y="30"/>
                  <a:pt x="1" y="28"/>
                </a:cubicBezTo>
                <a:cubicBezTo>
                  <a:pt x="3" y="24"/>
                  <a:pt x="5" y="22"/>
                  <a:pt x="7" y="20"/>
                </a:cubicBezTo>
                <a:cubicBezTo>
                  <a:pt x="8" y="19"/>
                  <a:pt x="8" y="19"/>
                  <a:pt x="8" y="19"/>
                </a:cubicBezTo>
                <a:cubicBezTo>
                  <a:pt x="10" y="19"/>
                  <a:pt x="10" y="19"/>
                  <a:pt x="10" y="19"/>
                </a:cubicBezTo>
                <a:cubicBezTo>
                  <a:pt x="30" y="19"/>
                  <a:pt x="30" y="19"/>
                  <a:pt x="30" y="19"/>
                </a:cubicBezTo>
                <a:cubicBezTo>
                  <a:pt x="45" y="3"/>
                  <a:pt x="45" y="3"/>
                  <a:pt x="45" y="3"/>
                </a:cubicBezTo>
                <a:cubicBezTo>
                  <a:pt x="48" y="0"/>
                  <a:pt x="48" y="0"/>
                  <a:pt x="48" y="0"/>
                </a:cubicBezTo>
                <a:cubicBezTo>
                  <a:pt x="51" y="3"/>
                  <a:pt x="51" y="3"/>
                  <a:pt x="51" y="3"/>
                </a:cubicBezTo>
                <a:cubicBezTo>
                  <a:pt x="70" y="19"/>
                  <a:pt x="70" y="19"/>
                  <a:pt x="70" y="19"/>
                </a:cubicBezTo>
                <a:cubicBezTo>
                  <a:pt x="74" y="19"/>
                  <a:pt x="74" y="19"/>
                  <a:pt x="74" y="19"/>
                </a:cubicBezTo>
                <a:cubicBezTo>
                  <a:pt x="74" y="23"/>
                  <a:pt x="74" y="23"/>
                  <a:pt x="74" y="23"/>
                </a:cubicBezTo>
                <a:cubicBezTo>
                  <a:pt x="87" y="34"/>
                  <a:pt x="87" y="34"/>
                  <a:pt x="87" y="34"/>
                </a:cubicBezTo>
                <a:cubicBezTo>
                  <a:pt x="90" y="37"/>
                  <a:pt x="90" y="37"/>
                  <a:pt x="90" y="37"/>
                </a:cubicBezTo>
                <a:cubicBezTo>
                  <a:pt x="81" y="47"/>
                  <a:pt x="81" y="47"/>
                  <a:pt x="81" y="47"/>
                </a:cubicBezTo>
                <a:cubicBezTo>
                  <a:pt x="75" y="41"/>
                  <a:pt x="75" y="41"/>
                  <a:pt x="75" y="41"/>
                </a:cubicBezTo>
                <a:cubicBezTo>
                  <a:pt x="78" y="38"/>
                  <a:pt x="78" y="38"/>
                  <a:pt x="78" y="38"/>
                </a:cubicBezTo>
                <a:cubicBezTo>
                  <a:pt x="49" y="12"/>
                  <a:pt x="49" y="12"/>
                  <a:pt x="49" y="12"/>
                </a:cubicBezTo>
                <a:cubicBezTo>
                  <a:pt x="25" y="37"/>
                  <a:pt x="25" y="37"/>
                  <a:pt x="25" y="37"/>
                </a:cubicBezTo>
                <a:cubicBezTo>
                  <a:pt x="13" y="37"/>
                  <a:pt x="13" y="37"/>
                  <a:pt x="13" y="37"/>
                </a:cubicBezTo>
                <a:cubicBezTo>
                  <a:pt x="22" y="28"/>
                  <a:pt x="22" y="28"/>
                  <a:pt x="22" y="28"/>
                </a:cubicBezTo>
                <a:cubicBezTo>
                  <a:pt x="11" y="28"/>
                  <a:pt x="11" y="28"/>
                  <a:pt x="11" y="28"/>
                </a:cubicBezTo>
                <a:cubicBezTo>
                  <a:pt x="10" y="29"/>
                  <a:pt x="10" y="30"/>
                  <a:pt x="9" y="31"/>
                </a:cubicBezTo>
                <a:cubicBezTo>
                  <a:pt x="9" y="32"/>
                  <a:pt x="9" y="33"/>
                  <a:pt x="9" y="34"/>
                </a:cubicBezTo>
                <a:cubicBezTo>
                  <a:pt x="9" y="36"/>
                  <a:pt x="9" y="37"/>
                  <a:pt x="10" y="38"/>
                </a:cubicBezTo>
                <a:cubicBezTo>
                  <a:pt x="11" y="39"/>
                  <a:pt x="12" y="40"/>
                  <a:pt x="14" y="40"/>
                </a:cubicBezTo>
                <a:close/>
                <a:moveTo>
                  <a:pt x="57" y="67"/>
                </a:moveTo>
                <a:cubicBezTo>
                  <a:pt x="53" y="67"/>
                  <a:pt x="51" y="69"/>
                  <a:pt x="51" y="73"/>
                </a:cubicBezTo>
                <a:cubicBezTo>
                  <a:pt x="51" y="76"/>
                  <a:pt x="53" y="79"/>
                  <a:pt x="57" y="79"/>
                </a:cubicBezTo>
                <a:cubicBezTo>
                  <a:pt x="60" y="79"/>
                  <a:pt x="63" y="76"/>
                  <a:pt x="63" y="73"/>
                </a:cubicBezTo>
                <a:cubicBezTo>
                  <a:pt x="63" y="69"/>
                  <a:pt x="60" y="67"/>
                  <a:pt x="57" y="67"/>
                </a:cubicBezTo>
                <a:close/>
              </a:path>
            </a:pathLst>
          </a:custGeom>
          <a:solidFill>
            <a:srgbClr val="4BACC6"/>
          </a:solidFill>
          <a:ln>
            <a:noFill/>
          </a:ln>
          <a:extLst/>
        </p:spPr>
        <p:txBody>
          <a:bodyPr/>
          <a:lstStyle/>
          <a:p>
            <a:endParaRPr lang="zh-CN" altLang="en-US" b="1"/>
          </a:p>
        </p:txBody>
      </p:sp>
    </p:spTree>
    <p:extLst>
      <p:ext uri="{BB962C8B-B14F-4D97-AF65-F5344CB8AC3E}">
        <p14:creationId xmlns:p14="http://schemas.microsoft.com/office/powerpoint/2010/main" val="313953080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C:\Users\Administrator\Desktop\Snipaste_2019-03-17_11-28-19.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634" y="1059582"/>
            <a:ext cx="5485510" cy="3514670"/>
          </a:xfrm>
          <a:prstGeom prst="rect">
            <a:avLst/>
          </a:prstGeom>
          <a:noFill/>
          <a:ln>
            <a:noFill/>
          </a:ln>
        </p:spPr>
      </p:pic>
      <p:sp>
        <p:nvSpPr>
          <p:cNvPr id="8" name="矩形 7"/>
          <p:cNvSpPr/>
          <p:nvPr/>
        </p:nvSpPr>
        <p:spPr>
          <a:xfrm>
            <a:off x="2" y="339503"/>
            <a:ext cx="405448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4232" y="360766"/>
            <a:ext cx="4018985"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7.5.1 UART</a:t>
            </a:r>
            <a:r>
              <a:rPr lang="zh-CN" altLang="en-US" sz="2400" b="1" dirty="0">
                <a:solidFill>
                  <a:schemeClr val="bg1"/>
                </a:solidFill>
              </a:rPr>
              <a:t>的</a:t>
            </a:r>
            <a:r>
              <a:rPr lang="en-US" altLang="zh-CN" sz="2400" b="1" dirty="0">
                <a:solidFill>
                  <a:schemeClr val="bg1"/>
                </a:solidFill>
              </a:rPr>
              <a:t>HAL</a:t>
            </a:r>
            <a:r>
              <a:rPr lang="zh-CN" altLang="en-US" sz="2400" b="1" dirty="0">
                <a:solidFill>
                  <a:schemeClr val="bg1"/>
                </a:solidFill>
              </a:rPr>
              <a:t>库接口函数</a:t>
            </a:r>
            <a:endParaRPr lang="zh-CN" altLang="en-US" sz="2400" b="1" dirty="0" smtClean="0">
              <a:solidFill>
                <a:schemeClr val="bg1"/>
              </a:solidFill>
            </a:endParaRPr>
          </a:p>
        </p:txBody>
      </p:sp>
      <p:sp>
        <p:nvSpPr>
          <p:cNvPr id="5" name="矩形 4"/>
          <p:cNvSpPr/>
          <p:nvPr/>
        </p:nvSpPr>
        <p:spPr>
          <a:xfrm>
            <a:off x="5868144" y="1275606"/>
            <a:ext cx="2808312"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b="1" dirty="0" smtClean="0"/>
              <a:t>     </a:t>
            </a:r>
            <a:r>
              <a:rPr lang="en-US" altLang="zh-CN" b="1" dirty="0"/>
              <a:t>UART</a:t>
            </a:r>
            <a:r>
              <a:rPr lang="zh-CN" altLang="en-US" b="1" dirty="0"/>
              <a:t>模块的</a:t>
            </a:r>
            <a:r>
              <a:rPr lang="en-US" altLang="zh-CN" b="1" dirty="0"/>
              <a:t>HAL</a:t>
            </a:r>
            <a:r>
              <a:rPr lang="zh-CN" altLang="en-US" b="1" dirty="0"/>
              <a:t>库相关接口函数定义在源文件</a:t>
            </a:r>
            <a:r>
              <a:rPr lang="en-US" altLang="zh-CN" b="1" dirty="0"/>
              <a:t>stm32f1xx_hal_uart.c</a:t>
            </a:r>
            <a:r>
              <a:rPr lang="zh-CN" altLang="en-US" b="1" dirty="0"/>
              <a:t>中，在</a:t>
            </a:r>
            <a:r>
              <a:rPr lang="en-US" altLang="zh-CN" b="1" dirty="0"/>
              <a:t>stm32f1xx_hal_uart.h</a:t>
            </a:r>
            <a:r>
              <a:rPr lang="zh-CN" altLang="en-US" b="1" dirty="0"/>
              <a:t>头文件中可以查看相关库函数声明以及相关的结构体</a:t>
            </a:r>
            <a:r>
              <a:rPr lang="zh-CN" altLang="en-US" b="1" dirty="0" smtClean="0"/>
              <a:t>定义。</a:t>
            </a:r>
            <a:endParaRPr lang="zh-CN" altLang="en-US" b="1" dirty="0"/>
          </a:p>
        </p:txBody>
      </p:sp>
    </p:spTree>
    <p:extLst>
      <p:ext uri="{BB962C8B-B14F-4D97-AF65-F5344CB8AC3E}">
        <p14:creationId xmlns:p14="http://schemas.microsoft.com/office/powerpoint/2010/main" val="101220502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 y="339503"/>
            <a:ext cx="405448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4232" y="360766"/>
            <a:ext cx="4018985"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7.5.1 UART</a:t>
            </a:r>
            <a:r>
              <a:rPr lang="zh-CN" altLang="en-US" sz="2400" b="1" dirty="0">
                <a:solidFill>
                  <a:schemeClr val="bg1"/>
                </a:solidFill>
              </a:rPr>
              <a:t>的</a:t>
            </a:r>
            <a:r>
              <a:rPr lang="en-US" altLang="zh-CN" sz="2400" b="1" dirty="0">
                <a:solidFill>
                  <a:schemeClr val="bg1"/>
                </a:solidFill>
              </a:rPr>
              <a:t>HAL</a:t>
            </a:r>
            <a:r>
              <a:rPr lang="zh-CN" altLang="en-US" sz="2400" b="1" dirty="0">
                <a:solidFill>
                  <a:schemeClr val="bg1"/>
                </a:solidFill>
              </a:rPr>
              <a:t>库接口函数</a:t>
            </a:r>
            <a:endParaRPr lang="zh-CN" altLang="en-US" sz="2400" b="1" dirty="0" smtClean="0">
              <a:solidFill>
                <a:schemeClr val="bg1"/>
              </a:solidFill>
            </a:endParaRPr>
          </a:p>
        </p:txBody>
      </p:sp>
      <p:sp>
        <p:nvSpPr>
          <p:cNvPr id="5" name="矩形 4"/>
          <p:cNvSpPr/>
          <p:nvPr/>
        </p:nvSpPr>
        <p:spPr>
          <a:xfrm>
            <a:off x="4334807" y="387375"/>
            <a:ext cx="3565673" cy="40844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solidFill>
                  <a:srgbClr val="C00000"/>
                </a:solidFill>
              </a:rPr>
              <a:t>USART</a:t>
            </a:r>
            <a:r>
              <a:rPr lang="zh-CN" altLang="en-US" b="1" dirty="0">
                <a:solidFill>
                  <a:srgbClr val="C00000"/>
                </a:solidFill>
              </a:rPr>
              <a:t>模块的</a:t>
            </a:r>
            <a:r>
              <a:rPr lang="en-US" altLang="zh-CN" b="1" dirty="0">
                <a:solidFill>
                  <a:srgbClr val="C00000"/>
                </a:solidFill>
              </a:rPr>
              <a:t>HAL</a:t>
            </a:r>
            <a:r>
              <a:rPr lang="zh-CN" altLang="en-US" b="1" dirty="0">
                <a:solidFill>
                  <a:srgbClr val="C00000"/>
                </a:solidFill>
              </a:rPr>
              <a:t>库常用接口</a:t>
            </a:r>
            <a:r>
              <a:rPr lang="zh-CN" altLang="en-US" b="1" dirty="0" smtClean="0">
                <a:solidFill>
                  <a:srgbClr val="C00000"/>
                </a:solidFill>
              </a:rPr>
              <a:t>函数</a:t>
            </a:r>
            <a:endParaRPr lang="zh-CN" altLang="en-US" b="1" dirty="0">
              <a:solidFill>
                <a:srgbClr val="C00000"/>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3166186118"/>
              </p:ext>
            </p:extLst>
          </p:nvPr>
        </p:nvGraphicFramePr>
        <p:xfrm>
          <a:off x="467544" y="987574"/>
          <a:ext cx="8280920" cy="3960442"/>
        </p:xfrm>
        <a:graphic>
          <a:graphicData uri="http://schemas.openxmlformats.org/drawingml/2006/table">
            <a:tbl>
              <a:tblPr firstRow="1" firstCol="1" bandRow="1"/>
              <a:tblGrid>
                <a:gridCol w="504056"/>
                <a:gridCol w="504056"/>
                <a:gridCol w="7272808"/>
              </a:tblGrid>
              <a:tr h="236950">
                <a:tc gridSpan="2">
                  <a:txBody>
                    <a:bodyPr/>
                    <a:lstStyle/>
                    <a:p>
                      <a:pPr algn="ctr">
                        <a:spcAft>
                          <a:spcPts val="0"/>
                        </a:spcAft>
                      </a:pPr>
                      <a:r>
                        <a:rPr lang="zh-CN" sz="1400" b="1" kern="0" dirty="0">
                          <a:effectLst/>
                          <a:latin typeface="Calibri"/>
                          <a:ea typeface="宋体"/>
                          <a:cs typeface="Times New Roman"/>
                        </a:rPr>
                        <a:t>类型</a:t>
                      </a:r>
                      <a:endParaRPr lang="zh-CN" sz="1600" b="1" kern="100" dirty="0">
                        <a:effectLst/>
                        <a:latin typeface="Calibri"/>
                        <a:ea typeface="宋体"/>
                        <a:cs typeface="Times New Roman"/>
                      </a:endParaRPr>
                    </a:p>
                  </a:txBody>
                  <a:tcPr marL="19506" marR="1950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hMerge="1">
                  <a:txBody>
                    <a:bodyPr/>
                    <a:lstStyle/>
                    <a:p>
                      <a:endParaRPr lang="zh-CN" altLang="en-US"/>
                    </a:p>
                  </a:txBody>
                  <a:tcPr/>
                </a:tc>
                <a:tc>
                  <a:txBody>
                    <a:bodyPr/>
                    <a:lstStyle/>
                    <a:p>
                      <a:pPr algn="ctr">
                        <a:spcAft>
                          <a:spcPts val="0"/>
                        </a:spcAft>
                      </a:pPr>
                      <a:r>
                        <a:rPr lang="zh-CN" sz="1400" b="1" kern="0" dirty="0">
                          <a:effectLst/>
                          <a:latin typeface="Calibri"/>
                          <a:ea typeface="宋体"/>
                          <a:cs typeface="Times New Roman"/>
                        </a:rPr>
                        <a:t>函数及功能描述</a:t>
                      </a:r>
                      <a:endParaRPr lang="zh-CN" sz="16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440049">
                <a:tc rowSpan="8">
                  <a:txBody>
                    <a:bodyPr/>
                    <a:lstStyle/>
                    <a:p>
                      <a:pPr algn="ctr">
                        <a:spcAft>
                          <a:spcPts val="0"/>
                        </a:spcAft>
                      </a:pPr>
                      <a:r>
                        <a:rPr lang="zh-CN" sz="1400" b="1" kern="0" dirty="0">
                          <a:effectLst/>
                          <a:latin typeface="Times New Roman"/>
                          <a:ea typeface="宋体"/>
                          <a:cs typeface="Times New Roman"/>
                        </a:rPr>
                        <a:t>引脚功能操作函数</a:t>
                      </a:r>
                      <a:endParaRPr lang="zh-CN" sz="1600" b="1" kern="100" dirty="0">
                        <a:effectLst/>
                        <a:latin typeface="Calibri"/>
                        <a:ea typeface="宋体"/>
                        <a:cs typeface="Times New Roman"/>
                      </a:endParaRPr>
                    </a:p>
                  </a:txBody>
                  <a:tcPr marL="19506" marR="1950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zh-CN" sz="1400" b="1" kern="0">
                          <a:effectLst/>
                          <a:latin typeface="Times New Roman"/>
                          <a:ea typeface="宋体"/>
                          <a:cs typeface="Times New Roman"/>
                        </a:rPr>
                        <a:t>轮询方式</a:t>
                      </a:r>
                      <a:endParaRPr lang="zh-CN" sz="1600" b="1" kern="100">
                        <a:effectLst/>
                        <a:latin typeface="Calibri"/>
                        <a:ea typeface="宋体"/>
                        <a:cs typeface="Times New Roman"/>
                      </a:endParaRPr>
                    </a:p>
                  </a:txBody>
                  <a:tcPr marL="19506" marR="195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b="1" kern="0" dirty="0" err="1">
                          <a:effectLst/>
                          <a:latin typeface="Times New Roman"/>
                          <a:ea typeface="宋体"/>
                          <a:cs typeface="Times New Roman"/>
                        </a:rPr>
                        <a:t>HAL_UART_Transmit</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 uint8_t *</a:t>
                      </a:r>
                      <a:r>
                        <a:rPr lang="en-US" sz="1200" b="1" kern="0" dirty="0" err="1">
                          <a:effectLst/>
                          <a:latin typeface="Times New Roman"/>
                          <a:ea typeface="宋体"/>
                          <a:cs typeface="Times New Roman"/>
                        </a:rPr>
                        <a:t>pData</a:t>
                      </a:r>
                      <a:r>
                        <a:rPr lang="en-US" sz="1200" b="1" kern="0" dirty="0">
                          <a:effectLst/>
                          <a:latin typeface="Times New Roman"/>
                          <a:ea typeface="宋体"/>
                          <a:cs typeface="Times New Roman"/>
                        </a:rPr>
                        <a:t>, uint16_t Size, uint32_t Timeout);</a:t>
                      </a:r>
                      <a:endParaRPr lang="zh-CN" sz="1400" b="1" kern="100" dirty="0">
                        <a:effectLst/>
                        <a:latin typeface="Calibri"/>
                        <a:ea typeface="宋体"/>
                        <a:cs typeface="Times New Roman"/>
                      </a:endParaRPr>
                    </a:p>
                    <a:p>
                      <a:pPr algn="just">
                        <a:spcAft>
                          <a:spcPts val="0"/>
                        </a:spcAft>
                      </a:pPr>
                      <a:r>
                        <a:rPr lang="zh-CN" sz="1400" b="1" kern="0" dirty="0">
                          <a:effectLst/>
                          <a:latin typeface="Times New Roman"/>
                          <a:ea typeface="宋体"/>
                          <a:cs typeface="Times New Roman"/>
                        </a:rPr>
                        <a:t>功能描述：串口轮询模式发送函数，使用超时管理机制</a:t>
                      </a:r>
                      <a:endParaRPr lang="zh-CN" sz="16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049">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en-US" sz="1200" b="1" kern="0" dirty="0" err="1">
                          <a:effectLst/>
                          <a:latin typeface="Times New Roman"/>
                          <a:ea typeface="宋体"/>
                          <a:cs typeface="Times New Roman"/>
                        </a:rPr>
                        <a:t>HAL_UART_Receive</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 uint8_t *</a:t>
                      </a:r>
                      <a:r>
                        <a:rPr lang="en-US" sz="1200" b="1" kern="0" dirty="0" err="1">
                          <a:effectLst/>
                          <a:latin typeface="Times New Roman"/>
                          <a:ea typeface="宋体"/>
                          <a:cs typeface="Times New Roman"/>
                        </a:rPr>
                        <a:t>pData</a:t>
                      </a:r>
                      <a:r>
                        <a:rPr lang="en-US" sz="1200" b="1" kern="0" dirty="0">
                          <a:effectLst/>
                          <a:latin typeface="Times New Roman"/>
                          <a:ea typeface="宋体"/>
                          <a:cs typeface="Times New Roman"/>
                        </a:rPr>
                        <a:t>, uint16_t Size, uint32_t Timeout);</a:t>
                      </a:r>
                      <a:endParaRPr lang="zh-CN" sz="1400" b="1" kern="100" dirty="0">
                        <a:effectLst/>
                        <a:latin typeface="Calibri"/>
                        <a:ea typeface="宋体"/>
                        <a:cs typeface="Times New Roman"/>
                      </a:endParaRPr>
                    </a:p>
                    <a:p>
                      <a:pPr algn="just">
                        <a:spcAft>
                          <a:spcPts val="0"/>
                        </a:spcAft>
                      </a:pPr>
                      <a:r>
                        <a:rPr lang="zh-CN" sz="1400" b="1" kern="0" dirty="0">
                          <a:effectLst/>
                          <a:latin typeface="Times New Roman"/>
                          <a:ea typeface="宋体"/>
                          <a:cs typeface="Times New Roman"/>
                        </a:rPr>
                        <a:t>功能描述：串口轮询模式接收函数，使用超时管理机制</a:t>
                      </a:r>
                      <a:endParaRPr lang="zh-CN" sz="16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899">
                <a:tc vMerge="1">
                  <a:txBody>
                    <a:bodyPr/>
                    <a:lstStyle/>
                    <a:p>
                      <a:endParaRPr lang="zh-CN" altLang="en-US"/>
                    </a:p>
                  </a:txBody>
                  <a:tcPr/>
                </a:tc>
                <a:tc rowSpan="2">
                  <a:txBody>
                    <a:bodyPr/>
                    <a:lstStyle/>
                    <a:p>
                      <a:pPr algn="ctr">
                        <a:spcAft>
                          <a:spcPts val="0"/>
                        </a:spcAft>
                      </a:pPr>
                      <a:r>
                        <a:rPr lang="zh-CN" sz="1400" b="1" kern="0" dirty="0">
                          <a:effectLst/>
                          <a:latin typeface="Times New Roman"/>
                          <a:ea typeface="宋体"/>
                          <a:cs typeface="Times New Roman"/>
                        </a:rPr>
                        <a:t>中断方式</a:t>
                      </a:r>
                      <a:endParaRPr lang="zh-CN" sz="1600" b="1" kern="100" dirty="0">
                        <a:effectLst/>
                        <a:latin typeface="Calibri"/>
                        <a:ea typeface="宋体"/>
                        <a:cs typeface="Times New Roman"/>
                      </a:endParaRPr>
                    </a:p>
                  </a:txBody>
                  <a:tcPr marL="19506" marR="195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400" b="1" kern="0" dirty="0" err="1">
                          <a:effectLst/>
                          <a:latin typeface="Times New Roman"/>
                          <a:ea typeface="宋体"/>
                          <a:cs typeface="Times New Roman"/>
                        </a:rPr>
                        <a:t>HAL_UART_Transmit_IT</a:t>
                      </a:r>
                      <a:r>
                        <a:rPr lang="en-US" sz="1400" b="1" kern="0" dirty="0">
                          <a:effectLst/>
                          <a:latin typeface="Times New Roman"/>
                          <a:ea typeface="宋体"/>
                          <a:cs typeface="Times New Roman"/>
                        </a:rPr>
                        <a:t>(</a:t>
                      </a:r>
                      <a:r>
                        <a:rPr lang="en-US" sz="1400" b="1" kern="0" dirty="0" err="1">
                          <a:effectLst/>
                          <a:latin typeface="Times New Roman"/>
                          <a:ea typeface="宋体"/>
                          <a:cs typeface="Times New Roman"/>
                        </a:rPr>
                        <a:t>UART_HandleTypeDef</a:t>
                      </a:r>
                      <a:r>
                        <a:rPr lang="en-US" sz="1400" b="1" kern="0" dirty="0">
                          <a:effectLst/>
                          <a:latin typeface="Times New Roman"/>
                          <a:ea typeface="宋体"/>
                          <a:cs typeface="Times New Roman"/>
                        </a:rPr>
                        <a:t> *</a:t>
                      </a:r>
                      <a:r>
                        <a:rPr lang="en-US" sz="1400" b="1" kern="0" dirty="0" err="1">
                          <a:effectLst/>
                          <a:latin typeface="Times New Roman"/>
                          <a:ea typeface="宋体"/>
                          <a:cs typeface="Times New Roman"/>
                        </a:rPr>
                        <a:t>huart</a:t>
                      </a:r>
                      <a:r>
                        <a:rPr lang="en-US" sz="1400" b="1" kern="0" dirty="0">
                          <a:effectLst/>
                          <a:latin typeface="Times New Roman"/>
                          <a:ea typeface="宋体"/>
                          <a:cs typeface="Times New Roman"/>
                        </a:rPr>
                        <a:t>, uint8_t *</a:t>
                      </a:r>
                      <a:r>
                        <a:rPr lang="en-US" sz="1400" b="1" kern="0" dirty="0" err="1">
                          <a:effectLst/>
                          <a:latin typeface="Times New Roman"/>
                          <a:ea typeface="宋体"/>
                          <a:cs typeface="Times New Roman"/>
                        </a:rPr>
                        <a:t>pData</a:t>
                      </a:r>
                      <a:r>
                        <a:rPr lang="en-US" sz="1400" b="1" kern="0" dirty="0">
                          <a:effectLst/>
                          <a:latin typeface="Times New Roman"/>
                          <a:ea typeface="宋体"/>
                          <a:cs typeface="Times New Roman"/>
                        </a:rPr>
                        <a:t>, uint16_t Size);</a:t>
                      </a:r>
                      <a:endParaRPr lang="zh-CN" sz="1600" b="1" kern="100" dirty="0">
                        <a:effectLst/>
                        <a:latin typeface="Calibri"/>
                        <a:ea typeface="宋体"/>
                        <a:cs typeface="Times New Roman"/>
                      </a:endParaRPr>
                    </a:p>
                    <a:p>
                      <a:pPr algn="just">
                        <a:spcAft>
                          <a:spcPts val="0"/>
                        </a:spcAft>
                      </a:pPr>
                      <a:r>
                        <a:rPr lang="zh-CN" sz="1400" b="1" kern="0" dirty="0">
                          <a:effectLst/>
                          <a:latin typeface="Times New Roman"/>
                          <a:ea typeface="宋体"/>
                          <a:cs typeface="Times New Roman"/>
                        </a:rPr>
                        <a:t>功能描述：串口中断模式发送函数</a:t>
                      </a:r>
                      <a:endParaRPr lang="zh-CN" sz="16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473899">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en-US" sz="1400" b="1" kern="0" dirty="0" err="1">
                          <a:effectLst/>
                          <a:latin typeface="Times New Roman"/>
                          <a:ea typeface="宋体"/>
                          <a:cs typeface="Times New Roman"/>
                        </a:rPr>
                        <a:t>HAL_UART_Receive_IT</a:t>
                      </a:r>
                      <a:r>
                        <a:rPr lang="en-US" sz="1400" b="1" kern="0" dirty="0">
                          <a:effectLst/>
                          <a:latin typeface="Times New Roman"/>
                          <a:ea typeface="宋体"/>
                          <a:cs typeface="Times New Roman"/>
                        </a:rPr>
                        <a:t>(</a:t>
                      </a:r>
                      <a:r>
                        <a:rPr lang="en-US" sz="1400" b="1" kern="0" dirty="0" err="1">
                          <a:effectLst/>
                          <a:latin typeface="Times New Roman"/>
                          <a:ea typeface="宋体"/>
                          <a:cs typeface="Times New Roman"/>
                        </a:rPr>
                        <a:t>UART_HandleTypeDef</a:t>
                      </a:r>
                      <a:r>
                        <a:rPr lang="en-US" sz="1400" b="1" kern="0" dirty="0">
                          <a:effectLst/>
                          <a:latin typeface="Times New Roman"/>
                          <a:ea typeface="宋体"/>
                          <a:cs typeface="Times New Roman"/>
                        </a:rPr>
                        <a:t> *</a:t>
                      </a:r>
                      <a:r>
                        <a:rPr lang="en-US" sz="1400" b="1" kern="0" dirty="0" err="1">
                          <a:effectLst/>
                          <a:latin typeface="Times New Roman"/>
                          <a:ea typeface="宋体"/>
                          <a:cs typeface="Times New Roman"/>
                        </a:rPr>
                        <a:t>huart</a:t>
                      </a:r>
                      <a:r>
                        <a:rPr lang="en-US" sz="1400" b="1" kern="0" dirty="0">
                          <a:effectLst/>
                          <a:latin typeface="Times New Roman"/>
                          <a:ea typeface="宋体"/>
                          <a:cs typeface="Times New Roman"/>
                        </a:rPr>
                        <a:t>, uint8_t *</a:t>
                      </a:r>
                      <a:r>
                        <a:rPr lang="en-US" sz="1400" b="1" kern="0" dirty="0" err="1">
                          <a:effectLst/>
                          <a:latin typeface="Times New Roman"/>
                          <a:ea typeface="宋体"/>
                          <a:cs typeface="Times New Roman"/>
                        </a:rPr>
                        <a:t>pData</a:t>
                      </a:r>
                      <a:r>
                        <a:rPr lang="en-US" sz="1400" b="1" kern="0" dirty="0">
                          <a:effectLst/>
                          <a:latin typeface="Times New Roman"/>
                          <a:ea typeface="宋体"/>
                          <a:cs typeface="Times New Roman"/>
                        </a:rPr>
                        <a:t>, uint16_t Size);</a:t>
                      </a:r>
                      <a:endParaRPr lang="zh-CN" sz="1600" b="1" kern="100" dirty="0">
                        <a:effectLst/>
                        <a:latin typeface="Calibri"/>
                        <a:ea typeface="宋体"/>
                        <a:cs typeface="Times New Roman"/>
                      </a:endParaRPr>
                    </a:p>
                    <a:p>
                      <a:pPr algn="just">
                        <a:spcAft>
                          <a:spcPts val="0"/>
                        </a:spcAft>
                      </a:pPr>
                      <a:r>
                        <a:rPr lang="zh-CN" sz="1400" b="1" kern="0" dirty="0">
                          <a:effectLst/>
                          <a:latin typeface="Times New Roman"/>
                          <a:ea typeface="宋体"/>
                          <a:cs typeface="Times New Roman"/>
                        </a:rPr>
                        <a:t>功能描述：串口中断模式接收函数</a:t>
                      </a:r>
                      <a:endParaRPr lang="zh-CN" sz="16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473899">
                <a:tc vMerge="1">
                  <a:txBody>
                    <a:bodyPr/>
                    <a:lstStyle/>
                    <a:p>
                      <a:endParaRPr lang="zh-CN" altLang="en-US"/>
                    </a:p>
                  </a:txBody>
                  <a:tcPr/>
                </a:tc>
                <a:tc rowSpan="4">
                  <a:txBody>
                    <a:bodyPr/>
                    <a:lstStyle/>
                    <a:p>
                      <a:pPr algn="ctr">
                        <a:spcAft>
                          <a:spcPts val="0"/>
                        </a:spcAft>
                      </a:pPr>
                      <a:r>
                        <a:rPr lang="en-US" sz="1400" b="1" kern="0">
                          <a:effectLst/>
                          <a:latin typeface="Times New Roman"/>
                          <a:ea typeface="宋体"/>
                          <a:cs typeface="Times New Roman"/>
                        </a:rPr>
                        <a:t>DMA</a:t>
                      </a:r>
                      <a:r>
                        <a:rPr lang="zh-CN" sz="1400" b="1" kern="0">
                          <a:effectLst/>
                          <a:latin typeface="Times New Roman"/>
                          <a:ea typeface="宋体"/>
                          <a:cs typeface="Times New Roman"/>
                        </a:rPr>
                        <a:t>方式</a:t>
                      </a:r>
                      <a:endParaRPr lang="zh-CN" sz="1600" b="1" kern="100">
                        <a:effectLst/>
                        <a:latin typeface="Calibri"/>
                        <a:ea typeface="宋体"/>
                        <a:cs typeface="Times New Roman"/>
                      </a:endParaRPr>
                    </a:p>
                  </a:txBody>
                  <a:tcPr marL="19506" marR="195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0">
                          <a:effectLst/>
                          <a:latin typeface="Times New Roman"/>
                          <a:ea typeface="宋体"/>
                          <a:cs typeface="Times New Roman"/>
                        </a:rPr>
                        <a:t>HAL_UART_Transmit_DMA(UART_HandleTypeDef *huart, uint8_t *pData, uint16_t Size);</a:t>
                      </a:r>
                      <a:endParaRPr lang="zh-CN" sz="1600" b="1" kern="100">
                        <a:effectLst/>
                        <a:latin typeface="Calibri"/>
                        <a:ea typeface="宋体"/>
                        <a:cs typeface="Times New Roman"/>
                      </a:endParaRPr>
                    </a:p>
                    <a:p>
                      <a:pPr algn="just">
                        <a:spcAft>
                          <a:spcPts val="0"/>
                        </a:spcAft>
                      </a:pPr>
                      <a:r>
                        <a:rPr lang="zh-CN" sz="1400" b="1" kern="0">
                          <a:effectLst/>
                          <a:latin typeface="Times New Roman"/>
                          <a:ea typeface="宋体"/>
                          <a:cs typeface="Times New Roman"/>
                        </a:rPr>
                        <a:t>功能描述：串口</a:t>
                      </a:r>
                      <a:r>
                        <a:rPr lang="en-US" sz="1400" b="1" kern="0">
                          <a:effectLst/>
                          <a:latin typeface="Times New Roman"/>
                          <a:ea typeface="宋体"/>
                          <a:cs typeface="Times New Roman"/>
                        </a:rPr>
                        <a:t>DMA</a:t>
                      </a:r>
                      <a:r>
                        <a:rPr lang="zh-CN" sz="1400" b="1" kern="0">
                          <a:effectLst/>
                          <a:latin typeface="Times New Roman"/>
                          <a:ea typeface="宋体"/>
                          <a:cs typeface="Times New Roman"/>
                        </a:rPr>
                        <a:t>模式发送函数</a:t>
                      </a:r>
                      <a:endParaRPr lang="zh-CN" sz="1600" b="1" kern="10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899">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en-US" sz="1400" b="1" kern="0">
                          <a:effectLst/>
                          <a:latin typeface="Times New Roman"/>
                          <a:ea typeface="宋体"/>
                          <a:cs typeface="Times New Roman"/>
                        </a:rPr>
                        <a:t>HAL_UART_Receive_DMA(UART_HandleTypeDef *huart, uint8_t *pData, uint16_t Size);</a:t>
                      </a:r>
                      <a:endParaRPr lang="zh-CN" sz="1600" b="1" kern="100">
                        <a:effectLst/>
                        <a:latin typeface="Calibri"/>
                        <a:ea typeface="宋体"/>
                        <a:cs typeface="Times New Roman"/>
                      </a:endParaRPr>
                    </a:p>
                    <a:p>
                      <a:pPr algn="just">
                        <a:spcAft>
                          <a:spcPts val="0"/>
                        </a:spcAft>
                      </a:pPr>
                      <a:r>
                        <a:rPr lang="zh-CN" sz="1400" b="1" kern="0">
                          <a:effectLst/>
                          <a:latin typeface="Times New Roman"/>
                          <a:ea typeface="宋体"/>
                          <a:cs typeface="Times New Roman"/>
                        </a:rPr>
                        <a:t>功能描述：串口</a:t>
                      </a:r>
                      <a:r>
                        <a:rPr lang="en-US" sz="1400" b="1" kern="0">
                          <a:effectLst/>
                          <a:latin typeface="Times New Roman"/>
                          <a:ea typeface="宋体"/>
                          <a:cs typeface="Times New Roman"/>
                        </a:rPr>
                        <a:t>DMA</a:t>
                      </a:r>
                      <a:r>
                        <a:rPr lang="zh-CN" sz="1400" b="1" kern="0">
                          <a:effectLst/>
                          <a:latin typeface="Times New Roman"/>
                          <a:ea typeface="宋体"/>
                          <a:cs typeface="Times New Roman"/>
                        </a:rPr>
                        <a:t>模式接收函数</a:t>
                      </a:r>
                      <a:endParaRPr lang="zh-CN" sz="1600" b="1" kern="10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899">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en-US" sz="1400" b="1" kern="0">
                          <a:effectLst/>
                          <a:latin typeface="Times New Roman"/>
                          <a:ea typeface="宋体"/>
                          <a:cs typeface="Times New Roman"/>
                        </a:rPr>
                        <a:t>HAL_UART_DMAPause(UART_HandleTypeDef *huart);</a:t>
                      </a:r>
                      <a:endParaRPr lang="zh-CN" sz="1600" b="1" kern="100">
                        <a:effectLst/>
                        <a:latin typeface="Calibri"/>
                        <a:ea typeface="宋体"/>
                        <a:cs typeface="Times New Roman"/>
                      </a:endParaRPr>
                    </a:p>
                    <a:p>
                      <a:pPr algn="just">
                        <a:spcAft>
                          <a:spcPts val="0"/>
                        </a:spcAft>
                      </a:pPr>
                      <a:r>
                        <a:rPr lang="zh-CN" sz="1400" b="1" kern="0">
                          <a:effectLst/>
                          <a:latin typeface="Times New Roman"/>
                          <a:ea typeface="宋体"/>
                          <a:cs typeface="Times New Roman"/>
                        </a:rPr>
                        <a:t>功能描述：串口</a:t>
                      </a:r>
                      <a:r>
                        <a:rPr lang="en-US" sz="1400" b="1" kern="0">
                          <a:effectLst/>
                          <a:latin typeface="Times New Roman"/>
                          <a:ea typeface="宋体"/>
                          <a:cs typeface="Times New Roman"/>
                        </a:rPr>
                        <a:t>DMA</a:t>
                      </a:r>
                      <a:r>
                        <a:rPr lang="zh-CN" sz="1400" b="1" kern="0">
                          <a:effectLst/>
                          <a:latin typeface="Times New Roman"/>
                          <a:ea typeface="宋体"/>
                          <a:cs typeface="Times New Roman"/>
                        </a:rPr>
                        <a:t>模式暂停函数</a:t>
                      </a:r>
                      <a:endParaRPr lang="zh-CN" sz="1600" b="1" kern="10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899">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en-US" sz="1400" b="1" kern="0" dirty="0" err="1">
                          <a:effectLst/>
                          <a:latin typeface="Times New Roman"/>
                          <a:ea typeface="宋体"/>
                          <a:cs typeface="Times New Roman"/>
                        </a:rPr>
                        <a:t>HAL_UART_DMAStop</a:t>
                      </a:r>
                      <a:r>
                        <a:rPr lang="en-US" sz="1400" b="1" kern="0" dirty="0">
                          <a:effectLst/>
                          <a:latin typeface="Times New Roman"/>
                          <a:ea typeface="宋体"/>
                          <a:cs typeface="Times New Roman"/>
                        </a:rPr>
                        <a:t>(</a:t>
                      </a:r>
                      <a:r>
                        <a:rPr lang="en-US" sz="1400" b="1" kern="0" dirty="0" err="1">
                          <a:effectLst/>
                          <a:latin typeface="Times New Roman"/>
                          <a:ea typeface="宋体"/>
                          <a:cs typeface="Times New Roman"/>
                        </a:rPr>
                        <a:t>UART_HandleTypeDef</a:t>
                      </a:r>
                      <a:r>
                        <a:rPr lang="en-US" sz="1400" b="1" kern="0" dirty="0">
                          <a:effectLst/>
                          <a:latin typeface="Times New Roman"/>
                          <a:ea typeface="宋体"/>
                          <a:cs typeface="Times New Roman"/>
                        </a:rPr>
                        <a:t> *</a:t>
                      </a:r>
                      <a:r>
                        <a:rPr lang="en-US" sz="1400" b="1" kern="0" dirty="0" err="1">
                          <a:effectLst/>
                          <a:latin typeface="Times New Roman"/>
                          <a:ea typeface="宋体"/>
                          <a:cs typeface="Times New Roman"/>
                        </a:rPr>
                        <a:t>huart</a:t>
                      </a:r>
                      <a:r>
                        <a:rPr lang="en-US" sz="1400" b="1" kern="0" dirty="0">
                          <a:effectLst/>
                          <a:latin typeface="Times New Roman"/>
                          <a:ea typeface="宋体"/>
                          <a:cs typeface="Times New Roman"/>
                        </a:rPr>
                        <a:t>);</a:t>
                      </a:r>
                      <a:endParaRPr lang="zh-CN" sz="1600" b="1" kern="100" dirty="0">
                        <a:effectLst/>
                        <a:latin typeface="Calibri"/>
                        <a:ea typeface="宋体"/>
                        <a:cs typeface="Times New Roman"/>
                      </a:endParaRPr>
                    </a:p>
                    <a:p>
                      <a:pPr algn="just">
                        <a:spcAft>
                          <a:spcPts val="0"/>
                        </a:spcAft>
                      </a:pPr>
                      <a:r>
                        <a:rPr lang="zh-CN" sz="1400" b="1" kern="0" dirty="0">
                          <a:effectLst/>
                          <a:latin typeface="Times New Roman"/>
                          <a:ea typeface="宋体"/>
                          <a:cs typeface="Times New Roman"/>
                        </a:rPr>
                        <a:t>功能描述：串口</a:t>
                      </a:r>
                      <a:r>
                        <a:rPr lang="en-US" sz="1400" b="1" kern="0" dirty="0">
                          <a:effectLst/>
                          <a:latin typeface="Times New Roman"/>
                          <a:ea typeface="宋体"/>
                          <a:cs typeface="Times New Roman"/>
                        </a:rPr>
                        <a:t>DMA</a:t>
                      </a:r>
                      <a:r>
                        <a:rPr lang="zh-CN" sz="1400" b="1" kern="0" dirty="0">
                          <a:effectLst/>
                          <a:latin typeface="Times New Roman"/>
                          <a:ea typeface="宋体"/>
                          <a:cs typeface="Times New Roman"/>
                        </a:rPr>
                        <a:t>模式停止函数</a:t>
                      </a:r>
                      <a:endParaRPr lang="zh-CN" sz="16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5601463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 y="339503"/>
            <a:ext cx="405448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4232" y="360766"/>
            <a:ext cx="4018985"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7.5.1 UART</a:t>
            </a:r>
            <a:r>
              <a:rPr lang="zh-CN" altLang="en-US" sz="2400" b="1" dirty="0">
                <a:solidFill>
                  <a:schemeClr val="bg1"/>
                </a:solidFill>
              </a:rPr>
              <a:t>的</a:t>
            </a:r>
            <a:r>
              <a:rPr lang="en-US" altLang="zh-CN" sz="2400" b="1" dirty="0">
                <a:solidFill>
                  <a:schemeClr val="bg1"/>
                </a:solidFill>
              </a:rPr>
              <a:t>HAL</a:t>
            </a:r>
            <a:r>
              <a:rPr lang="zh-CN" altLang="en-US" sz="2400" b="1" dirty="0">
                <a:solidFill>
                  <a:schemeClr val="bg1"/>
                </a:solidFill>
              </a:rPr>
              <a:t>库接口函数</a:t>
            </a:r>
            <a:endParaRPr lang="zh-CN" altLang="en-US" sz="2400" b="1" dirty="0" smtClean="0">
              <a:solidFill>
                <a:schemeClr val="bg1"/>
              </a:solidFill>
            </a:endParaRPr>
          </a:p>
        </p:txBody>
      </p:sp>
      <p:sp>
        <p:nvSpPr>
          <p:cNvPr id="5" name="矩形 4"/>
          <p:cNvSpPr/>
          <p:nvPr/>
        </p:nvSpPr>
        <p:spPr>
          <a:xfrm>
            <a:off x="4334807" y="387375"/>
            <a:ext cx="3565673" cy="40844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solidFill>
                  <a:srgbClr val="C00000"/>
                </a:solidFill>
              </a:rPr>
              <a:t>USART</a:t>
            </a:r>
            <a:r>
              <a:rPr lang="zh-CN" altLang="en-US" b="1" dirty="0">
                <a:solidFill>
                  <a:srgbClr val="C00000"/>
                </a:solidFill>
              </a:rPr>
              <a:t>模块的</a:t>
            </a:r>
            <a:r>
              <a:rPr lang="en-US" altLang="zh-CN" b="1" dirty="0">
                <a:solidFill>
                  <a:srgbClr val="C00000"/>
                </a:solidFill>
              </a:rPr>
              <a:t>HAL</a:t>
            </a:r>
            <a:r>
              <a:rPr lang="zh-CN" altLang="en-US" b="1" dirty="0">
                <a:solidFill>
                  <a:srgbClr val="C00000"/>
                </a:solidFill>
              </a:rPr>
              <a:t>库常用接口</a:t>
            </a:r>
            <a:r>
              <a:rPr lang="zh-CN" altLang="en-US" b="1" dirty="0" smtClean="0">
                <a:solidFill>
                  <a:srgbClr val="C00000"/>
                </a:solidFill>
              </a:rPr>
              <a:t>函数</a:t>
            </a:r>
            <a:endParaRPr lang="zh-CN" altLang="en-US" b="1" dirty="0">
              <a:solidFill>
                <a:srgbClr val="C00000"/>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279295599"/>
              </p:ext>
            </p:extLst>
          </p:nvPr>
        </p:nvGraphicFramePr>
        <p:xfrm>
          <a:off x="971600" y="987574"/>
          <a:ext cx="7560840" cy="3945632"/>
        </p:xfrm>
        <a:graphic>
          <a:graphicData uri="http://schemas.openxmlformats.org/drawingml/2006/table">
            <a:tbl>
              <a:tblPr firstRow="1" firstCol="1" bandRow="1"/>
              <a:tblGrid>
                <a:gridCol w="807468"/>
                <a:gridCol w="6753372"/>
              </a:tblGrid>
              <a:tr h="288032">
                <a:tc>
                  <a:txBody>
                    <a:bodyPr/>
                    <a:lstStyle/>
                    <a:p>
                      <a:pPr algn="ctr">
                        <a:spcAft>
                          <a:spcPts val="0"/>
                        </a:spcAft>
                      </a:pPr>
                      <a:r>
                        <a:rPr lang="zh-CN" sz="1200" b="1" kern="0" dirty="0">
                          <a:effectLst/>
                          <a:latin typeface="Calibri"/>
                          <a:ea typeface="宋体"/>
                          <a:cs typeface="Times New Roman"/>
                        </a:rPr>
                        <a:t>类型</a:t>
                      </a:r>
                      <a:endParaRPr lang="zh-CN" sz="1200" b="1" kern="100" dirty="0">
                        <a:effectLst/>
                        <a:latin typeface="Calibri"/>
                        <a:ea typeface="宋体"/>
                        <a:cs typeface="Times New Roman"/>
                      </a:endParaRPr>
                    </a:p>
                  </a:txBody>
                  <a:tcPr marL="19506" marR="1950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spcAft>
                          <a:spcPts val="0"/>
                        </a:spcAft>
                      </a:pPr>
                      <a:r>
                        <a:rPr lang="zh-CN" sz="1200" b="1" kern="0" dirty="0">
                          <a:effectLst/>
                          <a:latin typeface="Calibri"/>
                          <a:ea typeface="宋体"/>
                          <a:cs typeface="Times New Roman"/>
                        </a:rPr>
                        <a:t>函数及功能描述</a:t>
                      </a:r>
                      <a:endParaRPr lang="zh-CN" sz="1200" b="1" kern="100" dirty="0">
                        <a:effectLst/>
                        <a:latin typeface="Calibri"/>
                        <a:ea typeface="宋体"/>
                        <a:cs typeface="Times New Roman"/>
                      </a:endParaRPr>
                    </a:p>
                  </a:txBody>
                  <a:tcPr marL="19506" marR="1950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r>
              <a:tr h="117037">
                <a:tc rowSpan="2">
                  <a:txBody>
                    <a:bodyPr/>
                    <a:lstStyle/>
                    <a:p>
                      <a:pPr algn="ctr">
                        <a:spcAft>
                          <a:spcPts val="0"/>
                        </a:spcAft>
                      </a:pPr>
                      <a:r>
                        <a:rPr lang="zh-CN" sz="1200" b="1" kern="0" dirty="0">
                          <a:effectLst/>
                          <a:latin typeface="Times New Roman"/>
                          <a:ea typeface="宋体"/>
                          <a:cs typeface="Times New Roman"/>
                        </a:rPr>
                        <a:t>初始化</a:t>
                      </a:r>
                      <a:r>
                        <a:rPr lang="zh-CN" sz="1200" b="1" kern="0" dirty="0" smtClean="0">
                          <a:effectLst/>
                          <a:latin typeface="Times New Roman"/>
                          <a:ea typeface="宋体"/>
                          <a:cs typeface="Times New Roman"/>
                        </a:rPr>
                        <a:t>及</a:t>
                      </a:r>
                      <a:endParaRPr lang="en-US" altLang="zh-CN" sz="1200" b="1" kern="0" dirty="0" smtClean="0">
                        <a:effectLst/>
                        <a:latin typeface="Times New Roman"/>
                        <a:ea typeface="宋体"/>
                        <a:cs typeface="Times New Roman"/>
                      </a:endParaRPr>
                    </a:p>
                    <a:p>
                      <a:pPr algn="ctr">
                        <a:spcAft>
                          <a:spcPts val="0"/>
                        </a:spcAft>
                      </a:pPr>
                      <a:r>
                        <a:rPr lang="zh-CN" sz="1200" b="1" kern="0" dirty="0" smtClean="0">
                          <a:effectLst/>
                          <a:latin typeface="Times New Roman"/>
                          <a:ea typeface="宋体"/>
                          <a:cs typeface="Times New Roman"/>
                        </a:rPr>
                        <a:t>复位</a:t>
                      </a:r>
                      <a:r>
                        <a:rPr lang="zh-CN" sz="1200" b="1" kern="0" dirty="0">
                          <a:effectLst/>
                          <a:latin typeface="Times New Roman"/>
                          <a:ea typeface="宋体"/>
                          <a:cs typeface="Times New Roman"/>
                        </a:rPr>
                        <a:t>函数</a:t>
                      </a:r>
                      <a:endParaRPr lang="zh-CN" sz="1200" b="1" kern="100" dirty="0">
                        <a:effectLst/>
                        <a:latin typeface="Calibri"/>
                        <a:ea typeface="宋体"/>
                        <a:cs typeface="Times New Roman"/>
                      </a:endParaRPr>
                    </a:p>
                  </a:txBody>
                  <a:tcPr marL="19506" marR="1950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b="1" kern="0" dirty="0" err="1">
                          <a:effectLst/>
                          <a:latin typeface="Times New Roman"/>
                          <a:ea typeface="宋体"/>
                          <a:cs typeface="Times New Roman"/>
                        </a:rPr>
                        <a:t>HAL_UART_Init</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初始化函数</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7037">
                <a:tc vMerge="1">
                  <a:txBody>
                    <a:bodyPr/>
                    <a:lstStyle/>
                    <a:p>
                      <a:endParaRPr lang="zh-CN" altLang="en-US"/>
                    </a:p>
                  </a:txBody>
                  <a:tcPr/>
                </a:tc>
                <a:tc>
                  <a:txBody>
                    <a:bodyPr/>
                    <a:lstStyle/>
                    <a:p>
                      <a:pPr algn="just">
                        <a:spcAft>
                          <a:spcPts val="0"/>
                        </a:spcAft>
                      </a:pPr>
                      <a:r>
                        <a:rPr lang="en-US" sz="1200" b="1" kern="0" dirty="0" err="1">
                          <a:effectLst/>
                          <a:latin typeface="Times New Roman"/>
                          <a:ea typeface="宋体"/>
                          <a:cs typeface="Times New Roman"/>
                        </a:rPr>
                        <a:t>HAL_UART_DeInit</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复位函数</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5062">
                <a:tc rowSpan="6">
                  <a:txBody>
                    <a:bodyPr/>
                    <a:lstStyle/>
                    <a:p>
                      <a:pPr algn="ctr">
                        <a:spcAft>
                          <a:spcPts val="0"/>
                        </a:spcAft>
                      </a:pPr>
                      <a:r>
                        <a:rPr lang="zh-CN" sz="1200" b="1" kern="0" dirty="0">
                          <a:effectLst/>
                          <a:latin typeface="Times New Roman"/>
                          <a:ea typeface="宋体"/>
                          <a:cs typeface="Times New Roman"/>
                        </a:rPr>
                        <a:t>中断处理函数（回调函数）</a:t>
                      </a:r>
                      <a:endParaRPr lang="zh-CN" sz="1200" b="1" kern="100" dirty="0">
                        <a:effectLst/>
                        <a:latin typeface="Calibri"/>
                        <a:ea typeface="宋体"/>
                        <a:cs typeface="Times New Roman"/>
                      </a:endParaRPr>
                    </a:p>
                  </a:txBody>
                  <a:tcPr marL="19506" marR="1950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just">
                        <a:spcAft>
                          <a:spcPts val="0"/>
                        </a:spcAft>
                      </a:pPr>
                      <a:r>
                        <a:rPr lang="en-US" sz="1200" b="1" kern="0" dirty="0">
                          <a:effectLst/>
                          <a:latin typeface="Times New Roman"/>
                          <a:ea typeface="宋体"/>
                          <a:cs typeface="Times New Roman"/>
                        </a:rPr>
                        <a:t>void </a:t>
                      </a:r>
                      <a:r>
                        <a:rPr lang="en-US" sz="1200" b="1" kern="0" dirty="0" err="1">
                          <a:effectLst/>
                          <a:latin typeface="Times New Roman"/>
                          <a:ea typeface="宋体"/>
                          <a:cs typeface="Times New Roman"/>
                        </a:rPr>
                        <a:t>HAL_UART_IRQHandler</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中断处理函数</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234074">
                <a:tc vMerge="1">
                  <a:txBody>
                    <a:bodyPr/>
                    <a:lstStyle/>
                    <a:p>
                      <a:endParaRPr lang="zh-CN" altLang="en-US"/>
                    </a:p>
                  </a:txBody>
                  <a:tcPr/>
                </a:tc>
                <a:tc>
                  <a:txBody>
                    <a:bodyPr/>
                    <a:lstStyle/>
                    <a:p>
                      <a:pPr algn="just">
                        <a:spcAft>
                          <a:spcPts val="0"/>
                        </a:spcAft>
                      </a:pPr>
                      <a:r>
                        <a:rPr lang="en-US" sz="1200" b="1" kern="0" dirty="0">
                          <a:effectLst/>
                          <a:latin typeface="Times New Roman"/>
                          <a:ea typeface="宋体"/>
                          <a:cs typeface="Times New Roman"/>
                        </a:rPr>
                        <a:t>void </a:t>
                      </a:r>
                      <a:r>
                        <a:rPr lang="en-US" sz="1200" b="1" kern="0" dirty="0" err="1">
                          <a:effectLst/>
                          <a:latin typeface="Times New Roman"/>
                          <a:ea typeface="宋体"/>
                          <a:cs typeface="Times New Roman"/>
                        </a:rPr>
                        <a:t>HAL_UART_TxCpltCallback</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数据发送完成时的回调函数，用户在该函数内编写中断处理程序</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234074">
                <a:tc vMerge="1">
                  <a:txBody>
                    <a:bodyPr/>
                    <a:lstStyle/>
                    <a:p>
                      <a:endParaRPr lang="zh-CN" altLang="en-US"/>
                    </a:p>
                  </a:txBody>
                  <a:tcPr/>
                </a:tc>
                <a:tc>
                  <a:txBody>
                    <a:bodyPr/>
                    <a:lstStyle/>
                    <a:p>
                      <a:pPr algn="just">
                        <a:spcAft>
                          <a:spcPts val="0"/>
                        </a:spcAft>
                      </a:pPr>
                      <a:r>
                        <a:rPr lang="en-US" sz="1200" b="1" kern="0" dirty="0">
                          <a:effectLst/>
                          <a:latin typeface="Times New Roman"/>
                          <a:ea typeface="宋体"/>
                          <a:cs typeface="Times New Roman"/>
                        </a:rPr>
                        <a:t>void </a:t>
                      </a:r>
                      <a:r>
                        <a:rPr lang="en-US" sz="1200" b="1" kern="0" dirty="0" err="1">
                          <a:effectLst/>
                          <a:latin typeface="Times New Roman"/>
                          <a:ea typeface="宋体"/>
                          <a:cs typeface="Times New Roman"/>
                        </a:rPr>
                        <a:t>HAL_UART_TxHalfCpltCallback</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数据发送一半时的回调函数</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234074">
                <a:tc vMerge="1">
                  <a:txBody>
                    <a:bodyPr/>
                    <a:lstStyle/>
                    <a:p>
                      <a:endParaRPr lang="zh-CN" altLang="en-US"/>
                    </a:p>
                  </a:txBody>
                  <a:tcPr/>
                </a:tc>
                <a:tc>
                  <a:txBody>
                    <a:bodyPr/>
                    <a:lstStyle/>
                    <a:p>
                      <a:pPr algn="just">
                        <a:spcAft>
                          <a:spcPts val="0"/>
                        </a:spcAft>
                      </a:pPr>
                      <a:r>
                        <a:rPr lang="en-US" sz="1200" b="1" kern="0" dirty="0">
                          <a:effectLst/>
                          <a:latin typeface="Times New Roman"/>
                          <a:ea typeface="宋体"/>
                          <a:cs typeface="Times New Roman"/>
                        </a:rPr>
                        <a:t>void </a:t>
                      </a:r>
                      <a:r>
                        <a:rPr lang="en-US" sz="1200" b="1" kern="0" dirty="0" err="1">
                          <a:effectLst/>
                          <a:latin typeface="Times New Roman"/>
                          <a:ea typeface="宋体"/>
                          <a:cs typeface="Times New Roman"/>
                        </a:rPr>
                        <a:t>HAL_UART_RxCpltCallback</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数据接收完成时的回调函数，用户在该函数内编写中断处理程序</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234074">
                <a:tc vMerge="1">
                  <a:txBody>
                    <a:bodyPr/>
                    <a:lstStyle/>
                    <a:p>
                      <a:endParaRPr lang="zh-CN" altLang="en-US"/>
                    </a:p>
                  </a:txBody>
                  <a:tcPr/>
                </a:tc>
                <a:tc>
                  <a:txBody>
                    <a:bodyPr/>
                    <a:lstStyle/>
                    <a:p>
                      <a:pPr algn="just">
                        <a:spcAft>
                          <a:spcPts val="0"/>
                        </a:spcAft>
                      </a:pPr>
                      <a:r>
                        <a:rPr lang="en-US" sz="1200" b="1" kern="0" dirty="0">
                          <a:effectLst/>
                          <a:latin typeface="Times New Roman"/>
                          <a:ea typeface="宋体"/>
                          <a:cs typeface="Times New Roman"/>
                        </a:rPr>
                        <a:t>void </a:t>
                      </a:r>
                      <a:r>
                        <a:rPr lang="en-US" sz="1200" b="1" kern="0" dirty="0" err="1">
                          <a:effectLst/>
                          <a:latin typeface="Times New Roman"/>
                          <a:ea typeface="宋体"/>
                          <a:cs typeface="Times New Roman"/>
                        </a:rPr>
                        <a:t>HAL_UART_RxHalfCpltCallback</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数据接收一半时的回调函数</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195062">
                <a:tc vMerge="1">
                  <a:txBody>
                    <a:bodyPr/>
                    <a:lstStyle/>
                    <a:p>
                      <a:endParaRPr lang="zh-CN" altLang="en-US"/>
                    </a:p>
                  </a:txBody>
                  <a:tcPr/>
                </a:tc>
                <a:tc>
                  <a:txBody>
                    <a:bodyPr/>
                    <a:lstStyle/>
                    <a:p>
                      <a:pPr algn="just">
                        <a:spcAft>
                          <a:spcPts val="0"/>
                        </a:spcAft>
                      </a:pPr>
                      <a:r>
                        <a:rPr lang="en-US" sz="1200" b="1" kern="0" dirty="0">
                          <a:effectLst/>
                          <a:latin typeface="Times New Roman"/>
                          <a:ea typeface="宋体"/>
                          <a:cs typeface="Times New Roman"/>
                        </a:rPr>
                        <a:t>void </a:t>
                      </a:r>
                      <a:r>
                        <a:rPr lang="en-US" sz="1200" b="1" kern="0" dirty="0" err="1">
                          <a:effectLst/>
                          <a:latin typeface="Times New Roman"/>
                          <a:ea typeface="宋体"/>
                          <a:cs typeface="Times New Roman"/>
                        </a:rPr>
                        <a:t>HAL_UART_ErrorCallback</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a:t>
                      </a:r>
                      <a:r>
                        <a:rPr lang="en-US" sz="1200" b="1" kern="0" dirty="0">
                          <a:effectLst/>
                          <a:latin typeface="Times New Roman"/>
                          <a:ea typeface="宋体"/>
                          <a:cs typeface="Times New Roman"/>
                        </a:rPr>
                        <a:t>UART</a:t>
                      </a:r>
                      <a:r>
                        <a:rPr lang="zh-CN" sz="1200" b="1" kern="0" dirty="0">
                          <a:effectLst/>
                          <a:latin typeface="Times New Roman"/>
                          <a:ea typeface="宋体"/>
                          <a:cs typeface="Times New Roman"/>
                        </a:rPr>
                        <a:t>传输出现错误时调用的回调函数</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r>
              <a:tr h="117037">
                <a:tc rowSpan="2">
                  <a:txBody>
                    <a:bodyPr/>
                    <a:lstStyle/>
                    <a:p>
                      <a:pPr algn="ctr">
                        <a:spcAft>
                          <a:spcPts val="0"/>
                        </a:spcAft>
                      </a:pPr>
                      <a:r>
                        <a:rPr lang="zh-CN" sz="1200" b="1" kern="0">
                          <a:effectLst/>
                          <a:latin typeface="Times New Roman"/>
                          <a:ea typeface="宋体"/>
                          <a:cs typeface="Times New Roman"/>
                        </a:rPr>
                        <a:t>外设状态函数</a:t>
                      </a:r>
                      <a:endParaRPr lang="zh-CN" sz="1200" b="1" kern="100">
                        <a:effectLst/>
                        <a:latin typeface="Calibri"/>
                        <a:ea typeface="宋体"/>
                        <a:cs typeface="Times New Roman"/>
                      </a:endParaRPr>
                    </a:p>
                  </a:txBody>
                  <a:tcPr marL="19506" marR="1950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b="1" kern="0">
                          <a:effectLst/>
                          <a:latin typeface="Times New Roman"/>
                          <a:ea typeface="宋体"/>
                          <a:cs typeface="Times New Roman"/>
                        </a:rPr>
                        <a:t>HAL_UART_GetState(UART_HandleTypeDef *huart);</a:t>
                      </a:r>
                      <a:endParaRPr lang="zh-CN" sz="1200" b="1" kern="100">
                        <a:effectLst/>
                        <a:latin typeface="Calibri"/>
                        <a:ea typeface="宋体"/>
                        <a:cs typeface="Times New Roman"/>
                      </a:endParaRPr>
                    </a:p>
                    <a:p>
                      <a:pPr algn="just">
                        <a:spcAft>
                          <a:spcPts val="0"/>
                        </a:spcAft>
                      </a:pPr>
                      <a:r>
                        <a:rPr lang="zh-CN" sz="1200" b="1" kern="0">
                          <a:effectLst/>
                          <a:latin typeface="Times New Roman"/>
                          <a:ea typeface="宋体"/>
                          <a:cs typeface="Times New Roman"/>
                        </a:rPr>
                        <a:t>功能描述：获取串口状态函数</a:t>
                      </a:r>
                      <a:endParaRPr lang="zh-CN" sz="1200" b="1" kern="10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7037">
                <a:tc vMerge="1">
                  <a:txBody>
                    <a:bodyPr/>
                    <a:lstStyle/>
                    <a:p>
                      <a:endParaRPr lang="zh-CN" altLang="en-US"/>
                    </a:p>
                  </a:txBody>
                  <a:tcPr/>
                </a:tc>
                <a:tc>
                  <a:txBody>
                    <a:bodyPr/>
                    <a:lstStyle/>
                    <a:p>
                      <a:pPr algn="just">
                        <a:spcAft>
                          <a:spcPts val="0"/>
                        </a:spcAft>
                      </a:pPr>
                      <a:r>
                        <a:rPr lang="en-US" sz="1200" b="1" kern="0" dirty="0" err="1">
                          <a:effectLst/>
                          <a:latin typeface="Times New Roman"/>
                          <a:ea typeface="宋体"/>
                          <a:cs typeface="Times New Roman"/>
                        </a:rPr>
                        <a:t>HAL_UART_GetError</a:t>
                      </a:r>
                      <a:r>
                        <a:rPr lang="en-US" sz="1200" b="1" kern="0" dirty="0">
                          <a:effectLst/>
                          <a:latin typeface="Times New Roman"/>
                          <a:ea typeface="宋体"/>
                          <a:cs typeface="Times New Roman"/>
                        </a:rPr>
                        <a:t>(</a:t>
                      </a:r>
                      <a:r>
                        <a:rPr lang="en-US" sz="1200" b="1" kern="0" dirty="0" err="1">
                          <a:effectLst/>
                          <a:latin typeface="Times New Roman"/>
                          <a:ea typeface="宋体"/>
                          <a:cs typeface="Times New Roman"/>
                        </a:rPr>
                        <a:t>UART_HandleTypeDef</a:t>
                      </a:r>
                      <a:r>
                        <a:rPr lang="en-US" sz="1200" b="1" kern="0" dirty="0">
                          <a:effectLst/>
                          <a:latin typeface="Times New Roman"/>
                          <a:ea typeface="宋体"/>
                          <a:cs typeface="Times New Roman"/>
                        </a:rPr>
                        <a:t> *</a:t>
                      </a:r>
                      <a:r>
                        <a:rPr lang="en-US" sz="1200" b="1" kern="0" dirty="0" err="1">
                          <a:effectLst/>
                          <a:latin typeface="Times New Roman"/>
                          <a:ea typeface="宋体"/>
                          <a:cs typeface="Times New Roman"/>
                        </a:rPr>
                        <a:t>huart</a:t>
                      </a:r>
                      <a:r>
                        <a:rPr lang="en-US" sz="1200" b="1" kern="0" dirty="0">
                          <a:effectLst/>
                          <a:latin typeface="Times New Roman"/>
                          <a:ea typeface="宋体"/>
                          <a:cs typeface="Times New Roman"/>
                        </a:rPr>
                        <a:t>);</a:t>
                      </a:r>
                      <a:endParaRPr lang="zh-CN" sz="1200" b="1" kern="100" dirty="0">
                        <a:effectLst/>
                        <a:latin typeface="Calibri"/>
                        <a:ea typeface="宋体"/>
                        <a:cs typeface="Times New Roman"/>
                      </a:endParaRPr>
                    </a:p>
                    <a:p>
                      <a:pPr algn="just">
                        <a:spcAft>
                          <a:spcPts val="0"/>
                        </a:spcAft>
                      </a:pPr>
                      <a:r>
                        <a:rPr lang="zh-CN" sz="1200" b="1" kern="0" dirty="0">
                          <a:effectLst/>
                          <a:latin typeface="Times New Roman"/>
                          <a:ea typeface="宋体"/>
                          <a:cs typeface="Times New Roman"/>
                        </a:rPr>
                        <a:t>功能描述：获取串口错误函数</a:t>
                      </a:r>
                      <a:endParaRPr lang="zh-CN" sz="1200" b="1" kern="100" dirty="0">
                        <a:effectLst/>
                        <a:latin typeface="Calibri"/>
                        <a:ea typeface="宋体"/>
                        <a:cs typeface="Times New Roman"/>
                      </a:endParaRPr>
                    </a:p>
                  </a:txBody>
                  <a:tcPr marL="19506" marR="1950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121005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 y="339503"/>
            <a:ext cx="405448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4232" y="360766"/>
            <a:ext cx="4018985"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7.5.1 UART</a:t>
            </a:r>
            <a:r>
              <a:rPr lang="zh-CN" altLang="en-US" sz="2400" b="1" dirty="0">
                <a:solidFill>
                  <a:schemeClr val="bg1"/>
                </a:solidFill>
              </a:rPr>
              <a:t>的</a:t>
            </a:r>
            <a:r>
              <a:rPr lang="en-US" altLang="zh-CN" sz="2400" b="1" dirty="0">
                <a:solidFill>
                  <a:schemeClr val="bg1"/>
                </a:solidFill>
              </a:rPr>
              <a:t>HAL</a:t>
            </a:r>
            <a:r>
              <a:rPr lang="zh-CN" altLang="en-US" sz="2400" b="1" dirty="0">
                <a:solidFill>
                  <a:schemeClr val="bg1"/>
                </a:solidFill>
              </a:rPr>
              <a:t>库接口函数</a:t>
            </a:r>
            <a:endParaRPr lang="zh-CN" altLang="en-US" sz="2400" b="1" dirty="0" smtClean="0">
              <a:solidFill>
                <a:schemeClr val="bg1"/>
              </a:solidFill>
            </a:endParaRPr>
          </a:p>
        </p:txBody>
      </p:sp>
      <p:sp>
        <p:nvSpPr>
          <p:cNvPr id="5" name="矩形 4"/>
          <p:cNvSpPr/>
          <p:nvPr/>
        </p:nvSpPr>
        <p:spPr>
          <a:xfrm>
            <a:off x="899592" y="1356906"/>
            <a:ext cx="7704856" cy="70788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err="1" smtClean="0"/>
              <a:t>HAL_StatusTypeDef</a:t>
            </a:r>
            <a:r>
              <a:rPr lang="en-US" altLang="zh-CN" sz="1600" b="1" dirty="0" smtClean="0"/>
              <a:t>  </a:t>
            </a:r>
            <a:r>
              <a:rPr lang="en-US" altLang="zh-CN" sz="1600" b="1" dirty="0" err="1"/>
              <a:t>HAL_UART_Transmit</a:t>
            </a:r>
            <a:r>
              <a:rPr lang="en-US" altLang="zh-CN" sz="1600" b="1" dirty="0"/>
              <a:t>(</a:t>
            </a:r>
            <a:r>
              <a:rPr lang="en-US" altLang="zh-CN" sz="1600" b="1" dirty="0" err="1"/>
              <a:t>UART_HandleTypeDef</a:t>
            </a:r>
            <a:r>
              <a:rPr lang="en-US" altLang="zh-CN" sz="1600" b="1" dirty="0"/>
              <a:t> *</a:t>
            </a:r>
            <a:r>
              <a:rPr lang="en-US" altLang="zh-CN" sz="1600" b="1" dirty="0" err="1"/>
              <a:t>huart</a:t>
            </a:r>
            <a:r>
              <a:rPr lang="en-US" altLang="zh-CN" sz="1600" b="1" dirty="0"/>
              <a:t>, uint8_t *</a:t>
            </a:r>
            <a:r>
              <a:rPr lang="en-US" altLang="zh-CN" sz="1600" b="1" dirty="0" err="1"/>
              <a:t>pData</a:t>
            </a:r>
            <a:r>
              <a:rPr lang="en-US" altLang="zh-CN" sz="1600" b="1" dirty="0"/>
              <a:t>, uint16_t Size, uint32_t Timeout</a:t>
            </a:r>
            <a:r>
              <a:rPr lang="en-US" altLang="zh-CN" sz="1600" b="1" dirty="0" smtClean="0"/>
              <a:t>);</a:t>
            </a:r>
            <a:endParaRPr lang="zh-CN" altLang="en-US" b="1" dirty="0"/>
          </a:p>
        </p:txBody>
      </p:sp>
      <p:sp>
        <p:nvSpPr>
          <p:cNvPr id="2" name="矩形 1"/>
          <p:cNvSpPr/>
          <p:nvPr/>
        </p:nvSpPr>
        <p:spPr>
          <a:xfrm>
            <a:off x="4427985" y="372240"/>
            <a:ext cx="3672408" cy="438582"/>
          </a:xfrm>
          <a:prstGeom prst="rect">
            <a:avLst/>
          </a:prstGeom>
        </p:spPr>
        <p:txBody>
          <a:bodyPr wrap="square">
            <a:spAutoFit/>
          </a:bodyPr>
          <a:lstStyle/>
          <a:p>
            <a:pPr lvl="0">
              <a:lnSpc>
                <a:spcPct val="125000"/>
              </a:lnSpc>
            </a:pPr>
            <a:r>
              <a:rPr lang="en-US" altLang="zh-CN" b="1" dirty="0">
                <a:solidFill>
                  <a:srgbClr val="FF0000"/>
                </a:solidFill>
              </a:rPr>
              <a:t>UART</a:t>
            </a:r>
            <a:r>
              <a:rPr lang="zh-CN" altLang="en-US" b="1" dirty="0">
                <a:solidFill>
                  <a:srgbClr val="FF0000"/>
                </a:solidFill>
              </a:rPr>
              <a:t>发送函数</a:t>
            </a:r>
            <a:r>
              <a:rPr lang="en-US" altLang="zh-CN" b="1" dirty="0" err="1">
                <a:solidFill>
                  <a:srgbClr val="FF0000"/>
                </a:solidFill>
              </a:rPr>
              <a:t>HAL_UART_Transmit</a:t>
            </a:r>
            <a:r>
              <a:rPr lang="en-US" altLang="zh-CN" b="1" dirty="0">
                <a:solidFill>
                  <a:srgbClr val="FF0000"/>
                </a:solidFill>
              </a:rPr>
              <a:t>()</a:t>
            </a:r>
          </a:p>
        </p:txBody>
      </p:sp>
      <p:sp>
        <p:nvSpPr>
          <p:cNvPr id="3" name="矩形 2"/>
          <p:cNvSpPr/>
          <p:nvPr/>
        </p:nvSpPr>
        <p:spPr>
          <a:xfrm>
            <a:off x="4427985" y="2576267"/>
            <a:ext cx="4464495" cy="193899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采用</a:t>
            </a:r>
            <a:r>
              <a:rPr lang="zh-CN" altLang="en-US" b="1" dirty="0"/>
              <a:t>串口</a:t>
            </a:r>
            <a:r>
              <a:rPr lang="en-US" altLang="zh-CN" b="1" dirty="0"/>
              <a:t>2</a:t>
            </a:r>
            <a:r>
              <a:rPr lang="zh-CN" altLang="en-US" b="1" dirty="0"/>
              <a:t>发送固定数据，无限等待，间隔</a:t>
            </a:r>
            <a:r>
              <a:rPr lang="en-US" altLang="zh-CN" b="1" dirty="0"/>
              <a:t>1</a:t>
            </a:r>
            <a:r>
              <a:rPr lang="en-GB" altLang="zh-CN" b="1" dirty="0"/>
              <a:t>s</a:t>
            </a:r>
            <a:r>
              <a:rPr lang="zh-CN" altLang="en-US" b="1" dirty="0"/>
              <a:t>循环发送。</a:t>
            </a:r>
          </a:p>
          <a:p>
            <a:pPr>
              <a:lnSpc>
                <a:spcPct val="125000"/>
              </a:lnSpc>
            </a:pPr>
            <a:r>
              <a:rPr lang="en-GB" altLang="zh-CN" sz="1500" b="1" dirty="0" err="1"/>
              <a:t>const</a:t>
            </a:r>
            <a:r>
              <a:rPr lang="en-GB" altLang="zh-CN" sz="1500" b="1" dirty="0"/>
              <a:t> char  *</a:t>
            </a:r>
            <a:r>
              <a:rPr lang="en-GB" altLang="zh-CN" sz="1500" b="1" dirty="0" err="1"/>
              <a:t>Send_Data</a:t>
            </a:r>
            <a:r>
              <a:rPr lang="en-GB" altLang="zh-CN" sz="1500" b="1" dirty="0"/>
              <a:t> = "Welcome to School ! \r\n";</a:t>
            </a:r>
          </a:p>
          <a:p>
            <a:pPr marL="269875" indent="-269875">
              <a:lnSpc>
                <a:spcPct val="125000"/>
              </a:lnSpc>
            </a:pPr>
            <a:r>
              <a:rPr lang="en-GB" altLang="zh-CN" sz="1500" b="1" dirty="0" err="1"/>
              <a:t>HAL_UART_Transmit</a:t>
            </a:r>
            <a:r>
              <a:rPr lang="en-GB" altLang="zh-CN" sz="1500" b="1" dirty="0"/>
              <a:t>(&amp;huart2</a:t>
            </a:r>
            <a:r>
              <a:rPr lang="en-GB" altLang="zh-CN" sz="1500" b="1" dirty="0" smtClean="0"/>
              <a:t>, (</a:t>
            </a:r>
            <a:r>
              <a:rPr lang="en-GB" altLang="zh-CN" sz="1500" b="1" dirty="0"/>
              <a:t>uint8_t *) </a:t>
            </a:r>
            <a:r>
              <a:rPr lang="en-GB" altLang="zh-CN" sz="1500" b="1" dirty="0" err="1"/>
              <a:t>Send_Data</a:t>
            </a:r>
            <a:r>
              <a:rPr lang="en-GB" altLang="zh-CN" sz="1500" b="1" dirty="0" smtClean="0"/>
              <a:t>, </a:t>
            </a:r>
            <a:r>
              <a:rPr lang="en-GB" altLang="zh-CN" sz="1500" b="1" dirty="0" err="1" smtClean="0"/>
              <a:t>strlen</a:t>
            </a:r>
            <a:r>
              <a:rPr lang="en-GB" altLang="zh-CN" sz="1500" b="1" dirty="0" smtClean="0"/>
              <a:t>(</a:t>
            </a:r>
            <a:r>
              <a:rPr lang="en-GB" altLang="zh-CN" sz="1500" b="1" dirty="0" err="1" smtClean="0"/>
              <a:t>Send_Data</a:t>
            </a:r>
            <a:r>
              <a:rPr lang="en-GB" altLang="zh-CN" sz="1500" b="1" dirty="0" smtClean="0"/>
              <a:t>), 0xFFFF</a:t>
            </a:r>
            <a:r>
              <a:rPr lang="en-GB" altLang="zh-CN" sz="1500" b="1" dirty="0"/>
              <a:t>);</a:t>
            </a:r>
          </a:p>
          <a:p>
            <a:pPr>
              <a:lnSpc>
                <a:spcPct val="125000"/>
              </a:lnSpc>
            </a:pPr>
            <a:r>
              <a:rPr lang="en-GB" altLang="zh-CN" sz="1500" b="1" dirty="0" err="1"/>
              <a:t>HAL_Delay</a:t>
            </a:r>
            <a:r>
              <a:rPr lang="en-GB" altLang="zh-CN" sz="1500" b="1" dirty="0"/>
              <a:t>(1000);</a:t>
            </a:r>
          </a:p>
        </p:txBody>
      </p:sp>
      <p:sp>
        <p:nvSpPr>
          <p:cNvPr id="4" name="矩形 3"/>
          <p:cNvSpPr/>
          <p:nvPr/>
        </p:nvSpPr>
        <p:spPr>
          <a:xfrm>
            <a:off x="539552" y="987574"/>
            <a:ext cx="1114408"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b="1" dirty="0">
                <a:solidFill>
                  <a:prstClr val="black"/>
                </a:solidFill>
              </a:rPr>
              <a:t>函数原型</a:t>
            </a:r>
            <a:endParaRPr lang="zh-CN" altLang="en-US" dirty="0"/>
          </a:p>
        </p:txBody>
      </p:sp>
      <p:sp>
        <p:nvSpPr>
          <p:cNvPr id="7" name="矩形 6"/>
          <p:cNvSpPr/>
          <p:nvPr/>
        </p:nvSpPr>
        <p:spPr>
          <a:xfrm>
            <a:off x="521810" y="2192833"/>
            <a:ext cx="1114408"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b="1" dirty="0">
                <a:solidFill>
                  <a:prstClr val="black"/>
                </a:solidFill>
              </a:rPr>
              <a:t>函数解析</a:t>
            </a:r>
            <a:endParaRPr lang="zh-CN" altLang="en-US" dirty="0"/>
          </a:p>
        </p:txBody>
      </p:sp>
      <p:sp>
        <p:nvSpPr>
          <p:cNvPr id="10" name="矩形 9"/>
          <p:cNvSpPr/>
          <p:nvPr/>
        </p:nvSpPr>
        <p:spPr>
          <a:xfrm>
            <a:off x="899592" y="2562165"/>
            <a:ext cx="3096344"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该</a:t>
            </a:r>
            <a:r>
              <a:rPr lang="zh-CN" altLang="en-US" b="1" dirty="0">
                <a:solidFill>
                  <a:prstClr val="black"/>
                </a:solidFill>
              </a:rPr>
              <a:t>函数为串口在轮询方式下发送指定长度的数据，采用超时管理机制，若超出设定值时数据还没有发送完成，则不再发送，返回超时标志（</a:t>
            </a:r>
            <a:r>
              <a:rPr lang="en-US" altLang="zh-CN" b="1" dirty="0">
                <a:solidFill>
                  <a:prstClr val="black"/>
                </a:solidFill>
              </a:rPr>
              <a:t>HAL_TIMEOUT</a:t>
            </a:r>
            <a:r>
              <a:rPr lang="zh-CN" altLang="en-US" b="1" dirty="0">
                <a:solidFill>
                  <a:prstClr val="black"/>
                </a:solidFill>
              </a:rPr>
              <a:t>）。</a:t>
            </a:r>
            <a:endParaRPr lang="zh-CN" altLang="en-US" dirty="0"/>
          </a:p>
        </p:txBody>
      </p:sp>
      <p:sp>
        <p:nvSpPr>
          <p:cNvPr id="11" name="矩形 10"/>
          <p:cNvSpPr/>
          <p:nvPr/>
        </p:nvSpPr>
        <p:spPr>
          <a:xfrm>
            <a:off x="4198022" y="2206935"/>
            <a:ext cx="1107996"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b="1" dirty="0">
                <a:solidFill>
                  <a:prstClr val="black"/>
                </a:solidFill>
              </a:rPr>
              <a:t>使用范例</a:t>
            </a:r>
            <a:endParaRPr lang="zh-CN" altLang="en-US" b="1" dirty="0"/>
          </a:p>
        </p:txBody>
      </p:sp>
    </p:spTree>
    <p:extLst>
      <p:ext uri="{BB962C8B-B14F-4D97-AF65-F5344CB8AC3E}">
        <p14:creationId xmlns:p14="http://schemas.microsoft.com/office/powerpoint/2010/main" val="306439751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 y="339503"/>
            <a:ext cx="405448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4232" y="360766"/>
            <a:ext cx="4018985"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7.5.1 UART</a:t>
            </a:r>
            <a:r>
              <a:rPr lang="zh-CN" altLang="en-US" sz="2400" b="1" dirty="0">
                <a:solidFill>
                  <a:schemeClr val="bg1"/>
                </a:solidFill>
              </a:rPr>
              <a:t>的</a:t>
            </a:r>
            <a:r>
              <a:rPr lang="en-US" altLang="zh-CN" sz="2400" b="1" dirty="0">
                <a:solidFill>
                  <a:schemeClr val="bg1"/>
                </a:solidFill>
              </a:rPr>
              <a:t>HAL</a:t>
            </a:r>
            <a:r>
              <a:rPr lang="zh-CN" altLang="en-US" sz="2400" b="1" dirty="0">
                <a:solidFill>
                  <a:schemeClr val="bg1"/>
                </a:solidFill>
              </a:rPr>
              <a:t>库接口函数</a:t>
            </a:r>
            <a:endParaRPr lang="zh-CN" altLang="en-US" sz="2400" b="1" dirty="0" smtClean="0">
              <a:solidFill>
                <a:schemeClr val="bg1"/>
              </a:solidFill>
            </a:endParaRPr>
          </a:p>
        </p:txBody>
      </p:sp>
      <p:sp>
        <p:nvSpPr>
          <p:cNvPr id="2" name="矩形 1"/>
          <p:cNvSpPr/>
          <p:nvPr/>
        </p:nvSpPr>
        <p:spPr>
          <a:xfrm>
            <a:off x="4427985" y="372240"/>
            <a:ext cx="3672408" cy="438582"/>
          </a:xfrm>
          <a:prstGeom prst="rect">
            <a:avLst/>
          </a:prstGeom>
        </p:spPr>
        <p:txBody>
          <a:bodyPr wrap="square">
            <a:spAutoFit/>
          </a:bodyPr>
          <a:lstStyle/>
          <a:p>
            <a:pPr lvl="0">
              <a:lnSpc>
                <a:spcPct val="125000"/>
              </a:lnSpc>
            </a:pPr>
            <a:r>
              <a:rPr lang="en-US" altLang="zh-CN" b="1" dirty="0">
                <a:solidFill>
                  <a:srgbClr val="FF0000"/>
                </a:solidFill>
              </a:rPr>
              <a:t>UART</a:t>
            </a:r>
            <a:r>
              <a:rPr lang="zh-CN" altLang="en-US" b="1" dirty="0">
                <a:solidFill>
                  <a:srgbClr val="FF0000"/>
                </a:solidFill>
              </a:rPr>
              <a:t>发送函数</a:t>
            </a:r>
            <a:r>
              <a:rPr lang="en-US" altLang="zh-CN" b="1" dirty="0" err="1">
                <a:solidFill>
                  <a:srgbClr val="FF0000"/>
                </a:solidFill>
              </a:rPr>
              <a:t>HAL_UART_Transmit</a:t>
            </a:r>
            <a:r>
              <a:rPr lang="en-US" altLang="zh-CN" b="1" dirty="0">
                <a:solidFill>
                  <a:srgbClr val="FF0000"/>
                </a:solidFill>
              </a:rPr>
              <a:t>()</a:t>
            </a:r>
          </a:p>
        </p:txBody>
      </p:sp>
      <p:sp>
        <p:nvSpPr>
          <p:cNvPr id="66" name="Oval 5"/>
          <p:cNvSpPr>
            <a:spLocks noChangeArrowheads="1"/>
          </p:cNvSpPr>
          <p:nvPr/>
        </p:nvSpPr>
        <p:spPr bwMode="auto">
          <a:xfrm>
            <a:off x="703828" y="1617263"/>
            <a:ext cx="622168" cy="625883"/>
          </a:xfrm>
          <a:prstGeom prst="ellipse">
            <a:avLst/>
          </a:prstGeom>
          <a:solidFill>
            <a:schemeClr val="tx2"/>
          </a:solid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70" name="Oval 8"/>
          <p:cNvSpPr>
            <a:spLocks noChangeArrowheads="1"/>
          </p:cNvSpPr>
          <p:nvPr/>
        </p:nvSpPr>
        <p:spPr bwMode="auto">
          <a:xfrm>
            <a:off x="4572000" y="1652148"/>
            <a:ext cx="624026" cy="625883"/>
          </a:xfrm>
          <a:prstGeom prst="ellipse">
            <a:avLst/>
          </a:prstGeom>
          <a:solidFill>
            <a:schemeClr val="accent3"/>
          </a:solid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dirty="0">
              <a:solidFill>
                <a:prstClr val="black"/>
              </a:solidFill>
            </a:endParaRPr>
          </a:p>
        </p:txBody>
      </p:sp>
      <p:grpSp>
        <p:nvGrpSpPr>
          <p:cNvPr id="74" name="组合 73"/>
          <p:cNvGrpSpPr/>
          <p:nvPr/>
        </p:nvGrpSpPr>
        <p:grpSpPr>
          <a:xfrm>
            <a:off x="4628645" y="3682328"/>
            <a:ext cx="624026" cy="623098"/>
            <a:chOff x="5140325" y="3451225"/>
            <a:chExt cx="1066800" cy="1065213"/>
          </a:xfrm>
        </p:grpSpPr>
        <p:sp>
          <p:nvSpPr>
            <p:cNvPr id="75" name="Oval 13"/>
            <p:cNvSpPr>
              <a:spLocks noChangeArrowheads="1"/>
            </p:cNvSpPr>
            <p:nvPr/>
          </p:nvSpPr>
          <p:spPr bwMode="auto">
            <a:xfrm>
              <a:off x="5140325" y="3451225"/>
              <a:ext cx="1066800" cy="1065213"/>
            </a:xfrm>
            <a:prstGeom prst="ellipse">
              <a:avLst/>
            </a:prstGeom>
            <a:solidFill>
              <a:schemeClr val="accent6">
                <a:lumMod val="75000"/>
              </a:schemeClr>
            </a:solid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76" name="Freeform 14"/>
            <p:cNvSpPr/>
            <p:nvPr/>
          </p:nvSpPr>
          <p:spPr bwMode="auto">
            <a:xfrm>
              <a:off x="5541963" y="4187825"/>
              <a:ext cx="266700" cy="90488"/>
            </a:xfrm>
            <a:custGeom>
              <a:avLst/>
              <a:gdLst>
                <a:gd name="T0" fmla="*/ 71 w 71"/>
                <a:gd name="T1" fmla="*/ 23 h 24"/>
                <a:gd name="T2" fmla="*/ 64 w 71"/>
                <a:gd name="T3" fmla="*/ 21 h 24"/>
                <a:gd name="T4" fmla="*/ 60 w 71"/>
                <a:gd name="T5" fmla="*/ 11 h 24"/>
                <a:gd name="T6" fmla="*/ 59 w 71"/>
                <a:gd name="T7" fmla="*/ 0 h 24"/>
                <a:gd name="T8" fmla="*/ 12 w 71"/>
                <a:gd name="T9" fmla="*/ 0 h 24"/>
                <a:gd name="T10" fmla="*/ 11 w 71"/>
                <a:gd name="T11" fmla="*/ 11 h 24"/>
                <a:gd name="T12" fmla="*/ 7 w 71"/>
                <a:gd name="T13" fmla="*/ 21 h 24"/>
                <a:gd name="T14" fmla="*/ 0 w 71"/>
                <a:gd name="T15" fmla="*/ 23 h 24"/>
                <a:gd name="T16" fmla="*/ 0 w 71"/>
                <a:gd name="T17" fmla="*/ 24 h 24"/>
                <a:gd name="T18" fmla="*/ 6 w 71"/>
                <a:gd name="T19" fmla="*/ 24 h 24"/>
                <a:gd name="T20" fmla="*/ 35 w 71"/>
                <a:gd name="T21" fmla="*/ 24 h 24"/>
                <a:gd name="T22" fmla="*/ 36 w 71"/>
                <a:gd name="T23" fmla="*/ 24 h 24"/>
                <a:gd name="T24" fmla="*/ 65 w 71"/>
                <a:gd name="T25" fmla="*/ 24 h 24"/>
                <a:gd name="T26" fmla="*/ 71 w 71"/>
                <a:gd name="T27" fmla="*/ 24 h 24"/>
                <a:gd name="T28" fmla="*/ 71 w 71"/>
                <a:gd name="T2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24">
                  <a:moveTo>
                    <a:pt x="71" y="23"/>
                  </a:moveTo>
                  <a:cubicBezTo>
                    <a:pt x="71" y="22"/>
                    <a:pt x="67" y="22"/>
                    <a:pt x="64" y="21"/>
                  </a:cubicBezTo>
                  <a:cubicBezTo>
                    <a:pt x="60" y="21"/>
                    <a:pt x="60" y="16"/>
                    <a:pt x="60" y="11"/>
                  </a:cubicBezTo>
                  <a:cubicBezTo>
                    <a:pt x="59" y="8"/>
                    <a:pt x="59" y="3"/>
                    <a:pt x="59" y="0"/>
                  </a:cubicBezTo>
                  <a:cubicBezTo>
                    <a:pt x="12" y="0"/>
                    <a:pt x="12" y="0"/>
                    <a:pt x="12" y="0"/>
                  </a:cubicBezTo>
                  <a:cubicBezTo>
                    <a:pt x="11" y="3"/>
                    <a:pt x="11" y="8"/>
                    <a:pt x="11" y="11"/>
                  </a:cubicBezTo>
                  <a:cubicBezTo>
                    <a:pt x="10" y="16"/>
                    <a:pt x="10" y="21"/>
                    <a:pt x="7" y="21"/>
                  </a:cubicBezTo>
                  <a:cubicBezTo>
                    <a:pt x="3" y="22"/>
                    <a:pt x="0" y="22"/>
                    <a:pt x="0" y="23"/>
                  </a:cubicBezTo>
                  <a:cubicBezTo>
                    <a:pt x="0" y="24"/>
                    <a:pt x="0" y="24"/>
                    <a:pt x="0" y="24"/>
                  </a:cubicBezTo>
                  <a:cubicBezTo>
                    <a:pt x="0" y="24"/>
                    <a:pt x="4" y="24"/>
                    <a:pt x="6" y="24"/>
                  </a:cubicBezTo>
                  <a:cubicBezTo>
                    <a:pt x="35" y="24"/>
                    <a:pt x="35" y="24"/>
                    <a:pt x="35" y="24"/>
                  </a:cubicBezTo>
                  <a:cubicBezTo>
                    <a:pt x="35" y="24"/>
                    <a:pt x="35" y="24"/>
                    <a:pt x="36" y="24"/>
                  </a:cubicBezTo>
                  <a:cubicBezTo>
                    <a:pt x="65" y="24"/>
                    <a:pt x="65" y="24"/>
                    <a:pt x="65" y="24"/>
                  </a:cubicBezTo>
                  <a:cubicBezTo>
                    <a:pt x="67" y="24"/>
                    <a:pt x="71" y="24"/>
                    <a:pt x="71" y="24"/>
                  </a:cubicBezTo>
                  <a:lnTo>
                    <a:pt x="71" y="23"/>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77" name="Freeform 15"/>
            <p:cNvSpPr>
              <a:spLocks noEditPoints="1"/>
            </p:cNvSpPr>
            <p:nvPr/>
          </p:nvSpPr>
          <p:spPr bwMode="auto">
            <a:xfrm>
              <a:off x="5357813" y="3687763"/>
              <a:ext cx="631825" cy="493713"/>
            </a:xfrm>
            <a:custGeom>
              <a:avLst/>
              <a:gdLst>
                <a:gd name="T0" fmla="*/ 162 w 168"/>
                <a:gd name="T1" fmla="*/ 0 h 131"/>
                <a:gd name="T2" fmla="*/ 7 w 168"/>
                <a:gd name="T3" fmla="*/ 0 h 131"/>
                <a:gd name="T4" fmla="*/ 0 w 168"/>
                <a:gd name="T5" fmla="*/ 6 h 131"/>
                <a:gd name="T6" fmla="*/ 0 w 168"/>
                <a:gd name="T7" fmla="*/ 125 h 131"/>
                <a:gd name="T8" fmla="*/ 7 w 168"/>
                <a:gd name="T9" fmla="*/ 131 h 131"/>
                <a:gd name="T10" fmla="*/ 61 w 168"/>
                <a:gd name="T11" fmla="*/ 131 h 131"/>
                <a:gd name="T12" fmla="*/ 61 w 168"/>
                <a:gd name="T13" fmla="*/ 131 h 131"/>
                <a:gd name="T14" fmla="*/ 108 w 168"/>
                <a:gd name="T15" fmla="*/ 131 h 131"/>
                <a:gd name="T16" fmla="*/ 108 w 168"/>
                <a:gd name="T17" fmla="*/ 131 h 131"/>
                <a:gd name="T18" fmla="*/ 162 w 168"/>
                <a:gd name="T19" fmla="*/ 131 h 131"/>
                <a:gd name="T20" fmla="*/ 168 w 168"/>
                <a:gd name="T21" fmla="*/ 125 h 131"/>
                <a:gd name="T22" fmla="*/ 168 w 168"/>
                <a:gd name="T23" fmla="*/ 6 h 131"/>
                <a:gd name="T24" fmla="*/ 162 w 168"/>
                <a:gd name="T25" fmla="*/ 0 h 131"/>
                <a:gd name="T26" fmla="*/ 84 w 168"/>
                <a:gd name="T27" fmla="*/ 123 h 131"/>
                <a:gd name="T28" fmla="*/ 82 w 168"/>
                <a:gd name="T29" fmla="*/ 120 h 131"/>
                <a:gd name="T30" fmla="*/ 84 w 168"/>
                <a:gd name="T31" fmla="*/ 118 h 131"/>
                <a:gd name="T32" fmla="*/ 87 w 168"/>
                <a:gd name="T33" fmla="*/ 120 h 131"/>
                <a:gd name="T34" fmla="*/ 84 w 168"/>
                <a:gd name="T35" fmla="*/ 123 h 131"/>
                <a:gd name="T36" fmla="*/ 160 w 168"/>
                <a:gd name="T37" fmla="*/ 106 h 131"/>
                <a:gd name="T38" fmla="*/ 8 w 168"/>
                <a:gd name="T39" fmla="*/ 106 h 131"/>
                <a:gd name="T40" fmla="*/ 8 w 168"/>
                <a:gd name="T41" fmla="*/ 8 h 131"/>
                <a:gd name="T42" fmla="*/ 160 w 168"/>
                <a:gd name="T43" fmla="*/ 8 h 131"/>
                <a:gd name="T44" fmla="*/ 160 w 168"/>
                <a:gd name="T45" fmla="*/ 106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8" h="131">
                  <a:moveTo>
                    <a:pt x="162" y="0"/>
                  </a:moveTo>
                  <a:cubicBezTo>
                    <a:pt x="7" y="0"/>
                    <a:pt x="7" y="0"/>
                    <a:pt x="7" y="0"/>
                  </a:cubicBezTo>
                  <a:cubicBezTo>
                    <a:pt x="3" y="0"/>
                    <a:pt x="0" y="3"/>
                    <a:pt x="0" y="6"/>
                  </a:cubicBezTo>
                  <a:cubicBezTo>
                    <a:pt x="0" y="125"/>
                    <a:pt x="0" y="125"/>
                    <a:pt x="0" y="125"/>
                  </a:cubicBezTo>
                  <a:cubicBezTo>
                    <a:pt x="0" y="128"/>
                    <a:pt x="3" y="131"/>
                    <a:pt x="7" y="131"/>
                  </a:cubicBezTo>
                  <a:cubicBezTo>
                    <a:pt x="61" y="131"/>
                    <a:pt x="61" y="131"/>
                    <a:pt x="61" y="131"/>
                  </a:cubicBezTo>
                  <a:cubicBezTo>
                    <a:pt x="61" y="131"/>
                    <a:pt x="61" y="131"/>
                    <a:pt x="61" y="131"/>
                  </a:cubicBezTo>
                  <a:cubicBezTo>
                    <a:pt x="108" y="131"/>
                    <a:pt x="108" y="131"/>
                    <a:pt x="108" y="131"/>
                  </a:cubicBezTo>
                  <a:cubicBezTo>
                    <a:pt x="108" y="131"/>
                    <a:pt x="108" y="131"/>
                    <a:pt x="108" y="131"/>
                  </a:cubicBezTo>
                  <a:cubicBezTo>
                    <a:pt x="162" y="131"/>
                    <a:pt x="162" y="131"/>
                    <a:pt x="162" y="131"/>
                  </a:cubicBezTo>
                  <a:cubicBezTo>
                    <a:pt x="165" y="131"/>
                    <a:pt x="168" y="128"/>
                    <a:pt x="168" y="125"/>
                  </a:cubicBezTo>
                  <a:cubicBezTo>
                    <a:pt x="168" y="6"/>
                    <a:pt x="168" y="6"/>
                    <a:pt x="168" y="6"/>
                  </a:cubicBezTo>
                  <a:cubicBezTo>
                    <a:pt x="168" y="3"/>
                    <a:pt x="165" y="0"/>
                    <a:pt x="162" y="0"/>
                  </a:cubicBezTo>
                  <a:close/>
                  <a:moveTo>
                    <a:pt x="84" y="123"/>
                  </a:moveTo>
                  <a:cubicBezTo>
                    <a:pt x="83" y="123"/>
                    <a:pt x="82" y="122"/>
                    <a:pt x="82" y="120"/>
                  </a:cubicBezTo>
                  <a:cubicBezTo>
                    <a:pt x="82" y="119"/>
                    <a:pt x="83" y="118"/>
                    <a:pt x="84" y="118"/>
                  </a:cubicBezTo>
                  <a:cubicBezTo>
                    <a:pt x="86" y="118"/>
                    <a:pt x="87" y="119"/>
                    <a:pt x="87" y="120"/>
                  </a:cubicBezTo>
                  <a:cubicBezTo>
                    <a:pt x="87" y="122"/>
                    <a:pt x="86" y="123"/>
                    <a:pt x="84" y="123"/>
                  </a:cubicBezTo>
                  <a:close/>
                  <a:moveTo>
                    <a:pt x="160" y="106"/>
                  </a:moveTo>
                  <a:cubicBezTo>
                    <a:pt x="8" y="106"/>
                    <a:pt x="8" y="106"/>
                    <a:pt x="8" y="106"/>
                  </a:cubicBezTo>
                  <a:cubicBezTo>
                    <a:pt x="8" y="8"/>
                    <a:pt x="8" y="8"/>
                    <a:pt x="8" y="8"/>
                  </a:cubicBezTo>
                  <a:cubicBezTo>
                    <a:pt x="160" y="8"/>
                    <a:pt x="160" y="8"/>
                    <a:pt x="160" y="8"/>
                  </a:cubicBezTo>
                  <a:lnTo>
                    <a:pt x="160" y="106"/>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78" name="Oval 16"/>
            <p:cNvSpPr>
              <a:spLocks noChangeArrowheads="1"/>
            </p:cNvSpPr>
            <p:nvPr/>
          </p:nvSpPr>
          <p:spPr bwMode="auto">
            <a:xfrm>
              <a:off x="5759450" y="3819525"/>
              <a:ext cx="60325" cy="60325"/>
            </a:xfrm>
            <a:prstGeom prst="ellipse">
              <a:avLst/>
            </a:pr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79" name="Oval 17"/>
            <p:cNvSpPr>
              <a:spLocks noChangeArrowheads="1"/>
            </p:cNvSpPr>
            <p:nvPr/>
          </p:nvSpPr>
          <p:spPr bwMode="auto">
            <a:xfrm>
              <a:off x="5530850" y="3819525"/>
              <a:ext cx="55563" cy="60325"/>
            </a:xfrm>
            <a:prstGeom prst="ellipse">
              <a:avLst/>
            </a:pr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80" name="Freeform 18"/>
            <p:cNvSpPr/>
            <p:nvPr/>
          </p:nvSpPr>
          <p:spPr bwMode="auto">
            <a:xfrm>
              <a:off x="5745163" y="3876675"/>
              <a:ext cx="115888" cy="134938"/>
            </a:xfrm>
            <a:custGeom>
              <a:avLst/>
              <a:gdLst>
                <a:gd name="T0" fmla="*/ 26 w 31"/>
                <a:gd name="T1" fmla="*/ 7 h 36"/>
                <a:gd name="T2" fmla="*/ 18 w 31"/>
                <a:gd name="T3" fmla="*/ 0 h 36"/>
                <a:gd name="T4" fmla="*/ 18 w 31"/>
                <a:gd name="T5" fmla="*/ 0 h 36"/>
                <a:gd name="T6" fmla="*/ 12 w 31"/>
                <a:gd name="T7" fmla="*/ 2 h 36"/>
                <a:gd name="T8" fmla="*/ 6 w 31"/>
                <a:gd name="T9" fmla="*/ 0 h 36"/>
                <a:gd name="T10" fmla="*/ 5 w 31"/>
                <a:gd name="T11" fmla="*/ 0 h 36"/>
                <a:gd name="T12" fmla="*/ 0 w 31"/>
                <a:gd name="T13" fmla="*/ 2 h 36"/>
                <a:gd name="T14" fmla="*/ 1 w 31"/>
                <a:gd name="T15" fmla="*/ 6 h 36"/>
                <a:gd name="T16" fmla="*/ 9 w 31"/>
                <a:gd name="T17" fmla="*/ 36 h 36"/>
                <a:gd name="T18" fmla="*/ 9 w 31"/>
                <a:gd name="T19" fmla="*/ 36 h 36"/>
                <a:gd name="T20" fmla="*/ 24 w 31"/>
                <a:gd name="T21" fmla="*/ 36 h 36"/>
                <a:gd name="T22" fmla="*/ 31 w 31"/>
                <a:gd name="T23" fmla="*/ 29 h 36"/>
                <a:gd name="T24" fmla="*/ 26 w 31"/>
                <a:gd name="T25"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36">
                  <a:moveTo>
                    <a:pt x="26" y="7"/>
                  </a:moveTo>
                  <a:cubicBezTo>
                    <a:pt x="26" y="3"/>
                    <a:pt x="22" y="0"/>
                    <a:pt x="18" y="0"/>
                  </a:cubicBezTo>
                  <a:cubicBezTo>
                    <a:pt x="18" y="0"/>
                    <a:pt x="18" y="0"/>
                    <a:pt x="18" y="0"/>
                  </a:cubicBezTo>
                  <a:cubicBezTo>
                    <a:pt x="16" y="1"/>
                    <a:pt x="14" y="2"/>
                    <a:pt x="12" y="2"/>
                  </a:cubicBezTo>
                  <a:cubicBezTo>
                    <a:pt x="10" y="2"/>
                    <a:pt x="7" y="1"/>
                    <a:pt x="6" y="0"/>
                  </a:cubicBezTo>
                  <a:cubicBezTo>
                    <a:pt x="5" y="0"/>
                    <a:pt x="5" y="0"/>
                    <a:pt x="5" y="0"/>
                  </a:cubicBezTo>
                  <a:cubicBezTo>
                    <a:pt x="3" y="0"/>
                    <a:pt x="2" y="1"/>
                    <a:pt x="0" y="2"/>
                  </a:cubicBezTo>
                  <a:cubicBezTo>
                    <a:pt x="1" y="3"/>
                    <a:pt x="1" y="5"/>
                    <a:pt x="1" y="6"/>
                  </a:cubicBezTo>
                  <a:cubicBezTo>
                    <a:pt x="9" y="36"/>
                    <a:pt x="9" y="36"/>
                    <a:pt x="9" y="36"/>
                  </a:cubicBezTo>
                  <a:cubicBezTo>
                    <a:pt x="9" y="36"/>
                    <a:pt x="9" y="36"/>
                    <a:pt x="9" y="36"/>
                  </a:cubicBezTo>
                  <a:cubicBezTo>
                    <a:pt x="24" y="36"/>
                    <a:pt x="24" y="36"/>
                    <a:pt x="24" y="36"/>
                  </a:cubicBezTo>
                  <a:cubicBezTo>
                    <a:pt x="27" y="36"/>
                    <a:pt x="31" y="33"/>
                    <a:pt x="31" y="29"/>
                  </a:cubicBezTo>
                  <a:lnTo>
                    <a:pt x="26" y="7"/>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81" name="Freeform 19"/>
            <p:cNvSpPr/>
            <p:nvPr/>
          </p:nvSpPr>
          <p:spPr bwMode="auto">
            <a:xfrm>
              <a:off x="5489575" y="3876675"/>
              <a:ext cx="112713" cy="134938"/>
            </a:xfrm>
            <a:custGeom>
              <a:avLst/>
              <a:gdLst>
                <a:gd name="T0" fmla="*/ 30 w 30"/>
                <a:gd name="T1" fmla="*/ 2 h 36"/>
                <a:gd name="T2" fmla="*/ 25 w 30"/>
                <a:gd name="T3" fmla="*/ 0 h 36"/>
                <a:gd name="T4" fmla="*/ 25 w 30"/>
                <a:gd name="T5" fmla="*/ 0 h 36"/>
                <a:gd name="T6" fmla="*/ 19 w 30"/>
                <a:gd name="T7" fmla="*/ 2 h 36"/>
                <a:gd name="T8" fmla="*/ 12 w 30"/>
                <a:gd name="T9" fmla="*/ 0 h 36"/>
                <a:gd name="T10" fmla="*/ 12 w 30"/>
                <a:gd name="T11" fmla="*/ 0 h 36"/>
                <a:gd name="T12" fmla="*/ 5 w 30"/>
                <a:gd name="T13" fmla="*/ 7 h 36"/>
                <a:gd name="T14" fmla="*/ 0 w 30"/>
                <a:gd name="T15" fmla="*/ 29 h 36"/>
                <a:gd name="T16" fmla="*/ 7 w 30"/>
                <a:gd name="T17" fmla="*/ 36 h 36"/>
                <a:gd name="T18" fmla="*/ 22 w 30"/>
                <a:gd name="T19" fmla="*/ 36 h 36"/>
                <a:gd name="T20" fmla="*/ 22 w 30"/>
                <a:gd name="T21" fmla="*/ 36 h 36"/>
                <a:gd name="T22" fmla="*/ 29 w 30"/>
                <a:gd name="T23" fmla="*/ 6 h 36"/>
                <a:gd name="T24" fmla="*/ 30 w 30"/>
                <a:gd name="T25" fmla="*/ 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36">
                  <a:moveTo>
                    <a:pt x="30" y="2"/>
                  </a:moveTo>
                  <a:cubicBezTo>
                    <a:pt x="29" y="1"/>
                    <a:pt x="27" y="0"/>
                    <a:pt x="25" y="0"/>
                  </a:cubicBezTo>
                  <a:cubicBezTo>
                    <a:pt x="25" y="0"/>
                    <a:pt x="25" y="0"/>
                    <a:pt x="25" y="0"/>
                  </a:cubicBezTo>
                  <a:cubicBezTo>
                    <a:pt x="23" y="1"/>
                    <a:pt x="21" y="2"/>
                    <a:pt x="19" y="2"/>
                  </a:cubicBezTo>
                  <a:cubicBezTo>
                    <a:pt x="16" y="2"/>
                    <a:pt x="14" y="1"/>
                    <a:pt x="12" y="0"/>
                  </a:cubicBezTo>
                  <a:cubicBezTo>
                    <a:pt x="12" y="0"/>
                    <a:pt x="12" y="0"/>
                    <a:pt x="12" y="0"/>
                  </a:cubicBezTo>
                  <a:cubicBezTo>
                    <a:pt x="8" y="0"/>
                    <a:pt x="5" y="3"/>
                    <a:pt x="5" y="7"/>
                  </a:cubicBezTo>
                  <a:cubicBezTo>
                    <a:pt x="0" y="29"/>
                    <a:pt x="0" y="29"/>
                    <a:pt x="0" y="29"/>
                  </a:cubicBezTo>
                  <a:cubicBezTo>
                    <a:pt x="0" y="33"/>
                    <a:pt x="3" y="36"/>
                    <a:pt x="7" y="36"/>
                  </a:cubicBezTo>
                  <a:cubicBezTo>
                    <a:pt x="22" y="36"/>
                    <a:pt x="22" y="36"/>
                    <a:pt x="22" y="36"/>
                  </a:cubicBezTo>
                  <a:cubicBezTo>
                    <a:pt x="22" y="36"/>
                    <a:pt x="22" y="36"/>
                    <a:pt x="22" y="36"/>
                  </a:cubicBezTo>
                  <a:cubicBezTo>
                    <a:pt x="29" y="6"/>
                    <a:pt x="29" y="6"/>
                    <a:pt x="29" y="6"/>
                  </a:cubicBezTo>
                  <a:cubicBezTo>
                    <a:pt x="29" y="5"/>
                    <a:pt x="29" y="3"/>
                    <a:pt x="30" y="2"/>
                  </a:cubicBez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82" name="Freeform 20"/>
            <p:cNvSpPr/>
            <p:nvPr/>
          </p:nvSpPr>
          <p:spPr bwMode="auto">
            <a:xfrm>
              <a:off x="5580063" y="3860800"/>
              <a:ext cx="190500" cy="184150"/>
            </a:xfrm>
            <a:custGeom>
              <a:avLst/>
              <a:gdLst>
                <a:gd name="T0" fmla="*/ 44 w 51"/>
                <a:gd name="T1" fmla="*/ 10 h 49"/>
                <a:gd name="T2" fmla="*/ 34 w 51"/>
                <a:gd name="T3" fmla="*/ 0 h 49"/>
                <a:gd name="T4" fmla="*/ 34 w 51"/>
                <a:gd name="T5" fmla="*/ 0 h 49"/>
                <a:gd name="T6" fmla="*/ 25 w 51"/>
                <a:gd name="T7" fmla="*/ 4 h 49"/>
                <a:gd name="T8" fmla="*/ 17 w 51"/>
                <a:gd name="T9" fmla="*/ 0 h 49"/>
                <a:gd name="T10" fmla="*/ 16 w 51"/>
                <a:gd name="T11" fmla="*/ 0 h 49"/>
                <a:gd name="T12" fmla="*/ 6 w 51"/>
                <a:gd name="T13" fmla="*/ 10 h 49"/>
                <a:gd name="T14" fmla="*/ 0 w 51"/>
                <a:gd name="T15" fmla="*/ 40 h 49"/>
                <a:gd name="T16" fmla="*/ 9 w 51"/>
                <a:gd name="T17" fmla="*/ 49 h 49"/>
                <a:gd name="T18" fmla="*/ 41 w 51"/>
                <a:gd name="T19" fmla="*/ 49 h 49"/>
                <a:gd name="T20" fmla="*/ 51 w 51"/>
                <a:gd name="T21" fmla="*/ 40 h 49"/>
                <a:gd name="T22" fmla="*/ 44 w 51"/>
                <a:gd name="T23"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 h="49">
                  <a:moveTo>
                    <a:pt x="44" y="10"/>
                  </a:moveTo>
                  <a:cubicBezTo>
                    <a:pt x="44" y="5"/>
                    <a:pt x="40" y="0"/>
                    <a:pt x="34" y="0"/>
                  </a:cubicBezTo>
                  <a:cubicBezTo>
                    <a:pt x="34" y="0"/>
                    <a:pt x="34" y="0"/>
                    <a:pt x="34" y="0"/>
                  </a:cubicBezTo>
                  <a:cubicBezTo>
                    <a:pt x="31" y="2"/>
                    <a:pt x="28" y="4"/>
                    <a:pt x="25" y="4"/>
                  </a:cubicBezTo>
                  <a:cubicBezTo>
                    <a:pt x="22" y="4"/>
                    <a:pt x="19" y="2"/>
                    <a:pt x="17" y="0"/>
                  </a:cubicBezTo>
                  <a:cubicBezTo>
                    <a:pt x="16" y="0"/>
                    <a:pt x="16" y="0"/>
                    <a:pt x="16" y="0"/>
                  </a:cubicBezTo>
                  <a:cubicBezTo>
                    <a:pt x="11" y="0"/>
                    <a:pt x="6" y="5"/>
                    <a:pt x="6" y="10"/>
                  </a:cubicBezTo>
                  <a:cubicBezTo>
                    <a:pt x="0" y="40"/>
                    <a:pt x="0" y="40"/>
                    <a:pt x="0" y="40"/>
                  </a:cubicBezTo>
                  <a:cubicBezTo>
                    <a:pt x="0" y="45"/>
                    <a:pt x="4" y="49"/>
                    <a:pt x="9" y="49"/>
                  </a:cubicBezTo>
                  <a:cubicBezTo>
                    <a:pt x="41" y="49"/>
                    <a:pt x="41" y="49"/>
                    <a:pt x="41" y="49"/>
                  </a:cubicBezTo>
                  <a:cubicBezTo>
                    <a:pt x="46" y="49"/>
                    <a:pt x="51" y="45"/>
                    <a:pt x="51" y="40"/>
                  </a:cubicBezTo>
                  <a:lnTo>
                    <a:pt x="44" y="10"/>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83" name="Oval 21"/>
            <p:cNvSpPr>
              <a:spLocks noChangeArrowheads="1"/>
            </p:cNvSpPr>
            <p:nvPr/>
          </p:nvSpPr>
          <p:spPr bwMode="auto">
            <a:xfrm>
              <a:off x="5632450" y="3786188"/>
              <a:ext cx="82550" cy="77788"/>
            </a:xfrm>
            <a:prstGeom prst="ellipse">
              <a:avLst/>
            </a:pr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grpSp>
      <p:grpSp>
        <p:nvGrpSpPr>
          <p:cNvPr id="84" name="组合 83"/>
          <p:cNvGrpSpPr/>
          <p:nvPr/>
        </p:nvGrpSpPr>
        <p:grpSpPr>
          <a:xfrm>
            <a:off x="683568" y="3635433"/>
            <a:ext cx="622168" cy="623098"/>
            <a:chOff x="1336675" y="3451225"/>
            <a:chExt cx="1063625" cy="1065213"/>
          </a:xfrm>
        </p:grpSpPr>
        <p:sp>
          <p:nvSpPr>
            <p:cNvPr id="85" name="Oval 12"/>
            <p:cNvSpPr>
              <a:spLocks noChangeArrowheads="1"/>
            </p:cNvSpPr>
            <p:nvPr/>
          </p:nvSpPr>
          <p:spPr bwMode="auto">
            <a:xfrm>
              <a:off x="1336675" y="3451225"/>
              <a:ext cx="1063625" cy="1065213"/>
            </a:xfrm>
            <a:prstGeom prst="ellipse">
              <a:avLst/>
            </a:prstGeom>
            <a:solidFill>
              <a:schemeClr val="accent4"/>
            </a:solidFill>
            <a:ln>
              <a:noFill/>
            </a:ln>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86" name="Freeform 22"/>
            <p:cNvSpPr/>
            <p:nvPr/>
          </p:nvSpPr>
          <p:spPr bwMode="auto">
            <a:xfrm>
              <a:off x="1550988" y="3624263"/>
              <a:ext cx="635000" cy="439738"/>
            </a:xfrm>
            <a:custGeom>
              <a:avLst/>
              <a:gdLst>
                <a:gd name="T0" fmla="*/ 169 w 169"/>
                <a:gd name="T1" fmla="*/ 117 h 117"/>
                <a:gd name="T2" fmla="*/ 169 w 169"/>
                <a:gd name="T3" fmla="*/ 112 h 117"/>
                <a:gd name="T4" fmla="*/ 92 w 169"/>
                <a:gd name="T5" fmla="*/ 39 h 117"/>
                <a:gd name="T6" fmla="*/ 92 w 169"/>
                <a:gd name="T7" fmla="*/ 30 h 117"/>
                <a:gd name="T8" fmla="*/ 100 w 169"/>
                <a:gd name="T9" fmla="*/ 16 h 117"/>
                <a:gd name="T10" fmla="*/ 84 w 169"/>
                <a:gd name="T11" fmla="*/ 0 h 117"/>
                <a:gd name="T12" fmla="*/ 69 w 169"/>
                <a:gd name="T13" fmla="*/ 16 h 117"/>
                <a:gd name="T14" fmla="*/ 77 w 169"/>
                <a:gd name="T15" fmla="*/ 30 h 117"/>
                <a:gd name="T16" fmla="*/ 77 w 169"/>
                <a:gd name="T17" fmla="*/ 39 h 117"/>
                <a:gd name="T18" fmla="*/ 0 w 169"/>
                <a:gd name="T19" fmla="*/ 112 h 117"/>
                <a:gd name="T20" fmla="*/ 0 w 169"/>
                <a:gd name="T21" fmla="*/ 117 h 117"/>
                <a:gd name="T22" fmla="*/ 169 w 169"/>
                <a:gd name="T23"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 h="117">
                  <a:moveTo>
                    <a:pt x="169" y="117"/>
                  </a:moveTo>
                  <a:cubicBezTo>
                    <a:pt x="169" y="115"/>
                    <a:pt x="169" y="113"/>
                    <a:pt x="169" y="112"/>
                  </a:cubicBezTo>
                  <a:cubicBezTo>
                    <a:pt x="169" y="74"/>
                    <a:pt x="135" y="42"/>
                    <a:pt x="92" y="39"/>
                  </a:cubicBezTo>
                  <a:cubicBezTo>
                    <a:pt x="92" y="30"/>
                    <a:pt x="92" y="30"/>
                    <a:pt x="92" y="30"/>
                  </a:cubicBezTo>
                  <a:cubicBezTo>
                    <a:pt x="97" y="27"/>
                    <a:pt x="100" y="22"/>
                    <a:pt x="100" y="16"/>
                  </a:cubicBezTo>
                  <a:cubicBezTo>
                    <a:pt x="100" y="7"/>
                    <a:pt x="93" y="0"/>
                    <a:pt x="84" y="0"/>
                  </a:cubicBezTo>
                  <a:cubicBezTo>
                    <a:pt x="76" y="0"/>
                    <a:pt x="69" y="7"/>
                    <a:pt x="69" y="16"/>
                  </a:cubicBezTo>
                  <a:cubicBezTo>
                    <a:pt x="69" y="22"/>
                    <a:pt x="72" y="27"/>
                    <a:pt x="77" y="30"/>
                  </a:cubicBezTo>
                  <a:cubicBezTo>
                    <a:pt x="77" y="39"/>
                    <a:pt x="77" y="39"/>
                    <a:pt x="77" y="39"/>
                  </a:cubicBezTo>
                  <a:cubicBezTo>
                    <a:pt x="34" y="42"/>
                    <a:pt x="0" y="74"/>
                    <a:pt x="0" y="112"/>
                  </a:cubicBezTo>
                  <a:cubicBezTo>
                    <a:pt x="0" y="113"/>
                    <a:pt x="0" y="115"/>
                    <a:pt x="0" y="117"/>
                  </a:cubicBezTo>
                  <a:lnTo>
                    <a:pt x="169" y="117"/>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sp>
          <p:nvSpPr>
            <p:cNvPr id="87" name="Freeform 23"/>
            <p:cNvSpPr/>
            <p:nvPr/>
          </p:nvSpPr>
          <p:spPr bwMode="auto">
            <a:xfrm>
              <a:off x="1498600" y="4097338"/>
              <a:ext cx="739775" cy="95250"/>
            </a:xfrm>
            <a:custGeom>
              <a:avLst/>
              <a:gdLst>
                <a:gd name="T0" fmla="*/ 433 w 466"/>
                <a:gd name="T1" fmla="*/ 29 h 60"/>
                <a:gd name="T2" fmla="*/ 433 w 466"/>
                <a:gd name="T3" fmla="*/ 0 h 60"/>
                <a:gd name="T4" fmla="*/ 33 w 466"/>
                <a:gd name="T5" fmla="*/ 0 h 60"/>
                <a:gd name="T6" fmla="*/ 33 w 466"/>
                <a:gd name="T7" fmla="*/ 29 h 60"/>
                <a:gd name="T8" fmla="*/ 0 w 466"/>
                <a:gd name="T9" fmla="*/ 29 h 60"/>
                <a:gd name="T10" fmla="*/ 0 w 466"/>
                <a:gd name="T11" fmla="*/ 60 h 60"/>
                <a:gd name="T12" fmla="*/ 466 w 466"/>
                <a:gd name="T13" fmla="*/ 60 h 60"/>
                <a:gd name="T14" fmla="*/ 466 w 466"/>
                <a:gd name="T15" fmla="*/ 29 h 60"/>
                <a:gd name="T16" fmla="*/ 433 w 466"/>
                <a:gd name="T17" fmla="*/ 2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6" h="60">
                  <a:moveTo>
                    <a:pt x="433" y="29"/>
                  </a:moveTo>
                  <a:lnTo>
                    <a:pt x="433" y="0"/>
                  </a:lnTo>
                  <a:lnTo>
                    <a:pt x="33" y="0"/>
                  </a:lnTo>
                  <a:lnTo>
                    <a:pt x="33" y="29"/>
                  </a:lnTo>
                  <a:lnTo>
                    <a:pt x="0" y="29"/>
                  </a:lnTo>
                  <a:lnTo>
                    <a:pt x="0" y="60"/>
                  </a:lnTo>
                  <a:lnTo>
                    <a:pt x="466" y="60"/>
                  </a:lnTo>
                  <a:lnTo>
                    <a:pt x="466" y="29"/>
                  </a:lnTo>
                  <a:lnTo>
                    <a:pt x="433" y="29"/>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eaLnBrk="0" fontAlgn="base" hangingPunct="0">
                <a:spcBef>
                  <a:spcPct val="0"/>
                </a:spcBef>
                <a:spcAft>
                  <a:spcPct val="0"/>
                </a:spcAft>
              </a:pPr>
              <a:endParaRPr lang="zh-CN" altLang="en-US" sz="1800">
                <a:solidFill>
                  <a:prstClr val="black"/>
                </a:solidFill>
              </a:endParaRPr>
            </a:p>
          </p:txBody>
        </p:sp>
      </p:grpSp>
      <p:grpSp>
        <p:nvGrpSpPr>
          <p:cNvPr id="104" name="组合 103"/>
          <p:cNvGrpSpPr/>
          <p:nvPr/>
        </p:nvGrpSpPr>
        <p:grpSpPr>
          <a:xfrm>
            <a:off x="903504" y="1782603"/>
            <a:ext cx="244937" cy="244388"/>
            <a:chOff x="7448956" y="1724063"/>
            <a:chExt cx="245422" cy="244617"/>
          </a:xfrm>
          <a:solidFill>
            <a:schemeClr val="bg1"/>
          </a:solidFill>
        </p:grpSpPr>
        <p:sp>
          <p:nvSpPr>
            <p:cNvPr id="105" name="Freeform 127"/>
            <p:cNvSpPr>
              <a:spLocks/>
            </p:cNvSpPr>
            <p:nvPr/>
          </p:nvSpPr>
          <p:spPr bwMode="auto">
            <a:xfrm>
              <a:off x="7597014" y="1872121"/>
              <a:ext cx="97364" cy="96559"/>
            </a:xfrm>
            <a:custGeom>
              <a:avLst/>
              <a:gdLst>
                <a:gd name="T0" fmla="*/ 46 w 51"/>
                <a:gd name="T1" fmla="*/ 29 h 51"/>
                <a:gd name="T2" fmla="*/ 17 w 51"/>
                <a:gd name="T3" fmla="*/ 0 h 51"/>
                <a:gd name="T4" fmla="*/ 0 w 51"/>
                <a:gd name="T5" fmla="*/ 17 h 51"/>
                <a:gd name="T6" fmla="*/ 29 w 51"/>
                <a:gd name="T7" fmla="*/ 46 h 51"/>
                <a:gd name="T8" fmla="*/ 46 w 51"/>
                <a:gd name="T9" fmla="*/ 46 h 51"/>
                <a:gd name="T10" fmla="*/ 46 w 51"/>
                <a:gd name="T11" fmla="*/ 29 h 51"/>
              </a:gdLst>
              <a:ahLst/>
              <a:cxnLst>
                <a:cxn ang="0">
                  <a:pos x="T0" y="T1"/>
                </a:cxn>
                <a:cxn ang="0">
                  <a:pos x="T2" y="T3"/>
                </a:cxn>
                <a:cxn ang="0">
                  <a:pos x="T4" y="T5"/>
                </a:cxn>
                <a:cxn ang="0">
                  <a:pos x="T6" y="T7"/>
                </a:cxn>
                <a:cxn ang="0">
                  <a:pos x="T8" y="T9"/>
                </a:cxn>
                <a:cxn ang="0">
                  <a:pos x="T10" y="T11"/>
                </a:cxn>
              </a:cxnLst>
              <a:rect l="0" t="0" r="r" b="b"/>
              <a:pathLst>
                <a:path w="51" h="51">
                  <a:moveTo>
                    <a:pt x="46" y="29"/>
                  </a:moveTo>
                  <a:cubicBezTo>
                    <a:pt x="17" y="0"/>
                    <a:pt x="17" y="0"/>
                    <a:pt x="17" y="0"/>
                  </a:cubicBezTo>
                  <a:cubicBezTo>
                    <a:pt x="13" y="6"/>
                    <a:pt x="7" y="12"/>
                    <a:pt x="0" y="17"/>
                  </a:cubicBezTo>
                  <a:cubicBezTo>
                    <a:pt x="29" y="46"/>
                    <a:pt x="29" y="46"/>
                    <a:pt x="29" y="46"/>
                  </a:cubicBezTo>
                  <a:cubicBezTo>
                    <a:pt x="34" y="51"/>
                    <a:pt x="42" y="51"/>
                    <a:pt x="46" y="46"/>
                  </a:cubicBezTo>
                  <a:cubicBezTo>
                    <a:pt x="51" y="41"/>
                    <a:pt x="51" y="34"/>
                    <a:pt x="46" y="2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06" name="Freeform 128"/>
            <p:cNvSpPr>
              <a:spLocks noEditPoints="1"/>
            </p:cNvSpPr>
            <p:nvPr/>
          </p:nvSpPr>
          <p:spPr bwMode="auto">
            <a:xfrm>
              <a:off x="7448956" y="1724063"/>
              <a:ext cx="182658" cy="182658"/>
            </a:xfrm>
            <a:custGeom>
              <a:avLst/>
              <a:gdLst>
                <a:gd name="T0" fmla="*/ 96 w 96"/>
                <a:gd name="T1" fmla="*/ 48 h 96"/>
                <a:gd name="T2" fmla="*/ 48 w 96"/>
                <a:gd name="T3" fmla="*/ 0 h 96"/>
                <a:gd name="T4" fmla="*/ 0 w 96"/>
                <a:gd name="T5" fmla="*/ 48 h 96"/>
                <a:gd name="T6" fmla="*/ 48 w 96"/>
                <a:gd name="T7" fmla="*/ 96 h 96"/>
                <a:gd name="T8" fmla="*/ 96 w 96"/>
                <a:gd name="T9" fmla="*/ 48 h 96"/>
                <a:gd name="T10" fmla="*/ 48 w 96"/>
                <a:gd name="T11" fmla="*/ 84 h 96"/>
                <a:gd name="T12" fmla="*/ 12 w 96"/>
                <a:gd name="T13" fmla="*/ 48 h 96"/>
                <a:gd name="T14" fmla="*/ 48 w 96"/>
                <a:gd name="T15" fmla="*/ 12 h 96"/>
                <a:gd name="T16" fmla="*/ 84 w 96"/>
                <a:gd name="T17" fmla="*/ 48 h 96"/>
                <a:gd name="T18" fmla="*/ 48 w 96"/>
                <a:gd name="T19"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96" y="48"/>
                  </a:moveTo>
                  <a:cubicBezTo>
                    <a:pt x="96" y="21"/>
                    <a:pt x="74" y="0"/>
                    <a:pt x="48" y="0"/>
                  </a:cubicBezTo>
                  <a:cubicBezTo>
                    <a:pt x="21" y="0"/>
                    <a:pt x="0" y="21"/>
                    <a:pt x="0" y="48"/>
                  </a:cubicBezTo>
                  <a:cubicBezTo>
                    <a:pt x="0" y="74"/>
                    <a:pt x="21" y="96"/>
                    <a:pt x="48" y="96"/>
                  </a:cubicBezTo>
                  <a:cubicBezTo>
                    <a:pt x="74" y="96"/>
                    <a:pt x="96" y="74"/>
                    <a:pt x="96" y="48"/>
                  </a:cubicBezTo>
                  <a:moveTo>
                    <a:pt x="48" y="84"/>
                  </a:moveTo>
                  <a:cubicBezTo>
                    <a:pt x="28" y="84"/>
                    <a:pt x="12" y="67"/>
                    <a:pt x="12" y="48"/>
                  </a:cubicBezTo>
                  <a:cubicBezTo>
                    <a:pt x="12" y="28"/>
                    <a:pt x="28" y="12"/>
                    <a:pt x="48" y="12"/>
                  </a:cubicBezTo>
                  <a:cubicBezTo>
                    <a:pt x="68" y="12"/>
                    <a:pt x="84" y="28"/>
                    <a:pt x="84" y="48"/>
                  </a:cubicBezTo>
                  <a:cubicBezTo>
                    <a:pt x="84" y="67"/>
                    <a:pt x="68" y="84"/>
                    <a:pt x="48" y="8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07" name="Freeform 129"/>
            <p:cNvSpPr>
              <a:spLocks/>
            </p:cNvSpPr>
            <p:nvPr/>
          </p:nvSpPr>
          <p:spPr bwMode="auto">
            <a:xfrm>
              <a:off x="7486775" y="1761883"/>
              <a:ext cx="53912" cy="53107"/>
            </a:xfrm>
            <a:custGeom>
              <a:avLst/>
              <a:gdLst>
                <a:gd name="T0" fmla="*/ 0 w 28"/>
                <a:gd name="T1" fmla="*/ 28 h 28"/>
                <a:gd name="T2" fmla="*/ 8 w 28"/>
                <a:gd name="T3" fmla="*/ 28 h 28"/>
                <a:gd name="T4" fmla="*/ 28 w 28"/>
                <a:gd name="T5" fmla="*/ 8 h 28"/>
                <a:gd name="T6" fmla="*/ 28 w 28"/>
                <a:gd name="T7" fmla="*/ 0 h 28"/>
                <a:gd name="T8" fmla="*/ 0 w 28"/>
                <a:gd name="T9" fmla="*/ 28 h 28"/>
              </a:gdLst>
              <a:ahLst/>
              <a:cxnLst>
                <a:cxn ang="0">
                  <a:pos x="T0" y="T1"/>
                </a:cxn>
                <a:cxn ang="0">
                  <a:pos x="T2" y="T3"/>
                </a:cxn>
                <a:cxn ang="0">
                  <a:pos x="T4" y="T5"/>
                </a:cxn>
                <a:cxn ang="0">
                  <a:pos x="T6" y="T7"/>
                </a:cxn>
                <a:cxn ang="0">
                  <a:pos x="T8" y="T9"/>
                </a:cxn>
              </a:cxnLst>
              <a:rect l="0" t="0" r="r" b="b"/>
              <a:pathLst>
                <a:path w="28" h="28">
                  <a:moveTo>
                    <a:pt x="0" y="28"/>
                  </a:moveTo>
                  <a:cubicBezTo>
                    <a:pt x="8" y="28"/>
                    <a:pt x="8" y="28"/>
                    <a:pt x="8" y="28"/>
                  </a:cubicBezTo>
                  <a:cubicBezTo>
                    <a:pt x="8" y="16"/>
                    <a:pt x="17" y="8"/>
                    <a:pt x="28" y="8"/>
                  </a:cubicBezTo>
                  <a:cubicBezTo>
                    <a:pt x="28" y="0"/>
                    <a:pt x="28" y="0"/>
                    <a:pt x="28" y="0"/>
                  </a:cubicBezTo>
                  <a:cubicBezTo>
                    <a:pt x="12" y="0"/>
                    <a:pt x="0" y="12"/>
                    <a:pt x="0" y="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grpSp>
      <p:sp>
        <p:nvSpPr>
          <p:cNvPr id="108" name="Freeform 28"/>
          <p:cNvSpPr>
            <a:spLocks noEditPoints="1"/>
          </p:cNvSpPr>
          <p:nvPr/>
        </p:nvSpPr>
        <p:spPr bwMode="auto">
          <a:xfrm>
            <a:off x="4716243" y="1801435"/>
            <a:ext cx="327307" cy="327307"/>
          </a:xfrm>
          <a:custGeom>
            <a:avLst/>
            <a:gdLst>
              <a:gd name="T0" fmla="*/ 86 w 127"/>
              <a:gd name="T1" fmla="*/ 19 h 127"/>
              <a:gd name="T2" fmla="*/ 81 w 127"/>
              <a:gd name="T3" fmla="*/ 15 h 127"/>
              <a:gd name="T4" fmla="*/ 115 w 127"/>
              <a:gd name="T5" fmla="*/ 61 h 127"/>
              <a:gd name="T6" fmla="*/ 127 w 127"/>
              <a:gd name="T7" fmla="*/ 61 h 127"/>
              <a:gd name="T8" fmla="*/ 107 w 127"/>
              <a:gd name="T9" fmla="*/ 80 h 127"/>
              <a:gd name="T10" fmla="*/ 88 w 127"/>
              <a:gd name="T11" fmla="*/ 61 h 127"/>
              <a:gd name="T12" fmla="*/ 99 w 127"/>
              <a:gd name="T13" fmla="*/ 61 h 127"/>
              <a:gd name="T14" fmla="*/ 76 w 127"/>
              <a:gd name="T15" fmla="*/ 30 h 127"/>
              <a:gd name="T16" fmla="*/ 86 w 127"/>
              <a:gd name="T17" fmla="*/ 19 h 127"/>
              <a:gd name="T18" fmla="*/ 97 w 127"/>
              <a:gd name="T19" fmla="*/ 76 h 127"/>
              <a:gd name="T20" fmla="*/ 66 w 127"/>
              <a:gd name="T21" fmla="*/ 99 h 127"/>
              <a:gd name="T22" fmla="*/ 66 w 127"/>
              <a:gd name="T23" fmla="*/ 88 h 127"/>
              <a:gd name="T24" fmla="*/ 47 w 127"/>
              <a:gd name="T25" fmla="*/ 107 h 127"/>
              <a:gd name="T26" fmla="*/ 66 w 127"/>
              <a:gd name="T27" fmla="*/ 127 h 127"/>
              <a:gd name="T28" fmla="*/ 66 w 127"/>
              <a:gd name="T29" fmla="*/ 115 h 127"/>
              <a:gd name="T30" fmla="*/ 112 w 127"/>
              <a:gd name="T31" fmla="*/ 81 h 127"/>
              <a:gd name="T32" fmla="*/ 107 w 127"/>
              <a:gd name="T33" fmla="*/ 86 h 127"/>
              <a:gd name="T34" fmla="*/ 97 w 127"/>
              <a:gd name="T35" fmla="*/ 76 h 127"/>
              <a:gd name="T36" fmla="*/ 51 w 127"/>
              <a:gd name="T37" fmla="*/ 97 h 127"/>
              <a:gd name="T38" fmla="*/ 28 w 127"/>
              <a:gd name="T39" fmla="*/ 66 h 127"/>
              <a:gd name="T40" fmla="*/ 39 w 127"/>
              <a:gd name="T41" fmla="*/ 66 h 127"/>
              <a:gd name="T42" fmla="*/ 19 w 127"/>
              <a:gd name="T43" fmla="*/ 47 h 127"/>
              <a:gd name="T44" fmla="*/ 0 w 127"/>
              <a:gd name="T45" fmla="*/ 66 h 127"/>
              <a:gd name="T46" fmla="*/ 12 w 127"/>
              <a:gd name="T47" fmla="*/ 66 h 127"/>
              <a:gd name="T48" fmla="*/ 46 w 127"/>
              <a:gd name="T49" fmla="*/ 112 h 127"/>
              <a:gd name="T50" fmla="*/ 41 w 127"/>
              <a:gd name="T51" fmla="*/ 107 h 127"/>
              <a:gd name="T52" fmla="*/ 51 w 127"/>
              <a:gd name="T53" fmla="*/ 97 h 127"/>
              <a:gd name="T54" fmla="*/ 30 w 127"/>
              <a:gd name="T55" fmla="*/ 51 h 127"/>
              <a:gd name="T56" fmla="*/ 61 w 127"/>
              <a:gd name="T57" fmla="*/ 28 h 127"/>
              <a:gd name="T58" fmla="*/ 61 w 127"/>
              <a:gd name="T59" fmla="*/ 39 h 127"/>
              <a:gd name="T60" fmla="*/ 80 w 127"/>
              <a:gd name="T61" fmla="*/ 19 h 127"/>
              <a:gd name="T62" fmla="*/ 61 w 127"/>
              <a:gd name="T63" fmla="*/ 0 h 127"/>
              <a:gd name="T64" fmla="*/ 61 w 127"/>
              <a:gd name="T65" fmla="*/ 12 h 127"/>
              <a:gd name="T66" fmla="*/ 15 w 127"/>
              <a:gd name="T67" fmla="*/ 46 h 127"/>
              <a:gd name="T68" fmla="*/ 19 w 127"/>
              <a:gd name="T69" fmla="*/ 41 h 127"/>
              <a:gd name="T70" fmla="*/ 30 w 127"/>
              <a:gd name="T71" fmla="*/ 51 h 127"/>
              <a:gd name="T72" fmla="*/ 39 w 127"/>
              <a:gd name="T73" fmla="*/ 63 h 127"/>
              <a:gd name="T74" fmla="*/ 63 w 127"/>
              <a:gd name="T75" fmla="*/ 87 h 127"/>
              <a:gd name="T76" fmla="*/ 87 w 127"/>
              <a:gd name="T77" fmla="*/ 63 h 127"/>
              <a:gd name="T78" fmla="*/ 63 w 127"/>
              <a:gd name="T79" fmla="*/ 39 h 127"/>
              <a:gd name="T80" fmla="*/ 39 w 127"/>
              <a:gd name="T81" fmla="*/ 6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7" h="127">
                <a:moveTo>
                  <a:pt x="86" y="19"/>
                </a:moveTo>
                <a:cubicBezTo>
                  <a:pt x="81" y="15"/>
                  <a:pt x="81" y="15"/>
                  <a:pt x="81" y="15"/>
                </a:cubicBezTo>
                <a:cubicBezTo>
                  <a:pt x="100" y="22"/>
                  <a:pt x="114" y="39"/>
                  <a:pt x="115" y="61"/>
                </a:cubicBezTo>
                <a:cubicBezTo>
                  <a:pt x="127" y="61"/>
                  <a:pt x="127" y="61"/>
                  <a:pt x="127" y="61"/>
                </a:cubicBezTo>
                <a:cubicBezTo>
                  <a:pt x="107" y="80"/>
                  <a:pt x="107" y="80"/>
                  <a:pt x="107" y="80"/>
                </a:cubicBezTo>
                <a:cubicBezTo>
                  <a:pt x="88" y="61"/>
                  <a:pt x="88" y="61"/>
                  <a:pt x="88" y="61"/>
                </a:cubicBezTo>
                <a:cubicBezTo>
                  <a:pt x="99" y="61"/>
                  <a:pt x="99" y="61"/>
                  <a:pt x="99" y="61"/>
                </a:cubicBezTo>
                <a:cubicBezTo>
                  <a:pt x="98" y="46"/>
                  <a:pt x="89" y="34"/>
                  <a:pt x="76" y="30"/>
                </a:cubicBezTo>
                <a:cubicBezTo>
                  <a:pt x="86" y="19"/>
                  <a:pt x="86" y="19"/>
                  <a:pt x="86" y="19"/>
                </a:cubicBezTo>
                <a:close/>
                <a:moveTo>
                  <a:pt x="97" y="76"/>
                </a:moveTo>
                <a:cubicBezTo>
                  <a:pt x="92" y="89"/>
                  <a:pt x="80" y="98"/>
                  <a:pt x="66" y="99"/>
                </a:cubicBezTo>
                <a:cubicBezTo>
                  <a:pt x="66" y="88"/>
                  <a:pt x="66" y="88"/>
                  <a:pt x="66" y="88"/>
                </a:cubicBezTo>
                <a:cubicBezTo>
                  <a:pt x="47" y="107"/>
                  <a:pt x="47" y="107"/>
                  <a:pt x="47" y="107"/>
                </a:cubicBezTo>
                <a:cubicBezTo>
                  <a:pt x="66" y="127"/>
                  <a:pt x="66" y="127"/>
                  <a:pt x="66" y="127"/>
                </a:cubicBezTo>
                <a:cubicBezTo>
                  <a:pt x="66" y="115"/>
                  <a:pt x="66" y="115"/>
                  <a:pt x="66" y="115"/>
                </a:cubicBezTo>
                <a:cubicBezTo>
                  <a:pt x="87" y="114"/>
                  <a:pt x="105" y="100"/>
                  <a:pt x="112" y="81"/>
                </a:cubicBezTo>
                <a:cubicBezTo>
                  <a:pt x="107" y="86"/>
                  <a:pt x="107" y="86"/>
                  <a:pt x="107" y="86"/>
                </a:cubicBezTo>
                <a:cubicBezTo>
                  <a:pt x="97" y="76"/>
                  <a:pt x="97" y="76"/>
                  <a:pt x="97" y="76"/>
                </a:cubicBezTo>
                <a:close/>
                <a:moveTo>
                  <a:pt x="51" y="97"/>
                </a:moveTo>
                <a:cubicBezTo>
                  <a:pt x="38" y="92"/>
                  <a:pt x="29" y="80"/>
                  <a:pt x="28" y="66"/>
                </a:cubicBezTo>
                <a:cubicBezTo>
                  <a:pt x="39" y="66"/>
                  <a:pt x="39" y="66"/>
                  <a:pt x="39" y="66"/>
                </a:cubicBezTo>
                <a:cubicBezTo>
                  <a:pt x="19" y="47"/>
                  <a:pt x="19" y="47"/>
                  <a:pt x="19" y="47"/>
                </a:cubicBezTo>
                <a:cubicBezTo>
                  <a:pt x="0" y="66"/>
                  <a:pt x="0" y="66"/>
                  <a:pt x="0" y="66"/>
                </a:cubicBezTo>
                <a:cubicBezTo>
                  <a:pt x="12" y="66"/>
                  <a:pt x="12" y="66"/>
                  <a:pt x="12" y="66"/>
                </a:cubicBezTo>
                <a:cubicBezTo>
                  <a:pt x="13" y="87"/>
                  <a:pt x="27" y="105"/>
                  <a:pt x="46" y="112"/>
                </a:cubicBezTo>
                <a:cubicBezTo>
                  <a:pt x="41" y="107"/>
                  <a:pt x="41" y="107"/>
                  <a:pt x="41" y="107"/>
                </a:cubicBezTo>
                <a:cubicBezTo>
                  <a:pt x="51" y="97"/>
                  <a:pt x="51" y="97"/>
                  <a:pt x="51" y="97"/>
                </a:cubicBezTo>
                <a:close/>
                <a:moveTo>
                  <a:pt x="30" y="51"/>
                </a:moveTo>
                <a:cubicBezTo>
                  <a:pt x="34" y="38"/>
                  <a:pt x="46" y="29"/>
                  <a:pt x="61" y="28"/>
                </a:cubicBezTo>
                <a:cubicBezTo>
                  <a:pt x="61" y="39"/>
                  <a:pt x="61" y="39"/>
                  <a:pt x="61" y="39"/>
                </a:cubicBezTo>
                <a:cubicBezTo>
                  <a:pt x="80" y="19"/>
                  <a:pt x="80" y="19"/>
                  <a:pt x="80" y="19"/>
                </a:cubicBezTo>
                <a:cubicBezTo>
                  <a:pt x="61" y="0"/>
                  <a:pt x="61" y="0"/>
                  <a:pt x="61" y="0"/>
                </a:cubicBezTo>
                <a:cubicBezTo>
                  <a:pt x="61" y="12"/>
                  <a:pt x="61" y="12"/>
                  <a:pt x="61" y="12"/>
                </a:cubicBezTo>
                <a:cubicBezTo>
                  <a:pt x="39" y="13"/>
                  <a:pt x="21" y="27"/>
                  <a:pt x="15" y="46"/>
                </a:cubicBezTo>
                <a:cubicBezTo>
                  <a:pt x="19" y="41"/>
                  <a:pt x="19" y="41"/>
                  <a:pt x="19" y="41"/>
                </a:cubicBezTo>
                <a:cubicBezTo>
                  <a:pt x="30" y="51"/>
                  <a:pt x="30" y="51"/>
                  <a:pt x="30" y="51"/>
                </a:cubicBezTo>
                <a:close/>
                <a:moveTo>
                  <a:pt x="39" y="63"/>
                </a:moveTo>
                <a:cubicBezTo>
                  <a:pt x="39" y="77"/>
                  <a:pt x="50" y="87"/>
                  <a:pt x="63" y="87"/>
                </a:cubicBezTo>
                <a:cubicBezTo>
                  <a:pt x="77" y="87"/>
                  <a:pt x="87" y="77"/>
                  <a:pt x="87" y="63"/>
                </a:cubicBezTo>
                <a:cubicBezTo>
                  <a:pt x="87" y="50"/>
                  <a:pt x="77" y="39"/>
                  <a:pt x="63" y="39"/>
                </a:cubicBezTo>
                <a:cubicBezTo>
                  <a:pt x="50" y="39"/>
                  <a:pt x="39" y="50"/>
                  <a:pt x="39" y="6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09" name="矩形 108"/>
          <p:cNvSpPr/>
          <p:nvPr/>
        </p:nvSpPr>
        <p:spPr>
          <a:xfrm>
            <a:off x="458491" y="943340"/>
            <a:ext cx="4572000" cy="369332"/>
          </a:xfrm>
          <a:prstGeom prst="rect">
            <a:avLst/>
          </a:prstGeom>
        </p:spPr>
        <p:txBody>
          <a:bodyPr>
            <a:spAutoFit/>
          </a:bodyPr>
          <a:lstStyle/>
          <a:p>
            <a:r>
              <a:rPr lang="en-US" altLang="zh-CN" b="1" dirty="0" smtClean="0"/>
              <a:t>      </a:t>
            </a:r>
            <a:r>
              <a:rPr lang="en-US" altLang="zh-CN" b="1" dirty="0" err="1" smtClean="0"/>
              <a:t>HAL_UART_Transmit</a:t>
            </a:r>
            <a:r>
              <a:rPr lang="en-US" altLang="zh-CN" b="1" dirty="0"/>
              <a:t>()</a:t>
            </a:r>
            <a:r>
              <a:rPr lang="zh-CN" altLang="zh-CN" b="1" dirty="0"/>
              <a:t>共有四个</a:t>
            </a:r>
            <a:r>
              <a:rPr lang="zh-CN" altLang="zh-CN" b="1" dirty="0" smtClean="0"/>
              <a:t>参数</a:t>
            </a:r>
            <a:endParaRPr lang="zh-CN" altLang="zh-CN" b="1" dirty="0"/>
          </a:p>
        </p:txBody>
      </p:sp>
      <p:sp>
        <p:nvSpPr>
          <p:cNvPr id="110" name="矩形 109"/>
          <p:cNvSpPr/>
          <p:nvPr/>
        </p:nvSpPr>
        <p:spPr>
          <a:xfrm>
            <a:off x="1383075" y="1617263"/>
            <a:ext cx="2650142"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r>
              <a:rPr lang="zh-CN" altLang="zh-CN" b="1" dirty="0" smtClean="0">
                <a:solidFill>
                  <a:prstClr val="black"/>
                </a:solidFill>
              </a:rPr>
              <a:t>第一</a:t>
            </a:r>
            <a:r>
              <a:rPr lang="zh-CN" altLang="zh-CN" b="1" dirty="0">
                <a:solidFill>
                  <a:prstClr val="black"/>
                </a:solidFill>
              </a:rPr>
              <a:t>个参数</a:t>
            </a:r>
            <a:r>
              <a:rPr lang="en-US" altLang="zh-CN" b="1" dirty="0" err="1">
                <a:solidFill>
                  <a:prstClr val="black"/>
                </a:solidFill>
              </a:rPr>
              <a:t>huart</a:t>
            </a:r>
            <a:r>
              <a:rPr lang="zh-CN" altLang="zh-CN" b="1" dirty="0">
                <a:solidFill>
                  <a:prstClr val="black"/>
                </a:solidFill>
              </a:rPr>
              <a:t>为结构体类型</a:t>
            </a:r>
            <a:r>
              <a:rPr lang="en-US" altLang="zh-CN" b="1" dirty="0" err="1">
                <a:solidFill>
                  <a:prstClr val="black"/>
                </a:solidFill>
              </a:rPr>
              <a:t>UART_HandleTypeDef</a:t>
            </a:r>
            <a:r>
              <a:rPr lang="zh-CN" altLang="zh-CN" b="1" dirty="0">
                <a:solidFill>
                  <a:prstClr val="black"/>
                </a:solidFill>
              </a:rPr>
              <a:t>定义的指针，取值为</a:t>
            </a:r>
            <a:r>
              <a:rPr lang="en-US" altLang="zh-CN" b="1" dirty="0">
                <a:solidFill>
                  <a:prstClr val="black"/>
                </a:solidFill>
              </a:rPr>
              <a:t>huart1 ~ huart5</a:t>
            </a:r>
            <a:r>
              <a:rPr lang="zh-CN" altLang="zh-CN" b="1" dirty="0">
                <a:solidFill>
                  <a:prstClr val="black"/>
                </a:solidFill>
              </a:rPr>
              <a:t>。</a:t>
            </a:r>
          </a:p>
        </p:txBody>
      </p:sp>
      <p:sp>
        <p:nvSpPr>
          <p:cNvPr id="111" name="矩形 110"/>
          <p:cNvSpPr/>
          <p:nvPr/>
        </p:nvSpPr>
        <p:spPr>
          <a:xfrm>
            <a:off x="5364088" y="1617820"/>
            <a:ext cx="3006080" cy="175432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solidFill>
                  <a:prstClr val="black"/>
                </a:solidFill>
              </a:rPr>
              <a:t>第二个参数</a:t>
            </a:r>
            <a:r>
              <a:rPr lang="en-US" altLang="zh-CN" b="1" dirty="0">
                <a:solidFill>
                  <a:prstClr val="black"/>
                </a:solidFill>
              </a:rPr>
              <a:t>uint8_t *</a:t>
            </a:r>
            <a:r>
              <a:rPr lang="en-US" altLang="zh-CN" b="1" dirty="0" err="1">
                <a:solidFill>
                  <a:prstClr val="black"/>
                </a:solidFill>
              </a:rPr>
              <a:t>pData</a:t>
            </a:r>
            <a:r>
              <a:rPr lang="zh-CN" altLang="en-US" b="1" dirty="0">
                <a:solidFill>
                  <a:prstClr val="black"/>
                </a:solidFill>
              </a:rPr>
              <a:t>为要发送的数据，</a:t>
            </a:r>
            <a:r>
              <a:rPr lang="en-US" altLang="zh-CN" b="1" dirty="0" err="1">
                <a:solidFill>
                  <a:prstClr val="black"/>
                </a:solidFill>
              </a:rPr>
              <a:t>pData</a:t>
            </a:r>
            <a:r>
              <a:rPr lang="zh-CN" altLang="en-US" b="1" dirty="0">
                <a:solidFill>
                  <a:prstClr val="black"/>
                </a:solidFill>
              </a:rPr>
              <a:t>为指向数据缓冲区的指针，类型为</a:t>
            </a:r>
            <a:r>
              <a:rPr lang="en-US" altLang="zh-CN" b="1" dirty="0">
                <a:solidFill>
                  <a:prstClr val="black"/>
                </a:solidFill>
              </a:rPr>
              <a:t>uint8_t</a:t>
            </a:r>
            <a:r>
              <a:rPr lang="zh-CN" altLang="en-US" b="1" dirty="0">
                <a:solidFill>
                  <a:prstClr val="black"/>
                </a:solidFill>
              </a:rPr>
              <a:t>，若发送的数据不是此类型，需要进行类型转换。</a:t>
            </a:r>
          </a:p>
        </p:txBody>
      </p:sp>
      <p:sp>
        <p:nvSpPr>
          <p:cNvPr id="112" name="矩形 111"/>
          <p:cNvSpPr/>
          <p:nvPr/>
        </p:nvSpPr>
        <p:spPr>
          <a:xfrm>
            <a:off x="1383075" y="3651538"/>
            <a:ext cx="2650142"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zh-CN" b="1" dirty="0">
                <a:solidFill>
                  <a:prstClr val="black"/>
                </a:solidFill>
              </a:rPr>
              <a:t>第三个参数</a:t>
            </a:r>
            <a:r>
              <a:rPr lang="en-US" altLang="zh-CN" b="1" dirty="0">
                <a:solidFill>
                  <a:prstClr val="black"/>
                </a:solidFill>
              </a:rPr>
              <a:t>uint16_t  Size</a:t>
            </a:r>
            <a:r>
              <a:rPr lang="zh-CN" altLang="zh-CN" b="1" dirty="0">
                <a:solidFill>
                  <a:prstClr val="black"/>
                </a:solidFill>
              </a:rPr>
              <a:t>为要发送数据的大小。</a:t>
            </a:r>
          </a:p>
        </p:txBody>
      </p:sp>
      <p:sp>
        <p:nvSpPr>
          <p:cNvPr id="113" name="矩形 112"/>
          <p:cNvSpPr/>
          <p:nvPr/>
        </p:nvSpPr>
        <p:spPr>
          <a:xfrm>
            <a:off x="5364088" y="3736652"/>
            <a:ext cx="300608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zh-CN" altLang="zh-CN" b="1" dirty="0">
                <a:solidFill>
                  <a:prstClr val="black"/>
                </a:solidFill>
              </a:rPr>
              <a:t>第四个参数</a:t>
            </a:r>
            <a:r>
              <a:rPr lang="en-US" altLang="zh-CN" b="1" dirty="0">
                <a:solidFill>
                  <a:prstClr val="black"/>
                </a:solidFill>
              </a:rPr>
              <a:t>uint32_t  Timeout</a:t>
            </a:r>
            <a:r>
              <a:rPr lang="zh-CN" altLang="zh-CN" b="1" dirty="0">
                <a:solidFill>
                  <a:prstClr val="black"/>
                </a:solidFill>
              </a:rPr>
              <a:t>为超时等待时间。</a:t>
            </a:r>
            <a:endParaRPr lang="zh-CN" altLang="en-US" b="1" dirty="0">
              <a:solidFill>
                <a:prstClr val="black"/>
              </a:solidFill>
            </a:endParaRPr>
          </a:p>
        </p:txBody>
      </p:sp>
    </p:spTree>
    <p:extLst>
      <p:ext uri="{BB962C8B-B14F-4D97-AF65-F5344CB8AC3E}">
        <p14:creationId xmlns:p14="http://schemas.microsoft.com/office/powerpoint/2010/main" val="311023919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 y="339503"/>
            <a:ext cx="405448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4232" y="360766"/>
            <a:ext cx="4018985"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7.5.1 UART</a:t>
            </a:r>
            <a:r>
              <a:rPr lang="zh-CN" altLang="en-US" sz="2400" b="1" dirty="0">
                <a:solidFill>
                  <a:schemeClr val="bg1"/>
                </a:solidFill>
              </a:rPr>
              <a:t>的</a:t>
            </a:r>
            <a:r>
              <a:rPr lang="en-US" altLang="zh-CN" sz="2400" b="1" dirty="0">
                <a:solidFill>
                  <a:schemeClr val="bg1"/>
                </a:solidFill>
              </a:rPr>
              <a:t>HAL</a:t>
            </a:r>
            <a:r>
              <a:rPr lang="zh-CN" altLang="en-US" sz="2400" b="1" dirty="0">
                <a:solidFill>
                  <a:schemeClr val="bg1"/>
                </a:solidFill>
              </a:rPr>
              <a:t>库接口函数</a:t>
            </a:r>
            <a:endParaRPr lang="zh-CN" altLang="en-US" sz="2400" b="1" dirty="0" smtClean="0">
              <a:solidFill>
                <a:schemeClr val="bg1"/>
              </a:solidFill>
            </a:endParaRPr>
          </a:p>
        </p:txBody>
      </p:sp>
      <p:sp>
        <p:nvSpPr>
          <p:cNvPr id="5" name="矩形 4"/>
          <p:cNvSpPr/>
          <p:nvPr/>
        </p:nvSpPr>
        <p:spPr>
          <a:xfrm>
            <a:off x="899592" y="1356906"/>
            <a:ext cx="7704856" cy="70788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err="1"/>
              <a:t>HAL_StatusTypeDef</a:t>
            </a:r>
            <a:r>
              <a:rPr lang="en-US" altLang="zh-CN" sz="1600" b="1" dirty="0"/>
              <a:t>  </a:t>
            </a:r>
            <a:r>
              <a:rPr lang="en-US" altLang="zh-CN" sz="1600" b="1" dirty="0" err="1"/>
              <a:t>HAL_UART_Receive</a:t>
            </a:r>
            <a:r>
              <a:rPr lang="en-US" altLang="zh-CN" sz="1600" b="1" dirty="0"/>
              <a:t>(</a:t>
            </a:r>
            <a:r>
              <a:rPr lang="en-US" altLang="zh-CN" sz="1600" b="1" dirty="0" err="1"/>
              <a:t>UART_HandleTypeDef</a:t>
            </a:r>
            <a:r>
              <a:rPr lang="en-US" altLang="zh-CN" sz="1600" b="1" dirty="0"/>
              <a:t> *</a:t>
            </a:r>
            <a:r>
              <a:rPr lang="en-US" altLang="zh-CN" sz="1600" b="1" dirty="0" err="1"/>
              <a:t>huart</a:t>
            </a:r>
            <a:r>
              <a:rPr lang="en-US" altLang="zh-CN" sz="1600" b="1" dirty="0"/>
              <a:t>, uint8_t *</a:t>
            </a:r>
            <a:r>
              <a:rPr lang="en-US" altLang="zh-CN" sz="1600" b="1" dirty="0" err="1"/>
              <a:t>pData</a:t>
            </a:r>
            <a:r>
              <a:rPr lang="en-US" altLang="zh-CN" sz="1600" b="1" dirty="0"/>
              <a:t>, uint16_t Size, uint32_t Timeout);</a:t>
            </a:r>
            <a:endParaRPr lang="zh-CN" altLang="en-US" b="1" dirty="0"/>
          </a:p>
        </p:txBody>
      </p:sp>
      <p:sp>
        <p:nvSpPr>
          <p:cNvPr id="2" name="矩形 1"/>
          <p:cNvSpPr/>
          <p:nvPr/>
        </p:nvSpPr>
        <p:spPr>
          <a:xfrm>
            <a:off x="4427985" y="372240"/>
            <a:ext cx="3672408" cy="408445"/>
          </a:xfrm>
          <a:prstGeom prst="rect">
            <a:avLst/>
          </a:prstGeom>
        </p:spPr>
        <p:txBody>
          <a:bodyPr wrap="square">
            <a:spAutoFit/>
          </a:bodyPr>
          <a:lstStyle/>
          <a:p>
            <a:pPr lvl="0">
              <a:lnSpc>
                <a:spcPct val="125000"/>
              </a:lnSpc>
            </a:pPr>
            <a:r>
              <a:rPr lang="en-US" altLang="zh-CN" b="1" dirty="0">
                <a:solidFill>
                  <a:srgbClr val="FF0000"/>
                </a:solidFill>
              </a:rPr>
              <a:t>UART</a:t>
            </a:r>
            <a:r>
              <a:rPr lang="zh-CN" altLang="en-US" b="1" dirty="0">
                <a:solidFill>
                  <a:srgbClr val="FF0000"/>
                </a:solidFill>
              </a:rPr>
              <a:t>接收函数</a:t>
            </a:r>
            <a:r>
              <a:rPr lang="en-US" altLang="zh-CN" b="1" dirty="0" err="1">
                <a:solidFill>
                  <a:srgbClr val="FF0000"/>
                </a:solidFill>
              </a:rPr>
              <a:t>HAL_UART_Receive</a:t>
            </a:r>
            <a:r>
              <a:rPr lang="en-US" altLang="zh-CN" b="1" dirty="0" smtClean="0">
                <a:solidFill>
                  <a:srgbClr val="FF0000"/>
                </a:solidFill>
              </a:rPr>
              <a:t>()</a:t>
            </a:r>
            <a:endParaRPr lang="en-US" altLang="zh-CN" b="1" dirty="0">
              <a:solidFill>
                <a:srgbClr val="FF0000"/>
              </a:solidFill>
            </a:endParaRPr>
          </a:p>
        </p:txBody>
      </p:sp>
      <p:sp>
        <p:nvSpPr>
          <p:cNvPr id="3" name="矩形 2"/>
          <p:cNvSpPr/>
          <p:nvPr/>
        </p:nvSpPr>
        <p:spPr>
          <a:xfrm>
            <a:off x="4427985" y="2576267"/>
            <a:ext cx="4464495" cy="11054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smtClean="0"/>
              <a:t>uint8_t  </a:t>
            </a:r>
            <a:r>
              <a:rPr lang="en-GB" altLang="zh-CN" b="1" dirty="0" err="1"/>
              <a:t>ch</a:t>
            </a:r>
            <a:r>
              <a:rPr lang="en-GB" altLang="zh-CN" b="1" dirty="0"/>
              <a:t>;</a:t>
            </a:r>
          </a:p>
          <a:p>
            <a:pPr>
              <a:lnSpc>
                <a:spcPct val="125000"/>
              </a:lnSpc>
            </a:pPr>
            <a:r>
              <a:rPr lang="en-GB" altLang="zh-CN" b="1" dirty="0" err="1"/>
              <a:t>HAL_UART_Receive</a:t>
            </a:r>
            <a:r>
              <a:rPr lang="en-GB" altLang="zh-CN" b="1" dirty="0"/>
              <a:t>(&amp;huart3,(uint8_t *)&amp;</a:t>
            </a:r>
            <a:r>
              <a:rPr lang="en-GB" altLang="zh-CN" b="1" dirty="0" err="1"/>
              <a:t>ch</a:t>
            </a:r>
            <a:r>
              <a:rPr lang="en-GB" altLang="zh-CN" b="1" dirty="0"/>
              <a:t>, 1, 1000);</a:t>
            </a:r>
          </a:p>
        </p:txBody>
      </p:sp>
      <p:sp>
        <p:nvSpPr>
          <p:cNvPr id="4" name="矩形 3"/>
          <p:cNvSpPr/>
          <p:nvPr/>
        </p:nvSpPr>
        <p:spPr>
          <a:xfrm>
            <a:off x="539552" y="987574"/>
            <a:ext cx="1114408"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b="1" dirty="0">
                <a:solidFill>
                  <a:prstClr val="black"/>
                </a:solidFill>
              </a:rPr>
              <a:t>函数原型</a:t>
            </a:r>
            <a:endParaRPr lang="zh-CN" altLang="en-US" dirty="0"/>
          </a:p>
        </p:txBody>
      </p:sp>
      <p:sp>
        <p:nvSpPr>
          <p:cNvPr id="7" name="矩形 6"/>
          <p:cNvSpPr/>
          <p:nvPr/>
        </p:nvSpPr>
        <p:spPr>
          <a:xfrm>
            <a:off x="521810" y="2192833"/>
            <a:ext cx="1114408"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b="1" dirty="0">
                <a:solidFill>
                  <a:prstClr val="black"/>
                </a:solidFill>
              </a:rPr>
              <a:t>函数解析</a:t>
            </a:r>
            <a:endParaRPr lang="zh-CN" altLang="en-US" dirty="0"/>
          </a:p>
        </p:txBody>
      </p:sp>
      <p:sp>
        <p:nvSpPr>
          <p:cNvPr id="10" name="矩形 9"/>
          <p:cNvSpPr/>
          <p:nvPr/>
        </p:nvSpPr>
        <p:spPr>
          <a:xfrm>
            <a:off x="899592" y="2562165"/>
            <a:ext cx="3096344"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a:t>
            </a:r>
            <a:r>
              <a:rPr lang="en-GB" altLang="zh-CN" b="1" dirty="0" err="1">
                <a:solidFill>
                  <a:prstClr val="black"/>
                </a:solidFill>
              </a:rPr>
              <a:t>HAL_UART_Receive</a:t>
            </a:r>
            <a:r>
              <a:rPr lang="en-GB" altLang="zh-CN" b="1" dirty="0">
                <a:solidFill>
                  <a:prstClr val="black"/>
                </a:solidFill>
              </a:rPr>
              <a:t>()</a:t>
            </a:r>
            <a:r>
              <a:rPr lang="zh-CN" altLang="en-US" b="1" dirty="0">
                <a:solidFill>
                  <a:prstClr val="black"/>
                </a:solidFill>
              </a:rPr>
              <a:t>为</a:t>
            </a:r>
            <a:r>
              <a:rPr lang="en-GB" altLang="zh-CN" b="1" dirty="0">
                <a:solidFill>
                  <a:prstClr val="black"/>
                </a:solidFill>
              </a:rPr>
              <a:t>UART</a:t>
            </a:r>
            <a:r>
              <a:rPr lang="zh-CN" altLang="en-US" b="1" dirty="0">
                <a:solidFill>
                  <a:prstClr val="black"/>
                </a:solidFill>
              </a:rPr>
              <a:t>在轮询模式下的接收函数，采用超时管理机制，使用方式同</a:t>
            </a:r>
            <a:r>
              <a:rPr lang="en-GB" altLang="zh-CN" b="1" dirty="0" err="1">
                <a:solidFill>
                  <a:prstClr val="black"/>
                </a:solidFill>
              </a:rPr>
              <a:t>HAL_UART_Transmit</a:t>
            </a:r>
            <a:r>
              <a:rPr lang="en-GB" altLang="zh-CN" b="1" dirty="0">
                <a:solidFill>
                  <a:prstClr val="black"/>
                </a:solidFill>
              </a:rPr>
              <a:t>()</a:t>
            </a:r>
            <a:endParaRPr lang="zh-CN" altLang="en-US" dirty="0"/>
          </a:p>
        </p:txBody>
      </p:sp>
      <p:sp>
        <p:nvSpPr>
          <p:cNvPr id="11" name="矩形 10"/>
          <p:cNvSpPr/>
          <p:nvPr/>
        </p:nvSpPr>
        <p:spPr>
          <a:xfrm>
            <a:off x="4198022" y="2206935"/>
            <a:ext cx="1107996"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b="1" dirty="0">
                <a:solidFill>
                  <a:prstClr val="black"/>
                </a:solidFill>
              </a:rPr>
              <a:t>使用范例</a:t>
            </a:r>
            <a:endParaRPr lang="zh-CN" altLang="en-US" b="1" dirty="0"/>
          </a:p>
        </p:txBody>
      </p:sp>
      <p:grpSp>
        <p:nvGrpSpPr>
          <p:cNvPr id="12" name="组合 11"/>
          <p:cNvGrpSpPr>
            <a:grpSpLocks noChangeAspect="1"/>
          </p:cNvGrpSpPr>
          <p:nvPr/>
        </p:nvGrpSpPr>
        <p:grpSpPr>
          <a:xfrm>
            <a:off x="4951890" y="4039185"/>
            <a:ext cx="3416683" cy="437613"/>
            <a:chOff x="-979410" y="1227641"/>
            <a:chExt cx="16937711" cy="2169401"/>
          </a:xfrm>
        </p:grpSpPr>
        <p:sp>
          <p:nvSpPr>
            <p:cNvPr id="13" name="任意多边形 12"/>
            <p:cNvSpPr/>
            <p:nvPr/>
          </p:nvSpPr>
          <p:spPr>
            <a:xfrm>
              <a:off x="-755895" y="1227641"/>
              <a:ext cx="16714196" cy="2035015"/>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 name="connsiteX0" fmla="*/ 0 w 10337800"/>
                <a:gd name="connsiteY0" fmla="*/ 186797 h 806129"/>
                <a:gd name="connsiteX1" fmla="*/ 1642534 w 10337800"/>
                <a:gd name="connsiteY1" fmla="*/ 804864 h 806129"/>
                <a:gd name="connsiteX2" fmla="*/ 3285067 w 10337800"/>
                <a:gd name="connsiteY2" fmla="*/ 42864 h 806129"/>
                <a:gd name="connsiteX3" fmla="*/ 4910667 w 10337800"/>
                <a:gd name="connsiteY3" fmla="*/ 754064 h 806129"/>
                <a:gd name="connsiteX4" fmla="*/ 6553200 w 10337800"/>
                <a:gd name="connsiteY4" fmla="*/ 76730 h 806129"/>
                <a:gd name="connsiteX5" fmla="*/ 8246534 w 10337800"/>
                <a:gd name="connsiteY5" fmla="*/ 770996 h 806129"/>
                <a:gd name="connsiteX6" fmla="*/ 9575800 w 10337800"/>
                <a:gd name="connsiteY6" fmla="*/ 76730 h 806129"/>
                <a:gd name="connsiteX7" fmla="*/ 10337800 w 10337800"/>
                <a:gd name="connsiteY7" fmla="*/ 530 h 806129"/>
                <a:gd name="connsiteX0" fmla="*/ 0 w 10556875"/>
                <a:gd name="connsiteY0" fmla="*/ 181741 h 801073"/>
                <a:gd name="connsiteX1" fmla="*/ 1642534 w 10556875"/>
                <a:gd name="connsiteY1" fmla="*/ 799808 h 801073"/>
                <a:gd name="connsiteX2" fmla="*/ 3285067 w 10556875"/>
                <a:gd name="connsiteY2" fmla="*/ 37808 h 801073"/>
                <a:gd name="connsiteX3" fmla="*/ 4910667 w 10556875"/>
                <a:gd name="connsiteY3" fmla="*/ 749008 h 801073"/>
                <a:gd name="connsiteX4" fmla="*/ 6553200 w 10556875"/>
                <a:gd name="connsiteY4" fmla="*/ 71674 h 801073"/>
                <a:gd name="connsiteX5" fmla="*/ 8246534 w 10556875"/>
                <a:gd name="connsiteY5" fmla="*/ 765940 h 801073"/>
                <a:gd name="connsiteX6" fmla="*/ 9575800 w 10556875"/>
                <a:gd name="connsiteY6" fmla="*/ 71674 h 801073"/>
                <a:gd name="connsiteX7" fmla="*/ 10556875 w 10556875"/>
                <a:gd name="connsiteY7" fmla="*/ 4999 h 801073"/>
                <a:gd name="connsiteX0" fmla="*/ 0 w 10556875"/>
                <a:gd name="connsiteY0" fmla="*/ 224093 h 843425"/>
                <a:gd name="connsiteX1" fmla="*/ 1642534 w 10556875"/>
                <a:gd name="connsiteY1" fmla="*/ 842160 h 843425"/>
                <a:gd name="connsiteX2" fmla="*/ 3285067 w 10556875"/>
                <a:gd name="connsiteY2" fmla="*/ 80160 h 843425"/>
                <a:gd name="connsiteX3" fmla="*/ 4910667 w 10556875"/>
                <a:gd name="connsiteY3" fmla="*/ 791360 h 843425"/>
                <a:gd name="connsiteX4" fmla="*/ 6553200 w 10556875"/>
                <a:gd name="connsiteY4" fmla="*/ 114026 h 843425"/>
                <a:gd name="connsiteX5" fmla="*/ 8246534 w 10556875"/>
                <a:gd name="connsiteY5" fmla="*/ 808292 h 843425"/>
                <a:gd name="connsiteX6" fmla="*/ 9575800 w 10556875"/>
                <a:gd name="connsiteY6" fmla="*/ 114026 h 843425"/>
                <a:gd name="connsiteX7" fmla="*/ 10556875 w 10556875"/>
                <a:gd name="connsiteY7" fmla="*/ 47351 h 843425"/>
                <a:gd name="connsiteX0" fmla="*/ 0 w 10556875"/>
                <a:gd name="connsiteY0" fmla="*/ 226862 h 846194"/>
                <a:gd name="connsiteX1" fmla="*/ 1642534 w 10556875"/>
                <a:gd name="connsiteY1" fmla="*/ 844929 h 846194"/>
                <a:gd name="connsiteX2" fmla="*/ 3285067 w 10556875"/>
                <a:gd name="connsiteY2" fmla="*/ 82929 h 846194"/>
                <a:gd name="connsiteX3" fmla="*/ 4910667 w 10556875"/>
                <a:gd name="connsiteY3" fmla="*/ 794129 h 846194"/>
                <a:gd name="connsiteX4" fmla="*/ 6553200 w 10556875"/>
                <a:gd name="connsiteY4" fmla="*/ 116795 h 846194"/>
                <a:gd name="connsiteX5" fmla="*/ 8246534 w 10556875"/>
                <a:gd name="connsiteY5" fmla="*/ 811061 h 846194"/>
                <a:gd name="connsiteX6" fmla="*/ 9575800 w 10556875"/>
                <a:gd name="connsiteY6" fmla="*/ 116795 h 846194"/>
                <a:gd name="connsiteX7" fmla="*/ 10556875 w 10556875"/>
                <a:gd name="connsiteY7" fmla="*/ 50120 h 846194"/>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5459"/>
                <a:gd name="connsiteX1" fmla="*/ 1985434 w 10899775"/>
                <a:gd name="connsiteY1" fmla="*/ 1075267 h 1075459"/>
                <a:gd name="connsiteX2" fmla="*/ 3627967 w 10899775"/>
                <a:gd name="connsiteY2" fmla="*/ 313267 h 1075459"/>
                <a:gd name="connsiteX3" fmla="*/ 5253567 w 10899775"/>
                <a:gd name="connsiteY3" fmla="*/ 1024467 h 1075459"/>
                <a:gd name="connsiteX4" fmla="*/ 6896100 w 10899775"/>
                <a:gd name="connsiteY4" fmla="*/ 347133 h 1075459"/>
                <a:gd name="connsiteX5" fmla="*/ 8589434 w 10899775"/>
                <a:gd name="connsiteY5" fmla="*/ 1041399 h 1075459"/>
                <a:gd name="connsiteX6" fmla="*/ 9918700 w 10899775"/>
                <a:gd name="connsiteY6" fmla="*/ 347133 h 1075459"/>
                <a:gd name="connsiteX7" fmla="*/ 10899775 w 10899775"/>
                <a:gd name="connsiteY7" fmla="*/ 280458 h 1075459"/>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07932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71785"/>
                <a:gd name="connsiteX1" fmla="*/ 2099734 w 10899775"/>
                <a:gd name="connsiteY1" fmla="*/ 1065742 h 1071785"/>
                <a:gd name="connsiteX2" fmla="*/ 3627967 w 10899775"/>
                <a:gd name="connsiteY2" fmla="*/ 313267 h 1071785"/>
                <a:gd name="connsiteX3" fmla="*/ 5253567 w 10899775"/>
                <a:gd name="connsiteY3" fmla="*/ 1024467 h 1071785"/>
                <a:gd name="connsiteX4" fmla="*/ 6896100 w 10899775"/>
                <a:gd name="connsiteY4" fmla="*/ 347133 h 1071785"/>
                <a:gd name="connsiteX5" fmla="*/ 8507932 w 10899775"/>
                <a:gd name="connsiteY5" fmla="*/ 1041399 h 1071785"/>
                <a:gd name="connsiteX6" fmla="*/ 9918700 w 10899775"/>
                <a:gd name="connsiteY6" fmla="*/ 347133 h 1071785"/>
                <a:gd name="connsiteX7" fmla="*/ 10899775 w 10899775"/>
                <a:gd name="connsiteY7" fmla="*/ 280458 h 10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9775" h="1071785">
                  <a:moveTo>
                    <a:pt x="0" y="0"/>
                  </a:moveTo>
                  <a:cubicBezTo>
                    <a:pt x="808214" y="721078"/>
                    <a:pt x="1427333" y="1126857"/>
                    <a:pt x="2099734" y="1065742"/>
                  </a:cubicBezTo>
                  <a:cubicBezTo>
                    <a:pt x="2772135" y="1004627"/>
                    <a:pt x="3102328" y="320146"/>
                    <a:pt x="3627967" y="313267"/>
                  </a:cubicBezTo>
                  <a:cubicBezTo>
                    <a:pt x="4153606" y="306388"/>
                    <a:pt x="4556478" y="1027289"/>
                    <a:pt x="5253567" y="1024467"/>
                  </a:cubicBezTo>
                  <a:cubicBezTo>
                    <a:pt x="5950656" y="1021645"/>
                    <a:pt x="6353706" y="344311"/>
                    <a:pt x="6896100" y="347133"/>
                  </a:cubicBezTo>
                  <a:cubicBezTo>
                    <a:pt x="7438494" y="349955"/>
                    <a:pt x="8004165" y="1041399"/>
                    <a:pt x="8507932" y="1041399"/>
                  </a:cubicBezTo>
                  <a:cubicBezTo>
                    <a:pt x="9011699" y="1041399"/>
                    <a:pt x="9520060" y="473956"/>
                    <a:pt x="9918700" y="347133"/>
                  </a:cubicBezTo>
                  <a:cubicBezTo>
                    <a:pt x="10317340" y="220310"/>
                    <a:pt x="10636250" y="201083"/>
                    <a:pt x="10899775" y="280458"/>
                  </a:cubicBez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979410" y="1517948"/>
              <a:ext cx="14683955" cy="1449363"/>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75800" h="763339">
                  <a:moveTo>
                    <a:pt x="0" y="144007"/>
                  </a:moveTo>
                  <a:cubicBezTo>
                    <a:pt x="551039" y="465035"/>
                    <a:pt x="1095023" y="786063"/>
                    <a:pt x="1642534" y="762074"/>
                  </a:cubicBezTo>
                  <a:cubicBezTo>
                    <a:pt x="2190045" y="738085"/>
                    <a:pt x="2740378" y="8541"/>
                    <a:pt x="3285067" y="74"/>
                  </a:cubicBezTo>
                  <a:cubicBezTo>
                    <a:pt x="3829756" y="-8393"/>
                    <a:pt x="4213578" y="714096"/>
                    <a:pt x="4910667" y="711274"/>
                  </a:cubicBezTo>
                  <a:cubicBezTo>
                    <a:pt x="5607756" y="708452"/>
                    <a:pt x="5997222" y="31118"/>
                    <a:pt x="6553200" y="33940"/>
                  </a:cubicBezTo>
                  <a:cubicBezTo>
                    <a:pt x="7109178" y="36762"/>
                    <a:pt x="7742767" y="728206"/>
                    <a:pt x="8246534" y="728206"/>
                  </a:cubicBezTo>
                  <a:cubicBezTo>
                    <a:pt x="8750301" y="728206"/>
                    <a:pt x="9354256" y="149651"/>
                    <a:pt x="9575800" y="33940"/>
                  </a:cubicBezTo>
                  <a:lnTo>
                    <a:pt x="9575800" y="33940"/>
                  </a:ln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2692030" y="2772259"/>
              <a:ext cx="624783" cy="624783"/>
              <a:chOff x="5252030" y="2008764"/>
              <a:chExt cx="809336" cy="809336"/>
            </a:xfrm>
            <a:solidFill>
              <a:schemeClr val="accent1"/>
            </a:solidFill>
          </p:grpSpPr>
          <p:sp>
            <p:nvSpPr>
              <p:cNvPr id="52" name="椭圆 51"/>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53" name="椭圆 52"/>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0268897" y="2115335"/>
              <a:ext cx="624783" cy="624783"/>
              <a:chOff x="5252030" y="2008764"/>
              <a:chExt cx="809336" cy="809336"/>
            </a:xfrm>
            <a:solidFill>
              <a:schemeClr val="accent3"/>
            </a:solidFill>
          </p:grpSpPr>
          <p:sp>
            <p:nvSpPr>
              <p:cNvPr id="50" name="椭圆 49"/>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51" name="椭圆 50"/>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7721153" y="1991409"/>
              <a:ext cx="461966" cy="461965"/>
              <a:chOff x="304800" y="673100"/>
              <a:chExt cx="4000500" cy="4000500"/>
            </a:xfrm>
            <a:solidFill>
              <a:schemeClr val="accent2"/>
            </a:solidFill>
            <a:effectLst>
              <a:outerShdw blurRad="444500" dist="254000" dir="8100000" algn="tr" rotWithShape="0">
                <a:prstClr val="black">
                  <a:alpha val="50000"/>
                </a:prstClr>
              </a:outerShdw>
            </a:effectLst>
          </p:grpSpPr>
          <p:sp>
            <p:nvSpPr>
              <p:cNvPr id="48" name="同心圆 47"/>
              <p:cNvSpPr/>
              <p:nvPr/>
            </p:nvSpPr>
            <p:spPr>
              <a:xfrm>
                <a:off x="304800" y="673100"/>
                <a:ext cx="4000500" cy="4000500"/>
              </a:xfrm>
              <a:prstGeom prst="donut">
                <a:avLst>
                  <a:gd name="adj" fmla="val 4879"/>
                </a:avLst>
              </a:prstGeom>
              <a:grp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49" name="椭圆 48"/>
              <p:cNvSpPr/>
              <p:nvPr/>
            </p:nvSpPr>
            <p:spPr>
              <a:xfrm>
                <a:off x="392112" y="760412"/>
                <a:ext cx="3825874" cy="3825874"/>
              </a:xfrm>
              <a:prstGeom prst="ellipse">
                <a:avLst/>
              </a:prstGeom>
              <a:solidFill>
                <a:schemeClr val="accent2">
                  <a:lumMod val="20000"/>
                  <a:lumOff val="80000"/>
                </a:schemeClr>
              </a:soli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18" name="组合 17"/>
            <p:cNvGrpSpPr/>
            <p:nvPr/>
          </p:nvGrpSpPr>
          <p:grpSpPr>
            <a:xfrm>
              <a:off x="7724528" y="2725349"/>
              <a:ext cx="558525" cy="558524"/>
              <a:chOff x="304800" y="673100"/>
              <a:chExt cx="4000500" cy="4000500"/>
            </a:xfrm>
            <a:effectLst>
              <a:outerShdw blurRad="444500" dist="254000" dir="8100000" algn="tr" rotWithShape="0">
                <a:prstClr val="black">
                  <a:alpha val="50000"/>
                </a:prstClr>
              </a:outerShdw>
            </a:effectLst>
          </p:grpSpPr>
          <p:sp>
            <p:nvSpPr>
              <p:cNvPr id="46" name="同心圆 45"/>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47" name="椭圆 46"/>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19" name="组合 18"/>
            <p:cNvGrpSpPr/>
            <p:nvPr/>
          </p:nvGrpSpPr>
          <p:grpSpPr>
            <a:xfrm>
              <a:off x="4615703" y="1546211"/>
              <a:ext cx="396942" cy="396941"/>
              <a:chOff x="304800" y="673100"/>
              <a:chExt cx="4000500" cy="4000500"/>
            </a:xfrm>
            <a:effectLst>
              <a:outerShdw blurRad="444500" dist="254000" dir="8100000" algn="tr" rotWithShape="0">
                <a:prstClr val="black">
                  <a:alpha val="50000"/>
                </a:prstClr>
              </a:outerShdw>
            </a:effectLst>
          </p:grpSpPr>
          <p:sp>
            <p:nvSpPr>
              <p:cNvPr id="44" name="同心圆 4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45" name="椭圆 4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20" name="组合 19"/>
            <p:cNvGrpSpPr/>
            <p:nvPr/>
          </p:nvGrpSpPr>
          <p:grpSpPr>
            <a:xfrm>
              <a:off x="9189314" y="1406230"/>
              <a:ext cx="483157" cy="483155"/>
              <a:chOff x="304800" y="673100"/>
              <a:chExt cx="4000500" cy="4000500"/>
            </a:xfrm>
            <a:effectLst>
              <a:outerShdw blurRad="444500" dist="254000" dir="8100000" algn="tr" rotWithShape="0">
                <a:prstClr val="black">
                  <a:alpha val="50000"/>
                </a:prstClr>
              </a:outerShdw>
            </a:effectLst>
          </p:grpSpPr>
          <p:sp>
            <p:nvSpPr>
              <p:cNvPr id="42" name="同心圆 4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43" name="椭圆 42"/>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21" name="组合 20"/>
            <p:cNvGrpSpPr/>
            <p:nvPr/>
          </p:nvGrpSpPr>
          <p:grpSpPr>
            <a:xfrm>
              <a:off x="1467136" y="3063612"/>
              <a:ext cx="307015" cy="307014"/>
              <a:chOff x="304800" y="673100"/>
              <a:chExt cx="4000500" cy="4000500"/>
            </a:xfrm>
            <a:effectLst>
              <a:outerShdw blurRad="444500" dist="254000" dir="8100000" algn="tr" rotWithShape="0">
                <a:prstClr val="black">
                  <a:alpha val="50000"/>
                </a:prstClr>
              </a:outerShdw>
            </a:effectLst>
          </p:grpSpPr>
          <p:sp>
            <p:nvSpPr>
              <p:cNvPr id="40" name="同心圆 3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41" name="椭圆 4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22" name="组合 21"/>
            <p:cNvGrpSpPr/>
            <p:nvPr/>
          </p:nvGrpSpPr>
          <p:grpSpPr>
            <a:xfrm>
              <a:off x="3724953" y="2319782"/>
              <a:ext cx="311816" cy="311816"/>
              <a:chOff x="5252030" y="2008764"/>
              <a:chExt cx="809336" cy="809336"/>
            </a:xfrm>
            <a:solidFill>
              <a:schemeClr val="accent4"/>
            </a:solidFill>
          </p:grpSpPr>
          <p:sp>
            <p:nvSpPr>
              <p:cNvPr id="38" name="椭圆 37"/>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39" name="椭圆 38"/>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1801536" y="2700001"/>
              <a:ext cx="311816" cy="311816"/>
              <a:chOff x="5252030" y="2008764"/>
              <a:chExt cx="809336" cy="809336"/>
            </a:xfrm>
            <a:solidFill>
              <a:schemeClr val="accent1"/>
            </a:solidFill>
          </p:grpSpPr>
          <p:sp>
            <p:nvSpPr>
              <p:cNvPr id="36" name="椭圆 35"/>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37" name="椭圆 36"/>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561127" y="1538515"/>
              <a:ext cx="311816" cy="311816"/>
              <a:chOff x="5252030" y="2008764"/>
              <a:chExt cx="809336" cy="809336"/>
            </a:xfrm>
            <a:solidFill>
              <a:schemeClr val="accent2"/>
            </a:solidFill>
          </p:grpSpPr>
          <p:sp>
            <p:nvSpPr>
              <p:cNvPr id="34" name="椭圆 33"/>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35" name="椭圆 34"/>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3145325" y="1762927"/>
              <a:ext cx="231826" cy="231826"/>
              <a:chOff x="5252030" y="2008764"/>
              <a:chExt cx="809336" cy="809336"/>
            </a:xfrm>
            <a:solidFill>
              <a:schemeClr val="accent2"/>
            </a:solidFill>
          </p:grpSpPr>
          <p:sp>
            <p:nvSpPr>
              <p:cNvPr id="32" name="椭圆 31"/>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33" name="椭圆 32"/>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8648304" y="2308258"/>
              <a:ext cx="452227" cy="452227"/>
              <a:chOff x="5252030" y="2008764"/>
              <a:chExt cx="809336" cy="809336"/>
            </a:xfrm>
            <a:solidFill>
              <a:schemeClr val="accent3"/>
            </a:solidFill>
          </p:grpSpPr>
          <p:sp>
            <p:nvSpPr>
              <p:cNvPr id="30" name="椭圆 29"/>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31" name="椭圆 30"/>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9318573" y="1943153"/>
              <a:ext cx="226113" cy="226113"/>
              <a:chOff x="5252030" y="2008764"/>
              <a:chExt cx="809336" cy="809336"/>
            </a:xfrm>
            <a:solidFill>
              <a:schemeClr val="accent4"/>
            </a:solidFill>
          </p:grpSpPr>
          <p:sp>
            <p:nvSpPr>
              <p:cNvPr id="28" name="椭圆 27"/>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29" name="椭圆 28"/>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20149522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 y="339503"/>
            <a:ext cx="405448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14232" y="360766"/>
            <a:ext cx="4018985" cy="461665"/>
          </a:xfrm>
          <a:prstGeom prst="rect">
            <a:avLst/>
          </a:prstGeom>
        </p:spPr>
        <p:txBody>
          <a:bodyPr wrap="none">
            <a:spAutoFit/>
          </a:bodyPr>
          <a:lstStyle/>
          <a:p>
            <a:r>
              <a:rPr lang="zh-CN" altLang="en-US" sz="2400" b="1" dirty="0" smtClean="0">
                <a:solidFill>
                  <a:schemeClr val="bg1"/>
                </a:solidFill>
              </a:rPr>
              <a:t> </a:t>
            </a:r>
            <a:r>
              <a:rPr lang="en-US" altLang="zh-CN" sz="2400" b="1" dirty="0">
                <a:solidFill>
                  <a:schemeClr val="bg1"/>
                </a:solidFill>
              </a:rPr>
              <a:t>7.5.1 UART</a:t>
            </a:r>
            <a:r>
              <a:rPr lang="zh-CN" altLang="en-US" sz="2400" b="1" dirty="0">
                <a:solidFill>
                  <a:schemeClr val="bg1"/>
                </a:solidFill>
              </a:rPr>
              <a:t>的</a:t>
            </a:r>
            <a:r>
              <a:rPr lang="en-US" altLang="zh-CN" sz="2400" b="1" dirty="0">
                <a:solidFill>
                  <a:schemeClr val="bg1"/>
                </a:solidFill>
              </a:rPr>
              <a:t>HAL</a:t>
            </a:r>
            <a:r>
              <a:rPr lang="zh-CN" altLang="en-US" sz="2400" b="1" dirty="0">
                <a:solidFill>
                  <a:schemeClr val="bg1"/>
                </a:solidFill>
              </a:rPr>
              <a:t>库接口函数</a:t>
            </a:r>
            <a:endParaRPr lang="zh-CN" altLang="en-US" sz="2400" b="1" dirty="0" smtClean="0">
              <a:solidFill>
                <a:schemeClr val="bg1"/>
              </a:solidFill>
            </a:endParaRPr>
          </a:p>
        </p:txBody>
      </p:sp>
      <p:sp>
        <p:nvSpPr>
          <p:cNvPr id="7" name="TextBox 6"/>
          <p:cNvSpPr txBox="1"/>
          <p:nvPr/>
        </p:nvSpPr>
        <p:spPr>
          <a:xfrm>
            <a:off x="219013" y="1026046"/>
            <a:ext cx="4136963" cy="3893374"/>
          </a:xfrm>
          <a:prstGeom prst="rect">
            <a:avLst/>
          </a:prstGeom>
          <a:noFill/>
          <a:ln w="19050">
            <a:solidFill>
              <a:schemeClr val="accent5">
                <a:lumMod val="60000"/>
                <a:lumOff val="40000"/>
              </a:schemeClr>
            </a:solidFill>
          </a:ln>
        </p:spPr>
        <p:txBody>
          <a:bodyPr wrap="square" rtlCol="0">
            <a:spAutoFit/>
          </a:bodyPr>
          <a:lstStyle/>
          <a:p>
            <a:r>
              <a:rPr lang="en-US" sz="1300" b="1" dirty="0" err="1"/>
              <a:t>HAL_StatusTypeDef</a:t>
            </a:r>
            <a:r>
              <a:rPr lang="en-US" sz="1300" b="1" dirty="0"/>
              <a:t> </a:t>
            </a:r>
            <a:r>
              <a:rPr lang="en-US" sz="1300" b="1" dirty="0" err="1"/>
              <a:t>HAL_UART_Receive_IT</a:t>
            </a:r>
            <a:r>
              <a:rPr lang="en-US" sz="1300" b="1" dirty="0"/>
              <a:t>(</a:t>
            </a:r>
            <a:r>
              <a:rPr lang="en-US" sz="1300" b="1" dirty="0" err="1"/>
              <a:t>UART_HandleTypeDef</a:t>
            </a:r>
            <a:r>
              <a:rPr lang="en-US" sz="1300" b="1" dirty="0"/>
              <a:t> *</a:t>
            </a:r>
            <a:r>
              <a:rPr lang="en-US" sz="1300" b="1" dirty="0" err="1"/>
              <a:t>huart</a:t>
            </a:r>
            <a:r>
              <a:rPr lang="en-US" sz="1300" b="1" dirty="0"/>
              <a:t>, uint8_t *</a:t>
            </a:r>
            <a:r>
              <a:rPr lang="en-US" sz="1300" b="1" dirty="0" err="1"/>
              <a:t>pData</a:t>
            </a:r>
            <a:r>
              <a:rPr lang="en-US" sz="1300" b="1" dirty="0"/>
              <a:t>, uint16_t Size)</a:t>
            </a:r>
          </a:p>
          <a:p>
            <a:r>
              <a:rPr lang="en-US" sz="1300" b="1" dirty="0"/>
              <a:t>{</a:t>
            </a:r>
          </a:p>
          <a:p>
            <a:r>
              <a:rPr lang="en-US" sz="1300" b="1" dirty="0"/>
              <a:t>  if (</a:t>
            </a:r>
            <a:r>
              <a:rPr lang="en-US" sz="1300" b="1" dirty="0" err="1"/>
              <a:t>huart</a:t>
            </a:r>
            <a:r>
              <a:rPr lang="en-US" sz="1300" b="1" dirty="0"/>
              <a:t>-&gt;</a:t>
            </a:r>
            <a:r>
              <a:rPr lang="en-US" sz="1300" b="1" dirty="0" err="1"/>
              <a:t>RxState</a:t>
            </a:r>
            <a:r>
              <a:rPr lang="en-US" sz="1300" b="1" dirty="0"/>
              <a:t> == HAL_UART_STATE_READY</a:t>
            </a:r>
            <a:r>
              <a:rPr lang="en-US" sz="1300" b="1" dirty="0" smtClean="0"/>
              <a:t>)</a:t>
            </a:r>
          </a:p>
          <a:p>
            <a:r>
              <a:rPr lang="en-US" sz="1300" b="1" dirty="0"/>
              <a:t> </a:t>
            </a:r>
            <a:r>
              <a:rPr lang="en-US" sz="1300" b="1" dirty="0" smtClean="0"/>
              <a:t>      </a:t>
            </a:r>
            <a:r>
              <a:rPr lang="en-US" sz="1300" b="1" dirty="0"/>
              <a:t>//</a:t>
            </a:r>
            <a:r>
              <a:rPr lang="zh-CN" altLang="en-US" sz="1300" b="1" dirty="0"/>
              <a:t>如果串口处于空闲状态，则执行以下语句</a:t>
            </a:r>
          </a:p>
          <a:p>
            <a:r>
              <a:rPr lang="zh-CN" altLang="en-US" sz="1300" b="1" dirty="0"/>
              <a:t>  </a:t>
            </a:r>
            <a:r>
              <a:rPr lang="en-US" altLang="zh-CN" sz="1300" b="1" dirty="0"/>
              <a:t>{</a:t>
            </a:r>
          </a:p>
          <a:p>
            <a:r>
              <a:rPr lang="en-US" altLang="zh-CN" sz="1300" b="1" dirty="0"/>
              <a:t>   </a:t>
            </a:r>
            <a:r>
              <a:rPr lang="en-US" altLang="zh-CN" sz="1300" b="1" dirty="0" smtClean="0"/>
              <a:t>    </a:t>
            </a:r>
            <a:r>
              <a:rPr lang="en-US" sz="1300" b="1" dirty="0"/>
              <a:t>if ((</a:t>
            </a:r>
            <a:r>
              <a:rPr lang="en-US" sz="1300" b="1" dirty="0" err="1"/>
              <a:t>pData</a:t>
            </a:r>
            <a:r>
              <a:rPr lang="en-US" sz="1300" b="1" dirty="0"/>
              <a:t> == NULL) || (Size == 0U</a:t>
            </a:r>
            <a:r>
              <a:rPr lang="en-US" sz="1300" b="1" dirty="0" smtClean="0"/>
              <a:t>)) </a:t>
            </a:r>
          </a:p>
          <a:p>
            <a:r>
              <a:rPr lang="en-US" altLang="zh-CN" sz="1300" b="1" dirty="0"/>
              <a:t> </a:t>
            </a:r>
            <a:r>
              <a:rPr lang="en-US" altLang="zh-CN" sz="1300" b="1" dirty="0" smtClean="0"/>
              <a:t>   {       </a:t>
            </a:r>
            <a:r>
              <a:rPr lang="en-US" sz="1300" b="1" dirty="0"/>
              <a:t>return HAL_ERROR;</a:t>
            </a:r>
          </a:p>
          <a:p>
            <a:r>
              <a:rPr lang="en-US" sz="1300" b="1" dirty="0"/>
              <a:t>    }</a:t>
            </a:r>
          </a:p>
          <a:p>
            <a:r>
              <a:rPr lang="en-US" sz="1300" b="1" dirty="0"/>
              <a:t>    __HAL_LOCK(</a:t>
            </a:r>
            <a:r>
              <a:rPr lang="en-US" sz="1300" b="1" dirty="0" err="1"/>
              <a:t>huart</a:t>
            </a:r>
            <a:r>
              <a:rPr lang="en-US" sz="1300" b="1" dirty="0"/>
              <a:t>); //</a:t>
            </a:r>
            <a:r>
              <a:rPr lang="zh-CN" altLang="en-US" sz="1300" b="1" dirty="0"/>
              <a:t>配置</a:t>
            </a:r>
            <a:r>
              <a:rPr lang="en-US" sz="1300" b="1" dirty="0" err="1"/>
              <a:t>huart</a:t>
            </a:r>
            <a:r>
              <a:rPr lang="zh-CN" altLang="en-US" sz="1300" b="1" dirty="0"/>
              <a:t>参数前先</a:t>
            </a:r>
            <a:r>
              <a:rPr lang="zh-CN" altLang="en-US" sz="1300" b="1" dirty="0" smtClean="0"/>
              <a:t>上锁</a:t>
            </a:r>
            <a:endParaRPr lang="en-GB" altLang="zh-CN" sz="1300" b="1" dirty="0" smtClean="0"/>
          </a:p>
          <a:p>
            <a:r>
              <a:rPr lang="en-GB" altLang="zh-CN" sz="1300" b="1" dirty="0"/>
              <a:t> </a:t>
            </a:r>
            <a:r>
              <a:rPr lang="en-GB" altLang="zh-CN" sz="1300" b="1" dirty="0" smtClean="0"/>
              <a:t>       </a:t>
            </a:r>
            <a:r>
              <a:rPr lang="en-US" altLang="zh-CN" sz="1300" b="1" dirty="0" smtClean="0"/>
              <a:t>/*</a:t>
            </a:r>
            <a:r>
              <a:rPr lang="zh-CN" altLang="en-US" sz="1300" b="1" dirty="0"/>
              <a:t>以下为结构体变量</a:t>
            </a:r>
            <a:r>
              <a:rPr lang="en-US" sz="1300" b="1" dirty="0" err="1"/>
              <a:t>huart</a:t>
            </a:r>
            <a:r>
              <a:rPr lang="zh-CN" altLang="en-US" sz="1300" b="1" dirty="0"/>
              <a:t>的参数</a:t>
            </a:r>
            <a:r>
              <a:rPr lang="zh-CN" altLang="en-US" sz="1300" b="1" dirty="0" smtClean="0"/>
              <a:t>配置</a:t>
            </a:r>
            <a:r>
              <a:rPr lang="zh-CN" altLang="en-US" sz="1300" b="1" dirty="0"/>
              <a:t>	 </a:t>
            </a:r>
            <a:r>
              <a:rPr lang="zh-CN" altLang="en-US" sz="1300" b="1" dirty="0" smtClean="0"/>
              <a:t>*</a:t>
            </a:r>
            <a:r>
              <a:rPr lang="en-US" altLang="zh-CN" sz="1300" b="1" dirty="0" smtClean="0"/>
              <a:t>/</a:t>
            </a:r>
            <a:endParaRPr lang="en-US" altLang="zh-CN" sz="1300" b="1" dirty="0"/>
          </a:p>
          <a:p>
            <a:r>
              <a:rPr lang="en-US" altLang="zh-CN" sz="1300" b="1" dirty="0"/>
              <a:t>    </a:t>
            </a:r>
            <a:r>
              <a:rPr lang="en-US" sz="1300" b="1" dirty="0" err="1"/>
              <a:t>huart</a:t>
            </a:r>
            <a:r>
              <a:rPr lang="en-US" sz="1300" b="1" dirty="0"/>
              <a:t>-&gt;</a:t>
            </a:r>
            <a:r>
              <a:rPr lang="en-US" sz="1300" b="1" dirty="0" err="1"/>
              <a:t>pRxBuffPtr</a:t>
            </a:r>
            <a:r>
              <a:rPr lang="en-US" sz="1300" b="1" dirty="0"/>
              <a:t> = </a:t>
            </a:r>
            <a:r>
              <a:rPr lang="en-US" sz="1300" b="1" dirty="0" err="1"/>
              <a:t>pData</a:t>
            </a:r>
            <a:r>
              <a:rPr lang="en-US" sz="1300" b="1" dirty="0"/>
              <a:t>;  //</a:t>
            </a:r>
            <a:r>
              <a:rPr lang="zh-CN" altLang="en-US" sz="1300" b="1" dirty="0"/>
              <a:t>设置缓存指针</a:t>
            </a:r>
          </a:p>
          <a:p>
            <a:r>
              <a:rPr lang="zh-CN" altLang="en-US" sz="1300" b="1" dirty="0"/>
              <a:t>    </a:t>
            </a:r>
            <a:r>
              <a:rPr lang="en-US" sz="1300" b="1" dirty="0" err="1"/>
              <a:t>huart</a:t>
            </a:r>
            <a:r>
              <a:rPr lang="en-US" sz="1300" b="1" dirty="0"/>
              <a:t>-&gt;</a:t>
            </a:r>
            <a:r>
              <a:rPr lang="en-US" sz="1300" b="1" dirty="0" err="1"/>
              <a:t>RxXferSize</a:t>
            </a:r>
            <a:r>
              <a:rPr lang="en-US" sz="1300" b="1" dirty="0"/>
              <a:t> = Size;  //</a:t>
            </a:r>
            <a:r>
              <a:rPr lang="zh-CN" altLang="en-US" sz="1300" b="1" dirty="0"/>
              <a:t>设置接收数据数量</a:t>
            </a:r>
          </a:p>
          <a:p>
            <a:r>
              <a:rPr lang="zh-CN" altLang="en-US" sz="1300" b="1" dirty="0"/>
              <a:t>    </a:t>
            </a:r>
            <a:r>
              <a:rPr lang="en-US" sz="1300" b="1" dirty="0" err="1"/>
              <a:t>huart</a:t>
            </a:r>
            <a:r>
              <a:rPr lang="en-US" sz="1300" b="1" dirty="0"/>
              <a:t>-&gt;</a:t>
            </a:r>
            <a:r>
              <a:rPr lang="en-US" sz="1300" b="1" dirty="0" err="1"/>
              <a:t>RxXferCount</a:t>
            </a:r>
            <a:r>
              <a:rPr lang="en-US" sz="1300" b="1" dirty="0"/>
              <a:t> = Size; //</a:t>
            </a:r>
            <a:r>
              <a:rPr lang="zh-CN" altLang="en-US" sz="1300" b="1" dirty="0"/>
              <a:t>设置接收计数器</a:t>
            </a:r>
          </a:p>
          <a:p>
            <a:r>
              <a:rPr lang="zh-CN" altLang="en-US" sz="1300" b="1" dirty="0"/>
              <a:t>    </a:t>
            </a:r>
            <a:r>
              <a:rPr lang="en-US" sz="1300" b="1" dirty="0" err="1"/>
              <a:t>huart</a:t>
            </a:r>
            <a:r>
              <a:rPr lang="en-US" sz="1300" b="1" dirty="0"/>
              <a:t>-&gt;</a:t>
            </a:r>
            <a:r>
              <a:rPr lang="en-US" sz="1300" b="1" dirty="0" err="1"/>
              <a:t>ErrorCode</a:t>
            </a:r>
            <a:r>
              <a:rPr lang="en-US" sz="1300" b="1" dirty="0"/>
              <a:t> = HAL_UART_ERROR_NONE; </a:t>
            </a:r>
            <a:r>
              <a:rPr lang="en-US" sz="1300" b="1" dirty="0" smtClean="0"/>
              <a:t>   </a:t>
            </a:r>
          </a:p>
          <a:p>
            <a:r>
              <a:rPr lang="en-US" sz="1300" b="1" dirty="0"/>
              <a:t> </a:t>
            </a:r>
            <a:r>
              <a:rPr lang="en-US" sz="1300" b="1" dirty="0" smtClean="0"/>
              <a:t>       //</a:t>
            </a:r>
            <a:r>
              <a:rPr lang="en-US" sz="1300" b="1" dirty="0" err="1"/>
              <a:t>ErrorCode</a:t>
            </a:r>
            <a:r>
              <a:rPr lang="zh-CN" altLang="en-US" sz="1300" b="1" dirty="0"/>
              <a:t>设置为无错误</a:t>
            </a:r>
          </a:p>
          <a:p>
            <a:r>
              <a:rPr lang="zh-CN" altLang="en-US" sz="1300" b="1" dirty="0"/>
              <a:t>    </a:t>
            </a:r>
            <a:r>
              <a:rPr lang="en-US" sz="1300" b="1" dirty="0" err="1"/>
              <a:t>huart</a:t>
            </a:r>
            <a:r>
              <a:rPr lang="en-US" sz="1300" b="1" dirty="0"/>
              <a:t>-&gt;</a:t>
            </a:r>
            <a:r>
              <a:rPr lang="en-US" sz="1300" b="1" dirty="0" err="1"/>
              <a:t>RxState</a:t>
            </a:r>
            <a:r>
              <a:rPr lang="en-US" sz="1300" b="1" dirty="0"/>
              <a:t> = HAL_UART_STATE_BUSY_RX; </a:t>
            </a:r>
            <a:endParaRPr lang="en-US" sz="1300" b="1" dirty="0" smtClean="0"/>
          </a:p>
          <a:p>
            <a:r>
              <a:rPr lang="en-US" sz="1300" b="1" dirty="0"/>
              <a:t> </a:t>
            </a:r>
            <a:r>
              <a:rPr lang="en-US" sz="1300" b="1" dirty="0" smtClean="0"/>
              <a:t>      //</a:t>
            </a:r>
            <a:r>
              <a:rPr lang="zh-CN" altLang="en-US" sz="1300" b="1" dirty="0"/>
              <a:t>接收状态设置为接收</a:t>
            </a:r>
            <a:r>
              <a:rPr lang="zh-CN" altLang="en-US" sz="1300" b="1" dirty="0" smtClean="0"/>
              <a:t>忙碌   </a:t>
            </a:r>
            <a:r>
              <a:rPr lang="zh-CN" altLang="en-US" sz="1300" b="1" dirty="0"/>
              <a:t>	</a:t>
            </a:r>
            <a:endParaRPr lang="en-US" altLang="zh-CN" sz="1300" b="1" dirty="0"/>
          </a:p>
        </p:txBody>
      </p:sp>
      <p:sp>
        <p:nvSpPr>
          <p:cNvPr id="10" name="矩形 9"/>
          <p:cNvSpPr/>
          <p:nvPr/>
        </p:nvSpPr>
        <p:spPr>
          <a:xfrm>
            <a:off x="4374307" y="258202"/>
            <a:ext cx="4463081" cy="369332"/>
          </a:xfrm>
          <a:prstGeom prst="rect">
            <a:avLst/>
          </a:prstGeom>
        </p:spPr>
        <p:txBody>
          <a:bodyPr wrap="none">
            <a:spAutoFit/>
          </a:bodyPr>
          <a:lstStyle/>
          <a:p>
            <a:r>
              <a:rPr lang="en-GB" altLang="zh-CN" b="1" dirty="0">
                <a:solidFill>
                  <a:srgbClr val="C00000"/>
                </a:solidFill>
              </a:rPr>
              <a:t>UART</a:t>
            </a:r>
            <a:r>
              <a:rPr lang="zh-CN" altLang="en-US" b="1" dirty="0">
                <a:solidFill>
                  <a:srgbClr val="C00000"/>
                </a:solidFill>
              </a:rPr>
              <a:t>中断接收函数</a:t>
            </a:r>
            <a:r>
              <a:rPr lang="en-GB" altLang="zh-CN" b="1" dirty="0" err="1">
                <a:solidFill>
                  <a:srgbClr val="C00000"/>
                </a:solidFill>
              </a:rPr>
              <a:t>HAL_UART_Receive_IT</a:t>
            </a:r>
            <a:r>
              <a:rPr lang="en-GB" altLang="zh-CN" b="1" dirty="0">
                <a:solidFill>
                  <a:srgbClr val="C00000"/>
                </a:solidFill>
              </a:rPr>
              <a:t>( )</a:t>
            </a:r>
            <a:endParaRPr lang="zh-CN" altLang="en-US" b="1" dirty="0">
              <a:solidFill>
                <a:srgbClr val="C00000"/>
              </a:solidFill>
            </a:endParaRPr>
          </a:p>
        </p:txBody>
      </p:sp>
      <p:sp>
        <p:nvSpPr>
          <p:cNvPr id="11" name="TextBox 10"/>
          <p:cNvSpPr txBox="1"/>
          <p:nvPr/>
        </p:nvSpPr>
        <p:spPr>
          <a:xfrm>
            <a:off x="4535341" y="759931"/>
            <a:ext cx="4391553" cy="3323987"/>
          </a:xfrm>
          <a:prstGeom prst="rect">
            <a:avLst/>
          </a:prstGeom>
          <a:noFill/>
          <a:ln w="19050">
            <a:solidFill>
              <a:schemeClr val="accent5">
                <a:lumMod val="60000"/>
                <a:lumOff val="40000"/>
              </a:schemeClr>
            </a:solidFill>
          </a:ln>
        </p:spPr>
        <p:txBody>
          <a:bodyPr wrap="square" rtlCol="0">
            <a:spAutoFit/>
          </a:bodyPr>
          <a:lstStyle/>
          <a:p>
            <a:r>
              <a:rPr lang="en-US" sz="1400" b="1" dirty="0"/>
              <a:t> </a:t>
            </a:r>
            <a:r>
              <a:rPr lang="en-US" sz="1400" b="1" dirty="0" smtClean="0"/>
              <a:t>         /* </a:t>
            </a:r>
            <a:r>
              <a:rPr lang="en-US" sz="1400" b="1" dirty="0" err="1"/>
              <a:t>huart</a:t>
            </a:r>
            <a:r>
              <a:rPr lang="zh-CN" altLang="en-US" sz="1400" b="1" dirty="0"/>
              <a:t>解锁 *</a:t>
            </a:r>
            <a:r>
              <a:rPr lang="en-US" altLang="zh-CN" sz="1400" b="1" dirty="0"/>
              <a:t>/</a:t>
            </a:r>
          </a:p>
          <a:p>
            <a:r>
              <a:rPr lang="en-US" altLang="zh-CN" sz="1400" b="1" dirty="0"/>
              <a:t>    __</a:t>
            </a:r>
            <a:r>
              <a:rPr lang="en-US" sz="1400" b="1" dirty="0"/>
              <a:t>HAL_UNLOCK(</a:t>
            </a:r>
            <a:r>
              <a:rPr lang="en-US" sz="1400" b="1" dirty="0" err="1"/>
              <a:t>huart</a:t>
            </a:r>
            <a:r>
              <a:rPr lang="en-US" sz="1400" b="1" dirty="0"/>
              <a:t>);</a:t>
            </a:r>
          </a:p>
          <a:p>
            <a:r>
              <a:rPr lang="en-US" sz="1400" b="1" dirty="0" smtClean="0"/>
              <a:t>         /*</a:t>
            </a:r>
            <a:r>
              <a:rPr lang="zh-CN" altLang="en-US" sz="1400" b="1" dirty="0"/>
              <a:t>使能</a:t>
            </a:r>
            <a:r>
              <a:rPr lang="en-US" sz="1400" b="1" dirty="0"/>
              <a:t>UART</a:t>
            </a:r>
            <a:r>
              <a:rPr lang="zh-CN" altLang="en-US" sz="1400" b="1" dirty="0"/>
              <a:t>的</a:t>
            </a:r>
            <a:r>
              <a:rPr lang="en-US" sz="1400" b="1" dirty="0"/>
              <a:t>PE（</a:t>
            </a:r>
            <a:r>
              <a:rPr lang="zh-CN" altLang="en-US" sz="1400" b="1" dirty="0"/>
              <a:t>奇偶检验错误）中断 *</a:t>
            </a:r>
            <a:r>
              <a:rPr lang="en-US" altLang="zh-CN" sz="1400" b="1" dirty="0"/>
              <a:t>/</a:t>
            </a:r>
          </a:p>
          <a:p>
            <a:r>
              <a:rPr lang="en-US" altLang="zh-CN" sz="1400" b="1" dirty="0"/>
              <a:t>    __</a:t>
            </a:r>
            <a:r>
              <a:rPr lang="en-US" sz="1400" b="1" dirty="0"/>
              <a:t>HAL_UART_ENABLE_IT(</a:t>
            </a:r>
            <a:r>
              <a:rPr lang="en-US" sz="1400" b="1" dirty="0" err="1"/>
              <a:t>huart</a:t>
            </a:r>
            <a:r>
              <a:rPr lang="en-US" sz="1400" b="1" dirty="0"/>
              <a:t>, UART_IT_PE);</a:t>
            </a:r>
          </a:p>
          <a:p>
            <a:r>
              <a:rPr lang="en-US" sz="1400" b="1" dirty="0" smtClean="0"/>
              <a:t>        /*</a:t>
            </a:r>
            <a:r>
              <a:rPr lang="zh-CN" altLang="en-US" sz="1400" b="1" dirty="0"/>
              <a:t>使能</a:t>
            </a:r>
            <a:r>
              <a:rPr lang="en-US" sz="1400" b="1" dirty="0"/>
              <a:t>UART</a:t>
            </a:r>
            <a:r>
              <a:rPr lang="zh-CN" altLang="en-US" sz="1400" b="1" dirty="0"/>
              <a:t>错误</a:t>
            </a:r>
            <a:r>
              <a:rPr lang="zh-CN" altLang="en-US" sz="1400" b="1" dirty="0" smtClean="0"/>
              <a:t>中断*</a:t>
            </a:r>
            <a:r>
              <a:rPr lang="en-US" altLang="zh-CN" sz="1400" b="1" dirty="0" smtClean="0"/>
              <a:t>/</a:t>
            </a:r>
            <a:endParaRPr lang="en-US" altLang="zh-CN" sz="1400" b="1" dirty="0"/>
          </a:p>
          <a:p>
            <a:r>
              <a:rPr lang="en-US" altLang="zh-CN" sz="1400" b="1" dirty="0"/>
              <a:t>    __</a:t>
            </a:r>
            <a:r>
              <a:rPr lang="en-US" sz="1400" b="1" dirty="0"/>
              <a:t>HAL_UART_ENABLE_IT(</a:t>
            </a:r>
            <a:r>
              <a:rPr lang="en-US" sz="1400" b="1" dirty="0" err="1"/>
              <a:t>huart</a:t>
            </a:r>
            <a:r>
              <a:rPr lang="en-US" sz="1400" b="1" dirty="0"/>
              <a:t>, UART_IT_ERR);</a:t>
            </a:r>
          </a:p>
          <a:p>
            <a:r>
              <a:rPr lang="en-US" sz="1400" b="1" dirty="0"/>
              <a:t>   </a:t>
            </a:r>
            <a:r>
              <a:rPr lang="en-US" sz="1400" b="1" dirty="0" smtClean="0"/>
              <a:t>      </a:t>
            </a:r>
            <a:r>
              <a:rPr lang="en-US" sz="1400" b="1" dirty="0"/>
              <a:t>/*</a:t>
            </a:r>
            <a:r>
              <a:rPr lang="zh-CN" altLang="en-US" sz="1400" b="1" dirty="0"/>
              <a:t>使能</a:t>
            </a:r>
            <a:r>
              <a:rPr lang="en-US" sz="1400" b="1" dirty="0"/>
              <a:t>UART</a:t>
            </a:r>
            <a:r>
              <a:rPr lang="zh-CN" altLang="en-US" sz="1400" b="1" dirty="0"/>
              <a:t>数据寄存器非空中断*</a:t>
            </a:r>
            <a:r>
              <a:rPr lang="en-US" altLang="zh-CN" sz="1400" b="1" dirty="0"/>
              <a:t>/</a:t>
            </a:r>
          </a:p>
          <a:p>
            <a:r>
              <a:rPr lang="en-US" altLang="zh-CN" sz="1400" b="1" dirty="0"/>
              <a:t>    __</a:t>
            </a:r>
            <a:r>
              <a:rPr lang="en-US" sz="1400" b="1" dirty="0"/>
              <a:t>HAL_UART_ENABLE_IT(</a:t>
            </a:r>
            <a:r>
              <a:rPr lang="en-US" sz="1400" b="1" dirty="0" err="1"/>
              <a:t>huart</a:t>
            </a:r>
            <a:r>
              <a:rPr lang="en-US" sz="1400" b="1" dirty="0"/>
              <a:t>, UART_IT_RXNE);</a:t>
            </a:r>
          </a:p>
          <a:p>
            <a:r>
              <a:rPr lang="en-US" sz="1400" b="1" dirty="0"/>
              <a:t>    return HAL_OK; //</a:t>
            </a:r>
            <a:r>
              <a:rPr lang="zh-CN" altLang="en-US" sz="1400" b="1" dirty="0"/>
              <a:t>配置完成，则返回</a:t>
            </a:r>
            <a:r>
              <a:rPr lang="en-US" sz="1400" b="1" dirty="0"/>
              <a:t>HAL_OK</a:t>
            </a:r>
          </a:p>
          <a:p>
            <a:r>
              <a:rPr lang="en-US" sz="1400" b="1" dirty="0"/>
              <a:t>  }</a:t>
            </a:r>
          </a:p>
          <a:p>
            <a:r>
              <a:rPr lang="en-US" sz="1400" b="1" dirty="0"/>
              <a:t>  else</a:t>
            </a:r>
          </a:p>
          <a:p>
            <a:r>
              <a:rPr lang="en-US" sz="1400" b="1" dirty="0"/>
              <a:t>  </a:t>
            </a:r>
            <a:r>
              <a:rPr lang="en-US" sz="1400" b="1" dirty="0" smtClean="0"/>
              <a:t>{    </a:t>
            </a:r>
            <a:r>
              <a:rPr lang="en-US" sz="1400" b="1" dirty="0"/>
              <a:t>return HAL_BUSY; </a:t>
            </a:r>
            <a:endParaRPr lang="en-US" sz="1400" b="1" dirty="0" smtClean="0"/>
          </a:p>
          <a:p>
            <a:r>
              <a:rPr lang="en-US" sz="1400" b="1" dirty="0"/>
              <a:t> </a:t>
            </a:r>
            <a:r>
              <a:rPr lang="en-US" sz="1400" b="1" dirty="0" smtClean="0"/>
              <a:t>     //</a:t>
            </a:r>
            <a:r>
              <a:rPr lang="zh-CN" altLang="en-US" sz="1400" b="1" dirty="0"/>
              <a:t>若</a:t>
            </a:r>
            <a:r>
              <a:rPr lang="en-US" sz="1400" b="1" dirty="0" err="1"/>
              <a:t>huart</a:t>
            </a:r>
            <a:r>
              <a:rPr lang="zh-CN" altLang="en-US" sz="1400" b="1" dirty="0"/>
              <a:t>不是</a:t>
            </a:r>
            <a:r>
              <a:rPr lang="en-US" sz="1400" b="1" dirty="0"/>
              <a:t>READY</a:t>
            </a:r>
            <a:r>
              <a:rPr lang="zh-CN" altLang="en-US" sz="1400" b="1" dirty="0"/>
              <a:t>状态，则返回</a:t>
            </a:r>
            <a:r>
              <a:rPr lang="en-US" sz="1400" b="1" dirty="0"/>
              <a:t>HAL_BUSY</a:t>
            </a:r>
            <a:r>
              <a:rPr lang="zh-CN" altLang="en-US" sz="1400" b="1" dirty="0"/>
              <a:t>忙状态</a:t>
            </a:r>
          </a:p>
          <a:p>
            <a:r>
              <a:rPr lang="zh-CN" altLang="en-US" sz="1400" b="1" dirty="0"/>
              <a:t>  </a:t>
            </a:r>
            <a:r>
              <a:rPr lang="en-US" altLang="zh-CN" sz="1400" b="1" dirty="0"/>
              <a:t>}</a:t>
            </a:r>
          </a:p>
          <a:p>
            <a:r>
              <a:rPr lang="en-US" altLang="zh-CN" sz="1400" b="1" dirty="0"/>
              <a:t>}</a:t>
            </a:r>
          </a:p>
        </p:txBody>
      </p:sp>
      <p:sp>
        <p:nvSpPr>
          <p:cNvPr id="2" name="矩形 1"/>
          <p:cNvSpPr/>
          <p:nvPr/>
        </p:nvSpPr>
        <p:spPr>
          <a:xfrm>
            <a:off x="4422384" y="4155926"/>
            <a:ext cx="4715651" cy="600164"/>
          </a:xfrm>
          <a:prstGeom prst="rect">
            <a:avLst/>
          </a:prstGeom>
        </p:spPr>
        <p:txBody>
          <a:bodyPr wrap="square">
            <a:spAutoFit/>
          </a:bodyPr>
          <a:lstStyle/>
          <a:p>
            <a:r>
              <a:rPr lang="zh-CN" altLang="en-US" b="1" dirty="0"/>
              <a:t>例</a:t>
            </a:r>
            <a:r>
              <a:rPr lang="zh-CN" altLang="en-US" b="1" dirty="0" smtClean="0"/>
              <a:t>：</a:t>
            </a:r>
            <a:r>
              <a:rPr lang="en-GB" altLang="zh-CN" sz="1500" b="1" dirty="0" smtClean="0">
                <a:solidFill>
                  <a:schemeClr val="accent5">
                    <a:lumMod val="75000"/>
                  </a:schemeClr>
                </a:solidFill>
              </a:rPr>
              <a:t>uint8_t </a:t>
            </a:r>
            <a:r>
              <a:rPr lang="en-GB" altLang="zh-CN" sz="1500" b="1" dirty="0" err="1">
                <a:solidFill>
                  <a:schemeClr val="accent5">
                    <a:lumMod val="75000"/>
                  </a:schemeClr>
                </a:solidFill>
              </a:rPr>
              <a:t>RxBuffer</a:t>
            </a:r>
            <a:r>
              <a:rPr lang="en-GB" altLang="zh-CN" sz="1500" b="1" dirty="0">
                <a:solidFill>
                  <a:schemeClr val="accent5">
                    <a:lumMod val="75000"/>
                  </a:schemeClr>
                </a:solidFill>
              </a:rPr>
              <a:t>[10];</a:t>
            </a:r>
          </a:p>
          <a:p>
            <a:r>
              <a:rPr lang="en-GB" altLang="zh-CN" sz="1500" b="1" dirty="0" err="1">
                <a:solidFill>
                  <a:schemeClr val="accent5">
                    <a:lumMod val="75000"/>
                  </a:schemeClr>
                </a:solidFill>
              </a:rPr>
              <a:t>HAL_UART_Receive_IT</a:t>
            </a:r>
            <a:r>
              <a:rPr lang="en-GB" altLang="zh-CN" sz="1500" b="1" dirty="0">
                <a:solidFill>
                  <a:schemeClr val="accent5">
                    <a:lumMod val="75000"/>
                  </a:schemeClr>
                </a:solidFill>
              </a:rPr>
              <a:t>(&amp;huart1,(uint8_t  *)&amp;RxBuffer,1); </a:t>
            </a:r>
            <a:endParaRPr lang="zh-CN" altLang="en-US" sz="1500" b="1" dirty="0">
              <a:solidFill>
                <a:schemeClr val="accent5">
                  <a:lumMod val="75000"/>
                </a:schemeClr>
              </a:solidFill>
            </a:endParaRPr>
          </a:p>
        </p:txBody>
      </p:sp>
    </p:spTree>
    <p:extLst>
      <p:ext uri="{BB962C8B-B14F-4D97-AF65-F5344CB8AC3E}">
        <p14:creationId xmlns:p14="http://schemas.microsoft.com/office/powerpoint/2010/main" val="239555522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927522" y="1345334"/>
            <a:ext cx="3140422" cy="352134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        实现</a:t>
            </a:r>
            <a:r>
              <a:rPr lang="zh-CN" altLang="en-US" sz="2000" b="1" dirty="0"/>
              <a:t>简单的</a:t>
            </a:r>
            <a:r>
              <a:rPr lang="en-US" altLang="zh-CN" sz="2000" b="1" dirty="0"/>
              <a:t>STM32</a:t>
            </a:r>
            <a:r>
              <a:rPr lang="zh-CN" altLang="en-US" sz="2000" b="1" dirty="0"/>
              <a:t>串口发送和接收数据，调试此应用实例，需要在</a:t>
            </a:r>
            <a:r>
              <a:rPr lang="en-US" altLang="zh-CN" sz="2000" b="1" dirty="0"/>
              <a:t>PC</a:t>
            </a:r>
            <a:r>
              <a:rPr lang="zh-CN" altLang="en-US" sz="2000" b="1" dirty="0"/>
              <a:t>机端安装“串口调试助手”。实例效果</a:t>
            </a:r>
            <a:r>
              <a:rPr lang="zh-CN" altLang="en-US" sz="2000" b="1" dirty="0" smtClean="0"/>
              <a:t>：</a:t>
            </a:r>
            <a:endParaRPr lang="en-US" altLang="zh-CN" sz="2000" b="1" dirty="0" smtClean="0"/>
          </a:p>
          <a:p>
            <a:pPr>
              <a:lnSpc>
                <a:spcPct val="125000"/>
              </a:lnSpc>
            </a:pPr>
            <a:r>
              <a:rPr lang="en-US" altLang="zh-CN" sz="2000" b="1" dirty="0"/>
              <a:t> </a:t>
            </a:r>
            <a:r>
              <a:rPr lang="en-US" altLang="zh-CN" sz="2000" b="1" dirty="0" smtClean="0"/>
              <a:t>       STM32</a:t>
            </a:r>
            <a:r>
              <a:rPr lang="zh-CN" altLang="en-US" sz="2000" b="1" dirty="0"/>
              <a:t>目标板每隔</a:t>
            </a:r>
            <a:r>
              <a:rPr lang="en-US" altLang="zh-CN" sz="2000" b="1" dirty="0"/>
              <a:t>1s</a:t>
            </a:r>
            <a:r>
              <a:rPr lang="zh-CN" altLang="en-US" sz="2000" b="1" dirty="0"/>
              <a:t>循环发送字符“欢迎来到串口通信模块”到</a:t>
            </a:r>
            <a:r>
              <a:rPr lang="en-US" altLang="zh-CN" sz="2000" b="1" dirty="0"/>
              <a:t>PC</a:t>
            </a:r>
            <a:r>
              <a:rPr lang="zh-CN" altLang="en-US" sz="2000" b="1" dirty="0"/>
              <a:t>机上的串口</a:t>
            </a:r>
            <a:r>
              <a:rPr lang="zh-CN" altLang="en-US" sz="2000" b="1" dirty="0" smtClean="0"/>
              <a:t>助手。</a:t>
            </a:r>
            <a:endParaRPr lang="zh-CN" altLang="en-US" sz="2000" b="1" dirty="0"/>
          </a:p>
        </p:txBody>
      </p:sp>
      <p:sp>
        <p:nvSpPr>
          <p:cNvPr id="11" name="矩形 10"/>
          <p:cNvSpPr/>
          <p:nvPr/>
        </p:nvSpPr>
        <p:spPr>
          <a:xfrm>
            <a:off x="427456" y="1059582"/>
            <a:ext cx="928694" cy="571504"/>
          </a:xfrm>
          <a:prstGeom prst="rect">
            <a:avLst/>
          </a:prstGeom>
          <a:gradFill flip="none" rotWithShape="1">
            <a:gsLst>
              <a:gs pos="0">
                <a:schemeClr val="accent5">
                  <a:shade val="51000"/>
                  <a:satMod val="130000"/>
                </a:schemeClr>
              </a:gs>
              <a:gs pos="80000">
                <a:schemeClr val="accent5">
                  <a:shade val="93000"/>
                  <a:satMod val="130000"/>
                </a:schemeClr>
              </a:gs>
              <a:gs pos="100000">
                <a:schemeClr val="accent5">
                  <a:shade val="94000"/>
                  <a:satMod val="135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smtClean="0"/>
              <a:t>功能</a:t>
            </a:r>
            <a:endParaRPr lang="zh-CN" altLang="en-US" sz="2000" b="1" dirty="0"/>
          </a:p>
        </p:txBody>
      </p:sp>
      <p:sp>
        <p:nvSpPr>
          <p:cNvPr id="16" name="矩形 15"/>
          <p:cNvSpPr/>
          <p:nvPr/>
        </p:nvSpPr>
        <p:spPr>
          <a:xfrm>
            <a:off x="4499422" y="1128740"/>
            <a:ext cx="4287420" cy="2523130"/>
          </a:xfrm>
          <a:prstGeom prst="rect">
            <a:avLst/>
          </a:prstGeom>
          <a:noFill/>
          <a:ln>
            <a:solidFill>
              <a:schemeClr val="accent5">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283968" y="771550"/>
            <a:ext cx="1143008" cy="714380"/>
          </a:xfrm>
          <a:prstGeom prst="rect">
            <a:avLst/>
          </a:prstGeom>
          <a:solidFill>
            <a:schemeClr val="accent5">
              <a:lumMod val="60000"/>
              <a:lumOff val="4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smtClean="0">
                <a:solidFill>
                  <a:schemeClr val="tx1"/>
                </a:solidFill>
              </a:rPr>
              <a:t>硬件</a:t>
            </a:r>
            <a:endParaRPr lang="en-US" altLang="zh-CN" sz="2000" b="1" dirty="0" smtClean="0">
              <a:solidFill>
                <a:schemeClr val="tx1"/>
              </a:solidFill>
            </a:endParaRPr>
          </a:p>
          <a:p>
            <a:pPr algn="ctr"/>
            <a:r>
              <a:rPr lang="zh-CN" altLang="en-US" sz="2000" b="1" dirty="0" smtClean="0">
                <a:solidFill>
                  <a:schemeClr val="tx1"/>
                </a:solidFill>
              </a:rPr>
              <a:t>设计</a:t>
            </a:r>
            <a:endParaRPr lang="zh-CN" altLang="en-US" sz="2000" b="1" dirty="0">
              <a:solidFill>
                <a:schemeClr val="tx1"/>
              </a:solidFill>
            </a:endParaRPr>
          </a:p>
        </p:txBody>
      </p:sp>
      <p:sp>
        <p:nvSpPr>
          <p:cNvPr id="23" name="TextBox 22"/>
          <p:cNvSpPr txBox="1"/>
          <p:nvPr/>
        </p:nvSpPr>
        <p:spPr>
          <a:xfrm>
            <a:off x="4477797" y="3852058"/>
            <a:ext cx="4214842" cy="923330"/>
          </a:xfrm>
          <a:prstGeom prst="rect">
            <a:avLst/>
          </a:prstGeom>
          <a:noFill/>
        </p:spPr>
        <p:txBody>
          <a:bodyPr wrap="square" rtlCol="0">
            <a:spAutoFit/>
          </a:bodyPr>
          <a:lstStyle/>
          <a:p>
            <a:r>
              <a:rPr lang="zh-CN" altLang="en-US" b="1" dirty="0" smtClean="0"/>
              <a:t>     通过</a:t>
            </a:r>
            <a:r>
              <a:rPr lang="en-US" altLang="zh-CN" b="1" dirty="0"/>
              <a:t>STM32F103</a:t>
            </a:r>
            <a:r>
              <a:rPr lang="zh-CN" altLang="en-US" b="1" dirty="0"/>
              <a:t>目标板上的串口</a:t>
            </a:r>
            <a:r>
              <a:rPr lang="en-US" altLang="zh-CN" b="1" dirty="0" smtClean="0"/>
              <a:t>1</a:t>
            </a:r>
            <a:r>
              <a:rPr lang="zh-CN" altLang="en-US" b="1" dirty="0" smtClean="0"/>
              <a:t>实现</a:t>
            </a:r>
            <a:r>
              <a:rPr lang="zh-CN" altLang="en-US" b="1" dirty="0"/>
              <a:t>与上位机的通信，可通过串口调试助手查看测试结果。</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矩形 11"/>
          <p:cNvSpPr/>
          <p:nvPr/>
        </p:nvSpPr>
        <p:spPr>
          <a:xfrm>
            <a:off x="1" y="339503"/>
            <a:ext cx="428396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35496" y="339503"/>
            <a:ext cx="4248472" cy="461665"/>
          </a:xfrm>
          <a:prstGeom prst="rect">
            <a:avLst/>
          </a:prstGeom>
        </p:spPr>
        <p:txBody>
          <a:bodyPr wrap="square">
            <a:spAutoFit/>
          </a:bodyPr>
          <a:lstStyle/>
          <a:p>
            <a:r>
              <a:rPr lang="zh-CN" altLang="en-US" sz="2400" b="1" dirty="0" smtClean="0">
                <a:solidFill>
                  <a:schemeClr val="bg1"/>
                </a:solidFill>
              </a:rPr>
              <a:t> </a:t>
            </a:r>
            <a:r>
              <a:rPr lang="en-US" altLang="zh-CN" sz="2400" b="1" dirty="0">
                <a:solidFill>
                  <a:schemeClr val="bg1"/>
                </a:solidFill>
              </a:rPr>
              <a:t>7.5.2 </a:t>
            </a:r>
            <a:r>
              <a:rPr lang="en-US" altLang="zh-CN" sz="2400" b="1" dirty="0" smtClean="0">
                <a:solidFill>
                  <a:schemeClr val="bg1"/>
                </a:solidFill>
              </a:rPr>
              <a:t>USART</a:t>
            </a:r>
            <a:r>
              <a:rPr lang="zh-CN" altLang="en-US" sz="2400" b="1" dirty="0" smtClean="0">
                <a:solidFill>
                  <a:schemeClr val="bg1"/>
                </a:solidFill>
              </a:rPr>
              <a:t>的</a:t>
            </a:r>
            <a:r>
              <a:rPr lang="en-US" altLang="zh-CN" sz="2400" b="1" dirty="0" smtClean="0">
                <a:solidFill>
                  <a:schemeClr val="bg1"/>
                </a:solidFill>
              </a:rPr>
              <a:t>HAL</a:t>
            </a:r>
            <a:r>
              <a:rPr lang="zh-CN" altLang="en-US" sz="2400" b="1" dirty="0" smtClean="0">
                <a:solidFill>
                  <a:schemeClr val="bg1"/>
                </a:solidFill>
              </a:rPr>
              <a:t>库应用</a:t>
            </a:r>
            <a:r>
              <a:rPr lang="zh-CN" altLang="en-US" sz="2400" b="1" dirty="0">
                <a:solidFill>
                  <a:schemeClr val="bg1"/>
                </a:solidFill>
              </a:rPr>
              <a:t>实例</a:t>
            </a:r>
            <a:endParaRPr lang="zh-CN" altLang="en-US" sz="2400" b="1" dirty="0" smtClean="0">
              <a:solidFill>
                <a:schemeClr val="bg1"/>
              </a:solidFill>
            </a:endParaRPr>
          </a:p>
        </p:txBody>
      </p:sp>
      <p:sp>
        <p:nvSpPr>
          <p:cNvPr id="4" name="Rectangle 6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1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597198229"/>
              </p:ext>
            </p:extLst>
          </p:nvPr>
        </p:nvGraphicFramePr>
        <p:xfrm>
          <a:off x="4520248" y="1779662"/>
          <a:ext cx="4067175" cy="1524000"/>
        </p:xfrm>
        <a:graphic>
          <a:graphicData uri="http://schemas.openxmlformats.org/presentationml/2006/ole">
            <mc:AlternateContent xmlns:mc="http://schemas.openxmlformats.org/markup-compatibility/2006">
              <mc:Choice xmlns:v="urn:schemas-microsoft-com:vml" Requires="v">
                <p:oleObj spid="_x0000_s45209" name="Visio" r:id="rId3" imgW="3014035" imgH="1129464" progId="Visio.Drawing.11">
                  <p:embed/>
                </p:oleObj>
              </mc:Choice>
              <mc:Fallback>
                <p:oleObj name="Visio" r:id="rId3" imgW="3014035" imgH="1129464" progId="Visio.Drawing.11">
                  <p:embed/>
                  <p:pic>
                    <p:nvPicPr>
                      <p:cNvPr id="0" name="Object 1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0248" y="1779662"/>
                        <a:ext cx="4067175"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5585224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3868537369"/>
              </p:ext>
            </p:extLst>
          </p:nvPr>
        </p:nvGraphicFramePr>
        <p:xfrm>
          <a:off x="683568" y="483518"/>
          <a:ext cx="7857746" cy="3548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右箭头 18"/>
          <p:cNvSpPr/>
          <p:nvPr/>
        </p:nvSpPr>
        <p:spPr>
          <a:xfrm>
            <a:off x="1115616" y="3869781"/>
            <a:ext cx="3615455" cy="360040"/>
          </a:xfrm>
          <a:prstGeom prst="rightArrow">
            <a:avLst/>
          </a:prstGeom>
          <a:solidFill>
            <a:schemeClr val="bg1">
              <a:lumMod val="85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1" name="矩形 10"/>
          <p:cNvSpPr/>
          <p:nvPr/>
        </p:nvSpPr>
        <p:spPr>
          <a:xfrm>
            <a:off x="4731071" y="363896"/>
            <a:ext cx="2088232" cy="479663"/>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2000" b="1" dirty="0" smtClean="0">
                <a:solidFill>
                  <a:schemeClr val="tx1"/>
                </a:solidFill>
              </a:rPr>
              <a:t>软件设计</a:t>
            </a:r>
            <a:r>
              <a:rPr lang="zh-CN" altLang="en-US" sz="2000" b="1" dirty="0">
                <a:solidFill>
                  <a:schemeClr val="tx1"/>
                </a:solidFill>
              </a:rPr>
              <a:t>流程</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圆角矩形 12"/>
          <p:cNvSpPr/>
          <p:nvPr/>
        </p:nvSpPr>
        <p:spPr>
          <a:xfrm>
            <a:off x="1511660" y="3706537"/>
            <a:ext cx="1224136"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b="1" dirty="0">
                <a:solidFill>
                  <a:schemeClr val="tx1"/>
                </a:solidFill>
              </a:rPr>
              <a:t>RCC</a:t>
            </a:r>
            <a:r>
              <a:rPr lang="zh-CN" altLang="zh-CN" b="1" dirty="0" smtClean="0">
                <a:solidFill>
                  <a:schemeClr val="tx1"/>
                </a:solidFill>
              </a:rPr>
              <a:t>和</a:t>
            </a:r>
            <a:endParaRPr lang="en-US" altLang="zh-CN" b="1" dirty="0" smtClean="0">
              <a:solidFill>
                <a:schemeClr val="tx1"/>
              </a:solidFill>
            </a:endParaRPr>
          </a:p>
          <a:p>
            <a:pPr algn="ctr"/>
            <a:r>
              <a:rPr lang="zh-CN" altLang="zh-CN" b="1" dirty="0" smtClean="0">
                <a:solidFill>
                  <a:schemeClr val="tx1"/>
                </a:solidFill>
              </a:rPr>
              <a:t>时钟配置</a:t>
            </a:r>
            <a:endParaRPr lang="zh-CN" altLang="en-US" dirty="0">
              <a:solidFill>
                <a:schemeClr val="tx1"/>
              </a:solidFill>
            </a:endParaRPr>
          </a:p>
        </p:txBody>
      </p:sp>
      <p:sp>
        <p:nvSpPr>
          <p:cNvPr id="16" name="圆角矩形 15"/>
          <p:cNvSpPr/>
          <p:nvPr/>
        </p:nvSpPr>
        <p:spPr>
          <a:xfrm>
            <a:off x="3085048" y="3706537"/>
            <a:ext cx="1199547"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zh-CN" altLang="en-US" b="1" dirty="0" smtClean="0">
                <a:solidFill>
                  <a:schemeClr val="tx1"/>
                </a:solidFill>
              </a:rPr>
              <a:t>串口</a:t>
            </a:r>
            <a:endParaRPr lang="en-US" altLang="zh-CN" b="1" dirty="0" smtClean="0">
              <a:solidFill>
                <a:schemeClr val="tx1"/>
              </a:solidFill>
            </a:endParaRPr>
          </a:p>
          <a:p>
            <a:pPr algn="ctr"/>
            <a:r>
              <a:rPr lang="zh-CN" altLang="en-US" b="1" dirty="0" smtClean="0">
                <a:solidFill>
                  <a:schemeClr val="tx1"/>
                </a:solidFill>
              </a:rPr>
              <a:t>配置</a:t>
            </a:r>
            <a:endParaRPr lang="zh-CN" altLang="en-US" b="1" dirty="0">
              <a:solidFill>
                <a:schemeClr val="tx1"/>
              </a:solidFill>
            </a:endParaRPr>
          </a:p>
        </p:txBody>
      </p:sp>
      <p:sp>
        <p:nvSpPr>
          <p:cNvPr id="20" name="左大括号 19"/>
          <p:cNvSpPr/>
          <p:nvPr/>
        </p:nvSpPr>
        <p:spPr>
          <a:xfrm rot="5400000">
            <a:off x="2627784" y="2283717"/>
            <a:ext cx="288032" cy="2160241"/>
          </a:xfrm>
          <a:prstGeom prst="leftBrace">
            <a:avLst>
              <a:gd name="adj1" fmla="val 51646"/>
              <a:gd name="adj2" fmla="val 45213"/>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矩形 11"/>
          <p:cNvSpPr/>
          <p:nvPr/>
        </p:nvSpPr>
        <p:spPr>
          <a:xfrm>
            <a:off x="1" y="339503"/>
            <a:ext cx="428396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7" name="矩形 16"/>
          <p:cNvSpPr/>
          <p:nvPr/>
        </p:nvSpPr>
        <p:spPr>
          <a:xfrm>
            <a:off x="35496" y="339503"/>
            <a:ext cx="4248472" cy="461665"/>
          </a:xfrm>
          <a:prstGeom prst="rect">
            <a:avLst/>
          </a:prstGeom>
        </p:spPr>
        <p:txBody>
          <a:bodyPr wrap="square">
            <a:spAutoFit/>
          </a:bodyPr>
          <a:lstStyle/>
          <a:p>
            <a:r>
              <a:rPr lang="zh-CN" altLang="en-US" sz="2400" b="1" dirty="0" smtClean="0">
                <a:solidFill>
                  <a:schemeClr val="bg1"/>
                </a:solidFill>
              </a:rPr>
              <a:t> </a:t>
            </a:r>
            <a:r>
              <a:rPr lang="en-US" altLang="zh-CN" sz="2400" b="1" dirty="0">
                <a:solidFill>
                  <a:schemeClr val="bg1"/>
                </a:solidFill>
              </a:rPr>
              <a:t>7.5.2 </a:t>
            </a:r>
            <a:r>
              <a:rPr lang="en-US" altLang="zh-CN" sz="2400" b="1" dirty="0" smtClean="0">
                <a:solidFill>
                  <a:schemeClr val="bg1"/>
                </a:solidFill>
              </a:rPr>
              <a:t>USART</a:t>
            </a:r>
            <a:r>
              <a:rPr lang="zh-CN" altLang="en-US" sz="2400" b="1" dirty="0" smtClean="0">
                <a:solidFill>
                  <a:schemeClr val="bg1"/>
                </a:solidFill>
              </a:rPr>
              <a:t>的</a:t>
            </a:r>
            <a:r>
              <a:rPr lang="en-US" altLang="zh-CN" sz="2400" b="1" dirty="0" smtClean="0">
                <a:solidFill>
                  <a:schemeClr val="bg1"/>
                </a:solidFill>
              </a:rPr>
              <a:t>HAL</a:t>
            </a:r>
            <a:r>
              <a:rPr lang="zh-CN" altLang="en-US" sz="2400" b="1" dirty="0" smtClean="0">
                <a:solidFill>
                  <a:schemeClr val="bg1"/>
                </a:solidFill>
              </a:rPr>
              <a:t>库应用</a:t>
            </a:r>
            <a:r>
              <a:rPr lang="zh-CN" altLang="en-US" sz="2400" b="1" dirty="0">
                <a:solidFill>
                  <a:schemeClr val="bg1"/>
                </a:solidFill>
              </a:rPr>
              <a:t>实例</a:t>
            </a:r>
            <a:endParaRPr lang="zh-CN" altLang="en-US" sz="2400" b="1" dirty="0" smtClean="0">
              <a:solidFill>
                <a:schemeClr val="bg1"/>
              </a:solidFill>
            </a:endParaRPr>
          </a:p>
        </p:txBody>
      </p:sp>
    </p:spTree>
    <p:extLst>
      <p:ext uri="{BB962C8B-B14F-4D97-AF65-F5344CB8AC3E}">
        <p14:creationId xmlns:p14="http://schemas.microsoft.com/office/powerpoint/2010/main" val="108573462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528679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5161606"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新建</a:t>
            </a:r>
            <a:r>
              <a:rPr lang="en-US" altLang="zh-CN" sz="1600" b="1" dirty="0">
                <a:solidFill>
                  <a:schemeClr val="bg1"/>
                </a:solidFill>
              </a:rPr>
              <a:t>STM32CubeMX</a:t>
            </a:r>
            <a:r>
              <a:rPr lang="zh-CN" altLang="en-US" sz="1600" b="1" dirty="0">
                <a:solidFill>
                  <a:schemeClr val="bg1"/>
                </a:solidFill>
              </a:rPr>
              <a:t>工程，选择</a:t>
            </a:r>
            <a:r>
              <a:rPr lang="en-US" altLang="zh-CN" sz="1600" b="1" dirty="0">
                <a:solidFill>
                  <a:schemeClr val="bg1"/>
                </a:solidFill>
              </a:rPr>
              <a:t>MCU</a:t>
            </a:r>
            <a:endParaRPr lang="zh-CN" altLang="en-US" sz="1600" b="1" dirty="0">
              <a:solidFill>
                <a:schemeClr val="bg1"/>
              </a:solidFill>
            </a:endParaRPr>
          </a:p>
        </p:txBody>
      </p:sp>
      <p:sp>
        <p:nvSpPr>
          <p:cNvPr id="8" name="矩形 7"/>
          <p:cNvSpPr/>
          <p:nvPr/>
        </p:nvSpPr>
        <p:spPr>
          <a:xfrm>
            <a:off x="323528" y="1635646"/>
            <a:ext cx="2934644" cy="236718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    新建</a:t>
            </a:r>
            <a:r>
              <a:rPr lang="zh-CN" altLang="en-US" sz="2000" b="1" dirty="0"/>
              <a:t>一个</a:t>
            </a:r>
            <a:r>
              <a:rPr lang="en-US" altLang="zh-CN" sz="2000" b="1" dirty="0"/>
              <a:t>STM32CubeMx</a:t>
            </a:r>
            <a:r>
              <a:rPr lang="zh-CN" altLang="en-US" sz="2000" b="1" dirty="0"/>
              <a:t>工程，选择选择</a:t>
            </a:r>
            <a:r>
              <a:rPr lang="en-US" altLang="zh-CN" sz="2000" b="1" dirty="0"/>
              <a:t>MCU</a:t>
            </a:r>
            <a:r>
              <a:rPr lang="zh-CN" altLang="en-US" sz="2000" b="1" dirty="0"/>
              <a:t>，这里选择</a:t>
            </a:r>
            <a:r>
              <a:rPr lang="en-US" altLang="zh-CN" sz="2000" b="1" dirty="0"/>
              <a:t>STM32F103ZETx</a:t>
            </a:r>
            <a:r>
              <a:rPr lang="zh-CN" altLang="en-US" sz="2000" b="1" dirty="0"/>
              <a:t>芯片，读者可根据自己的目标板选择相应的芯片</a:t>
            </a:r>
          </a:p>
        </p:txBody>
      </p:sp>
      <p:sp>
        <p:nvSpPr>
          <p:cNvPr id="10" name="矩形 9"/>
          <p:cNvSpPr/>
          <p:nvPr/>
        </p:nvSpPr>
        <p:spPr>
          <a:xfrm>
            <a:off x="3563888" y="1203598"/>
            <a:ext cx="5256584" cy="3456384"/>
          </a:xfrm>
          <a:prstGeom prst="rect">
            <a:avLst/>
          </a:prstGeom>
          <a:noFill/>
          <a:ln>
            <a:solidFill>
              <a:schemeClr val="accent5">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a:stretch>
            <a:fillRect/>
          </a:stretch>
        </p:blipFill>
        <p:spPr>
          <a:xfrm>
            <a:off x="3635896" y="1261960"/>
            <a:ext cx="5112568" cy="3288474"/>
          </a:xfrm>
          <a:prstGeom prst="rect">
            <a:avLst/>
          </a:prstGeom>
        </p:spPr>
      </p:pic>
    </p:spTree>
    <p:extLst>
      <p:ext uri="{BB962C8B-B14F-4D97-AF65-F5344CB8AC3E}">
        <p14:creationId xmlns:p14="http://schemas.microsoft.com/office/powerpoint/2010/main" val="305036475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248444" y="1707654"/>
            <a:ext cx="2142556" cy="163121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2000" b="1" dirty="0" smtClean="0"/>
              <a:t>HSE</a:t>
            </a:r>
            <a:r>
              <a:rPr lang="zh-CN" altLang="en-US" sz="2000" b="1" dirty="0" smtClean="0"/>
              <a:t>选择</a:t>
            </a:r>
            <a:r>
              <a:rPr lang="zh-CN" altLang="en-US" sz="2000" b="1" dirty="0"/>
              <a:t>“</a:t>
            </a:r>
            <a:r>
              <a:rPr lang="en-GB" altLang="zh-CN" sz="2000" b="1" dirty="0"/>
              <a:t>Crystal/Ceramic Resonator”</a:t>
            </a:r>
            <a:r>
              <a:rPr lang="zh-CN" altLang="en-GB" sz="2000" b="1" dirty="0"/>
              <a:t>（</a:t>
            </a:r>
            <a:r>
              <a:rPr lang="zh-CN" altLang="en-US" sz="2000" b="1" dirty="0"/>
              <a:t>晶振</a:t>
            </a:r>
            <a:r>
              <a:rPr lang="en-US" altLang="zh-CN" sz="2000" b="1" dirty="0"/>
              <a:t>/</a:t>
            </a:r>
            <a:r>
              <a:rPr lang="zh-CN" altLang="en-US" sz="2000" b="1" dirty="0"/>
              <a:t>陶瓷谐振</a:t>
            </a:r>
            <a:r>
              <a:rPr lang="zh-CN" altLang="en-US" sz="2000" b="1" dirty="0" smtClean="0"/>
              <a:t>器</a:t>
            </a:r>
            <a:endParaRPr lang="zh-CN" altLang="en-US" sz="2000"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37843" y="406933"/>
            <a:ext cx="1021370" cy="369332"/>
          </a:xfrm>
          <a:prstGeom prst="rect">
            <a:avLst/>
          </a:prstGeom>
        </p:spPr>
        <p:txBody>
          <a:bodyPr wrap="none">
            <a:spAutoFit/>
          </a:bodyPr>
          <a:lstStyle/>
          <a:p>
            <a:r>
              <a:rPr lang="en-GB" altLang="zh-CN" b="1" dirty="0" smtClean="0">
                <a:solidFill>
                  <a:srgbClr val="C00000"/>
                </a:solidFill>
              </a:rPr>
              <a:t>RCC</a:t>
            </a:r>
            <a:r>
              <a:rPr lang="zh-CN" altLang="en-US" b="1" dirty="0" smtClean="0">
                <a:solidFill>
                  <a:srgbClr val="C00000"/>
                </a:solidFill>
              </a:rPr>
              <a:t>配置</a:t>
            </a:r>
            <a:endParaRPr lang="zh-CN" altLang="en-US" b="1" dirty="0">
              <a:solidFill>
                <a:srgbClr val="C00000"/>
              </a:solidFill>
            </a:endParaRPr>
          </a:p>
        </p:txBody>
      </p:sp>
      <p:pic>
        <p:nvPicPr>
          <p:cNvPr id="778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977731"/>
            <a:ext cx="6047308" cy="378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499419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6359213" y="901607"/>
            <a:ext cx="2448272" cy="355481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    通过</a:t>
            </a:r>
            <a:r>
              <a:rPr lang="zh-CN" altLang="en-US" sz="2000" b="1" dirty="0"/>
              <a:t>图形化方式</a:t>
            </a:r>
            <a:r>
              <a:rPr lang="zh-CN" altLang="en-US" sz="2000" b="1" dirty="0" smtClean="0"/>
              <a:t>直观地对</a:t>
            </a:r>
            <a:r>
              <a:rPr lang="zh-CN" altLang="en-US" sz="2000" b="1" dirty="0"/>
              <a:t>系统时钟进行配置，系统时钟采用外部高速时钟，配置</a:t>
            </a:r>
            <a:r>
              <a:rPr lang="en-US" altLang="zh-CN" sz="2000" b="1" dirty="0"/>
              <a:t>STM32F103</a:t>
            </a:r>
            <a:r>
              <a:rPr lang="zh-CN" altLang="en-US" sz="2000" b="1" dirty="0"/>
              <a:t>系列芯片最大时钟为</a:t>
            </a:r>
            <a:r>
              <a:rPr lang="en-US" altLang="zh-CN" sz="2000" b="1" dirty="0"/>
              <a:t>72MHz</a:t>
            </a:r>
            <a:r>
              <a:rPr lang="zh-CN" altLang="en-US" sz="2000" b="1" dirty="0"/>
              <a:t>，配置</a:t>
            </a:r>
            <a:r>
              <a:rPr lang="en-US" altLang="zh-CN" sz="2000" b="1" dirty="0"/>
              <a:t>APB2</a:t>
            </a:r>
            <a:r>
              <a:rPr lang="zh-CN" altLang="en-US" sz="2000" b="1" dirty="0"/>
              <a:t>为</a:t>
            </a:r>
            <a:r>
              <a:rPr lang="en-US" altLang="zh-CN" sz="2000" b="1" dirty="0"/>
              <a:t>72MHz</a:t>
            </a:r>
            <a:r>
              <a:rPr lang="zh-CN" altLang="en-US" sz="2000" b="1" dirty="0"/>
              <a:t>，配置</a:t>
            </a:r>
            <a:r>
              <a:rPr lang="en-US" altLang="zh-CN" sz="2000" b="1" dirty="0"/>
              <a:t>APB1</a:t>
            </a:r>
            <a:r>
              <a:rPr lang="zh-CN" altLang="en-US" sz="2000" b="1" dirty="0"/>
              <a:t>为</a:t>
            </a:r>
            <a:r>
              <a:rPr lang="en-US" altLang="zh-CN" sz="2000" b="1" dirty="0"/>
              <a:t>36MHz</a:t>
            </a:r>
            <a:r>
              <a:rPr lang="zh-CN" altLang="en-US" sz="2000" b="1" dirty="0"/>
              <a:t>。</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7026145" y="356576"/>
            <a:ext cx="1114408" cy="369332"/>
          </a:xfrm>
          <a:prstGeom prst="rect">
            <a:avLst/>
          </a:prstGeom>
        </p:spPr>
        <p:txBody>
          <a:bodyPr wrap="none">
            <a:spAutoFit/>
          </a:bodyPr>
          <a:lstStyle/>
          <a:p>
            <a:r>
              <a:rPr lang="zh-CN" altLang="en-US" b="1" dirty="0">
                <a:solidFill>
                  <a:srgbClr val="C00000"/>
                </a:solidFill>
              </a:rPr>
              <a:t>时钟</a:t>
            </a:r>
            <a:r>
              <a:rPr lang="zh-CN" altLang="en-US" b="1" dirty="0" smtClean="0">
                <a:solidFill>
                  <a:srgbClr val="C00000"/>
                </a:solidFill>
              </a:rPr>
              <a:t>配置</a:t>
            </a:r>
            <a:endParaRPr lang="zh-CN" altLang="en-US" b="1" dirty="0">
              <a:solidFill>
                <a:srgbClr val="C00000"/>
              </a:solidFill>
            </a:endParaRPr>
          </a:p>
        </p:txBody>
      </p:sp>
      <p:pic>
        <p:nvPicPr>
          <p:cNvPr id="9" name="图片 8"/>
          <p:cNvPicPr/>
          <p:nvPr/>
        </p:nvPicPr>
        <p:blipFill>
          <a:blip r:embed="rId3"/>
          <a:stretch>
            <a:fillRect/>
          </a:stretch>
        </p:blipFill>
        <p:spPr>
          <a:xfrm>
            <a:off x="539552" y="1275606"/>
            <a:ext cx="5706507" cy="3166462"/>
          </a:xfrm>
          <a:prstGeom prst="rect">
            <a:avLst/>
          </a:prstGeom>
        </p:spPr>
      </p:pic>
    </p:spTree>
    <p:extLst>
      <p:ext uri="{BB962C8B-B14F-4D97-AF65-F5344CB8AC3E}">
        <p14:creationId xmlns:p14="http://schemas.microsoft.com/office/powerpoint/2010/main" val="138249144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68981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395536" y="1288045"/>
            <a:ext cx="2952328" cy="317009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5">
                  <a:lumMod val="75000"/>
                </a:schemeClr>
              </a:buClr>
              <a:buFont typeface="Wingdings" pitchFamily="2" charset="2"/>
              <a:buChar char="Ø"/>
            </a:pPr>
            <a:r>
              <a:rPr lang="zh-CN" altLang="en-US" sz="2000" b="1" dirty="0"/>
              <a:t>在“</a:t>
            </a:r>
            <a:r>
              <a:rPr lang="en-GB" altLang="zh-CN" sz="2000" b="1" dirty="0"/>
              <a:t>Connectivity”</a:t>
            </a:r>
            <a:r>
              <a:rPr lang="zh-CN" altLang="en-US" sz="2000" b="1" dirty="0"/>
              <a:t>中选择“</a:t>
            </a:r>
            <a:r>
              <a:rPr lang="en-GB" altLang="zh-CN" sz="2000" b="1" dirty="0"/>
              <a:t>USART1</a:t>
            </a:r>
            <a:r>
              <a:rPr lang="en-GB" altLang="zh-CN" sz="2000" b="1" dirty="0" smtClean="0"/>
              <a:t>”</a:t>
            </a:r>
            <a:r>
              <a:rPr lang="zh-CN" altLang="en-US" sz="2000" b="1" dirty="0" smtClean="0"/>
              <a:t>；</a:t>
            </a:r>
            <a:endParaRPr lang="en-US" altLang="zh-CN" sz="2000" b="1" dirty="0" smtClean="0"/>
          </a:p>
          <a:p>
            <a:pPr marL="342900" indent="-342900">
              <a:lnSpc>
                <a:spcPct val="125000"/>
              </a:lnSpc>
              <a:buClr>
                <a:schemeClr val="accent5">
                  <a:lumMod val="75000"/>
                </a:schemeClr>
              </a:buClr>
              <a:buFont typeface="Wingdings" pitchFamily="2" charset="2"/>
              <a:buChar char="Ø"/>
            </a:pPr>
            <a:r>
              <a:rPr lang="zh-CN" altLang="en-US" sz="2000" b="1" dirty="0" smtClean="0"/>
              <a:t>设置</a:t>
            </a:r>
            <a:r>
              <a:rPr lang="zh-CN" altLang="en-US" sz="2000" b="1" dirty="0"/>
              <a:t>“</a:t>
            </a:r>
            <a:r>
              <a:rPr lang="en-GB" altLang="zh-CN" sz="2000" b="1" dirty="0"/>
              <a:t>Mode”</a:t>
            </a:r>
            <a:r>
              <a:rPr lang="zh-CN" altLang="en-US" sz="2000" b="1" dirty="0"/>
              <a:t>为“</a:t>
            </a:r>
            <a:r>
              <a:rPr lang="en-GB" altLang="zh-CN" sz="2000" b="1" dirty="0"/>
              <a:t>Asynchronous”</a:t>
            </a:r>
            <a:r>
              <a:rPr lang="zh-CN" altLang="en-GB" sz="2000" b="1" dirty="0"/>
              <a:t>（</a:t>
            </a:r>
            <a:r>
              <a:rPr lang="zh-CN" altLang="en-US" sz="2000" b="1" dirty="0"/>
              <a:t>异步传输模式</a:t>
            </a:r>
            <a:r>
              <a:rPr lang="zh-CN" altLang="en-US" sz="2000" b="1" dirty="0" smtClean="0"/>
              <a:t>）</a:t>
            </a:r>
            <a:endParaRPr lang="en-US" altLang="zh-CN" sz="2000" b="1" dirty="0" smtClean="0"/>
          </a:p>
          <a:p>
            <a:pPr marL="342900" indent="-342900">
              <a:lnSpc>
                <a:spcPct val="125000"/>
              </a:lnSpc>
              <a:buClr>
                <a:schemeClr val="accent5">
                  <a:lumMod val="75000"/>
                </a:schemeClr>
              </a:buClr>
              <a:buFont typeface="Wingdings" pitchFamily="2" charset="2"/>
              <a:buChar char="Ø"/>
            </a:pPr>
            <a:r>
              <a:rPr lang="zh-CN" altLang="en-US" sz="2000" b="1" dirty="0" smtClean="0"/>
              <a:t>设置</a:t>
            </a:r>
            <a:r>
              <a:rPr lang="en-GB" altLang="zh-CN" sz="2000" b="1" dirty="0"/>
              <a:t>USART1</a:t>
            </a:r>
            <a:r>
              <a:rPr lang="zh-CN" altLang="en-US" sz="2000" b="1" dirty="0"/>
              <a:t>的相关参数</a:t>
            </a:r>
            <a:r>
              <a:rPr lang="zh-CN" altLang="en-US" sz="2000" b="1" dirty="0" smtClean="0"/>
              <a:t>，配置</a:t>
            </a:r>
            <a:r>
              <a:rPr lang="zh-CN" altLang="en-US" sz="2000" b="1" dirty="0"/>
              <a:t>为默认值：</a:t>
            </a:r>
            <a:r>
              <a:rPr lang="en-US" altLang="zh-CN" sz="2000" b="1" dirty="0"/>
              <a:t>115200</a:t>
            </a:r>
            <a:r>
              <a:rPr lang="zh-CN" altLang="en-US" sz="2000" b="1" dirty="0"/>
              <a:t>、</a:t>
            </a:r>
            <a:r>
              <a:rPr lang="en-US" altLang="zh-CN" sz="2000" b="1" dirty="0"/>
              <a:t>8</a:t>
            </a:r>
            <a:r>
              <a:rPr lang="zh-CN" altLang="en-US" sz="2000" b="1" dirty="0"/>
              <a:t>、</a:t>
            </a:r>
            <a:r>
              <a:rPr lang="en-GB" altLang="zh-CN" sz="2000" b="1" dirty="0"/>
              <a:t>None</a:t>
            </a:r>
            <a:r>
              <a:rPr lang="zh-CN" altLang="en-US" sz="2000" b="1" dirty="0"/>
              <a:t>和</a:t>
            </a:r>
            <a:r>
              <a:rPr lang="en-US" altLang="zh-CN" sz="2000" b="1" dirty="0"/>
              <a:t>1</a:t>
            </a:r>
            <a:r>
              <a:rPr lang="zh-CN" altLang="en-US" sz="2000" b="1" dirty="0" smtClean="0"/>
              <a:t>。</a:t>
            </a:r>
            <a:endParaRPr lang="zh-CN" altLang="en-US" sz="2000"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652120" y="391544"/>
            <a:ext cx="1217000" cy="400110"/>
          </a:xfrm>
          <a:prstGeom prst="rect">
            <a:avLst/>
          </a:prstGeom>
        </p:spPr>
        <p:txBody>
          <a:bodyPr wrap="none">
            <a:spAutoFit/>
          </a:bodyPr>
          <a:lstStyle/>
          <a:p>
            <a:r>
              <a:rPr lang="zh-CN" altLang="zh-CN" sz="2000" b="1" dirty="0">
                <a:solidFill>
                  <a:srgbClr val="C00000"/>
                </a:solidFill>
              </a:rPr>
              <a:t>串口配置</a:t>
            </a:r>
            <a:endParaRPr lang="zh-CN" altLang="en-US" sz="2000" b="1" dirty="0">
              <a:solidFill>
                <a:srgbClr val="C00000"/>
              </a:solidFill>
            </a:endParaRPr>
          </a:p>
        </p:txBody>
      </p:sp>
      <p:pic>
        <p:nvPicPr>
          <p:cNvPr id="9" name="图片 8"/>
          <p:cNvPicPr/>
          <p:nvPr/>
        </p:nvPicPr>
        <p:blipFill>
          <a:blip r:embed="rId3" cstate="print"/>
          <a:stretch>
            <a:fillRect/>
          </a:stretch>
        </p:blipFill>
        <p:spPr>
          <a:xfrm>
            <a:off x="3635896" y="1059582"/>
            <a:ext cx="5272618" cy="3627026"/>
          </a:xfrm>
          <a:prstGeom prst="rect">
            <a:avLst/>
          </a:prstGeom>
        </p:spPr>
      </p:pic>
    </p:spTree>
    <p:extLst>
      <p:ext uri="{BB962C8B-B14F-4D97-AF65-F5344CB8AC3E}">
        <p14:creationId xmlns:p14="http://schemas.microsoft.com/office/powerpoint/2010/main" val="361474289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68981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6012160" y="1347614"/>
            <a:ext cx="2808312" cy="317843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5">
                  <a:lumMod val="75000"/>
                </a:schemeClr>
              </a:buClr>
              <a:buFont typeface="Wingdings" pitchFamily="2" charset="2"/>
              <a:buChar char="Ø"/>
            </a:pPr>
            <a:r>
              <a:rPr lang="en-US" altLang="zh-CN" b="1" dirty="0" smtClean="0"/>
              <a:t>USART1</a:t>
            </a:r>
            <a:r>
              <a:rPr lang="zh-CN" altLang="en-US" b="1" dirty="0"/>
              <a:t>的发送引脚</a:t>
            </a:r>
            <a:r>
              <a:rPr lang="en-US" altLang="zh-CN" b="1" dirty="0"/>
              <a:t>USART1_Tx</a:t>
            </a:r>
            <a:r>
              <a:rPr lang="zh-CN" altLang="en-US" b="1" dirty="0"/>
              <a:t>默认连接在</a:t>
            </a:r>
            <a:r>
              <a:rPr lang="en-US" altLang="zh-CN" b="1" dirty="0" smtClean="0"/>
              <a:t>PA9</a:t>
            </a:r>
            <a:r>
              <a:rPr lang="zh-CN" altLang="en-US" b="1" dirty="0" smtClean="0"/>
              <a:t>；</a:t>
            </a:r>
            <a:endParaRPr lang="en-US" altLang="zh-CN" b="1" dirty="0" smtClean="0"/>
          </a:p>
          <a:p>
            <a:pPr marL="342900" indent="-342900">
              <a:lnSpc>
                <a:spcPct val="125000"/>
              </a:lnSpc>
              <a:buClr>
                <a:schemeClr val="accent5">
                  <a:lumMod val="75000"/>
                </a:schemeClr>
              </a:buClr>
              <a:buFont typeface="Wingdings" pitchFamily="2" charset="2"/>
              <a:buChar char="Ø"/>
            </a:pPr>
            <a:r>
              <a:rPr lang="zh-CN" altLang="en-US" b="1" dirty="0" smtClean="0"/>
              <a:t>接收</a:t>
            </a:r>
            <a:r>
              <a:rPr lang="zh-CN" altLang="en-US" b="1" dirty="0"/>
              <a:t>引脚</a:t>
            </a:r>
            <a:r>
              <a:rPr lang="en-US" altLang="zh-CN" b="1" dirty="0"/>
              <a:t>USART1_Rx</a:t>
            </a:r>
            <a:r>
              <a:rPr lang="zh-CN" altLang="en-US" b="1" dirty="0"/>
              <a:t>默认连接在</a:t>
            </a:r>
            <a:r>
              <a:rPr lang="en-US" altLang="zh-CN" b="1" dirty="0" smtClean="0"/>
              <a:t>PA10</a:t>
            </a:r>
            <a:r>
              <a:rPr lang="zh-CN" altLang="en-US" b="1" dirty="0" smtClean="0"/>
              <a:t>；</a:t>
            </a:r>
            <a:endParaRPr lang="en-US" altLang="zh-CN" b="1" dirty="0" smtClean="0"/>
          </a:p>
          <a:p>
            <a:pPr marL="342900" indent="-342900">
              <a:lnSpc>
                <a:spcPct val="125000"/>
              </a:lnSpc>
              <a:buClr>
                <a:schemeClr val="accent5">
                  <a:lumMod val="75000"/>
                </a:schemeClr>
              </a:buClr>
              <a:buFont typeface="Wingdings" pitchFamily="2" charset="2"/>
              <a:buChar char="Ø"/>
            </a:pPr>
            <a:r>
              <a:rPr lang="zh-CN" altLang="en-US" b="1" dirty="0" smtClean="0"/>
              <a:t>在</a:t>
            </a:r>
            <a:r>
              <a:rPr lang="zh-CN" altLang="en-US" b="1" dirty="0"/>
              <a:t>配置</a:t>
            </a:r>
            <a:r>
              <a:rPr lang="en-US" altLang="zh-CN" b="1" dirty="0"/>
              <a:t>USART1</a:t>
            </a:r>
            <a:r>
              <a:rPr lang="zh-CN" altLang="en-US" b="1" dirty="0"/>
              <a:t>时已经将</a:t>
            </a:r>
            <a:r>
              <a:rPr lang="en-US" altLang="zh-CN" b="1" dirty="0"/>
              <a:t>PA9</a:t>
            </a:r>
            <a:r>
              <a:rPr lang="zh-CN" altLang="en-US" b="1" dirty="0"/>
              <a:t>引脚设置为复用推挽输出，</a:t>
            </a:r>
            <a:r>
              <a:rPr lang="en-US" altLang="zh-CN" b="1" dirty="0"/>
              <a:t>PA10</a:t>
            </a:r>
            <a:r>
              <a:rPr lang="zh-CN" altLang="en-US" b="1" dirty="0"/>
              <a:t>设置为输入模式。</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292080" y="457622"/>
            <a:ext cx="2249334" cy="400110"/>
          </a:xfrm>
          <a:prstGeom prst="rect">
            <a:avLst/>
          </a:prstGeom>
        </p:spPr>
        <p:txBody>
          <a:bodyPr wrap="none">
            <a:spAutoFit/>
          </a:bodyPr>
          <a:lstStyle/>
          <a:p>
            <a:r>
              <a:rPr lang="zh-CN" altLang="en-US" sz="2000" b="1" dirty="0" smtClean="0">
                <a:solidFill>
                  <a:srgbClr val="C00000"/>
                </a:solidFill>
              </a:rPr>
              <a:t>串口引脚</a:t>
            </a:r>
            <a:r>
              <a:rPr lang="zh-CN" altLang="en-US" sz="2000" b="1" dirty="0">
                <a:solidFill>
                  <a:srgbClr val="C00000"/>
                </a:solidFill>
              </a:rPr>
              <a:t>参数</a:t>
            </a:r>
            <a:r>
              <a:rPr lang="zh-CN" altLang="en-US" sz="2000" b="1" dirty="0" smtClean="0">
                <a:solidFill>
                  <a:srgbClr val="C00000"/>
                </a:solidFill>
              </a:rPr>
              <a:t>设置</a:t>
            </a:r>
            <a:endParaRPr lang="zh-CN" altLang="en-US" sz="2000" b="1" dirty="0">
              <a:solidFill>
                <a:srgbClr val="C00000"/>
              </a:solidFill>
            </a:endParaRPr>
          </a:p>
        </p:txBody>
      </p:sp>
      <p:pic>
        <p:nvPicPr>
          <p:cNvPr id="10" name="图片 9"/>
          <p:cNvPicPr>
            <a:picLocks noChangeAspect="1"/>
          </p:cNvPicPr>
          <p:nvPr/>
        </p:nvPicPr>
        <p:blipFill>
          <a:blip r:embed="rId3"/>
          <a:stretch>
            <a:fillRect/>
          </a:stretch>
        </p:blipFill>
        <p:spPr>
          <a:xfrm>
            <a:off x="395535" y="1309234"/>
            <a:ext cx="5370811" cy="3255193"/>
          </a:xfrm>
          <a:prstGeom prst="rect">
            <a:avLst/>
          </a:prstGeom>
        </p:spPr>
      </p:pic>
    </p:spTree>
    <p:extLst>
      <p:ext uri="{BB962C8B-B14F-4D97-AF65-F5344CB8AC3E}">
        <p14:creationId xmlns:p14="http://schemas.microsoft.com/office/powerpoint/2010/main" val="107947267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971600" y="1491630"/>
            <a:ext cx="6977073" cy="7848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5">
                  <a:lumMod val="75000"/>
                </a:schemeClr>
              </a:buClr>
              <a:buFont typeface="Wingdings" pitchFamily="2" charset="2"/>
              <a:buChar char="Ø"/>
            </a:pPr>
            <a:r>
              <a:rPr lang="zh-CN" altLang="en-US" b="1" dirty="0"/>
              <a:t>在“</a:t>
            </a:r>
            <a:r>
              <a:rPr lang="en-GB" altLang="zh-CN" b="1" dirty="0" err="1"/>
              <a:t>Configeration</a:t>
            </a:r>
            <a:r>
              <a:rPr lang="en-GB" altLang="zh-CN" b="1" dirty="0"/>
              <a:t>”</a:t>
            </a:r>
            <a:r>
              <a:rPr lang="zh-CN" altLang="en-US" b="1" dirty="0"/>
              <a:t>配置页面的“</a:t>
            </a:r>
            <a:r>
              <a:rPr lang="en-GB" altLang="zh-CN" b="1" dirty="0"/>
              <a:t>NVIC Settings”</a:t>
            </a:r>
            <a:r>
              <a:rPr lang="zh-CN" altLang="en-US" b="1" dirty="0"/>
              <a:t>中勾选“</a:t>
            </a:r>
            <a:r>
              <a:rPr lang="en-GB" altLang="zh-CN" b="1" dirty="0"/>
              <a:t>USART1 global interrupt”</a:t>
            </a:r>
            <a:r>
              <a:rPr lang="zh-CN" altLang="en-GB" b="1" dirty="0" smtClean="0"/>
              <a:t>。</a:t>
            </a:r>
            <a:endParaRPr lang="zh-CN" altLang="en-US"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665708" y="414495"/>
            <a:ext cx="2830390" cy="400110"/>
          </a:xfrm>
          <a:prstGeom prst="rect">
            <a:avLst/>
          </a:prstGeom>
        </p:spPr>
        <p:txBody>
          <a:bodyPr wrap="none">
            <a:spAutoFit/>
          </a:bodyPr>
          <a:lstStyle/>
          <a:p>
            <a:r>
              <a:rPr lang="zh-CN" altLang="en-US" sz="2000" b="1" dirty="0">
                <a:solidFill>
                  <a:srgbClr val="C00000"/>
                </a:solidFill>
              </a:rPr>
              <a:t>开启串口</a:t>
            </a:r>
            <a:r>
              <a:rPr lang="en-US" altLang="zh-CN" sz="2000" b="1" dirty="0">
                <a:solidFill>
                  <a:srgbClr val="C00000"/>
                </a:solidFill>
              </a:rPr>
              <a:t>USART1</a:t>
            </a:r>
            <a:r>
              <a:rPr lang="zh-CN" altLang="en-US" sz="2000" b="1" dirty="0">
                <a:solidFill>
                  <a:srgbClr val="C00000"/>
                </a:solidFill>
              </a:rPr>
              <a:t>的中断</a:t>
            </a:r>
          </a:p>
        </p:txBody>
      </p:sp>
      <p:pic>
        <p:nvPicPr>
          <p:cNvPr id="10" name="图片 9" descr="F:\2019年教学范式改革项目---嵌入式系统\图片素材\2019-09-23_081320.png"/>
          <p:cNvPicPr/>
          <p:nvPr/>
        </p:nvPicPr>
        <p:blipFill>
          <a:blip r:embed="rId3">
            <a:extLst>
              <a:ext uri="{28A0092B-C50C-407E-A947-70E740481C1C}">
                <a14:useLocalDpi xmlns:a14="http://schemas.microsoft.com/office/drawing/2010/main" val="0"/>
              </a:ext>
            </a:extLst>
          </a:blip>
          <a:srcRect/>
          <a:stretch>
            <a:fillRect/>
          </a:stretch>
        </p:blipFill>
        <p:spPr bwMode="auto">
          <a:xfrm>
            <a:off x="971600" y="2643758"/>
            <a:ext cx="6984776" cy="1595632"/>
          </a:xfrm>
          <a:prstGeom prst="rect">
            <a:avLst/>
          </a:prstGeom>
          <a:noFill/>
          <a:ln>
            <a:noFill/>
          </a:ln>
        </p:spPr>
      </p:pic>
    </p:spTree>
    <p:extLst>
      <p:ext uri="{BB962C8B-B14F-4D97-AF65-F5344CB8AC3E}">
        <p14:creationId xmlns:p14="http://schemas.microsoft.com/office/powerpoint/2010/main" val="426312439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5796136" y="1635646"/>
            <a:ext cx="2972733"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5">
                  <a:lumMod val="75000"/>
                </a:schemeClr>
              </a:buClr>
              <a:buFont typeface="Wingdings" pitchFamily="2" charset="2"/>
              <a:buChar char="Ø"/>
            </a:pPr>
            <a:r>
              <a:rPr lang="zh-CN" altLang="en-US" b="1" dirty="0"/>
              <a:t>在“</a:t>
            </a:r>
            <a:r>
              <a:rPr lang="en-GB" altLang="zh-CN" b="1" dirty="0"/>
              <a:t>System Core”</a:t>
            </a:r>
            <a:r>
              <a:rPr lang="zh-CN" altLang="en-US" b="1" dirty="0"/>
              <a:t>的“</a:t>
            </a:r>
            <a:r>
              <a:rPr lang="en-GB" altLang="zh-CN" b="1" dirty="0"/>
              <a:t>NVIC”</a:t>
            </a:r>
            <a:r>
              <a:rPr lang="zh-CN" altLang="en-US" b="1" dirty="0"/>
              <a:t>中可选择</a:t>
            </a:r>
            <a:r>
              <a:rPr lang="en-GB" altLang="zh-CN" b="1" dirty="0"/>
              <a:t>NVIC</a:t>
            </a:r>
            <a:r>
              <a:rPr lang="zh-CN" altLang="en-US" b="1" dirty="0"/>
              <a:t>中断优先级分组，默认为“</a:t>
            </a:r>
            <a:r>
              <a:rPr lang="en-US" altLang="zh-CN" b="1" dirty="0"/>
              <a:t>4</a:t>
            </a:r>
            <a:r>
              <a:rPr lang="en-GB" altLang="zh-CN" b="1" dirty="0"/>
              <a:t>bits for pre-</a:t>
            </a:r>
            <a:r>
              <a:rPr lang="en-GB" altLang="zh-CN" b="1" dirty="0" err="1"/>
              <a:t>amption</a:t>
            </a:r>
            <a:r>
              <a:rPr lang="en-GB" altLang="zh-CN" b="1" dirty="0"/>
              <a:t> priority”</a:t>
            </a:r>
            <a:r>
              <a:rPr lang="zh-CN" altLang="en-GB" b="1" dirty="0"/>
              <a:t>，</a:t>
            </a:r>
            <a:r>
              <a:rPr lang="zh-CN" altLang="en-US" b="1" dirty="0"/>
              <a:t>勾选“</a:t>
            </a:r>
            <a:r>
              <a:rPr lang="en-GB" altLang="zh-CN" b="1" dirty="0"/>
              <a:t>USART1 global interrupt”</a:t>
            </a:r>
            <a:r>
              <a:rPr lang="zh-CN" altLang="en-GB" b="1" dirty="0"/>
              <a:t>。</a:t>
            </a:r>
            <a:endParaRPr lang="zh-CN" altLang="en-US"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665708" y="414495"/>
            <a:ext cx="3004349" cy="400110"/>
          </a:xfrm>
          <a:prstGeom prst="rect">
            <a:avLst/>
          </a:prstGeom>
        </p:spPr>
        <p:txBody>
          <a:bodyPr wrap="none">
            <a:spAutoFit/>
          </a:bodyPr>
          <a:lstStyle/>
          <a:p>
            <a:r>
              <a:rPr lang="zh-CN" altLang="zh-CN" sz="2000" b="1" dirty="0">
                <a:solidFill>
                  <a:srgbClr val="C00000"/>
                </a:solidFill>
              </a:rPr>
              <a:t>选择</a:t>
            </a:r>
            <a:r>
              <a:rPr lang="en-US" altLang="zh-CN" sz="2000" b="1" dirty="0">
                <a:solidFill>
                  <a:srgbClr val="C00000"/>
                </a:solidFill>
              </a:rPr>
              <a:t>NVIC</a:t>
            </a:r>
            <a:r>
              <a:rPr lang="zh-CN" altLang="zh-CN" sz="2000" b="1" dirty="0">
                <a:solidFill>
                  <a:srgbClr val="C00000"/>
                </a:solidFill>
              </a:rPr>
              <a:t>中断优先级分组</a:t>
            </a:r>
            <a:endParaRPr lang="zh-CN" altLang="en-US" sz="2000" b="1" dirty="0">
              <a:solidFill>
                <a:srgbClr val="C00000"/>
              </a:solidFill>
            </a:endParaRPr>
          </a:p>
        </p:txBody>
      </p:sp>
      <p:pic>
        <p:nvPicPr>
          <p:cNvPr id="9" name="图片 8"/>
          <p:cNvPicPr>
            <a:picLocks noChangeAspect="1"/>
          </p:cNvPicPr>
          <p:nvPr/>
        </p:nvPicPr>
        <p:blipFill>
          <a:blip r:embed="rId3"/>
          <a:stretch>
            <a:fillRect/>
          </a:stretch>
        </p:blipFill>
        <p:spPr>
          <a:xfrm>
            <a:off x="245549" y="1237498"/>
            <a:ext cx="5399579" cy="3312368"/>
          </a:xfrm>
          <a:prstGeom prst="rect">
            <a:avLst/>
          </a:prstGeom>
        </p:spPr>
      </p:pic>
    </p:spTree>
    <p:extLst>
      <p:ext uri="{BB962C8B-B14F-4D97-AF65-F5344CB8AC3E}">
        <p14:creationId xmlns:p14="http://schemas.microsoft.com/office/powerpoint/2010/main" val="213596712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生成工程代码</a:t>
            </a:r>
          </a:p>
        </p:txBody>
      </p:sp>
      <p:sp>
        <p:nvSpPr>
          <p:cNvPr id="8" name="矩形 7"/>
          <p:cNvSpPr/>
          <p:nvPr/>
        </p:nvSpPr>
        <p:spPr>
          <a:xfrm>
            <a:off x="5209544" y="1851670"/>
            <a:ext cx="3528392" cy="121302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smtClean="0"/>
              <a:t>     配置</a:t>
            </a:r>
            <a:r>
              <a:rPr lang="zh-CN" altLang="en-US" sz="2000" b="1" dirty="0"/>
              <a:t>工程名称、工程保存位置、选择“</a:t>
            </a:r>
            <a:r>
              <a:rPr lang="en-US" altLang="zh-CN" sz="2000" b="1" dirty="0"/>
              <a:t>MDK-ARM V5”</a:t>
            </a:r>
            <a:r>
              <a:rPr lang="zh-CN" altLang="en-US" sz="2000" b="1" dirty="0"/>
              <a:t>编译器等</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209544" y="988562"/>
            <a:ext cx="3394904" cy="400110"/>
          </a:xfrm>
          <a:prstGeom prst="rect">
            <a:avLst/>
          </a:prstGeom>
        </p:spPr>
        <p:txBody>
          <a:bodyPr wrap="none">
            <a:spAutoFit/>
          </a:bodyPr>
          <a:lstStyle/>
          <a:p>
            <a:r>
              <a:rPr lang="zh-CN" altLang="en-US" sz="2000" b="1" dirty="0">
                <a:solidFill>
                  <a:srgbClr val="C00000"/>
                </a:solidFill>
              </a:rPr>
              <a:t>配置</a:t>
            </a:r>
            <a:r>
              <a:rPr lang="en-GB" altLang="zh-CN" sz="2000" b="1" dirty="0" err="1">
                <a:solidFill>
                  <a:srgbClr val="C00000"/>
                </a:solidFill>
              </a:rPr>
              <a:t>keil</a:t>
            </a:r>
            <a:r>
              <a:rPr lang="zh-CN" altLang="en-US" sz="2000" b="1" dirty="0">
                <a:solidFill>
                  <a:srgbClr val="C00000"/>
                </a:solidFill>
              </a:rPr>
              <a:t>工程名称和存放</a:t>
            </a:r>
            <a:r>
              <a:rPr lang="zh-CN" altLang="en-US" sz="2000" b="1" dirty="0" smtClean="0">
                <a:solidFill>
                  <a:srgbClr val="C00000"/>
                </a:solidFill>
              </a:rPr>
              <a:t>位置</a:t>
            </a:r>
            <a:endParaRPr lang="zh-CN" altLang="en-US" sz="2000" b="1" dirty="0">
              <a:solidFill>
                <a:srgbClr val="C00000"/>
              </a:solidFill>
            </a:endParaRPr>
          </a:p>
        </p:txBody>
      </p:sp>
      <p:grpSp>
        <p:nvGrpSpPr>
          <p:cNvPr id="11" name="组合 10"/>
          <p:cNvGrpSpPr/>
          <p:nvPr/>
        </p:nvGrpSpPr>
        <p:grpSpPr>
          <a:xfrm rot="5400000">
            <a:off x="7463543" y="3795887"/>
            <a:ext cx="986940" cy="986938"/>
            <a:chOff x="4804687" y="2294038"/>
            <a:chExt cx="1354015" cy="1354012"/>
          </a:xfrm>
        </p:grpSpPr>
        <p:sp>
          <p:nvSpPr>
            <p:cNvPr id="12" name="ïṧḷïḓê-任意多边形: 形状 4">
              <a:extLst>
                <a:ext uri="{FF2B5EF4-FFF2-40B4-BE49-F238E27FC236}">
                  <a16:creationId xmlns:a16="http://schemas.microsoft.com/office/drawing/2014/main" xmlns="" id="{86A49E6A-6B1A-47FB-9631-DCE52C050E4F}"/>
                </a:ext>
              </a:extLst>
            </p:cNvPr>
            <p:cNvSpPr/>
            <p:nvPr/>
          </p:nvSpPr>
          <p:spPr>
            <a:xfrm>
              <a:off x="4804687" y="2294038"/>
              <a:ext cx="1354015" cy="1354012"/>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tx1">
                <a:lumMod val="40000"/>
                <a:lumOff val="6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scene3d>
                <a:camera prst="orthographicFront"/>
                <a:lightRig rig="threePt" dir="t"/>
              </a:scene3d>
              <a:sp3d contourW="12700"/>
            </a:bodyPr>
            <a:lstStyle/>
            <a:p>
              <a:pPr algn="ctr"/>
              <a:endParaRPr/>
            </a:p>
          </p:txBody>
        </p:sp>
        <p:sp>
          <p:nvSpPr>
            <p:cNvPr id="13" name="ïṧḷïḓê-Oval 5">
              <a:extLst>
                <a:ext uri="{FF2B5EF4-FFF2-40B4-BE49-F238E27FC236}">
                  <a16:creationId xmlns:a16="http://schemas.microsoft.com/office/drawing/2014/main" xmlns="" id="{6908010F-8E5D-45DA-8274-EB48CB6B3B2E}"/>
                </a:ext>
              </a:extLst>
            </p:cNvPr>
            <p:cNvSpPr/>
            <p:nvPr/>
          </p:nvSpPr>
          <p:spPr>
            <a:xfrm>
              <a:off x="5061660" y="2551010"/>
              <a:ext cx="840068" cy="840068"/>
            </a:xfrm>
            <a:prstGeom prst="ellipse">
              <a:avLst/>
            </a:prstGeom>
            <a:solidFill>
              <a:schemeClr val="bg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scene3d>
                <a:camera prst="orthographicFront"/>
                <a:lightRig rig="threePt" dir="t"/>
              </a:scene3d>
              <a:sp3d contourW="12700"/>
            </a:bodyPr>
            <a:lstStyle/>
            <a:p>
              <a:pPr algn="ctr"/>
              <a:endParaRPr lang="zh-CN" altLang="en-US" sz="1400" dirty="0">
                <a:solidFill>
                  <a:schemeClr val="tx1"/>
                </a:solidFill>
              </a:endParaRPr>
            </a:p>
          </p:txBody>
        </p:sp>
      </p:grpSp>
      <p:sp>
        <p:nvSpPr>
          <p:cNvPr id="14" name="KSO_Shape"/>
          <p:cNvSpPr>
            <a:spLocks/>
          </p:cNvSpPr>
          <p:nvPr/>
        </p:nvSpPr>
        <p:spPr bwMode="auto">
          <a:xfrm>
            <a:off x="7804907" y="4145773"/>
            <a:ext cx="299146" cy="253712"/>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bg1">
              <a:lumMod val="50000"/>
            </a:schemeClr>
          </a:solidFill>
          <a:ln>
            <a:noFill/>
          </a:ln>
          <a:extLst/>
        </p:spPr>
        <p:txBody>
          <a:bodyPr bIns="360000" anchor="ctr">
            <a:scene3d>
              <a:camera prst="orthographicFront"/>
              <a:lightRig rig="threePt" dir="t"/>
            </a:scene3d>
            <a:sp3d>
              <a:contourClr>
                <a:srgbClr val="FFFFFF"/>
              </a:contourClr>
            </a:sp3d>
          </a:bodyPr>
          <a:lstStyle/>
          <a:p>
            <a:pPr algn="ctr">
              <a:defRPr/>
            </a:pPr>
            <a:endParaRPr lang="zh-CN" altLang="en-US" dirty="0">
              <a:solidFill>
                <a:srgbClr val="FFFFFF"/>
              </a:solidFill>
              <a:ea typeface="+mn-ea"/>
              <a:cs typeface="+mn-ea"/>
            </a:endParaRPr>
          </a:p>
        </p:txBody>
      </p:sp>
      <p:pic>
        <p:nvPicPr>
          <p:cNvPr id="16" name="图片 15"/>
          <p:cNvPicPr>
            <a:picLocks noChangeAspect="1"/>
          </p:cNvPicPr>
          <p:nvPr/>
        </p:nvPicPr>
        <p:blipFill>
          <a:blip r:embed="rId3"/>
          <a:stretch>
            <a:fillRect/>
          </a:stretch>
        </p:blipFill>
        <p:spPr>
          <a:xfrm>
            <a:off x="179512" y="1116401"/>
            <a:ext cx="4854365" cy="3666425"/>
          </a:xfrm>
          <a:prstGeom prst="rect">
            <a:avLst/>
          </a:prstGeom>
        </p:spPr>
      </p:pic>
    </p:spTree>
    <p:extLst>
      <p:ext uri="{BB962C8B-B14F-4D97-AF65-F5344CB8AC3E}">
        <p14:creationId xmlns:p14="http://schemas.microsoft.com/office/powerpoint/2010/main" val="229810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290">
                                          <p:stCondLst>
                                            <p:cond delay="0"/>
                                          </p:stCondLst>
                                        </p:cTn>
                                        <p:tgtEl>
                                          <p:spTgt spid="14"/>
                                        </p:tgtEl>
                                      </p:cBhvr>
                                    </p:animEffect>
                                    <p:anim calcmode="lin" valueType="num">
                                      <p:cBhvr>
                                        <p:cTn id="8" dur="911"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4"/>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4"/>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4"/>
                                        </p:tgtEl>
                                        <p:attrNameLst>
                                          <p:attrName>ppt_y</p:attrName>
                                        </p:attrNameLst>
                                      </p:cBhvr>
                                      <p:tavLst>
                                        <p:tav tm="0" fmla="#ppt_y-sin(pi*$)/81">
                                          <p:val>
                                            <p:fltVal val="0"/>
                                          </p:val>
                                        </p:tav>
                                        <p:tav tm="100000">
                                          <p:val>
                                            <p:fltVal val="1"/>
                                          </p:val>
                                        </p:tav>
                                      </p:tavLst>
                                    </p:anim>
                                    <p:animScale>
                                      <p:cBhvr>
                                        <p:cTn id="13" dur="13">
                                          <p:stCondLst>
                                            <p:cond delay="325"/>
                                          </p:stCondLst>
                                        </p:cTn>
                                        <p:tgtEl>
                                          <p:spTgt spid="14"/>
                                        </p:tgtEl>
                                      </p:cBhvr>
                                      <p:to x="100000" y="60000"/>
                                    </p:animScale>
                                    <p:animScale>
                                      <p:cBhvr>
                                        <p:cTn id="14" dur="83" decel="50000">
                                          <p:stCondLst>
                                            <p:cond delay="338"/>
                                          </p:stCondLst>
                                        </p:cTn>
                                        <p:tgtEl>
                                          <p:spTgt spid="14"/>
                                        </p:tgtEl>
                                      </p:cBhvr>
                                      <p:to x="100000" y="100000"/>
                                    </p:animScale>
                                    <p:animScale>
                                      <p:cBhvr>
                                        <p:cTn id="15" dur="13">
                                          <p:stCondLst>
                                            <p:cond delay="656"/>
                                          </p:stCondLst>
                                        </p:cTn>
                                        <p:tgtEl>
                                          <p:spTgt spid="14"/>
                                        </p:tgtEl>
                                      </p:cBhvr>
                                      <p:to x="100000" y="80000"/>
                                    </p:animScale>
                                    <p:animScale>
                                      <p:cBhvr>
                                        <p:cTn id="16" dur="83" decel="50000">
                                          <p:stCondLst>
                                            <p:cond delay="669"/>
                                          </p:stCondLst>
                                        </p:cTn>
                                        <p:tgtEl>
                                          <p:spTgt spid="14"/>
                                        </p:tgtEl>
                                      </p:cBhvr>
                                      <p:to x="100000" y="100000"/>
                                    </p:animScale>
                                    <p:animScale>
                                      <p:cBhvr>
                                        <p:cTn id="17" dur="13">
                                          <p:stCondLst>
                                            <p:cond delay="821"/>
                                          </p:stCondLst>
                                        </p:cTn>
                                        <p:tgtEl>
                                          <p:spTgt spid="14"/>
                                        </p:tgtEl>
                                      </p:cBhvr>
                                      <p:to x="100000" y="90000"/>
                                    </p:animScale>
                                    <p:animScale>
                                      <p:cBhvr>
                                        <p:cTn id="18" dur="83" decel="50000">
                                          <p:stCondLst>
                                            <p:cond delay="834"/>
                                          </p:stCondLst>
                                        </p:cTn>
                                        <p:tgtEl>
                                          <p:spTgt spid="14"/>
                                        </p:tgtEl>
                                      </p:cBhvr>
                                      <p:to x="100000" y="100000"/>
                                    </p:animScale>
                                    <p:animScale>
                                      <p:cBhvr>
                                        <p:cTn id="19" dur="13">
                                          <p:stCondLst>
                                            <p:cond delay="904"/>
                                          </p:stCondLst>
                                        </p:cTn>
                                        <p:tgtEl>
                                          <p:spTgt spid="14"/>
                                        </p:tgtEl>
                                      </p:cBhvr>
                                      <p:to x="100000" y="95000"/>
                                    </p:animScale>
                                    <p:animScale>
                                      <p:cBhvr>
                                        <p:cTn id="20" dur="83" decel="50000">
                                          <p:stCondLst>
                                            <p:cond delay="917"/>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生成工程代码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5" name="图片 14"/>
          <p:cNvPicPr/>
          <p:nvPr/>
        </p:nvPicPr>
        <p:blipFill>
          <a:blip r:embed="rId3"/>
          <a:stretch>
            <a:fillRect/>
          </a:stretch>
        </p:blipFill>
        <p:spPr>
          <a:xfrm>
            <a:off x="323528" y="1213607"/>
            <a:ext cx="4752528" cy="3188447"/>
          </a:xfrm>
          <a:prstGeom prst="rect">
            <a:avLst/>
          </a:prstGeom>
        </p:spPr>
      </p:pic>
      <p:sp>
        <p:nvSpPr>
          <p:cNvPr id="8" name="矩形 7"/>
          <p:cNvSpPr/>
          <p:nvPr/>
        </p:nvSpPr>
        <p:spPr>
          <a:xfrm>
            <a:off x="5436096" y="1195756"/>
            <a:ext cx="3168352" cy="317009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smtClean="0"/>
              <a:t>    在</a:t>
            </a:r>
            <a:r>
              <a:rPr lang="zh-CN" altLang="en-US" sz="2000" b="1" dirty="0"/>
              <a:t>“</a:t>
            </a:r>
            <a:r>
              <a:rPr lang="en-GB" altLang="zh-CN" sz="2000" b="1" dirty="0"/>
              <a:t>Code Generator”</a:t>
            </a:r>
            <a:r>
              <a:rPr lang="zh-CN" altLang="en-US" sz="2000" b="1" dirty="0"/>
              <a:t>选项栏中找到“</a:t>
            </a:r>
            <a:r>
              <a:rPr lang="en-GB" altLang="zh-CN" sz="2000" b="1" dirty="0"/>
              <a:t>Generated files”</a:t>
            </a:r>
            <a:r>
              <a:rPr lang="zh-CN" altLang="en-US" sz="2000" b="1" dirty="0"/>
              <a:t>框，勾选“</a:t>
            </a:r>
            <a:r>
              <a:rPr lang="en-GB" altLang="zh-CN" sz="2000" b="1" dirty="0"/>
              <a:t>Generate peripheral initialization as a pair of ’.c/.h’ files per IP”</a:t>
            </a:r>
            <a:r>
              <a:rPr lang="zh-CN" altLang="en-GB" sz="2000" b="1" dirty="0"/>
              <a:t>，</a:t>
            </a:r>
            <a:r>
              <a:rPr lang="zh-CN" altLang="en-US" sz="2000" b="1" dirty="0"/>
              <a:t>将外设初始化的代码设置生成为独立的</a:t>
            </a:r>
            <a:r>
              <a:rPr lang="en-US" altLang="zh-CN" sz="2000" b="1" dirty="0"/>
              <a:t>.</a:t>
            </a:r>
            <a:r>
              <a:rPr lang="en-GB" altLang="zh-CN" sz="2000" b="1" dirty="0"/>
              <a:t>c</a:t>
            </a:r>
            <a:r>
              <a:rPr lang="zh-CN" altLang="en-US" sz="2000" b="1" dirty="0"/>
              <a:t>源文件和</a:t>
            </a:r>
            <a:r>
              <a:rPr lang="en-US" altLang="zh-CN" sz="2000" b="1" dirty="0"/>
              <a:t>.</a:t>
            </a:r>
            <a:r>
              <a:rPr lang="en-GB" altLang="zh-CN" sz="2000" b="1" dirty="0"/>
              <a:t>h</a:t>
            </a:r>
            <a:r>
              <a:rPr lang="zh-CN" altLang="en-US" sz="2000" b="1" dirty="0" smtClean="0"/>
              <a:t>头文件。</a:t>
            </a:r>
            <a:endParaRPr lang="zh-CN" altLang="en-US" sz="2000" b="1" dirty="0"/>
          </a:p>
        </p:txBody>
      </p:sp>
    </p:spTree>
    <p:extLst>
      <p:ext uri="{BB962C8B-B14F-4D97-AF65-F5344CB8AC3E}">
        <p14:creationId xmlns:p14="http://schemas.microsoft.com/office/powerpoint/2010/main" val="94824058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编写应用程序</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4563637" y="1839098"/>
            <a:ext cx="3744416" cy="186204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Bef>
                <a:spcPts val="600"/>
              </a:spcBef>
              <a:buClr>
                <a:schemeClr val="accent5">
                  <a:lumMod val="75000"/>
                </a:schemeClr>
              </a:buClr>
            </a:pPr>
            <a:r>
              <a:rPr lang="en-US" altLang="zh-CN" sz="2000" b="1" dirty="0"/>
              <a:t>/* USER CODE BEGIN PV */</a:t>
            </a:r>
          </a:p>
          <a:p>
            <a:pPr>
              <a:lnSpc>
                <a:spcPct val="125000"/>
              </a:lnSpc>
              <a:spcBef>
                <a:spcPts val="600"/>
              </a:spcBef>
              <a:buClr>
                <a:schemeClr val="accent5">
                  <a:lumMod val="75000"/>
                </a:schemeClr>
              </a:buClr>
            </a:pPr>
            <a:r>
              <a:rPr lang="en-US" altLang="zh-CN" sz="2000" b="1" dirty="0"/>
              <a:t>uint8_t </a:t>
            </a:r>
            <a:r>
              <a:rPr lang="en-US" altLang="zh-CN" sz="2000" b="1" dirty="0" err="1"/>
              <a:t>RxBuffer</a:t>
            </a:r>
            <a:r>
              <a:rPr lang="en-US" altLang="zh-CN" sz="2000" b="1" dirty="0"/>
              <a:t>[10];</a:t>
            </a:r>
          </a:p>
          <a:p>
            <a:pPr>
              <a:lnSpc>
                <a:spcPct val="125000"/>
              </a:lnSpc>
              <a:spcBef>
                <a:spcPts val="600"/>
              </a:spcBef>
              <a:buClr>
                <a:schemeClr val="accent5">
                  <a:lumMod val="75000"/>
                </a:schemeClr>
              </a:buClr>
            </a:pPr>
            <a:r>
              <a:rPr lang="en-US" altLang="zh-CN" sz="2000" b="1" dirty="0"/>
              <a:t>uint8_t </a:t>
            </a:r>
            <a:r>
              <a:rPr lang="en-US" altLang="zh-CN" sz="2000" b="1" dirty="0" err="1"/>
              <a:t>TxBuffer</a:t>
            </a:r>
            <a:r>
              <a:rPr lang="en-US" altLang="zh-CN" sz="2000" b="1" dirty="0"/>
              <a:t>[10];</a:t>
            </a:r>
          </a:p>
          <a:p>
            <a:pPr>
              <a:lnSpc>
                <a:spcPct val="125000"/>
              </a:lnSpc>
              <a:spcBef>
                <a:spcPts val="600"/>
              </a:spcBef>
              <a:buClr>
                <a:schemeClr val="accent5">
                  <a:lumMod val="75000"/>
                </a:schemeClr>
              </a:buClr>
            </a:pPr>
            <a:r>
              <a:rPr lang="en-US" altLang="zh-CN" sz="2000" b="1" dirty="0"/>
              <a:t>/* USER CODE END PV */</a:t>
            </a:r>
          </a:p>
        </p:txBody>
      </p:sp>
      <p:sp>
        <p:nvSpPr>
          <p:cNvPr id="3" name="矩形 2"/>
          <p:cNvSpPr/>
          <p:nvPr/>
        </p:nvSpPr>
        <p:spPr>
          <a:xfrm>
            <a:off x="611560" y="1232706"/>
            <a:ext cx="3600400" cy="3170099"/>
          </a:xfrm>
          <a:prstGeom prst="rect">
            <a:avLst/>
          </a:prstGeom>
        </p:spPr>
        <p:txBody>
          <a:bodyPr wrap="square">
            <a:spAutoFit/>
          </a:bodyPr>
          <a:lstStyle/>
          <a:p>
            <a:pPr>
              <a:lnSpc>
                <a:spcPct val="125000"/>
              </a:lnSpc>
              <a:spcBef>
                <a:spcPts val="600"/>
              </a:spcBef>
              <a:spcAft>
                <a:spcPts val="600"/>
              </a:spcAft>
            </a:pPr>
            <a:r>
              <a:rPr lang="zh-CN" altLang="en-US" b="1" dirty="0" smtClean="0">
                <a:solidFill>
                  <a:prstClr val="black"/>
                </a:solidFill>
              </a:rPr>
              <a:t>     在</a:t>
            </a:r>
            <a:r>
              <a:rPr lang="en-GB" altLang="zh-CN" b="1" dirty="0" err="1">
                <a:solidFill>
                  <a:prstClr val="black"/>
                </a:solidFill>
              </a:rPr>
              <a:t>main.c</a:t>
            </a:r>
            <a:r>
              <a:rPr lang="zh-CN" altLang="en-US" b="1" dirty="0">
                <a:solidFill>
                  <a:prstClr val="black"/>
                </a:solidFill>
              </a:rPr>
              <a:t>文件</a:t>
            </a:r>
            <a:r>
              <a:rPr lang="zh-CN" altLang="en-US" b="1" dirty="0" smtClean="0">
                <a:solidFill>
                  <a:prstClr val="black"/>
                </a:solidFill>
              </a:rPr>
              <a:t>中添加代码：</a:t>
            </a:r>
            <a:endParaRPr lang="en-US" altLang="zh-CN" b="1" dirty="0" smtClean="0">
              <a:solidFill>
                <a:prstClr val="black"/>
              </a:solidFill>
            </a:endParaRPr>
          </a:p>
          <a:p>
            <a:pPr marL="285750" indent="-285750">
              <a:lnSpc>
                <a:spcPct val="125000"/>
              </a:lnSpc>
              <a:spcBef>
                <a:spcPts val="600"/>
              </a:spcBef>
              <a:spcAft>
                <a:spcPts val="600"/>
              </a:spcAft>
              <a:buClr>
                <a:schemeClr val="accent5">
                  <a:lumMod val="75000"/>
                </a:schemeClr>
              </a:buClr>
              <a:buFont typeface="Wingdings" pitchFamily="2" charset="2"/>
              <a:buChar char="Ø"/>
            </a:pPr>
            <a:r>
              <a:rPr lang="zh-CN" altLang="en-US" b="1" dirty="0">
                <a:solidFill>
                  <a:prstClr val="black"/>
                </a:solidFill>
              </a:rPr>
              <a:t>在</a:t>
            </a:r>
            <a:r>
              <a:rPr lang="en-GB" altLang="zh-CN" b="1" dirty="0" err="1">
                <a:solidFill>
                  <a:prstClr val="black"/>
                </a:solidFill>
              </a:rPr>
              <a:t>main.c</a:t>
            </a:r>
            <a:r>
              <a:rPr lang="zh-CN" altLang="en-US" b="1" dirty="0">
                <a:solidFill>
                  <a:prstClr val="black"/>
                </a:solidFill>
              </a:rPr>
              <a:t>文件中添加代码。先定义两个数组</a:t>
            </a:r>
            <a:r>
              <a:rPr lang="en-GB" altLang="zh-CN" b="1" dirty="0" err="1">
                <a:solidFill>
                  <a:prstClr val="black"/>
                </a:solidFill>
              </a:rPr>
              <a:t>RxBuffer</a:t>
            </a:r>
            <a:r>
              <a:rPr lang="zh-CN" altLang="en-US" b="1" dirty="0">
                <a:solidFill>
                  <a:prstClr val="black"/>
                </a:solidFill>
              </a:rPr>
              <a:t>和</a:t>
            </a:r>
            <a:r>
              <a:rPr lang="en-GB" altLang="zh-CN" b="1" dirty="0" err="1">
                <a:solidFill>
                  <a:prstClr val="black"/>
                </a:solidFill>
              </a:rPr>
              <a:t>TxBuffer</a:t>
            </a:r>
            <a:r>
              <a:rPr lang="zh-CN" altLang="en-GB" b="1" dirty="0">
                <a:solidFill>
                  <a:prstClr val="black"/>
                </a:solidFill>
              </a:rPr>
              <a:t>，</a:t>
            </a:r>
            <a:r>
              <a:rPr lang="zh-CN" altLang="en-US" b="1" dirty="0">
                <a:solidFill>
                  <a:prstClr val="black"/>
                </a:solidFill>
              </a:rPr>
              <a:t>用于接收数据和发送</a:t>
            </a:r>
            <a:r>
              <a:rPr lang="zh-CN" altLang="en-US" b="1" dirty="0" smtClean="0">
                <a:solidFill>
                  <a:prstClr val="black"/>
                </a:solidFill>
              </a:rPr>
              <a:t>数据；</a:t>
            </a:r>
            <a:endParaRPr lang="en-US" altLang="zh-CN" b="1" dirty="0" smtClean="0">
              <a:solidFill>
                <a:prstClr val="black"/>
              </a:solidFill>
            </a:endParaRPr>
          </a:p>
          <a:p>
            <a:pPr marL="285750" indent="-285750">
              <a:lnSpc>
                <a:spcPct val="125000"/>
              </a:lnSpc>
              <a:spcBef>
                <a:spcPts val="600"/>
              </a:spcBef>
              <a:spcAft>
                <a:spcPts val="600"/>
              </a:spcAft>
              <a:buClr>
                <a:schemeClr val="accent5">
                  <a:lumMod val="75000"/>
                </a:schemeClr>
              </a:buClr>
              <a:buFont typeface="Wingdings" pitchFamily="2" charset="2"/>
              <a:buChar char="Ø"/>
            </a:pPr>
            <a:r>
              <a:rPr lang="zh-CN" altLang="en-US" b="1" dirty="0" smtClean="0">
                <a:solidFill>
                  <a:prstClr val="black"/>
                </a:solidFill>
              </a:rPr>
              <a:t>在</a:t>
            </a:r>
            <a:r>
              <a:rPr lang="en-GB" altLang="zh-CN" b="1" dirty="0" err="1">
                <a:solidFill>
                  <a:prstClr val="black"/>
                </a:solidFill>
              </a:rPr>
              <a:t>main.c</a:t>
            </a:r>
            <a:r>
              <a:rPr lang="zh-CN" altLang="en-US" b="1" dirty="0">
                <a:solidFill>
                  <a:prstClr val="black"/>
                </a:solidFill>
              </a:rPr>
              <a:t>文件的</a:t>
            </a:r>
            <a:r>
              <a:rPr lang="en-US" altLang="zh-CN" b="1" dirty="0">
                <a:solidFill>
                  <a:prstClr val="black"/>
                </a:solidFill>
              </a:rPr>
              <a:t>/* </a:t>
            </a:r>
            <a:r>
              <a:rPr lang="en-GB" altLang="zh-CN" b="1" dirty="0">
                <a:solidFill>
                  <a:prstClr val="black"/>
                </a:solidFill>
              </a:rPr>
              <a:t>USER CODE BEGIN PV */</a:t>
            </a:r>
            <a:r>
              <a:rPr lang="zh-CN" altLang="en-US" b="1" dirty="0">
                <a:solidFill>
                  <a:prstClr val="black"/>
                </a:solidFill>
              </a:rPr>
              <a:t>和</a:t>
            </a:r>
            <a:r>
              <a:rPr lang="en-US" altLang="zh-CN" b="1" dirty="0">
                <a:solidFill>
                  <a:prstClr val="black"/>
                </a:solidFill>
              </a:rPr>
              <a:t>/* </a:t>
            </a:r>
            <a:r>
              <a:rPr lang="en-GB" altLang="zh-CN" b="1" dirty="0">
                <a:solidFill>
                  <a:prstClr val="black"/>
                </a:solidFill>
              </a:rPr>
              <a:t>USER CODE END PV */</a:t>
            </a:r>
            <a:r>
              <a:rPr lang="zh-CN" altLang="en-US" b="1" dirty="0">
                <a:solidFill>
                  <a:prstClr val="black"/>
                </a:solidFill>
              </a:rPr>
              <a:t>之间添加代码</a:t>
            </a:r>
            <a:endParaRPr lang="zh-CN" altLang="en-US" sz="4800" dirty="0"/>
          </a:p>
        </p:txBody>
      </p:sp>
    </p:spTree>
    <p:extLst>
      <p:ext uri="{BB962C8B-B14F-4D97-AF65-F5344CB8AC3E}">
        <p14:creationId xmlns:p14="http://schemas.microsoft.com/office/powerpoint/2010/main" val="204416368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编写应用程序</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34596" y="2499742"/>
            <a:ext cx="3201299" cy="2400657"/>
          </a:xfrm>
          <a:prstGeom prst="rect">
            <a:avLst/>
          </a:prstGeom>
          <a:solidFill>
            <a:schemeClr val="accent5">
              <a:lumMod val="20000"/>
              <a:lumOff val="80000"/>
            </a:schemeClr>
          </a:solidFill>
        </p:spPr>
        <p:txBody>
          <a:bodyPr wrap="square">
            <a:spAutoFit/>
          </a:bodyPr>
          <a:lstStyle/>
          <a:p>
            <a:pPr lvl="0">
              <a:lnSpc>
                <a:spcPct val="125000"/>
              </a:lnSpc>
              <a:spcBef>
                <a:spcPts val="600"/>
              </a:spcBef>
              <a:buClr>
                <a:srgbClr val="4BACC6">
                  <a:lumMod val="75000"/>
                </a:srgbClr>
              </a:buClr>
            </a:pPr>
            <a:r>
              <a:rPr lang="en-US" altLang="zh-CN" b="1" dirty="0" smtClean="0"/>
              <a:t>/* </a:t>
            </a:r>
            <a:r>
              <a:rPr lang="en-US" altLang="zh-CN" b="1" dirty="0"/>
              <a:t>USER CODE BEGIN 2 */</a:t>
            </a:r>
          </a:p>
          <a:p>
            <a:pPr lvl="0">
              <a:lnSpc>
                <a:spcPct val="125000"/>
              </a:lnSpc>
              <a:spcBef>
                <a:spcPts val="600"/>
              </a:spcBef>
              <a:buClr>
                <a:srgbClr val="4BACC6">
                  <a:lumMod val="75000"/>
                </a:srgbClr>
              </a:buClr>
            </a:pPr>
            <a:r>
              <a:rPr lang="en-US" altLang="zh-CN" b="1" dirty="0"/>
              <a:t>/*  </a:t>
            </a:r>
            <a:r>
              <a:rPr lang="zh-CN" altLang="en-US" b="1" dirty="0"/>
              <a:t>使能</a:t>
            </a:r>
            <a:r>
              <a:rPr lang="en-US" altLang="zh-CN" b="1" dirty="0"/>
              <a:t>USART1</a:t>
            </a:r>
            <a:r>
              <a:rPr lang="zh-CN" altLang="en-US" b="1" dirty="0"/>
              <a:t>接收，调用中断处理函数 *</a:t>
            </a:r>
            <a:r>
              <a:rPr lang="en-US" altLang="zh-CN" b="1" dirty="0"/>
              <a:t>/</a:t>
            </a:r>
          </a:p>
          <a:p>
            <a:pPr lvl="0">
              <a:lnSpc>
                <a:spcPct val="125000"/>
              </a:lnSpc>
              <a:spcBef>
                <a:spcPts val="600"/>
              </a:spcBef>
              <a:buClr>
                <a:srgbClr val="4BACC6">
                  <a:lumMod val="75000"/>
                </a:srgbClr>
              </a:buClr>
            </a:pPr>
            <a:r>
              <a:rPr lang="en-US" altLang="zh-CN" b="1" dirty="0" err="1"/>
              <a:t>HAL_UART_Receive_IT</a:t>
            </a:r>
            <a:r>
              <a:rPr lang="en-US" altLang="zh-CN" b="1" dirty="0"/>
              <a:t>(&amp;huart1,(uint8_t *)&amp;RxBuffer,1);</a:t>
            </a:r>
          </a:p>
          <a:p>
            <a:pPr lvl="0">
              <a:lnSpc>
                <a:spcPct val="125000"/>
              </a:lnSpc>
              <a:spcBef>
                <a:spcPts val="600"/>
              </a:spcBef>
              <a:buClr>
                <a:srgbClr val="4BACC6">
                  <a:lumMod val="75000"/>
                </a:srgbClr>
              </a:buClr>
            </a:pPr>
            <a:r>
              <a:rPr lang="en-US" altLang="zh-CN" b="1" dirty="0"/>
              <a:t>/* USER CODE END 2 */</a:t>
            </a:r>
          </a:p>
        </p:txBody>
      </p:sp>
      <p:sp>
        <p:nvSpPr>
          <p:cNvPr id="3" name="矩形 2"/>
          <p:cNvSpPr/>
          <p:nvPr/>
        </p:nvSpPr>
        <p:spPr>
          <a:xfrm>
            <a:off x="529922" y="1059582"/>
            <a:ext cx="3010645" cy="1477328"/>
          </a:xfrm>
          <a:prstGeom prst="rect">
            <a:avLst/>
          </a:prstGeom>
        </p:spPr>
        <p:txBody>
          <a:bodyPr wrap="square">
            <a:spAutoFit/>
          </a:bodyPr>
          <a:lstStyle/>
          <a:p>
            <a:pPr>
              <a:lnSpc>
                <a:spcPct val="125000"/>
              </a:lnSpc>
            </a:pPr>
            <a:r>
              <a:rPr lang="zh-CN" altLang="en-US" b="1" dirty="0">
                <a:solidFill>
                  <a:prstClr val="black"/>
                </a:solidFill>
              </a:rPr>
              <a:t> </a:t>
            </a:r>
            <a:r>
              <a:rPr lang="zh-CN" altLang="en-US" b="1" dirty="0" smtClean="0">
                <a:solidFill>
                  <a:prstClr val="black"/>
                </a:solidFill>
              </a:rPr>
              <a:t>     在</a:t>
            </a:r>
            <a:r>
              <a:rPr lang="en-US" altLang="zh-CN" b="1" dirty="0" err="1">
                <a:solidFill>
                  <a:prstClr val="black"/>
                </a:solidFill>
              </a:rPr>
              <a:t>int</a:t>
            </a:r>
            <a:r>
              <a:rPr lang="en-US" altLang="zh-CN" b="1" dirty="0">
                <a:solidFill>
                  <a:prstClr val="black"/>
                </a:solidFill>
              </a:rPr>
              <a:t> main(void)</a:t>
            </a:r>
            <a:r>
              <a:rPr lang="zh-CN" altLang="en-US" b="1" dirty="0">
                <a:solidFill>
                  <a:prstClr val="black"/>
                </a:solidFill>
              </a:rPr>
              <a:t>函数中的</a:t>
            </a:r>
            <a:r>
              <a:rPr lang="en-US" altLang="zh-CN" b="1" dirty="0">
                <a:solidFill>
                  <a:prstClr val="black"/>
                </a:solidFill>
              </a:rPr>
              <a:t>/* USER CODE BEGIN 2 */</a:t>
            </a:r>
            <a:r>
              <a:rPr lang="zh-CN" altLang="en-US" b="1" dirty="0">
                <a:solidFill>
                  <a:prstClr val="black"/>
                </a:solidFill>
              </a:rPr>
              <a:t>和</a:t>
            </a:r>
            <a:r>
              <a:rPr lang="en-US" altLang="zh-CN" b="1" dirty="0">
                <a:solidFill>
                  <a:prstClr val="black"/>
                </a:solidFill>
              </a:rPr>
              <a:t>/* USER CODE END 2 */</a:t>
            </a:r>
            <a:r>
              <a:rPr lang="zh-CN" altLang="en-US" b="1" dirty="0">
                <a:solidFill>
                  <a:prstClr val="black"/>
                </a:solidFill>
              </a:rPr>
              <a:t>之间</a:t>
            </a:r>
            <a:r>
              <a:rPr lang="zh-CN" altLang="en-US" b="1" dirty="0" smtClean="0">
                <a:solidFill>
                  <a:prstClr val="black"/>
                </a:solidFill>
              </a:rPr>
              <a:t>添加代码</a:t>
            </a:r>
            <a:r>
              <a:rPr lang="zh-CN" altLang="en-US" b="1" dirty="0">
                <a:solidFill>
                  <a:prstClr val="black"/>
                </a:solidFill>
              </a:rPr>
              <a:t>：</a:t>
            </a:r>
            <a:endParaRPr lang="zh-CN" altLang="en-US" dirty="0"/>
          </a:p>
        </p:txBody>
      </p:sp>
      <p:sp>
        <p:nvSpPr>
          <p:cNvPr id="8" name="矩形 7"/>
          <p:cNvSpPr/>
          <p:nvPr/>
        </p:nvSpPr>
        <p:spPr>
          <a:xfrm>
            <a:off x="3900511" y="1625121"/>
            <a:ext cx="4991807" cy="3247043"/>
          </a:xfrm>
          <a:prstGeom prst="rect">
            <a:avLst/>
          </a:prstGeom>
          <a:solidFill>
            <a:schemeClr val="accent3">
              <a:lumMod val="40000"/>
              <a:lumOff val="60000"/>
            </a:schemeClr>
          </a:solidFill>
        </p:spPr>
        <p:txBody>
          <a:bodyPr wrap="square">
            <a:spAutoFit/>
          </a:bodyPr>
          <a:lstStyle/>
          <a:p>
            <a:pPr lvl="0">
              <a:lnSpc>
                <a:spcPct val="125000"/>
              </a:lnSpc>
              <a:spcBef>
                <a:spcPts val="600"/>
              </a:spcBef>
              <a:buClr>
                <a:srgbClr val="4BACC6">
                  <a:lumMod val="75000"/>
                </a:srgbClr>
              </a:buClr>
            </a:pPr>
            <a:r>
              <a:rPr lang="en-US" altLang="zh-CN" sz="1600" b="1" dirty="0"/>
              <a:t>/* USER CODE BEGIN 4 */</a:t>
            </a:r>
          </a:p>
          <a:p>
            <a:pPr lvl="0">
              <a:lnSpc>
                <a:spcPct val="125000"/>
              </a:lnSpc>
              <a:spcBef>
                <a:spcPts val="600"/>
              </a:spcBef>
              <a:buClr>
                <a:srgbClr val="4BACC6">
                  <a:lumMod val="75000"/>
                </a:srgbClr>
              </a:buClr>
            </a:pPr>
            <a:r>
              <a:rPr lang="en-US" altLang="zh-CN" sz="1600" b="1" dirty="0"/>
              <a:t>void </a:t>
            </a:r>
            <a:r>
              <a:rPr lang="en-US" altLang="zh-CN" sz="1600" b="1" dirty="0" err="1"/>
              <a:t>HAL_UART_RxCpltCallback</a:t>
            </a:r>
            <a:r>
              <a:rPr lang="en-US" altLang="zh-CN" sz="1600" b="1" dirty="0"/>
              <a:t>(</a:t>
            </a:r>
            <a:r>
              <a:rPr lang="en-US" altLang="zh-CN" sz="1600" b="1" dirty="0" err="1"/>
              <a:t>UART_HandleTypeDef</a:t>
            </a:r>
            <a:r>
              <a:rPr lang="en-US" altLang="zh-CN" sz="1600" b="1" dirty="0"/>
              <a:t> *</a:t>
            </a:r>
            <a:r>
              <a:rPr lang="en-US" altLang="zh-CN" sz="1600" b="1" dirty="0" err="1"/>
              <a:t>huart</a:t>
            </a:r>
            <a:r>
              <a:rPr lang="en-US" altLang="zh-CN" sz="1600" b="1" dirty="0"/>
              <a:t>)</a:t>
            </a:r>
          </a:p>
          <a:p>
            <a:pPr lvl="0">
              <a:lnSpc>
                <a:spcPct val="125000"/>
              </a:lnSpc>
              <a:spcBef>
                <a:spcPts val="600"/>
              </a:spcBef>
              <a:buClr>
                <a:srgbClr val="4BACC6">
                  <a:lumMod val="75000"/>
                </a:srgbClr>
              </a:buClr>
            </a:pPr>
            <a:r>
              <a:rPr lang="en-US" altLang="zh-CN" sz="1600" b="1" dirty="0" smtClean="0"/>
              <a:t>{    </a:t>
            </a:r>
            <a:r>
              <a:rPr lang="en-US" altLang="zh-CN" sz="1600" b="1" dirty="0" err="1"/>
              <a:t>HAL_UART_Transmit</a:t>
            </a:r>
            <a:r>
              <a:rPr lang="en-US" altLang="zh-CN" sz="1600" b="1" dirty="0"/>
              <a:t>(&amp;huart1,(uint8_t *)&amp;RxBuffer,1,0);</a:t>
            </a:r>
          </a:p>
          <a:p>
            <a:pPr lvl="0">
              <a:lnSpc>
                <a:spcPct val="125000"/>
              </a:lnSpc>
              <a:spcBef>
                <a:spcPts val="600"/>
              </a:spcBef>
              <a:buClr>
                <a:srgbClr val="4BACC6">
                  <a:lumMod val="75000"/>
                </a:srgbClr>
              </a:buClr>
            </a:pPr>
            <a:r>
              <a:rPr lang="en-US" altLang="zh-CN" sz="1600" b="1" dirty="0"/>
              <a:t>    </a:t>
            </a:r>
            <a:r>
              <a:rPr lang="en-US" altLang="zh-CN" sz="1600" b="1" dirty="0" err="1"/>
              <a:t>HAL_UART_Receive_IT</a:t>
            </a:r>
            <a:r>
              <a:rPr lang="en-US" altLang="zh-CN" sz="1600" b="1" dirty="0"/>
              <a:t>(&amp;huart1,(uint8_t *)&amp;RxBuffer,1);  </a:t>
            </a:r>
          </a:p>
          <a:p>
            <a:pPr lvl="0">
              <a:lnSpc>
                <a:spcPct val="125000"/>
              </a:lnSpc>
              <a:spcBef>
                <a:spcPts val="600"/>
              </a:spcBef>
              <a:buClr>
                <a:srgbClr val="4BACC6">
                  <a:lumMod val="75000"/>
                </a:srgbClr>
              </a:buClr>
            </a:pPr>
            <a:r>
              <a:rPr lang="en-US" altLang="zh-CN" sz="1600" b="1" dirty="0"/>
              <a:t>}</a:t>
            </a:r>
          </a:p>
          <a:p>
            <a:pPr lvl="0">
              <a:lnSpc>
                <a:spcPct val="125000"/>
              </a:lnSpc>
              <a:spcBef>
                <a:spcPts val="600"/>
              </a:spcBef>
              <a:buClr>
                <a:srgbClr val="4BACC6">
                  <a:lumMod val="75000"/>
                </a:srgbClr>
              </a:buClr>
            </a:pPr>
            <a:r>
              <a:rPr lang="en-US" altLang="zh-CN" sz="1600" b="1" dirty="0"/>
              <a:t>/* USER CODE END 4 */</a:t>
            </a:r>
          </a:p>
        </p:txBody>
      </p:sp>
      <p:sp>
        <p:nvSpPr>
          <p:cNvPr id="9" name="矩形 8"/>
          <p:cNvSpPr/>
          <p:nvPr/>
        </p:nvSpPr>
        <p:spPr>
          <a:xfrm>
            <a:off x="4128225" y="411510"/>
            <a:ext cx="4536378" cy="1131079"/>
          </a:xfrm>
          <a:prstGeom prst="rect">
            <a:avLst/>
          </a:prstGeom>
        </p:spPr>
        <p:txBody>
          <a:bodyPr wrap="square">
            <a:spAutoFit/>
          </a:bodyPr>
          <a:lstStyle/>
          <a:p>
            <a:pPr>
              <a:lnSpc>
                <a:spcPct val="125000"/>
              </a:lnSpc>
            </a:pPr>
            <a:r>
              <a:rPr lang="zh-CN" altLang="en-US" b="1" dirty="0" smtClean="0">
                <a:solidFill>
                  <a:prstClr val="black"/>
                </a:solidFill>
              </a:rPr>
              <a:t>     中断处理</a:t>
            </a:r>
            <a:r>
              <a:rPr lang="zh-CN" altLang="en-US" b="1" dirty="0">
                <a:solidFill>
                  <a:prstClr val="black"/>
                </a:solidFill>
              </a:rPr>
              <a:t>函数进行相应功能程序的处理，在</a:t>
            </a:r>
            <a:r>
              <a:rPr lang="en-US" altLang="zh-CN" b="1" dirty="0">
                <a:solidFill>
                  <a:prstClr val="black"/>
                </a:solidFill>
              </a:rPr>
              <a:t>/* </a:t>
            </a:r>
            <a:r>
              <a:rPr lang="en-GB" altLang="zh-CN" b="1" dirty="0">
                <a:solidFill>
                  <a:prstClr val="black"/>
                </a:solidFill>
              </a:rPr>
              <a:t>USER CODE BEGIN 4 */</a:t>
            </a:r>
            <a:r>
              <a:rPr lang="zh-CN" altLang="en-US" b="1" dirty="0">
                <a:solidFill>
                  <a:prstClr val="black"/>
                </a:solidFill>
              </a:rPr>
              <a:t>和</a:t>
            </a:r>
            <a:r>
              <a:rPr lang="en-US" altLang="zh-CN" b="1" dirty="0">
                <a:solidFill>
                  <a:prstClr val="black"/>
                </a:solidFill>
              </a:rPr>
              <a:t>/* </a:t>
            </a:r>
            <a:r>
              <a:rPr lang="en-GB" altLang="zh-CN" b="1" dirty="0">
                <a:solidFill>
                  <a:prstClr val="black"/>
                </a:solidFill>
              </a:rPr>
              <a:t>USER CODE END 4 */</a:t>
            </a:r>
            <a:r>
              <a:rPr lang="zh-CN" altLang="en-US" b="1" dirty="0">
                <a:solidFill>
                  <a:prstClr val="black"/>
                </a:solidFill>
              </a:rPr>
              <a:t>之间</a:t>
            </a:r>
            <a:r>
              <a:rPr lang="zh-CN" altLang="en-US" b="1" dirty="0" smtClean="0">
                <a:solidFill>
                  <a:prstClr val="black"/>
                </a:solidFill>
              </a:rPr>
              <a:t>添加代码</a:t>
            </a:r>
            <a:r>
              <a:rPr lang="zh-CN" altLang="en-US" b="1" dirty="0">
                <a:solidFill>
                  <a:prstClr val="black"/>
                </a:solidFill>
              </a:rPr>
              <a:t>：</a:t>
            </a:r>
            <a:endParaRPr lang="zh-CN" altLang="en-US" dirty="0"/>
          </a:p>
        </p:txBody>
      </p:sp>
    </p:spTree>
    <p:extLst>
      <p:ext uri="{BB962C8B-B14F-4D97-AF65-F5344CB8AC3E}">
        <p14:creationId xmlns:p14="http://schemas.microsoft.com/office/powerpoint/2010/main" val="327439063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927522" y="1345334"/>
            <a:ext cx="2780382" cy="317009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        基于</a:t>
            </a:r>
            <a:r>
              <a:rPr lang="en-US" altLang="zh-CN" sz="2000" b="1" dirty="0"/>
              <a:t>HAL</a:t>
            </a:r>
            <a:r>
              <a:rPr lang="zh-CN" altLang="en-US" sz="2000" b="1" dirty="0"/>
              <a:t>库采用中断控制方式实现上位机（</a:t>
            </a:r>
            <a:r>
              <a:rPr lang="en-US" altLang="zh-CN" sz="2000" b="1" dirty="0"/>
              <a:t>PC</a:t>
            </a:r>
            <a:r>
              <a:rPr lang="zh-CN" altLang="en-US" sz="2000" b="1" dirty="0"/>
              <a:t>）通过串口通信控制</a:t>
            </a:r>
            <a:r>
              <a:rPr lang="en-US" altLang="zh-CN" sz="2000" b="1" dirty="0"/>
              <a:t>STM32</a:t>
            </a:r>
            <a:r>
              <a:rPr lang="zh-CN" altLang="en-US" sz="2000" b="1" dirty="0"/>
              <a:t>目标板上</a:t>
            </a:r>
            <a:r>
              <a:rPr lang="en-US" altLang="zh-CN" sz="2000" b="1" dirty="0"/>
              <a:t>LED</a:t>
            </a:r>
            <a:r>
              <a:rPr lang="zh-CN" altLang="en-US" sz="2000" b="1" dirty="0"/>
              <a:t>灯的亮灭，发送字符命令“</a:t>
            </a:r>
            <a:r>
              <a:rPr lang="en-US" altLang="zh-CN" sz="2000" b="1" dirty="0"/>
              <a:t>Y</a:t>
            </a:r>
            <a:r>
              <a:rPr lang="en-US" altLang="zh-CN" sz="2000" b="1" dirty="0">
                <a:latin typeface="+mj-ea"/>
                <a:ea typeface="+mj-ea"/>
              </a:rPr>
              <a:t>”</a:t>
            </a:r>
            <a:r>
              <a:rPr lang="zh-CN" altLang="en-US" sz="2000" b="1" dirty="0"/>
              <a:t>点亮</a:t>
            </a:r>
            <a:r>
              <a:rPr lang="en-US" altLang="zh-CN" sz="2000" b="1" dirty="0"/>
              <a:t>LED</a:t>
            </a:r>
            <a:r>
              <a:rPr lang="zh-CN" altLang="en-US" sz="2000" b="1" dirty="0"/>
              <a:t>灯，发送字符命令“</a:t>
            </a:r>
            <a:r>
              <a:rPr lang="en-US" altLang="zh-CN" sz="2000" b="1" dirty="0"/>
              <a:t>N</a:t>
            </a:r>
            <a:r>
              <a:rPr lang="en-US" altLang="zh-CN" sz="2000" b="1" dirty="0">
                <a:latin typeface="+mn-ea"/>
              </a:rPr>
              <a:t>”</a:t>
            </a:r>
            <a:r>
              <a:rPr lang="zh-CN" altLang="en-US" sz="2000" b="1" dirty="0"/>
              <a:t>熄灭</a:t>
            </a:r>
            <a:r>
              <a:rPr lang="en-US" altLang="zh-CN" sz="2000" b="1" dirty="0"/>
              <a:t>LED</a:t>
            </a:r>
            <a:r>
              <a:rPr lang="zh-CN" altLang="en-US" sz="2000" b="1" dirty="0"/>
              <a:t>灯。</a:t>
            </a:r>
          </a:p>
        </p:txBody>
      </p:sp>
      <p:sp>
        <p:nvSpPr>
          <p:cNvPr id="11" name="矩形 10"/>
          <p:cNvSpPr/>
          <p:nvPr/>
        </p:nvSpPr>
        <p:spPr>
          <a:xfrm>
            <a:off x="427456" y="1059582"/>
            <a:ext cx="928694" cy="571504"/>
          </a:xfrm>
          <a:prstGeom prst="rect">
            <a:avLst/>
          </a:prstGeom>
          <a:gradFill flip="none" rotWithShape="1">
            <a:gsLst>
              <a:gs pos="0">
                <a:schemeClr val="accent5">
                  <a:shade val="51000"/>
                  <a:satMod val="130000"/>
                </a:schemeClr>
              </a:gs>
              <a:gs pos="80000">
                <a:schemeClr val="accent5">
                  <a:shade val="93000"/>
                  <a:satMod val="130000"/>
                </a:schemeClr>
              </a:gs>
              <a:gs pos="100000">
                <a:schemeClr val="accent5">
                  <a:shade val="94000"/>
                  <a:satMod val="135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smtClean="0"/>
              <a:t>功能</a:t>
            </a:r>
            <a:endParaRPr lang="zh-CN" altLang="en-US" sz="2000" b="1" dirty="0"/>
          </a:p>
        </p:txBody>
      </p:sp>
      <p:sp>
        <p:nvSpPr>
          <p:cNvPr id="16" name="矩形 15"/>
          <p:cNvSpPr/>
          <p:nvPr/>
        </p:nvSpPr>
        <p:spPr>
          <a:xfrm>
            <a:off x="4499422" y="1362341"/>
            <a:ext cx="4287420" cy="2523130"/>
          </a:xfrm>
          <a:prstGeom prst="rect">
            <a:avLst/>
          </a:prstGeom>
          <a:noFill/>
          <a:ln>
            <a:solidFill>
              <a:schemeClr val="accent5">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283968" y="1005151"/>
            <a:ext cx="1143008" cy="714380"/>
          </a:xfrm>
          <a:prstGeom prst="rect">
            <a:avLst/>
          </a:prstGeom>
          <a:solidFill>
            <a:schemeClr val="accent5">
              <a:lumMod val="60000"/>
              <a:lumOff val="4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smtClean="0">
                <a:solidFill>
                  <a:schemeClr val="tx1"/>
                </a:solidFill>
              </a:rPr>
              <a:t>硬件</a:t>
            </a:r>
            <a:endParaRPr lang="en-US" altLang="zh-CN" sz="2000" b="1" dirty="0" smtClean="0">
              <a:solidFill>
                <a:schemeClr val="tx1"/>
              </a:solidFill>
            </a:endParaRPr>
          </a:p>
          <a:p>
            <a:pPr algn="ctr"/>
            <a:r>
              <a:rPr lang="zh-CN" altLang="en-US" sz="2000" b="1" dirty="0" smtClean="0">
                <a:solidFill>
                  <a:schemeClr val="tx1"/>
                </a:solidFill>
              </a:rPr>
              <a:t>设计</a:t>
            </a:r>
            <a:endParaRPr lang="zh-CN" altLang="en-US" sz="2000" b="1" dirty="0">
              <a:solidFill>
                <a:schemeClr val="tx1"/>
              </a:solidFill>
            </a:endParaRPr>
          </a:p>
        </p:txBody>
      </p:sp>
      <p:sp>
        <p:nvSpPr>
          <p:cNvPr id="23" name="TextBox 22"/>
          <p:cNvSpPr txBox="1"/>
          <p:nvPr/>
        </p:nvSpPr>
        <p:spPr>
          <a:xfrm>
            <a:off x="4477797" y="4085659"/>
            <a:ext cx="4214842" cy="646331"/>
          </a:xfrm>
          <a:prstGeom prst="rect">
            <a:avLst/>
          </a:prstGeom>
          <a:noFill/>
        </p:spPr>
        <p:txBody>
          <a:bodyPr wrap="square" rtlCol="0">
            <a:spAutoFit/>
          </a:bodyPr>
          <a:lstStyle/>
          <a:p>
            <a:r>
              <a:rPr lang="zh-CN" altLang="en-US" b="1" dirty="0" smtClean="0"/>
              <a:t>     使用</a:t>
            </a:r>
            <a:r>
              <a:rPr lang="en-US" altLang="zh-CN" b="1" dirty="0"/>
              <a:t>STM32F103</a:t>
            </a:r>
            <a:r>
              <a:rPr lang="zh-CN" altLang="en-US" b="1" dirty="0"/>
              <a:t>的串口</a:t>
            </a:r>
            <a:r>
              <a:rPr lang="en-US" altLang="zh-CN" b="1" dirty="0"/>
              <a:t>1</a:t>
            </a:r>
            <a:r>
              <a:rPr lang="zh-CN" altLang="en-US" b="1" dirty="0"/>
              <a:t>（</a:t>
            </a:r>
            <a:r>
              <a:rPr lang="en-US" altLang="zh-CN" b="1" dirty="0"/>
              <a:t>USART1</a:t>
            </a:r>
            <a:r>
              <a:rPr lang="zh-CN" altLang="en-US" b="1" dirty="0"/>
              <a:t>），</a:t>
            </a:r>
            <a:r>
              <a:rPr lang="en-US" altLang="zh-CN" b="1" dirty="0"/>
              <a:t>PE5</a:t>
            </a:r>
            <a:r>
              <a:rPr lang="zh-CN" altLang="en-US" b="1" dirty="0"/>
              <a:t>引脚连接一个</a:t>
            </a:r>
            <a:r>
              <a:rPr lang="en-US" altLang="zh-CN" b="1" dirty="0"/>
              <a:t>LED</a:t>
            </a:r>
            <a:r>
              <a:rPr lang="zh-CN" altLang="en-US" b="1" dirty="0" smtClean="0"/>
              <a:t>灯。</a:t>
            </a:r>
            <a:endParaRPr lang="zh-CN" altLang="en-US"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矩形 11"/>
          <p:cNvSpPr/>
          <p:nvPr/>
        </p:nvSpPr>
        <p:spPr>
          <a:xfrm>
            <a:off x="-4845" y="339503"/>
            <a:ext cx="381642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35495" y="339503"/>
            <a:ext cx="4442301" cy="461665"/>
          </a:xfrm>
          <a:prstGeom prst="rect">
            <a:avLst/>
          </a:prstGeom>
        </p:spPr>
        <p:txBody>
          <a:bodyPr wrap="square">
            <a:spAutoFit/>
          </a:bodyPr>
          <a:lstStyle/>
          <a:p>
            <a:r>
              <a:rPr lang="zh-CN" altLang="en-US" sz="2400" b="1" dirty="0" smtClean="0">
                <a:solidFill>
                  <a:schemeClr val="bg1"/>
                </a:solidFill>
              </a:rPr>
              <a:t> </a:t>
            </a:r>
            <a:r>
              <a:rPr lang="en-US" altLang="zh-CN" sz="2400" b="1" dirty="0">
                <a:solidFill>
                  <a:schemeClr val="bg1"/>
                </a:solidFill>
              </a:rPr>
              <a:t>7.5.3 </a:t>
            </a:r>
            <a:r>
              <a:rPr lang="en-US" altLang="zh-CN" sz="2400" b="1" dirty="0" smtClean="0">
                <a:solidFill>
                  <a:schemeClr val="bg1"/>
                </a:solidFill>
              </a:rPr>
              <a:t>USART</a:t>
            </a:r>
            <a:r>
              <a:rPr lang="zh-CN" altLang="en-US" sz="2400" b="1" dirty="0" smtClean="0">
                <a:solidFill>
                  <a:schemeClr val="bg1"/>
                </a:solidFill>
              </a:rPr>
              <a:t>应用</a:t>
            </a:r>
            <a:r>
              <a:rPr lang="zh-CN" altLang="en-US" sz="2400" b="1" dirty="0">
                <a:solidFill>
                  <a:schemeClr val="bg1"/>
                </a:solidFill>
              </a:rPr>
              <a:t>实例拓展</a:t>
            </a:r>
            <a:endParaRPr lang="zh-CN" altLang="en-US" sz="2400" b="1" dirty="0" smtClean="0">
              <a:solidFill>
                <a:schemeClr val="bg1"/>
              </a:solidFill>
            </a:endParaRPr>
          </a:p>
        </p:txBody>
      </p:sp>
      <p:sp>
        <p:nvSpPr>
          <p:cNvPr id="4" name="Rectangle 6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1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012731618"/>
              </p:ext>
            </p:extLst>
          </p:nvPr>
        </p:nvGraphicFramePr>
        <p:xfrm>
          <a:off x="4571999" y="2000018"/>
          <a:ext cx="4132993" cy="1424795"/>
        </p:xfrm>
        <a:graphic>
          <a:graphicData uri="http://schemas.openxmlformats.org/presentationml/2006/ole">
            <mc:AlternateContent xmlns:mc="http://schemas.openxmlformats.org/markup-compatibility/2006">
              <mc:Choice xmlns:v="urn:schemas-microsoft-com:vml" Requires="v">
                <p:oleObj spid="_x0000_s64541" name="Visio" r:id="rId3" imgW="3624320" imgH="1254528" progId="Visio.Drawing.11">
                  <p:embed/>
                </p:oleObj>
              </mc:Choice>
              <mc:Fallback>
                <p:oleObj name="Visio" r:id="rId3" imgW="3624320" imgH="1254528"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99" y="2000018"/>
                        <a:ext cx="4132993" cy="1424795"/>
                      </a:xfrm>
                      <a:prstGeom prst="rect">
                        <a:avLst/>
                      </a:prstGeom>
                      <a:noFill/>
                    </p:spPr>
                  </p:pic>
                </p:oleObj>
              </mc:Fallback>
            </mc:AlternateContent>
          </a:graphicData>
        </a:graphic>
      </p:graphicFrame>
    </p:spTree>
    <p:extLst>
      <p:ext uri="{BB962C8B-B14F-4D97-AF65-F5344CB8AC3E}">
        <p14:creationId xmlns:p14="http://schemas.microsoft.com/office/powerpoint/2010/main" val="307979078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67544" y="1635646"/>
            <a:ext cx="2448272" cy="163121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          将</a:t>
            </a:r>
            <a:r>
              <a:rPr lang="en-GB" altLang="zh-CN" sz="2000" b="1" dirty="0"/>
              <a:t>PE5</a:t>
            </a:r>
            <a:r>
              <a:rPr lang="zh-CN" altLang="en-US" sz="2000" b="1" dirty="0"/>
              <a:t>配置为“</a:t>
            </a:r>
            <a:r>
              <a:rPr lang="en-GB" altLang="zh-CN" sz="2000" b="1" dirty="0"/>
              <a:t>Output Push Pull”</a:t>
            </a:r>
            <a:r>
              <a:rPr lang="zh-CN" altLang="en-GB" sz="2000" b="1" dirty="0"/>
              <a:t>（</a:t>
            </a:r>
            <a:r>
              <a:rPr lang="zh-CN" altLang="en-US" sz="2000" b="1" dirty="0"/>
              <a:t>推挽输出），初始化电平为低电平</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6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1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4" name="图片 13" descr="E:\教材编写2019-8-29刘\第九章图\2019-09-23_16583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47925" y="1059582"/>
            <a:ext cx="5464383" cy="3762507"/>
          </a:xfrm>
          <a:prstGeom prst="rect">
            <a:avLst/>
          </a:prstGeom>
          <a:noFill/>
          <a:ln>
            <a:noFill/>
          </a:ln>
        </p:spPr>
      </p:pic>
      <p:sp>
        <p:nvSpPr>
          <p:cNvPr id="11" name="矩形 10"/>
          <p:cNvSpPr/>
          <p:nvPr/>
        </p:nvSpPr>
        <p:spPr>
          <a:xfrm>
            <a:off x="-4845" y="339503"/>
            <a:ext cx="381642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5" name="矩形 14"/>
          <p:cNvSpPr/>
          <p:nvPr/>
        </p:nvSpPr>
        <p:spPr>
          <a:xfrm>
            <a:off x="35495" y="339503"/>
            <a:ext cx="4442301" cy="461665"/>
          </a:xfrm>
          <a:prstGeom prst="rect">
            <a:avLst/>
          </a:prstGeom>
        </p:spPr>
        <p:txBody>
          <a:bodyPr wrap="square">
            <a:spAutoFit/>
          </a:bodyPr>
          <a:lstStyle/>
          <a:p>
            <a:r>
              <a:rPr lang="zh-CN" altLang="en-US" sz="2400" b="1" dirty="0" smtClean="0">
                <a:solidFill>
                  <a:schemeClr val="bg1"/>
                </a:solidFill>
              </a:rPr>
              <a:t> </a:t>
            </a:r>
            <a:r>
              <a:rPr lang="en-US" altLang="zh-CN" sz="2400" b="1" dirty="0">
                <a:solidFill>
                  <a:schemeClr val="bg1"/>
                </a:solidFill>
              </a:rPr>
              <a:t>7.5.3 </a:t>
            </a:r>
            <a:r>
              <a:rPr lang="en-US" altLang="zh-CN" sz="2400" b="1" dirty="0" smtClean="0">
                <a:solidFill>
                  <a:schemeClr val="bg1"/>
                </a:solidFill>
              </a:rPr>
              <a:t>USART</a:t>
            </a:r>
            <a:r>
              <a:rPr lang="zh-CN" altLang="en-US" sz="2400" b="1" dirty="0" smtClean="0">
                <a:solidFill>
                  <a:schemeClr val="bg1"/>
                </a:solidFill>
              </a:rPr>
              <a:t>应用</a:t>
            </a:r>
            <a:r>
              <a:rPr lang="zh-CN" altLang="en-US" sz="2400" b="1" dirty="0">
                <a:solidFill>
                  <a:schemeClr val="bg1"/>
                </a:solidFill>
              </a:rPr>
              <a:t>实例拓展</a:t>
            </a:r>
            <a:endParaRPr lang="zh-CN" altLang="en-US" sz="2400" b="1" dirty="0" smtClean="0">
              <a:solidFill>
                <a:schemeClr val="bg1"/>
              </a:solidFill>
            </a:endParaRPr>
          </a:p>
        </p:txBody>
      </p:sp>
    </p:spTree>
    <p:extLst>
      <p:ext uri="{BB962C8B-B14F-4D97-AF65-F5344CB8AC3E}">
        <p14:creationId xmlns:p14="http://schemas.microsoft.com/office/powerpoint/2010/main" val="233916699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33263" y="1414481"/>
            <a:ext cx="3888432" cy="278537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400" b="1" dirty="0"/>
              <a:t>首先定义一个字符变量</a:t>
            </a:r>
            <a:r>
              <a:rPr lang="en-GB" altLang="zh-CN" sz="1400" b="1" dirty="0" err="1"/>
              <a:t>Receive_data</a:t>
            </a:r>
            <a:r>
              <a:rPr lang="zh-CN" altLang="en-US" sz="1400" b="1" dirty="0"/>
              <a:t>用于存放接收的字符，在</a:t>
            </a:r>
            <a:r>
              <a:rPr lang="en-GB" altLang="zh-CN" sz="1400" b="1" dirty="0" err="1"/>
              <a:t>main.c</a:t>
            </a:r>
            <a:r>
              <a:rPr lang="zh-CN" altLang="en-US" sz="1400" b="1" dirty="0"/>
              <a:t>文件中的</a:t>
            </a:r>
            <a:r>
              <a:rPr lang="en-GB" altLang="zh-CN" sz="1400" b="1" dirty="0"/>
              <a:t>while()</a:t>
            </a:r>
            <a:r>
              <a:rPr lang="zh-CN" altLang="en-US" sz="1400" b="1" dirty="0"/>
              <a:t>中添加如下程序代码：</a:t>
            </a:r>
          </a:p>
          <a:p>
            <a:pPr>
              <a:lnSpc>
                <a:spcPct val="125000"/>
              </a:lnSpc>
            </a:pPr>
            <a:r>
              <a:rPr lang="en-GB" altLang="zh-CN" sz="1400" b="1" dirty="0"/>
              <a:t>while (1)</a:t>
            </a:r>
          </a:p>
          <a:p>
            <a:pPr>
              <a:lnSpc>
                <a:spcPct val="125000"/>
              </a:lnSpc>
            </a:pPr>
            <a:r>
              <a:rPr lang="en-GB" altLang="zh-CN" sz="1400" b="1" dirty="0"/>
              <a:t>{</a:t>
            </a:r>
          </a:p>
          <a:p>
            <a:pPr>
              <a:lnSpc>
                <a:spcPct val="125000"/>
              </a:lnSpc>
            </a:pPr>
            <a:r>
              <a:rPr lang="en-GB" altLang="zh-CN" sz="1400" b="1" dirty="0"/>
              <a:t>/* USER CODE END WHILE */</a:t>
            </a:r>
          </a:p>
          <a:p>
            <a:pPr>
              <a:lnSpc>
                <a:spcPct val="125000"/>
              </a:lnSpc>
            </a:pPr>
            <a:r>
              <a:rPr lang="en-GB" altLang="zh-CN" sz="1400" b="1" dirty="0"/>
              <a:t>/* USER CODE BEGIN 3 */</a:t>
            </a:r>
          </a:p>
          <a:p>
            <a:pPr>
              <a:lnSpc>
                <a:spcPct val="125000"/>
              </a:lnSpc>
            </a:pPr>
            <a:r>
              <a:rPr lang="en-GB" altLang="zh-CN" sz="1400" b="1" dirty="0"/>
              <a:t>uint8_t </a:t>
            </a:r>
            <a:r>
              <a:rPr lang="en-GB" altLang="zh-CN" sz="1400" b="1" dirty="0" err="1"/>
              <a:t>Receive_data</a:t>
            </a:r>
            <a:r>
              <a:rPr lang="en-GB" altLang="zh-CN" sz="1400" b="1" dirty="0"/>
              <a:t>; //</a:t>
            </a:r>
            <a:r>
              <a:rPr lang="zh-CN" altLang="en-US" sz="1400" b="1" dirty="0"/>
              <a:t>定义一个字符变量</a:t>
            </a:r>
          </a:p>
          <a:p>
            <a:pPr>
              <a:lnSpc>
                <a:spcPct val="125000"/>
              </a:lnSpc>
            </a:pPr>
            <a:r>
              <a:rPr lang="en-GB" altLang="zh-CN" sz="1400" b="1" dirty="0" err="1"/>
              <a:t>Receive_data</a:t>
            </a:r>
            <a:r>
              <a:rPr lang="en-GB" altLang="zh-CN" sz="1400" b="1" dirty="0"/>
              <a:t> = </a:t>
            </a:r>
            <a:r>
              <a:rPr lang="en-GB" altLang="zh-CN" sz="1400" b="1" dirty="0" err="1"/>
              <a:t>getchar</a:t>
            </a:r>
            <a:r>
              <a:rPr lang="en-GB" altLang="zh-CN" sz="1400" b="1" dirty="0"/>
              <a:t>(); //</a:t>
            </a:r>
            <a:r>
              <a:rPr lang="zh-CN" altLang="en-US" sz="1400" b="1" dirty="0"/>
              <a:t>获取输入的命令字符</a:t>
            </a:r>
          </a:p>
          <a:p>
            <a:pPr>
              <a:lnSpc>
                <a:spcPct val="125000"/>
              </a:lnSpc>
            </a:pPr>
            <a:r>
              <a:rPr lang="en-GB" altLang="zh-CN" sz="1400" b="1" dirty="0" err="1"/>
              <a:t>printf</a:t>
            </a:r>
            <a:r>
              <a:rPr lang="en-GB" altLang="zh-CN" sz="1400" b="1" dirty="0"/>
              <a:t>("The Receive order is : %c\n",</a:t>
            </a:r>
            <a:r>
              <a:rPr lang="en-GB" altLang="zh-CN" sz="1400" b="1" dirty="0" err="1"/>
              <a:t>Receive_data</a:t>
            </a:r>
            <a:r>
              <a:rPr lang="en-GB" altLang="zh-CN" sz="1400" b="1" dirty="0" smtClean="0"/>
              <a:t>);</a:t>
            </a:r>
            <a:endParaRPr lang="en-GB" altLang="zh-CN" sz="1400"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6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1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5220072" y="406865"/>
            <a:ext cx="1569660" cy="369332"/>
          </a:xfrm>
          <a:prstGeom prst="rect">
            <a:avLst/>
          </a:prstGeom>
        </p:spPr>
        <p:txBody>
          <a:bodyPr wrap="none">
            <a:spAutoFit/>
          </a:bodyPr>
          <a:lstStyle/>
          <a:p>
            <a:r>
              <a:rPr lang="zh-CN" altLang="en-US" b="1" dirty="0">
                <a:solidFill>
                  <a:srgbClr val="C00000"/>
                </a:solidFill>
              </a:rPr>
              <a:t>编写应用程序</a:t>
            </a:r>
          </a:p>
        </p:txBody>
      </p:sp>
      <p:sp>
        <p:nvSpPr>
          <p:cNvPr id="7" name="矩形 6"/>
          <p:cNvSpPr/>
          <p:nvPr/>
        </p:nvSpPr>
        <p:spPr>
          <a:xfrm>
            <a:off x="4265487" y="1160288"/>
            <a:ext cx="4734272" cy="330404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400" b="1" dirty="0"/>
              <a:t>if(</a:t>
            </a:r>
            <a:r>
              <a:rPr lang="en-GB" altLang="zh-CN" sz="1400" b="1" dirty="0" err="1"/>
              <a:t>Receive_data</a:t>
            </a:r>
            <a:r>
              <a:rPr lang="en-GB" altLang="zh-CN" sz="1400" b="1" dirty="0"/>
              <a:t> == 'Y')  //</a:t>
            </a:r>
            <a:r>
              <a:rPr lang="zh-CN" altLang="en-US" sz="1400" b="1" dirty="0"/>
              <a:t>发送字符命令</a:t>
            </a:r>
            <a:r>
              <a:rPr lang="en-GB" altLang="zh-CN" sz="1400" b="1" dirty="0"/>
              <a:t>Y</a:t>
            </a:r>
            <a:r>
              <a:rPr lang="zh-CN" altLang="en-GB" sz="1400" b="1" dirty="0"/>
              <a:t>，</a:t>
            </a:r>
            <a:r>
              <a:rPr lang="zh-CN" altLang="en-US" sz="1400" b="1" dirty="0"/>
              <a:t>点亮</a:t>
            </a:r>
            <a:r>
              <a:rPr lang="en-GB" altLang="zh-CN" sz="1400" b="1" dirty="0"/>
              <a:t>LED</a:t>
            </a:r>
            <a:r>
              <a:rPr lang="zh-CN" altLang="en-US" sz="1400" b="1" dirty="0"/>
              <a:t>灯</a:t>
            </a:r>
          </a:p>
          <a:p>
            <a:pPr>
              <a:lnSpc>
                <a:spcPct val="125000"/>
              </a:lnSpc>
            </a:pPr>
            <a:r>
              <a:rPr lang="en-US" altLang="zh-CN" sz="1400" b="1" dirty="0"/>
              <a:t>{</a:t>
            </a:r>
          </a:p>
          <a:p>
            <a:pPr>
              <a:lnSpc>
                <a:spcPct val="125000"/>
              </a:lnSpc>
            </a:pPr>
            <a:r>
              <a:rPr lang="en-GB" altLang="zh-CN" sz="1400" b="1" dirty="0" err="1"/>
              <a:t>HAL_GPIO_WritePin</a:t>
            </a:r>
            <a:r>
              <a:rPr lang="en-GB" altLang="zh-CN" sz="1400" b="1" dirty="0"/>
              <a:t>(GPIOE, GPIO_PIN_5, GPIO_PIN_RESET); </a:t>
            </a:r>
          </a:p>
          <a:p>
            <a:pPr>
              <a:lnSpc>
                <a:spcPct val="125000"/>
              </a:lnSpc>
            </a:pPr>
            <a:r>
              <a:rPr lang="en-GB" altLang="zh-CN" sz="1400" b="1" dirty="0" err="1"/>
              <a:t>printf</a:t>
            </a:r>
            <a:r>
              <a:rPr lang="en-GB" altLang="zh-CN" sz="1400" b="1" dirty="0"/>
              <a:t>("The LED is ON !\r\n");		 </a:t>
            </a:r>
          </a:p>
          <a:p>
            <a:pPr>
              <a:lnSpc>
                <a:spcPct val="125000"/>
              </a:lnSpc>
            </a:pPr>
            <a:r>
              <a:rPr lang="en-GB" altLang="zh-CN" sz="1400" b="1" dirty="0"/>
              <a:t>}</a:t>
            </a:r>
          </a:p>
          <a:p>
            <a:pPr>
              <a:lnSpc>
                <a:spcPct val="125000"/>
              </a:lnSpc>
            </a:pPr>
            <a:r>
              <a:rPr lang="en-GB" altLang="zh-CN" sz="1400" b="1" dirty="0"/>
              <a:t>else if(</a:t>
            </a:r>
            <a:r>
              <a:rPr lang="en-GB" altLang="zh-CN" sz="1400" b="1" dirty="0" err="1"/>
              <a:t>Receive_data</a:t>
            </a:r>
            <a:r>
              <a:rPr lang="en-GB" altLang="zh-CN" sz="1400" b="1" dirty="0"/>
              <a:t> == 'N') //</a:t>
            </a:r>
            <a:r>
              <a:rPr lang="zh-CN" altLang="en-US" sz="1400" b="1" dirty="0"/>
              <a:t>发送字符命令</a:t>
            </a:r>
            <a:r>
              <a:rPr lang="en-GB" altLang="zh-CN" sz="1400" b="1" dirty="0"/>
              <a:t>N</a:t>
            </a:r>
            <a:r>
              <a:rPr lang="zh-CN" altLang="en-GB" sz="1400" b="1" dirty="0"/>
              <a:t>，</a:t>
            </a:r>
            <a:r>
              <a:rPr lang="zh-CN" altLang="en-US" sz="1400" b="1" dirty="0"/>
              <a:t>熄灭</a:t>
            </a:r>
            <a:r>
              <a:rPr lang="en-GB" altLang="zh-CN" sz="1400" b="1" dirty="0"/>
              <a:t>LED</a:t>
            </a:r>
            <a:r>
              <a:rPr lang="zh-CN" altLang="en-US" sz="1400" b="1" dirty="0"/>
              <a:t>灯</a:t>
            </a:r>
          </a:p>
          <a:p>
            <a:pPr>
              <a:lnSpc>
                <a:spcPct val="125000"/>
              </a:lnSpc>
            </a:pPr>
            <a:r>
              <a:rPr lang="en-US" altLang="zh-CN" sz="1400" b="1" dirty="0"/>
              <a:t>{</a:t>
            </a:r>
          </a:p>
          <a:p>
            <a:pPr>
              <a:lnSpc>
                <a:spcPct val="125000"/>
              </a:lnSpc>
            </a:pPr>
            <a:r>
              <a:rPr lang="en-GB" altLang="zh-CN" sz="1400" b="1" dirty="0" err="1"/>
              <a:t>HAL_GPIO_WritePin</a:t>
            </a:r>
            <a:r>
              <a:rPr lang="en-GB" altLang="zh-CN" sz="1400" b="1" dirty="0"/>
              <a:t>(GPIOE,GPIO_PIN_5,GPIO_PIN_SET);</a:t>
            </a:r>
          </a:p>
          <a:p>
            <a:pPr>
              <a:lnSpc>
                <a:spcPct val="125000"/>
              </a:lnSpc>
            </a:pPr>
            <a:r>
              <a:rPr lang="en-GB" altLang="zh-CN" sz="1400" b="1" dirty="0" err="1"/>
              <a:t>printf</a:t>
            </a:r>
            <a:r>
              <a:rPr lang="en-GB" altLang="zh-CN" sz="1400" b="1" dirty="0"/>
              <a:t>("The LED is OFF !\r\n");</a:t>
            </a:r>
          </a:p>
          <a:p>
            <a:pPr>
              <a:lnSpc>
                <a:spcPct val="125000"/>
              </a:lnSpc>
            </a:pPr>
            <a:r>
              <a:rPr lang="en-GB" altLang="zh-CN" sz="1400" b="1" dirty="0"/>
              <a:t>}</a:t>
            </a:r>
          </a:p>
          <a:p>
            <a:pPr>
              <a:lnSpc>
                <a:spcPct val="125000"/>
              </a:lnSpc>
            </a:pPr>
            <a:r>
              <a:rPr lang="en-GB" altLang="zh-CN" sz="1400" b="1" dirty="0"/>
              <a:t>}</a:t>
            </a:r>
          </a:p>
          <a:p>
            <a:pPr>
              <a:lnSpc>
                <a:spcPct val="125000"/>
              </a:lnSpc>
            </a:pPr>
            <a:r>
              <a:rPr lang="en-GB" altLang="zh-CN" sz="1400" b="1" dirty="0"/>
              <a:t>/* USER CODE END 3 */</a:t>
            </a:r>
          </a:p>
        </p:txBody>
      </p:sp>
      <p:sp>
        <p:nvSpPr>
          <p:cNvPr id="11" name="矩形 10"/>
          <p:cNvSpPr/>
          <p:nvPr/>
        </p:nvSpPr>
        <p:spPr>
          <a:xfrm>
            <a:off x="-4845" y="339503"/>
            <a:ext cx="381642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4" name="矩形 13"/>
          <p:cNvSpPr/>
          <p:nvPr/>
        </p:nvSpPr>
        <p:spPr>
          <a:xfrm>
            <a:off x="35495" y="339503"/>
            <a:ext cx="4442301" cy="461665"/>
          </a:xfrm>
          <a:prstGeom prst="rect">
            <a:avLst/>
          </a:prstGeom>
        </p:spPr>
        <p:txBody>
          <a:bodyPr wrap="square">
            <a:spAutoFit/>
          </a:bodyPr>
          <a:lstStyle/>
          <a:p>
            <a:r>
              <a:rPr lang="zh-CN" altLang="en-US" sz="2400" b="1" dirty="0" smtClean="0">
                <a:solidFill>
                  <a:schemeClr val="bg1"/>
                </a:solidFill>
              </a:rPr>
              <a:t> </a:t>
            </a:r>
            <a:r>
              <a:rPr lang="en-US" altLang="zh-CN" sz="2400" b="1" dirty="0">
                <a:solidFill>
                  <a:schemeClr val="bg1"/>
                </a:solidFill>
              </a:rPr>
              <a:t>7.5.3 </a:t>
            </a:r>
            <a:r>
              <a:rPr lang="en-US" altLang="zh-CN" sz="2400" b="1" dirty="0" smtClean="0">
                <a:solidFill>
                  <a:schemeClr val="bg1"/>
                </a:solidFill>
              </a:rPr>
              <a:t>USART</a:t>
            </a:r>
            <a:r>
              <a:rPr lang="zh-CN" altLang="en-US" sz="2400" b="1" dirty="0" smtClean="0">
                <a:solidFill>
                  <a:schemeClr val="bg1"/>
                </a:solidFill>
              </a:rPr>
              <a:t>应用</a:t>
            </a:r>
            <a:r>
              <a:rPr lang="zh-CN" altLang="en-US" sz="2400" b="1" dirty="0">
                <a:solidFill>
                  <a:schemeClr val="bg1"/>
                </a:solidFill>
              </a:rPr>
              <a:t>实例拓展</a:t>
            </a:r>
            <a:endParaRPr lang="zh-CN" altLang="en-US" sz="2400" b="1" dirty="0" smtClean="0">
              <a:solidFill>
                <a:schemeClr val="bg1"/>
              </a:solidFill>
            </a:endParaRPr>
          </a:p>
        </p:txBody>
      </p:sp>
    </p:spTree>
    <p:extLst>
      <p:ext uri="{BB962C8B-B14F-4D97-AF65-F5344CB8AC3E}">
        <p14:creationId xmlns:p14="http://schemas.microsoft.com/office/powerpoint/2010/main" val="211384659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12429" y="1160288"/>
            <a:ext cx="3888432" cy="345504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a:t>//</a:t>
            </a:r>
            <a:r>
              <a:rPr lang="zh-CN" altLang="en-US" sz="1600" b="1" dirty="0"/>
              <a:t>重定向</a:t>
            </a:r>
            <a:r>
              <a:rPr lang="en-GB" altLang="zh-CN" sz="1600" b="1" dirty="0"/>
              <a:t>C</a:t>
            </a:r>
            <a:r>
              <a:rPr lang="zh-CN" altLang="en-US" sz="1600" b="1" dirty="0"/>
              <a:t>库函数</a:t>
            </a:r>
            <a:r>
              <a:rPr lang="en-GB" altLang="zh-CN" sz="1600" b="1" dirty="0" err="1"/>
              <a:t>scanf</a:t>
            </a:r>
            <a:r>
              <a:rPr lang="en-GB" altLang="zh-CN" sz="1600" b="1" dirty="0"/>
              <a:t>()</a:t>
            </a:r>
            <a:r>
              <a:rPr lang="zh-CN" altLang="en-US" sz="1600" b="1" dirty="0"/>
              <a:t>到串口，重定向后可使用</a:t>
            </a:r>
            <a:r>
              <a:rPr lang="en-GB" altLang="zh-CN" sz="1600" b="1" dirty="0" err="1"/>
              <a:t>scanf</a:t>
            </a:r>
            <a:r>
              <a:rPr lang="en-GB" altLang="zh-CN" sz="1600" b="1" dirty="0"/>
              <a:t>()</a:t>
            </a:r>
            <a:r>
              <a:rPr lang="zh-CN" altLang="en-US" sz="1600" b="1" dirty="0"/>
              <a:t>函数</a:t>
            </a:r>
          </a:p>
          <a:p>
            <a:pPr>
              <a:lnSpc>
                <a:spcPct val="125000"/>
              </a:lnSpc>
            </a:pPr>
            <a:r>
              <a:rPr lang="en-GB" altLang="zh-CN" sz="1600" b="1" dirty="0" err="1"/>
              <a:t>int</a:t>
            </a:r>
            <a:r>
              <a:rPr lang="en-GB" altLang="zh-CN" sz="1600" b="1" dirty="0"/>
              <a:t> </a:t>
            </a:r>
            <a:r>
              <a:rPr lang="en-GB" altLang="zh-CN" sz="1600" b="1" dirty="0" err="1"/>
              <a:t>fgetc</a:t>
            </a:r>
            <a:r>
              <a:rPr lang="en-GB" altLang="zh-CN" sz="1600" b="1" dirty="0"/>
              <a:t>(FILE * f)</a:t>
            </a:r>
          </a:p>
          <a:p>
            <a:pPr>
              <a:lnSpc>
                <a:spcPct val="125000"/>
              </a:lnSpc>
            </a:pPr>
            <a:r>
              <a:rPr lang="en-GB" altLang="zh-CN" sz="1600" b="1" dirty="0"/>
              <a:t>{</a:t>
            </a:r>
          </a:p>
          <a:p>
            <a:pPr>
              <a:lnSpc>
                <a:spcPct val="125000"/>
              </a:lnSpc>
            </a:pPr>
            <a:r>
              <a:rPr lang="en-GB" altLang="zh-CN" sz="1600" b="1" dirty="0"/>
              <a:t>  uint8_t </a:t>
            </a:r>
            <a:r>
              <a:rPr lang="en-GB" altLang="zh-CN" sz="1600" b="1" dirty="0" err="1"/>
              <a:t>ch</a:t>
            </a:r>
            <a:r>
              <a:rPr lang="en-GB" altLang="zh-CN" sz="1600" b="1" dirty="0"/>
              <a:t> = 0;</a:t>
            </a:r>
          </a:p>
          <a:p>
            <a:pPr>
              <a:lnSpc>
                <a:spcPct val="125000"/>
              </a:lnSpc>
            </a:pPr>
            <a:r>
              <a:rPr lang="en-GB" altLang="zh-CN" sz="1600" b="1" dirty="0"/>
              <a:t>  </a:t>
            </a:r>
            <a:r>
              <a:rPr lang="en-GB" altLang="zh-CN" sz="1600" b="1" dirty="0" err="1"/>
              <a:t>HAL_UART_Receive</a:t>
            </a:r>
            <a:r>
              <a:rPr lang="en-GB" altLang="zh-CN" sz="1600" b="1" dirty="0"/>
              <a:t>(&amp;huart1,&amp;ch, 1, 0xffff);</a:t>
            </a:r>
          </a:p>
          <a:p>
            <a:pPr>
              <a:lnSpc>
                <a:spcPct val="125000"/>
              </a:lnSpc>
            </a:pPr>
            <a:r>
              <a:rPr lang="en-GB" altLang="zh-CN" sz="1600" b="1" dirty="0"/>
              <a:t>  return </a:t>
            </a:r>
            <a:r>
              <a:rPr lang="en-GB" altLang="zh-CN" sz="1600" b="1" dirty="0" err="1"/>
              <a:t>ch</a:t>
            </a:r>
            <a:r>
              <a:rPr lang="en-GB" altLang="zh-CN" sz="1600" b="1" dirty="0"/>
              <a:t>;</a:t>
            </a:r>
          </a:p>
          <a:p>
            <a:pPr>
              <a:lnSpc>
                <a:spcPct val="125000"/>
              </a:lnSpc>
            </a:pPr>
            <a:r>
              <a:rPr lang="en-GB" altLang="zh-CN" sz="1600" b="1" dirty="0"/>
              <a:t>}</a:t>
            </a:r>
          </a:p>
          <a:p>
            <a:pPr>
              <a:lnSpc>
                <a:spcPct val="125000"/>
              </a:lnSpc>
            </a:pPr>
            <a:r>
              <a:rPr lang="en-GB" altLang="zh-CN" sz="1600" b="1" dirty="0"/>
              <a:t>/* USER CODE END 1 */</a:t>
            </a:r>
          </a:p>
          <a:p>
            <a:pPr>
              <a:lnSpc>
                <a:spcPct val="125000"/>
              </a:lnSpc>
            </a:pPr>
            <a:r>
              <a:rPr lang="en-GB" altLang="zh-CN" sz="1600" b="1" dirty="0"/>
              <a:t>	</a:t>
            </a:r>
            <a:endParaRPr lang="zh-CN" altLang="en-US" sz="1600"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6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1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5220072" y="406865"/>
            <a:ext cx="1569660" cy="369332"/>
          </a:xfrm>
          <a:prstGeom prst="rect">
            <a:avLst/>
          </a:prstGeom>
        </p:spPr>
        <p:txBody>
          <a:bodyPr wrap="none">
            <a:spAutoFit/>
          </a:bodyPr>
          <a:lstStyle/>
          <a:p>
            <a:r>
              <a:rPr lang="zh-CN" altLang="en-US" b="1" dirty="0">
                <a:solidFill>
                  <a:srgbClr val="C00000"/>
                </a:solidFill>
              </a:rPr>
              <a:t>编写应用程序</a:t>
            </a:r>
          </a:p>
        </p:txBody>
      </p:sp>
      <p:sp>
        <p:nvSpPr>
          <p:cNvPr id="7" name="矩形 6"/>
          <p:cNvSpPr/>
          <p:nvPr/>
        </p:nvSpPr>
        <p:spPr>
          <a:xfrm>
            <a:off x="4420263" y="2510465"/>
            <a:ext cx="4338961" cy="75469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重新</a:t>
            </a:r>
            <a:r>
              <a:rPr lang="zh-CN" altLang="en-US" b="1" dirty="0"/>
              <a:t>编译工程，无错误无警告后，下载到目标开发板进行验证</a:t>
            </a:r>
            <a:r>
              <a:rPr lang="zh-CN" altLang="en-US" b="1" dirty="0" smtClean="0"/>
              <a:t>。</a:t>
            </a:r>
            <a:endParaRPr lang="zh-CN" altLang="en-US" b="1" dirty="0"/>
          </a:p>
        </p:txBody>
      </p:sp>
      <p:sp>
        <p:nvSpPr>
          <p:cNvPr id="11" name="矩形 10"/>
          <p:cNvSpPr/>
          <p:nvPr/>
        </p:nvSpPr>
        <p:spPr>
          <a:xfrm>
            <a:off x="-4845" y="339503"/>
            <a:ext cx="381642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4" name="矩形 13"/>
          <p:cNvSpPr/>
          <p:nvPr/>
        </p:nvSpPr>
        <p:spPr>
          <a:xfrm>
            <a:off x="35495" y="339503"/>
            <a:ext cx="4442301" cy="461665"/>
          </a:xfrm>
          <a:prstGeom prst="rect">
            <a:avLst/>
          </a:prstGeom>
        </p:spPr>
        <p:txBody>
          <a:bodyPr wrap="square">
            <a:spAutoFit/>
          </a:bodyPr>
          <a:lstStyle/>
          <a:p>
            <a:r>
              <a:rPr lang="zh-CN" altLang="en-US" sz="2400" b="1" dirty="0" smtClean="0">
                <a:solidFill>
                  <a:schemeClr val="bg1"/>
                </a:solidFill>
              </a:rPr>
              <a:t> </a:t>
            </a:r>
            <a:r>
              <a:rPr lang="en-US" altLang="zh-CN" sz="2400" b="1" dirty="0">
                <a:solidFill>
                  <a:schemeClr val="bg1"/>
                </a:solidFill>
              </a:rPr>
              <a:t>7.5.3 </a:t>
            </a:r>
            <a:r>
              <a:rPr lang="en-US" altLang="zh-CN" sz="2400" b="1" dirty="0" smtClean="0">
                <a:solidFill>
                  <a:schemeClr val="bg1"/>
                </a:solidFill>
              </a:rPr>
              <a:t>USART</a:t>
            </a:r>
            <a:r>
              <a:rPr lang="zh-CN" altLang="en-US" sz="2400" b="1" dirty="0" smtClean="0">
                <a:solidFill>
                  <a:schemeClr val="bg1"/>
                </a:solidFill>
              </a:rPr>
              <a:t>应用</a:t>
            </a:r>
            <a:r>
              <a:rPr lang="zh-CN" altLang="en-US" sz="2400" b="1" dirty="0">
                <a:solidFill>
                  <a:schemeClr val="bg1"/>
                </a:solidFill>
              </a:rPr>
              <a:t>实例拓展</a:t>
            </a:r>
            <a:endParaRPr lang="zh-CN" altLang="en-US" sz="2400" b="1" dirty="0" smtClean="0">
              <a:solidFill>
                <a:schemeClr val="bg1"/>
              </a:solidFill>
            </a:endParaRPr>
          </a:p>
        </p:txBody>
      </p:sp>
    </p:spTree>
    <p:extLst>
      <p:ext uri="{BB962C8B-B14F-4D97-AF65-F5344CB8AC3E}">
        <p14:creationId xmlns:p14="http://schemas.microsoft.com/office/powerpoint/2010/main" val="286790525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35496" y="339502"/>
            <a:ext cx="4977645" cy="461665"/>
          </a:xfrm>
          <a:prstGeom prst="rect">
            <a:avLst/>
          </a:prstGeom>
        </p:spPr>
        <p:txBody>
          <a:bodyPr wrap="none">
            <a:spAutoFit/>
          </a:bodyPr>
          <a:lstStyle/>
          <a:p>
            <a:r>
              <a:rPr lang="en-US" altLang="zh-CN" sz="2400" b="1" dirty="0" smtClean="0">
                <a:solidFill>
                  <a:schemeClr val="bg1"/>
                </a:solidFill>
                <a:ea typeface="黑体" pitchFamily="49" charset="-122"/>
              </a:rPr>
              <a:t>7.6 </a:t>
            </a:r>
            <a:r>
              <a:rPr lang="zh-CN" altLang="en-US" sz="2400" b="1" dirty="0" smtClean="0">
                <a:solidFill>
                  <a:schemeClr val="bg1"/>
                </a:solidFill>
                <a:ea typeface="黑体" pitchFamily="49" charset="-122"/>
              </a:rPr>
              <a:t>编程</a:t>
            </a:r>
            <a:r>
              <a:rPr lang="zh-CN" altLang="en-US" sz="2400" b="1" dirty="0">
                <a:solidFill>
                  <a:schemeClr val="bg1"/>
                </a:solidFill>
                <a:ea typeface="黑体" pitchFamily="49" charset="-122"/>
              </a:rPr>
              <a:t>思想之自定义串口通信协议</a:t>
            </a:r>
            <a:endParaRPr lang="zh-CN" altLang="en-US" sz="2400" b="1" dirty="0" smtClean="0">
              <a:solidFill>
                <a:schemeClr val="bg1"/>
              </a:solidFill>
              <a:ea typeface="黑体" pitchFamily="49" charset="-122"/>
            </a:endParaRPr>
          </a:p>
        </p:txBody>
      </p:sp>
      <p:sp>
        <p:nvSpPr>
          <p:cNvPr id="2" name="矩形 1"/>
          <p:cNvSpPr/>
          <p:nvPr/>
        </p:nvSpPr>
        <p:spPr>
          <a:xfrm>
            <a:off x="234448" y="1203598"/>
            <a:ext cx="8585702" cy="7848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5000"/>
              </a:lnSpc>
            </a:pPr>
            <a:r>
              <a:rPr lang="en-US" altLang="zh-CN" b="1" dirty="0" smtClean="0">
                <a:solidFill>
                  <a:schemeClr val="dk1"/>
                </a:solidFill>
              </a:rPr>
              <a:t>      </a:t>
            </a:r>
            <a:r>
              <a:rPr lang="zh-CN" altLang="zh-CN" b="1" dirty="0" smtClean="0">
                <a:solidFill>
                  <a:schemeClr val="dk1"/>
                </a:solidFill>
              </a:rPr>
              <a:t>复杂</a:t>
            </a:r>
            <a:r>
              <a:rPr lang="zh-CN" altLang="zh-CN" b="1" dirty="0">
                <a:solidFill>
                  <a:schemeClr val="dk1"/>
                </a:solidFill>
              </a:rPr>
              <a:t>的通信</a:t>
            </a:r>
            <a:r>
              <a:rPr lang="zh-CN" altLang="zh-CN" b="1" dirty="0" smtClean="0">
                <a:solidFill>
                  <a:schemeClr val="dk1"/>
                </a:solidFill>
              </a:rPr>
              <a:t>控制</a:t>
            </a:r>
            <a:r>
              <a:rPr lang="zh-CN" altLang="en-US" b="1" dirty="0" smtClean="0">
                <a:solidFill>
                  <a:schemeClr val="dk1"/>
                </a:solidFill>
              </a:rPr>
              <a:t>往往</a:t>
            </a:r>
            <a:r>
              <a:rPr lang="zh-CN" altLang="zh-CN" b="1" dirty="0" smtClean="0">
                <a:solidFill>
                  <a:schemeClr val="dk1"/>
                </a:solidFill>
              </a:rPr>
              <a:t>是</a:t>
            </a:r>
            <a:r>
              <a:rPr lang="zh-CN" altLang="zh-CN" b="1" dirty="0">
                <a:solidFill>
                  <a:schemeClr val="dk1"/>
                </a:solidFill>
              </a:rPr>
              <a:t>以数据帧为单位进行传输</a:t>
            </a:r>
            <a:r>
              <a:rPr lang="zh-CN" altLang="zh-CN" b="1" dirty="0">
                <a:solidFill>
                  <a:schemeClr val="dk1"/>
                </a:solidFill>
              </a:rPr>
              <a:t>的。</a:t>
            </a:r>
            <a:r>
              <a:rPr lang="zh-CN" altLang="zh-CN" b="1" dirty="0">
                <a:solidFill>
                  <a:schemeClr val="dk1"/>
                </a:solidFill>
              </a:rPr>
              <a:t>帧是数据传输的一种单位，一帧数据由多个字符组合而成，不同字段的字符代表不同的含义，实现不同功能</a:t>
            </a:r>
            <a:r>
              <a:rPr lang="zh-CN" altLang="zh-CN" b="1" dirty="0">
                <a:solidFill>
                  <a:schemeClr val="dk1"/>
                </a:solidFill>
              </a:rPr>
              <a:t>。</a:t>
            </a:r>
            <a:endParaRPr lang="zh-CN" altLang="zh-CN" b="1" dirty="0">
              <a:solidFill>
                <a:schemeClr val="dk1"/>
              </a:solidFill>
            </a:endParaRPr>
          </a:p>
        </p:txBody>
      </p:sp>
      <p:sp>
        <p:nvSpPr>
          <p:cNvPr id="6" name="矩形 5"/>
          <p:cNvSpPr/>
          <p:nvPr/>
        </p:nvSpPr>
        <p:spPr>
          <a:xfrm>
            <a:off x="3395243" y="2690425"/>
            <a:ext cx="936104" cy="408445"/>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lvl="0" algn="ctr">
              <a:lnSpc>
                <a:spcPct val="125000"/>
              </a:lnSpc>
            </a:pPr>
            <a:r>
              <a:rPr lang="zh-CN" altLang="zh-CN" b="1" dirty="0" smtClean="0">
                <a:solidFill>
                  <a:schemeClr val="dk1"/>
                </a:solidFill>
              </a:rPr>
              <a:t>发送端</a:t>
            </a:r>
            <a:endParaRPr lang="zh-CN" altLang="zh-CN" b="1" dirty="0">
              <a:solidFill>
                <a:schemeClr val="dk1"/>
              </a:solidFill>
            </a:endParaRPr>
          </a:p>
        </p:txBody>
      </p:sp>
      <p:sp>
        <p:nvSpPr>
          <p:cNvPr id="7" name="矩形 6"/>
          <p:cNvSpPr/>
          <p:nvPr/>
        </p:nvSpPr>
        <p:spPr>
          <a:xfrm>
            <a:off x="755576" y="2692055"/>
            <a:ext cx="2160240" cy="369332"/>
          </a:xfrm>
          <a:prstGeom prst="rect">
            <a:avLst/>
          </a:prstGeom>
        </p:spPr>
        <p:txBody>
          <a:bodyPr wrap="square">
            <a:spAutoFit/>
          </a:bodyPr>
          <a:lstStyle/>
          <a:p>
            <a:r>
              <a:rPr lang="en-US" altLang="zh-CN" b="1" dirty="0" smtClean="0">
                <a:solidFill>
                  <a:prstClr val="black"/>
                </a:solidFill>
              </a:rPr>
              <a:t>    </a:t>
            </a:r>
            <a:endParaRPr lang="zh-CN" altLang="en-US" dirty="0"/>
          </a:p>
        </p:txBody>
      </p:sp>
      <p:sp>
        <p:nvSpPr>
          <p:cNvPr id="8" name="流程图: 磁盘 7"/>
          <p:cNvSpPr/>
          <p:nvPr/>
        </p:nvSpPr>
        <p:spPr>
          <a:xfrm>
            <a:off x="1167349" y="2431493"/>
            <a:ext cx="1336694" cy="2088232"/>
          </a:xfrm>
          <a:prstGeom prst="flowChartMagneticDisk">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endParaRPr lang="en-US" altLang="zh-CN" sz="1600" b="1" dirty="0" smtClean="0">
              <a:solidFill>
                <a:prstClr val="black"/>
              </a:solidFill>
            </a:endParaRPr>
          </a:p>
          <a:p>
            <a:r>
              <a:rPr lang="zh-CN" altLang="zh-CN" sz="1600" b="1" dirty="0" smtClean="0">
                <a:solidFill>
                  <a:prstClr val="black"/>
                </a:solidFill>
              </a:rPr>
              <a:t>自定义</a:t>
            </a:r>
            <a:r>
              <a:rPr lang="zh-CN" altLang="zh-CN" sz="1600" b="1" dirty="0">
                <a:solidFill>
                  <a:prstClr val="black"/>
                </a:solidFill>
              </a:rPr>
              <a:t>串口通信协议就是根据需求定义一个数据帧的格式</a:t>
            </a:r>
            <a:endParaRPr lang="zh-CN" altLang="en-US" sz="1600" dirty="0"/>
          </a:p>
        </p:txBody>
      </p:sp>
      <p:sp>
        <p:nvSpPr>
          <p:cNvPr id="9" name="椭圆 8"/>
          <p:cNvSpPr/>
          <p:nvPr/>
        </p:nvSpPr>
        <p:spPr>
          <a:xfrm>
            <a:off x="1295636" y="2546934"/>
            <a:ext cx="1080120" cy="468052"/>
          </a:xfrm>
          <a:prstGeom prst="ellipse">
            <a:avLst/>
          </a:prstGeom>
          <a:solidFill>
            <a:schemeClr val="accent5">
              <a:lumMod val="60000"/>
              <a:lumOff val="4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0" name="矩形 9"/>
          <p:cNvSpPr/>
          <p:nvPr/>
        </p:nvSpPr>
        <p:spPr>
          <a:xfrm>
            <a:off x="5512138" y="3336911"/>
            <a:ext cx="2804278" cy="7848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lvl="0">
              <a:lnSpc>
                <a:spcPct val="125000"/>
              </a:lnSpc>
            </a:pPr>
            <a:r>
              <a:rPr lang="zh-CN" altLang="zh-CN" b="1" dirty="0" smtClean="0">
                <a:solidFill>
                  <a:prstClr val="black"/>
                </a:solidFill>
              </a:rPr>
              <a:t>根据</a:t>
            </a:r>
            <a:r>
              <a:rPr lang="zh-CN" altLang="zh-CN" b="1" dirty="0">
                <a:solidFill>
                  <a:prstClr val="black"/>
                </a:solidFill>
              </a:rPr>
              <a:t>规定的数据帧格式进行解析，获取正确的数据。</a:t>
            </a:r>
            <a:endParaRPr lang="zh-CN" altLang="zh-CN" b="1" dirty="0">
              <a:solidFill>
                <a:prstClr val="black"/>
              </a:solidFill>
            </a:endParaRPr>
          </a:p>
        </p:txBody>
      </p:sp>
      <p:sp>
        <p:nvSpPr>
          <p:cNvPr id="11" name="矩形 10"/>
          <p:cNvSpPr/>
          <p:nvPr/>
        </p:nvSpPr>
        <p:spPr>
          <a:xfrm>
            <a:off x="2757626" y="3363838"/>
            <a:ext cx="2286000" cy="754694"/>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pPr>
              <a:lnSpc>
                <a:spcPct val="125000"/>
              </a:lnSpc>
            </a:pPr>
            <a:r>
              <a:rPr lang="en-US" altLang="zh-CN" b="1" dirty="0" smtClean="0">
                <a:solidFill>
                  <a:prstClr val="black"/>
                </a:solidFill>
              </a:rPr>
              <a:t>     </a:t>
            </a:r>
            <a:r>
              <a:rPr lang="zh-CN" altLang="zh-CN" b="1" dirty="0">
                <a:solidFill>
                  <a:prstClr val="black"/>
                </a:solidFill>
              </a:rPr>
              <a:t>按照</a:t>
            </a:r>
            <a:r>
              <a:rPr lang="zh-CN" altLang="zh-CN" b="1" dirty="0">
                <a:solidFill>
                  <a:prstClr val="black"/>
                </a:solidFill>
              </a:rPr>
              <a:t>规定的数据帧格式发送一帧数据</a:t>
            </a:r>
            <a:endParaRPr lang="zh-CN" altLang="en-US" b="1" dirty="0">
              <a:solidFill>
                <a:prstClr val="black"/>
              </a:solidFill>
            </a:endParaRPr>
          </a:p>
        </p:txBody>
      </p:sp>
      <p:sp>
        <p:nvSpPr>
          <p:cNvPr id="12" name="矩形 11"/>
          <p:cNvSpPr/>
          <p:nvPr/>
        </p:nvSpPr>
        <p:spPr>
          <a:xfrm>
            <a:off x="6516216" y="2709981"/>
            <a:ext cx="950137"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zh-CN" altLang="zh-CN" b="1" dirty="0">
                <a:solidFill>
                  <a:prstClr val="black"/>
                </a:solidFill>
              </a:rPr>
              <a:t>接收端</a:t>
            </a:r>
            <a:endParaRPr lang="zh-CN" altLang="en-US" dirty="0"/>
          </a:p>
        </p:txBody>
      </p:sp>
    </p:spTree>
    <p:extLst>
      <p:ext uri="{BB962C8B-B14F-4D97-AF65-F5344CB8AC3E}">
        <p14:creationId xmlns:p14="http://schemas.microsoft.com/office/powerpoint/2010/main" val="126092039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35496" y="339502"/>
            <a:ext cx="4977645" cy="461665"/>
          </a:xfrm>
          <a:prstGeom prst="rect">
            <a:avLst/>
          </a:prstGeom>
        </p:spPr>
        <p:txBody>
          <a:bodyPr wrap="none">
            <a:spAutoFit/>
          </a:bodyPr>
          <a:lstStyle/>
          <a:p>
            <a:r>
              <a:rPr lang="en-US" altLang="zh-CN" sz="2400" b="1" dirty="0" smtClean="0">
                <a:solidFill>
                  <a:schemeClr val="bg1"/>
                </a:solidFill>
                <a:ea typeface="黑体" pitchFamily="49" charset="-122"/>
              </a:rPr>
              <a:t>7.6 </a:t>
            </a:r>
            <a:r>
              <a:rPr lang="zh-CN" altLang="en-US" sz="2400" b="1" dirty="0" smtClean="0">
                <a:solidFill>
                  <a:schemeClr val="bg1"/>
                </a:solidFill>
                <a:ea typeface="黑体" pitchFamily="49" charset="-122"/>
              </a:rPr>
              <a:t>编程</a:t>
            </a:r>
            <a:r>
              <a:rPr lang="zh-CN" altLang="en-US" sz="2400" b="1" dirty="0">
                <a:solidFill>
                  <a:schemeClr val="bg1"/>
                </a:solidFill>
                <a:ea typeface="黑体" pitchFamily="49" charset="-122"/>
              </a:rPr>
              <a:t>思想之自定义串口通信协议</a:t>
            </a:r>
            <a:endParaRPr lang="zh-CN" altLang="en-US" sz="2400" b="1" dirty="0" smtClean="0">
              <a:solidFill>
                <a:schemeClr val="bg1"/>
              </a:solidFill>
              <a:ea typeface="黑体"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835703860"/>
              </p:ext>
            </p:extLst>
          </p:nvPr>
        </p:nvGraphicFramePr>
        <p:xfrm>
          <a:off x="395537" y="1635646"/>
          <a:ext cx="4824536" cy="2376265"/>
        </p:xfrm>
        <a:graphic>
          <a:graphicData uri="http://schemas.openxmlformats.org/drawingml/2006/table">
            <a:tbl>
              <a:tblPr>
                <a:tableStyleId>{8FD4443E-F989-4FC4-A0C8-D5A2AF1F390B}</a:tableStyleId>
              </a:tblPr>
              <a:tblGrid>
                <a:gridCol w="782357"/>
                <a:gridCol w="1233866"/>
                <a:gridCol w="1080120"/>
                <a:gridCol w="792088"/>
                <a:gridCol w="936105"/>
              </a:tblGrid>
              <a:tr h="475253">
                <a:tc>
                  <a:txBody>
                    <a:bodyPr/>
                    <a:lstStyle/>
                    <a:p>
                      <a:pPr algn="ctr">
                        <a:lnSpc>
                          <a:spcPct val="150000"/>
                        </a:lnSpc>
                        <a:spcAft>
                          <a:spcPts val="0"/>
                        </a:spcAft>
                      </a:pPr>
                      <a:r>
                        <a:rPr lang="zh-CN" sz="1600" b="1" kern="750" baseline="0" dirty="0">
                          <a:solidFill>
                            <a:schemeClr val="tx1"/>
                          </a:solidFill>
                          <a:effectLst/>
                        </a:rPr>
                        <a:t>起始位</a:t>
                      </a:r>
                      <a:endParaRPr lang="zh-CN" sz="1600" b="1" kern="750" baseline="0" dirty="0">
                        <a:solidFill>
                          <a:schemeClr val="tx1"/>
                        </a:solidFill>
                        <a:effectLst/>
                        <a:latin typeface="Arial"/>
                        <a:ea typeface="黑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lnSpc>
                          <a:spcPct val="150000"/>
                        </a:lnSpc>
                        <a:spcAft>
                          <a:spcPts val="0"/>
                        </a:spcAft>
                      </a:pPr>
                      <a:r>
                        <a:rPr lang="zh-CN" sz="1600" b="1" kern="750" baseline="0" dirty="0">
                          <a:solidFill>
                            <a:schemeClr val="tx1"/>
                          </a:solidFill>
                          <a:effectLst/>
                        </a:rPr>
                        <a:t>数据1</a:t>
                      </a:r>
                      <a:endParaRPr lang="zh-CN" sz="1600" b="1" kern="750" baseline="0" dirty="0">
                        <a:solidFill>
                          <a:schemeClr val="tx1"/>
                        </a:solidFill>
                        <a:effectLst/>
                        <a:latin typeface="Arial"/>
                        <a:ea typeface="黑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lnSpc>
                          <a:spcPct val="150000"/>
                        </a:lnSpc>
                        <a:spcAft>
                          <a:spcPts val="0"/>
                        </a:spcAft>
                      </a:pPr>
                      <a:r>
                        <a:rPr lang="zh-CN" sz="1600" b="1" kern="750" baseline="0" dirty="0">
                          <a:solidFill>
                            <a:schemeClr val="tx1"/>
                          </a:solidFill>
                          <a:effectLst/>
                        </a:rPr>
                        <a:t>数据2</a:t>
                      </a:r>
                      <a:endParaRPr lang="zh-CN" sz="1600" b="1" kern="750" baseline="0" dirty="0">
                        <a:solidFill>
                          <a:schemeClr val="tx1"/>
                        </a:solidFill>
                        <a:effectLst/>
                        <a:latin typeface="Arial"/>
                        <a:ea typeface="黑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lnSpc>
                          <a:spcPct val="150000"/>
                        </a:lnSpc>
                        <a:spcAft>
                          <a:spcPts val="0"/>
                        </a:spcAft>
                      </a:pPr>
                      <a:r>
                        <a:rPr lang="zh-CN" sz="1600" b="1" kern="750" baseline="0" dirty="0">
                          <a:solidFill>
                            <a:schemeClr val="tx1"/>
                          </a:solidFill>
                          <a:effectLst/>
                        </a:rPr>
                        <a:t>校验位</a:t>
                      </a:r>
                      <a:endParaRPr lang="zh-CN" sz="1600" b="1" kern="750" baseline="0" dirty="0">
                        <a:solidFill>
                          <a:schemeClr val="tx1"/>
                        </a:solidFill>
                        <a:effectLst/>
                        <a:latin typeface="Arial"/>
                        <a:ea typeface="黑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lnSpc>
                          <a:spcPct val="150000"/>
                        </a:lnSpc>
                        <a:spcAft>
                          <a:spcPts val="0"/>
                        </a:spcAft>
                      </a:pPr>
                      <a:r>
                        <a:rPr lang="zh-CN" sz="1600" b="1" kern="750" baseline="0" dirty="0">
                          <a:solidFill>
                            <a:schemeClr val="tx1"/>
                          </a:solidFill>
                          <a:effectLst/>
                        </a:rPr>
                        <a:t>结束位</a:t>
                      </a:r>
                      <a:endParaRPr lang="zh-CN" sz="1600" b="1" kern="750" baseline="0" dirty="0">
                        <a:solidFill>
                          <a:schemeClr val="tx1"/>
                        </a:solidFill>
                        <a:effectLst/>
                        <a:latin typeface="Arial"/>
                        <a:ea typeface="黑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r>
              <a:tr h="950506">
                <a:tc>
                  <a:txBody>
                    <a:bodyPr/>
                    <a:lstStyle/>
                    <a:p>
                      <a:pPr algn="ctr">
                        <a:lnSpc>
                          <a:spcPct val="150000"/>
                        </a:lnSpc>
                        <a:spcAft>
                          <a:spcPts val="0"/>
                        </a:spcAft>
                      </a:pPr>
                      <a:r>
                        <a:rPr lang="en-US" sz="1600" b="1" kern="750" baseline="0" dirty="0">
                          <a:solidFill>
                            <a:schemeClr val="tx1"/>
                          </a:solidFill>
                          <a:effectLst/>
                        </a:rPr>
                        <a:t>0xAA</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en-US" sz="1600" b="1" kern="750" baseline="0" dirty="0">
                          <a:solidFill>
                            <a:schemeClr val="tx1"/>
                          </a:solidFill>
                          <a:effectLst/>
                        </a:rPr>
                        <a:t>01</a:t>
                      </a:r>
                      <a:r>
                        <a:rPr lang="zh-CN" sz="1600" b="1" kern="750" baseline="0" dirty="0">
                          <a:solidFill>
                            <a:schemeClr val="tx1"/>
                          </a:solidFill>
                          <a:effectLst/>
                        </a:rPr>
                        <a:t>：设备</a:t>
                      </a:r>
                      <a:r>
                        <a:rPr lang="en-US" sz="1600" b="1" kern="750" baseline="0" dirty="0">
                          <a:solidFill>
                            <a:schemeClr val="tx1"/>
                          </a:solidFill>
                          <a:effectLst/>
                        </a:rPr>
                        <a:t>1</a:t>
                      </a:r>
                      <a:endParaRPr lang="zh-CN" sz="1600" b="1" kern="750" baseline="0" dirty="0">
                        <a:solidFill>
                          <a:schemeClr val="tx1"/>
                        </a:solidFill>
                        <a:effectLst/>
                      </a:endParaRPr>
                    </a:p>
                    <a:p>
                      <a:pPr algn="just">
                        <a:lnSpc>
                          <a:spcPct val="150000"/>
                        </a:lnSpc>
                        <a:spcAft>
                          <a:spcPts val="0"/>
                        </a:spcAft>
                      </a:pPr>
                      <a:r>
                        <a:rPr lang="en-US" sz="1600" b="1" kern="750" baseline="0" dirty="0">
                          <a:solidFill>
                            <a:schemeClr val="tx1"/>
                          </a:solidFill>
                          <a:effectLst/>
                        </a:rPr>
                        <a:t>02</a:t>
                      </a:r>
                      <a:r>
                        <a:rPr lang="zh-CN" sz="1600" b="1" kern="750" baseline="0" dirty="0">
                          <a:solidFill>
                            <a:schemeClr val="tx1"/>
                          </a:solidFill>
                          <a:effectLst/>
                        </a:rPr>
                        <a:t>：设备</a:t>
                      </a:r>
                      <a:r>
                        <a:rPr lang="en-US" sz="1600" b="1" kern="750" baseline="0" dirty="0">
                          <a:solidFill>
                            <a:schemeClr val="tx1"/>
                          </a:solidFill>
                          <a:effectLst/>
                        </a:rPr>
                        <a:t>2</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en-US" sz="1600" b="1" kern="750" baseline="0" dirty="0">
                          <a:solidFill>
                            <a:schemeClr val="tx1"/>
                          </a:solidFill>
                          <a:effectLst/>
                        </a:rPr>
                        <a:t>00</a:t>
                      </a:r>
                      <a:r>
                        <a:rPr lang="zh-CN" sz="1600" b="1" kern="750" baseline="0" dirty="0">
                          <a:solidFill>
                            <a:schemeClr val="tx1"/>
                          </a:solidFill>
                          <a:effectLst/>
                        </a:rPr>
                        <a:t>：功能</a:t>
                      </a:r>
                      <a:r>
                        <a:rPr lang="en-US" sz="1600" b="1" kern="750" baseline="0" dirty="0">
                          <a:solidFill>
                            <a:schemeClr val="tx1"/>
                          </a:solidFill>
                          <a:effectLst/>
                        </a:rPr>
                        <a:t>1</a:t>
                      </a:r>
                      <a:endParaRPr lang="zh-CN" sz="1600" b="1" kern="750" baseline="0" dirty="0">
                        <a:solidFill>
                          <a:schemeClr val="tx1"/>
                        </a:solidFill>
                        <a:effectLst/>
                      </a:endParaRPr>
                    </a:p>
                    <a:p>
                      <a:pPr algn="just">
                        <a:lnSpc>
                          <a:spcPct val="150000"/>
                        </a:lnSpc>
                        <a:spcAft>
                          <a:spcPts val="0"/>
                        </a:spcAft>
                      </a:pPr>
                      <a:r>
                        <a:rPr lang="en-US" sz="1600" b="1" kern="750" baseline="0" dirty="0">
                          <a:solidFill>
                            <a:schemeClr val="tx1"/>
                          </a:solidFill>
                          <a:effectLst/>
                        </a:rPr>
                        <a:t>01</a:t>
                      </a:r>
                      <a:r>
                        <a:rPr lang="zh-CN" sz="1600" b="1" kern="750" baseline="0" dirty="0">
                          <a:solidFill>
                            <a:schemeClr val="tx1"/>
                          </a:solidFill>
                          <a:effectLst/>
                        </a:rPr>
                        <a:t>：功能</a:t>
                      </a:r>
                      <a:r>
                        <a:rPr lang="en-US" sz="1600" b="1" kern="750" baseline="0" dirty="0">
                          <a:solidFill>
                            <a:schemeClr val="tx1"/>
                          </a:solidFill>
                          <a:effectLst/>
                        </a:rPr>
                        <a:t>2</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zh-CN" sz="1600" b="1" kern="750" baseline="0" dirty="0">
                          <a:solidFill>
                            <a:schemeClr val="tx1"/>
                          </a:solidFill>
                          <a:effectLst/>
                        </a:rPr>
                        <a:t>——</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en-US" sz="1600" b="1" kern="750" baseline="0" dirty="0">
                          <a:solidFill>
                            <a:schemeClr val="tx1"/>
                          </a:solidFill>
                          <a:effectLst/>
                        </a:rPr>
                        <a:t>0xCC</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950506">
                <a:tc>
                  <a:txBody>
                    <a:bodyPr/>
                    <a:lstStyle/>
                    <a:p>
                      <a:pPr algn="ctr">
                        <a:lnSpc>
                          <a:spcPct val="150000"/>
                        </a:lnSpc>
                        <a:spcAft>
                          <a:spcPts val="0"/>
                        </a:spcAft>
                      </a:pPr>
                      <a:r>
                        <a:rPr lang="en-US" sz="1600" b="1" kern="750" baseline="0" dirty="0">
                          <a:solidFill>
                            <a:schemeClr val="tx1"/>
                          </a:solidFill>
                          <a:effectLst/>
                        </a:rPr>
                        <a:t>0xBB</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en-US" sz="1600" b="1" kern="750" baseline="0" dirty="0">
                          <a:solidFill>
                            <a:schemeClr val="tx1"/>
                          </a:solidFill>
                          <a:effectLst/>
                        </a:rPr>
                        <a:t>01</a:t>
                      </a:r>
                      <a:r>
                        <a:rPr lang="zh-CN" sz="1600" b="1" kern="750" baseline="0" dirty="0">
                          <a:solidFill>
                            <a:schemeClr val="tx1"/>
                          </a:solidFill>
                          <a:effectLst/>
                        </a:rPr>
                        <a:t>：设备</a:t>
                      </a:r>
                      <a:r>
                        <a:rPr lang="en-US" sz="1600" b="1" kern="750" baseline="0" dirty="0">
                          <a:solidFill>
                            <a:schemeClr val="tx1"/>
                          </a:solidFill>
                          <a:effectLst/>
                        </a:rPr>
                        <a:t>1</a:t>
                      </a:r>
                      <a:endParaRPr lang="zh-CN" sz="1600" b="1" kern="750" baseline="0" dirty="0">
                        <a:solidFill>
                          <a:schemeClr val="tx1"/>
                        </a:solidFill>
                        <a:effectLst/>
                      </a:endParaRPr>
                    </a:p>
                    <a:p>
                      <a:pPr algn="just">
                        <a:lnSpc>
                          <a:spcPct val="150000"/>
                        </a:lnSpc>
                        <a:spcAft>
                          <a:spcPts val="0"/>
                        </a:spcAft>
                      </a:pPr>
                      <a:r>
                        <a:rPr lang="en-US" sz="1600" b="1" kern="750" baseline="0" dirty="0">
                          <a:solidFill>
                            <a:schemeClr val="tx1"/>
                          </a:solidFill>
                          <a:effectLst/>
                        </a:rPr>
                        <a:t>02</a:t>
                      </a:r>
                      <a:r>
                        <a:rPr lang="zh-CN" sz="1600" b="1" kern="750" baseline="0" dirty="0">
                          <a:solidFill>
                            <a:schemeClr val="tx1"/>
                          </a:solidFill>
                          <a:effectLst/>
                        </a:rPr>
                        <a:t>：设备</a:t>
                      </a:r>
                      <a:r>
                        <a:rPr lang="en-US" sz="1600" b="1" kern="750" baseline="0" dirty="0">
                          <a:solidFill>
                            <a:schemeClr val="tx1"/>
                          </a:solidFill>
                          <a:effectLst/>
                        </a:rPr>
                        <a:t>2</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en-US" sz="1600" b="1" kern="750" baseline="0" dirty="0">
                          <a:solidFill>
                            <a:schemeClr val="tx1"/>
                          </a:solidFill>
                          <a:effectLst/>
                        </a:rPr>
                        <a:t>02</a:t>
                      </a:r>
                      <a:r>
                        <a:rPr lang="zh-CN" sz="1600" b="1" kern="750" baseline="0" dirty="0">
                          <a:solidFill>
                            <a:schemeClr val="tx1"/>
                          </a:solidFill>
                          <a:effectLst/>
                        </a:rPr>
                        <a:t>：功能</a:t>
                      </a:r>
                      <a:r>
                        <a:rPr lang="en-US" sz="1600" b="1" kern="750" baseline="0" dirty="0">
                          <a:solidFill>
                            <a:schemeClr val="tx1"/>
                          </a:solidFill>
                          <a:effectLst/>
                        </a:rPr>
                        <a:t>1</a:t>
                      </a:r>
                      <a:endParaRPr lang="zh-CN" sz="1600" b="1" kern="750" baseline="0" dirty="0">
                        <a:solidFill>
                          <a:schemeClr val="tx1"/>
                        </a:solidFill>
                        <a:effectLst/>
                      </a:endParaRPr>
                    </a:p>
                    <a:p>
                      <a:pPr algn="just">
                        <a:lnSpc>
                          <a:spcPct val="150000"/>
                        </a:lnSpc>
                        <a:spcAft>
                          <a:spcPts val="0"/>
                        </a:spcAft>
                      </a:pPr>
                      <a:r>
                        <a:rPr lang="en-US" sz="1600" b="1" kern="750" baseline="0" dirty="0">
                          <a:solidFill>
                            <a:schemeClr val="tx1"/>
                          </a:solidFill>
                          <a:effectLst/>
                        </a:rPr>
                        <a:t>03</a:t>
                      </a:r>
                      <a:r>
                        <a:rPr lang="zh-CN" sz="1600" b="1" kern="750" baseline="0" dirty="0">
                          <a:solidFill>
                            <a:schemeClr val="tx1"/>
                          </a:solidFill>
                          <a:effectLst/>
                        </a:rPr>
                        <a:t>：功能</a:t>
                      </a:r>
                      <a:r>
                        <a:rPr lang="en-US" sz="1600" b="1" kern="750" baseline="0" dirty="0">
                          <a:solidFill>
                            <a:schemeClr val="tx1"/>
                          </a:solidFill>
                          <a:effectLst/>
                        </a:rPr>
                        <a:t>2</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zh-CN" sz="1600" b="1" kern="750" baseline="0" dirty="0">
                          <a:solidFill>
                            <a:schemeClr val="tx1"/>
                          </a:solidFill>
                          <a:effectLst/>
                        </a:rPr>
                        <a:t>——</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just">
                        <a:lnSpc>
                          <a:spcPct val="150000"/>
                        </a:lnSpc>
                        <a:spcAft>
                          <a:spcPts val="0"/>
                        </a:spcAft>
                      </a:pPr>
                      <a:r>
                        <a:rPr lang="en-US" sz="1600" b="1" kern="750" baseline="0" dirty="0">
                          <a:solidFill>
                            <a:schemeClr val="tx1"/>
                          </a:solidFill>
                          <a:effectLst/>
                        </a:rPr>
                        <a:t>0xCC</a:t>
                      </a:r>
                      <a:endParaRPr lang="zh-CN" sz="1600" b="1" kern="750" baseline="0" dirty="0">
                        <a:solidFill>
                          <a:schemeClr val="tx1"/>
                        </a:solidFill>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bl>
          </a:graphicData>
        </a:graphic>
      </p:graphicFrame>
      <p:sp>
        <p:nvSpPr>
          <p:cNvPr id="6" name="矩形 5"/>
          <p:cNvSpPr/>
          <p:nvPr/>
        </p:nvSpPr>
        <p:spPr>
          <a:xfrm>
            <a:off x="1763688" y="1059582"/>
            <a:ext cx="1390482" cy="438582"/>
          </a:xfrm>
          <a:prstGeom prst="rect">
            <a:avLst/>
          </a:prstGeom>
        </p:spPr>
        <p:txBody>
          <a:bodyPr wrap="square">
            <a:spAutoFit/>
          </a:bodyPr>
          <a:lstStyle/>
          <a:p>
            <a:pPr lvl="0">
              <a:lnSpc>
                <a:spcPct val="125000"/>
              </a:lnSpc>
            </a:pPr>
            <a:r>
              <a:rPr lang="zh-CN" altLang="en-US" b="1" dirty="0" smtClean="0">
                <a:solidFill>
                  <a:schemeClr val="dk1"/>
                </a:solidFill>
              </a:rPr>
              <a:t>数据帧格式</a:t>
            </a:r>
            <a:endParaRPr lang="zh-CN" altLang="zh-CN" b="1" dirty="0">
              <a:solidFill>
                <a:schemeClr val="dk1"/>
              </a:solidFill>
            </a:endParaRPr>
          </a:p>
        </p:txBody>
      </p:sp>
      <p:graphicFrame>
        <p:nvGraphicFramePr>
          <p:cNvPr id="12" name="图示 11"/>
          <p:cNvGraphicFramePr/>
          <p:nvPr>
            <p:extLst>
              <p:ext uri="{D42A27DB-BD31-4B8C-83A1-F6EECF244321}">
                <p14:modId xmlns:p14="http://schemas.microsoft.com/office/powerpoint/2010/main" val="218514547"/>
              </p:ext>
            </p:extLst>
          </p:nvPr>
        </p:nvGraphicFramePr>
        <p:xfrm>
          <a:off x="5292080" y="383730"/>
          <a:ext cx="3672408" cy="4392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483935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35496" y="339502"/>
            <a:ext cx="4977645" cy="461665"/>
          </a:xfrm>
          <a:prstGeom prst="rect">
            <a:avLst/>
          </a:prstGeom>
        </p:spPr>
        <p:txBody>
          <a:bodyPr wrap="none">
            <a:spAutoFit/>
          </a:bodyPr>
          <a:lstStyle/>
          <a:p>
            <a:r>
              <a:rPr lang="en-US" altLang="zh-CN" sz="2400" b="1" dirty="0" smtClean="0">
                <a:solidFill>
                  <a:schemeClr val="bg1"/>
                </a:solidFill>
                <a:ea typeface="黑体" pitchFamily="49" charset="-122"/>
              </a:rPr>
              <a:t>7.6 </a:t>
            </a:r>
            <a:r>
              <a:rPr lang="zh-CN" altLang="en-US" sz="2400" b="1" dirty="0" smtClean="0">
                <a:solidFill>
                  <a:schemeClr val="bg1"/>
                </a:solidFill>
                <a:ea typeface="黑体" pitchFamily="49" charset="-122"/>
              </a:rPr>
              <a:t>编程</a:t>
            </a:r>
            <a:r>
              <a:rPr lang="zh-CN" altLang="en-US" sz="2400" b="1" dirty="0">
                <a:solidFill>
                  <a:schemeClr val="bg1"/>
                </a:solidFill>
                <a:ea typeface="黑体" pitchFamily="49" charset="-122"/>
              </a:rPr>
              <a:t>思想之自定义串口通信协议</a:t>
            </a:r>
            <a:endParaRPr lang="zh-CN" altLang="en-US" sz="2400" b="1" dirty="0" smtClean="0">
              <a:solidFill>
                <a:schemeClr val="bg1"/>
              </a:solidFill>
              <a:ea typeface="黑体" pitchFamily="49" charset="-122"/>
            </a:endParaRPr>
          </a:p>
        </p:txBody>
      </p:sp>
      <p:sp>
        <p:nvSpPr>
          <p:cNvPr id="6" name="矩形 5"/>
          <p:cNvSpPr/>
          <p:nvPr/>
        </p:nvSpPr>
        <p:spPr>
          <a:xfrm>
            <a:off x="904138" y="1124188"/>
            <a:ext cx="3240360" cy="1131079"/>
          </a:xfrm>
          <a:prstGeom prst="rect">
            <a:avLst/>
          </a:prstGeom>
        </p:spPr>
        <p:txBody>
          <a:bodyPr wrap="square">
            <a:spAutoFit/>
          </a:bodyPr>
          <a:lstStyle/>
          <a:p>
            <a:pPr lvl="0">
              <a:lnSpc>
                <a:spcPct val="125000"/>
              </a:lnSpc>
            </a:pPr>
            <a:r>
              <a:rPr lang="zh-CN" altLang="en-US" b="1" dirty="0" smtClean="0">
                <a:solidFill>
                  <a:schemeClr val="dk1"/>
                </a:solidFill>
              </a:rPr>
              <a:t>应用实例：</a:t>
            </a:r>
            <a:r>
              <a:rPr lang="zh-CN" altLang="zh-CN" dirty="0" smtClean="0"/>
              <a:t>上位</a:t>
            </a:r>
            <a:r>
              <a:rPr lang="zh-CN" altLang="zh-CN" dirty="0"/>
              <a:t>机通过一个由</a:t>
            </a:r>
            <a:r>
              <a:rPr lang="en-US" altLang="zh-CN" dirty="0"/>
              <a:t>4</a:t>
            </a:r>
            <a:r>
              <a:rPr lang="zh-CN" altLang="zh-CN" dirty="0"/>
              <a:t>个字节组成的数据帧控制指示灯</a:t>
            </a:r>
            <a:r>
              <a:rPr lang="en-US" altLang="zh-CN" dirty="0"/>
              <a:t>LED</a:t>
            </a:r>
            <a:r>
              <a:rPr lang="zh-CN" altLang="zh-CN" dirty="0"/>
              <a:t>的亮灭</a:t>
            </a:r>
            <a:endParaRPr lang="zh-CN" altLang="zh-CN" b="1" dirty="0">
              <a:solidFill>
                <a:schemeClr val="dk1"/>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3721492568"/>
              </p:ext>
            </p:extLst>
          </p:nvPr>
        </p:nvGraphicFramePr>
        <p:xfrm>
          <a:off x="881845" y="2571750"/>
          <a:ext cx="3384375" cy="1373674"/>
        </p:xfrm>
        <a:graphic>
          <a:graphicData uri="http://schemas.openxmlformats.org/drawingml/2006/table">
            <a:tbl>
              <a:tblPr>
                <a:tableStyleId>{5C22544A-7EE6-4342-B048-85BDC9FD1C3A}</a:tableStyleId>
              </a:tblPr>
              <a:tblGrid>
                <a:gridCol w="576064"/>
                <a:gridCol w="1008112"/>
                <a:gridCol w="1202362"/>
                <a:gridCol w="597837"/>
              </a:tblGrid>
              <a:tr h="432048">
                <a:tc>
                  <a:txBody>
                    <a:bodyPr/>
                    <a:lstStyle/>
                    <a:p>
                      <a:pPr algn="ctr">
                        <a:lnSpc>
                          <a:spcPts val="1400"/>
                        </a:lnSpc>
                        <a:spcAft>
                          <a:spcPts val="0"/>
                        </a:spcAft>
                      </a:pPr>
                      <a:r>
                        <a:rPr lang="zh-CN" sz="1400" b="1" kern="750" dirty="0">
                          <a:effectLst/>
                        </a:rPr>
                        <a:t>帧头</a:t>
                      </a:r>
                      <a:endParaRPr lang="zh-CN" sz="1400" b="1" kern="750" dirty="0">
                        <a:effectLst/>
                        <a:latin typeface="Arial"/>
                        <a:ea typeface="黑体"/>
                        <a:cs typeface="Times New Roman"/>
                      </a:endParaRPr>
                    </a:p>
                  </a:txBody>
                  <a:tcPr marL="68580" marR="68580" marT="0" marB="0" anchor="ctr">
                    <a:solidFill>
                      <a:schemeClr val="accent3">
                        <a:lumMod val="60000"/>
                        <a:lumOff val="40000"/>
                      </a:schemeClr>
                    </a:solidFill>
                  </a:tcPr>
                </a:tc>
                <a:tc>
                  <a:txBody>
                    <a:bodyPr/>
                    <a:lstStyle/>
                    <a:p>
                      <a:pPr algn="ctr">
                        <a:lnSpc>
                          <a:spcPts val="1400"/>
                        </a:lnSpc>
                        <a:spcAft>
                          <a:spcPts val="0"/>
                        </a:spcAft>
                      </a:pPr>
                      <a:r>
                        <a:rPr lang="zh-CN" sz="1400" b="1" kern="750" dirty="0">
                          <a:effectLst/>
                        </a:rPr>
                        <a:t>数据1</a:t>
                      </a:r>
                      <a:endParaRPr lang="zh-CN" sz="1400" b="1" kern="750" dirty="0">
                        <a:effectLst/>
                        <a:latin typeface="Arial"/>
                        <a:ea typeface="黑体"/>
                        <a:cs typeface="Times New Roman"/>
                      </a:endParaRPr>
                    </a:p>
                  </a:txBody>
                  <a:tcPr marL="68580" marR="68580" marT="0" marB="0" anchor="ctr">
                    <a:solidFill>
                      <a:schemeClr val="accent3">
                        <a:lumMod val="60000"/>
                        <a:lumOff val="40000"/>
                      </a:schemeClr>
                    </a:solidFill>
                  </a:tcPr>
                </a:tc>
                <a:tc>
                  <a:txBody>
                    <a:bodyPr/>
                    <a:lstStyle/>
                    <a:p>
                      <a:pPr algn="ctr">
                        <a:lnSpc>
                          <a:spcPts val="1400"/>
                        </a:lnSpc>
                        <a:spcAft>
                          <a:spcPts val="0"/>
                        </a:spcAft>
                      </a:pPr>
                      <a:r>
                        <a:rPr lang="zh-CN" sz="1400" b="1" kern="750" dirty="0">
                          <a:effectLst/>
                        </a:rPr>
                        <a:t>数据2</a:t>
                      </a:r>
                      <a:endParaRPr lang="zh-CN" sz="1400" b="1" kern="750" dirty="0">
                        <a:effectLst/>
                        <a:latin typeface="Arial"/>
                        <a:ea typeface="黑体"/>
                        <a:cs typeface="Times New Roman"/>
                      </a:endParaRPr>
                    </a:p>
                  </a:txBody>
                  <a:tcPr marL="68580" marR="68580" marT="0" marB="0" anchor="ctr">
                    <a:solidFill>
                      <a:schemeClr val="accent3">
                        <a:lumMod val="60000"/>
                        <a:lumOff val="40000"/>
                      </a:schemeClr>
                    </a:solidFill>
                  </a:tcPr>
                </a:tc>
                <a:tc>
                  <a:txBody>
                    <a:bodyPr/>
                    <a:lstStyle/>
                    <a:p>
                      <a:pPr algn="ctr">
                        <a:lnSpc>
                          <a:spcPts val="1400"/>
                        </a:lnSpc>
                        <a:spcAft>
                          <a:spcPts val="0"/>
                        </a:spcAft>
                      </a:pPr>
                      <a:r>
                        <a:rPr lang="zh-CN" sz="1400" b="1" kern="750">
                          <a:effectLst/>
                        </a:rPr>
                        <a:t>帧尾</a:t>
                      </a:r>
                      <a:endParaRPr lang="zh-CN" sz="1400" b="1" kern="750">
                        <a:effectLst/>
                        <a:latin typeface="Arial"/>
                        <a:ea typeface="黑体"/>
                        <a:cs typeface="Times New Roman"/>
                      </a:endParaRPr>
                    </a:p>
                  </a:txBody>
                  <a:tcPr marL="68580" marR="68580" marT="0" marB="0" anchor="ctr">
                    <a:solidFill>
                      <a:schemeClr val="accent3">
                        <a:lumMod val="60000"/>
                        <a:lumOff val="40000"/>
                      </a:schemeClr>
                    </a:solidFill>
                  </a:tcPr>
                </a:tc>
              </a:tr>
              <a:tr h="470813">
                <a:tc rowSpan="2">
                  <a:txBody>
                    <a:bodyPr/>
                    <a:lstStyle/>
                    <a:p>
                      <a:pPr algn="just">
                        <a:lnSpc>
                          <a:spcPts val="1400"/>
                        </a:lnSpc>
                        <a:spcAft>
                          <a:spcPts val="0"/>
                        </a:spcAft>
                      </a:pPr>
                      <a:r>
                        <a:rPr lang="en-US" sz="1400" b="1" kern="750" dirty="0">
                          <a:effectLst/>
                        </a:rPr>
                        <a:t>0xAA</a:t>
                      </a:r>
                      <a:endParaRPr lang="zh-CN" sz="1400" b="1" kern="750" dirty="0">
                        <a:effectLst/>
                        <a:latin typeface="Times New Roman"/>
                        <a:ea typeface="宋体"/>
                      </a:endParaRPr>
                    </a:p>
                  </a:txBody>
                  <a:tcPr marL="68580" marR="68580" marT="0" marB="0" anchor="ctr">
                    <a:solidFill>
                      <a:schemeClr val="accent3">
                        <a:lumMod val="60000"/>
                        <a:lumOff val="40000"/>
                      </a:schemeClr>
                    </a:solidFill>
                  </a:tcPr>
                </a:tc>
                <a:tc rowSpan="2">
                  <a:txBody>
                    <a:bodyPr/>
                    <a:lstStyle/>
                    <a:p>
                      <a:pPr algn="just">
                        <a:lnSpc>
                          <a:spcPts val="1400"/>
                        </a:lnSpc>
                        <a:spcAft>
                          <a:spcPts val="0"/>
                        </a:spcAft>
                      </a:pPr>
                      <a:r>
                        <a:rPr lang="en-US" sz="1400" b="1" kern="750" dirty="0">
                          <a:effectLst/>
                        </a:rPr>
                        <a:t>0xa1</a:t>
                      </a:r>
                      <a:r>
                        <a:rPr lang="zh-CN" sz="1400" b="1" kern="750" dirty="0">
                          <a:effectLst/>
                        </a:rPr>
                        <a:t>指示灯</a:t>
                      </a:r>
                      <a:endParaRPr lang="zh-CN" sz="1400" b="1" kern="750" dirty="0">
                        <a:effectLst/>
                        <a:latin typeface="Times New Roman"/>
                        <a:ea typeface="宋体"/>
                      </a:endParaRPr>
                    </a:p>
                  </a:txBody>
                  <a:tcPr marL="68580" marR="68580" marT="0" marB="0" anchor="ctr">
                    <a:solidFill>
                      <a:schemeClr val="accent3">
                        <a:lumMod val="60000"/>
                        <a:lumOff val="40000"/>
                      </a:schemeClr>
                    </a:solidFill>
                  </a:tcPr>
                </a:tc>
                <a:tc>
                  <a:txBody>
                    <a:bodyPr/>
                    <a:lstStyle/>
                    <a:p>
                      <a:pPr algn="just">
                        <a:lnSpc>
                          <a:spcPts val="1400"/>
                        </a:lnSpc>
                        <a:spcAft>
                          <a:spcPts val="0"/>
                        </a:spcAft>
                      </a:pPr>
                      <a:r>
                        <a:rPr lang="en-US" sz="1400" b="1" kern="750" dirty="0">
                          <a:effectLst/>
                        </a:rPr>
                        <a:t>0x01</a:t>
                      </a:r>
                      <a:r>
                        <a:rPr lang="zh-CN" sz="1400" b="1" kern="750" dirty="0">
                          <a:effectLst/>
                        </a:rPr>
                        <a:t>指示灯亮</a:t>
                      </a:r>
                      <a:endParaRPr lang="zh-CN" sz="1400" b="1" kern="750" dirty="0">
                        <a:effectLst/>
                        <a:latin typeface="Times New Roman"/>
                        <a:ea typeface="宋体"/>
                      </a:endParaRPr>
                    </a:p>
                  </a:txBody>
                  <a:tcPr marL="68580" marR="68580" marT="0" marB="0" anchor="ctr">
                    <a:solidFill>
                      <a:schemeClr val="accent3">
                        <a:lumMod val="60000"/>
                        <a:lumOff val="40000"/>
                      </a:schemeClr>
                    </a:solidFill>
                  </a:tcPr>
                </a:tc>
                <a:tc rowSpan="2">
                  <a:txBody>
                    <a:bodyPr/>
                    <a:lstStyle/>
                    <a:p>
                      <a:pPr algn="just">
                        <a:lnSpc>
                          <a:spcPts val="1400"/>
                        </a:lnSpc>
                        <a:spcAft>
                          <a:spcPts val="0"/>
                        </a:spcAft>
                      </a:pPr>
                      <a:r>
                        <a:rPr lang="en-US" sz="1400" b="1" kern="750">
                          <a:effectLst/>
                        </a:rPr>
                        <a:t>0x55</a:t>
                      </a:r>
                      <a:endParaRPr lang="zh-CN" sz="1400" b="1" kern="750">
                        <a:effectLst/>
                        <a:latin typeface="Times New Roman"/>
                        <a:ea typeface="宋体"/>
                      </a:endParaRPr>
                    </a:p>
                  </a:txBody>
                  <a:tcPr marL="68580" marR="68580" marT="0" marB="0" anchor="ctr">
                    <a:solidFill>
                      <a:schemeClr val="accent3">
                        <a:lumMod val="60000"/>
                        <a:lumOff val="40000"/>
                      </a:schemeClr>
                    </a:solidFill>
                  </a:tcPr>
                </a:tc>
              </a:tr>
              <a:tr h="470813">
                <a:tc vMerge="1">
                  <a:txBody>
                    <a:bodyPr/>
                    <a:lstStyle/>
                    <a:p>
                      <a:endParaRPr lang="zh-CN" altLang="en-US"/>
                    </a:p>
                  </a:txBody>
                  <a:tcPr/>
                </a:tc>
                <a:tc vMerge="1">
                  <a:txBody>
                    <a:bodyPr/>
                    <a:lstStyle/>
                    <a:p>
                      <a:endParaRPr lang="zh-CN" altLang="en-US"/>
                    </a:p>
                  </a:txBody>
                  <a:tcPr/>
                </a:tc>
                <a:tc>
                  <a:txBody>
                    <a:bodyPr/>
                    <a:lstStyle/>
                    <a:p>
                      <a:pPr algn="just">
                        <a:lnSpc>
                          <a:spcPts val="1400"/>
                        </a:lnSpc>
                        <a:spcAft>
                          <a:spcPts val="0"/>
                        </a:spcAft>
                      </a:pPr>
                      <a:r>
                        <a:rPr lang="en-US" sz="1400" b="1" kern="750" dirty="0">
                          <a:effectLst/>
                        </a:rPr>
                        <a:t>0x02</a:t>
                      </a:r>
                      <a:r>
                        <a:rPr lang="zh-CN" sz="1400" b="1" kern="750" dirty="0">
                          <a:effectLst/>
                        </a:rPr>
                        <a:t>指示灯灭</a:t>
                      </a:r>
                      <a:endParaRPr lang="zh-CN" sz="1400" b="1" kern="750" dirty="0">
                        <a:effectLst/>
                        <a:latin typeface="Times New Roman"/>
                        <a:ea typeface="宋体"/>
                      </a:endParaRPr>
                    </a:p>
                  </a:txBody>
                  <a:tcPr marL="68580" marR="68580" marT="0" marB="0" anchor="ctr">
                    <a:solidFill>
                      <a:schemeClr val="accent3">
                        <a:lumMod val="60000"/>
                        <a:lumOff val="40000"/>
                      </a:schemeClr>
                    </a:solidFill>
                  </a:tcPr>
                </a:tc>
                <a:tc vMerge="1">
                  <a:txBody>
                    <a:bodyPr/>
                    <a:lstStyle/>
                    <a:p>
                      <a:endParaRPr lang="zh-CN" altLang="en-US"/>
                    </a:p>
                  </a:txBody>
                  <a:tcPr/>
                </a:tc>
              </a:tr>
            </a:tbl>
          </a:graphicData>
        </a:graphic>
      </p:graphicFrame>
      <p:sp>
        <p:nvSpPr>
          <p:cNvPr id="7" name="矩形 6"/>
          <p:cNvSpPr/>
          <p:nvPr/>
        </p:nvSpPr>
        <p:spPr>
          <a:xfrm>
            <a:off x="4860031" y="1693529"/>
            <a:ext cx="4016077" cy="1200329"/>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dirty="0" smtClean="0"/>
              <a:t>/* </a:t>
            </a:r>
            <a:r>
              <a:rPr lang="en-US" altLang="zh-CN" dirty="0"/>
              <a:t>USER CODE BEGIN PV */</a:t>
            </a:r>
            <a:endParaRPr lang="zh-CN" altLang="zh-CN" dirty="0"/>
          </a:p>
          <a:p>
            <a:r>
              <a:rPr lang="en-US" altLang="zh-CN" dirty="0"/>
              <a:t>    uint8_t </a:t>
            </a:r>
            <a:r>
              <a:rPr lang="en-US" altLang="zh-CN" dirty="0" err="1"/>
              <a:t>Rx_Buff</a:t>
            </a:r>
            <a:r>
              <a:rPr lang="en-US" altLang="zh-CN" dirty="0"/>
              <a:t>[16]; </a:t>
            </a:r>
            <a:endParaRPr lang="en-US" altLang="zh-CN" dirty="0" smtClean="0"/>
          </a:p>
          <a:p>
            <a:r>
              <a:rPr lang="en-US" altLang="zh-CN" dirty="0"/>
              <a:t> </a:t>
            </a:r>
            <a:r>
              <a:rPr lang="en-US" altLang="zh-CN" dirty="0" smtClean="0"/>
              <a:t>         </a:t>
            </a:r>
            <a:r>
              <a:rPr lang="en-US" altLang="zh-CN" dirty="0"/>
              <a:t>// </a:t>
            </a:r>
            <a:r>
              <a:rPr lang="zh-CN" altLang="zh-CN" dirty="0"/>
              <a:t>定义一个数组，用于数据接收</a:t>
            </a:r>
          </a:p>
          <a:p>
            <a:r>
              <a:rPr lang="en-US" altLang="zh-CN" dirty="0"/>
              <a:t>/* USER CODE END PV */</a:t>
            </a:r>
            <a:endParaRPr lang="zh-CN" altLang="zh-CN" dirty="0"/>
          </a:p>
        </p:txBody>
      </p:sp>
      <p:sp>
        <p:nvSpPr>
          <p:cNvPr id="8" name="矩形 7"/>
          <p:cNvSpPr/>
          <p:nvPr/>
        </p:nvSpPr>
        <p:spPr>
          <a:xfrm>
            <a:off x="5013141" y="944796"/>
            <a:ext cx="3375283" cy="754694"/>
          </a:xfrm>
          <a:prstGeom prst="rect">
            <a:avLst/>
          </a:prstGeom>
        </p:spPr>
        <p:txBody>
          <a:bodyPr wrap="square">
            <a:spAutoFit/>
          </a:bodyPr>
          <a:lstStyle/>
          <a:p>
            <a:pPr lvl="0">
              <a:lnSpc>
                <a:spcPct val="125000"/>
              </a:lnSpc>
            </a:pPr>
            <a:r>
              <a:rPr lang="en-US" altLang="zh-CN" b="1" dirty="0" smtClean="0">
                <a:solidFill>
                  <a:prstClr val="black"/>
                </a:solidFill>
              </a:rPr>
              <a:t>     </a:t>
            </a:r>
            <a:r>
              <a:rPr lang="zh-CN" altLang="zh-CN" b="1" dirty="0" smtClean="0">
                <a:solidFill>
                  <a:prstClr val="black"/>
                </a:solidFill>
              </a:rPr>
              <a:t>在</a:t>
            </a:r>
            <a:r>
              <a:rPr lang="zh-CN" altLang="zh-CN" b="1" dirty="0">
                <a:solidFill>
                  <a:prstClr val="black"/>
                </a:solidFill>
              </a:rPr>
              <a:t>主程序中定义一个数组变量，用于接收数据</a:t>
            </a:r>
            <a:endParaRPr lang="en-US" altLang="zh-CN" b="1" dirty="0">
              <a:solidFill>
                <a:prstClr val="black"/>
              </a:solidFill>
            </a:endParaRPr>
          </a:p>
        </p:txBody>
      </p:sp>
      <p:sp>
        <p:nvSpPr>
          <p:cNvPr id="10" name="矩形 9"/>
          <p:cNvSpPr/>
          <p:nvPr/>
        </p:nvSpPr>
        <p:spPr>
          <a:xfrm>
            <a:off x="5013140" y="3064737"/>
            <a:ext cx="3375283" cy="408445"/>
          </a:xfrm>
          <a:prstGeom prst="rect">
            <a:avLst/>
          </a:prstGeom>
        </p:spPr>
        <p:txBody>
          <a:bodyPr wrap="square">
            <a:spAutoFit/>
          </a:bodyPr>
          <a:lstStyle/>
          <a:p>
            <a:pPr lvl="0">
              <a:lnSpc>
                <a:spcPct val="125000"/>
              </a:lnSpc>
            </a:pPr>
            <a:r>
              <a:rPr lang="zh-CN" altLang="zh-CN" b="1" dirty="0"/>
              <a:t>开启串口接收中断</a:t>
            </a:r>
            <a:endParaRPr lang="en-US" altLang="zh-CN" b="1" dirty="0">
              <a:solidFill>
                <a:prstClr val="black"/>
              </a:solidFill>
            </a:endParaRPr>
          </a:p>
        </p:txBody>
      </p:sp>
      <p:sp>
        <p:nvSpPr>
          <p:cNvPr id="11" name="矩形 10"/>
          <p:cNvSpPr/>
          <p:nvPr/>
        </p:nvSpPr>
        <p:spPr>
          <a:xfrm>
            <a:off x="4558258" y="3579862"/>
            <a:ext cx="4320479" cy="923330"/>
          </a:xfrm>
          <a:prstGeom prst="rect">
            <a:avLst/>
          </a:prstGeom>
          <a:solidFill>
            <a:schemeClr val="accent3">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dirty="0" smtClean="0"/>
              <a:t>    /* </a:t>
            </a:r>
            <a:r>
              <a:rPr lang="en-US" altLang="zh-CN" dirty="0"/>
              <a:t>USER CODE BEGIN 2 */</a:t>
            </a:r>
            <a:endParaRPr lang="zh-CN" altLang="zh-CN" dirty="0"/>
          </a:p>
          <a:p>
            <a:r>
              <a:rPr lang="en-US" altLang="zh-CN" dirty="0" err="1"/>
              <a:t>HAL_UART_Receive_IT</a:t>
            </a:r>
            <a:r>
              <a:rPr lang="en-US" altLang="zh-CN" dirty="0"/>
              <a:t>(&amp;huart1, Rx_Buff,4</a:t>
            </a:r>
            <a:r>
              <a:rPr lang="en-US" altLang="zh-CN" dirty="0" smtClean="0"/>
              <a:t>);</a:t>
            </a:r>
            <a:endParaRPr lang="zh-CN" altLang="zh-CN" dirty="0"/>
          </a:p>
          <a:p>
            <a:r>
              <a:rPr lang="en-US" altLang="zh-CN" dirty="0" smtClean="0"/>
              <a:t>     /* </a:t>
            </a:r>
            <a:r>
              <a:rPr lang="en-US" altLang="zh-CN" dirty="0"/>
              <a:t>USER CODE END 2 */</a:t>
            </a:r>
            <a:endParaRPr lang="zh-CN" altLang="zh-CN" dirty="0"/>
          </a:p>
        </p:txBody>
      </p:sp>
    </p:spTree>
    <p:extLst>
      <p:ext uri="{BB962C8B-B14F-4D97-AF65-F5344CB8AC3E}">
        <p14:creationId xmlns:p14="http://schemas.microsoft.com/office/powerpoint/2010/main" val="7198473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35496" y="339502"/>
            <a:ext cx="4977645" cy="461665"/>
          </a:xfrm>
          <a:prstGeom prst="rect">
            <a:avLst/>
          </a:prstGeom>
        </p:spPr>
        <p:txBody>
          <a:bodyPr wrap="none">
            <a:spAutoFit/>
          </a:bodyPr>
          <a:lstStyle/>
          <a:p>
            <a:r>
              <a:rPr lang="en-US" altLang="zh-CN" sz="2400" b="1" dirty="0" smtClean="0">
                <a:solidFill>
                  <a:schemeClr val="bg1"/>
                </a:solidFill>
                <a:ea typeface="黑体" pitchFamily="49" charset="-122"/>
              </a:rPr>
              <a:t>7.6 </a:t>
            </a:r>
            <a:r>
              <a:rPr lang="zh-CN" altLang="en-US" sz="2400" b="1" dirty="0" smtClean="0">
                <a:solidFill>
                  <a:schemeClr val="bg1"/>
                </a:solidFill>
                <a:ea typeface="黑体" pitchFamily="49" charset="-122"/>
              </a:rPr>
              <a:t>编程</a:t>
            </a:r>
            <a:r>
              <a:rPr lang="zh-CN" altLang="en-US" sz="2400" b="1" dirty="0">
                <a:solidFill>
                  <a:schemeClr val="bg1"/>
                </a:solidFill>
                <a:ea typeface="黑体" pitchFamily="49" charset="-122"/>
              </a:rPr>
              <a:t>思想之自定义串口通信协议</a:t>
            </a:r>
            <a:endParaRPr lang="zh-CN" altLang="en-US" sz="2400" b="1" dirty="0" smtClean="0">
              <a:solidFill>
                <a:schemeClr val="bg1"/>
              </a:solidFill>
              <a:ea typeface="黑体" pitchFamily="49" charset="-122"/>
            </a:endParaRPr>
          </a:p>
        </p:txBody>
      </p:sp>
      <p:sp>
        <p:nvSpPr>
          <p:cNvPr id="6" name="矩形 5"/>
          <p:cNvSpPr/>
          <p:nvPr/>
        </p:nvSpPr>
        <p:spPr>
          <a:xfrm>
            <a:off x="5292080" y="199116"/>
            <a:ext cx="3672408" cy="784830"/>
          </a:xfrm>
          <a:prstGeom prst="rect">
            <a:avLst/>
          </a:prstGeom>
        </p:spPr>
        <p:txBody>
          <a:bodyPr wrap="square">
            <a:spAutoFit/>
          </a:bodyPr>
          <a:lstStyle/>
          <a:p>
            <a:pPr lvl="0">
              <a:lnSpc>
                <a:spcPct val="125000"/>
              </a:lnSpc>
            </a:pPr>
            <a:r>
              <a:rPr lang="zh-CN" altLang="en-US" b="1" dirty="0">
                <a:solidFill>
                  <a:schemeClr val="dk1"/>
                </a:solidFill>
              </a:rPr>
              <a:t>在串口中断回调函数中，根据接收的数据内容进行相应的中断操作</a:t>
            </a:r>
            <a:endParaRPr lang="zh-CN" altLang="zh-CN" b="1" dirty="0">
              <a:solidFill>
                <a:schemeClr val="dk1"/>
              </a:solidFill>
            </a:endParaRPr>
          </a:p>
        </p:txBody>
      </p:sp>
      <p:sp>
        <p:nvSpPr>
          <p:cNvPr id="7" name="矩形 6"/>
          <p:cNvSpPr/>
          <p:nvPr/>
        </p:nvSpPr>
        <p:spPr>
          <a:xfrm>
            <a:off x="1043608" y="987574"/>
            <a:ext cx="7056784" cy="3970318"/>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a:t>/* USER CODE BEGIN 4 */</a:t>
            </a:r>
          </a:p>
          <a:p>
            <a:r>
              <a:rPr lang="en-US" altLang="zh-CN" sz="1400" b="1" dirty="0"/>
              <a:t>void </a:t>
            </a:r>
            <a:r>
              <a:rPr lang="en-US" altLang="zh-CN" sz="1400" b="1" dirty="0" err="1"/>
              <a:t>HAL_UART_RxCpltCallback</a:t>
            </a:r>
            <a:r>
              <a:rPr lang="en-US" altLang="zh-CN" sz="1400" b="1" dirty="0"/>
              <a:t>(</a:t>
            </a:r>
            <a:r>
              <a:rPr lang="en-US" altLang="zh-CN" sz="1400" b="1" dirty="0" err="1"/>
              <a:t>UART_HandleTypeDef</a:t>
            </a:r>
            <a:r>
              <a:rPr lang="en-US" altLang="zh-CN" sz="1400" b="1" dirty="0"/>
              <a:t> *</a:t>
            </a:r>
            <a:r>
              <a:rPr lang="en-US" altLang="zh-CN" sz="1400" b="1" dirty="0" err="1"/>
              <a:t>huart</a:t>
            </a:r>
            <a:r>
              <a:rPr lang="en-US" altLang="zh-CN" sz="1400" b="1" dirty="0"/>
              <a:t>)</a:t>
            </a:r>
          </a:p>
          <a:p>
            <a:r>
              <a:rPr lang="en-US" altLang="zh-CN" sz="1400" b="1" dirty="0"/>
              <a:t>{</a:t>
            </a:r>
          </a:p>
          <a:p>
            <a:r>
              <a:rPr lang="en-US" altLang="zh-CN" sz="1400" b="1" dirty="0" smtClean="0"/>
              <a:t>   if(</a:t>
            </a:r>
            <a:r>
              <a:rPr lang="en-US" altLang="zh-CN" sz="1400" b="1" dirty="0" err="1" smtClean="0"/>
              <a:t>huart</a:t>
            </a:r>
            <a:r>
              <a:rPr lang="en-US" altLang="zh-CN" sz="1400" b="1" dirty="0" smtClean="0"/>
              <a:t>-</a:t>
            </a:r>
            <a:r>
              <a:rPr lang="en-US" altLang="zh-CN" sz="1400" b="1" dirty="0"/>
              <a:t>&gt;Instance == USART1)  //</a:t>
            </a:r>
            <a:r>
              <a:rPr lang="zh-CN" altLang="en-US" sz="1400" b="1" dirty="0"/>
              <a:t>判断是哪个串口触发的接收中断</a:t>
            </a:r>
          </a:p>
          <a:p>
            <a:r>
              <a:rPr lang="en-US" altLang="zh-CN" sz="1400" b="1" dirty="0" smtClean="0"/>
              <a:t>   {  </a:t>
            </a:r>
            <a:r>
              <a:rPr lang="en-US" altLang="zh-CN" sz="1400" b="1" dirty="0"/>
              <a:t>if(</a:t>
            </a:r>
            <a:r>
              <a:rPr lang="en-US" altLang="zh-CN" sz="1400" b="1" dirty="0" err="1"/>
              <a:t>Rx_Buff</a:t>
            </a:r>
            <a:r>
              <a:rPr lang="en-US" altLang="zh-CN" sz="1400" b="1" dirty="0"/>
              <a:t>[0] == 0xAA &amp;&amp; </a:t>
            </a:r>
            <a:r>
              <a:rPr lang="en-US" altLang="zh-CN" sz="1400" b="1" dirty="0" err="1"/>
              <a:t>Rx_Buff</a:t>
            </a:r>
            <a:r>
              <a:rPr lang="en-US" altLang="zh-CN" sz="1400" b="1" dirty="0"/>
              <a:t>[3] == 0x55) //</a:t>
            </a:r>
            <a:r>
              <a:rPr lang="zh-CN" altLang="en-US" sz="1400" b="1" dirty="0"/>
              <a:t>判断帧头和帧尾</a:t>
            </a:r>
          </a:p>
          <a:p>
            <a:r>
              <a:rPr lang="zh-CN" altLang="en-US" sz="1400" b="1" dirty="0" smtClean="0"/>
              <a:t>       </a:t>
            </a:r>
            <a:r>
              <a:rPr lang="en-US" altLang="zh-CN" sz="1400" b="1" dirty="0" smtClean="0"/>
              <a:t>{    </a:t>
            </a:r>
            <a:r>
              <a:rPr lang="en-US" altLang="zh-CN" sz="1400" b="1" dirty="0"/>
              <a:t>switch(</a:t>
            </a:r>
            <a:r>
              <a:rPr lang="en-US" altLang="zh-CN" sz="1400" b="1" dirty="0" err="1"/>
              <a:t>Rx_Buff</a:t>
            </a:r>
            <a:r>
              <a:rPr lang="en-US" altLang="zh-CN" sz="1400" b="1" dirty="0"/>
              <a:t>[1])</a:t>
            </a:r>
          </a:p>
          <a:p>
            <a:r>
              <a:rPr lang="en-US" altLang="zh-CN" sz="1400" b="1" dirty="0" smtClean="0"/>
              <a:t>              {</a:t>
            </a:r>
            <a:endParaRPr lang="en-US" altLang="zh-CN" sz="1400" b="1" dirty="0"/>
          </a:p>
          <a:p>
            <a:r>
              <a:rPr lang="en-US" altLang="zh-CN" sz="1400" b="1" dirty="0" smtClean="0"/>
              <a:t>                   case </a:t>
            </a:r>
            <a:r>
              <a:rPr lang="en-US" altLang="zh-CN" sz="1400" b="1" dirty="0"/>
              <a:t>0x01</a:t>
            </a:r>
            <a:r>
              <a:rPr lang="en-US" altLang="zh-CN" sz="1400" b="1" dirty="0" smtClean="0"/>
              <a:t>:  switch(</a:t>
            </a:r>
            <a:r>
              <a:rPr lang="en-US" altLang="zh-CN" sz="1400" b="1" dirty="0" err="1" smtClean="0"/>
              <a:t>Rx_Buff</a:t>
            </a:r>
            <a:r>
              <a:rPr lang="en-US" altLang="zh-CN" sz="1400" b="1" dirty="0" smtClean="0"/>
              <a:t>[2])</a:t>
            </a:r>
          </a:p>
          <a:p>
            <a:r>
              <a:rPr lang="en-US" altLang="zh-CN" sz="1400" b="1" dirty="0"/>
              <a:t> </a:t>
            </a:r>
            <a:r>
              <a:rPr lang="en-US" altLang="zh-CN" sz="1400" b="1" dirty="0" smtClean="0"/>
              <a:t>                      {     </a:t>
            </a:r>
            <a:r>
              <a:rPr lang="en-US" altLang="zh-CN" sz="1400" b="1" dirty="0"/>
              <a:t>case 0x01:HAL_GPIO_WritePin(LED2_GPIO_Port, LED2_Pin</a:t>
            </a:r>
            <a:r>
              <a:rPr lang="en-US" altLang="zh-CN" sz="1400" b="1" dirty="0" smtClean="0"/>
              <a:t>, GPIO_PIN_RESET</a:t>
            </a:r>
            <a:r>
              <a:rPr lang="en-US" altLang="zh-CN" sz="1400" b="1" dirty="0"/>
              <a:t>);</a:t>
            </a:r>
          </a:p>
          <a:p>
            <a:r>
              <a:rPr lang="en-US" altLang="zh-CN" sz="1400" b="1" dirty="0"/>
              <a:t>	</a:t>
            </a:r>
            <a:r>
              <a:rPr lang="en-US" altLang="zh-CN" sz="1400" b="1" dirty="0" smtClean="0"/>
              <a:t>          </a:t>
            </a:r>
            <a:r>
              <a:rPr lang="en-US" altLang="zh-CN" sz="1400" b="1" dirty="0" err="1" smtClean="0"/>
              <a:t>printf</a:t>
            </a:r>
            <a:r>
              <a:rPr lang="en-US" altLang="zh-CN" sz="1400" b="1" dirty="0"/>
              <a:t>("LED2 is ON! \r\n</a:t>
            </a:r>
            <a:r>
              <a:rPr lang="en-US" altLang="zh-CN" sz="1400" b="1" dirty="0" smtClean="0"/>
              <a:t>"); </a:t>
            </a:r>
          </a:p>
          <a:p>
            <a:r>
              <a:rPr lang="en-US" altLang="zh-CN" sz="1400" b="1" dirty="0"/>
              <a:t> </a:t>
            </a:r>
            <a:r>
              <a:rPr lang="en-US" altLang="zh-CN" sz="1400" b="1" dirty="0" smtClean="0"/>
              <a:t>                                                   </a:t>
            </a:r>
            <a:r>
              <a:rPr lang="en-US" altLang="zh-CN" sz="1400" b="1" dirty="0"/>
              <a:t>break;</a:t>
            </a:r>
          </a:p>
          <a:p>
            <a:r>
              <a:rPr lang="en-US" altLang="zh-CN" sz="1400" b="1" dirty="0" smtClean="0"/>
              <a:t>                              case </a:t>
            </a:r>
            <a:r>
              <a:rPr lang="en-US" altLang="zh-CN" sz="1400" b="1" dirty="0"/>
              <a:t>0x02: </a:t>
            </a:r>
            <a:r>
              <a:rPr lang="en-US" altLang="zh-CN" sz="1400" b="1" dirty="0" err="1"/>
              <a:t>HAL_GPIO_WritePin</a:t>
            </a:r>
            <a:r>
              <a:rPr lang="en-US" altLang="zh-CN" sz="1400" b="1" dirty="0"/>
              <a:t>(LED2_GPIO_Port,LED2_Pin</a:t>
            </a:r>
            <a:r>
              <a:rPr lang="en-US" altLang="zh-CN" sz="1400" b="1" dirty="0" smtClean="0"/>
              <a:t>, GPIO_PIN_SET</a:t>
            </a:r>
            <a:r>
              <a:rPr lang="en-US" altLang="zh-CN" sz="1400" b="1" dirty="0"/>
              <a:t>);</a:t>
            </a:r>
          </a:p>
          <a:p>
            <a:r>
              <a:rPr lang="en-US" altLang="zh-CN" sz="1400" b="1" dirty="0"/>
              <a:t>	</a:t>
            </a:r>
            <a:r>
              <a:rPr lang="en-US" altLang="zh-CN" sz="1400" b="1" dirty="0" smtClean="0"/>
              <a:t>          </a:t>
            </a:r>
            <a:r>
              <a:rPr lang="en-US" altLang="zh-CN" sz="1400" b="1" dirty="0" err="1" smtClean="0"/>
              <a:t>printf</a:t>
            </a:r>
            <a:r>
              <a:rPr lang="en-US" altLang="zh-CN" sz="1400" b="1" dirty="0"/>
              <a:t>("LED2 is OFF !\r\n");</a:t>
            </a:r>
          </a:p>
          <a:p>
            <a:r>
              <a:rPr lang="en-US" altLang="zh-CN" sz="1400" b="1" dirty="0"/>
              <a:t>	</a:t>
            </a:r>
            <a:r>
              <a:rPr lang="en-US" altLang="zh-CN" sz="1400" b="1" dirty="0" smtClean="0"/>
              <a:t>          break; </a:t>
            </a:r>
          </a:p>
          <a:p>
            <a:r>
              <a:rPr lang="en-US" altLang="zh-CN" sz="1400" b="1" dirty="0"/>
              <a:t> </a:t>
            </a:r>
            <a:r>
              <a:rPr lang="en-US" altLang="zh-CN" sz="1400" b="1" dirty="0" smtClean="0"/>
              <a:t>                            default:   </a:t>
            </a:r>
            <a:r>
              <a:rPr lang="en-US" altLang="zh-CN" sz="1400" b="1" dirty="0" err="1"/>
              <a:t>printf</a:t>
            </a:r>
            <a:r>
              <a:rPr lang="en-US" altLang="zh-CN" sz="1400" b="1" dirty="0"/>
              <a:t>("</a:t>
            </a:r>
            <a:r>
              <a:rPr lang="zh-CN" altLang="en-US" sz="1400" b="1" dirty="0"/>
              <a:t>指令错误</a:t>
            </a:r>
            <a:r>
              <a:rPr lang="en-US" altLang="zh-CN" sz="1400" b="1" dirty="0"/>
              <a:t>!\r\n");</a:t>
            </a:r>
          </a:p>
          <a:p>
            <a:r>
              <a:rPr lang="en-US" altLang="zh-CN" sz="1400" b="1" dirty="0"/>
              <a:t>	</a:t>
            </a:r>
            <a:r>
              <a:rPr lang="en-US" altLang="zh-CN" sz="1400" b="1" dirty="0" smtClean="0"/>
              <a:t>      break; </a:t>
            </a:r>
          </a:p>
          <a:p>
            <a:r>
              <a:rPr lang="en-US" altLang="zh-CN" sz="1400" b="1" dirty="0"/>
              <a:t> </a:t>
            </a:r>
            <a:r>
              <a:rPr lang="en-US" altLang="zh-CN" sz="1400" b="1" dirty="0" smtClean="0"/>
              <a:t>                     }</a:t>
            </a:r>
            <a:r>
              <a:rPr lang="en-US" altLang="zh-CN" sz="1400" b="1" dirty="0"/>
              <a:t>		</a:t>
            </a:r>
          </a:p>
        </p:txBody>
      </p:sp>
    </p:spTree>
    <p:extLst>
      <p:ext uri="{BB962C8B-B14F-4D97-AF65-F5344CB8AC3E}">
        <p14:creationId xmlns:p14="http://schemas.microsoft.com/office/powerpoint/2010/main" val="355187753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35496" y="339502"/>
            <a:ext cx="4977645" cy="461665"/>
          </a:xfrm>
          <a:prstGeom prst="rect">
            <a:avLst/>
          </a:prstGeom>
        </p:spPr>
        <p:txBody>
          <a:bodyPr wrap="none">
            <a:spAutoFit/>
          </a:bodyPr>
          <a:lstStyle/>
          <a:p>
            <a:r>
              <a:rPr lang="en-US" altLang="zh-CN" sz="2400" b="1" dirty="0" smtClean="0">
                <a:solidFill>
                  <a:schemeClr val="bg1"/>
                </a:solidFill>
                <a:ea typeface="黑体" pitchFamily="49" charset="-122"/>
              </a:rPr>
              <a:t>7.6 </a:t>
            </a:r>
            <a:r>
              <a:rPr lang="zh-CN" altLang="en-US" sz="2400" b="1" dirty="0" smtClean="0">
                <a:solidFill>
                  <a:schemeClr val="bg1"/>
                </a:solidFill>
                <a:ea typeface="黑体" pitchFamily="49" charset="-122"/>
              </a:rPr>
              <a:t>编程</a:t>
            </a:r>
            <a:r>
              <a:rPr lang="zh-CN" altLang="en-US" sz="2400" b="1" dirty="0">
                <a:solidFill>
                  <a:schemeClr val="bg1"/>
                </a:solidFill>
                <a:ea typeface="黑体" pitchFamily="49" charset="-122"/>
              </a:rPr>
              <a:t>思想之自定义串口通信协议</a:t>
            </a:r>
            <a:endParaRPr lang="zh-CN" altLang="en-US" sz="2400" b="1" dirty="0" smtClean="0">
              <a:solidFill>
                <a:schemeClr val="bg1"/>
              </a:solidFill>
              <a:ea typeface="黑体" pitchFamily="49" charset="-122"/>
            </a:endParaRPr>
          </a:p>
        </p:txBody>
      </p:sp>
      <p:sp>
        <p:nvSpPr>
          <p:cNvPr id="6" name="矩形 5"/>
          <p:cNvSpPr/>
          <p:nvPr/>
        </p:nvSpPr>
        <p:spPr>
          <a:xfrm>
            <a:off x="5292080" y="199116"/>
            <a:ext cx="3672408" cy="784830"/>
          </a:xfrm>
          <a:prstGeom prst="rect">
            <a:avLst/>
          </a:prstGeom>
        </p:spPr>
        <p:txBody>
          <a:bodyPr wrap="square">
            <a:spAutoFit/>
          </a:bodyPr>
          <a:lstStyle/>
          <a:p>
            <a:pPr lvl="0">
              <a:lnSpc>
                <a:spcPct val="125000"/>
              </a:lnSpc>
            </a:pPr>
            <a:r>
              <a:rPr lang="zh-CN" altLang="en-US" b="1" dirty="0">
                <a:solidFill>
                  <a:schemeClr val="dk1"/>
                </a:solidFill>
              </a:rPr>
              <a:t>在串口中断回调函数中，根据接收的数据内容进行相应的中断操作</a:t>
            </a:r>
            <a:endParaRPr lang="zh-CN" altLang="zh-CN" b="1" dirty="0">
              <a:solidFill>
                <a:schemeClr val="dk1"/>
              </a:solidFill>
            </a:endParaRPr>
          </a:p>
        </p:txBody>
      </p:sp>
      <p:sp>
        <p:nvSpPr>
          <p:cNvPr id="12" name="矩形 11"/>
          <p:cNvSpPr/>
          <p:nvPr/>
        </p:nvSpPr>
        <p:spPr>
          <a:xfrm>
            <a:off x="1691680" y="1059582"/>
            <a:ext cx="6192688" cy="3877985"/>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600" b="1" dirty="0" smtClean="0"/>
              <a:t>                                    break</a:t>
            </a:r>
            <a:r>
              <a:rPr lang="en-US" altLang="zh-CN" sz="1600" b="1" dirty="0"/>
              <a:t>;</a:t>
            </a:r>
          </a:p>
          <a:p>
            <a:r>
              <a:rPr lang="en-US" altLang="zh-CN" sz="1600" b="1" dirty="0" smtClean="0"/>
              <a:t>                              default</a:t>
            </a:r>
            <a:r>
              <a:rPr lang="en-US" altLang="zh-CN" sz="1600" b="1" dirty="0"/>
              <a:t>:</a:t>
            </a:r>
          </a:p>
          <a:p>
            <a:r>
              <a:rPr lang="en-US" altLang="zh-CN" sz="1600" b="1" dirty="0" smtClean="0"/>
              <a:t>                                    </a:t>
            </a:r>
            <a:r>
              <a:rPr lang="en-US" altLang="zh-CN" sz="1600" b="1" dirty="0" err="1" smtClean="0"/>
              <a:t>printf</a:t>
            </a:r>
            <a:r>
              <a:rPr lang="en-US" altLang="zh-CN" sz="1600" b="1" dirty="0"/>
              <a:t>("The command is wrong !\r\n");</a:t>
            </a:r>
          </a:p>
          <a:p>
            <a:r>
              <a:rPr lang="en-US" altLang="zh-CN" sz="1600" b="1" dirty="0" smtClean="0"/>
              <a:t>                                    break</a:t>
            </a:r>
            <a:r>
              <a:rPr lang="en-US" altLang="zh-CN" sz="1600" b="1" dirty="0"/>
              <a:t>;</a:t>
            </a:r>
          </a:p>
          <a:p>
            <a:r>
              <a:rPr lang="en-US" altLang="zh-CN" sz="1600" b="1" dirty="0" smtClean="0"/>
              <a:t>                       </a:t>
            </a:r>
            <a:r>
              <a:rPr lang="en-US" altLang="zh-CN" sz="1600" b="1" dirty="0"/>
              <a:t>}</a:t>
            </a:r>
          </a:p>
          <a:p>
            <a:r>
              <a:rPr lang="en-US" altLang="zh-CN" sz="1600" b="1" dirty="0" smtClean="0"/>
              <a:t>                </a:t>
            </a:r>
            <a:r>
              <a:rPr lang="en-US" altLang="zh-CN" sz="1600" b="1" dirty="0" err="1" smtClean="0"/>
              <a:t>HAL_UART_Receive_IT</a:t>
            </a:r>
            <a:r>
              <a:rPr lang="en-US" altLang="zh-CN" sz="1600" b="1" dirty="0"/>
              <a:t>(&amp;huart1,Rx_Buff,4);</a:t>
            </a:r>
          </a:p>
          <a:p>
            <a:r>
              <a:rPr lang="en-US" altLang="zh-CN" sz="1600" b="1" dirty="0" smtClean="0"/>
              <a:t>            }</a:t>
            </a:r>
            <a:endParaRPr lang="en-US" altLang="zh-CN" sz="1600" b="1" dirty="0"/>
          </a:p>
          <a:p>
            <a:r>
              <a:rPr lang="en-US" altLang="zh-CN" sz="1600" b="1" dirty="0" smtClean="0"/>
              <a:t>           else </a:t>
            </a:r>
            <a:endParaRPr lang="en-US" altLang="zh-CN" sz="1600" b="1" dirty="0"/>
          </a:p>
          <a:p>
            <a:r>
              <a:rPr lang="en-US" altLang="zh-CN" sz="1600" b="1" dirty="0" smtClean="0"/>
              <a:t>            {</a:t>
            </a:r>
            <a:endParaRPr lang="en-US" altLang="zh-CN" sz="1600" b="1" dirty="0"/>
          </a:p>
          <a:p>
            <a:r>
              <a:rPr lang="en-US" altLang="zh-CN" sz="1600" b="1" dirty="0" smtClean="0"/>
              <a:t>                   </a:t>
            </a:r>
            <a:r>
              <a:rPr lang="en-US" altLang="zh-CN" sz="1600" b="1" dirty="0" err="1" smtClean="0"/>
              <a:t>printf</a:t>
            </a:r>
            <a:r>
              <a:rPr lang="en-US" altLang="zh-CN" sz="1600" b="1" dirty="0"/>
              <a:t>("</a:t>
            </a:r>
            <a:r>
              <a:rPr lang="zh-CN" altLang="en-US" sz="1600" b="1" dirty="0"/>
              <a:t>命令错误</a:t>
            </a:r>
            <a:r>
              <a:rPr lang="en-US" altLang="zh-CN" sz="1600" b="1" dirty="0"/>
              <a:t>!\r\n");</a:t>
            </a:r>
          </a:p>
          <a:p>
            <a:r>
              <a:rPr lang="en-US" altLang="zh-CN" sz="1600" b="1" dirty="0" smtClean="0"/>
              <a:t>             }</a:t>
            </a:r>
            <a:endParaRPr lang="en-US" altLang="zh-CN" sz="1600" b="1" dirty="0"/>
          </a:p>
          <a:p>
            <a:r>
              <a:rPr lang="en-US" altLang="zh-CN" sz="1600" b="1" dirty="0" smtClean="0"/>
              <a:t>            </a:t>
            </a:r>
            <a:r>
              <a:rPr lang="en-US" altLang="zh-CN" sz="1600" b="1" dirty="0" err="1" smtClean="0"/>
              <a:t>HAL_UART_Receive_IT</a:t>
            </a:r>
            <a:r>
              <a:rPr lang="en-US" altLang="zh-CN" sz="1600" b="1" dirty="0"/>
              <a:t>(&amp;huart1,Rx_Buff,4);</a:t>
            </a:r>
          </a:p>
          <a:p>
            <a:r>
              <a:rPr lang="en-US" altLang="zh-CN" sz="1600" b="1" dirty="0" smtClean="0"/>
              <a:t>     }</a:t>
            </a:r>
            <a:endParaRPr lang="en-US" altLang="zh-CN" sz="1600" b="1" dirty="0"/>
          </a:p>
          <a:p>
            <a:r>
              <a:rPr lang="en-US" altLang="zh-CN" sz="1600" b="1" dirty="0"/>
              <a:t>}</a:t>
            </a:r>
          </a:p>
          <a:p>
            <a:r>
              <a:rPr lang="en-US" altLang="zh-CN" sz="1600" b="1" dirty="0"/>
              <a:t>/* USER CODE END 4 */</a:t>
            </a:r>
          </a:p>
        </p:txBody>
      </p:sp>
    </p:spTree>
    <p:extLst>
      <p:ext uri="{BB962C8B-B14F-4D97-AF65-F5344CB8AC3E}">
        <p14:creationId xmlns:p14="http://schemas.microsoft.com/office/powerpoint/2010/main" val="202710328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35496" y="339502"/>
            <a:ext cx="4977645" cy="461665"/>
          </a:xfrm>
          <a:prstGeom prst="rect">
            <a:avLst/>
          </a:prstGeom>
        </p:spPr>
        <p:txBody>
          <a:bodyPr wrap="none">
            <a:spAutoFit/>
          </a:bodyPr>
          <a:lstStyle/>
          <a:p>
            <a:r>
              <a:rPr lang="en-US" altLang="zh-CN" sz="2400" b="1" dirty="0" smtClean="0">
                <a:solidFill>
                  <a:schemeClr val="bg1"/>
                </a:solidFill>
                <a:ea typeface="黑体" pitchFamily="49" charset="-122"/>
              </a:rPr>
              <a:t>7.6 </a:t>
            </a:r>
            <a:r>
              <a:rPr lang="zh-CN" altLang="en-US" sz="2400" b="1" dirty="0" smtClean="0">
                <a:solidFill>
                  <a:schemeClr val="bg1"/>
                </a:solidFill>
                <a:ea typeface="黑体" pitchFamily="49" charset="-122"/>
              </a:rPr>
              <a:t>编程</a:t>
            </a:r>
            <a:r>
              <a:rPr lang="zh-CN" altLang="en-US" sz="2400" b="1" dirty="0">
                <a:solidFill>
                  <a:schemeClr val="bg1"/>
                </a:solidFill>
                <a:ea typeface="黑体" pitchFamily="49" charset="-122"/>
              </a:rPr>
              <a:t>思想之自定义串口通信协议</a:t>
            </a:r>
            <a:endParaRPr lang="zh-CN" altLang="en-US" sz="2400" b="1" dirty="0" smtClean="0">
              <a:solidFill>
                <a:schemeClr val="bg1"/>
              </a:solidFill>
              <a:ea typeface="黑体" pitchFamily="49" charset="-122"/>
            </a:endParaRPr>
          </a:p>
        </p:txBody>
      </p:sp>
      <p:sp>
        <p:nvSpPr>
          <p:cNvPr id="6" name="矩形 5"/>
          <p:cNvSpPr/>
          <p:nvPr/>
        </p:nvSpPr>
        <p:spPr>
          <a:xfrm>
            <a:off x="539552" y="1851670"/>
            <a:ext cx="1944216" cy="1447191"/>
          </a:xfrm>
          <a:prstGeom prst="rect">
            <a:avLst/>
          </a:prstGeom>
        </p:spPr>
        <p:txBody>
          <a:bodyPr wrap="square">
            <a:spAutoFit/>
          </a:bodyPr>
          <a:lstStyle/>
          <a:p>
            <a:pPr>
              <a:lnSpc>
                <a:spcPct val="125000"/>
              </a:lnSpc>
            </a:pPr>
            <a:r>
              <a:rPr lang="en-US" altLang="zh-CN" dirty="0" smtClean="0"/>
              <a:t>     </a:t>
            </a:r>
            <a:r>
              <a:rPr lang="zh-CN" altLang="zh-CN" b="1" dirty="0" smtClean="0"/>
              <a:t>程序</a:t>
            </a:r>
            <a:r>
              <a:rPr lang="zh-CN" altLang="zh-CN" b="1" dirty="0"/>
              <a:t>对数据帧的处理放</a:t>
            </a:r>
            <a:r>
              <a:rPr lang="zh-CN" altLang="zh-CN" b="1" dirty="0" smtClean="0"/>
              <a:t>在中断</a:t>
            </a:r>
            <a:r>
              <a:rPr lang="zh-CN" altLang="zh-CN" b="1" dirty="0"/>
              <a:t>回调函</a:t>
            </a:r>
            <a:r>
              <a:rPr lang="zh-CN" altLang="zh-CN" b="1" dirty="0" smtClean="0"/>
              <a:t>数</a:t>
            </a:r>
            <a:r>
              <a:rPr lang="zh-CN" altLang="en-US" b="1" dirty="0" smtClean="0"/>
              <a:t>中。</a:t>
            </a:r>
            <a:r>
              <a:rPr lang="zh-CN" altLang="zh-CN" b="1" dirty="0" smtClean="0"/>
              <a:t>中断</a:t>
            </a:r>
            <a:r>
              <a:rPr lang="zh-CN" altLang="zh-CN" b="1" dirty="0"/>
              <a:t>回调函</a:t>
            </a:r>
            <a:r>
              <a:rPr lang="zh-CN" altLang="zh-CN" b="1" dirty="0" smtClean="0"/>
              <a:t>数</a:t>
            </a:r>
            <a:r>
              <a:rPr lang="zh-CN" altLang="en-US" b="1" dirty="0" smtClean="0"/>
              <a:t>：</a:t>
            </a:r>
            <a:endParaRPr lang="zh-CN" altLang="zh-CN" b="1" dirty="0"/>
          </a:p>
        </p:txBody>
      </p:sp>
      <p:sp>
        <p:nvSpPr>
          <p:cNvPr id="7" name="矩形 6"/>
          <p:cNvSpPr/>
          <p:nvPr/>
        </p:nvSpPr>
        <p:spPr>
          <a:xfrm>
            <a:off x="2699792" y="1635646"/>
            <a:ext cx="6120680" cy="230832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a:t>void </a:t>
            </a:r>
            <a:r>
              <a:rPr lang="en-US" altLang="zh-CN" b="1" dirty="0" err="1"/>
              <a:t>HAL_UART_RxCpltCallback</a:t>
            </a:r>
            <a:r>
              <a:rPr lang="en-US" altLang="zh-CN" b="1" dirty="0"/>
              <a:t>(</a:t>
            </a:r>
            <a:r>
              <a:rPr lang="en-US" altLang="zh-CN" b="1" dirty="0" err="1"/>
              <a:t>UART_HandleTypeDef</a:t>
            </a:r>
            <a:r>
              <a:rPr lang="en-US" altLang="zh-CN" b="1" dirty="0"/>
              <a:t> *</a:t>
            </a:r>
            <a:r>
              <a:rPr lang="en-US" altLang="zh-CN" b="1" dirty="0" err="1"/>
              <a:t>huart</a:t>
            </a:r>
            <a:r>
              <a:rPr lang="en-US" altLang="zh-CN" b="1" dirty="0"/>
              <a:t>)</a:t>
            </a:r>
            <a:endParaRPr lang="zh-CN" altLang="zh-CN" b="1" dirty="0"/>
          </a:p>
          <a:p>
            <a:r>
              <a:rPr lang="en-US" altLang="zh-CN" b="1" dirty="0"/>
              <a:t>{</a:t>
            </a:r>
            <a:endParaRPr lang="zh-CN" altLang="zh-CN" b="1" dirty="0"/>
          </a:p>
          <a:p>
            <a:r>
              <a:rPr lang="en-US" altLang="zh-CN" b="1" dirty="0" smtClean="0"/>
              <a:t>    if(</a:t>
            </a:r>
            <a:r>
              <a:rPr lang="en-US" altLang="zh-CN" b="1" dirty="0" err="1" smtClean="0"/>
              <a:t>huart</a:t>
            </a:r>
            <a:r>
              <a:rPr lang="en-US" altLang="zh-CN" b="1" dirty="0" smtClean="0"/>
              <a:t>-</a:t>
            </a:r>
            <a:r>
              <a:rPr lang="en-US" altLang="zh-CN" b="1" dirty="0"/>
              <a:t>&gt;Instance==USART1)</a:t>
            </a:r>
            <a:endParaRPr lang="zh-CN" altLang="zh-CN" b="1" dirty="0"/>
          </a:p>
          <a:p>
            <a:r>
              <a:rPr lang="en-US" altLang="zh-CN" b="1" dirty="0" smtClean="0"/>
              <a:t>    {</a:t>
            </a:r>
            <a:endParaRPr lang="zh-CN" altLang="zh-CN" b="1" dirty="0"/>
          </a:p>
          <a:p>
            <a:r>
              <a:rPr lang="en-US" altLang="zh-CN" b="1" dirty="0" smtClean="0"/>
              <a:t>          </a:t>
            </a:r>
            <a:r>
              <a:rPr lang="en-US" altLang="zh-CN" b="1" dirty="0" err="1" smtClean="0"/>
              <a:t>Rx_Flag</a:t>
            </a:r>
            <a:r>
              <a:rPr lang="en-US" altLang="zh-CN" b="1" dirty="0" smtClean="0"/>
              <a:t>=1</a:t>
            </a:r>
            <a:r>
              <a:rPr lang="en-US" altLang="zh-CN" b="1" dirty="0"/>
              <a:t>;</a:t>
            </a:r>
            <a:endParaRPr lang="zh-CN" altLang="zh-CN" b="1" dirty="0"/>
          </a:p>
          <a:p>
            <a:r>
              <a:rPr lang="en-US" altLang="zh-CN" b="1" dirty="0" smtClean="0"/>
              <a:t>           </a:t>
            </a:r>
            <a:r>
              <a:rPr lang="en-US" altLang="zh-CN" b="1" dirty="0" err="1" smtClean="0"/>
              <a:t>HAL_UART_Receive_IT</a:t>
            </a:r>
            <a:r>
              <a:rPr lang="en-US" altLang="zh-CN" b="1" dirty="0"/>
              <a:t>(&amp;huart1,(uint8_t *)Rx_Buff,4);</a:t>
            </a:r>
            <a:endParaRPr lang="zh-CN" altLang="zh-CN" b="1" dirty="0"/>
          </a:p>
          <a:p>
            <a:r>
              <a:rPr lang="en-US" altLang="zh-CN" b="1" dirty="0" smtClean="0"/>
              <a:t>    }</a:t>
            </a:r>
            <a:endParaRPr lang="zh-CN" altLang="zh-CN" b="1" dirty="0"/>
          </a:p>
          <a:p>
            <a:r>
              <a:rPr lang="en-US" altLang="zh-CN" b="1" dirty="0"/>
              <a:t>}</a:t>
            </a:r>
            <a:endParaRPr lang="zh-CN" altLang="zh-CN" b="1" dirty="0"/>
          </a:p>
        </p:txBody>
      </p:sp>
    </p:spTree>
    <p:extLst>
      <p:ext uri="{BB962C8B-B14F-4D97-AF65-F5344CB8AC3E}">
        <p14:creationId xmlns:p14="http://schemas.microsoft.com/office/powerpoint/2010/main" val="406361864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 y="339503"/>
            <a:ext cx="154766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35497" y="339503"/>
            <a:ext cx="5688631" cy="461665"/>
          </a:xfrm>
          <a:prstGeom prst="rect">
            <a:avLst/>
          </a:prstGeom>
        </p:spPr>
        <p:txBody>
          <a:bodyPr wrap="square">
            <a:spAutoFit/>
          </a:bodyPr>
          <a:lstStyle/>
          <a:p>
            <a:r>
              <a:rPr lang="zh-CN" altLang="en-US" sz="2400" b="1" dirty="0">
                <a:solidFill>
                  <a:schemeClr val="bg1"/>
                </a:solidFill>
                <a:latin typeface="黑体" pitchFamily="49" charset="-122"/>
                <a:ea typeface="黑体" pitchFamily="49" charset="-122"/>
              </a:rPr>
              <a:t>本章小结</a:t>
            </a:r>
          </a:p>
        </p:txBody>
      </p:sp>
      <p:sp>
        <p:nvSpPr>
          <p:cNvPr id="378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图示 4"/>
          <p:cNvGraphicFramePr/>
          <p:nvPr>
            <p:extLst>
              <p:ext uri="{D42A27DB-BD31-4B8C-83A1-F6EECF244321}">
                <p14:modId xmlns:p14="http://schemas.microsoft.com/office/powerpoint/2010/main" val="3042702383"/>
              </p:ext>
            </p:extLst>
          </p:nvPr>
        </p:nvGraphicFramePr>
        <p:xfrm>
          <a:off x="-136758" y="1131590"/>
          <a:ext cx="9540551" cy="32403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右箭头 9"/>
          <p:cNvSpPr/>
          <p:nvPr/>
        </p:nvSpPr>
        <p:spPr>
          <a:xfrm>
            <a:off x="1551281" y="1540024"/>
            <a:ext cx="288032" cy="273546"/>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a:off x="3006874" y="1554510"/>
            <a:ext cx="288032" cy="273546"/>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右箭头 11"/>
          <p:cNvSpPr/>
          <p:nvPr/>
        </p:nvSpPr>
        <p:spPr>
          <a:xfrm>
            <a:off x="4499992" y="1540421"/>
            <a:ext cx="288032" cy="273546"/>
          </a:xfrm>
          <a:prstGeom prst="right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右箭头 12"/>
          <p:cNvSpPr/>
          <p:nvPr/>
        </p:nvSpPr>
        <p:spPr>
          <a:xfrm>
            <a:off x="5978252" y="1563638"/>
            <a:ext cx="288032" cy="273546"/>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右箭头 13"/>
          <p:cNvSpPr/>
          <p:nvPr/>
        </p:nvSpPr>
        <p:spPr>
          <a:xfrm>
            <a:off x="7452320" y="1516410"/>
            <a:ext cx="288032" cy="273546"/>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9393324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 name="矩形 6"/>
          <p:cNvSpPr/>
          <p:nvPr/>
        </p:nvSpPr>
        <p:spPr>
          <a:xfrm>
            <a:off x="2915816" y="123478"/>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80320" y="1923678"/>
            <a:ext cx="5148064" cy="1015663"/>
          </a:xfrm>
          <a:prstGeom prst="rect">
            <a:avLst/>
          </a:prstGeom>
          <a:solidFill>
            <a:schemeClr val="bg1"/>
          </a:solidFill>
        </p:spPr>
        <p:txBody>
          <a:bodyPr wrap="square">
            <a:spAutoFit/>
          </a:bodyPr>
          <a:lstStyle/>
          <a:p>
            <a:pPr algn="ctr"/>
            <a:r>
              <a:rPr lang="en-US" altLang="zh-CN" sz="6000" b="1" dirty="0" smtClean="0">
                <a:solidFill>
                  <a:schemeClr val="accent1">
                    <a:lumMod val="75000"/>
                  </a:schemeClr>
                </a:solidFill>
                <a:latin typeface="华文隶书" pitchFamily="2" charset="-122"/>
                <a:ea typeface="华文隶书" pitchFamily="2" charset="-122"/>
              </a:rPr>
              <a:t>T</a:t>
            </a:r>
            <a:r>
              <a:rPr lang="en-GB" altLang="zh-CN" sz="6000" b="1" dirty="0" smtClean="0">
                <a:solidFill>
                  <a:schemeClr val="accent1">
                    <a:lumMod val="75000"/>
                  </a:schemeClr>
                </a:solidFill>
                <a:latin typeface="华文隶书" pitchFamily="2" charset="-122"/>
                <a:ea typeface="华文隶书" pitchFamily="2" charset="-122"/>
              </a:rPr>
              <a:t>he     End!</a:t>
            </a:r>
            <a:endParaRPr lang="zh-CN" altLang="zh-CN" sz="60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新月形 5"/>
          <p:cNvSpPr/>
          <p:nvPr/>
        </p:nvSpPr>
        <p:spPr>
          <a:xfrm rot="5400000">
            <a:off x="3908409" y="1003093"/>
            <a:ext cx="576063"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新月形 11"/>
          <p:cNvSpPr/>
          <p:nvPr/>
        </p:nvSpPr>
        <p:spPr>
          <a:xfrm rot="16200000">
            <a:off x="6081017" y="1669836"/>
            <a:ext cx="613404"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箭头标注 14"/>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Tree>
    <p:extLst>
      <p:ext uri="{BB962C8B-B14F-4D97-AF65-F5344CB8AC3E}">
        <p14:creationId xmlns:p14="http://schemas.microsoft.com/office/powerpoint/2010/main" val="32475077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defRPr sz="1600" b="1" dirty="0" smtClean="0"/>
        </a:defPPr>
      </a:lstStyle>
      <a:style>
        <a:lnRef idx="0">
          <a:schemeClr val="accent5"/>
        </a:lnRef>
        <a:fillRef idx="3">
          <a:schemeClr val="accent5"/>
        </a:fillRef>
        <a:effectRef idx="3">
          <a:schemeClr val="accent5"/>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2687</TotalTime>
  <Words>7856</Words>
  <Application>Microsoft Office PowerPoint</Application>
  <PresentationFormat>全屏显示(16:9)</PresentationFormat>
  <Paragraphs>1283</Paragraphs>
  <Slides>92</Slides>
  <Notes>25</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92</vt:i4>
      </vt:variant>
    </vt:vector>
  </HeadingPairs>
  <TitlesOfParts>
    <vt:vector size="95" baseType="lpstr">
      <vt:lpstr>Office 主题​​</vt:lpstr>
      <vt:lpstr>Visio</vt:lpstr>
      <vt:lpstr>Microsoft Office Visio 绘图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mf</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马锋</dc:creator>
  <cp:lastModifiedBy>马锋</cp:lastModifiedBy>
  <cp:revision>299</cp:revision>
  <dcterms:created xsi:type="dcterms:W3CDTF">2019-08-08T08:45:05Z</dcterms:created>
  <dcterms:modified xsi:type="dcterms:W3CDTF">2020-06-16T07:30:22Z</dcterms:modified>
</cp:coreProperties>
</file>